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5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</p:sldIdLst>
  <p:sldSz cy="5143500" cx="9144000"/>
  <p:notesSz cx="6858000" cy="9144000"/>
  <p:embeddedFontLst>
    <p:embeddedFont>
      <p:font typeface="Montserrat"/>
      <p:regular r:id="rId31"/>
      <p:bold r:id="rId32"/>
      <p:italic r:id="rId33"/>
      <p:boldItalic r:id="rId34"/>
    </p:embeddedFont>
    <p:embeddedFont>
      <p:font typeface="Lora"/>
      <p:regular r:id="rId35"/>
      <p:bold r:id="rId36"/>
      <p:italic r:id="rId37"/>
      <p:boldItalic r:id="rId38"/>
    </p:embeddedFont>
    <p:embeddedFont>
      <p:font typeface="Quattrocento Sans"/>
      <p:regular r:id="rId39"/>
      <p:bold r:id="rId40"/>
      <p:italic r:id="rId41"/>
      <p:boldItalic r:id="rId4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QuattrocentoSans-bold.fntdata"/><Relationship Id="rId20" Type="http://schemas.openxmlformats.org/officeDocument/2006/relationships/slide" Target="slides/slide15.xml"/><Relationship Id="rId42" Type="http://schemas.openxmlformats.org/officeDocument/2006/relationships/font" Target="fonts/QuattrocentoSans-boldItalic.fntdata"/><Relationship Id="rId41" Type="http://schemas.openxmlformats.org/officeDocument/2006/relationships/font" Target="fonts/QuattrocentoSans-italic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Montserrat-regular.fntdata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font" Target="fonts/Montserrat-italic.fntdata"/><Relationship Id="rId10" Type="http://schemas.openxmlformats.org/officeDocument/2006/relationships/slide" Target="slides/slide5.xml"/><Relationship Id="rId32" Type="http://schemas.openxmlformats.org/officeDocument/2006/relationships/font" Target="fonts/Montserrat-bold.fntdata"/><Relationship Id="rId13" Type="http://schemas.openxmlformats.org/officeDocument/2006/relationships/slide" Target="slides/slide8.xml"/><Relationship Id="rId35" Type="http://schemas.openxmlformats.org/officeDocument/2006/relationships/font" Target="fonts/Lora-regular.fntdata"/><Relationship Id="rId12" Type="http://schemas.openxmlformats.org/officeDocument/2006/relationships/slide" Target="slides/slide7.xml"/><Relationship Id="rId34" Type="http://schemas.openxmlformats.org/officeDocument/2006/relationships/font" Target="fonts/Montserrat-boldItalic.fntdata"/><Relationship Id="rId15" Type="http://schemas.openxmlformats.org/officeDocument/2006/relationships/slide" Target="slides/slide10.xml"/><Relationship Id="rId37" Type="http://schemas.openxmlformats.org/officeDocument/2006/relationships/font" Target="fonts/Lora-italic.fntdata"/><Relationship Id="rId14" Type="http://schemas.openxmlformats.org/officeDocument/2006/relationships/slide" Target="slides/slide9.xml"/><Relationship Id="rId36" Type="http://schemas.openxmlformats.org/officeDocument/2006/relationships/font" Target="fonts/Lora-bold.fntdata"/><Relationship Id="rId17" Type="http://schemas.openxmlformats.org/officeDocument/2006/relationships/slide" Target="slides/slide12.xml"/><Relationship Id="rId39" Type="http://schemas.openxmlformats.org/officeDocument/2006/relationships/font" Target="fonts/QuattrocentoSans-regular.fntdata"/><Relationship Id="rId16" Type="http://schemas.openxmlformats.org/officeDocument/2006/relationships/slide" Target="slides/slide11.xml"/><Relationship Id="rId38" Type="http://schemas.openxmlformats.org/officeDocument/2006/relationships/font" Target="fonts/Lora-boldItalic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" name="Google Shape;5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g3bdbb2c5ad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g3bdbb2c5ad3_0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g3bdbb2c5ad3_0_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g3bdbb2c5ad3_0_39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3bdbb2c5ad3_0_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g3bdbb2c5ad3_0_583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5" name="Shape 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" name="Google Shape;926;g3bdbb2c5ad3_0_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g3bdbb2c5ad3_0_86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3bdbb2c5ad3_0_1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" name="Google Shape;1403;g3bdbb2c5ad3_0_141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5" name="Shape 1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6" name="Google Shape;1876;g3bdbb2c5ad3_0_18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7" name="Google Shape;1877;g3bdbb2c5ad3_0_188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3" name="Shape 2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4" name="Google Shape;2124;g3bdbb2c5ad3_0_221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g3bdbb2c5ad3_0_221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5" name="Shape 2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6" name="Google Shape;2516;g3bdbb2c5ad3_0_260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7" name="Google Shape;2517;g3bdbb2c5ad3_0_260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08" name="Shape 2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9" name="Google Shape;2709;g3bdbb2c5ad3_0_2795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0" name="Google Shape;2710;g3bdbb2c5ad3_0_2795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92" name="Shape 2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3" name="Google Shape;2993;g3bdbb2c5ad3_0_3078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g3bdbb2c5ad3_0_307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68" name="Shape 3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9" name="Google Shape;3469;g3bdbb2c5ad3_0_3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0" name="Google Shape;3470;g3bdbb2c5ad3_0_3628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60" name="Shape 3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1" name="Google Shape;3861;g3bdbb2c5ad3_0_40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2" name="Google Shape;3862;g3bdbb2c5ad3_0_401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53" name="Shape 4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4" name="Google Shape;4054;g3bdbb2c5ad3_0_4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5" name="Google Shape;4055;g3bdbb2c5ad3_0_421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7" name="Shape 4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8" name="Google Shape;4338;g3bdbb2c5ad3_0_4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9" name="Google Shape;4339;g3bdbb2c5ad3_0_4494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13" name="Shape 4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4" name="Google Shape;4814;g3bdbb2c5ad3_0_507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5" name="Google Shape;4815;g3bdbb2c5ad3_0_507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05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g3bdbb2c5ad3_0_5468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7" name="Google Shape;5207;g3bdbb2c5ad3_0_546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98" name="Shape 5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9" name="Google Shape;5399;g3bdbb2c5ad3_0_5660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0" name="Google Shape;5400;g3bdbb2c5ad3_0_566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82" name="Shape 5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" name="Google Shape;5683;g3bdbb2c5ad3_0_594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4" name="Google Shape;5684;g3bdbb2c5ad3_0_594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8" name="Shape 6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9" name="Google Shape;6159;g3bdbb2c5ad3_0_65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0" name="Google Shape;6160;g3bdbb2c5ad3_0_651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50" name="Shape 6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1" name="Google Shape;6551;g3bdbb2c5ad3_0_69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2" name="Google Shape;6552;g3bdbb2c5ad3_0_690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43" name="Shape 6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4" name="Google Shape;6744;g3bdbb2c5ad3_0_70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5" name="Google Shape;6745;g3bdbb2c5ad3_0_7093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27" name="Shape 7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8" name="Google Shape;7028;g3bdbb2c5ad3_0_73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9" name="Google Shape;7029;g3bdbb2c5ad3_0_737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03" name="Shape 7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4" name="Google Shape;7504;g3bdbb2c5ad3_0_79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5" name="Google Shape;7505;g3bdbb2c5ad3_0_792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95" name="Shape 7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6" name="Google Shape;7896;g3bdbb2c5ad3_0_8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7" name="Google Shape;7897;g3bdbb2c5ad3_0_83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1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5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3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13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4"/>
          <p:cNvSpPr/>
          <p:nvPr/>
        </p:nvSpPr>
        <p:spPr>
          <a:xfrm>
            <a:off x="563901" y="1160723"/>
            <a:ext cx="71475" cy="86400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" name="Google Shape;61;p14"/>
          <p:cNvSpPr/>
          <p:nvPr/>
        </p:nvSpPr>
        <p:spPr>
          <a:xfrm>
            <a:off x="301623" y="1253486"/>
            <a:ext cx="216457" cy="259132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" name="Google Shape;62;p14"/>
          <p:cNvSpPr/>
          <p:nvPr/>
        </p:nvSpPr>
        <p:spPr>
          <a:xfrm>
            <a:off x="493544" y="1113818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" name="Google Shape;63;p14"/>
          <p:cNvSpPr/>
          <p:nvPr/>
        </p:nvSpPr>
        <p:spPr>
          <a:xfrm>
            <a:off x="588437" y="1253486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" name="Google Shape;64;p14"/>
          <p:cNvSpPr/>
          <p:nvPr/>
        </p:nvSpPr>
        <p:spPr>
          <a:xfrm>
            <a:off x="302688" y="1660256"/>
            <a:ext cx="193038" cy="327562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" name="Google Shape;65;p14"/>
          <p:cNvSpPr/>
          <p:nvPr/>
        </p:nvSpPr>
        <p:spPr>
          <a:xfrm>
            <a:off x="511667" y="1660256"/>
            <a:ext cx="194087" cy="328441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" name="Google Shape;66;p14"/>
          <p:cNvSpPr/>
          <p:nvPr/>
        </p:nvSpPr>
        <p:spPr>
          <a:xfrm>
            <a:off x="421037" y="1587731"/>
            <a:ext cx="165321" cy="142240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" name="Google Shape;67;p14"/>
          <p:cNvSpPr/>
          <p:nvPr/>
        </p:nvSpPr>
        <p:spPr>
          <a:xfrm>
            <a:off x="304289" y="2103268"/>
            <a:ext cx="399849" cy="400898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8" name="Google Shape;68;p14"/>
          <p:cNvSpPr/>
          <p:nvPr/>
        </p:nvSpPr>
        <p:spPr>
          <a:xfrm>
            <a:off x="2859064" y="1113547"/>
            <a:ext cx="355109" cy="399341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9" name="Google Shape;69;p14"/>
          <p:cNvSpPr/>
          <p:nvPr/>
        </p:nvSpPr>
        <p:spPr>
          <a:xfrm>
            <a:off x="2957174" y="1207901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0" name="Google Shape;70;p14"/>
          <p:cNvSpPr/>
          <p:nvPr/>
        </p:nvSpPr>
        <p:spPr>
          <a:xfrm>
            <a:off x="2835084" y="1588273"/>
            <a:ext cx="403064" cy="399883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1" name="Google Shape;71;p14"/>
          <p:cNvSpPr/>
          <p:nvPr/>
        </p:nvSpPr>
        <p:spPr>
          <a:xfrm>
            <a:off x="2998240" y="1635213"/>
            <a:ext cx="73574" cy="164204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2" name="Google Shape;72;p14"/>
          <p:cNvSpPr/>
          <p:nvPr/>
        </p:nvSpPr>
        <p:spPr>
          <a:xfrm>
            <a:off x="2836125" y="2103268"/>
            <a:ext cx="400932" cy="400898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3" name="Google Shape;73;p14"/>
          <p:cNvSpPr/>
          <p:nvPr/>
        </p:nvSpPr>
        <p:spPr>
          <a:xfrm>
            <a:off x="5386927" y="1113294"/>
            <a:ext cx="398800" cy="399849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4" name="Google Shape;74;p14"/>
          <p:cNvSpPr/>
          <p:nvPr/>
        </p:nvSpPr>
        <p:spPr>
          <a:xfrm>
            <a:off x="5716385" y="1228459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" name="Google Shape;75;p14"/>
          <p:cNvSpPr/>
          <p:nvPr/>
        </p:nvSpPr>
        <p:spPr>
          <a:xfrm>
            <a:off x="5512753" y="1299902"/>
            <a:ext cx="143966" cy="165287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" name="Google Shape;76;p14"/>
          <p:cNvSpPr/>
          <p:nvPr/>
        </p:nvSpPr>
        <p:spPr>
          <a:xfrm>
            <a:off x="5383141" y="1601062"/>
            <a:ext cx="406279" cy="374298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" name="Google Shape;77;p14"/>
          <p:cNvSpPr/>
          <p:nvPr/>
        </p:nvSpPr>
        <p:spPr>
          <a:xfrm>
            <a:off x="5383682" y="2103792"/>
            <a:ext cx="405196" cy="399849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" name="Google Shape;78;p14"/>
          <p:cNvSpPr/>
          <p:nvPr/>
        </p:nvSpPr>
        <p:spPr>
          <a:xfrm>
            <a:off x="7994551" y="1114355"/>
            <a:ext cx="257000" cy="397717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" name="Google Shape;79;p14"/>
          <p:cNvSpPr/>
          <p:nvPr/>
        </p:nvSpPr>
        <p:spPr>
          <a:xfrm>
            <a:off x="811912" y="1112748"/>
            <a:ext cx="403030" cy="400932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" name="Google Shape;80;p14"/>
          <p:cNvSpPr/>
          <p:nvPr/>
        </p:nvSpPr>
        <p:spPr>
          <a:xfrm>
            <a:off x="881739" y="1823783"/>
            <a:ext cx="94928" cy="68396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1" name="Google Shape;81;p14"/>
          <p:cNvSpPr/>
          <p:nvPr/>
        </p:nvSpPr>
        <p:spPr>
          <a:xfrm>
            <a:off x="881739" y="1753661"/>
            <a:ext cx="94928" cy="69242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2" name="Google Shape;82;p14"/>
          <p:cNvSpPr/>
          <p:nvPr/>
        </p:nvSpPr>
        <p:spPr>
          <a:xfrm>
            <a:off x="881739" y="1683303"/>
            <a:ext cx="94928" cy="69208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3" name="Google Shape;83;p14"/>
          <p:cNvSpPr/>
          <p:nvPr/>
        </p:nvSpPr>
        <p:spPr>
          <a:xfrm>
            <a:off x="811380" y="1588273"/>
            <a:ext cx="404113" cy="399883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4" name="Google Shape;84;p14"/>
          <p:cNvSpPr/>
          <p:nvPr/>
        </p:nvSpPr>
        <p:spPr>
          <a:xfrm>
            <a:off x="898288" y="2199234"/>
            <a:ext cx="218589" cy="211143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5" name="Google Shape;85;p14"/>
          <p:cNvSpPr/>
          <p:nvPr/>
        </p:nvSpPr>
        <p:spPr>
          <a:xfrm>
            <a:off x="811922" y="2102207"/>
            <a:ext cx="403030" cy="40303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6" name="Google Shape;86;p14"/>
          <p:cNvSpPr/>
          <p:nvPr/>
        </p:nvSpPr>
        <p:spPr>
          <a:xfrm>
            <a:off x="3468689" y="1113276"/>
            <a:ext cx="165287" cy="188773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7" name="Google Shape;87;p14"/>
          <p:cNvSpPr/>
          <p:nvPr/>
        </p:nvSpPr>
        <p:spPr>
          <a:xfrm>
            <a:off x="3397246" y="1373425"/>
            <a:ext cx="259132" cy="93879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8" name="Google Shape;88;p14"/>
          <p:cNvSpPr/>
          <p:nvPr/>
        </p:nvSpPr>
        <p:spPr>
          <a:xfrm>
            <a:off x="3351422" y="1326518"/>
            <a:ext cx="399849" cy="186641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9" name="Google Shape;89;p14"/>
          <p:cNvSpPr/>
          <p:nvPr/>
        </p:nvSpPr>
        <p:spPr>
          <a:xfrm>
            <a:off x="3438856" y="1634147"/>
            <a:ext cx="217540" cy="211143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0" name="Google Shape;90;p14"/>
          <p:cNvSpPr/>
          <p:nvPr/>
        </p:nvSpPr>
        <p:spPr>
          <a:xfrm>
            <a:off x="3375941" y="1587207"/>
            <a:ext cx="350811" cy="402015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1" name="Google Shape;91;p14"/>
          <p:cNvSpPr/>
          <p:nvPr/>
        </p:nvSpPr>
        <p:spPr>
          <a:xfrm>
            <a:off x="3421751" y="2102726"/>
            <a:ext cx="259132" cy="40198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2" name="Google Shape;92;p14"/>
          <p:cNvSpPr/>
          <p:nvPr/>
        </p:nvSpPr>
        <p:spPr>
          <a:xfrm>
            <a:off x="5940107" y="1303624"/>
            <a:ext cx="141834" cy="164204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3" name="Google Shape;93;p14"/>
          <p:cNvSpPr/>
          <p:nvPr/>
        </p:nvSpPr>
        <p:spPr>
          <a:xfrm>
            <a:off x="5892153" y="1113835"/>
            <a:ext cx="398766" cy="398766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4" name="Google Shape;94;p14"/>
          <p:cNvSpPr/>
          <p:nvPr/>
        </p:nvSpPr>
        <p:spPr>
          <a:xfrm>
            <a:off x="6102179" y="1327076"/>
            <a:ext cx="141834" cy="23488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5" name="Google Shape;95;p14"/>
          <p:cNvSpPr/>
          <p:nvPr/>
        </p:nvSpPr>
        <p:spPr>
          <a:xfrm>
            <a:off x="6102179" y="1372899"/>
            <a:ext cx="141834" cy="24571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6" name="Google Shape;96;p14"/>
          <p:cNvSpPr/>
          <p:nvPr/>
        </p:nvSpPr>
        <p:spPr>
          <a:xfrm>
            <a:off x="6102179" y="1419838"/>
            <a:ext cx="141834" cy="24538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7" name="Google Shape;97;p14"/>
          <p:cNvSpPr/>
          <p:nvPr/>
        </p:nvSpPr>
        <p:spPr>
          <a:xfrm>
            <a:off x="5891561" y="1588811"/>
            <a:ext cx="399849" cy="398800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8" name="Google Shape;98;p14"/>
          <p:cNvSpPr/>
          <p:nvPr/>
        </p:nvSpPr>
        <p:spPr>
          <a:xfrm>
            <a:off x="5915555" y="2102726"/>
            <a:ext cx="351860" cy="40198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9" name="Google Shape;99;p14"/>
          <p:cNvSpPr/>
          <p:nvPr/>
        </p:nvSpPr>
        <p:spPr>
          <a:xfrm>
            <a:off x="7923194" y="1588817"/>
            <a:ext cx="399849" cy="398800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0" name="Google Shape;100;p14"/>
          <p:cNvSpPr/>
          <p:nvPr/>
        </p:nvSpPr>
        <p:spPr>
          <a:xfrm>
            <a:off x="8040493" y="1797793"/>
            <a:ext cx="165287" cy="69348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1" name="Google Shape;101;p14"/>
          <p:cNvSpPr/>
          <p:nvPr/>
        </p:nvSpPr>
        <p:spPr>
          <a:xfrm>
            <a:off x="8205746" y="1658125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2" name="Google Shape;102;p14"/>
          <p:cNvSpPr/>
          <p:nvPr/>
        </p:nvSpPr>
        <p:spPr>
          <a:xfrm>
            <a:off x="7992503" y="1680494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3" name="Google Shape;103;p14"/>
          <p:cNvSpPr/>
          <p:nvPr/>
        </p:nvSpPr>
        <p:spPr>
          <a:xfrm>
            <a:off x="1416848" y="1206596"/>
            <a:ext cx="211143" cy="211143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4" name="Google Shape;104;p14"/>
          <p:cNvSpPr/>
          <p:nvPr/>
        </p:nvSpPr>
        <p:spPr>
          <a:xfrm>
            <a:off x="1320872" y="1112751"/>
            <a:ext cx="403064" cy="400932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5" name="Google Shape;105;p14"/>
          <p:cNvSpPr/>
          <p:nvPr/>
        </p:nvSpPr>
        <p:spPr>
          <a:xfrm>
            <a:off x="1322446" y="1589876"/>
            <a:ext cx="399883" cy="39666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6" name="Google Shape;106;p14"/>
          <p:cNvSpPr/>
          <p:nvPr/>
        </p:nvSpPr>
        <p:spPr>
          <a:xfrm>
            <a:off x="1320872" y="2102343"/>
            <a:ext cx="403064" cy="402760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7" name="Google Shape;107;p14"/>
          <p:cNvSpPr/>
          <p:nvPr/>
        </p:nvSpPr>
        <p:spPr>
          <a:xfrm>
            <a:off x="1391231" y="2270777"/>
            <a:ext cx="71475" cy="70431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8" name="Google Shape;108;p14"/>
          <p:cNvSpPr/>
          <p:nvPr/>
        </p:nvSpPr>
        <p:spPr>
          <a:xfrm>
            <a:off x="1486125" y="2222823"/>
            <a:ext cx="71475" cy="118381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09" name="Google Shape;109;p14"/>
          <p:cNvSpPr/>
          <p:nvPr/>
        </p:nvSpPr>
        <p:spPr>
          <a:xfrm>
            <a:off x="1579970" y="2173750"/>
            <a:ext cx="71442" cy="16637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0" name="Google Shape;110;p14"/>
          <p:cNvSpPr/>
          <p:nvPr/>
        </p:nvSpPr>
        <p:spPr>
          <a:xfrm>
            <a:off x="3911960" y="1112764"/>
            <a:ext cx="310302" cy="400898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1" name="Google Shape;111;p14"/>
          <p:cNvSpPr/>
          <p:nvPr/>
        </p:nvSpPr>
        <p:spPr>
          <a:xfrm>
            <a:off x="3857050" y="1588556"/>
            <a:ext cx="420121" cy="39930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2" name="Google Shape;112;p14"/>
          <p:cNvSpPr/>
          <p:nvPr/>
        </p:nvSpPr>
        <p:spPr>
          <a:xfrm>
            <a:off x="3865578" y="2103268"/>
            <a:ext cx="403064" cy="400898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3" name="Google Shape;113;p14"/>
          <p:cNvSpPr/>
          <p:nvPr/>
        </p:nvSpPr>
        <p:spPr>
          <a:xfrm>
            <a:off x="6491713" y="1184108"/>
            <a:ext cx="217540" cy="211110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4" name="Google Shape;114;p14"/>
          <p:cNvSpPr/>
          <p:nvPr/>
        </p:nvSpPr>
        <p:spPr>
          <a:xfrm>
            <a:off x="6400034" y="1113445"/>
            <a:ext cx="401981" cy="399545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5" name="Google Shape;115;p14"/>
          <p:cNvSpPr/>
          <p:nvPr/>
        </p:nvSpPr>
        <p:spPr>
          <a:xfrm>
            <a:off x="6398428" y="1775407"/>
            <a:ext cx="403064" cy="189823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6" name="Google Shape;116;p14"/>
          <p:cNvSpPr/>
          <p:nvPr/>
        </p:nvSpPr>
        <p:spPr>
          <a:xfrm>
            <a:off x="6662873" y="1611202"/>
            <a:ext cx="140751" cy="164238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7" name="Google Shape;117;p14"/>
          <p:cNvSpPr/>
          <p:nvPr/>
        </p:nvSpPr>
        <p:spPr>
          <a:xfrm>
            <a:off x="6401642" y="1613334"/>
            <a:ext cx="140751" cy="164238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8" name="Google Shape;118;p14"/>
          <p:cNvSpPr/>
          <p:nvPr/>
        </p:nvSpPr>
        <p:spPr>
          <a:xfrm>
            <a:off x="6489002" y="2102726"/>
            <a:ext cx="223936" cy="40198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9" name="Google Shape;119;p14"/>
          <p:cNvSpPr/>
          <p:nvPr/>
        </p:nvSpPr>
        <p:spPr>
          <a:xfrm>
            <a:off x="7921586" y="2103797"/>
            <a:ext cx="307087" cy="399849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0" name="Google Shape;120;p14"/>
          <p:cNvSpPr/>
          <p:nvPr/>
        </p:nvSpPr>
        <p:spPr>
          <a:xfrm>
            <a:off x="7967442" y="2225327"/>
            <a:ext cx="71442" cy="67211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1" name="Google Shape;121;p14"/>
          <p:cNvSpPr/>
          <p:nvPr/>
        </p:nvSpPr>
        <p:spPr>
          <a:xfrm>
            <a:off x="8112424" y="2387399"/>
            <a:ext cx="69348" cy="67211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2" name="Google Shape;122;p14"/>
          <p:cNvSpPr/>
          <p:nvPr/>
        </p:nvSpPr>
        <p:spPr>
          <a:xfrm>
            <a:off x="7966359" y="2221061"/>
            <a:ext cx="212226" cy="236729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3" name="Google Shape;123;p14"/>
          <p:cNvSpPr/>
          <p:nvPr/>
        </p:nvSpPr>
        <p:spPr>
          <a:xfrm>
            <a:off x="8253176" y="2198693"/>
            <a:ext cx="71475" cy="282551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4" name="Google Shape;124;p14"/>
          <p:cNvSpPr/>
          <p:nvPr/>
        </p:nvSpPr>
        <p:spPr>
          <a:xfrm>
            <a:off x="1852189" y="1245465"/>
            <a:ext cx="376430" cy="268743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5" name="Google Shape;125;p14"/>
          <p:cNvSpPr/>
          <p:nvPr/>
        </p:nvSpPr>
        <p:spPr>
          <a:xfrm>
            <a:off x="1829819" y="1112228"/>
            <a:ext cx="376396" cy="268958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6" name="Google Shape;126;p14"/>
          <p:cNvSpPr/>
          <p:nvPr/>
        </p:nvSpPr>
        <p:spPr>
          <a:xfrm>
            <a:off x="1899129" y="1183670"/>
            <a:ext cx="259098" cy="25909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7" name="Google Shape;127;p14"/>
          <p:cNvSpPr/>
          <p:nvPr/>
        </p:nvSpPr>
        <p:spPr>
          <a:xfrm>
            <a:off x="2016392" y="1254027"/>
            <a:ext cx="48026" cy="71475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8" name="Google Shape;128;p14"/>
          <p:cNvSpPr/>
          <p:nvPr/>
        </p:nvSpPr>
        <p:spPr>
          <a:xfrm>
            <a:off x="1970570" y="1729567"/>
            <a:ext cx="119430" cy="210060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29" name="Google Shape;129;p14"/>
          <p:cNvSpPr/>
          <p:nvPr/>
        </p:nvSpPr>
        <p:spPr>
          <a:xfrm>
            <a:off x="1847957" y="1588817"/>
            <a:ext cx="362521" cy="398800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0" name="Google Shape;130;p14"/>
          <p:cNvSpPr/>
          <p:nvPr/>
        </p:nvSpPr>
        <p:spPr>
          <a:xfrm>
            <a:off x="1828191" y="2102726"/>
            <a:ext cx="402015" cy="40198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1" name="Google Shape;131;p14"/>
          <p:cNvSpPr/>
          <p:nvPr/>
        </p:nvSpPr>
        <p:spPr>
          <a:xfrm>
            <a:off x="4376168" y="1113276"/>
            <a:ext cx="400932" cy="399883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2" name="Google Shape;132;p14"/>
          <p:cNvSpPr/>
          <p:nvPr/>
        </p:nvSpPr>
        <p:spPr>
          <a:xfrm>
            <a:off x="4682173" y="1277480"/>
            <a:ext cx="47989" cy="23488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3" name="Google Shape;133;p14"/>
          <p:cNvSpPr/>
          <p:nvPr/>
        </p:nvSpPr>
        <p:spPr>
          <a:xfrm>
            <a:off x="4421990" y="1277480"/>
            <a:ext cx="48026" cy="23488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4" name="Google Shape;134;p14"/>
          <p:cNvSpPr/>
          <p:nvPr/>
        </p:nvSpPr>
        <p:spPr>
          <a:xfrm>
            <a:off x="4377235" y="1588817"/>
            <a:ext cx="398800" cy="398800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5" name="Google Shape;135;p14"/>
          <p:cNvSpPr/>
          <p:nvPr/>
        </p:nvSpPr>
        <p:spPr>
          <a:xfrm>
            <a:off x="4529694" y="1744762"/>
            <a:ext cx="75745" cy="70668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6" name="Google Shape;136;p14"/>
          <p:cNvSpPr/>
          <p:nvPr/>
        </p:nvSpPr>
        <p:spPr>
          <a:xfrm>
            <a:off x="4376653" y="2103792"/>
            <a:ext cx="399883" cy="399849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7" name="Google Shape;137;p14"/>
          <p:cNvSpPr/>
          <p:nvPr/>
        </p:nvSpPr>
        <p:spPr>
          <a:xfrm>
            <a:off x="6993183" y="1185260"/>
            <a:ext cx="233547" cy="328408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8" name="Google Shape;138;p14"/>
          <p:cNvSpPr/>
          <p:nvPr/>
        </p:nvSpPr>
        <p:spPr>
          <a:xfrm>
            <a:off x="7110482" y="1112769"/>
            <a:ext cx="24571" cy="59732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39" name="Google Shape;139;p14"/>
          <p:cNvSpPr/>
          <p:nvPr/>
        </p:nvSpPr>
        <p:spPr>
          <a:xfrm>
            <a:off x="7180841" y="1137271"/>
            <a:ext cx="48026" cy="46706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0" name="Google Shape;140;p14"/>
          <p:cNvSpPr/>
          <p:nvPr/>
        </p:nvSpPr>
        <p:spPr>
          <a:xfrm>
            <a:off x="7252283" y="1278023"/>
            <a:ext cx="48026" cy="23488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1" name="Google Shape;141;p14"/>
          <p:cNvSpPr/>
          <p:nvPr/>
        </p:nvSpPr>
        <p:spPr>
          <a:xfrm>
            <a:off x="6923908" y="1278023"/>
            <a:ext cx="47989" cy="23488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2" name="Google Shape;142;p14"/>
          <p:cNvSpPr/>
          <p:nvPr/>
        </p:nvSpPr>
        <p:spPr>
          <a:xfrm>
            <a:off x="7016671" y="1137271"/>
            <a:ext cx="47989" cy="45890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3" name="Google Shape;143;p14"/>
          <p:cNvSpPr/>
          <p:nvPr/>
        </p:nvSpPr>
        <p:spPr>
          <a:xfrm>
            <a:off x="6945228" y="1182925"/>
            <a:ext cx="51204" cy="35636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4" name="Google Shape;144;p14"/>
          <p:cNvSpPr/>
          <p:nvPr/>
        </p:nvSpPr>
        <p:spPr>
          <a:xfrm>
            <a:off x="7226696" y="1183805"/>
            <a:ext cx="51204" cy="36415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5" name="Google Shape;145;p14"/>
          <p:cNvSpPr/>
          <p:nvPr/>
        </p:nvSpPr>
        <p:spPr>
          <a:xfrm>
            <a:off x="6909451" y="1586679"/>
            <a:ext cx="405196" cy="403064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6" name="Google Shape;146;p14"/>
          <p:cNvSpPr/>
          <p:nvPr/>
        </p:nvSpPr>
        <p:spPr>
          <a:xfrm>
            <a:off x="7077453" y="2267459"/>
            <a:ext cx="70392" cy="69348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7" name="Google Shape;147;p14"/>
          <p:cNvSpPr/>
          <p:nvPr/>
        </p:nvSpPr>
        <p:spPr>
          <a:xfrm>
            <a:off x="6911115" y="2174697"/>
            <a:ext cx="401981" cy="258049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8" name="Google Shape;148;p14"/>
          <p:cNvSpPr/>
          <p:nvPr/>
        </p:nvSpPr>
        <p:spPr>
          <a:xfrm>
            <a:off x="8439349" y="1243283"/>
            <a:ext cx="403030" cy="257169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49" name="Google Shape;149;p14"/>
          <p:cNvSpPr/>
          <p:nvPr/>
        </p:nvSpPr>
        <p:spPr>
          <a:xfrm>
            <a:off x="8629104" y="1125983"/>
            <a:ext cx="23521" cy="5868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0" name="Google Shape;150;p14"/>
          <p:cNvSpPr/>
          <p:nvPr/>
        </p:nvSpPr>
        <p:spPr>
          <a:xfrm>
            <a:off x="8534243" y="1172111"/>
            <a:ext cx="47989" cy="47752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1" name="Google Shape;151;p14"/>
          <p:cNvSpPr/>
          <p:nvPr/>
        </p:nvSpPr>
        <p:spPr>
          <a:xfrm>
            <a:off x="8698412" y="1172111"/>
            <a:ext cx="48026" cy="47752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2" name="Google Shape;152;p14"/>
          <p:cNvSpPr/>
          <p:nvPr/>
        </p:nvSpPr>
        <p:spPr>
          <a:xfrm>
            <a:off x="2523298" y="1160740"/>
            <a:ext cx="141834" cy="92796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3" name="Google Shape;153;p14"/>
          <p:cNvSpPr/>
          <p:nvPr/>
        </p:nvSpPr>
        <p:spPr>
          <a:xfrm>
            <a:off x="2380415" y="1371851"/>
            <a:ext cx="142917" cy="93845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4" name="Google Shape;154;p14"/>
          <p:cNvSpPr/>
          <p:nvPr/>
        </p:nvSpPr>
        <p:spPr>
          <a:xfrm>
            <a:off x="2334558" y="1112752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5" name="Google Shape;155;p14"/>
          <p:cNvSpPr/>
          <p:nvPr/>
        </p:nvSpPr>
        <p:spPr>
          <a:xfrm>
            <a:off x="2547800" y="1278004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6" name="Google Shape;156;p14"/>
          <p:cNvSpPr/>
          <p:nvPr/>
        </p:nvSpPr>
        <p:spPr>
          <a:xfrm>
            <a:off x="2517952" y="1634672"/>
            <a:ext cx="140785" cy="164204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7" name="Google Shape;157;p14"/>
          <p:cNvSpPr/>
          <p:nvPr/>
        </p:nvSpPr>
        <p:spPr>
          <a:xfrm>
            <a:off x="2327113" y="1588138"/>
            <a:ext cx="416906" cy="400154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8" name="Google Shape;158;p14"/>
          <p:cNvSpPr/>
          <p:nvPr/>
        </p:nvSpPr>
        <p:spPr>
          <a:xfrm>
            <a:off x="2333493" y="2245074"/>
            <a:ext cx="215408" cy="25909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59" name="Google Shape;159;p14"/>
          <p:cNvSpPr/>
          <p:nvPr/>
        </p:nvSpPr>
        <p:spPr>
          <a:xfrm>
            <a:off x="2524364" y="2103273"/>
            <a:ext cx="213275" cy="211143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0" name="Google Shape;160;p14"/>
          <p:cNvSpPr/>
          <p:nvPr/>
        </p:nvSpPr>
        <p:spPr>
          <a:xfrm>
            <a:off x="2618176" y="2161888"/>
            <a:ext cx="24571" cy="2352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1" name="Google Shape;161;p14"/>
          <p:cNvSpPr/>
          <p:nvPr/>
        </p:nvSpPr>
        <p:spPr>
          <a:xfrm>
            <a:off x="2618176" y="2197085"/>
            <a:ext cx="24571" cy="71475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2" name="Google Shape;162;p14"/>
          <p:cNvSpPr/>
          <p:nvPr/>
        </p:nvSpPr>
        <p:spPr>
          <a:xfrm>
            <a:off x="5218387" y="1299884"/>
            <a:ext cx="58684" cy="24571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3" name="Google Shape;163;p14"/>
          <p:cNvSpPr/>
          <p:nvPr/>
        </p:nvSpPr>
        <p:spPr>
          <a:xfrm>
            <a:off x="5205593" y="1348922"/>
            <a:ext cx="48026" cy="45890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4" name="Google Shape;164;p14"/>
          <p:cNvSpPr/>
          <p:nvPr/>
        </p:nvSpPr>
        <p:spPr>
          <a:xfrm>
            <a:off x="5206678" y="1230575"/>
            <a:ext cx="47989" cy="46706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5" name="Google Shape;165;p14"/>
          <p:cNvSpPr/>
          <p:nvPr/>
        </p:nvSpPr>
        <p:spPr>
          <a:xfrm>
            <a:off x="4875054" y="1161265"/>
            <a:ext cx="306038" cy="303906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6" name="Google Shape;166;p14"/>
          <p:cNvSpPr/>
          <p:nvPr/>
        </p:nvSpPr>
        <p:spPr>
          <a:xfrm>
            <a:off x="4875595" y="1587749"/>
            <a:ext cx="400932" cy="400932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7" name="Google Shape;167;p14"/>
          <p:cNvSpPr/>
          <p:nvPr/>
        </p:nvSpPr>
        <p:spPr>
          <a:xfrm>
            <a:off x="5182649" y="1870301"/>
            <a:ext cx="46973" cy="47989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8" name="Google Shape;168;p14"/>
          <p:cNvSpPr/>
          <p:nvPr/>
        </p:nvSpPr>
        <p:spPr>
          <a:xfrm>
            <a:off x="4922501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69" name="Google Shape;169;p14"/>
          <p:cNvSpPr/>
          <p:nvPr/>
        </p:nvSpPr>
        <p:spPr>
          <a:xfrm>
            <a:off x="4992894" y="1728499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0" name="Google Shape;170;p14"/>
          <p:cNvSpPr/>
          <p:nvPr/>
        </p:nvSpPr>
        <p:spPr>
          <a:xfrm>
            <a:off x="5063252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1" name="Google Shape;171;p14"/>
          <p:cNvSpPr/>
          <p:nvPr/>
        </p:nvSpPr>
        <p:spPr>
          <a:xfrm>
            <a:off x="5135743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2" name="Google Shape;172;p14"/>
          <p:cNvSpPr/>
          <p:nvPr/>
        </p:nvSpPr>
        <p:spPr>
          <a:xfrm>
            <a:off x="4922501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3" name="Google Shape;173;p14"/>
          <p:cNvSpPr/>
          <p:nvPr/>
        </p:nvSpPr>
        <p:spPr>
          <a:xfrm>
            <a:off x="4992894" y="1776455"/>
            <a:ext cx="47989" cy="24571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4" name="Google Shape;174;p14"/>
          <p:cNvSpPr/>
          <p:nvPr/>
        </p:nvSpPr>
        <p:spPr>
          <a:xfrm>
            <a:off x="5063252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5" name="Google Shape;175;p14"/>
          <p:cNvSpPr/>
          <p:nvPr/>
        </p:nvSpPr>
        <p:spPr>
          <a:xfrm>
            <a:off x="5135743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6" name="Google Shape;176;p14"/>
          <p:cNvSpPr/>
          <p:nvPr/>
        </p:nvSpPr>
        <p:spPr>
          <a:xfrm>
            <a:off x="4922501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7" name="Google Shape;177;p14"/>
          <p:cNvSpPr/>
          <p:nvPr/>
        </p:nvSpPr>
        <p:spPr>
          <a:xfrm>
            <a:off x="4992894" y="1823394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8" name="Google Shape;178;p14"/>
          <p:cNvSpPr/>
          <p:nvPr/>
        </p:nvSpPr>
        <p:spPr>
          <a:xfrm>
            <a:off x="5063252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79" name="Google Shape;179;p14"/>
          <p:cNvSpPr/>
          <p:nvPr/>
        </p:nvSpPr>
        <p:spPr>
          <a:xfrm>
            <a:off x="4922501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0" name="Google Shape;180;p14"/>
          <p:cNvSpPr/>
          <p:nvPr/>
        </p:nvSpPr>
        <p:spPr>
          <a:xfrm>
            <a:off x="4992894" y="1870300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1" name="Google Shape;181;p14"/>
          <p:cNvSpPr/>
          <p:nvPr/>
        </p:nvSpPr>
        <p:spPr>
          <a:xfrm>
            <a:off x="5063252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2" name="Google Shape;182;p14"/>
          <p:cNvSpPr/>
          <p:nvPr/>
        </p:nvSpPr>
        <p:spPr>
          <a:xfrm>
            <a:off x="4875595" y="2313857"/>
            <a:ext cx="400932" cy="189789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3" name="Google Shape;183;p14"/>
          <p:cNvSpPr/>
          <p:nvPr/>
        </p:nvSpPr>
        <p:spPr>
          <a:xfrm>
            <a:off x="4995026" y="2103797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4" name="Google Shape;184;p14"/>
          <p:cNvSpPr/>
          <p:nvPr/>
        </p:nvSpPr>
        <p:spPr>
          <a:xfrm>
            <a:off x="5040881" y="2361238"/>
            <a:ext cx="71475" cy="94454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5" name="Google Shape;185;p14"/>
          <p:cNvSpPr/>
          <p:nvPr/>
        </p:nvSpPr>
        <p:spPr>
          <a:xfrm>
            <a:off x="7413064" y="1113290"/>
            <a:ext cx="406279" cy="399849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6" name="Google Shape;186;p14"/>
          <p:cNvSpPr/>
          <p:nvPr/>
        </p:nvSpPr>
        <p:spPr>
          <a:xfrm>
            <a:off x="7698893" y="1824986"/>
            <a:ext cx="24538" cy="24571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7" name="Google Shape;187;p14"/>
          <p:cNvSpPr/>
          <p:nvPr/>
        </p:nvSpPr>
        <p:spPr>
          <a:xfrm>
            <a:off x="7416341" y="1588292"/>
            <a:ext cx="399849" cy="399849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8" name="Google Shape;188;p14"/>
          <p:cNvSpPr/>
          <p:nvPr/>
        </p:nvSpPr>
        <p:spPr>
          <a:xfrm>
            <a:off x="7698893" y="1860183"/>
            <a:ext cx="24538" cy="83185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89" name="Google Shape;189;p14"/>
          <p:cNvSpPr/>
          <p:nvPr/>
        </p:nvSpPr>
        <p:spPr>
          <a:xfrm>
            <a:off x="7510153" y="1706639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0" name="Google Shape;190;p14"/>
          <p:cNvSpPr/>
          <p:nvPr/>
        </p:nvSpPr>
        <p:spPr>
          <a:xfrm>
            <a:off x="7510153" y="1754627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1" name="Google Shape;191;p14"/>
          <p:cNvSpPr/>
          <p:nvPr/>
        </p:nvSpPr>
        <p:spPr>
          <a:xfrm>
            <a:off x="7440335" y="2103256"/>
            <a:ext cx="351860" cy="400932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2" name="Google Shape;192;p14"/>
          <p:cNvSpPr/>
          <p:nvPr/>
        </p:nvSpPr>
        <p:spPr>
          <a:xfrm>
            <a:off x="7674899" y="2430581"/>
            <a:ext cx="47989" cy="23488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3" name="Google Shape;193;p14"/>
          <p:cNvSpPr/>
          <p:nvPr/>
        </p:nvSpPr>
        <p:spPr>
          <a:xfrm>
            <a:off x="8440326" y="1588286"/>
            <a:ext cx="400932" cy="399849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4" name="Google Shape;194;p14"/>
          <p:cNvSpPr/>
          <p:nvPr/>
        </p:nvSpPr>
        <p:spPr>
          <a:xfrm>
            <a:off x="350896" y="3221453"/>
            <a:ext cx="120515" cy="117307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5" name="Google Shape;195;p14"/>
          <p:cNvSpPr/>
          <p:nvPr/>
        </p:nvSpPr>
        <p:spPr>
          <a:xfrm>
            <a:off x="492731" y="3081786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6" name="Google Shape;196;p14"/>
          <p:cNvSpPr/>
          <p:nvPr/>
        </p:nvSpPr>
        <p:spPr>
          <a:xfrm>
            <a:off x="302941" y="3333405"/>
            <a:ext cx="213275" cy="14714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7" name="Google Shape;197;p14"/>
          <p:cNvSpPr/>
          <p:nvPr/>
        </p:nvSpPr>
        <p:spPr>
          <a:xfrm>
            <a:off x="340253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8" name="Google Shape;198;p14"/>
          <p:cNvSpPr/>
          <p:nvPr/>
        </p:nvSpPr>
        <p:spPr>
          <a:xfrm>
            <a:off x="421306" y="3584483"/>
            <a:ext cx="166336" cy="141428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99" name="Google Shape;199;p14"/>
          <p:cNvSpPr/>
          <p:nvPr/>
        </p:nvSpPr>
        <p:spPr>
          <a:xfrm>
            <a:off x="301876" y="3725234"/>
            <a:ext cx="191955" cy="259944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0" name="Google Shape;200;p14"/>
          <p:cNvSpPr/>
          <p:nvPr/>
        </p:nvSpPr>
        <p:spPr>
          <a:xfrm>
            <a:off x="599351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1" name="Google Shape;201;p14"/>
          <p:cNvSpPr/>
          <p:nvPr/>
        </p:nvSpPr>
        <p:spPr>
          <a:xfrm>
            <a:off x="515117" y="3726319"/>
            <a:ext cx="191955" cy="260723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2" name="Google Shape;202;p14"/>
          <p:cNvSpPr/>
          <p:nvPr/>
        </p:nvSpPr>
        <p:spPr>
          <a:xfrm>
            <a:off x="455387" y="4071208"/>
            <a:ext cx="96011" cy="92796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3" name="Google Shape;203;p14"/>
          <p:cNvSpPr/>
          <p:nvPr/>
        </p:nvSpPr>
        <p:spPr>
          <a:xfrm>
            <a:off x="339170" y="4283401"/>
            <a:ext cx="93879" cy="92762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4" name="Google Shape;204;p14"/>
          <p:cNvSpPr/>
          <p:nvPr/>
        </p:nvSpPr>
        <p:spPr>
          <a:xfrm>
            <a:off x="575865" y="4284449"/>
            <a:ext cx="92796" cy="92796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5" name="Google Shape;205;p14"/>
          <p:cNvSpPr/>
          <p:nvPr/>
        </p:nvSpPr>
        <p:spPr>
          <a:xfrm>
            <a:off x="304009" y="4375079"/>
            <a:ext cx="165287" cy="97067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6" name="Google Shape;206;p14"/>
          <p:cNvSpPr/>
          <p:nvPr/>
        </p:nvSpPr>
        <p:spPr>
          <a:xfrm>
            <a:off x="421272" y="4161839"/>
            <a:ext cx="166370" cy="9810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7" name="Google Shape;207;p14"/>
          <p:cNvSpPr/>
          <p:nvPr/>
        </p:nvSpPr>
        <p:spPr>
          <a:xfrm>
            <a:off x="539620" y="437507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8" name="Google Shape;208;p14"/>
          <p:cNvSpPr/>
          <p:nvPr/>
        </p:nvSpPr>
        <p:spPr>
          <a:xfrm>
            <a:off x="451121" y="4283402"/>
            <a:ext cx="104539" cy="8744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09" name="Google Shape;209;p14"/>
          <p:cNvSpPr/>
          <p:nvPr/>
        </p:nvSpPr>
        <p:spPr>
          <a:xfrm>
            <a:off x="2977157" y="3269698"/>
            <a:ext cx="117307" cy="70392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0" name="Google Shape;210;p14"/>
          <p:cNvSpPr/>
          <p:nvPr/>
        </p:nvSpPr>
        <p:spPr>
          <a:xfrm>
            <a:off x="3011270" y="3199339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1" name="Google Shape;211;p14"/>
          <p:cNvSpPr/>
          <p:nvPr/>
        </p:nvSpPr>
        <p:spPr>
          <a:xfrm>
            <a:off x="2860940" y="3081499"/>
            <a:ext cx="351860" cy="399341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2" name="Google Shape;212;p14"/>
          <p:cNvSpPr/>
          <p:nvPr/>
        </p:nvSpPr>
        <p:spPr>
          <a:xfrm>
            <a:off x="2834813" y="3796949"/>
            <a:ext cx="71442" cy="18769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" name="Google Shape;213;p14"/>
          <p:cNvSpPr/>
          <p:nvPr/>
        </p:nvSpPr>
        <p:spPr>
          <a:xfrm>
            <a:off x="2907303" y="3586886"/>
            <a:ext cx="258049" cy="217540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" name="Google Shape;214;p14"/>
          <p:cNvSpPr/>
          <p:nvPr/>
        </p:nvSpPr>
        <p:spPr>
          <a:xfrm>
            <a:off x="2929707" y="3790012"/>
            <a:ext cx="309219" cy="17009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" name="Google Shape;215;p14"/>
          <p:cNvSpPr/>
          <p:nvPr/>
        </p:nvSpPr>
        <p:spPr>
          <a:xfrm>
            <a:off x="2835879" y="4071750"/>
            <a:ext cx="297509" cy="30390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" name="Google Shape;216;p14"/>
          <p:cNvSpPr/>
          <p:nvPr/>
        </p:nvSpPr>
        <p:spPr>
          <a:xfrm>
            <a:off x="2978729" y="4164140"/>
            <a:ext cx="259132" cy="118550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" name="Google Shape;217;p14"/>
          <p:cNvSpPr/>
          <p:nvPr/>
        </p:nvSpPr>
        <p:spPr>
          <a:xfrm>
            <a:off x="2862515" y="4386283"/>
            <a:ext cx="255917" cy="8531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" name="Google Shape;218;p14"/>
          <p:cNvSpPr/>
          <p:nvPr/>
        </p:nvSpPr>
        <p:spPr>
          <a:xfrm>
            <a:off x="2907287" y="4141060"/>
            <a:ext cx="155709" cy="165287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" name="Google Shape;219;p14"/>
          <p:cNvSpPr/>
          <p:nvPr/>
        </p:nvSpPr>
        <p:spPr>
          <a:xfrm>
            <a:off x="5562588" y="3291812"/>
            <a:ext cx="47989" cy="48026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" name="Google Shape;220;p14"/>
          <p:cNvSpPr/>
          <p:nvPr/>
        </p:nvSpPr>
        <p:spPr>
          <a:xfrm>
            <a:off x="5540183" y="3363254"/>
            <a:ext cx="94928" cy="46943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" name="Google Shape;221;p14"/>
          <p:cNvSpPr/>
          <p:nvPr/>
        </p:nvSpPr>
        <p:spPr>
          <a:xfrm>
            <a:off x="5481535" y="3245956"/>
            <a:ext cx="212226" cy="235679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" name="Google Shape;222;p14"/>
          <p:cNvSpPr/>
          <p:nvPr/>
        </p:nvSpPr>
        <p:spPr>
          <a:xfrm>
            <a:off x="5458081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" name="Google Shape;223;p14"/>
          <p:cNvSpPr/>
          <p:nvPr/>
        </p:nvSpPr>
        <p:spPr>
          <a:xfrm>
            <a:off x="5386639" y="3153194"/>
            <a:ext cx="399883" cy="186641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" name="Google Shape;224;p14"/>
          <p:cNvSpPr/>
          <p:nvPr/>
        </p:nvSpPr>
        <p:spPr>
          <a:xfrm>
            <a:off x="5383982" y="3598088"/>
            <a:ext cx="405196" cy="30390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" name="Google Shape;225;p14"/>
          <p:cNvSpPr/>
          <p:nvPr/>
        </p:nvSpPr>
        <p:spPr>
          <a:xfrm>
            <a:off x="5474614" y="3926465"/>
            <a:ext cx="213275" cy="4697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" name="Google Shape;226;p14"/>
          <p:cNvSpPr/>
          <p:nvPr/>
        </p:nvSpPr>
        <p:spPr>
          <a:xfrm>
            <a:off x="5548712" y="4071748"/>
            <a:ext cx="72524" cy="69348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" name="Google Shape;227;p14"/>
          <p:cNvSpPr/>
          <p:nvPr/>
        </p:nvSpPr>
        <p:spPr>
          <a:xfrm>
            <a:off x="5454900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" name="Google Shape;228;p14"/>
          <p:cNvSpPr/>
          <p:nvPr/>
        </p:nvSpPr>
        <p:spPr>
          <a:xfrm>
            <a:off x="5644689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" name="Google Shape;229;p14"/>
          <p:cNvSpPr/>
          <p:nvPr/>
        </p:nvSpPr>
        <p:spPr>
          <a:xfrm>
            <a:off x="5384507" y="4235954"/>
            <a:ext cx="404147" cy="165287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" name="Google Shape;230;p14"/>
          <p:cNvSpPr/>
          <p:nvPr/>
        </p:nvSpPr>
        <p:spPr>
          <a:xfrm>
            <a:off x="5611625" y="4387332"/>
            <a:ext cx="140785" cy="84268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" name="Google Shape;231;p14"/>
          <p:cNvSpPr/>
          <p:nvPr/>
        </p:nvSpPr>
        <p:spPr>
          <a:xfrm>
            <a:off x="5514597" y="4151719"/>
            <a:ext cx="141834" cy="59732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" name="Google Shape;232;p14"/>
          <p:cNvSpPr/>
          <p:nvPr/>
        </p:nvSpPr>
        <p:spPr>
          <a:xfrm>
            <a:off x="5421836" y="4387332"/>
            <a:ext cx="138653" cy="84268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" name="Google Shape;233;p14"/>
          <p:cNvSpPr/>
          <p:nvPr/>
        </p:nvSpPr>
        <p:spPr>
          <a:xfrm>
            <a:off x="8135641" y="3297127"/>
            <a:ext cx="92762" cy="114117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" name="Google Shape;234;p14"/>
          <p:cNvSpPr/>
          <p:nvPr/>
        </p:nvSpPr>
        <p:spPr>
          <a:xfrm>
            <a:off x="8080172" y="3368567"/>
            <a:ext cx="84274" cy="41629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" name="Google Shape;235;p14"/>
          <p:cNvSpPr/>
          <p:nvPr/>
        </p:nvSpPr>
        <p:spPr>
          <a:xfrm>
            <a:off x="8017259" y="3294994"/>
            <a:ext cx="93879" cy="115200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" name="Google Shape;236;p14"/>
          <p:cNvSpPr/>
          <p:nvPr/>
        </p:nvSpPr>
        <p:spPr>
          <a:xfrm>
            <a:off x="7993807" y="3433613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" name="Google Shape;237;p14"/>
          <p:cNvSpPr/>
          <p:nvPr/>
        </p:nvSpPr>
        <p:spPr>
          <a:xfrm>
            <a:off x="7993807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" name="Google Shape;238;p14"/>
          <p:cNvSpPr/>
          <p:nvPr/>
        </p:nvSpPr>
        <p:spPr>
          <a:xfrm>
            <a:off x="8018341" y="3150013"/>
            <a:ext cx="210060" cy="48263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" name="Google Shape;239;p14"/>
          <p:cNvSpPr/>
          <p:nvPr/>
        </p:nvSpPr>
        <p:spPr>
          <a:xfrm>
            <a:off x="8016209" y="3192656"/>
            <a:ext cx="211143" cy="100241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" name="Google Shape;240;p14"/>
          <p:cNvSpPr/>
          <p:nvPr/>
        </p:nvSpPr>
        <p:spPr>
          <a:xfrm>
            <a:off x="811618" y="3080720"/>
            <a:ext cx="283668" cy="3539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" name="Google Shape;241;p14"/>
          <p:cNvSpPr/>
          <p:nvPr/>
        </p:nvSpPr>
        <p:spPr>
          <a:xfrm>
            <a:off x="866002" y="3135071"/>
            <a:ext cx="64029" cy="65079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" name="Google Shape;242;p14"/>
          <p:cNvSpPr/>
          <p:nvPr/>
        </p:nvSpPr>
        <p:spPr>
          <a:xfrm>
            <a:off x="954500" y="3224653"/>
            <a:ext cx="165287" cy="164238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" name="Google Shape;243;p14"/>
          <p:cNvSpPr/>
          <p:nvPr/>
        </p:nvSpPr>
        <p:spPr>
          <a:xfrm>
            <a:off x="857474" y="3129758"/>
            <a:ext cx="260181" cy="328408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" name="Google Shape;244;p14"/>
          <p:cNvSpPr/>
          <p:nvPr/>
        </p:nvSpPr>
        <p:spPr>
          <a:xfrm>
            <a:off x="1093120" y="3361107"/>
            <a:ext cx="122648" cy="120515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" name="Google Shape;245;p14"/>
          <p:cNvSpPr/>
          <p:nvPr/>
        </p:nvSpPr>
        <p:spPr>
          <a:xfrm>
            <a:off x="836170" y="3586888"/>
            <a:ext cx="281502" cy="39775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" name="Google Shape;246;p14"/>
          <p:cNvSpPr/>
          <p:nvPr/>
        </p:nvSpPr>
        <p:spPr>
          <a:xfrm>
            <a:off x="1136826" y="3679649"/>
            <a:ext cx="77872" cy="75745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" name="Google Shape;247;p14"/>
          <p:cNvSpPr/>
          <p:nvPr/>
        </p:nvSpPr>
        <p:spPr>
          <a:xfrm>
            <a:off x="1004772" y="3825715"/>
            <a:ext cx="62778" cy="60955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" name="Google Shape;248;p14"/>
          <p:cNvSpPr/>
          <p:nvPr/>
        </p:nvSpPr>
        <p:spPr>
          <a:xfrm>
            <a:off x="1037668" y="3723374"/>
            <a:ext cx="132256" cy="132256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" name="Google Shape;249;p14"/>
          <p:cNvSpPr/>
          <p:nvPr/>
        </p:nvSpPr>
        <p:spPr>
          <a:xfrm>
            <a:off x="1048328" y="3592235"/>
            <a:ext cx="63996" cy="63996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" name="Google Shape;250;p14"/>
          <p:cNvSpPr/>
          <p:nvPr/>
        </p:nvSpPr>
        <p:spPr>
          <a:xfrm>
            <a:off x="812682" y="3938749"/>
            <a:ext cx="225018" cy="45894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" name="Google Shape;251;p14"/>
          <p:cNvSpPr/>
          <p:nvPr/>
        </p:nvSpPr>
        <p:spPr>
          <a:xfrm>
            <a:off x="812159" y="4070683"/>
            <a:ext cx="403064" cy="40198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" name="Google Shape;252;p14"/>
          <p:cNvSpPr/>
          <p:nvPr/>
        </p:nvSpPr>
        <p:spPr>
          <a:xfrm>
            <a:off x="965701" y="4306296"/>
            <a:ext cx="98150" cy="70392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" name="Google Shape;253;p14"/>
          <p:cNvSpPr/>
          <p:nvPr/>
        </p:nvSpPr>
        <p:spPr>
          <a:xfrm>
            <a:off x="990238" y="4235936"/>
            <a:ext cx="48026" cy="48026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" name="Google Shape;254;p14"/>
          <p:cNvSpPr/>
          <p:nvPr/>
        </p:nvSpPr>
        <p:spPr>
          <a:xfrm>
            <a:off x="909184" y="4164494"/>
            <a:ext cx="211143" cy="185558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" name="Google Shape;255;p14"/>
          <p:cNvSpPr/>
          <p:nvPr/>
        </p:nvSpPr>
        <p:spPr>
          <a:xfrm>
            <a:off x="3505727" y="3081245"/>
            <a:ext cx="92796" cy="9384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" name="Google Shape;256;p14"/>
          <p:cNvSpPr/>
          <p:nvPr/>
        </p:nvSpPr>
        <p:spPr>
          <a:xfrm>
            <a:off x="3469483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" name="Google Shape;257;p14"/>
          <p:cNvSpPr/>
          <p:nvPr/>
        </p:nvSpPr>
        <p:spPr>
          <a:xfrm>
            <a:off x="3515338" y="3363796"/>
            <a:ext cx="24538" cy="46943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" name="Google Shape;258;p14"/>
          <p:cNvSpPr/>
          <p:nvPr/>
        </p:nvSpPr>
        <p:spPr>
          <a:xfrm>
            <a:off x="3422576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" name="Google Shape;259;p14"/>
          <p:cNvSpPr/>
          <p:nvPr/>
        </p:nvSpPr>
        <p:spPr>
          <a:xfrm>
            <a:off x="3562244" y="3363796"/>
            <a:ext cx="46943" cy="46943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" name="Google Shape;260;p14"/>
          <p:cNvSpPr/>
          <p:nvPr/>
        </p:nvSpPr>
        <p:spPr>
          <a:xfrm>
            <a:off x="3351136" y="3294487"/>
            <a:ext cx="330540" cy="186608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" name="Google Shape;261;p14"/>
          <p:cNvSpPr/>
          <p:nvPr/>
        </p:nvSpPr>
        <p:spPr>
          <a:xfrm>
            <a:off x="3705127" y="3341393"/>
            <a:ext cx="46943" cy="92796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" name="Google Shape;262;p14"/>
          <p:cNvSpPr/>
          <p:nvPr/>
        </p:nvSpPr>
        <p:spPr>
          <a:xfrm>
            <a:off x="3469483" y="3171876"/>
            <a:ext cx="165287" cy="99192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" name="Google Shape;263;p14"/>
          <p:cNvSpPr/>
          <p:nvPr/>
        </p:nvSpPr>
        <p:spPr>
          <a:xfrm>
            <a:off x="3527590" y="3701495"/>
            <a:ext cx="48026" cy="48026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" name="Google Shape;264;p14"/>
          <p:cNvSpPr/>
          <p:nvPr/>
        </p:nvSpPr>
        <p:spPr>
          <a:xfrm>
            <a:off x="3507353" y="3772936"/>
            <a:ext cx="90671" cy="4589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" name="Google Shape;265;p14"/>
          <p:cNvSpPr/>
          <p:nvPr/>
        </p:nvSpPr>
        <p:spPr>
          <a:xfrm>
            <a:off x="3468941" y="3655671"/>
            <a:ext cx="165321" cy="13330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" name="Google Shape;266;p14"/>
          <p:cNvSpPr/>
          <p:nvPr/>
        </p:nvSpPr>
        <p:spPr>
          <a:xfrm>
            <a:off x="3395401" y="3586158"/>
            <a:ext cx="310302" cy="34993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" name="Google Shape;267;p14"/>
          <p:cNvSpPr/>
          <p:nvPr/>
        </p:nvSpPr>
        <p:spPr>
          <a:xfrm>
            <a:off x="3375130" y="3868913"/>
            <a:ext cx="352943" cy="11646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" name="Google Shape;268;p14"/>
          <p:cNvSpPr/>
          <p:nvPr/>
        </p:nvSpPr>
        <p:spPr>
          <a:xfrm>
            <a:off x="3471632" y="4141601"/>
            <a:ext cx="165287" cy="9492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" name="Google Shape;269;p14"/>
          <p:cNvSpPr/>
          <p:nvPr/>
        </p:nvSpPr>
        <p:spPr>
          <a:xfrm>
            <a:off x="3421511" y="4376162"/>
            <a:ext cx="260181" cy="95984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" name="Google Shape;270;p14"/>
          <p:cNvSpPr/>
          <p:nvPr/>
        </p:nvSpPr>
        <p:spPr>
          <a:xfrm>
            <a:off x="3507877" y="4071209"/>
            <a:ext cx="92796" cy="48026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1" name="Google Shape;271;p14"/>
          <p:cNvSpPr/>
          <p:nvPr/>
        </p:nvSpPr>
        <p:spPr>
          <a:xfrm>
            <a:off x="3472716" y="4258865"/>
            <a:ext cx="161023" cy="9492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2" name="Google Shape;272;p14"/>
          <p:cNvSpPr/>
          <p:nvPr/>
        </p:nvSpPr>
        <p:spPr>
          <a:xfrm>
            <a:off x="5983544" y="3292880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3" name="Google Shape;273;p14"/>
          <p:cNvSpPr/>
          <p:nvPr/>
        </p:nvSpPr>
        <p:spPr>
          <a:xfrm>
            <a:off x="5961141" y="3364321"/>
            <a:ext cx="93879" cy="46943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4" name="Google Shape;274;p14"/>
          <p:cNvSpPr/>
          <p:nvPr/>
        </p:nvSpPr>
        <p:spPr>
          <a:xfrm>
            <a:off x="5891864" y="3223570"/>
            <a:ext cx="399849" cy="257000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5" name="Google Shape;275;p14"/>
          <p:cNvSpPr/>
          <p:nvPr/>
        </p:nvSpPr>
        <p:spPr>
          <a:xfrm>
            <a:off x="6008081" y="3152128"/>
            <a:ext cx="165287" cy="9492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6" name="Google Shape;276;p14"/>
          <p:cNvSpPr/>
          <p:nvPr/>
        </p:nvSpPr>
        <p:spPr>
          <a:xfrm>
            <a:off x="6031534" y="3081770"/>
            <a:ext cx="117307" cy="48026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7" name="Google Shape;277;p14"/>
          <p:cNvSpPr/>
          <p:nvPr/>
        </p:nvSpPr>
        <p:spPr>
          <a:xfrm>
            <a:off x="5961158" y="3703102"/>
            <a:ext cx="23488" cy="11733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8" name="Google Shape;278;p14"/>
          <p:cNvSpPr/>
          <p:nvPr/>
        </p:nvSpPr>
        <p:spPr>
          <a:xfrm>
            <a:off x="6197852" y="3703102"/>
            <a:ext cx="24571" cy="11733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9" name="Google Shape;279;p14"/>
          <p:cNvSpPr/>
          <p:nvPr/>
        </p:nvSpPr>
        <p:spPr>
          <a:xfrm>
            <a:off x="5961158" y="3843853"/>
            <a:ext cx="23488" cy="140795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0" name="Google Shape;280;p14"/>
          <p:cNvSpPr/>
          <p:nvPr/>
        </p:nvSpPr>
        <p:spPr>
          <a:xfrm>
            <a:off x="6197852" y="3843853"/>
            <a:ext cx="24571" cy="140795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1" name="Google Shape;281;p14"/>
          <p:cNvSpPr/>
          <p:nvPr/>
        </p:nvSpPr>
        <p:spPr>
          <a:xfrm>
            <a:off x="5891848" y="3703102"/>
            <a:ext cx="46943" cy="11733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2" name="Google Shape;282;p14"/>
          <p:cNvSpPr/>
          <p:nvPr/>
        </p:nvSpPr>
        <p:spPr>
          <a:xfrm>
            <a:off x="6009148" y="3703102"/>
            <a:ext cx="165287" cy="11733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3" name="Google Shape;283;p14"/>
          <p:cNvSpPr/>
          <p:nvPr/>
        </p:nvSpPr>
        <p:spPr>
          <a:xfrm>
            <a:off x="6244760" y="3826798"/>
            <a:ext cx="46973" cy="15889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4" name="Google Shape;284;p14"/>
          <p:cNvSpPr/>
          <p:nvPr/>
        </p:nvSpPr>
        <p:spPr>
          <a:xfrm>
            <a:off x="5891848" y="3826796"/>
            <a:ext cx="46943" cy="157841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5" name="Google Shape;285;p14"/>
          <p:cNvSpPr/>
          <p:nvPr/>
        </p:nvSpPr>
        <p:spPr>
          <a:xfrm>
            <a:off x="6079505" y="3843853"/>
            <a:ext cx="23488" cy="24571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6" name="Google Shape;286;p14"/>
          <p:cNvSpPr/>
          <p:nvPr/>
        </p:nvSpPr>
        <p:spPr>
          <a:xfrm>
            <a:off x="6244760" y="3703102"/>
            <a:ext cx="46973" cy="11733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7" name="Google Shape;287;p14"/>
          <p:cNvSpPr/>
          <p:nvPr/>
        </p:nvSpPr>
        <p:spPr>
          <a:xfrm>
            <a:off x="6009148" y="3843853"/>
            <a:ext cx="165287" cy="140795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8" name="Google Shape;288;p14"/>
          <p:cNvSpPr/>
          <p:nvPr/>
        </p:nvSpPr>
        <p:spPr>
          <a:xfrm>
            <a:off x="6008065" y="3585839"/>
            <a:ext cx="165287" cy="9384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89" name="Google Shape;289;p14"/>
          <p:cNvSpPr/>
          <p:nvPr/>
        </p:nvSpPr>
        <p:spPr>
          <a:xfrm>
            <a:off x="6197346" y="4331390"/>
            <a:ext cx="70392" cy="140751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0" name="Google Shape;290;p14"/>
          <p:cNvSpPr/>
          <p:nvPr/>
        </p:nvSpPr>
        <p:spPr>
          <a:xfrm>
            <a:off x="6009688" y="4331390"/>
            <a:ext cx="164204" cy="68531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1" name="Google Shape;291;p14"/>
          <p:cNvSpPr/>
          <p:nvPr/>
        </p:nvSpPr>
        <p:spPr>
          <a:xfrm>
            <a:off x="6009688" y="4407095"/>
            <a:ext cx="164204" cy="6504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2" name="Google Shape;292;p14"/>
          <p:cNvSpPr/>
          <p:nvPr/>
        </p:nvSpPr>
        <p:spPr>
          <a:xfrm>
            <a:off x="5915843" y="4330306"/>
            <a:ext cx="70431" cy="141834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3" name="Google Shape;293;p14"/>
          <p:cNvSpPr/>
          <p:nvPr/>
        </p:nvSpPr>
        <p:spPr>
          <a:xfrm>
            <a:off x="6020348" y="4188506"/>
            <a:ext cx="140751" cy="142917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4" name="Google Shape;294;p14"/>
          <p:cNvSpPr/>
          <p:nvPr/>
        </p:nvSpPr>
        <p:spPr>
          <a:xfrm>
            <a:off x="5960618" y="4071209"/>
            <a:ext cx="258087" cy="235679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5" name="Google Shape;295;p14"/>
          <p:cNvSpPr/>
          <p:nvPr/>
        </p:nvSpPr>
        <p:spPr>
          <a:xfrm>
            <a:off x="7923448" y="3772952"/>
            <a:ext cx="399849" cy="212192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6" name="Google Shape;296;p14"/>
          <p:cNvSpPr/>
          <p:nvPr/>
        </p:nvSpPr>
        <p:spPr>
          <a:xfrm>
            <a:off x="8063117" y="3844394"/>
            <a:ext cx="119430" cy="23488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7" name="Google Shape;297;p14"/>
          <p:cNvSpPr/>
          <p:nvPr/>
        </p:nvSpPr>
        <p:spPr>
          <a:xfrm>
            <a:off x="7946900" y="3586378"/>
            <a:ext cx="117307" cy="46943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8" name="Google Shape;298;p14"/>
          <p:cNvSpPr/>
          <p:nvPr/>
        </p:nvSpPr>
        <p:spPr>
          <a:xfrm>
            <a:off x="7945818" y="3655655"/>
            <a:ext cx="117332" cy="93879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9" name="Google Shape;299;p14"/>
          <p:cNvSpPr/>
          <p:nvPr/>
        </p:nvSpPr>
        <p:spPr>
          <a:xfrm>
            <a:off x="8184646" y="3608749"/>
            <a:ext cx="116249" cy="93879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0" name="Google Shape;300;p14"/>
          <p:cNvSpPr/>
          <p:nvPr/>
        </p:nvSpPr>
        <p:spPr>
          <a:xfrm>
            <a:off x="8182513" y="3727096"/>
            <a:ext cx="117332" cy="23488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1" name="Google Shape;301;p14"/>
          <p:cNvSpPr/>
          <p:nvPr/>
        </p:nvSpPr>
        <p:spPr>
          <a:xfrm>
            <a:off x="8086568" y="3633284"/>
            <a:ext cx="72524" cy="117307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2" name="Google Shape;302;p14"/>
          <p:cNvSpPr/>
          <p:nvPr/>
        </p:nvSpPr>
        <p:spPr>
          <a:xfrm>
            <a:off x="1475174" y="3224653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3" name="Google Shape;303;p14"/>
          <p:cNvSpPr/>
          <p:nvPr/>
        </p:nvSpPr>
        <p:spPr>
          <a:xfrm>
            <a:off x="1321664" y="3080721"/>
            <a:ext cx="401981" cy="40089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4" name="Google Shape;304;p14"/>
          <p:cNvSpPr/>
          <p:nvPr/>
        </p:nvSpPr>
        <p:spPr>
          <a:xfrm>
            <a:off x="1443192" y="3315284"/>
            <a:ext cx="157841" cy="71475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5" name="Google Shape;305;p14"/>
          <p:cNvSpPr/>
          <p:nvPr/>
        </p:nvSpPr>
        <p:spPr>
          <a:xfrm>
            <a:off x="1323242" y="3586897"/>
            <a:ext cx="398800" cy="39771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6" name="Google Shape;306;p14"/>
          <p:cNvSpPr/>
          <p:nvPr/>
        </p:nvSpPr>
        <p:spPr>
          <a:xfrm>
            <a:off x="1321124" y="4070295"/>
            <a:ext cx="403064" cy="402760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7" name="Google Shape;307;p14"/>
          <p:cNvSpPr/>
          <p:nvPr/>
        </p:nvSpPr>
        <p:spPr>
          <a:xfrm>
            <a:off x="1509830" y="4214228"/>
            <a:ext cx="23488" cy="703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8" name="Google Shape;308;p14"/>
          <p:cNvSpPr/>
          <p:nvPr/>
        </p:nvSpPr>
        <p:spPr>
          <a:xfrm>
            <a:off x="1416019" y="4261133"/>
            <a:ext cx="23488" cy="23488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09" name="Google Shape;309;p14"/>
          <p:cNvSpPr/>
          <p:nvPr/>
        </p:nvSpPr>
        <p:spPr>
          <a:xfrm>
            <a:off x="1603676" y="4167322"/>
            <a:ext cx="24538" cy="117307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0" name="Google Shape;310;p14"/>
          <p:cNvSpPr/>
          <p:nvPr/>
        </p:nvSpPr>
        <p:spPr>
          <a:xfrm>
            <a:off x="3914904" y="3081245"/>
            <a:ext cx="304989" cy="28150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1" name="Google Shape;311;p14"/>
          <p:cNvSpPr/>
          <p:nvPr/>
        </p:nvSpPr>
        <p:spPr>
          <a:xfrm>
            <a:off x="4043947" y="3150554"/>
            <a:ext cx="47989" cy="48026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2" name="Google Shape;312;p14"/>
          <p:cNvSpPr/>
          <p:nvPr/>
        </p:nvSpPr>
        <p:spPr>
          <a:xfrm>
            <a:off x="3986345" y="3386167"/>
            <a:ext cx="164238" cy="48026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3" name="Google Shape;313;p14"/>
          <p:cNvSpPr/>
          <p:nvPr/>
        </p:nvSpPr>
        <p:spPr>
          <a:xfrm>
            <a:off x="4009798" y="3223045"/>
            <a:ext cx="117332" cy="70392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4" name="Google Shape;314;p14"/>
          <p:cNvSpPr/>
          <p:nvPr/>
        </p:nvSpPr>
        <p:spPr>
          <a:xfrm>
            <a:off x="4009798" y="3457607"/>
            <a:ext cx="118390" cy="23488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5" name="Google Shape;315;p14"/>
          <p:cNvSpPr/>
          <p:nvPr/>
        </p:nvSpPr>
        <p:spPr>
          <a:xfrm>
            <a:off x="3856763" y="3584900"/>
            <a:ext cx="421204" cy="40171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6" name="Google Shape;316;p14"/>
          <p:cNvSpPr/>
          <p:nvPr/>
        </p:nvSpPr>
        <p:spPr>
          <a:xfrm>
            <a:off x="3865865" y="4211433"/>
            <a:ext cx="403064" cy="26018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7" name="Google Shape;317;p14"/>
          <p:cNvSpPr/>
          <p:nvPr/>
        </p:nvSpPr>
        <p:spPr>
          <a:xfrm>
            <a:off x="4041779" y="4142125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8" name="Google Shape;318;p14"/>
          <p:cNvSpPr/>
          <p:nvPr/>
        </p:nvSpPr>
        <p:spPr>
          <a:xfrm>
            <a:off x="3960759" y="4071733"/>
            <a:ext cx="210060" cy="18342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19" name="Google Shape;319;p14"/>
          <p:cNvSpPr/>
          <p:nvPr/>
        </p:nvSpPr>
        <p:spPr>
          <a:xfrm>
            <a:off x="6517028" y="3174346"/>
            <a:ext cx="165287" cy="134389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0" name="Google Shape;320;p14"/>
          <p:cNvSpPr/>
          <p:nvPr/>
        </p:nvSpPr>
        <p:spPr>
          <a:xfrm>
            <a:off x="6576727" y="3222334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1" name="Google Shape;321;p14"/>
          <p:cNvSpPr/>
          <p:nvPr/>
        </p:nvSpPr>
        <p:spPr>
          <a:xfrm>
            <a:off x="6425350" y="3079991"/>
            <a:ext cx="350811" cy="35348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2" name="Google Shape;322;p14"/>
          <p:cNvSpPr/>
          <p:nvPr/>
        </p:nvSpPr>
        <p:spPr>
          <a:xfrm>
            <a:off x="6555407" y="3292726"/>
            <a:ext cx="90664" cy="46943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3" name="Google Shape;323;p14"/>
          <p:cNvSpPr/>
          <p:nvPr/>
        </p:nvSpPr>
        <p:spPr>
          <a:xfrm>
            <a:off x="6672706" y="3362001"/>
            <a:ext cx="129046" cy="117738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4" name="Google Shape;324;p14"/>
          <p:cNvSpPr/>
          <p:nvPr/>
        </p:nvSpPr>
        <p:spPr>
          <a:xfrm>
            <a:off x="6400814" y="3364133"/>
            <a:ext cx="129046" cy="118213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5" name="Google Shape;325;p14"/>
          <p:cNvSpPr/>
          <p:nvPr/>
        </p:nvSpPr>
        <p:spPr>
          <a:xfrm>
            <a:off x="6506369" y="3773495"/>
            <a:ext cx="188740" cy="18874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6" name="Google Shape;326;p14"/>
          <p:cNvSpPr/>
          <p:nvPr/>
        </p:nvSpPr>
        <p:spPr>
          <a:xfrm>
            <a:off x="6683366" y="3609290"/>
            <a:ext cx="93845" cy="9384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7" name="Google Shape;327;p14"/>
          <p:cNvSpPr/>
          <p:nvPr/>
        </p:nvSpPr>
        <p:spPr>
          <a:xfrm>
            <a:off x="6425350" y="3609290"/>
            <a:ext cx="92762" cy="9384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8" name="Google Shape;328;p14"/>
          <p:cNvSpPr/>
          <p:nvPr/>
        </p:nvSpPr>
        <p:spPr>
          <a:xfrm>
            <a:off x="6400814" y="3703102"/>
            <a:ext cx="141834" cy="70431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9" name="Google Shape;329;p14"/>
          <p:cNvSpPr/>
          <p:nvPr/>
        </p:nvSpPr>
        <p:spPr>
          <a:xfrm>
            <a:off x="6660962" y="3703102"/>
            <a:ext cx="140785" cy="70431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0" name="Google Shape;330;p14"/>
          <p:cNvSpPr/>
          <p:nvPr/>
        </p:nvSpPr>
        <p:spPr>
          <a:xfrm>
            <a:off x="6666308" y="3796947"/>
            <a:ext cx="135438" cy="71475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1" name="Google Shape;331;p14"/>
          <p:cNvSpPr/>
          <p:nvPr/>
        </p:nvSpPr>
        <p:spPr>
          <a:xfrm>
            <a:off x="6400814" y="3796948"/>
            <a:ext cx="136521" cy="70392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2" name="Google Shape;332;p14"/>
          <p:cNvSpPr/>
          <p:nvPr/>
        </p:nvSpPr>
        <p:spPr>
          <a:xfrm>
            <a:off x="6622585" y="4179419"/>
            <a:ext cx="90671" cy="141868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3" name="Google Shape;333;p14"/>
          <p:cNvSpPr/>
          <p:nvPr/>
        </p:nvSpPr>
        <p:spPr>
          <a:xfrm>
            <a:off x="6501023" y="4071731"/>
            <a:ext cx="119473" cy="70431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4" name="Google Shape;334;p14"/>
          <p:cNvSpPr/>
          <p:nvPr/>
        </p:nvSpPr>
        <p:spPr>
          <a:xfrm>
            <a:off x="6489312" y="4165577"/>
            <a:ext cx="140795" cy="3060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5" name="Google Shape;335;p14"/>
          <p:cNvSpPr/>
          <p:nvPr/>
        </p:nvSpPr>
        <p:spPr>
          <a:xfrm>
            <a:off x="7992740" y="4379886"/>
            <a:ext cx="24571" cy="24538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6" name="Google Shape;336;p14"/>
          <p:cNvSpPr/>
          <p:nvPr/>
        </p:nvSpPr>
        <p:spPr>
          <a:xfrm>
            <a:off x="7922381" y="4119738"/>
            <a:ext cx="308170" cy="351860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7" name="Google Shape;337;p14"/>
          <p:cNvSpPr/>
          <p:nvPr/>
        </p:nvSpPr>
        <p:spPr>
          <a:xfrm>
            <a:off x="8003400" y="4071749"/>
            <a:ext cx="143966" cy="72524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8" name="Google Shape;338;p14"/>
          <p:cNvSpPr/>
          <p:nvPr/>
        </p:nvSpPr>
        <p:spPr>
          <a:xfrm>
            <a:off x="8251840" y="4237003"/>
            <a:ext cx="70392" cy="142917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39" name="Google Shape;339;p14"/>
          <p:cNvSpPr/>
          <p:nvPr/>
        </p:nvSpPr>
        <p:spPr>
          <a:xfrm>
            <a:off x="8253971" y="4166643"/>
            <a:ext cx="70392" cy="46943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0" name="Google Shape;340;p14"/>
          <p:cNvSpPr/>
          <p:nvPr/>
        </p:nvSpPr>
        <p:spPr>
          <a:xfrm>
            <a:off x="8259284" y="4391596"/>
            <a:ext cx="58684" cy="5868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1" name="Google Shape;341;p14"/>
          <p:cNvSpPr/>
          <p:nvPr/>
        </p:nvSpPr>
        <p:spPr>
          <a:xfrm>
            <a:off x="1852459" y="3213433"/>
            <a:ext cx="376396" cy="26766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2" name="Google Shape;342;p14"/>
          <p:cNvSpPr/>
          <p:nvPr/>
        </p:nvSpPr>
        <p:spPr>
          <a:xfrm>
            <a:off x="1830088" y="3081245"/>
            <a:ext cx="375313" cy="267897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3" name="Google Shape;343;p14"/>
          <p:cNvSpPr/>
          <p:nvPr/>
        </p:nvSpPr>
        <p:spPr>
          <a:xfrm>
            <a:off x="1901495" y="3152687"/>
            <a:ext cx="255951" cy="255917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4" name="Google Shape;344;p14"/>
          <p:cNvSpPr/>
          <p:nvPr/>
        </p:nvSpPr>
        <p:spPr>
          <a:xfrm>
            <a:off x="2039574" y="3842806"/>
            <a:ext cx="24571" cy="47989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5" name="Google Shape;345;p14"/>
          <p:cNvSpPr/>
          <p:nvPr/>
        </p:nvSpPr>
        <p:spPr>
          <a:xfrm>
            <a:off x="1992668" y="3771364"/>
            <a:ext cx="24538" cy="47989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6" name="Google Shape;346;p14"/>
          <p:cNvSpPr/>
          <p:nvPr/>
        </p:nvSpPr>
        <p:spPr>
          <a:xfrm>
            <a:off x="1846605" y="3585838"/>
            <a:ext cx="365736" cy="39984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" name="Google Shape;347;p14"/>
          <p:cNvSpPr/>
          <p:nvPr/>
        </p:nvSpPr>
        <p:spPr>
          <a:xfrm>
            <a:off x="1996408" y="4071748"/>
            <a:ext cx="69348" cy="69348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" name="Google Shape;348;p14"/>
          <p:cNvSpPr/>
          <p:nvPr/>
        </p:nvSpPr>
        <p:spPr>
          <a:xfrm>
            <a:off x="1827939" y="4219945"/>
            <a:ext cx="403064" cy="25165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" name="Google Shape;349;p14"/>
          <p:cNvSpPr/>
          <p:nvPr/>
        </p:nvSpPr>
        <p:spPr>
          <a:xfrm>
            <a:off x="1971872" y="4164512"/>
            <a:ext cx="117332" cy="9384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" name="Google Shape;350;p14"/>
          <p:cNvSpPr/>
          <p:nvPr/>
        </p:nvSpPr>
        <p:spPr>
          <a:xfrm>
            <a:off x="4528883" y="3233164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" name="Google Shape;351;p14"/>
          <p:cNvSpPr/>
          <p:nvPr/>
        </p:nvSpPr>
        <p:spPr>
          <a:xfrm>
            <a:off x="4422278" y="3080704"/>
            <a:ext cx="117298" cy="11733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" name="Google Shape;352;p14"/>
          <p:cNvSpPr/>
          <p:nvPr/>
        </p:nvSpPr>
        <p:spPr>
          <a:xfrm>
            <a:off x="4610984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" name="Google Shape;353;p14"/>
          <p:cNvSpPr/>
          <p:nvPr/>
        </p:nvSpPr>
        <p:spPr>
          <a:xfrm>
            <a:off x="4545940" y="3344067"/>
            <a:ext cx="56550" cy="34147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" name="Google Shape;354;p14"/>
          <p:cNvSpPr/>
          <p:nvPr/>
        </p:nvSpPr>
        <p:spPr>
          <a:xfrm>
            <a:off x="4470233" y="3336586"/>
            <a:ext cx="94928" cy="143966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" name="Google Shape;355;p14"/>
          <p:cNvSpPr/>
          <p:nvPr/>
        </p:nvSpPr>
        <p:spPr>
          <a:xfrm>
            <a:off x="4587531" y="3337669"/>
            <a:ext cx="94928" cy="143966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" name="Google Shape;356;p14"/>
          <p:cNvSpPr/>
          <p:nvPr/>
        </p:nvSpPr>
        <p:spPr>
          <a:xfrm>
            <a:off x="4590745" y="3193738"/>
            <a:ext cx="186608" cy="14714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" name="Google Shape;357;p14"/>
          <p:cNvSpPr/>
          <p:nvPr/>
        </p:nvSpPr>
        <p:spPr>
          <a:xfrm>
            <a:off x="4376423" y="3192655"/>
            <a:ext cx="184475" cy="147181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" name="Google Shape;358;p14"/>
          <p:cNvSpPr/>
          <p:nvPr/>
        </p:nvSpPr>
        <p:spPr>
          <a:xfrm>
            <a:off x="4555008" y="3766032"/>
            <a:ext cx="24571" cy="22405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" name="Google Shape;359;p14"/>
          <p:cNvSpPr/>
          <p:nvPr/>
        </p:nvSpPr>
        <p:spPr>
          <a:xfrm>
            <a:off x="4502789" y="3718822"/>
            <a:ext cx="127958" cy="11733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" name="Google Shape;360;p14"/>
          <p:cNvSpPr/>
          <p:nvPr/>
        </p:nvSpPr>
        <p:spPr>
          <a:xfrm>
            <a:off x="4616873" y="3599697"/>
            <a:ext cx="159951" cy="161023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" name="Google Shape;361;p14"/>
          <p:cNvSpPr/>
          <p:nvPr/>
        </p:nvSpPr>
        <p:spPr>
          <a:xfrm>
            <a:off x="4558223" y="3834258"/>
            <a:ext cx="139712" cy="138629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" name="Google Shape;362;p14"/>
          <p:cNvSpPr/>
          <p:nvPr/>
        </p:nvSpPr>
        <p:spPr>
          <a:xfrm>
            <a:off x="4640326" y="3769213"/>
            <a:ext cx="121562" cy="120556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" name="Google Shape;363;p14"/>
          <p:cNvSpPr/>
          <p:nvPr/>
        </p:nvSpPr>
        <p:spPr>
          <a:xfrm>
            <a:off x="4387622" y="3824647"/>
            <a:ext cx="163155" cy="15997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" name="Google Shape;364;p14"/>
          <p:cNvSpPr/>
          <p:nvPr/>
        </p:nvSpPr>
        <p:spPr>
          <a:xfrm>
            <a:off x="4558222" y="3586904"/>
            <a:ext cx="140795" cy="114117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" name="Google Shape;365;p14"/>
          <p:cNvSpPr/>
          <p:nvPr/>
        </p:nvSpPr>
        <p:spPr>
          <a:xfrm>
            <a:off x="4376963" y="3762818"/>
            <a:ext cx="114117" cy="14504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" name="Google Shape;366;p14"/>
          <p:cNvSpPr/>
          <p:nvPr/>
        </p:nvSpPr>
        <p:spPr>
          <a:xfrm>
            <a:off x="4597685" y="4180503"/>
            <a:ext cx="179128" cy="210060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" name="Google Shape;367;p14"/>
          <p:cNvSpPr/>
          <p:nvPr/>
        </p:nvSpPr>
        <p:spPr>
          <a:xfrm>
            <a:off x="4588073" y="4071733"/>
            <a:ext cx="154626" cy="18024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" name="Google Shape;368;p14"/>
          <p:cNvSpPr/>
          <p:nvPr/>
        </p:nvSpPr>
        <p:spPr>
          <a:xfrm>
            <a:off x="4376963" y="4071731"/>
            <a:ext cx="346547" cy="39988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" name="Google Shape;369;p14"/>
          <p:cNvSpPr/>
          <p:nvPr/>
        </p:nvSpPr>
        <p:spPr>
          <a:xfrm>
            <a:off x="7111295" y="3081533"/>
            <a:ext cx="23488" cy="59732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" name="Google Shape;370;p14"/>
          <p:cNvSpPr/>
          <p:nvPr/>
        </p:nvSpPr>
        <p:spPr>
          <a:xfrm>
            <a:off x="7182736" y="3106847"/>
            <a:ext cx="47989" cy="46161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" name="Google Shape;371;p14"/>
          <p:cNvSpPr/>
          <p:nvPr/>
        </p:nvSpPr>
        <p:spPr>
          <a:xfrm>
            <a:off x="7252012" y="3246786"/>
            <a:ext cx="48026" cy="24571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" name="Google Shape;372;p14"/>
          <p:cNvSpPr/>
          <p:nvPr/>
        </p:nvSpPr>
        <p:spPr>
          <a:xfrm>
            <a:off x="6924686" y="3246787"/>
            <a:ext cx="48026" cy="23488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" name="Google Shape;373;p14"/>
          <p:cNvSpPr/>
          <p:nvPr/>
        </p:nvSpPr>
        <p:spPr>
          <a:xfrm>
            <a:off x="7017449" y="3106847"/>
            <a:ext cx="48026" cy="46161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" name="Google Shape;374;p14"/>
          <p:cNvSpPr/>
          <p:nvPr/>
        </p:nvSpPr>
        <p:spPr>
          <a:xfrm>
            <a:off x="6946008" y="3152772"/>
            <a:ext cx="50155" cy="3516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" name="Google Shape;375;p14"/>
          <p:cNvSpPr/>
          <p:nvPr/>
        </p:nvSpPr>
        <p:spPr>
          <a:xfrm>
            <a:off x="7227509" y="3153178"/>
            <a:ext cx="50121" cy="36279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" name="Google Shape;376;p14"/>
          <p:cNvSpPr/>
          <p:nvPr/>
        </p:nvSpPr>
        <p:spPr>
          <a:xfrm>
            <a:off x="6988682" y="3150844"/>
            <a:ext cx="239909" cy="329964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" name="Google Shape;377;p14"/>
          <p:cNvSpPr/>
          <p:nvPr/>
        </p:nvSpPr>
        <p:spPr>
          <a:xfrm>
            <a:off x="6911353" y="3726032"/>
            <a:ext cx="48026" cy="259132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" name="Google Shape;378;p14"/>
          <p:cNvSpPr/>
          <p:nvPr/>
        </p:nvSpPr>
        <p:spPr>
          <a:xfrm>
            <a:off x="6957209" y="3820926"/>
            <a:ext cx="166370" cy="16637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" name="Google Shape;379;p14"/>
          <p:cNvSpPr/>
          <p:nvPr/>
        </p:nvSpPr>
        <p:spPr>
          <a:xfrm>
            <a:off x="7144868" y="3584231"/>
            <a:ext cx="142883" cy="47989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" name="Google Shape;380;p14"/>
          <p:cNvSpPr/>
          <p:nvPr/>
        </p:nvSpPr>
        <p:spPr>
          <a:xfrm>
            <a:off x="7169369" y="3656722"/>
            <a:ext cx="141868" cy="48026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" name="Google Shape;381;p14"/>
          <p:cNvSpPr/>
          <p:nvPr/>
        </p:nvSpPr>
        <p:spPr>
          <a:xfrm>
            <a:off x="7146998" y="3796390"/>
            <a:ext cx="165287" cy="48026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" name="Google Shape;382;p14"/>
          <p:cNvSpPr/>
          <p:nvPr/>
        </p:nvSpPr>
        <p:spPr>
          <a:xfrm>
            <a:off x="7122463" y="3726031"/>
            <a:ext cx="189823" cy="4589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" name="Google Shape;383;p14"/>
          <p:cNvSpPr/>
          <p:nvPr/>
        </p:nvSpPr>
        <p:spPr>
          <a:xfrm>
            <a:off x="7146998" y="3868914"/>
            <a:ext cx="166370" cy="118390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" name="Google Shape;384;p14"/>
          <p:cNvSpPr/>
          <p:nvPr/>
        </p:nvSpPr>
        <p:spPr>
          <a:xfrm>
            <a:off x="6982795" y="3655673"/>
            <a:ext cx="117332" cy="140751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" name="Google Shape;385;p14"/>
          <p:cNvSpPr/>
          <p:nvPr/>
        </p:nvSpPr>
        <p:spPr>
          <a:xfrm>
            <a:off x="6916157" y="4142108"/>
            <a:ext cx="392404" cy="120515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6" name="Google Shape;386;p14"/>
          <p:cNvSpPr/>
          <p:nvPr/>
        </p:nvSpPr>
        <p:spPr>
          <a:xfrm>
            <a:off x="7100633" y="4258322"/>
            <a:ext cx="23488" cy="2457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" name="Google Shape;387;p14"/>
          <p:cNvSpPr/>
          <p:nvPr/>
        </p:nvSpPr>
        <p:spPr>
          <a:xfrm>
            <a:off x="7053694" y="4225294"/>
            <a:ext cx="117332" cy="105589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" name="Google Shape;388;p14"/>
          <p:cNvSpPr/>
          <p:nvPr/>
        </p:nvSpPr>
        <p:spPr>
          <a:xfrm>
            <a:off x="6921503" y="4234870"/>
            <a:ext cx="381743" cy="16637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" name="Google Shape;389;p14"/>
          <p:cNvSpPr/>
          <p:nvPr/>
        </p:nvSpPr>
        <p:spPr>
          <a:xfrm>
            <a:off x="8628850" y="3094798"/>
            <a:ext cx="23488" cy="5868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" name="Google Shape;390;p14"/>
          <p:cNvSpPr/>
          <p:nvPr/>
        </p:nvSpPr>
        <p:spPr>
          <a:xfrm>
            <a:off x="8535005" y="3140891"/>
            <a:ext cx="48026" cy="4697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" name="Google Shape;391;p14"/>
          <p:cNvSpPr/>
          <p:nvPr/>
        </p:nvSpPr>
        <p:spPr>
          <a:xfrm>
            <a:off x="8698126" y="3141297"/>
            <a:ext cx="48026" cy="46571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" name="Google Shape;392;p14"/>
          <p:cNvSpPr/>
          <p:nvPr/>
        </p:nvSpPr>
        <p:spPr>
          <a:xfrm>
            <a:off x="8794103" y="3257918"/>
            <a:ext cx="48026" cy="164238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" name="Google Shape;393;p14"/>
          <p:cNvSpPr/>
          <p:nvPr/>
        </p:nvSpPr>
        <p:spPr>
          <a:xfrm>
            <a:off x="8440109" y="3258866"/>
            <a:ext cx="48026" cy="164339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" name="Google Shape;394;p14"/>
          <p:cNvSpPr/>
          <p:nvPr/>
        </p:nvSpPr>
        <p:spPr>
          <a:xfrm>
            <a:off x="8574466" y="3270712"/>
            <a:ext cx="194087" cy="140785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" name="Google Shape;395;p14"/>
          <p:cNvSpPr/>
          <p:nvPr/>
        </p:nvSpPr>
        <p:spPr>
          <a:xfrm>
            <a:off x="8509419" y="3212063"/>
            <a:ext cx="237811" cy="255477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" name="Google Shape;396;p14"/>
          <p:cNvSpPr/>
          <p:nvPr/>
        </p:nvSpPr>
        <p:spPr>
          <a:xfrm>
            <a:off x="2370549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" name="Google Shape;397;p14"/>
          <p:cNvSpPr/>
          <p:nvPr/>
        </p:nvSpPr>
        <p:spPr>
          <a:xfrm>
            <a:off x="2525143" y="3128693"/>
            <a:ext cx="140785" cy="9198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" name="Google Shape;398;p14"/>
          <p:cNvSpPr/>
          <p:nvPr/>
        </p:nvSpPr>
        <p:spPr>
          <a:xfrm>
            <a:off x="2379077" y="3338143"/>
            <a:ext cx="143966" cy="93507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" name="Google Shape;399;p14"/>
          <p:cNvSpPr/>
          <p:nvPr/>
        </p:nvSpPr>
        <p:spPr>
          <a:xfrm>
            <a:off x="2581658" y="3244907"/>
            <a:ext cx="120515" cy="11624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" name="Google Shape;400;p14"/>
          <p:cNvSpPr/>
          <p:nvPr/>
        </p:nvSpPr>
        <p:spPr>
          <a:xfrm>
            <a:off x="2335352" y="3195869"/>
            <a:ext cx="187691" cy="119430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" name="Google Shape;401;p14"/>
          <p:cNvSpPr/>
          <p:nvPr/>
        </p:nvSpPr>
        <p:spPr>
          <a:xfrm>
            <a:off x="2546463" y="3360039"/>
            <a:ext cx="189823" cy="121596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" name="Google Shape;402;p14"/>
          <p:cNvSpPr/>
          <p:nvPr/>
        </p:nvSpPr>
        <p:spPr>
          <a:xfrm>
            <a:off x="2550728" y="3726707"/>
            <a:ext cx="93879" cy="4589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" name="Google Shape;403;p14"/>
          <p:cNvSpPr/>
          <p:nvPr/>
        </p:nvSpPr>
        <p:spPr>
          <a:xfrm>
            <a:off x="2573132" y="3655265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" name="Google Shape;404;p14"/>
          <p:cNvSpPr/>
          <p:nvPr/>
        </p:nvSpPr>
        <p:spPr>
          <a:xfrm>
            <a:off x="2455832" y="3585956"/>
            <a:ext cx="282585" cy="282585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5" name="Google Shape;405;p14"/>
          <p:cNvSpPr/>
          <p:nvPr/>
        </p:nvSpPr>
        <p:spPr>
          <a:xfrm>
            <a:off x="2431332" y="3793885"/>
            <a:ext cx="99192" cy="9810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6" name="Google Shape;406;p14"/>
          <p:cNvSpPr/>
          <p:nvPr/>
        </p:nvSpPr>
        <p:spPr>
          <a:xfrm>
            <a:off x="2333221" y="3854666"/>
            <a:ext cx="135438" cy="130908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7" name="Google Shape;407;p14"/>
          <p:cNvSpPr/>
          <p:nvPr/>
        </p:nvSpPr>
        <p:spPr>
          <a:xfrm>
            <a:off x="2382292" y="4212466"/>
            <a:ext cx="119430" cy="11733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8" name="Google Shape;408;p14"/>
          <p:cNvSpPr/>
          <p:nvPr/>
        </p:nvSpPr>
        <p:spPr>
          <a:xfrm>
            <a:off x="2523011" y="4071749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9" name="Google Shape;409;p14"/>
          <p:cNvSpPr/>
          <p:nvPr/>
        </p:nvSpPr>
        <p:spPr>
          <a:xfrm>
            <a:off x="2335354" y="4324417"/>
            <a:ext cx="213275" cy="147181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0" name="Google Shape;410;p14"/>
          <p:cNvSpPr/>
          <p:nvPr/>
        </p:nvSpPr>
        <p:spPr>
          <a:xfrm>
            <a:off x="5217014" y="3258242"/>
            <a:ext cx="59766" cy="24538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1" name="Google Shape;411;p14"/>
          <p:cNvSpPr/>
          <p:nvPr/>
        </p:nvSpPr>
        <p:spPr>
          <a:xfrm>
            <a:off x="5203174" y="3306230"/>
            <a:ext cx="50155" cy="45860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2" name="Google Shape;412;p14"/>
          <p:cNvSpPr/>
          <p:nvPr/>
        </p:nvSpPr>
        <p:spPr>
          <a:xfrm>
            <a:off x="5205305" y="3187850"/>
            <a:ext cx="48026" cy="46706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3" name="Google Shape;413;p14"/>
          <p:cNvSpPr/>
          <p:nvPr/>
        </p:nvSpPr>
        <p:spPr>
          <a:xfrm>
            <a:off x="4875848" y="3187849"/>
            <a:ext cx="142883" cy="141878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4" name="Google Shape;414;p14"/>
          <p:cNvSpPr/>
          <p:nvPr/>
        </p:nvSpPr>
        <p:spPr>
          <a:xfrm>
            <a:off x="5132815" y="3117491"/>
            <a:ext cx="47989" cy="282585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5" name="Google Shape;415;p14"/>
          <p:cNvSpPr/>
          <p:nvPr/>
        </p:nvSpPr>
        <p:spPr>
          <a:xfrm>
            <a:off x="4946206" y="3351004"/>
            <a:ext cx="69348" cy="9384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6" name="Google Shape;416;p14"/>
          <p:cNvSpPr/>
          <p:nvPr/>
        </p:nvSpPr>
        <p:spPr>
          <a:xfrm>
            <a:off x="5041102" y="3146291"/>
            <a:ext cx="70392" cy="221804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7" name="Google Shape;417;p14"/>
          <p:cNvSpPr/>
          <p:nvPr/>
        </p:nvSpPr>
        <p:spPr>
          <a:xfrm>
            <a:off x="5112002" y="3820907"/>
            <a:ext cx="165321" cy="165321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8" name="Google Shape;418;p14"/>
          <p:cNvSpPr/>
          <p:nvPr/>
        </p:nvSpPr>
        <p:spPr>
          <a:xfrm>
            <a:off x="4876389" y="3703642"/>
            <a:ext cx="352943" cy="234596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19" name="Google Shape;419;p14"/>
          <p:cNvSpPr/>
          <p:nvPr/>
        </p:nvSpPr>
        <p:spPr>
          <a:xfrm>
            <a:off x="4875307" y="3585295"/>
            <a:ext cx="354026" cy="95984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0" name="Google Shape;420;p14"/>
          <p:cNvSpPr/>
          <p:nvPr/>
        </p:nvSpPr>
        <p:spPr>
          <a:xfrm>
            <a:off x="5029392" y="4071208"/>
            <a:ext cx="92762" cy="92796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1" name="Google Shape;421;p14"/>
          <p:cNvSpPr/>
          <p:nvPr/>
        </p:nvSpPr>
        <p:spPr>
          <a:xfrm>
            <a:off x="4993112" y="416183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2" name="Google Shape;422;p14"/>
          <p:cNvSpPr/>
          <p:nvPr/>
        </p:nvSpPr>
        <p:spPr>
          <a:xfrm>
            <a:off x="5181852" y="4329257"/>
            <a:ext cx="94928" cy="141834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3" name="Google Shape;423;p14"/>
          <p:cNvSpPr/>
          <p:nvPr/>
        </p:nvSpPr>
        <p:spPr>
          <a:xfrm>
            <a:off x="4875848" y="4376163"/>
            <a:ext cx="94928" cy="9492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4" name="Google Shape;424;p14"/>
          <p:cNvSpPr/>
          <p:nvPr/>
        </p:nvSpPr>
        <p:spPr>
          <a:xfrm>
            <a:off x="4993112" y="4283400"/>
            <a:ext cx="165321" cy="18874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5" name="Google Shape;425;p14"/>
          <p:cNvSpPr/>
          <p:nvPr/>
        </p:nvSpPr>
        <p:spPr>
          <a:xfrm>
            <a:off x="7412855" y="3181452"/>
            <a:ext cx="185558" cy="198351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6" name="Google Shape;426;p14"/>
          <p:cNvSpPr/>
          <p:nvPr/>
        </p:nvSpPr>
        <p:spPr>
          <a:xfrm>
            <a:off x="7517360" y="3081245"/>
            <a:ext cx="197268" cy="18126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7" name="Google Shape;427;p14"/>
          <p:cNvSpPr/>
          <p:nvPr/>
        </p:nvSpPr>
        <p:spPr>
          <a:xfrm>
            <a:off x="7634626" y="3181453"/>
            <a:ext cx="185558" cy="197268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8" name="Google Shape;428;p14"/>
          <p:cNvSpPr/>
          <p:nvPr/>
        </p:nvSpPr>
        <p:spPr>
          <a:xfrm>
            <a:off x="7517361" y="3298751"/>
            <a:ext cx="199400" cy="18234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29" name="Google Shape;429;p14"/>
          <p:cNvSpPr/>
          <p:nvPr/>
        </p:nvSpPr>
        <p:spPr>
          <a:xfrm>
            <a:off x="7639973" y="3809198"/>
            <a:ext cx="165287" cy="164238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0" name="Google Shape;430;p14"/>
          <p:cNvSpPr/>
          <p:nvPr/>
        </p:nvSpPr>
        <p:spPr>
          <a:xfrm>
            <a:off x="7427780" y="3679108"/>
            <a:ext cx="48026" cy="293245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1" name="Google Shape;431;p14"/>
          <p:cNvSpPr/>
          <p:nvPr/>
        </p:nvSpPr>
        <p:spPr>
          <a:xfrm>
            <a:off x="7498138" y="3690852"/>
            <a:ext cx="236762" cy="28150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2" name="Google Shape;432;p14"/>
          <p:cNvSpPr/>
          <p:nvPr/>
        </p:nvSpPr>
        <p:spPr>
          <a:xfrm>
            <a:off x="7546127" y="3831569"/>
            <a:ext cx="89615" cy="23488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3" name="Google Shape;433;p14"/>
          <p:cNvSpPr/>
          <p:nvPr/>
        </p:nvSpPr>
        <p:spPr>
          <a:xfrm>
            <a:off x="7427779" y="3598088"/>
            <a:ext cx="306038" cy="69348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4" name="Google Shape;434;p14"/>
          <p:cNvSpPr/>
          <p:nvPr/>
        </p:nvSpPr>
        <p:spPr>
          <a:xfrm>
            <a:off x="7440590" y="4328717"/>
            <a:ext cx="164204" cy="142883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5" name="Google Shape;435;p14"/>
          <p:cNvSpPr/>
          <p:nvPr/>
        </p:nvSpPr>
        <p:spPr>
          <a:xfrm>
            <a:off x="7571729" y="4348954"/>
            <a:ext cx="90671" cy="4589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6" name="Google Shape;436;p14"/>
          <p:cNvSpPr/>
          <p:nvPr/>
        </p:nvSpPr>
        <p:spPr>
          <a:xfrm>
            <a:off x="7629296" y="4328717"/>
            <a:ext cx="163155" cy="142883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7" name="Google Shape;437;p14"/>
          <p:cNvSpPr/>
          <p:nvPr/>
        </p:nvSpPr>
        <p:spPr>
          <a:xfrm>
            <a:off x="7465091" y="4071749"/>
            <a:ext cx="303906" cy="209011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8" name="Google Shape;438;p14"/>
          <p:cNvSpPr/>
          <p:nvPr/>
        </p:nvSpPr>
        <p:spPr>
          <a:xfrm>
            <a:off x="7535486" y="4118654"/>
            <a:ext cx="93845" cy="70431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39" name="Google Shape;439;p14"/>
          <p:cNvSpPr/>
          <p:nvPr/>
        </p:nvSpPr>
        <p:spPr>
          <a:xfrm>
            <a:off x="7652749" y="4119737"/>
            <a:ext cx="46943" cy="69348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0" name="Google Shape;440;p14"/>
          <p:cNvSpPr/>
          <p:nvPr/>
        </p:nvSpPr>
        <p:spPr>
          <a:xfrm>
            <a:off x="7535485" y="4187964"/>
            <a:ext cx="164204" cy="140795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1" name="Google Shape;441;p14"/>
          <p:cNvSpPr/>
          <p:nvPr/>
        </p:nvSpPr>
        <p:spPr>
          <a:xfrm>
            <a:off x="8580860" y="3585296"/>
            <a:ext cx="117307" cy="117298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2" name="Google Shape;442;p14"/>
          <p:cNvSpPr/>
          <p:nvPr/>
        </p:nvSpPr>
        <p:spPr>
          <a:xfrm>
            <a:off x="8440110" y="3819857"/>
            <a:ext cx="402015" cy="16637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3" name="Google Shape;443;p14"/>
          <p:cNvSpPr/>
          <p:nvPr/>
        </p:nvSpPr>
        <p:spPr>
          <a:xfrm>
            <a:off x="871413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4" name="Google Shape;444;p14"/>
          <p:cNvSpPr/>
          <p:nvPr/>
        </p:nvSpPr>
        <p:spPr>
          <a:xfrm>
            <a:off x="846356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5" name="Google Shape;445;p14"/>
          <p:cNvSpPr/>
          <p:nvPr/>
        </p:nvSpPr>
        <p:spPr>
          <a:xfrm>
            <a:off x="8649089" y="3698296"/>
            <a:ext cx="96011" cy="9601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6" name="Google Shape;446;p14"/>
          <p:cNvSpPr/>
          <p:nvPr/>
        </p:nvSpPr>
        <p:spPr>
          <a:xfrm>
            <a:off x="8531822" y="3699378"/>
            <a:ext cx="95984" cy="99192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47" name="Google Shape;447;p14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15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  <p:sp>
        <p:nvSpPr>
          <p:cNvPr id="453" name="Google Shape;453;p15"/>
          <p:cNvSpPr/>
          <p:nvPr/>
        </p:nvSpPr>
        <p:spPr>
          <a:xfrm>
            <a:off x="315411" y="2607861"/>
            <a:ext cx="487469" cy="48223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4" name="Google Shape;454;p15"/>
          <p:cNvSpPr/>
          <p:nvPr/>
        </p:nvSpPr>
        <p:spPr>
          <a:xfrm>
            <a:off x="3605357" y="2804950"/>
            <a:ext cx="84531" cy="8453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5" name="Google Shape;455;p15"/>
          <p:cNvSpPr/>
          <p:nvPr/>
        </p:nvSpPr>
        <p:spPr>
          <a:xfrm>
            <a:off x="3406460" y="2608694"/>
            <a:ext cx="483550" cy="480951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6" name="Google Shape;456;p15"/>
          <p:cNvSpPr/>
          <p:nvPr/>
        </p:nvSpPr>
        <p:spPr>
          <a:xfrm>
            <a:off x="6512539" y="2636647"/>
            <a:ext cx="480951" cy="425050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7" name="Google Shape;457;p15"/>
          <p:cNvSpPr/>
          <p:nvPr/>
        </p:nvSpPr>
        <p:spPr>
          <a:xfrm>
            <a:off x="6567121" y="2692547"/>
            <a:ext cx="29951" cy="28631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8" name="Google Shape;458;p15"/>
          <p:cNvSpPr/>
          <p:nvPr/>
        </p:nvSpPr>
        <p:spPr>
          <a:xfrm>
            <a:off x="662434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59" name="Google Shape;459;p15"/>
          <p:cNvSpPr/>
          <p:nvPr/>
        </p:nvSpPr>
        <p:spPr>
          <a:xfrm>
            <a:off x="668152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0" name="Google Shape;460;p15"/>
          <p:cNvSpPr/>
          <p:nvPr/>
        </p:nvSpPr>
        <p:spPr>
          <a:xfrm>
            <a:off x="6736108" y="2692547"/>
            <a:ext cx="200211" cy="28631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1" name="Google Shape;461;p15"/>
          <p:cNvSpPr/>
          <p:nvPr/>
        </p:nvSpPr>
        <p:spPr>
          <a:xfrm>
            <a:off x="6824478" y="2835170"/>
            <a:ext cx="85852" cy="140762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2" name="Google Shape;462;p15"/>
          <p:cNvSpPr/>
          <p:nvPr/>
        </p:nvSpPr>
        <p:spPr>
          <a:xfrm>
            <a:off x="6594433" y="2835170"/>
            <a:ext cx="88409" cy="140762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3" name="Google Shape;463;p15"/>
          <p:cNvSpPr/>
          <p:nvPr/>
        </p:nvSpPr>
        <p:spPr>
          <a:xfrm>
            <a:off x="6707517" y="2804930"/>
            <a:ext cx="89730" cy="197034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4" name="Google Shape;464;p15"/>
          <p:cNvSpPr/>
          <p:nvPr/>
        </p:nvSpPr>
        <p:spPr>
          <a:xfrm>
            <a:off x="932656" y="2608053"/>
            <a:ext cx="482230" cy="482230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5" name="Google Shape;465;p15"/>
          <p:cNvSpPr/>
          <p:nvPr/>
        </p:nvSpPr>
        <p:spPr>
          <a:xfrm>
            <a:off x="1074329" y="2662636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6" name="Google Shape;466;p15"/>
          <p:cNvSpPr/>
          <p:nvPr/>
        </p:nvSpPr>
        <p:spPr>
          <a:xfrm>
            <a:off x="1074329" y="2721138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7" name="Google Shape;467;p15"/>
          <p:cNvSpPr/>
          <p:nvPr/>
        </p:nvSpPr>
        <p:spPr>
          <a:xfrm>
            <a:off x="1074329" y="2778317"/>
            <a:ext cx="197611" cy="28631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8" name="Google Shape;468;p15"/>
          <p:cNvSpPr/>
          <p:nvPr/>
        </p:nvSpPr>
        <p:spPr>
          <a:xfrm>
            <a:off x="4026156" y="2607414"/>
            <a:ext cx="483550" cy="483509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69" name="Google Shape;469;p15"/>
          <p:cNvSpPr/>
          <p:nvPr/>
        </p:nvSpPr>
        <p:spPr>
          <a:xfrm>
            <a:off x="4082059" y="2720498"/>
            <a:ext cx="142990" cy="17290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0" name="Google Shape;470;p15"/>
          <p:cNvSpPr/>
          <p:nvPr/>
        </p:nvSpPr>
        <p:spPr>
          <a:xfrm>
            <a:off x="4252323" y="2834860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1" name="Google Shape;471;p15"/>
          <p:cNvSpPr/>
          <p:nvPr/>
        </p:nvSpPr>
        <p:spPr>
          <a:xfrm>
            <a:off x="4252323" y="2776358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2" name="Google Shape;472;p15"/>
          <p:cNvSpPr/>
          <p:nvPr/>
        </p:nvSpPr>
        <p:spPr>
          <a:xfrm>
            <a:off x="4252323" y="2720499"/>
            <a:ext cx="200211" cy="29910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3" name="Google Shape;473;p15"/>
          <p:cNvSpPr/>
          <p:nvPr/>
        </p:nvSpPr>
        <p:spPr>
          <a:xfrm>
            <a:off x="7254480" y="3012922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4" name="Google Shape;474;p15"/>
          <p:cNvSpPr/>
          <p:nvPr/>
        </p:nvSpPr>
        <p:spPr>
          <a:xfrm>
            <a:off x="7415441" y="2668474"/>
            <a:ext cx="85810" cy="198890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5" name="Google Shape;475;p15"/>
          <p:cNvSpPr/>
          <p:nvPr/>
        </p:nvSpPr>
        <p:spPr>
          <a:xfrm>
            <a:off x="7129635" y="2609353"/>
            <a:ext cx="482230" cy="479631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6" name="Google Shape;476;p15"/>
          <p:cNvSpPr/>
          <p:nvPr/>
        </p:nvSpPr>
        <p:spPr>
          <a:xfrm>
            <a:off x="1566667" y="2608053"/>
            <a:ext cx="454919" cy="482230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7" name="Google Shape;477;p15"/>
          <p:cNvSpPr/>
          <p:nvPr/>
        </p:nvSpPr>
        <p:spPr>
          <a:xfrm>
            <a:off x="1736933" y="2691227"/>
            <a:ext cx="227480" cy="114441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8" name="Google Shape;478;p15"/>
          <p:cNvSpPr/>
          <p:nvPr/>
        </p:nvSpPr>
        <p:spPr>
          <a:xfrm>
            <a:off x="1738211" y="2835500"/>
            <a:ext cx="57262" cy="28672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79" name="Google Shape;479;p15"/>
          <p:cNvSpPr/>
          <p:nvPr/>
        </p:nvSpPr>
        <p:spPr>
          <a:xfrm>
            <a:off x="1738211" y="2890123"/>
            <a:ext cx="57262" cy="29910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0" name="Google Shape;480;p15"/>
          <p:cNvSpPr/>
          <p:nvPr/>
        </p:nvSpPr>
        <p:spPr>
          <a:xfrm>
            <a:off x="1822705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1" name="Google Shape;481;p15"/>
          <p:cNvSpPr/>
          <p:nvPr/>
        </p:nvSpPr>
        <p:spPr>
          <a:xfrm>
            <a:off x="1822705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" name="Google Shape;482;p15"/>
          <p:cNvSpPr/>
          <p:nvPr/>
        </p:nvSpPr>
        <p:spPr>
          <a:xfrm>
            <a:off x="1907198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" name="Google Shape;483;p15"/>
          <p:cNvSpPr/>
          <p:nvPr/>
        </p:nvSpPr>
        <p:spPr>
          <a:xfrm>
            <a:off x="1907198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" name="Google Shape;484;p15"/>
          <p:cNvSpPr/>
          <p:nvPr/>
        </p:nvSpPr>
        <p:spPr>
          <a:xfrm>
            <a:off x="1794114" y="3004484"/>
            <a:ext cx="113121" cy="28631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" name="Google Shape;485;p15"/>
          <p:cNvSpPr/>
          <p:nvPr/>
        </p:nvSpPr>
        <p:spPr>
          <a:xfrm>
            <a:off x="4644511" y="2875952"/>
            <a:ext cx="480951" cy="199385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" name="Google Shape;486;p15"/>
          <p:cNvSpPr/>
          <p:nvPr/>
        </p:nvSpPr>
        <p:spPr>
          <a:xfrm>
            <a:off x="4813497" y="2623010"/>
            <a:ext cx="253512" cy="254791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" name="Google Shape;487;p15"/>
          <p:cNvSpPr/>
          <p:nvPr/>
        </p:nvSpPr>
        <p:spPr>
          <a:xfrm>
            <a:off x="4870678" y="2680193"/>
            <a:ext cx="139112" cy="140432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" name="Google Shape;488;p15"/>
          <p:cNvSpPr/>
          <p:nvPr/>
        </p:nvSpPr>
        <p:spPr>
          <a:xfrm>
            <a:off x="7748097" y="2607202"/>
            <a:ext cx="484829" cy="483550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" name="Google Shape;489;p15"/>
          <p:cNvSpPr/>
          <p:nvPr/>
        </p:nvSpPr>
        <p:spPr>
          <a:xfrm>
            <a:off x="2169952" y="2608053"/>
            <a:ext cx="483509" cy="482230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" name="Google Shape;490;p15"/>
          <p:cNvSpPr/>
          <p:nvPr/>
        </p:nvSpPr>
        <p:spPr>
          <a:xfrm>
            <a:off x="2254404" y="2662636"/>
            <a:ext cx="313290" cy="227810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" name="Google Shape;491;p15"/>
          <p:cNvSpPr/>
          <p:nvPr/>
        </p:nvSpPr>
        <p:spPr>
          <a:xfrm>
            <a:off x="5252605" y="2607414"/>
            <a:ext cx="480951" cy="483509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" name="Google Shape;492;p15"/>
          <p:cNvSpPr/>
          <p:nvPr/>
        </p:nvSpPr>
        <p:spPr>
          <a:xfrm>
            <a:off x="5491768" y="2892041"/>
            <a:ext cx="170301" cy="111842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" name="Google Shape;493;p15"/>
          <p:cNvSpPr/>
          <p:nvPr/>
        </p:nvSpPr>
        <p:spPr>
          <a:xfrm>
            <a:off x="8364500" y="2608054"/>
            <a:ext cx="480951" cy="482230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" name="Google Shape;494;p15"/>
          <p:cNvSpPr/>
          <p:nvPr/>
        </p:nvSpPr>
        <p:spPr>
          <a:xfrm>
            <a:off x="8448994" y="2751048"/>
            <a:ext cx="311970" cy="139442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" name="Google Shape;495;p15"/>
          <p:cNvSpPr/>
          <p:nvPr/>
        </p:nvSpPr>
        <p:spPr>
          <a:xfrm>
            <a:off x="2797055" y="2608521"/>
            <a:ext cx="482230" cy="48091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" name="Google Shape;496;p15"/>
          <p:cNvSpPr/>
          <p:nvPr/>
        </p:nvSpPr>
        <p:spPr>
          <a:xfrm>
            <a:off x="5979842" y="2608054"/>
            <a:ext cx="310691" cy="482230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" name="Google Shape;497;p15"/>
          <p:cNvSpPr/>
          <p:nvPr/>
        </p:nvSpPr>
        <p:spPr>
          <a:xfrm>
            <a:off x="6031867" y="2663586"/>
            <a:ext cx="205367" cy="142082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" name="Google Shape;498;p15"/>
          <p:cNvSpPr/>
          <p:nvPr/>
        </p:nvSpPr>
        <p:spPr>
          <a:xfrm>
            <a:off x="6063056" y="2835541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" name="Google Shape;499;p15"/>
          <p:cNvSpPr/>
          <p:nvPr/>
        </p:nvSpPr>
        <p:spPr>
          <a:xfrm>
            <a:off x="6063056" y="2892722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" name="Google Shape;500;p15"/>
          <p:cNvSpPr/>
          <p:nvPr/>
        </p:nvSpPr>
        <p:spPr>
          <a:xfrm>
            <a:off x="297894" y="1107955"/>
            <a:ext cx="495225" cy="48322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" name="Google Shape;501;p15"/>
          <p:cNvSpPr/>
          <p:nvPr/>
        </p:nvSpPr>
        <p:spPr>
          <a:xfrm>
            <a:off x="3392824" y="1109399"/>
            <a:ext cx="483550" cy="480621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" name="Google Shape;502;p15"/>
          <p:cNvSpPr/>
          <p:nvPr/>
        </p:nvSpPr>
        <p:spPr>
          <a:xfrm>
            <a:off x="3607316" y="1222317"/>
            <a:ext cx="201489" cy="142051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" name="Google Shape;503;p15"/>
          <p:cNvSpPr/>
          <p:nvPr/>
        </p:nvSpPr>
        <p:spPr>
          <a:xfrm>
            <a:off x="6498902" y="1137845"/>
            <a:ext cx="480951" cy="309371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" name="Google Shape;504;p15"/>
          <p:cNvSpPr/>
          <p:nvPr/>
        </p:nvSpPr>
        <p:spPr>
          <a:xfrm>
            <a:off x="6498902" y="1477097"/>
            <a:ext cx="480951" cy="84490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" name="Google Shape;505;p15"/>
          <p:cNvSpPr/>
          <p:nvPr/>
        </p:nvSpPr>
        <p:spPr>
          <a:xfrm>
            <a:off x="6667888" y="1195769"/>
            <a:ext cx="171621" cy="195549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" name="Google Shape;506;p15"/>
          <p:cNvSpPr/>
          <p:nvPr/>
        </p:nvSpPr>
        <p:spPr>
          <a:xfrm>
            <a:off x="919482" y="1108349"/>
            <a:ext cx="482230" cy="482436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" name="Google Shape;507;p15"/>
          <p:cNvSpPr/>
          <p:nvPr/>
        </p:nvSpPr>
        <p:spPr>
          <a:xfrm>
            <a:off x="4011879" y="1107294"/>
            <a:ext cx="484829" cy="484829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" name="Google Shape;508;p15"/>
          <p:cNvSpPr/>
          <p:nvPr/>
        </p:nvSpPr>
        <p:spPr>
          <a:xfrm>
            <a:off x="4097651" y="1195666"/>
            <a:ext cx="311970" cy="310691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" name="Google Shape;509;p15"/>
          <p:cNvSpPr/>
          <p:nvPr/>
        </p:nvSpPr>
        <p:spPr>
          <a:xfrm>
            <a:off x="7133678" y="1109215"/>
            <a:ext cx="474144" cy="480992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" name="Google Shape;510;p15"/>
          <p:cNvSpPr/>
          <p:nvPr/>
        </p:nvSpPr>
        <p:spPr>
          <a:xfrm>
            <a:off x="7271473" y="1392563"/>
            <a:ext cx="114400" cy="113121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" name="Google Shape;511;p15"/>
          <p:cNvSpPr/>
          <p:nvPr/>
        </p:nvSpPr>
        <p:spPr>
          <a:xfrm>
            <a:off x="7413148" y="1448464"/>
            <a:ext cx="84490" cy="8453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" name="Google Shape;512;p15"/>
          <p:cNvSpPr/>
          <p:nvPr/>
        </p:nvSpPr>
        <p:spPr>
          <a:xfrm>
            <a:off x="4630214" y="1167097"/>
            <a:ext cx="422492" cy="422451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" name="Google Shape;513;p15"/>
          <p:cNvSpPr/>
          <p:nvPr/>
        </p:nvSpPr>
        <p:spPr>
          <a:xfrm>
            <a:off x="4884972" y="1109874"/>
            <a:ext cx="227521" cy="227521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" name="Google Shape;514;p15"/>
          <p:cNvSpPr/>
          <p:nvPr/>
        </p:nvSpPr>
        <p:spPr>
          <a:xfrm>
            <a:off x="7748756" y="1107793"/>
            <a:ext cx="456239" cy="483550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" name="Google Shape;515;p15"/>
          <p:cNvSpPr/>
          <p:nvPr/>
        </p:nvSpPr>
        <p:spPr>
          <a:xfrm>
            <a:off x="2156295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" name="Google Shape;516;p15"/>
          <p:cNvSpPr/>
          <p:nvPr/>
        </p:nvSpPr>
        <p:spPr>
          <a:xfrm>
            <a:off x="2385062" y="1166415"/>
            <a:ext cx="169022" cy="169022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" name="Google Shape;517;p15"/>
          <p:cNvSpPr/>
          <p:nvPr/>
        </p:nvSpPr>
        <p:spPr>
          <a:xfrm>
            <a:off x="5237668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" name="Google Shape;518;p15"/>
          <p:cNvSpPr/>
          <p:nvPr/>
        </p:nvSpPr>
        <p:spPr>
          <a:xfrm>
            <a:off x="5467712" y="1165134"/>
            <a:ext cx="170301" cy="197611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" name="Google Shape;519;p15"/>
          <p:cNvSpPr/>
          <p:nvPr/>
        </p:nvSpPr>
        <p:spPr>
          <a:xfrm>
            <a:off x="8363862" y="1166951"/>
            <a:ext cx="482230" cy="365231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" name="Google Shape;520;p15"/>
          <p:cNvSpPr/>
          <p:nvPr/>
        </p:nvSpPr>
        <p:spPr>
          <a:xfrm>
            <a:off x="3068961" y="1394542"/>
            <a:ext cx="84531" cy="81932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" name="Google Shape;521;p15"/>
          <p:cNvSpPr/>
          <p:nvPr/>
        </p:nvSpPr>
        <p:spPr>
          <a:xfrm>
            <a:off x="2868828" y="1223946"/>
            <a:ext cx="84490" cy="82225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" name="Google Shape;522;p15"/>
          <p:cNvSpPr/>
          <p:nvPr/>
        </p:nvSpPr>
        <p:spPr>
          <a:xfrm>
            <a:off x="2783014" y="1108594"/>
            <a:ext cx="482271" cy="482230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" name="Google Shape;523;p15"/>
          <p:cNvSpPr/>
          <p:nvPr/>
        </p:nvSpPr>
        <p:spPr>
          <a:xfrm>
            <a:off x="5997414" y="1449803"/>
            <a:ext cx="84531" cy="83211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" name="Google Shape;524;p15"/>
          <p:cNvSpPr/>
          <p:nvPr/>
        </p:nvSpPr>
        <p:spPr>
          <a:xfrm>
            <a:off x="5997414" y="1224917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" name="Google Shape;525;p15"/>
          <p:cNvSpPr/>
          <p:nvPr/>
        </p:nvSpPr>
        <p:spPr>
          <a:xfrm>
            <a:off x="5997414" y="1337999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" name="Google Shape;526;p15"/>
          <p:cNvSpPr/>
          <p:nvPr/>
        </p:nvSpPr>
        <p:spPr>
          <a:xfrm>
            <a:off x="5936314" y="1109232"/>
            <a:ext cx="370470" cy="480951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" name="Google Shape;527;p15"/>
          <p:cNvSpPr/>
          <p:nvPr/>
        </p:nvSpPr>
        <p:spPr>
          <a:xfrm>
            <a:off x="6107899" y="1252228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" name="Google Shape;528;p15"/>
          <p:cNvSpPr/>
          <p:nvPr/>
        </p:nvSpPr>
        <p:spPr>
          <a:xfrm>
            <a:off x="6107899" y="1365310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" name="Google Shape;529;p15"/>
          <p:cNvSpPr/>
          <p:nvPr/>
        </p:nvSpPr>
        <p:spPr>
          <a:xfrm>
            <a:off x="6107899" y="1478395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" name="Google Shape;530;p15"/>
          <p:cNvSpPr/>
          <p:nvPr/>
        </p:nvSpPr>
        <p:spPr>
          <a:xfrm>
            <a:off x="1547696" y="1126030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" name="Google Shape;531;p15"/>
          <p:cNvSpPr/>
          <p:nvPr/>
        </p:nvSpPr>
        <p:spPr>
          <a:xfrm flipH="1">
            <a:off x="1547717" y="1126030"/>
            <a:ext cx="468069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" name="Google Shape;532;p15"/>
          <p:cNvSpPr/>
          <p:nvPr/>
        </p:nvSpPr>
        <p:spPr>
          <a:xfrm>
            <a:off x="441658" y="1972600"/>
            <a:ext cx="114441" cy="28631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" name="Google Shape;533;p15"/>
          <p:cNvSpPr/>
          <p:nvPr/>
        </p:nvSpPr>
        <p:spPr>
          <a:xfrm>
            <a:off x="301303" y="1860795"/>
            <a:ext cx="487428" cy="480951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" name="Google Shape;534;p15"/>
          <p:cNvSpPr/>
          <p:nvPr/>
        </p:nvSpPr>
        <p:spPr>
          <a:xfrm>
            <a:off x="3394482" y="1861271"/>
            <a:ext cx="480951" cy="479672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" name="Google Shape;535;p15"/>
          <p:cNvSpPr/>
          <p:nvPr/>
        </p:nvSpPr>
        <p:spPr>
          <a:xfrm>
            <a:off x="6498902" y="1860240"/>
            <a:ext cx="480951" cy="482065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" name="Google Shape;536;p15"/>
          <p:cNvSpPr/>
          <p:nvPr/>
        </p:nvSpPr>
        <p:spPr>
          <a:xfrm>
            <a:off x="6553484" y="1916100"/>
            <a:ext cx="29951" cy="28631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" name="Google Shape;537;p15"/>
          <p:cNvSpPr/>
          <p:nvPr/>
        </p:nvSpPr>
        <p:spPr>
          <a:xfrm>
            <a:off x="6610706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" name="Google Shape;538;p15"/>
          <p:cNvSpPr/>
          <p:nvPr/>
        </p:nvSpPr>
        <p:spPr>
          <a:xfrm>
            <a:off x="6667887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" name="Google Shape;539;p15"/>
          <p:cNvSpPr/>
          <p:nvPr/>
        </p:nvSpPr>
        <p:spPr>
          <a:xfrm>
            <a:off x="6722470" y="1916100"/>
            <a:ext cx="198890" cy="28631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0" name="Google Shape;540;p15"/>
          <p:cNvSpPr/>
          <p:nvPr/>
        </p:nvSpPr>
        <p:spPr>
          <a:xfrm>
            <a:off x="917523" y="1859494"/>
            <a:ext cx="486149" cy="48322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1" name="Google Shape;541;p15"/>
          <p:cNvSpPr/>
          <p:nvPr/>
        </p:nvSpPr>
        <p:spPr>
          <a:xfrm>
            <a:off x="4011220" y="1858837"/>
            <a:ext cx="486149" cy="484870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2" name="Google Shape;542;p15"/>
          <p:cNvSpPr/>
          <p:nvPr/>
        </p:nvSpPr>
        <p:spPr>
          <a:xfrm>
            <a:off x="4163291" y="1914740"/>
            <a:ext cx="171580" cy="198890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3" name="Google Shape;543;p15"/>
          <p:cNvSpPr/>
          <p:nvPr/>
        </p:nvSpPr>
        <p:spPr>
          <a:xfrm>
            <a:off x="7129635" y="1860818"/>
            <a:ext cx="482230" cy="480910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4" name="Google Shape;544;p15"/>
          <p:cNvSpPr/>
          <p:nvPr/>
        </p:nvSpPr>
        <p:spPr>
          <a:xfrm>
            <a:off x="7271177" y="2265995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5" name="Google Shape;545;p15"/>
          <p:cNvSpPr/>
          <p:nvPr/>
        </p:nvSpPr>
        <p:spPr>
          <a:xfrm>
            <a:off x="7271177" y="2038550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6" name="Google Shape;546;p15"/>
          <p:cNvSpPr/>
          <p:nvPr/>
        </p:nvSpPr>
        <p:spPr>
          <a:xfrm>
            <a:off x="7181705" y="2038551"/>
            <a:ext cx="29910" cy="31230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7" name="Google Shape;547;p15"/>
          <p:cNvSpPr/>
          <p:nvPr/>
        </p:nvSpPr>
        <p:spPr>
          <a:xfrm>
            <a:off x="7271818" y="2152912"/>
            <a:ext cx="284701" cy="28631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8" name="Google Shape;548;p15"/>
          <p:cNvSpPr/>
          <p:nvPr/>
        </p:nvSpPr>
        <p:spPr>
          <a:xfrm>
            <a:off x="7181705" y="2152912"/>
            <a:ext cx="29910" cy="28631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49" name="Google Shape;549;p15"/>
          <p:cNvSpPr/>
          <p:nvPr/>
        </p:nvSpPr>
        <p:spPr>
          <a:xfrm>
            <a:off x="7181705" y="2265995"/>
            <a:ext cx="29910" cy="29951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0" name="Google Shape;550;p15"/>
          <p:cNvSpPr/>
          <p:nvPr/>
        </p:nvSpPr>
        <p:spPr>
          <a:xfrm>
            <a:off x="4687416" y="1858837"/>
            <a:ext cx="367871" cy="484870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1" name="Google Shape;551;p15"/>
          <p:cNvSpPr/>
          <p:nvPr/>
        </p:nvSpPr>
        <p:spPr>
          <a:xfrm>
            <a:off x="4829090" y="2000554"/>
            <a:ext cx="84531" cy="84490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2" name="Google Shape;552;p15"/>
          <p:cNvSpPr/>
          <p:nvPr/>
        </p:nvSpPr>
        <p:spPr>
          <a:xfrm>
            <a:off x="4741998" y="1914740"/>
            <a:ext cx="257390" cy="256111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3" name="Google Shape;553;p15"/>
          <p:cNvSpPr/>
          <p:nvPr/>
        </p:nvSpPr>
        <p:spPr>
          <a:xfrm>
            <a:off x="7736222" y="1860796"/>
            <a:ext cx="480951" cy="480951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4" name="Google Shape;554;p15"/>
          <p:cNvSpPr/>
          <p:nvPr/>
        </p:nvSpPr>
        <p:spPr>
          <a:xfrm>
            <a:off x="7792083" y="1920576"/>
            <a:ext cx="286021" cy="143031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5" name="Google Shape;555;p15"/>
          <p:cNvSpPr/>
          <p:nvPr/>
        </p:nvSpPr>
        <p:spPr>
          <a:xfrm>
            <a:off x="7792083" y="2088241"/>
            <a:ext cx="143031" cy="143031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6" name="Google Shape;556;p15"/>
          <p:cNvSpPr/>
          <p:nvPr/>
        </p:nvSpPr>
        <p:spPr>
          <a:xfrm>
            <a:off x="7963669" y="2089564"/>
            <a:ext cx="114441" cy="29910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7" name="Google Shape;557;p15"/>
          <p:cNvSpPr/>
          <p:nvPr/>
        </p:nvSpPr>
        <p:spPr>
          <a:xfrm>
            <a:off x="7963669" y="2146743"/>
            <a:ext cx="114441" cy="29951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8" name="Google Shape;558;p15"/>
          <p:cNvSpPr/>
          <p:nvPr/>
        </p:nvSpPr>
        <p:spPr>
          <a:xfrm>
            <a:off x="7963669" y="2203925"/>
            <a:ext cx="114441" cy="28631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59" name="Google Shape;559;p15"/>
          <p:cNvSpPr/>
          <p:nvPr/>
        </p:nvSpPr>
        <p:spPr>
          <a:xfrm>
            <a:off x="7792083" y="2258507"/>
            <a:ext cx="286021" cy="29951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0" name="Google Shape;560;p15"/>
          <p:cNvSpPr/>
          <p:nvPr/>
        </p:nvSpPr>
        <p:spPr>
          <a:xfrm>
            <a:off x="2257024" y="2107756"/>
            <a:ext cx="131315" cy="145630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1" name="Google Shape;561;p15"/>
          <p:cNvSpPr/>
          <p:nvPr/>
        </p:nvSpPr>
        <p:spPr>
          <a:xfrm>
            <a:off x="2337637" y="2028503"/>
            <a:ext cx="140399" cy="134863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2" name="Google Shape;562;p15"/>
          <p:cNvSpPr/>
          <p:nvPr/>
        </p:nvSpPr>
        <p:spPr>
          <a:xfrm>
            <a:off x="2414293" y="1958285"/>
            <a:ext cx="132635" cy="124838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3" name="Google Shape;563;p15"/>
          <p:cNvSpPr/>
          <p:nvPr/>
        </p:nvSpPr>
        <p:spPr>
          <a:xfrm>
            <a:off x="2154337" y="1860795"/>
            <a:ext cx="487469" cy="480951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4" name="Google Shape;564;p15"/>
          <p:cNvSpPr/>
          <p:nvPr/>
        </p:nvSpPr>
        <p:spPr>
          <a:xfrm>
            <a:off x="5236368" y="1858858"/>
            <a:ext cx="486149" cy="484829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5" name="Google Shape;565;p15"/>
          <p:cNvSpPr/>
          <p:nvPr/>
        </p:nvSpPr>
        <p:spPr>
          <a:xfrm>
            <a:off x="5439143" y="1947229"/>
            <a:ext cx="139112" cy="139112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6" name="Google Shape;566;p15"/>
          <p:cNvSpPr/>
          <p:nvPr/>
        </p:nvSpPr>
        <p:spPr>
          <a:xfrm>
            <a:off x="8363862" y="1860650"/>
            <a:ext cx="482230" cy="48091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7" name="Google Shape;567;p15"/>
          <p:cNvSpPr/>
          <p:nvPr/>
        </p:nvSpPr>
        <p:spPr>
          <a:xfrm>
            <a:off x="2778861" y="1875089"/>
            <a:ext cx="491347" cy="45203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8" name="Google Shape;568;p15"/>
          <p:cNvSpPr/>
          <p:nvPr/>
        </p:nvSpPr>
        <p:spPr>
          <a:xfrm>
            <a:off x="5908384" y="1859497"/>
            <a:ext cx="426329" cy="483550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9" name="Google Shape;569;p15"/>
          <p:cNvSpPr/>
          <p:nvPr/>
        </p:nvSpPr>
        <p:spPr>
          <a:xfrm>
            <a:off x="6024066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0" name="Google Shape;570;p15"/>
          <p:cNvSpPr/>
          <p:nvPr/>
        </p:nvSpPr>
        <p:spPr>
          <a:xfrm>
            <a:off x="6108518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1" name="Google Shape;571;p15"/>
          <p:cNvSpPr/>
          <p:nvPr/>
        </p:nvSpPr>
        <p:spPr>
          <a:xfrm>
            <a:off x="6193010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2" name="Google Shape;572;p15"/>
          <p:cNvSpPr/>
          <p:nvPr/>
        </p:nvSpPr>
        <p:spPr>
          <a:xfrm>
            <a:off x="1535778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3" name="Google Shape;573;p15"/>
          <p:cNvSpPr/>
          <p:nvPr/>
        </p:nvSpPr>
        <p:spPr>
          <a:xfrm flipH="1">
            <a:off x="1535793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4" name="Google Shape;574;p15"/>
          <p:cNvSpPr/>
          <p:nvPr/>
        </p:nvSpPr>
        <p:spPr>
          <a:xfrm>
            <a:off x="7288541" y="4171460"/>
            <a:ext cx="164422" cy="163723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5" name="Google Shape;575;p15"/>
          <p:cNvSpPr/>
          <p:nvPr/>
        </p:nvSpPr>
        <p:spPr>
          <a:xfrm>
            <a:off x="7244244" y="4348792"/>
            <a:ext cx="253065" cy="8573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6" name="Google Shape;576;p15"/>
          <p:cNvSpPr/>
          <p:nvPr/>
        </p:nvSpPr>
        <p:spPr>
          <a:xfrm>
            <a:off x="7166113" y="4102367"/>
            <a:ext cx="409285" cy="465631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7" name="Google Shape;577;p15"/>
          <p:cNvSpPr/>
          <p:nvPr/>
        </p:nvSpPr>
        <p:spPr>
          <a:xfrm>
            <a:off x="4348272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8" name="Google Shape;578;p15"/>
          <p:cNvSpPr/>
          <p:nvPr/>
        </p:nvSpPr>
        <p:spPr>
          <a:xfrm>
            <a:off x="4444651" y="4198747"/>
            <a:ext cx="231930" cy="271381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79" name="Google Shape;579;p15"/>
          <p:cNvSpPr/>
          <p:nvPr/>
        </p:nvSpPr>
        <p:spPr>
          <a:xfrm>
            <a:off x="5217344" y="4273771"/>
            <a:ext cx="68206" cy="177355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0" name="Google Shape;580;p15"/>
          <p:cNvSpPr/>
          <p:nvPr/>
        </p:nvSpPr>
        <p:spPr>
          <a:xfrm>
            <a:off x="5450160" y="4314713"/>
            <a:ext cx="68206" cy="68206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1" name="Google Shape;581;p15"/>
          <p:cNvSpPr/>
          <p:nvPr/>
        </p:nvSpPr>
        <p:spPr>
          <a:xfrm>
            <a:off x="5300068" y="4219243"/>
            <a:ext cx="151235" cy="231883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2" name="Google Shape;582;p15"/>
          <p:cNvSpPr/>
          <p:nvPr/>
        </p:nvSpPr>
        <p:spPr>
          <a:xfrm>
            <a:off x="5052737" y="4219243"/>
            <a:ext cx="151187" cy="231883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3" name="Google Shape;583;p15"/>
          <p:cNvSpPr/>
          <p:nvPr/>
        </p:nvSpPr>
        <p:spPr>
          <a:xfrm>
            <a:off x="6571660" y="4185092"/>
            <a:ext cx="245585" cy="300160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4" name="Google Shape;584;p15"/>
          <p:cNvSpPr/>
          <p:nvPr/>
        </p:nvSpPr>
        <p:spPr>
          <a:xfrm>
            <a:off x="6461649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5" name="Google Shape;585;p15"/>
          <p:cNvSpPr/>
          <p:nvPr/>
        </p:nvSpPr>
        <p:spPr>
          <a:xfrm>
            <a:off x="6626258" y="4239667"/>
            <a:ext cx="136413" cy="136436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6" name="Google Shape;586;p15"/>
          <p:cNvSpPr/>
          <p:nvPr/>
        </p:nvSpPr>
        <p:spPr>
          <a:xfrm>
            <a:off x="575718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7" name="Google Shape;587;p15"/>
          <p:cNvSpPr/>
          <p:nvPr/>
        </p:nvSpPr>
        <p:spPr>
          <a:xfrm>
            <a:off x="5812624" y="4185092"/>
            <a:ext cx="354734" cy="300160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8" name="Google Shape;588;p15"/>
          <p:cNvSpPr/>
          <p:nvPr/>
        </p:nvSpPr>
        <p:spPr>
          <a:xfrm>
            <a:off x="5908139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89" name="Google Shape;589;p15"/>
          <p:cNvSpPr/>
          <p:nvPr/>
        </p:nvSpPr>
        <p:spPr>
          <a:xfrm>
            <a:off x="6017243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0" name="Google Shape;590;p15"/>
          <p:cNvSpPr/>
          <p:nvPr/>
        </p:nvSpPr>
        <p:spPr>
          <a:xfrm>
            <a:off x="5919838" y="4403366"/>
            <a:ext cx="140304" cy="40127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1" name="Google Shape;591;p15"/>
          <p:cNvSpPr/>
          <p:nvPr/>
        </p:nvSpPr>
        <p:spPr>
          <a:xfrm>
            <a:off x="1530399" y="4171474"/>
            <a:ext cx="465631" cy="327423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2" name="Google Shape;592;p15"/>
          <p:cNvSpPr/>
          <p:nvPr/>
        </p:nvSpPr>
        <p:spPr>
          <a:xfrm>
            <a:off x="1708641" y="4253335"/>
            <a:ext cx="136436" cy="163723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3" name="Google Shape;593;p15"/>
          <p:cNvSpPr/>
          <p:nvPr/>
        </p:nvSpPr>
        <p:spPr>
          <a:xfrm>
            <a:off x="2348880" y="4190206"/>
            <a:ext cx="237965" cy="289487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4" name="Google Shape;594;p15"/>
          <p:cNvSpPr/>
          <p:nvPr/>
        </p:nvSpPr>
        <p:spPr>
          <a:xfrm>
            <a:off x="2234860" y="4102449"/>
            <a:ext cx="465654" cy="465467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5" name="Google Shape;595;p15"/>
          <p:cNvSpPr/>
          <p:nvPr/>
        </p:nvSpPr>
        <p:spPr>
          <a:xfrm>
            <a:off x="2994830" y="4170550"/>
            <a:ext cx="354711" cy="327423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6" name="Google Shape;596;p15"/>
          <p:cNvSpPr/>
          <p:nvPr/>
        </p:nvSpPr>
        <p:spPr>
          <a:xfrm>
            <a:off x="293934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7" name="Google Shape;597;p15"/>
          <p:cNvSpPr/>
          <p:nvPr/>
        </p:nvSpPr>
        <p:spPr>
          <a:xfrm>
            <a:off x="3778382" y="4168756"/>
            <a:ext cx="201893" cy="335020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8" name="Google Shape;598;p15"/>
          <p:cNvSpPr/>
          <p:nvPr/>
        </p:nvSpPr>
        <p:spPr>
          <a:xfrm>
            <a:off x="3643810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9" name="Google Shape;599;p15"/>
          <p:cNvSpPr/>
          <p:nvPr/>
        </p:nvSpPr>
        <p:spPr>
          <a:xfrm>
            <a:off x="886574" y="3427657"/>
            <a:ext cx="480951" cy="33796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0" name="Google Shape;600;p15"/>
          <p:cNvSpPr/>
          <p:nvPr/>
        </p:nvSpPr>
        <p:spPr>
          <a:xfrm>
            <a:off x="2866270" y="3354416"/>
            <a:ext cx="315559" cy="484457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1" name="Google Shape;601;p15"/>
          <p:cNvSpPr/>
          <p:nvPr/>
        </p:nvSpPr>
        <p:spPr>
          <a:xfrm>
            <a:off x="3210718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2" name="Google Shape;602;p15"/>
          <p:cNvSpPr/>
          <p:nvPr/>
        </p:nvSpPr>
        <p:spPr>
          <a:xfrm>
            <a:off x="2785697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3" name="Google Shape;603;p15"/>
          <p:cNvSpPr/>
          <p:nvPr/>
        </p:nvSpPr>
        <p:spPr>
          <a:xfrm>
            <a:off x="3182127" y="3382800"/>
            <a:ext cx="58503" cy="43857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4" name="Google Shape;604;p15"/>
          <p:cNvSpPr/>
          <p:nvPr/>
        </p:nvSpPr>
        <p:spPr>
          <a:xfrm>
            <a:off x="2812967" y="3596549"/>
            <a:ext cx="58541" cy="43276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5" name="Google Shape;605;p15"/>
          <p:cNvSpPr/>
          <p:nvPr/>
        </p:nvSpPr>
        <p:spPr>
          <a:xfrm>
            <a:off x="3183407" y="3596549"/>
            <a:ext cx="57221" cy="42124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6" name="Google Shape;606;p15"/>
          <p:cNvSpPr/>
          <p:nvPr/>
        </p:nvSpPr>
        <p:spPr>
          <a:xfrm>
            <a:off x="2814288" y="3383956"/>
            <a:ext cx="57221" cy="42124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7" name="Google Shape;607;p15"/>
          <p:cNvSpPr/>
          <p:nvPr/>
        </p:nvSpPr>
        <p:spPr>
          <a:xfrm>
            <a:off x="2941645" y="3413371"/>
            <a:ext cx="169022" cy="252646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8" name="Google Shape;608;p15"/>
          <p:cNvSpPr/>
          <p:nvPr/>
        </p:nvSpPr>
        <p:spPr>
          <a:xfrm>
            <a:off x="4730651" y="3417911"/>
            <a:ext cx="367871" cy="222323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09" name="Google Shape;609;p15"/>
          <p:cNvSpPr/>
          <p:nvPr/>
        </p:nvSpPr>
        <p:spPr>
          <a:xfrm>
            <a:off x="4674748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0" name="Google Shape;610;p15"/>
          <p:cNvSpPr/>
          <p:nvPr/>
        </p:nvSpPr>
        <p:spPr>
          <a:xfrm>
            <a:off x="1691093" y="3471850"/>
            <a:ext cx="142990" cy="140399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1" name="Google Shape;611;p15"/>
          <p:cNvSpPr/>
          <p:nvPr/>
        </p:nvSpPr>
        <p:spPr>
          <a:xfrm>
            <a:off x="1523428" y="3752600"/>
            <a:ext cx="478310" cy="8453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2" name="Google Shape;612;p15"/>
          <p:cNvSpPr/>
          <p:nvPr/>
        </p:nvSpPr>
        <p:spPr>
          <a:xfrm>
            <a:off x="1522107" y="3356168"/>
            <a:ext cx="482230" cy="368201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3" name="Google Shape;613;p15"/>
          <p:cNvSpPr/>
          <p:nvPr/>
        </p:nvSpPr>
        <p:spPr>
          <a:xfrm>
            <a:off x="297911" y="3354870"/>
            <a:ext cx="425050" cy="483550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4" name="Google Shape;614;p15"/>
          <p:cNvSpPr/>
          <p:nvPr/>
        </p:nvSpPr>
        <p:spPr>
          <a:xfrm>
            <a:off x="410995" y="3668086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5" name="Google Shape;615;p15"/>
          <p:cNvSpPr/>
          <p:nvPr/>
        </p:nvSpPr>
        <p:spPr>
          <a:xfrm>
            <a:off x="410995" y="3725309"/>
            <a:ext cx="198890" cy="28631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" name="Google Shape;616;p15"/>
          <p:cNvSpPr/>
          <p:nvPr/>
        </p:nvSpPr>
        <p:spPr>
          <a:xfrm>
            <a:off x="386281" y="3440642"/>
            <a:ext cx="253512" cy="192413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" name="Google Shape;617;p15"/>
          <p:cNvSpPr/>
          <p:nvPr/>
        </p:nvSpPr>
        <p:spPr>
          <a:xfrm>
            <a:off x="2158907" y="3355830"/>
            <a:ext cx="503022" cy="481611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" name="Google Shape;618;p15"/>
          <p:cNvSpPr/>
          <p:nvPr/>
        </p:nvSpPr>
        <p:spPr>
          <a:xfrm>
            <a:off x="4058231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" name="Google Shape;619;p15"/>
          <p:cNvSpPr/>
          <p:nvPr/>
        </p:nvSpPr>
        <p:spPr>
          <a:xfrm>
            <a:off x="4112813" y="3410113"/>
            <a:ext cx="29951" cy="29951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" name="Google Shape;620;p15"/>
          <p:cNvSpPr/>
          <p:nvPr/>
        </p:nvSpPr>
        <p:spPr>
          <a:xfrm>
            <a:off x="4169994" y="3410113"/>
            <a:ext cx="28631" cy="2995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" name="Google Shape;621;p15"/>
          <p:cNvSpPr/>
          <p:nvPr/>
        </p:nvSpPr>
        <p:spPr>
          <a:xfrm>
            <a:off x="4227176" y="3410113"/>
            <a:ext cx="28672" cy="29951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" name="Google Shape;622;p15"/>
          <p:cNvSpPr/>
          <p:nvPr/>
        </p:nvSpPr>
        <p:spPr>
          <a:xfrm>
            <a:off x="4281800" y="3410113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" name="Google Shape;623;p15"/>
          <p:cNvSpPr/>
          <p:nvPr/>
        </p:nvSpPr>
        <p:spPr>
          <a:xfrm>
            <a:off x="4227176" y="3611608"/>
            <a:ext cx="140432" cy="140391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" name="Google Shape;624;p15"/>
          <p:cNvSpPr/>
          <p:nvPr/>
        </p:nvSpPr>
        <p:spPr>
          <a:xfrm>
            <a:off x="3509059" y="3470552"/>
            <a:ext cx="139112" cy="8453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" name="Google Shape;625;p15"/>
          <p:cNvSpPr/>
          <p:nvPr/>
        </p:nvSpPr>
        <p:spPr>
          <a:xfrm>
            <a:off x="3450559" y="3354871"/>
            <a:ext cx="425050" cy="483550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" name="Google Shape;626;p15"/>
          <p:cNvSpPr/>
          <p:nvPr/>
        </p:nvSpPr>
        <p:spPr>
          <a:xfrm>
            <a:off x="3704037" y="3751301"/>
            <a:ext cx="29910" cy="29951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" name="Google Shape;627;p15"/>
          <p:cNvSpPr/>
          <p:nvPr/>
        </p:nvSpPr>
        <p:spPr>
          <a:xfrm>
            <a:off x="8372149" y="3363836"/>
            <a:ext cx="465654" cy="465654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" name="Google Shape;628;p15"/>
          <p:cNvSpPr/>
          <p:nvPr/>
        </p:nvSpPr>
        <p:spPr>
          <a:xfrm>
            <a:off x="8453895" y="3501136"/>
            <a:ext cx="302187" cy="163723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" name="Google Shape;629;p15"/>
          <p:cNvSpPr/>
          <p:nvPr/>
        </p:nvSpPr>
        <p:spPr>
          <a:xfrm>
            <a:off x="5291270" y="3363920"/>
            <a:ext cx="465631" cy="465631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" name="Google Shape;630;p15"/>
          <p:cNvSpPr/>
          <p:nvPr/>
        </p:nvSpPr>
        <p:spPr>
          <a:xfrm>
            <a:off x="6023564" y="3501169"/>
            <a:ext cx="191011" cy="191011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" name="Google Shape;631;p15"/>
          <p:cNvSpPr/>
          <p:nvPr/>
        </p:nvSpPr>
        <p:spPr>
          <a:xfrm>
            <a:off x="5940817" y="3418399"/>
            <a:ext cx="356528" cy="356505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" name="Google Shape;632;p15"/>
          <p:cNvSpPr/>
          <p:nvPr/>
        </p:nvSpPr>
        <p:spPr>
          <a:xfrm>
            <a:off x="5886242" y="3363848"/>
            <a:ext cx="465677" cy="465631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" name="Google Shape;633;p15"/>
          <p:cNvSpPr/>
          <p:nvPr/>
        </p:nvSpPr>
        <p:spPr>
          <a:xfrm>
            <a:off x="6187288" y="3473882"/>
            <a:ext cx="54580" cy="54598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" name="Google Shape;634;p15"/>
          <p:cNvSpPr/>
          <p:nvPr/>
        </p:nvSpPr>
        <p:spPr>
          <a:xfrm>
            <a:off x="6550370" y="3528457"/>
            <a:ext cx="81888" cy="245538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" name="Google Shape;635;p15"/>
          <p:cNvSpPr/>
          <p:nvPr/>
        </p:nvSpPr>
        <p:spPr>
          <a:xfrm>
            <a:off x="6550370" y="3419309"/>
            <a:ext cx="81888" cy="81888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" name="Google Shape;636;p15"/>
          <p:cNvSpPr/>
          <p:nvPr/>
        </p:nvSpPr>
        <p:spPr>
          <a:xfrm>
            <a:off x="6659519" y="3528016"/>
            <a:ext cx="218298" cy="245981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" name="Google Shape;637;p15"/>
          <p:cNvSpPr/>
          <p:nvPr/>
        </p:nvSpPr>
        <p:spPr>
          <a:xfrm>
            <a:off x="6481278" y="3363848"/>
            <a:ext cx="465631" cy="465631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" name="Google Shape;638;p15"/>
          <p:cNvSpPr/>
          <p:nvPr/>
        </p:nvSpPr>
        <p:spPr>
          <a:xfrm>
            <a:off x="7136788" y="3405926"/>
            <a:ext cx="467938" cy="381625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" name="Google Shape;639;p15"/>
          <p:cNvSpPr/>
          <p:nvPr/>
        </p:nvSpPr>
        <p:spPr>
          <a:xfrm>
            <a:off x="7780259" y="3363908"/>
            <a:ext cx="466353" cy="465654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" name="Google Shape;640;p15"/>
          <p:cNvSpPr/>
          <p:nvPr/>
        </p:nvSpPr>
        <p:spPr>
          <a:xfrm>
            <a:off x="7866455" y="3459520"/>
            <a:ext cx="291002" cy="272033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16"/>
          <p:cNvSpPr/>
          <p:nvPr/>
        </p:nvSpPr>
        <p:spPr>
          <a:xfrm>
            <a:off x="503169" y="1379872"/>
            <a:ext cx="301328" cy="195840"/>
          </a:xfrm>
          <a:custGeom>
            <a:rect b="b" l="l" r="r" t="t"/>
            <a:pathLst>
              <a:path extrusionOk="0" h="6082" w="9358">
                <a:moveTo>
                  <a:pt x="379" y="1"/>
                </a:moveTo>
                <a:cubicBezTo>
                  <a:pt x="158" y="1"/>
                  <a:pt x="1" y="221"/>
                  <a:pt x="1" y="410"/>
                </a:cubicBezTo>
                <a:lnTo>
                  <a:pt x="1" y="6081"/>
                </a:lnTo>
                <a:lnTo>
                  <a:pt x="9357" y="6081"/>
                </a:lnTo>
                <a:lnTo>
                  <a:pt x="9357" y="410"/>
                </a:lnTo>
                <a:cubicBezTo>
                  <a:pt x="9357" y="158"/>
                  <a:pt x="9168" y="1"/>
                  <a:pt x="89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" name="Google Shape;646;p16"/>
          <p:cNvSpPr/>
          <p:nvPr/>
        </p:nvSpPr>
        <p:spPr>
          <a:xfrm>
            <a:off x="476798" y="1602051"/>
            <a:ext cx="355069" cy="107162"/>
          </a:xfrm>
          <a:custGeom>
            <a:rect b="b" l="l" r="r" t="t"/>
            <a:pathLst>
              <a:path extrusionOk="0" h="3328" w="11027">
                <a:moveTo>
                  <a:pt x="63" y="0"/>
                </a:moveTo>
                <a:cubicBezTo>
                  <a:pt x="32" y="126"/>
                  <a:pt x="0" y="284"/>
                  <a:pt x="0" y="410"/>
                </a:cubicBezTo>
                <a:cubicBezTo>
                  <a:pt x="0" y="1103"/>
                  <a:pt x="536" y="1670"/>
                  <a:pt x="1198" y="1670"/>
                </a:cubicBezTo>
                <a:lnTo>
                  <a:pt x="3151" y="1670"/>
                </a:lnTo>
                <a:lnTo>
                  <a:pt x="2615" y="2710"/>
                </a:lnTo>
                <a:cubicBezTo>
                  <a:pt x="2521" y="2930"/>
                  <a:pt x="2615" y="3182"/>
                  <a:pt x="2836" y="3277"/>
                </a:cubicBezTo>
                <a:cubicBezTo>
                  <a:pt x="2889" y="3312"/>
                  <a:pt x="2949" y="3328"/>
                  <a:pt x="3009" y="3328"/>
                </a:cubicBezTo>
                <a:cubicBezTo>
                  <a:pt x="3166" y="3328"/>
                  <a:pt x="3326" y="3224"/>
                  <a:pt x="3371" y="3088"/>
                </a:cubicBezTo>
                <a:lnTo>
                  <a:pt x="4096" y="1639"/>
                </a:lnTo>
                <a:lnTo>
                  <a:pt x="5073" y="1639"/>
                </a:lnTo>
                <a:lnTo>
                  <a:pt x="5073" y="2867"/>
                </a:lnTo>
                <a:cubicBezTo>
                  <a:pt x="5073" y="3119"/>
                  <a:pt x="5262" y="3308"/>
                  <a:pt x="5514" y="3308"/>
                </a:cubicBezTo>
                <a:cubicBezTo>
                  <a:pt x="5734" y="3308"/>
                  <a:pt x="5892" y="3119"/>
                  <a:pt x="5892" y="2867"/>
                </a:cubicBezTo>
                <a:lnTo>
                  <a:pt x="5892" y="1639"/>
                </a:lnTo>
                <a:lnTo>
                  <a:pt x="6868" y="1639"/>
                </a:lnTo>
                <a:lnTo>
                  <a:pt x="7593" y="3088"/>
                </a:lnTo>
                <a:cubicBezTo>
                  <a:pt x="7688" y="3230"/>
                  <a:pt x="7835" y="3301"/>
                  <a:pt x="7983" y="3301"/>
                </a:cubicBezTo>
                <a:cubicBezTo>
                  <a:pt x="8032" y="3301"/>
                  <a:pt x="8081" y="3293"/>
                  <a:pt x="8129" y="3277"/>
                </a:cubicBezTo>
                <a:cubicBezTo>
                  <a:pt x="8349" y="3151"/>
                  <a:pt x="8412" y="2930"/>
                  <a:pt x="8349" y="2710"/>
                </a:cubicBezTo>
                <a:lnTo>
                  <a:pt x="7814" y="1670"/>
                </a:lnTo>
                <a:lnTo>
                  <a:pt x="9767" y="1670"/>
                </a:lnTo>
                <a:cubicBezTo>
                  <a:pt x="10429" y="1670"/>
                  <a:pt x="11027" y="1103"/>
                  <a:pt x="11027" y="410"/>
                </a:cubicBezTo>
                <a:cubicBezTo>
                  <a:pt x="11027" y="252"/>
                  <a:pt x="10964" y="126"/>
                  <a:pt x="109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16"/>
          <p:cNvSpPr/>
          <p:nvPr/>
        </p:nvSpPr>
        <p:spPr>
          <a:xfrm>
            <a:off x="611715" y="1300757"/>
            <a:ext cx="81176" cy="52776"/>
          </a:xfrm>
          <a:custGeom>
            <a:rect b="b" l="l" r="r" t="t"/>
            <a:pathLst>
              <a:path extrusionOk="0" h="1639" w="2521">
                <a:moveTo>
                  <a:pt x="442" y="0"/>
                </a:moveTo>
                <a:cubicBezTo>
                  <a:pt x="221" y="0"/>
                  <a:pt x="1" y="189"/>
                  <a:pt x="1" y="410"/>
                </a:cubicBezTo>
                <a:lnTo>
                  <a:pt x="1" y="1639"/>
                </a:lnTo>
                <a:lnTo>
                  <a:pt x="2489" y="1639"/>
                </a:lnTo>
                <a:lnTo>
                  <a:pt x="2489" y="410"/>
                </a:lnTo>
                <a:lnTo>
                  <a:pt x="2521" y="410"/>
                </a:lnTo>
                <a:cubicBezTo>
                  <a:pt x="2521" y="189"/>
                  <a:pt x="2332" y="0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" name="Google Shape;648;p16"/>
          <p:cNvSpPr/>
          <p:nvPr/>
        </p:nvSpPr>
        <p:spPr>
          <a:xfrm>
            <a:off x="551356" y="1817384"/>
            <a:ext cx="311471" cy="308186"/>
          </a:xfrm>
          <a:custGeom>
            <a:rect b="b" l="l" r="r" t="t"/>
            <a:pathLst>
              <a:path extrusionOk="0" h="9571" w="9673">
                <a:moveTo>
                  <a:pt x="5963" y="1"/>
                </a:moveTo>
                <a:cubicBezTo>
                  <a:pt x="5661" y="1"/>
                  <a:pt x="5365" y="127"/>
                  <a:pt x="5136" y="371"/>
                </a:cubicBezTo>
                <a:lnTo>
                  <a:pt x="0" y="5507"/>
                </a:lnTo>
                <a:lnTo>
                  <a:pt x="4064" y="9571"/>
                </a:lnTo>
                <a:lnTo>
                  <a:pt x="9200" y="4436"/>
                </a:lnTo>
                <a:cubicBezTo>
                  <a:pt x="9672" y="3963"/>
                  <a:pt x="9672" y="3207"/>
                  <a:pt x="9200" y="2734"/>
                </a:cubicBezTo>
                <a:lnTo>
                  <a:pt x="6868" y="434"/>
                </a:lnTo>
                <a:cubicBezTo>
                  <a:pt x="6609" y="143"/>
                  <a:pt x="6283" y="1"/>
                  <a:pt x="59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" name="Google Shape;649;p16"/>
          <p:cNvSpPr/>
          <p:nvPr/>
        </p:nvSpPr>
        <p:spPr>
          <a:xfrm>
            <a:off x="509753" y="2010905"/>
            <a:ext cx="153208" cy="153208"/>
          </a:xfrm>
          <a:custGeom>
            <a:rect b="b" l="l" r="r" t="t"/>
            <a:pathLst>
              <a:path extrusionOk="0" h="4758" w="4758">
                <a:moveTo>
                  <a:pt x="725" y="1"/>
                </a:moveTo>
                <a:lnTo>
                  <a:pt x="473" y="284"/>
                </a:lnTo>
                <a:cubicBezTo>
                  <a:pt x="253" y="505"/>
                  <a:pt x="95" y="820"/>
                  <a:pt x="95" y="1198"/>
                </a:cubicBezTo>
                <a:cubicBezTo>
                  <a:pt x="95" y="1450"/>
                  <a:pt x="190" y="1765"/>
                  <a:pt x="442" y="1986"/>
                </a:cubicBezTo>
                <a:cubicBezTo>
                  <a:pt x="631" y="2112"/>
                  <a:pt x="599" y="2458"/>
                  <a:pt x="442" y="2616"/>
                </a:cubicBezTo>
                <a:lnTo>
                  <a:pt x="1" y="3025"/>
                </a:lnTo>
                <a:lnTo>
                  <a:pt x="1733" y="4758"/>
                </a:lnTo>
                <a:lnTo>
                  <a:pt x="2174" y="4348"/>
                </a:lnTo>
                <a:cubicBezTo>
                  <a:pt x="2253" y="4270"/>
                  <a:pt x="2363" y="4230"/>
                  <a:pt x="2478" y="4230"/>
                </a:cubicBezTo>
                <a:cubicBezTo>
                  <a:pt x="2592" y="4230"/>
                  <a:pt x="2710" y="4270"/>
                  <a:pt x="2804" y="4348"/>
                </a:cubicBezTo>
                <a:cubicBezTo>
                  <a:pt x="3025" y="4569"/>
                  <a:pt x="3340" y="4695"/>
                  <a:pt x="3655" y="4695"/>
                </a:cubicBezTo>
                <a:cubicBezTo>
                  <a:pt x="3970" y="4695"/>
                  <a:pt x="4254" y="4569"/>
                  <a:pt x="4506" y="4348"/>
                </a:cubicBezTo>
                <a:lnTo>
                  <a:pt x="4758" y="4065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" name="Google Shape;650;p16"/>
          <p:cNvSpPr/>
          <p:nvPr/>
        </p:nvSpPr>
        <p:spPr>
          <a:xfrm>
            <a:off x="445837" y="2130624"/>
            <a:ext cx="100464" cy="58862"/>
          </a:xfrm>
          <a:custGeom>
            <a:rect b="b" l="l" r="r" t="t"/>
            <a:pathLst>
              <a:path extrusionOk="0" h="1828" w="3120">
                <a:moveTo>
                  <a:pt x="1450" y="0"/>
                </a:moveTo>
                <a:lnTo>
                  <a:pt x="253" y="1166"/>
                </a:lnTo>
                <a:cubicBezTo>
                  <a:pt x="1" y="1355"/>
                  <a:pt x="190" y="1828"/>
                  <a:pt x="536" y="1828"/>
                </a:cubicBezTo>
                <a:lnTo>
                  <a:pt x="2773" y="1828"/>
                </a:lnTo>
                <a:cubicBezTo>
                  <a:pt x="2931" y="1828"/>
                  <a:pt x="3025" y="1765"/>
                  <a:pt x="3120" y="1670"/>
                </a:cubicBezTo>
                <a:lnTo>
                  <a:pt x="1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" name="Google Shape;651;p16"/>
          <p:cNvSpPr/>
          <p:nvPr/>
        </p:nvSpPr>
        <p:spPr>
          <a:xfrm>
            <a:off x="531056" y="2622726"/>
            <a:ext cx="246555" cy="54804"/>
          </a:xfrm>
          <a:custGeom>
            <a:rect b="b" l="l" r="r" t="t"/>
            <a:pathLst>
              <a:path extrusionOk="0" h="1702" w="7657">
                <a:moveTo>
                  <a:pt x="442" y="0"/>
                </a:moveTo>
                <a:cubicBezTo>
                  <a:pt x="190" y="0"/>
                  <a:pt x="1" y="221"/>
                  <a:pt x="1" y="441"/>
                </a:cubicBezTo>
                <a:lnTo>
                  <a:pt x="1" y="1292"/>
                </a:lnTo>
                <a:cubicBezTo>
                  <a:pt x="1" y="1512"/>
                  <a:pt x="190" y="1701"/>
                  <a:pt x="442" y="1701"/>
                </a:cubicBezTo>
                <a:lnTo>
                  <a:pt x="7215" y="1701"/>
                </a:lnTo>
                <a:cubicBezTo>
                  <a:pt x="7499" y="1701"/>
                  <a:pt x="7656" y="1512"/>
                  <a:pt x="7656" y="1292"/>
                </a:cubicBezTo>
                <a:lnTo>
                  <a:pt x="7656" y="441"/>
                </a:lnTo>
                <a:cubicBezTo>
                  <a:pt x="7656" y="221"/>
                  <a:pt x="7436" y="0"/>
                  <a:pt x="72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" name="Google Shape;652;p16"/>
          <p:cNvSpPr/>
          <p:nvPr/>
        </p:nvSpPr>
        <p:spPr>
          <a:xfrm>
            <a:off x="559456" y="2543579"/>
            <a:ext cx="191783" cy="54804"/>
          </a:xfrm>
          <a:custGeom>
            <a:rect b="b" l="l" r="r" t="t"/>
            <a:pathLst>
              <a:path extrusionOk="0" h="1702" w="5956"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lnTo>
                  <a:pt x="1" y="1261"/>
                </a:lnTo>
                <a:cubicBezTo>
                  <a:pt x="1" y="1481"/>
                  <a:pt x="190" y="1702"/>
                  <a:pt x="442" y="1702"/>
                </a:cubicBezTo>
                <a:lnTo>
                  <a:pt x="5514" y="1702"/>
                </a:lnTo>
                <a:cubicBezTo>
                  <a:pt x="5735" y="1702"/>
                  <a:pt x="5955" y="1481"/>
                  <a:pt x="5955" y="1261"/>
                </a:cubicBezTo>
                <a:lnTo>
                  <a:pt x="5955" y="410"/>
                </a:lnTo>
                <a:cubicBezTo>
                  <a:pt x="5955" y="190"/>
                  <a:pt x="5735" y="1"/>
                  <a:pt x="55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" name="Google Shape;653;p16"/>
          <p:cNvSpPr/>
          <p:nvPr/>
        </p:nvSpPr>
        <p:spPr>
          <a:xfrm>
            <a:off x="448881" y="2268656"/>
            <a:ext cx="410904" cy="271929"/>
          </a:xfrm>
          <a:custGeom>
            <a:rect b="b" l="l" r="r" t="t"/>
            <a:pathLst>
              <a:path extrusionOk="0" h="8445" w="12761">
                <a:moveTo>
                  <a:pt x="6428" y="852"/>
                </a:moveTo>
                <a:cubicBezTo>
                  <a:pt x="6648" y="852"/>
                  <a:pt x="6806" y="1009"/>
                  <a:pt x="6869" y="1261"/>
                </a:cubicBezTo>
                <a:lnTo>
                  <a:pt x="6869" y="1324"/>
                </a:lnTo>
                <a:cubicBezTo>
                  <a:pt x="6806" y="1513"/>
                  <a:pt x="6648" y="1702"/>
                  <a:pt x="6428" y="1702"/>
                </a:cubicBezTo>
                <a:cubicBezTo>
                  <a:pt x="6176" y="1702"/>
                  <a:pt x="6018" y="1576"/>
                  <a:pt x="5987" y="1324"/>
                </a:cubicBezTo>
                <a:lnTo>
                  <a:pt x="5987" y="1261"/>
                </a:lnTo>
                <a:cubicBezTo>
                  <a:pt x="6018" y="1041"/>
                  <a:pt x="6176" y="852"/>
                  <a:pt x="6428" y="852"/>
                </a:cubicBezTo>
                <a:close/>
                <a:moveTo>
                  <a:pt x="2112" y="2742"/>
                </a:moveTo>
                <a:lnTo>
                  <a:pt x="3340" y="6396"/>
                </a:lnTo>
                <a:lnTo>
                  <a:pt x="914" y="6396"/>
                </a:lnTo>
                <a:lnTo>
                  <a:pt x="2112" y="2742"/>
                </a:lnTo>
                <a:close/>
                <a:moveTo>
                  <a:pt x="10681" y="2742"/>
                </a:moveTo>
                <a:lnTo>
                  <a:pt x="11878" y="6396"/>
                </a:lnTo>
                <a:lnTo>
                  <a:pt x="9452" y="6396"/>
                </a:lnTo>
                <a:lnTo>
                  <a:pt x="10681" y="2742"/>
                </a:lnTo>
                <a:close/>
                <a:moveTo>
                  <a:pt x="6333" y="1"/>
                </a:moveTo>
                <a:cubicBezTo>
                  <a:pt x="5798" y="1"/>
                  <a:pt x="5325" y="347"/>
                  <a:pt x="5168" y="852"/>
                </a:cubicBezTo>
                <a:lnTo>
                  <a:pt x="1292" y="852"/>
                </a:lnTo>
                <a:cubicBezTo>
                  <a:pt x="1103" y="852"/>
                  <a:pt x="914" y="1009"/>
                  <a:pt x="883" y="1198"/>
                </a:cubicBezTo>
                <a:cubicBezTo>
                  <a:pt x="820" y="1482"/>
                  <a:pt x="1040" y="1702"/>
                  <a:pt x="1292" y="1702"/>
                </a:cubicBezTo>
                <a:lnTo>
                  <a:pt x="1576" y="1702"/>
                </a:lnTo>
                <a:cubicBezTo>
                  <a:pt x="1" y="6491"/>
                  <a:pt x="32" y="6333"/>
                  <a:pt x="32" y="6459"/>
                </a:cubicBezTo>
                <a:cubicBezTo>
                  <a:pt x="64" y="7562"/>
                  <a:pt x="1009" y="8444"/>
                  <a:pt x="2112" y="8444"/>
                </a:cubicBezTo>
                <a:cubicBezTo>
                  <a:pt x="3277" y="8444"/>
                  <a:pt x="4159" y="7562"/>
                  <a:pt x="4159" y="6459"/>
                </a:cubicBezTo>
                <a:cubicBezTo>
                  <a:pt x="4159" y="6333"/>
                  <a:pt x="4222" y="6491"/>
                  <a:pt x="2647" y="1702"/>
                </a:cubicBezTo>
                <a:lnTo>
                  <a:pt x="5105" y="1702"/>
                </a:lnTo>
                <a:lnTo>
                  <a:pt x="5105" y="7342"/>
                </a:lnTo>
                <a:cubicBezTo>
                  <a:pt x="5105" y="7594"/>
                  <a:pt x="5325" y="7783"/>
                  <a:pt x="5546" y="7783"/>
                </a:cubicBezTo>
                <a:lnTo>
                  <a:pt x="7247" y="7783"/>
                </a:lnTo>
                <a:cubicBezTo>
                  <a:pt x="7499" y="7783"/>
                  <a:pt x="7688" y="7594"/>
                  <a:pt x="7688" y="7342"/>
                </a:cubicBezTo>
                <a:lnTo>
                  <a:pt x="7688" y="1702"/>
                </a:lnTo>
                <a:lnTo>
                  <a:pt x="10177" y="1702"/>
                </a:lnTo>
                <a:cubicBezTo>
                  <a:pt x="8602" y="6491"/>
                  <a:pt x="8633" y="6333"/>
                  <a:pt x="8633" y="6459"/>
                </a:cubicBezTo>
                <a:cubicBezTo>
                  <a:pt x="8665" y="7562"/>
                  <a:pt x="9578" y="8444"/>
                  <a:pt x="10681" y="8444"/>
                </a:cubicBezTo>
                <a:cubicBezTo>
                  <a:pt x="11815" y="8444"/>
                  <a:pt x="12729" y="7562"/>
                  <a:pt x="12729" y="6459"/>
                </a:cubicBezTo>
                <a:cubicBezTo>
                  <a:pt x="12729" y="6333"/>
                  <a:pt x="12760" y="6491"/>
                  <a:pt x="11185" y="1702"/>
                </a:cubicBezTo>
                <a:lnTo>
                  <a:pt x="11437" y="1702"/>
                </a:lnTo>
                <a:cubicBezTo>
                  <a:pt x="11626" y="1702"/>
                  <a:pt x="11815" y="1576"/>
                  <a:pt x="11847" y="1356"/>
                </a:cubicBezTo>
                <a:cubicBezTo>
                  <a:pt x="11910" y="1104"/>
                  <a:pt x="11689" y="852"/>
                  <a:pt x="11437" y="852"/>
                </a:cubicBezTo>
                <a:lnTo>
                  <a:pt x="7530" y="852"/>
                </a:lnTo>
                <a:cubicBezTo>
                  <a:pt x="7373" y="347"/>
                  <a:pt x="6900" y="1"/>
                  <a:pt x="63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" name="Google Shape;654;p16"/>
          <p:cNvSpPr/>
          <p:nvPr/>
        </p:nvSpPr>
        <p:spPr>
          <a:xfrm>
            <a:off x="2822693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2930" y="1670"/>
                </a:moveTo>
                <a:cubicBezTo>
                  <a:pt x="3119" y="1670"/>
                  <a:pt x="3308" y="1859"/>
                  <a:pt x="3308" y="2048"/>
                </a:cubicBezTo>
                <a:lnTo>
                  <a:pt x="3308" y="2489"/>
                </a:lnTo>
                <a:lnTo>
                  <a:pt x="3749" y="2489"/>
                </a:lnTo>
                <a:cubicBezTo>
                  <a:pt x="4001" y="2489"/>
                  <a:pt x="4159" y="2678"/>
                  <a:pt x="4159" y="2930"/>
                </a:cubicBezTo>
                <a:cubicBezTo>
                  <a:pt x="4159" y="3151"/>
                  <a:pt x="3938" y="3340"/>
                  <a:pt x="3749" y="3340"/>
                </a:cubicBezTo>
                <a:lnTo>
                  <a:pt x="3308" y="3340"/>
                </a:lnTo>
                <a:lnTo>
                  <a:pt x="3308" y="3781"/>
                </a:lnTo>
                <a:cubicBezTo>
                  <a:pt x="3308" y="4001"/>
                  <a:pt x="3119" y="4159"/>
                  <a:pt x="2930" y="4159"/>
                </a:cubicBezTo>
                <a:cubicBezTo>
                  <a:pt x="2710" y="4159"/>
                  <a:pt x="2520" y="3970"/>
                  <a:pt x="2520" y="3781"/>
                </a:cubicBezTo>
                <a:lnTo>
                  <a:pt x="2520" y="3340"/>
                </a:lnTo>
                <a:lnTo>
                  <a:pt x="2079" y="3340"/>
                </a:lnTo>
                <a:cubicBezTo>
                  <a:pt x="1859" y="3340"/>
                  <a:pt x="1701" y="3151"/>
                  <a:pt x="1701" y="2930"/>
                </a:cubicBezTo>
                <a:cubicBezTo>
                  <a:pt x="1701" y="2678"/>
                  <a:pt x="1859" y="2489"/>
                  <a:pt x="2079" y="2489"/>
                </a:cubicBezTo>
                <a:lnTo>
                  <a:pt x="2520" y="2489"/>
                </a:lnTo>
                <a:lnTo>
                  <a:pt x="2520" y="2048"/>
                </a:lnTo>
                <a:cubicBezTo>
                  <a:pt x="2520" y="1827"/>
                  <a:pt x="2710" y="1670"/>
                  <a:pt x="2930" y="1670"/>
                </a:cubicBez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5387"/>
                </a:lnTo>
                <a:cubicBezTo>
                  <a:pt x="32" y="5639"/>
                  <a:pt x="221" y="5797"/>
                  <a:pt x="441" y="5797"/>
                </a:cubicBezTo>
                <a:lnTo>
                  <a:pt x="5387" y="5797"/>
                </a:lnTo>
                <a:cubicBezTo>
                  <a:pt x="5639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39" y="0"/>
                  <a:pt x="5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" name="Google Shape;655;p16"/>
          <p:cNvSpPr/>
          <p:nvPr/>
        </p:nvSpPr>
        <p:spPr>
          <a:xfrm>
            <a:off x="2823692" y="1551336"/>
            <a:ext cx="188724" cy="185665"/>
          </a:xfrm>
          <a:custGeom>
            <a:rect b="b" l="l" r="r" t="t"/>
            <a:pathLst>
              <a:path extrusionOk="0" h="5766" w="5861">
                <a:moveTo>
                  <a:pt x="3450" y="1859"/>
                </a:moveTo>
                <a:cubicBezTo>
                  <a:pt x="3561" y="1859"/>
                  <a:pt x="3671" y="1890"/>
                  <a:pt x="3750" y="1953"/>
                </a:cubicBezTo>
                <a:cubicBezTo>
                  <a:pt x="3907" y="2111"/>
                  <a:pt x="3907" y="2395"/>
                  <a:pt x="3750" y="2552"/>
                </a:cubicBezTo>
                <a:lnTo>
                  <a:pt x="3466" y="2836"/>
                </a:lnTo>
                <a:lnTo>
                  <a:pt x="3750" y="3119"/>
                </a:lnTo>
                <a:cubicBezTo>
                  <a:pt x="3907" y="3277"/>
                  <a:pt x="3907" y="3529"/>
                  <a:pt x="3750" y="3686"/>
                </a:cubicBezTo>
                <a:cubicBezTo>
                  <a:pt x="3671" y="3765"/>
                  <a:pt x="3561" y="3804"/>
                  <a:pt x="3450" y="3804"/>
                </a:cubicBezTo>
                <a:cubicBezTo>
                  <a:pt x="3340" y="3804"/>
                  <a:pt x="3230" y="3765"/>
                  <a:pt x="3151" y="3686"/>
                </a:cubicBezTo>
                <a:lnTo>
                  <a:pt x="2899" y="3434"/>
                </a:lnTo>
                <a:lnTo>
                  <a:pt x="2616" y="3686"/>
                </a:lnTo>
                <a:cubicBezTo>
                  <a:pt x="2537" y="3765"/>
                  <a:pt x="2426" y="3804"/>
                  <a:pt x="2316" y="3804"/>
                </a:cubicBezTo>
                <a:cubicBezTo>
                  <a:pt x="2206" y="3804"/>
                  <a:pt x="2096" y="3765"/>
                  <a:pt x="2017" y="3686"/>
                </a:cubicBezTo>
                <a:cubicBezTo>
                  <a:pt x="1859" y="3529"/>
                  <a:pt x="1859" y="3277"/>
                  <a:pt x="2017" y="3119"/>
                </a:cubicBezTo>
                <a:lnTo>
                  <a:pt x="2300" y="2836"/>
                </a:lnTo>
                <a:lnTo>
                  <a:pt x="2017" y="2552"/>
                </a:lnTo>
                <a:cubicBezTo>
                  <a:pt x="1859" y="2395"/>
                  <a:pt x="1859" y="2111"/>
                  <a:pt x="2017" y="1953"/>
                </a:cubicBezTo>
                <a:cubicBezTo>
                  <a:pt x="2096" y="1890"/>
                  <a:pt x="2206" y="1859"/>
                  <a:pt x="2316" y="1859"/>
                </a:cubicBezTo>
                <a:cubicBezTo>
                  <a:pt x="2426" y="1859"/>
                  <a:pt x="2537" y="1890"/>
                  <a:pt x="2616" y="1953"/>
                </a:cubicBezTo>
                <a:lnTo>
                  <a:pt x="2899" y="2237"/>
                </a:lnTo>
                <a:lnTo>
                  <a:pt x="3151" y="1953"/>
                </a:lnTo>
                <a:cubicBezTo>
                  <a:pt x="3230" y="1890"/>
                  <a:pt x="3340" y="1859"/>
                  <a:pt x="3450" y="1859"/>
                </a:cubicBezTo>
                <a:close/>
                <a:moveTo>
                  <a:pt x="442" y="0"/>
                </a:moveTo>
                <a:cubicBezTo>
                  <a:pt x="221" y="0"/>
                  <a:pt x="1" y="189"/>
                  <a:pt x="1" y="378"/>
                </a:cubicBezTo>
                <a:lnTo>
                  <a:pt x="1" y="5356"/>
                </a:lnTo>
                <a:cubicBezTo>
                  <a:pt x="1" y="5608"/>
                  <a:pt x="221" y="5766"/>
                  <a:pt x="442" y="5766"/>
                </a:cubicBezTo>
                <a:lnTo>
                  <a:pt x="5419" y="5766"/>
                </a:lnTo>
                <a:cubicBezTo>
                  <a:pt x="5640" y="5766"/>
                  <a:pt x="5861" y="5545"/>
                  <a:pt x="5861" y="5356"/>
                </a:cubicBezTo>
                <a:lnTo>
                  <a:pt x="5861" y="378"/>
                </a:lnTo>
                <a:cubicBezTo>
                  <a:pt x="5861" y="158"/>
                  <a:pt x="5640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p16"/>
          <p:cNvSpPr/>
          <p:nvPr/>
        </p:nvSpPr>
        <p:spPr>
          <a:xfrm>
            <a:off x="3044840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3750" y="2457"/>
                </a:moveTo>
                <a:cubicBezTo>
                  <a:pt x="3970" y="2457"/>
                  <a:pt x="4128" y="2646"/>
                  <a:pt x="4128" y="2867"/>
                </a:cubicBezTo>
                <a:cubicBezTo>
                  <a:pt x="4159" y="3151"/>
                  <a:pt x="3970" y="3308"/>
                  <a:pt x="3750" y="3308"/>
                </a:cubicBezTo>
                <a:lnTo>
                  <a:pt x="2080" y="3308"/>
                </a:lnTo>
                <a:cubicBezTo>
                  <a:pt x="1859" y="3308"/>
                  <a:pt x="1702" y="3119"/>
                  <a:pt x="1702" y="2867"/>
                </a:cubicBezTo>
                <a:cubicBezTo>
                  <a:pt x="1702" y="2646"/>
                  <a:pt x="1891" y="2457"/>
                  <a:pt x="2080" y="2457"/>
                </a:cubicBez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5387"/>
                </a:lnTo>
                <a:cubicBezTo>
                  <a:pt x="1" y="5639"/>
                  <a:pt x="190" y="5797"/>
                  <a:pt x="442" y="5797"/>
                </a:cubicBezTo>
                <a:lnTo>
                  <a:pt x="5388" y="5797"/>
                </a:lnTo>
                <a:cubicBezTo>
                  <a:pt x="5640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" name="Google Shape;657;p16"/>
          <p:cNvSpPr/>
          <p:nvPr/>
        </p:nvSpPr>
        <p:spPr>
          <a:xfrm>
            <a:off x="3044840" y="1550306"/>
            <a:ext cx="187694" cy="186696"/>
          </a:xfrm>
          <a:custGeom>
            <a:rect b="b" l="l" r="r" t="t"/>
            <a:pathLst>
              <a:path extrusionOk="0" h="5798" w="5829">
                <a:moveTo>
                  <a:pt x="3750" y="1639"/>
                </a:moveTo>
                <a:cubicBezTo>
                  <a:pt x="3970" y="1639"/>
                  <a:pt x="4128" y="1859"/>
                  <a:pt x="4128" y="2080"/>
                </a:cubicBezTo>
                <a:cubicBezTo>
                  <a:pt x="4159" y="2332"/>
                  <a:pt x="3970" y="2490"/>
                  <a:pt x="3750" y="2490"/>
                </a:cubicBezTo>
                <a:lnTo>
                  <a:pt x="2080" y="2490"/>
                </a:lnTo>
                <a:cubicBezTo>
                  <a:pt x="1859" y="2490"/>
                  <a:pt x="1702" y="2269"/>
                  <a:pt x="1702" y="2080"/>
                </a:cubicBezTo>
                <a:cubicBezTo>
                  <a:pt x="1702" y="1859"/>
                  <a:pt x="1891" y="1639"/>
                  <a:pt x="2080" y="1639"/>
                </a:cubicBezTo>
                <a:close/>
                <a:moveTo>
                  <a:pt x="3750" y="3309"/>
                </a:moveTo>
                <a:cubicBezTo>
                  <a:pt x="3970" y="3309"/>
                  <a:pt x="4128" y="3498"/>
                  <a:pt x="4128" y="3687"/>
                </a:cubicBezTo>
                <a:cubicBezTo>
                  <a:pt x="4159" y="3970"/>
                  <a:pt x="3970" y="4128"/>
                  <a:pt x="3750" y="4128"/>
                </a:cubicBezTo>
                <a:lnTo>
                  <a:pt x="2080" y="4128"/>
                </a:lnTo>
                <a:cubicBezTo>
                  <a:pt x="1859" y="4128"/>
                  <a:pt x="1702" y="3939"/>
                  <a:pt x="1702" y="3687"/>
                </a:cubicBezTo>
                <a:cubicBezTo>
                  <a:pt x="1702" y="3466"/>
                  <a:pt x="1891" y="3309"/>
                  <a:pt x="2080" y="3309"/>
                </a:cubicBezTo>
                <a:close/>
                <a:moveTo>
                  <a:pt x="442" y="1"/>
                </a:moveTo>
                <a:cubicBezTo>
                  <a:pt x="190" y="1"/>
                  <a:pt x="1" y="190"/>
                  <a:pt x="1" y="379"/>
                </a:cubicBezTo>
                <a:lnTo>
                  <a:pt x="1" y="5388"/>
                </a:lnTo>
                <a:cubicBezTo>
                  <a:pt x="1" y="5640"/>
                  <a:pt x="190" y="5798"/>
                  <a:pt x="442" y="5798"/>
                </a:cubicBezTo>
                <a:lnTo>
                  <a:pt x="5388" y="5798"/>
                </a:lnTo>
                <a:cubicBezTo>
                  <a:pt x="5640" y="5798"/>
                  <a:pt x="5829" y="5577"/>
                  <a:pt x="5829" y="5388"/>
                </a:cubicBezTo>
                <a:lnTo>
                  <a:pt x="5829" y="410"/>
                </a:ln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" name="Google Shape;658;p16"/>
          <p:cNvSpPr/>
          <p:nvPr/>
        </p:nvSpPr>
        <p:spPr>
          <a:xfrm>
            <a:off x="2948466" y="1808270"/>
            <a:ext cx="136979" cy="135723"/>
          </a:xfrm>
          <a:custGeom>
            <a:rect b="b" l="l" r="r" t="t"/>
            <a:pathLst>
              <a:path extrusionOk="0" h="4215" w="4254">
                <a:moveTo>
                  <a:pt x="2064" y="1"/>
                </a:moveTo>
                <a:cubicBezTo>
                  <a:pt x="1954" y="1"/>
                  <a:pt x="1844" y="40"/>
                  <a:pt x="1765" y="119"/>
                </a:cubicBezTo>
                <a:lnTo>
                  <a:pt x="1" y="1883"/>
                </a:lnTo>
                <a:lnTo>
                  <a:pt x="2332" y="4214"/>
                </a:lnTo>
                <a:lnTo>
                  <a:pt x="4096" y="2450"/>
                </a:lnTo>
                <a:cubicBezTo>
                  <a:pt x="4254" y="2293"/>
                  <a:pt x="4254" y="2009"/>
                  <a:pt x="4096" y="1852"/>
                </a:cubicBezTo>
                <a:lnTo>
                  <a:pt x="2364" y="119"/>
                </a:lnTo>
                <a:cubicBezTo>
                  <a:pt x="2285" y="40"/>
                  <a:pt x="2175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" name="Google Shape;659;p16"/>
          <p:cNvSpPr/>
          <p:nvPr/>
        </p:nvSpPr>
        <p:spPr>
          <a:xfrm>
            <a:off x="3098614" y="1957388"/>
            <a:ext cx="137977" cy="135723"/>
          </a:xfrm>
          <a:custGeom>
            <a:rect b="b" l="l" r="r" t="t"/>
            <a:pathLst>
              <a:path extrusionOk="0" h="4215" w="4285">
                <a:moveTo>
                  <a:pt x="2064" y="1"/>
                </a:moveTo>
                <a:cubicBezTo>
                  <a:pt x="1954" y="1"/>
                  <a:pt x="1843" y="40"/>
                  <a:pt x="1765" y="119"/>
                </a:cubicBezTo>
                <a:lnTo>
                  <a:pt x="0" y="1915"/>
                </a:lnTo>
                <a:lnTo>
                  <a:pt x="2300" y="4215"/>
                </a:lnTo>
                <a:lnTo>
                  <a:pt x="4128" y="2482"/>
                </a:lnTo>
                <a:cubicBezTo>
                  <a:pt x="4285" y="2324"/>
                  <a:pt x="4285" y="2072"/>
                  <a:pt x="4128" y="1915"/>
                </a:cubicBezTo>
                <a:lnTo>
                  <a:pt x="2363" y="119"/>
                </a:lnTo>
                <a:cubicBezTo>
                  <a:pt x="2285" y="40"/>
                  <a:pt x="2174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" name="Google Shape;660;p16"/>
          <p:cNvSpPr/>
          <p:nvPr/>
        </p:nvSpPr>
        <p:spPr>
          <a:xfrm>
            <a:off x="2818636" y="1889189"/>
            <a:ext cx="337842" cy="328021"/>
          </a:xfrm>
          <a:custGeom>
            <a:rect b="b" l="l" r="r" t="t"/>
            <a:pathLst>
              <a:path extrusionOk="0" h="10187" w="10492">
                <a:moveTo>
                  <a:pt x="3497" y="0"/>
                </a:moveTo>
                <a:lnTo>
                  <a:pt x="1764" y="1733"/>
                </a:lnTo>
                <a:cubicBezTo>
                  <a:pt x="1166" y="2332"/>
                  <a:pt x="725" y="3088"/>
                  <a:pt x="504" y="3812"/>
                </a:cubicBezTo>
                <a:cubicBezTo>
                  <a:pt x="0" y="5514"/>
                  <a:pt x="410" y="7404"/>
                  <a:pt x="1764" y="8759"/>
                </a:cubicBezTo>
                <a:cubicBezTo>
                  <a:pt x="2667" y="9661"/>
                  <a:pt x="3919" y="10187"/>
                  <a:pt x="5273" y="10187"/>
                </a:cubicBezTo>
                <a:cubicBezTo>
                  <a:pt x="5384" y="10187"/>
                  <a:pt x="5496" y="10183"/>
                  <a:pt x="5608" y="10176"/>
                </a:cubicBezTo>
                <a:cubicBezTo>
                  <a:pt x="6679" y="10082"/>
                  <a:pt x="7876" y="9609"/>
                  <a:pt x="8758" y="8759"/>
                </a:cubicBezTo>
                <a:lnTo>
                  <a:pt x="10491" y="7026"/>
                </a:lnTo>
                <a:lnTo>
                  <a:pt x="8191" y="4694"/>
                </a:lnTo>
                <a:lnTo>
                  <a:pt x="6396" y="6396"/>
                </a:lnTo>
                <a:cubicBezTo>
                  <a:pt x="6077" y="6715"/>
                  <a:pt x="5645" y="6880"/>
                  <a:pt x="5214" y="6880"/>
                </a:cubicBezTo>
                <a:cubicBezTo>
                  <a:pt x="4794" y="6880"/>
                  <a:pt x="4375" y="6722"/>
                  <a:pt x="4064" y="6396"/>
                </a:cubicBezTo>
                <a:cubicBezTo>
                  <a:pt x="3434" y="5766"/>
                  <a:pt x="3434" y="4694"/>
                  <a:pt x="4064" y="4064"/>
                </a:cubicBezTo>
                <a:lnTo>
                  <a:pt x="5797" y="2332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" name="Google Shape;661;p16"/>
          <p:cNvSpPr/>
          <p:nvPr/>
        </p:nvSpPr>
        <p:spPr>
          <a:xfrm>
            <a:off x="2825394" y="2303875"/>
            <a:ext cx="410872" cy="398700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" name="Google Shape;662;p16"/>
          <p:cNvSpPr/>
          <p:nvPr/>
        </p:nvSpPr>
        <p:spPr>
          <a:xfrm>
            <a:off x="1524748" y="2791049"/>
            <a:ext cx="238409" cy="144095"/>
          </a:xfrm>
          <a:custGeom>
            <a:rect b="b" l="l" r="r" t="t"/>
            <a:pathLst>
              <a:path extrusionOk="0" h="4475" w="7404">
                <a:moveTo>
                  <a:pt x="1229" y="1"/>
                </a:moveTo>
                <a:cubicBezTo>
                  <a:pt x="567" y="1"/>
                  <a:pt x="0" y="568"/>
                  <a:pt x="0" y="1261"/>
                </a:cubicBezTo>
                <a:cubicBezTo>
                  <a:pt x="0" y="1797"/>
                  <a:pt x="315" y="2269"/>
                  <a:pt x="819" y="2458"/>
                </a:cubicBezTo>
                <a:lnTo>
                  <a:pt x="819" y="4475"/>
                </a:lnTo>
                <a:lnTo>
                  <a:pt x="6616" y="4475"/>
                </a:lnTo>
                <a:lnTo>
                  <a:pt x="6616" y="2458"/>
                </a:lnTo>
                <a:lnTo>
                  <a:pt x="6585" y="2458"/>
                </a:lnTo>
                <a:cubicBezTo>
                  <a:pt x="7057" y="2301"/>
                  <a:pt x="7404" y="1828"/>
                  <a:pt x="7404" y="1261"/>
                </a:cubicBezTo>
                <a:cubicBezTo>
                  <a:pt x="7404" y="600"/>
                  <a:pt x="6868" y="64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" name="Google Shape;663;p16"/>
          <p:cNvSpPr/>
          <p:nvPr/>
        </p:nvSpPr>
        <p:spPr>
          <a:xfrm>
            <a:off x="1551119" y="2962513"/>
            <a:ext cx="186696" cy="238409"/>
          </a:xfrm>
          <a:custGeom>
            <a:rect b="b" l="l" r="r" t="t"/>
            <a:pathLst>
              <a:path extrusionOk="0" h="7404" w="5798">
                <a:moveTo>
                  <a:pt x="0" y="0"/>
                </a:moveTo>
                <a:lnTo>
                  <a:pt x="0" y="819"/>
                </a:lnTo>
                <a:lnTo>
                  <a:pt x="2111" y="819"/>
                </a:lnTo>
                <a:cubicBezTo>
                  <a:pt x="2332" y="819"/>
                  <a:pt x="2489" y="1040"/>
                  <a:pt x="2489" y="1260"/>
                </a:cubicBezTo>
                <a:cubicBezTo>
                  <a:pt x="2489" y="1513"/>
                  <a:pt x="2300" y="1702"/>
                  <a:pt x="2111" y="1702"/>
                </a:cubicBezTo>
                <a:lnTo>
                  <a:pt x="0" y="1702"/>
                </a:lnTo>
                <a:lnTo>
                  <a:pt x="0" y="2521"/>
                </a:lnTo>
                <a:lnTo>
                  <a:pt x="2111" y="2521"/>
                </a:lnTo>
                <a:cubicBezTo>
                  <a:pt x="2332" y="2521"/>
                  <a:pt x="2489" y="2710"/>
                  <a:pt x="2489" y="2930"/>
                </a:cubicBezTo>
                <a:cubicBezTo>
                  <a:pt x="2489" y="3151"/>
                  <a:pt x="2300" y="3340"/>
                  <a:pt x="2111" y="3340"/>
                </a:cubicBezTo>
                <a:lnTo>
                  <a:pt x="0" y="3340"/>
                </a:lnTo>
                <a:lnTo>
                  <a:pt x="0" y="4190"/>
                </a:lnTo>
                <a:lnTo>
                  <a:pt x="2111" y="4190"/>
                </a:lnTo>
                <a:cubicBezTo>
                  <a:pt x="2332" y="4190"/>
                  <a:pt x="2489" y="4379"/>
                  <a:pt x="2489" y="4600"/>
                </a:cubicBezTo>
                <a:cubicBezTo>
                  <a:pt x="2458" y="4726"/>
                  <a:pt x="2300" y="4915"/>
                  <a:pt x="2048" y="4915"/>
                </a:cubicBezTo>
                <a:lnTo>
                  <a:pt x="63" y="4915"/>
                </a:lnTo>
                <a:cubicBezTo>
                  <a:pt x="252" y="6427"/>
                  <a:pt x="1512" y="7404"/>
                  <a:pt x="2899" y="7404"/>
                </a:cubicBezTo>
                <a:cubicBezTo>
                  <a:pt x="4474" y="7404"/>
                  <a:pt x="5797" y="6112"/>
                  <a:pt x="5797" y="4537"/>
                </a:cubicBezTo>
                <a:lnTo>
                  <a:pt x="57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" name="Google Shape;664;p16"/>
          <p:cNvSpPr/>
          <p:nvPr/>
        </p:nvSpPr>
        <p:spPr>
          <a:xfrm>
            <a:off x="1486747" y="3298212"/>
            <a:ext cx="330726" cy="407072"/>
          </a:xfrm>
          <a:custGeom>
            <a:rect b="b" l="l" r="r" t="t"/>
            <a:pathLst>
              <a:path extrusionOk="0" h="12642" w="10271">
                <a:moveTo>
                  <a:pt x="5364" y="0"/>
                </a:moveTo>
                <a:cubicBezTo>
                  <a:pt x="5041" y="0"/>
                  <a:pt x="4710" y="118"/>
                  <a:pt x="4443" y="355"/>
                </a:cubicBezTo>
                <a:lnTo>
                  <a:pt x="3277" y="1552"/>
                </a:lnTo>
                <a:cubicBezTo>
                  <a:pt x="2804" y="2025"/>
                  <a:pt x="2804" y="2812"/>
                  <a:pt x="3277" y="3316"/>
                </a:cubicBezTo>
                <a:lnTo>
                  <a:pt x="3938" y="3978"/>
                </a:lnTo>
                <a:lnTo>
                  <a:pt x="1702" y="6215"/>
                </a:lnTo>
                <a:cubicBezTo>
                  <a:pt x="1544" y="6152"/>
                  <a:pt x="1355" y="6057"/>
                  <a:pt x="1135" y="6057"/>
                </a:cubicBezTo>
                <a:cubicBezTo>
                  <a:pt x="1119" y="6056"/>
                  <a:pt x="1104" y="6056"/>
                  <a:pt x="1089" y="6056"/>
                </a:cubicBezTo>
                <a:cubicBezTo>
                  <a:pt x="538" y="6056"/>
                  <a:pt x="0" y="6611"/>
                  <a:pt x="0" y="7286"/>
                </a:cubicBezTo>
                <a:cubicBezTo>
                  <a:pt x="0" y="7947"/>
                  <a:pt x="567" y="8515"/>
                  <a:pt x="1229" y="8515"/>
                </a:cubicBezTo>
                <a:cubicBezTo>
                  <a:pt x="1418" y="8515"/>
                  <a:pt x="1576" y="8483"/>
                  <a:pt x="1733" y="8388"/>
                </a:cubicBezTo>
                <a:lnTo>
                  <a:pt x="3560" y="10216"/>
                </a:lnTo>
                <a:cubicBezTo>
                  <a:pt x="2993" y="10720"/>
                  <a:pt x="2615" y="11381"/>
                  <a:pt x="2521" y="12169"/>
                </a:cubicBezTo>
                <a:cubicBezTo>
                  <a:pt x="2489" y="12421"/>
                  <a:pt x="2678" y="12642"/>
                  <a:pt x="2930" y="12642"/>
                </a:cubicBezTo>
                <a:lnTo>
                  <a:pt x="8633" y="12642"/>
                </a:lnTo>
                <a:cubicBezTo>
                  <a:pt x="8853" y="12642"/>
                  <a:pt x="9074" y="12421"/>
                  <a:pt x="9011" y="12169"/>
                </a:cubicBezTo>
                <a:cubicBezTo>
                  <a:pt x="8790" y="10562"/>
                  <a:pt x="7404" y="9334"/>
                  <a:pt x="5766" y="9334"/>
                </a:cubicBezTo>
                <a:cubicBezTo>
                  <a:pt x="5199" y="9334"/>
                  <a:pt x="4695" y="9491"/>
                  <a:pt x="4222" y="9743"/>
                </a:cubicBezTo>
                <a:lnTo>
                  <a:pt x="2300" y="7853"/>
                </a:lnTo>
                <a:cubicBezTo>
                  <a:pt x="2363" y="7695"/>
                  <a:pt x="2395" y="7475"/>
                  <a:pt x="2395" y="7286"/>
                </a:cubicBezTo>
                <a:cubicBezTo>
                  <a:pt x="2395" y="7097"/>
                  <a:pt x="2363" y="6939"/>
                  <a:pt x="2300" y="6782"/>
                </a:cubicBezTo>
                <a:lnTo>
                  <a:pt x="4285" y="4797"/>
                </a:lnTo>
                <a:lnTo>
                  <a:pt x="4285" y="4797"/>
                </a:lnTo>
                <a:cubicBezTo>
                  <a:pt x="4253" y="5742"/>
                  <a:pt x="4537" y="6624"/>
                  <a:pt x="5073" y="7317"/>
                </a:cubicBezTo>
                <a:lnTo>
                  <a:pt x="10271" y="2119"/>
                </a:lnTo>
                <a:cubicBezTo>
                  <a:pt x="9636" y="1606"/>
                  <a:pt x="8888" y="1321"/>
                  <a:pt x="8026" y="1321"/>
                </a:cubicBezTo>
                <a:cubicBezTo>
                  <a:pt x="7776" y="1321"/>
                  <a:pt x="7516" y="1345"/>
                  <a:pt x="7246" y="1394"/>
                </a:cubicBezTo>
                <a:lnTo>
                  <a:pt x="6238" y="355"/>
                </a:lnTo>
                <a:cubicBezTo>
                  <a:pt x="6002" y="118"/>
                  <a:pt x="5687" y="0"/>
                  <a:pt x="5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" name="Google Shape;665;p16"/>
          <p:cNvSpPr/>
          <p:nvPr/>
        </p:nvSpPr>
        <p:spPr>
          <a:xfrm>
            <a:off x="1708894" y="3422214"/>
            <a:ext cx="108578" cy="103426"/>
          </a:xfrm>
          <a:custGeom>
            <a:rect b="b" l="l" r="r" t="t"/>
            <a:pathLst>
              <a:path extrusionOk="0" h="3212" w="3372">
                <a:moveTo>
                  <a:pt x="2868" y="1"/>
                </a:moveTo>
                <a:lnTo>
                  <a:pt x="1" y="2868"/>
                </a:lnTo>
                <a:cubicBezTo>
                  <a:pt x="353" y="3098"/>
                  <a:pt x="757" y="3212"/>
                  <a:pt x="1156" y="3212"/>
                </a:cubicBezTo>
                <a:cubicBezTo>
                  <a:pt x="1686" y="3212"/>
                  <a:pt x="2207" y="3011"/>
                  <a:pt x="2584" y="2616"/>
                </a:cubicBezTo>
                <a:cubicBezTo>
                  <a:pt x="3309" y="1891"/>
                  <a:pt x="3372" y="851"/>
                  <a:pt x="28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16"/>
          <p:cNvSpPr/>
          <p:nvPr/>
        </p:nvSpPr>
        <p:spPr>
          <a:xfrm>
            <a:off x="1454801" y="3800475"/>
            <a:ext cx="400761" cy="408876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" name="Google Shape;667;p16"/>
          <p:cNvSpPr/>
          <p:nvPr/>
        </p:nvSpPr>
        <p:spPr>
          <a:xfrm>
            <a:off x="3868467" y="2776867"/>
            <a:ext cx="407845" cy="406332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" name="Google Shape;668;p16"/>
          <p:cNvSpPr/>
          <p:nvPr/>
        </p:nvSpPr>
        <p:spPr>
          <a:xfrm>
            <a:off x="881236" y="1328126"/>
            <a:ext cx="473469" cy="381473"/>
          </a:xfrm>
          <a:custGeom>
            <a:rect b="b" l="l" r="r" t="t"/>
            <a:pathLst>
              <a:path extrusionOk="0" h="11847" w="14704">
                <a:moveTo>
                  <a:pt x="7370" y="797"/>
                </a:moveTo>
                <a:cubicBezTo>
                  <a:pt x="8536" y="797"/>
                  <a:pt x="9694" y="1246"/>
                  <a:pt x="10576" y="2143"/>
                </a:cubicBezTo>
                <a:cubicBezTo>
                  <a:pt x="12340" y="3908"/>
                  <a:pt x="12340" y="6775"/>
                  <a:pt x="10576" y="8539"/>
                </a:cubicBezTo>
                <a:cubicBezTo>
                  <a:pt x="9757" y="9390"/>
                  <a:pt x="8623" y="9894"/>
                  <a:pt x="7363" y="9894"/>
                </a:cubicBezTo>
                <a:cubicBezTo>
                  <a:pt x="6102" y="9894"/>
                  <a:pt x="4937" y="9358"/>
                  <a:pt x="4118" y="8539"/>
                </a:cubicBezTo>
                <a:cubicBezTo>
                  <a:pt x="2353" y="6775"/>
                  <a:pt x="2353" y="3908"/>
                  <a:pt x="4118" y="2143"/>
                </a:cubicBezTo>
                <a:cubicBezTo>
                  <a:pt x="5031" y="1246"/>
                  <a:pt x="6205" y="797"/>
                  <a:pt x="7370" y="797"/>
                </a:cubicBezTo>
                <a:close/>
                <a:moveTo>
                  <a:pt x="7326" y="1"/>
                </a:moveTo>
                <a:cubicBezTo>
                  <a:pt x="2091" y="1"/>
                  <a:pt x="0" y="6750"/>
                  <a:pt x="4275" y="9768"/>
                </a:cubicBezTo>
                <a:lnTo>
                  <a:pt x="3424" y="11280"/>
                </a:lnTo>
                <a:cubicBezTo>
                  <a:pt x="3298" y="11532"/>
                  <a:pt x="3487" y="11847"/>
                  <a:pt x="3771" y="11847"/>
                </a:cubicBezTo>
                <a:cubicBezTo>
                  <a:pt x="3929" y="11847"/>
                  <a:pt x="4086" y="11784"/>
                  <a:pt x="4118" y="11626"/>
                </a:cubicBezTo>
                <a:lnTo>
                  <a:pt x="5000" y="10209"/>
                </a:lnTo>
                <a:cubicBezTo>
                  <a:pt x="5740" y="10571"/>
                  <a:pt x="6543" y="10752"/>
                  <a:pt x="7351" y="10752"/>
                </a:cubicBezTo>
                <a:cubicBezTo>
                  <a:pt x="8158" y="10752"/>
                  <a:pt x="8969" y="10571"/>
                  <a:pt x="9725" y="10209"/>
                </a:cubicBezTo>
                <a:lnTo>
                  <a:pt x="10576" y="11626"/>
                </a:lnTo>
                <a:cubicBezTo>
                  <a:pt x="10671" y="11784"/>
                  <a:pt x="10828" y="11847"/>
                  <a:pt x="10923" y="11847"/>
                </a:cubicBezTo>
                <a:cubicBezTo>
                  <a:pt x="11238" y="11847"/>
                  <a:pt x="11458" y="11532"/>
                  <a:pt x="11301" y="11280"/>
                </a:cubicBezTo>
                <a:lnTo>
                  <a:pt x="10419" y="9768"/>
                </a:lnTo>
                <a:cubicBezTo>
                  <a:pt x="14703" y="6775"/>
                  <a:pt x="12592" y="1"/>
                  <a:pt x="7363" y="1"/>
                </a:cubicBezTo>
                <a:cubicBezTo>
                  <a:pt x="7350" y="1"/>
                  <a:pt x="7338" y="1"/>
                  <a:pt x="73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" name="Google Shape;669;p16"/>
          <p:cNvSpPr/>
          <p:nvPr/>
        </p:nvSpPr>
        <p:spPr>
          <a:xfrm>
            <a:off x="1180181" y="1300757"/>
            <a:ext cx="136979" cy="136979"/>
          </a:xfrm>
          <a:custGeom>
            <a:rect b="b" l="l" r="r" t="t"/>
            <a:pathLst>
              <a:path extrusionOk="0" h="4254" w="4254">
                <a:moveTo>
                  <a:pt x="1355" y="0"/>
                </a:moveTo>
                <a:cubicBezTo>
                  <a:pt x="882" y="0"/>
                  <a:pt x="410" y="95"/>
                  <a:pt x="0" y="315"/>
                </a:cubicBezTo>
                <a:cubicBezTo>
                  <a:pt x="1891" y="946"/>
                  <a:pt x="3340" y="2395"/>
                  <a:pt x="3938" y="4254"/>
                </a:cubicBezTo>
                <a:cubicBezTo>
                  <a:pt x="4128" y="3844"/>
                  <a:pt x="4254" y="3371"/>
                  <a:pt x="4254" y="2899"/>
                </a:cubicBezTo>
                <a:cubicBezTo>
                  <a:pt x="4254" y="1292"/>
                  <a:pt x="2962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" name="Google Shape;670;p16"/>
          <p:cNvSpPr/>
          <p:nvPr/>
        </p:nvSpPr>
        <p:spPr>
          <a:xfrm>
            <a:off x="917429" y="1301755"/>
            <a:ext cx="136979" cy="137011"/>
          </a:xfrm>
          <a:custGeom>
            <a:rect b="b" l="l" r="r" t="t"/>
            <a:pathLst>
              <a:path extrusionOk="0" h="4255" w="4254">
                <a:moveTo>
                  <a:pt x="2931" y="1"/>
                </a:moveTo>
                <a:cubicBezTo>
                  <a:pt x="1292" y="1"/>
                  <a:pt x="1" y="1293"/>
                  <a:pt x="1" y="2899"/>
                </a:cubicBezTo>
                <a:cubicBezTo>
                  <a:pt x="1" y="3372"/>
                  <a:pt x="127" y="3845"/>
                  <a:pt x="316" y="4254"/>
                </a:cubicBezTo>
                <a:cubicBezTo>
                  <a:pt x="977" y="2364"/>
                  <a:pt x="2426" y="915"/>
                  <a:pt x="4254" y="316"/>
                </a:cubicBezTo>
                <a:cubicBezTo>
                  <a:pt x="3876" y="127"/>
                  <a:pt x="3403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" name="Google Shape;671;p16"/>
          <p:cNvSpPr/>
          <p:nvPr/>
        </p:nvSpPr>
        <p:spPr>
          <a:xfrm>
            <a:off x="997575" y="1379872"/>
            <a:ext cx="239439" cy="240470"/>
          </a:xfrm>
          <a:custGeom>
            <a:rect b="b" l="l" r="r" t="t"/>
            <a:pathLst>
              <a:path extrusionOk="0" h="7468" w="7436">
                <a:moveTo>
                  <a:pt x="3781" y="1671"/>
                </a:moveTo>
                <a:cubicBezTo>
                  <a:pt x="4033" y="1671"/>
                  <a:pt x="4191" y="1860"/>
                  <a:pt x="4191" y="2112"/>
                </a:cubicBezTo>
                <a:lnTo>
                  <a:pt x="4191" y="3340"/>
                </a:lnTo>
                <a:lnTo>
                  <a:pt x="5388" y="3340"/>
                </a:lnTo>
                <a:cubicBezTo>
                  <a:pt x="5640" y="3340"/>
                  <a:pt x="5829" y="3529"/>
                  <a:pt x="5829" y="3750"/>
                </a:cubicBezTo>
                <a:cubicBezTo>
                  <a:pt x="5829" y="4002"/>
                  <a:pt x="5640" y="4128"/>
                  <a:pt x="5388" y="4128"/>
                </a:cubicBezTo>
                <a:lnTo>
                  <a:pt x="3750" y="4128"/>
                </a:lnTo>
                <a:cubicBezTo>
                  <a:pt x="3498" y="4128"/>
                  <a:pt x="3308" y="3939"/>
                  <a:pt x="3308" y="3750"/>
                </a:cubicBezTo>
                <a:lnTo>
                  <a:pt x="3308" y="2112"/>
                </a:lnTo>
                <a:lnTo>
                  <a:pt x="3340" y="2112"/>
                </a:lnTo>
                <a:cubicBezTo>
                  <a:pt x="3340" y="1860"/>
                  <a:pt x="3529" y="1671"/>
                  <a:pt x="3781" y="1671"/>
                </a:cubicBezTo>
                <a:close/>
                <a:moveTo>
                  <a:pt x="3750" y="1"/>
                </a:moveTo>
                <a:cubicBezTo>
                  <a:pt x="1702" y="1"/>
                  <a:pt x="32" y="1671"/>
                  <a:pt x="0" y="3750"/>
                </a:cubicBezTo>
                <a:cubicBezTo>
                  <a:pt x="32" y="5798"/>
                  <a:pt x="1702" y="7467"/>
                  <a:pt x="3750" y="7467"/>
                </a:cubicBezTo>
                <a:cubicBezTo>
                  <a:pt x="5797" y="7467"/>
                  <a:pt x="7436" y="5798"/>
                  <a:pt x="7436" y="3750"/>
                </a:cubicBezTo>
                <a:cubicBezTo>
                  <a:pt x="7436" y="1702"/>
                  <a:pt x="5797" y="64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" name="Google Shape;672;p16"/>
          <p:cNvSpPr/>
          <p:nvPr/>
        </p:nvSpPr>
        <p:spPr>
          <a:xfrm>
            <a:off x="920295" y="1785408"/>
            <a:ext cx="395352" cy="400407"/>
          </a:xfrm>
          <a:custGeom>
            <a:rect b="b" l="l" r="r" t="t"/>
            <a:pathLst>
              <a:path extrusionOk="0" h="12435" w="12278">
                <a:moveTo>
                  <a:pt x="5905" y="860"/>
                </a:moveTo>
                <a:cubicBezTo>
                  <a:pt x="6421" y="860"/>
                  <a:pt x="6926" y="1412"/>
                  <a:pt x="7341" y="2467"/>
                </a:cubicBezTo>
                <a:cubicBezTo>
                  <a:pt x="6837" y="2593"/>
                  <a:pt x="6365" y="2782"/>
                  <a:pt x="5892" y="3003"/>
                </a:cubicBezTo>
                <a:cubicBezTo>
                  <a:pt x="5419" y="2782"/>
                  <a:pt x="4947" y="2593"/>
                  <a:pt x="4443" y="2467"/>
                </a:cubicBezTo>
                <a:cubicBezTo>
                  <a:pt x="4893" y="1381"/>
                  <a:pt x="5404" y="860"/>
                  <a:pt x="5905" y="860"/>
                </a:cubicBezTo>
                <a:close/>
                <a:moveTo>
                  <a:pt x="4191" y="3255"/>
                </a:moveTo>
                <a:cubicBezTo>
                  <a:pt x="4443" y="3349"/>
                  <a:pt x="4632" y="3381"/>
                  <a:pt x="4884" y="3475"/>
                </a:cubicBezTo>
                <a:cubicBezTo>
                  <a:pt x="4726" y="3538"/>
                  <a:pt x="4600" y="3601"/>
                  <a:pt x="4443" y="3696"/>
                </a:cubicBezTo>
                <a:cubicBezTo>
                  <a:pt x="4285" y="3790"/>
                  <a:pt x="4159" y="3853"/>
                  <a:pt x="4002" y="3948"/>
                </a:cubicBezTo>
                <a:cubicBezTo>
                  <a:pt x="4096" y="3727"/>
                  <a:pt x="4159" y="3507"/>
                  <a:pt x="4191" y="3255"/>
                </a:cubicBezTo>
                <a:close/>
                <a:moveTo>
                  <a:pt x="7625" y="3318"/>
                </a:moveTo>
                <a:cubicBezTo>
                  <a:pt x="7688" y="3507"/>
                  <a:pt x="7751" y="3727"/>
                  <a:pt x="7782" y="3979"/>
                </a:cubicBezTo>
                <a:cubicBezTo>
                  <a:pt x="7499" y="3790"/>
                  <a:pt x="7247" y="3633"/>
                  <a:pt x="6963" y="3507"/>
                </a:cubicBezTo>
                <a:cubicBezTo>
                  <a:pt x="7184" y="3412"/>
                  <a:pt x="7404" y="3349"/>
                  <a:pt x="7625" y="3318"/>
                </a:cubicBezTo>
                <a:close/>
                <a:moveTo>
                  <a:pt x="2611" y="3034"/>
                </a:moveTo>
                <a:cubicBezTo>
                  <a:pt x="2846" y="3034"/>
                  <a:pt x="3110" y="3054"/>
                  <a:pt x="3403" y="3097"/>
                </a:cubicBezTo>
                <a:cubicBezTo>
                  <a:pt x="3309" y="3570"/>
                  <a:pt x="3183" y="4042"/>
                  <a:pt x="3151" y="4609"/>
                </a:cubicBezTo>
                <a:cubicBezTo>
                  <a:pt x="2742" y="4924"/>
                  <a:pt x="2363" y="5240"/>
                  <a:pt x="1954" y="5586"/>
                </a:cubicBezTo>
                <a:cubicBezTo>
                  <a:pt x="712" y="4068"/>
                  <a:pt x="945" y="3034"/>
                  <a:pt x="2611" y="3034"/>
                </a:cubicBezTo>
                <a:close/>
                <a:moveTo>
                  <a:pt x="9301" y="3075"/>
                </a:moveTo>
                <a:cubicBezTo>
                  <a:pt x="10879" y="3075"/>
                  <a:pt x="11079" y="4102"/>
                  <a:pt x="9862" y="5618"/>
                </a:cubicBezTo>
                <a:cubicBezTo>
                  <a:pt x="9515" y="5271"/>
                  <a:pt x="9137" y="4924"/>
                  <a:pt x="8696" y="4641"/>
                </a:cubicBezTo>
                <a:cubicBezTo>
                  <a:pt x="8601" y="4137"/>
                  <a:pt x="8538" y="3601"/>
                  <a:pt x="8412" y="3160"/>
                </a:cubicBezTo>
                <a:cubicBezTo>
                  <a:pt x="8746" y="3102"/>
                  <a:pt x="9042" y="3075"/>
                  <a:pt x="9301" y="3075"/>
                </a:cubicBezTo>
                <a:close/>
                <a:moveTo>
                  <a:pt x="8822" y="5744"/>
                </a:moveTo>
                <a:cubicBezTo>
                  <a:pt x="9011" y="5901"/>
                  <a:pt x="9169" y="6059"/>
                  <a:pt x="9326" y="6216"/>
                </a:cubicBezTo>
                <a:cubicBezTo>
                  <a:pt x="9169" y="6374"/>
                  <a:pt x="8980" y="6531"/>
                  <a:pt x="8822" y="6689"/>
                </a:cubicBezTo>
                <a:lnTo>
                  <a:pt x="8822" y="5744"/>
                </a:lnTo>
                <a:close/>
                <a:moveTo>
                  <a:pt x="3025" y="5775"/>
                </a:moveTo>
                <a:lnTo>
                  <a:pt x="3025" y="6720"/>
                </a:lnTo>
                <a:cubicBezTo>
                  <a:pt x="2836" y="6563"/>
                  <a:pt x="2679" y="6405"/>
                  <a:pt x="2521" y="6248"/>
                </a:cubicBezTo>
                <a:cubicBezTo>
                  <a:pt x="2679" y="6090"/>
                  <a:pt x="2868" y="5933"/>
                  <a:pt x="3025" y="5775"/>
                </a:cubicBezTo>
                <a:close/>
                <a:moveTo>
                  <a:pt x="5892" y="3885"/>
                </a:moveTo>
                <a:cubicBezTo>
                  <a:pt x="6617" y="4200"/>
                  <a:pt x="7278" y="4609"/>
                  <a:pt x="7908" y="5082"/>
                </a:cubicBezTo>
                <a:cubicBezTo>
                  <a:pt x="8003" y="5838"/>
                  <a:pt x="8003" y="6626"/>
                  <a:pt x="7908" y="7413"/>
                </a:cubicBezTo>
                <a:cubicBezTo>
                  <a:pt x="7278" y="7823"/>
                  <a:pt x="6585" y="8232"/>
                  <a:pt x="5892" y="8579"/>
                </a:cubicBezTo>
                <a:cubicBezTo>
                  <a:pt x="5545" y="8421"/>
                  <a:pt x="5230" y="8232"/>
                  <a:pt x="4884" y="8043"/>
                </a:cubicBezTo>
                <a:cubicBezTo>
                  <a:pt x="4537" y="7823"/>
                  <a:pt x="4191" y="7634"/>
                  <a:pt x="3876" y="7413"/>
                </a:cubicBezTo>
                <a:cubicBezTo>
                  <a:pt x="3844" y="6657"/>
                  <a:pt x="3844" y="5870"/>
                  <a:pt x="3876" y="5082"/>
                </a:cubicBezTo>
                <a:cubicBezTo>
                  <a:pt x="4191" y="4830"/>
                  <a:pt x="4537" y="4641"/>
                  <a:pt x="4884" y="4452"/>
                </a:cubicBezTo>
                <a:cubicBezTo>
                  <a:pt x="5230" y="4263"/>
                  <a:pt x="5577" y="4042"/>
                  <a:pt x="5892" y="3885"/>
                </a:cubicBezTo>
                <a:close/>
                <a:moveTo>
                  <a:pt x="4033" y="8516"/>
                </a:moveTo>
                <a:cubicBezTo>
                  <a:pt x="4159" y="8579"/>
                  <a:pt x="4317" y="8674"/>
                  <a:pt x="4474" y="8737"/>
                </a:cubicBezTo>
                <a:cubicBezTo>
                  <a:pt x="4632" y="8831"/>
                  <a:pt x="4758" y="8894"/>
                  <a:pt x="4915" y="8989"/>
                </a:cubicBezTo>
                <a:cubicBezTo>
                  <a:pt x="4663" y="9052"/>
                  <a:pt x="4474" y="9146"/>
                  <a:pt x="4254" y="9178"/>
                </a:cubicBezTo>
                <a:cubicBezTo>
                  <a:pt x="4159" y="8926"/>
                  <a:pt x="4096" y="8737"/>
                  <a:pt x="4033" y="8516"/>
                </a:cubicBezTo>
                <a:close/>
                <a:moveTo>
                  <a:pt x="7782" y="8516"/>
                </a:moveTo>
                <a:cubicBezTo>
                  <a:pt x="7751" y="8737"/>
                  <a:pt x="7688" y="8989"/>
                  <a:pt x="7625" y="9178"/>
                </a:cubicBezTo>
                <a:cubicBezTo>
                  <a:pt x="7404" y="9083"/>
                  <a:pt x="7184" y="9052"/>
                  <a:pt x="6963" y="8989"/>
                </a:cubicBezTo>
                <a:cubicBezTo>
                  <a:pt x="7278" y="8831"/>
                  <a:pt x="7499" y="8674"/>
                  <a:pt x="7782" y="8516"/>
                </a:cubicBezTo>
                <a:close/>
                <a:moveTo>
                  <a:pt x="1954" y="6846"/>
                </a:moveTo>
                <a:cubicBezTo>
                  <a:pt x="2300" y="7193"/>
                  <a:pt x="2710" y="7571"/>
                  <a:pt x="3151" y="7823"/>
                </a:cubicBezTo>
                <a:cubicBezTo>
                  <a:pt x="3214" y="8358"/>
                  <a:pt x="3309" y="8863"/>
                  <a:pt x="3403" y="9335"/>
                </a:cubicBezTo>
                <a:cubicBezTo>
                  <a:pt x="3090" y="9388"/>
                  <a:pt x="2806" y="9414"/>
                  <a:pt x="2555" y="9414"/>
                </a:cubicBezTo>
                <a:cubicBezTo>
                  <a:pt x="1015" y="9414"/>
                  <a:pt x="681" y="8445"/>
                  <a:pt x="1954" y="6846"/>
                </a:cubicBezTo>
                <a:close/>
                <a:moveTo>
                  <a:pt x="9925" y="6846"/>
                </a:moveTo>
                <a:lnTo>
                  <a:pt x="9925" y="6846"/>
                </a:lnTo>
                <a:cubicBezTo>
                  <a:pt x="11167" y="8392"/>
                  <a:pt x="10934" y="9430"/>
                  <a:pt x="9267" y="9430"/>
                </a:cubicBezTo>
                <a:cubicBezTo>
                  <a:pt x="9032" y="9430"/>
                  <a:pt x="8768" y="9410"/>
                  <a:pt x="8475" y="9367"/>
                </a:cubicBezTo>
                <a:cubicBezTo>
                  <a:pt x="8538" y="8894"/>
                  <a:pt x="8664" y="8390"/>
                  <a:pt x="8727" y="7823"/>
                </a:cubicBezTo>
                <a:cubicBezTo>
                  <a:pt x="9137" y="7508"/>
                  <a:pt x="9515" y="7193"/>
                  <a:pt x="9925" y="6846"/>
                </a:cubicBezTo>
                <a:close/>
                <a:moveTo>
                  <a:pt x="5924" y="9461"/>
                </a:moveTo>
                <a:cubicBezTo>
                  <a:pt x="6396" y="9650"/>
                  <a:pt x="6869" y="9839"/>
                  <a:pt x="7404" y="9965"/>
                </a:cubicBezTo>
                <a:cubicBezTo>
                  <a:pt x="6962" y="11056"/>
                  <a:pt x="6440" y="11607"/>
                  <a:pt x="5922" y="11607"/>
                </a:cubicBezTo>
                <a:cubicBezTo>
                  <a:pt x="5408" y="11607"/>
                  <a:pt x="4898" y="11064"/>
                  <a:pt x="4474" y="9965"/>
                </a:cubicBezTo>
                <a:cubicBezTo>
                  <a:pt x="4978" y="9839"/>
                  <a:pt x="5451" y="9650"/>
                  <a:pt x="5924" y="9461"/>
                </a:cubicBezTo>
                <a:close/>
                <a:moveTo>
                  <a:pt x="5931" y="1"/>
                </a:moveTo>
                <a:cubicBezTo>
                  <a:pt x="5817" y="1"/>
                  <a:pt x="5699" y="14"/>
                  <a:pt x="5577" y="41"/>
                </a:cubicBezTo>
                <a:cubicBezTo>
                  <a:pt x="4632" y="262"/>
                  <a:pt x="4002" y="1333"/>
                  <a:pt x="3655" y="2278"/>
                </a:cubicBezTo>
                <a:cubicBezTo>
                  <a:pt x="3326" y="2223"/>
                  <a:pt x="2973" y="2187"/>
                  <a:pt x="2624" y="2187"/>
                </a:cubicBezTo>
                <a:cubicBezTo>
                  <a:pt x="1770" y="2187"/>
                  <a:pt x="939" y="2404"/>
                  <a:pt x="536" y="3097"/>
                </a:cubicBezTo>
                <a:cubicBezTo>
                  <a:pt x="1" y="4074"/>
                  <a:pt x="662" y="5334"/>
                  <a:pt x="1387" y="6216"/>
                </a:cubicBezTo>
                <a:cubicBezTo>
                  <a:pt x="788" y="6972"/>
                  <a:pt x="158" y="8043"/>
                  <a:pt x="379" y="8926"/>
                </a:cubicBezTo>
                <a:cubicBezTo>
                  <a:pt x="599" y="9650"/>
                  <a:pt x="1166" y="10028"/>
                  <a:pt x="1922" y="10186"/>
                </a:cubicBezTo>
                <a:cubicBezTo>
                  <a:pt x="2157" y="10241"/>
                  <a:pt x="2410" y="10266"/>
                  <a:pt x="2668" y="10266"/>
                </a:cubicBezTo>
                <a:cubicBezTo>
                  <a:pt x="2998" y="10266"/>
                  <a:pt x="3337" y="10225"/>
                  <a:pt x="3655" y="10154"/>
                </a:cubicBezTo>
                <a:cubicBezTo>
                  <a:pt x="4221" y="11678"/>
                  <a:pt x="5076" y="12434"/>
                  <a:pt x="5929" y="12434"/>
                </a:cubicBezTo>
                <a:cubicBezTo>
                  <a:pt x="6786" y="12434"/>
                  <a:pt x="7639" y="11670"/>
                  <a:pt x="8192" y="10154"/>
                </a:cubicBezTo>
                <a:cubicBezTo>
                  <a:pt x="8550" y="10215"/>
                  <a:pt x="8882" y="10243"/>
                  <a:pt x="9186" y="10243"/>
                </a:cubicBezTo>
                <a:cubicBezTo>
                  <a:pt x="11589" y="10243"/>
                  <a:pt x="12278" y="8453"/>
                  <a:pt x="10460" y="6216"/>
                </a:cubicBezTo>
                <a:cubicBezTo>
                  <a:pt x="12272" y="4014"/>
                  <a:pt x="11618" y="2182"/>
                  <a:pt x="9217" y="2182"/>
                </a:cubicBezTo>
                <a:cubicBezTo>
                  <a:pt x="8904" y="2182"/>
                  <a:pt x="8562" y="2213"/>
                  <a:pt x="8192" y="2278"/>
                </a:cubicBezTo>
                <a:cubicBezTo>
                  <a:pt x="7765" y="1139"/>
                  <a:pt x="7004" y="1"/>
                  <a:pt x="5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" name="Google Shape;673;p16"/>
          <p:cNvSpPr/>
          <p:nvPr/>
        </p:nvSpPr>
        <p:spPr>
          <a:xfrm>
            <a:off x="1070443" y="1945957"/>
            <a:ext cx="81176" cy="80210"/>
          </a:xfrm>
          <a:custGeom>
            <a:rect b="b" l="l" r="r" t="t"/>
            <a:pathLst>
              <a:path extrusionOk="0" h="2491" w="2521">
                <a:moveTo>
                  <a:pt x="1313" y="0"/>
                </a:moveTo>
                <a:cubicBezTo>
                  <a:pt x="1295" y="0"/>
                  <a:pt x="1278" y="1"/>
                  <a:pt x="1261" y="1"/>
                </a:cubicBezTo>
                <a:cubicBezTo>
                  <a:pt x="599" y="1"/>
                  <a:pt x="0" y="569"/>
                  <a:pt x="63" y="1230"/>
                </a:cubicBezTo>
                <a:cubicBezTo>
                  <a:pt x="0" y="1955"/>
                  <a:pt x="567" y="2490"/>
                  <a:pt x="1261" y="2490"/>
                </a:cubicBezTo>
                <a:cubicBezTo>
                  <a:pt x="1954" y="2490"/>
                  <a:pt x="2521" y="1955"/>
                  <a:pt x="2489" y="1230"/>
                </a:cubicBezTo>
                <a:cubicBezTo>
                  <a:pt x="2489" y="585"/>
                  <a:pt x="1980" y="0"/>
                  <a:pt x="13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" name="Google Shape;674;p16"/>
          <p:cNvSpPr/>
          <p:nvPr/>
        </p:nvSpPr>
        <p:spPr>
          <a:xfrm>
            <a:off x="916384" y="2269391"/>
            <a:ext cx="409842" cy="40784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" name="Google Shape;675;p16"/>
          <p:cNvSpPr/>
          <p:nvPr/>
        </p:nvSpPr>
        <p:spPr>
          <a:xfrm>
            <a:off x="3364143" y="1372787"/>
            <a:ext cx="108578" cy="108578"/>
          </a:xfrm>
          <a:custGeom>
            <a:rect b="b" l="l" r="r" t="t"/>
            <a:pathLst>
              <a:path extrusionOk="0" h="3372" w="3372">
                <a:moveTo>
                  <a:pt x="2710" y="0"/>
                </a:moveTo>
                <a:lnTo>
                  <a:pt x="1" y="2710"/>
                </a:lnTo>
                <a:lnTo>
                  <a:pt x="694" y="3371"/>
                </a:lnTo>
                <a:lnTo>
                  <a:pt x="3372" y="662"/>
                </a:lnTo>
                <a:lnTo>
                  <a:pt x="271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" name="Google Shape;676;p16"/>
          <p:cNvSpPr/>
          <p:nvPr/>
        </p:nvSpPr>
        <p:spPr>
          <a:xfrm>
            <a:off x="3532548" y="1338559"/>
            <a:ext cx="194810" cy="192524"/>
          </a:xfrm>
          <a:custGeom>
            <a:rect b="b" l="l" r="r" t="t"/>
            <a:pathLst>
              <a:path extrusionOk="0" h="5979" w="6050">
                <a:moveTo>
                  <a:pt x="2663" y="0"/>
                </a:moveTo>
                <a:cubicBezTo>
                  <a:pt x="2552" y="0"/>
                  <a:pt x="2442" y="39"/>
                  <a:pt x="2363" y="118"/>
                </a:cubicBezTo>
                <a:lnTo>
                  <a:pt x="1261" y="1221"/>
                </a:lnTo>
                <a:lnTo>
                  <a:pt x="2678" y="2639"/>
                </a:lnTo>
                <a:cubicBezTo>
                  <a:pt x="2836" y="2796"/>
                  <a:pt x="2836" y="3080"/>
                  <a:pt x="2678" y="3237"/>
                </a:cubicBezTo>
                <a:cubicBezTo>
                  <a:pt x="2637" y="3278"/>
                  <a:pt x="2560" y="3302"/>
                  <a:pt x="2473" y="3302"/>
                </a:cubicBezTo>
                <a:cubicBezTo>
                  <a:pt x="2360" y="3302"/>
                  <a:pt x="2232" y="3263"/>
                  <a:pt x="2143" y="3174"/>
                </a:cubicBezTo>
                <a:lnTo>
                  <a:pt x="725" y="1756"/>
                </a:lnTo>
                <a:lnTo>
                  <a:pt x="0" y="2481"/>
                </a:lnTo>
                <a:lnTo>
                  <a:pt x="3529" y="5978"/>
                </a:lnTo>
                <a:lnTo>
                  <a:pt x="5892" y="3615"/>
                </a:lnTo>
                <a:cubicBezTo>
                  <a:pt x="6049" y="3458"/>
                  <a:pt x="6049" y="3174"/>
                  <a:pt x="5892" y="3017"/>
                </a:cubicBezTo>
                <a:lnTo>
                  <a:pt x="2962" y="118"/>
                </a:lnTo>
                <a:cubicBezTo>
                  <a:pt x="2883" y="39"/>
                  <a:pt x="2773" y="0"/>
                  <a:pt x="2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" name="Google Shape;677;p16"/>
          <p:cNvSpPr/>
          <p:nvPr/>
        </p:nvSpPr>
        <p:spPr>
          <a:xfrm>
            <a:off x="3404715" y="1413359"/>
            <a:ext cx="274956" cy="274956"/>
          </a:xfrm>
          <a:custGeom>
            <a:rect b="b" l="l" r="r" t="t"/>
            <a:pathLst>
              <a:path extrusionOk="0" h="8539" w="8539">
                <a:moveTo>
                  <a:pt x="2679" y="0"/>
                </a:moveTo>
                <a:lnTo>
                  <a:pt x="1" y="2678"/>
                </a:lnTo>
                <a:lnTo>
                  <a:pt x="5861" y="8538"/>
                </a:lnTo>
                <a:lnTo>
                  <a:pt x="8539" y="5860"/>
                </a:lnTo>
                <a:lnTo>
                  <a:pt x="26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" name="Google Shape;678;p16"/>
          <p:cNvSpPr/>
          <p:nvPr/>
        </p:nvSpPr>
        <p:spPr>
          <a:xfrm>
            <a:off x="3616751" y="1625363"/>
            <a:ext cx="113183" cy="110510"/>
          </a:xfrm>
          <a:custGeom>
            <a:rect b="b" l="l" r="r" t="t"/>
            <a:pathLst>
              <a:path extrusionOk="0" h="3432" w="3515">
                <a:moveTo>
                  <a:pt x="2426" y="1"/>
                </a:moveTo>
                <a:lnTo>
                  <a:pt x="0" y="2427"/>
                </a:lnTo>
                <a:lnTo>
                  <a:pt x="2899" y="3404"/>
                </a:lnTo>
                <a:cubicBezTo>
                  <a:pt x="2948" y="3423"/>
                  <a:pt x="2996" y="3432"/>
                  <a:pt x="3044" y="3432"/>
                </a:cubicBezTo>
                <a:cubicBezTo>
                  <a:pt x="3302" y="3432"/>
                  <a:pt x="3514" y="3166"/>
                  <a:pt x="3434" y="2899"/>
                </a:cubicBez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" name="Google Shape;679;p16"/>
          <p:cNvSpPr/>
          <p:nvPr/>
        </p:nvSpPr>
        <p:spPr>
          <a:xfrm>
            <a:off x="3327629" y="1541192"/>
            <a:ext cx="193780" cy="192524"/>
          </a:xfrm>
          <a:custGeom>
            <a:rect b="b" l="l" r="r" t="t"/>
            <a:pathLst>
              <a:path extrusionOk="0" h="5979" w="6018">
                <a:moveTo>
                  <a:pt x="2521" y="0"/>
                </a:moveTo>
                <a:lnTo>
                  <a:pt x="1796" y="725"/>
                </a:lnTo>
                <a:lnTo>
                  <a:pt x="3308" y="2205"/>
                </a:lnTo>
                <a:cubicBezTo>
                  <a:pt x="3466" y="2363"/>
                  <a:pt x="3466" y="2646"/>
                  <a:pt x="3308" y="2804"/>
                </a:cubicBezTo>
                <a:cubicBezTo>
                  <a:pt x="3230" y="2883"/>
                  <a:pt x="3119" y="2922"/>
                  <a:pt x="3009" y="2922"/>
                </a:cubicBezTo>
                <a:cubicBezTo>
                  <a:pt x="2899" y="2922"/>
                  <a:pt x="2789" y="2883"/>
                  <a:pt x="2710" y="2804"/>
                </a:cubicBezTo>
                <a:lnTo>
                  <a:pt x="1229" y="1292"/>
                </a:lnTo>
                <a:lnTo>
                  <a:pt x="158" y="2363"/>
                </a:lnTo>
                <a:cubicBezTo>
                  <a:pt x="0" y="2520"/>
                  <a:pt x="0" y="2804"/>
                  <a:pt x="158" y="2962"/>
                </a:cubicBezTo>
                <a:lnTo>
                  <a:pt x="3056" y="5860"/>
                </a:lnTo>
                <a:cubicBezTo>
                  <a:pt x="3135" y="5939"/>
                  <a:pt x="3245" y="5978"/>
                  <a:pt x="3356" y="5978"/>
                </a:cubicBezTo>
                <a:cubicBezTo>
                  <a:pt x="3466" y="5978"/>
                  <a:pt x="3576" y="5939"/>
                  <a:pt x="3655" y="5860"/>
                </a:cubicBezTo>
                <a:lnTo>
                  <a:pt x="6018" y="3497"/>
                </a:lnTo>
                <a:lnTo>
                  <a:pt x="252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" name="Google Shape;680;p16"/>
          <p:cNvSpPr/>
          <p:nvPr/>
        </p:nvSpPr>
        <p:spPr>
          <a:xfrm>
            <a:off x="3314426" y="1327643"/>
            <a:ext cx="118721" cy="113151"/>
          </a:xfrm>
          <a:custGeom>
            <a:rect b="b" l="l" r="r" t="t"/>
            <a:pathLst>
              <a:path extrusionOk="0" h="3514" w="3687">
                <a:moveTo>
                  <a:pt x="2281" y="0"/>
                </a:moveTo>
                <a:cubicBezTo>
                  <a:pt x="1915" y="0"/>
                  <a:pt x="1545" y="142"/>
                  <a:pt x="1261" y="426"/>
                </a:cubicBezTo>
                <a:lnTo>
                  <a:pt x="568" y="1119"/>
                </a:lnTo>
                <a:cubicBezTo>
                  <a:pt x="1" y="1686"/>
                  <a:pt x="1" y="2568"/>
                  <a:pt x="568" y="3135"/>
                </a:cubicBezTo>
                <a:lnTo>
                  <a:pt x="946" y="3513"/>
                </a:lnTo>
                <a:lnTo>
                  <a:pt x="3687" y="804"/>
                </a:lnTo>
                <a:lnTo>
                  <a:pt x="3277" y="426"/>
                </a:lnTo>
                <a:cubicBezTo>
                  <a:pt x="3010" y="142"/>
                  <a:pt x="2647" y="0"/>
                  <a:pt x="22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16"/>
          <p:cNvSpPr/>
          <p:nvPr/>
        </p:nvSpPr>
        <p:spPr>
          <a:xfrm>
            <a:off x="3317244" y="1843529"/>
            <a:ext cx="386561" cy="106550"/>
          </a:xfrm>
          <a:custGeom>
            <a:rect b="b" l="l" r="r" t="t"/>
            <a:pathLst>
              <a:path extrusionOk="0" h="3309" w="12005">
                <a:moveTo>
                  <a:pt x="1671" y="0"/>
                </a:moveTo>
                <a:cubicBezTo>
                  <a:pt x="757" y="0"/>
                  <a:pt x="1" y="757"/>
                  <a:pt x="1" y="1670"/>
                </a:cubicBezTo>
                <a:cubicBezTo>
                  <a:pt x="1" y="2552"/>
                  <a:pt x="757" y="3308"/>
                  <a:pt x="1671" y="3308"/>
                </a:cubicBezTo>
                <a:lnTo>
                  <a:pt x="11469" y="3308"/>
                </a:lnTo>
                <a:cubicBezTo>
                  <a:pt x="11815" y="3308"/>
                  <a:pt x="12004" y="2930"/>
                  <a:pt x="11784" y="2647"/>
                </a:cubicBezTo>
                <a:cubicBezTo>
                  <a:pt x="11595" y="2363"/>
                  <a:pt x="11469" y="2017"/>
                  <a:pt x="11469" y="1670"/>
                </a:cubicBezTo>
                <a:cubicBezTo>
                  <a:pt x="11469" y="1292"/>
                  <a:pt x="11595" y="946"/>
                  <a:pt x="11784" y="662"/>
                </a:cubicBezTo>
                <a:cubicBezTo>
                  <a:pt x="11973" y="410"/>
                  <a:pt x="11784" y="0"/>
                  <a:pt x="114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" name="Google Shape;682;p16"/>
          <p:cNvSpPr/>
          <p:nvPr/>
        </p:nvSpPr>
        <p:spPr>
          <a:xfrm>
            <a:off x="3622595" y="1976418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2" y="3309"/>
                </a:lnTo>
                <a:lnTo>
                  <a:pt x="85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" name="Google Shape;683;p16"/>
          <p:cNvSpPr/>
          <p:nvPr/>
        </p:nvSpPr>
        <p:spPr>
          <a:xfrm>
            <a:off x="3676369" y="1977449"/>
            <a:ext cx="50747" cy="106550"/>
          </a:xfrm>
          <a:custGeom>
            <a:rect b="b" l="l" r="r" t="t"/>
            <a:pathLst>
              <a:path extrusionOk="0" h="3309" w="1576">
                <a:moveTo>
                  <a:pt x="1" y="0"/>
                </a:moveTo>
                <a:lnTo>
                  <a:pt x="1" y="3308"/>
                </a:lnTo>
                <a:lnTo>
                  <a:pt x="1198" y="3308"/>
                </a:lnTo>
                <a:cubicBezTo>
                  <a:pt x="1387" y="3277"/>
                  <a:pt x="1576" y="3088"/>
                  <a:pt x="1576" y="2899"/>
                </a:cubicBezTo>
                <a:lnTo>
                  <a:pt x="1576" y="410"/>
                </a:lnTo>
                <a:cubicBezTo>
                  <a:pt x="1576" y="158"/>
                  <a:pt x="1387" y="0"/>
                  <a:pt x="1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" name="Google Shape;684;p16"/>
          <p:cNvSpPr/>
          <p:nvPr/>
        </p:nvSpPr>
        <p:spPr>
          <a:xfrm>
            <a:off x="3345677" y="1976418"/>
            <a:ext cx="250580" cy="106550"/>
          </a:xfrm>
          <a:custGeom>
            <a:rect b="b" l="l" r="r" t="t"/>
            <a:pathLst>
              <a:path extrusionOk="0" h="3309" w="7782">
                <a:moveTo>
                  <a:pt x="441" y="1"/>
                </a:moveTo>
                <a:cubicBezTo>
                  <a:pt x="189" y="1"/>
                  <a:pt x="0" y="221"/>
                  <a:pt x="0" y="442"/>
                </a:cubicBezTo>
                <a:lnTo>
                  <a:pt x="0" y="2931"/>
                </a:lnTo>
                <a:cubicBezTo>
                  <a:pt x="0" y="3151"/>
                  <a:pt x="189" y="3309"/>
                  <a:pt x="441" y="3309"/>
                </a:cubicBezTo>
                <a:lnTo>
                  <a:pt x="7782" y="3309"/>
                </a:lnTo>
                <a:lnTo>
                  <a:pt x="778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" name="Google Shape;685;p16"/>
          <p:cNvSpPr/>
          <p:nvPr/>
        </p:nvSpPr>
        <p:spPr>
          <a:xfrm>
            <a:off x="3399418" y="2109307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1" y="3309"/>
                </a:lnTo>
                <a:lnTo>
                  <a:pt x="8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" name="Google Shape;686;p16"/>
          <p:cNvSpPr/>
          <p:nvPr/>
        </p:nvSpPr>
        <p:spPr>
          <a:xfrm>
            <a:off x="3453192" y="2111336"/>
            <a:ext cx="245525" cy="105552"/>
          </a:xfrm>
          <a:custGeom>
            <a:rect b="b" l="l" r="r" t="t"/>
            <a:pathLst>
              <a:path extrusionOk="0" h="3278" w="7625">
                <a:moveTo>
                  <a:pt x="1" y="1"/>
                </a:moveTo>
                <a:lnTo>
                  <a:pt x="1" y="3277"/>
                </a:lnTo>
                <a:lnTo>
                  <a:pt x="7247" y="3277"/>
                </a:lnTo>
                <a:cubicBezTo>
                  <a:pt x="7467" y="3277"/>
                  <a:pt x="7625" y="3057"/>
                  <a:pt x="7625" y="2868"/>
                </a:cubicBezTo>
                <a:lnTo>
                  <a:pt x="7625" y="379"/>
                </a:lnTo>
                <a:cubicBezTo>
                  <a:pt x="7625" y="158"/>
                  <a:pt x="7436" y="1"/>
                  <a:pt x="72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" name="Google Shape;687;p16"/>
          <p:cNvSpPr/>
          <p:nvPr/>
        </p:nvSpPr>
        <p:spPr>
          <a:xfrm>
            <a:off x="3317244" y="2110337"/>
            <a:ext cx="55835" cy="106550"/>
          </a:xfrm>
          <a:custGeom>
            <a:rect b="b" l="l" r="r" t="t"/>
            <a:pathLst>
              <a:path extrusionOk="0" h="3309" w="1734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lnTo>
                  <a:pt x="1" y="2867"/>
                </a:lnTo>
                <a:cubicBezTo>
                  <a:pt x="1" y="3088"/>
                  <a:pt x="190" y="3308"/>
                  <a:pt x="442" y="3308"/>
                </a:cubicBezTo>
                <a:lnTo>
                  <a:pt x="1734" y="3308"/>
                </a:lnTo>
                <a:lnTo>
                  <a:pt x="173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" name="Google Shape;688;p16"/>
          <p:cNvSpPr/>
          <p:nvPr/>
        </p:nvSpPr>
        <p:spPr>
          <a:xfrm>
            <a:off x="3377619" y="2484749"/>
            <a:ext cx="292183" cy="130893"/>
          </a:xfrm>
          <a:custGeom>
            <a:rect b="b" l="l" r="r" t="t"/>
            <a:pathLst>
              <a:path extrusionOk="0" h="4065" w="9074">
                <a:moveTo>
                  <a:pt x="0" y="0"/>
                </a:moveTo>
                <a:lnTo>
                  <a:pt x="0" y="2017"/>
                </a:lnTo>
                <a:cubicBezTo>
                  <a:pt x="0" y="3529"/>
                  <a:pt x="2741" y="4065"/>
                  <a:pt x="4505" y="4065"/>
                </a:cubicBezTo>
                <a:cubicBezTo>
                  <a:pt x="6774" y="4065"/>
                  <a:pt x="9074" y="3371"/>
                  <a:pt x="9074" y="2017"/>
                </a:cubicBezTo>
                <a:lnTo>
                  <a:pt x="9074" y="0"/>
                </a:lnTo>
                <a:lnTo>
                  <a:pt x="5135" y="2237"/>
                </a:lnTo>
                <a:cubicBezTo>
                  <a:pt x="4953" y="2359"/>
                  <a:pt x="4748" y="2415"/>
                  <a:pt x="4546" y="2415"/>
                </a:cubicBezTo>
                <a:cubicBezTo>
                  <a:pt x="4330" y="2415"/>
                  <a:pt x="4117" y="2351"/>
                  <a:pt x="3938" y="2237"/>
                </a:cubicBezTo>
                <a:cubicBezTo>
                  <a:pt x="3623" y="2048"/>
                  <a:pt x="315" y="22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" name="Google Shape;689;p16"/>
          <p:cNvSpPr/>
          <p:nvPr/>
        </p:nvSpPr>
        <p:spPr>
          <a:xfrm>
            <a:off x="3321817" y="2296831"/>
            <a:ext cx="400729" cy="408071"/>
          </a:xfrm>
          <a:custGeom>
            <a:rect b="b" l="l" r="r" t="t"/>
            <a:pathLst>
              <a:path extrusionOk="0" h="12673" w="12445">
                <a:moveTo>
                  <a:pt x="6254" y="0"/>
                </a:moveTo>
                <a:cubicBezTo>
                  <a:pt x="6183" y="0"/>
                  <a:pt x="6112" y="24"/>
                  <a:pt x="6049" y="71"/>
                </a:cubicBezTo>
                <a:lnTo>
                  <a:pt x="284" y="3379"/>
                </a:lnTo>
                <a:cubicBezTo>
                  <a:pt x="0" y="3537"/>
                  <a:pt x="0" y="3915"/>
                  <a:pt x="284" y="4072"/>
                </a:cubicBezTo>
                <a:lnTo>
                  <a:pt x="6049" y="7380"/>
                </a:lnTo>
                <a:cubicBezTo>
                  <a:pt x="6112" y="7427"/>
                  <a:pt x="6183" y="7451"/>
                  <a:pt x="6254" y="7451"/>
                </a:cubicBezTo>
                <a:cubicBezTo>
                  <a:pt x="6325" y="7451"/>
                  <a:pt x="6396" y="7427"/>
                  <a:pt x="6459" y="7380"/>
                </a:cubicBezTo>
                <a:cubicBezTo>
                  <a:pt x="11374" y="4545"/>
                  <a:pt x="11626" y="4419"/>
                  <a:pt x="11626" y="4419"/>
                </a:cubicBezTo>
                <a:lnTo>
                  <a:pt x="11626" y="12263"/>
                </a:lnTo>
                <a:cubicBezTo>
                  <a:pt x="11657" y="12515"/>
                  <a:pt x="11846" y="12673"/>
                  <a:pt x="12035" y="12673"/>
                </a:cubicBezTo>
                <a:cubicBezTo>
                  <a:pt x="12287" y="12673"/>
                  <a:pt x="12445" y="12452"/>
                  <a:pt x="12445" y="12263"/>
                </a:cubicBezTo>
                <a:lnTo>
                  <a:pt x="12445" y="3726"/>
                </a:lnTo>
                <a:cubicBezTo>
                  <a:pt x="12445" y="3568"/>
                  <a:pt x="12319" y="3411"/>
                  <a:pt x="12256" y="3379"/>
                </a:cubicBezTo>
                <a:lnTo>
                  <a:pt x="6459" y="71"/>
                </a:lnTo>
                <a:cubicBezTo>
                  <a:pt x="6396" y="24"/>
                  <a:pt x="6325" y="0"/>
                  <a:pt x="62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" name="Google Shape;690;p16"/>
          <p:cNvSpPr/>
          <p:nvPr/>
        </p:nvSpPr>
        <p:spPr>
          <a:xfrm>
            <a:off x="2140165" y="2794108"/>
            <a:ext cx="133920" cy="159293"/>
          </a:xfrm>
          <a:custGeom>
            <a:rect b="b" l="l" r="r" t="t"/>
            <a:pathLst>
              <a:path extrusionOk="0" h="4947" w="4159">
                <a:moveTo>
                  <a:pt x="0" y="0"/>
                </a:moveTo>
                <a:lnTo>
                  <a:pt x="0" y="2552"/>
                </a:lnTo>
                <a:cubicBezTo>
                  <a:pt x="473" y="2710"/>
                  <a:pt x="851" y="3182"/>
                  <a:pt x="851" y="3750"/>
                </a:cubicBezTo>
                <a:lnTo>
                  <a:pt x="851" y="4947"/>
                </a:lnTo>
                <a:lnTo>
                  <a:pt x="4159" y="4947"/>
                </a:lnTo>
                <a:lnTo>
                  <a:pt x="4159" y="3687"/>
                </a:lnTo>
                <a:cubicBezTo>
                  <a:pt x="4159" y="1639"/>
                  <a:pt x="2489" y="0"/>
                  <a:pt x="4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" name="Google Shape;691;p16"/>
          <p:cNvSpPr/>
          <p:nvPr/>
        </p:nvSpPr>
        <p:spPr>
          <a:xfrm>
            <a:off x="2113760" y="2897566"/>
            <a:ext cx="28433" cy="81208"/>
          </a:xfrm>
          <a:custGeom>
            <a:rect b="b" l="l" r="r" t="t"/>
            <a:pathLst>
              <a:path extrusionOk="0" h="2522" w="883">
                <a:moveTo>
                  <a:pt x="474" y="1"/>
                </a:moveTo>
                <a:cubicBezTo>
                  <a:pt x="253" y="1"/>
                  <a:pt x="95" y="222"/>
                  <a:pt x="95" y="442"/>
                </a:cubicBezTo>
                <a:lnTo>
                  <a:pt x="95" y="2112"/>
                </a:lnTo>
                <a:cubicBezTo>
                  <a:pt x="1" y="2332"/>
                  <a:pt x="190" y="2521"/>
                  <a:pt x="442" y="2521"/>
                </a:cubicBezTo>
                <a:cubicBezTo>
                  <a:pt x="663" y="2521"/>
                  <a:pt x="820" y="2332"/>
                  <a:pt x="883" y="2112"/>
                </a:cubicBezTo>
                <a:lnTo>
                  <a:pt x="883" y="442"/>
                </a:lnTo>
                <a:cubicBezTo>
                  <a:pt x="883" y="222"/>
                  <a:pt x="663" y="64"/>
                  <a:pt x="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" name="Google Shape;692;p16"/>
          <p:cNvSpPr/>
          <p:nvPr/>
        </p:nvSpPr>
        <p:spPr>
          <a:xfrm>
            <a:off x="1980872" y="2793077"/>
            <a:ext cx="132922" cy="158295"/>
          </a:xfrm>
          <a:custGeom>
            <a:rect b="b" l="l" r="r" t="t"/>
            <a:pathLst>
              <a:path extrusionOk="0" h="4916" w="4128">
                <a:moveTo>
                  <a:pt x="3687" y="1"/>
                </a:moveTo>
                <a:cubicBezTo>
                  <a:pt x="1671" y="1"/>
                  <a:pt x="1" y="1639"/>
                  <a:pt x="1" y="3687"/>
                </a:cubicBezTo>
                <a:lnTo>
                  <a:pt x="1" y="4916"/>
                </a:lnTo>
                <a:lnTo>
                  <a:pt x="3309" y="4916"/>
                </a:lnTo>
                <a:lnTo>
                  <a:pt x="3309" y="3687"/>
                </a:lnTo>
                <a:cubicBezTo>
                  <a:pt x="3309" y="3151"/>
                  <a:pt x="3655" y="2710"/>
                  <a:pt x="4128" y="2521"/>
                </a:cubicBezTo>
                <a:lnTo>
                  <a:pt x="412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" name="Google Shape;693;p16"/>
          <p:cNvSpPr/>
          <p:nvPr/>
        </p:nvSpPr>
        <p:spPr>
          <a:xfrm>
            <a:off x="1979873" y="2980771"/>
            <a:ext cx="294211" cy="220151"/>
          </a:xfrm>
          <a:custGeom>
            <a:rect b="b" l="l" r="r" t="t"/>
            <a:pathLst>
              <a:path extrusionOk="0" h="6837" w="9137">
                <a:moveTo>
                  <a:pt x="0" y="0"/>
                </a:moveTo>
                <a:lnTo>
                  <a:pt x="0" y="3151"/>
                </a:lnTo>
                <a:cubicBezTo>
                  <a:pt x="0" y="5199"/>
                  <a:pt x="1639" y="6837"/>
                  <a:pt x="3686" y="6837"/>
                </a:cubicBezTo>
                <a:lnTo>
                  <a:pt x="5356" y="6837"/>
                </a:lnTo>
                <a:cubicBezTo>
                  <a:pt x="7467" y="6837"/>
                  <a:pt x="9137" y="5199"/>
                  <a:pt x="9137" y="3151"/>
                </a:cubicBezTo>
                <a:lnTo>
                  <a:pt x="9137" y="0"/>
                </a:lnTo>
                <a:lnTo>
                  <a:pt x="5734" y="0"/>
                </a:lnTo>
                <a:cubicBezTo>
                  <a:pt x="5577" y="473"/>
                  <a:pt x="5104" y="819"/>
                  <a:pt x="4568" y="819"/>
                </a:cubicBezTo>
                <a:cubicBezTo>
                  <a:pt x="4001" y="819"/>
                  <a:pt x="3560" y="473"/>
                  <a:pt x="33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16"/>
          <p:cNvSpPr/>
          <p:nvPr/>
        </p:nvSpPr>
        <p:spPr>
          <a:xfrm>
            <a:off x="2168110" y="3302429"/>
            <a:ext cx="176520" cy="169533"/>
          </a:xfrm>
          <a:custGeom>
            <a:rect b="b" l="l" r="r" t="t"/>
            <a:pathLst>
              <a:path extrusionOk="0" h="5265" w="5482">
                <a:moveTo>
                  <a:pt x="1543" y="1"/>
                </a:moveTo>
                <a:cubicBezTo>
                  <a:pt x="987" y="1"/>
                  <a:pt x="447" y="38"/>
                  <a:pt x="0" y="98"/>
                </a:cubicBezTo>
                <a:lnTo>
                  <a:pt x="5167" y="5265"/>
                </a:lnTo>
                <a:cubicBezTo>
                  <a:pt x="5482" y="3311"/>
                  <a:pt x="5198" y="1326"/>
                  <a:pt x="4568" y="696"/>
                </a:cubicBezTo>
                <a:cubicBezTo>
                  <a:pt x="4029" y="178"/>
                  <a:pt x="2751" y="1"/>
                  <a:pt x="15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5" name="Google Shape;695;p16"/>
          <p:cNvSpPr/>
          <p:nvPr/>
        </p:nvSpPr>
        <p:spPr>
          <a:xfrm>
            <a:off x="1925645" y="3537875"/>
            <a:ext cx="176553" cy="169243"/>
          </a:xfrm>
          <a:custGeom>
            <a:rect b="b" l="l" r="r" t="t"/>
            <a:pathLst>
              <a:path extrusionOk="0" h="5256" w="5483">
                <a:moveTo>
                  <a:pt x="316" y="0"/>
                </a:moveTo>
                <a:lnTo>
                  <a:pt x="316" y="0"/>
                </a:lnTo>
                <a:cubicBezTo>
                  <a:pt x="0" y="1922"/>
                  <a:pt x="253" y="3907"/>
                  <a:pt x="914" y="4569"/>
                </a:cubicBezTo>
                <a:cubicBezTo>
                  <a:pt x="1376" y="5031"/>
                  <a:pt x="2601" y="5256"/>
                  <a:pt x="3967" y="5256"/>
                </a:cubicBezTo>
                <a:cubicBezTo>
                  <a:pt x="4464" y="5256"/>
                  <a:pt x="4979" y="5226"/>
                  <a:pt x="5482" y="5167"/>
                </a:cubicBezTo>
                <a:lnTo>
                  <a:pt x="31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" name="Google Shape;696;p16"/>
          <p:cNvSpPr/>
          <p:nvPr/>
        </p:nvSpPr>
        <p:spPr>
          <a:xfrm>
            <a:off x="1943902" y="3311639"/>
            <a:ext cx="384500" cy="387559"/>
          </a:xfrm>
          <a:custGeom>
            <a:rect b="b" l="l" r="r" t="t"/>
            <a:pathLst>
              <a:path extrusionOk="0" h="12036" w="11941">
                <a:moveTo>
                  <a:pt x="6349" y="2687"/>
                </a:moveTo>
                <a:cubicBezTo>
                  <a:pt x="6459" y="2687"/>
                  <a:pt x="6569" y="2726"/>
                  <a:pt x="6648" y="2805"/>
                </a:cubicBezTo>
                <a:lnTo>
                  <a:pt x="7593" y="3750"/>
                </a:lnTo>
                <a:lnTo>
                  <a:pt x="7719" y="3655"/>
                </a:lnTo>
                <a:cubicBezTo>
                  <a:pt x="7798" y="3577"/>
                  <a:pt x="7908" y="3537"/>
                  <a:pt x="8019" y="3537"/>
                </a:cubicBezTo>
                <a:cubicBezTo>
                  <a:pt x="8129" y="3537"/>
                  <a:pt x="8239" y="3577"/>
                  <a:pt x="8318" y="3655"/>
                </a:cubicBezTo>
                <a:cubicBezTo>
                  <a:pt x="8475" y="3813"/>
                  <a:pt x="8475" y="4065"/>
                  <a:pt x="8318" y="4222"/>
                </a:cubicBezTo>
                <a:lnTo>
                  <a:pt x="8192" y="4348"/>
                </a:lnTo>
                <a:lnTo>
                  <a:pt x="9137" y="5294"/>
                </a:lnTo>
                <a:cubicBezTo>
                  <a:pt x="9295" y="5451"/>
                  <a:pt x="9295" y="5735"/>
                  <a:pt x="9137" y="5892"/>
                </a:cubicBezTo>
                <a:cubicBezTo>
                  <a:pt x="9058" y="5971"/>
                  <a:pt x="8948" y="6010"/>
                  <a:pt x="8838" y="6010"/>
                </a:cubicBezTo>
                <a:cubicBezTo>
                  <a:pt x="8727" y="6010"/>
                  <a:pt x="8617" y="5971"/>
                  <a:pt x="8538" y="5892"/>
                </a:cubicBezTo>
                <a:lnTo>
                  <a:pt x="7593" y="4947"/>
                </a:lnTo>
                <a:lnTo>
                  <a:pt x="6522" y="6018"/>
                </a:lnTo>
                <a:lnTo>
                  <a:pt x="7467" y="6963"/>
                </a:lnTo>
                <a:cubicBezTo>
                  <a:pt x="7625" y="7089"/>
                  <a:pt x="7625" y="7373"/>
                  <a:pt x="7467" y="7530"/>
                </a:cubicBezTo>
                <a:cubicBezTo>
                  <a:pt x="7388" y="7609"/>
                  <a:pt x="7286" y="7649"/>
                  <a:pt x="7184" y="7649"/>
                </a:cubicBezTo>
                <a:cubicBezTo>
                  <a:pt x="7081" y="7649"/>
                  <a:pt x="6979" y="7609"/>
                  <a:pt x="6900" y="7530"/>
                </a:cubicBezTo>
                <a:lnTo>
                  <a:pt x="5955" y="6585"/>
                </a:lnTo>
                <a:lnTo>
                  <a:pt x="4884" y="7656"/>
                </a:lnTo>
                <a:lnTo>
                  <a:pt x="5829" y="8602"/>
                </a:lnTo>
                <a:cubicBezTo>
                  <a:pt x="5987" y="8759"/>
                  <a:pt x="5987" y="9043"/>
                  <a:pt x="5829" y="9200"/>
                </a:cubicBezTo>
                <a:cubicBezTo>
                  <a:pt x="5750" y="9279"/>
                  <a:pt x="5640" y="9318"/>
                  <a:pt x="5530" y="9318"/>
                </a:cubicBezTo>
                <a:cubicBezTo>
                  <a:pt x="5419" y="9318"/>
                  <a:pt x="5309" y="9279"/>
                  <a:pt x="5230" y="9200"/>
                </a:cubicBezTo>
                <a:lnTo>
                  <a:pt x="4285" y="8255"/>
                </a:lnTo>
                <a:lnTo>
                  <a:pt x="4159" y="8381"/>
                </a:lnTo>
                <a:cubicBezTo>
                  <a:pt x="4080" y="8460"/>
                  <a:pt x="3978" y="8499"/>
                  <a:pt x="3876" y="8499"/>
                </a:cubicBezTo>
                <a:cubicBezTo>
                  <a:pt x="3773" y="8499"/>
                  <a:pt x="3671" y="8460"/>
                  <a:pt x="3592" y="8381"/>
                </a:cubicBezTo>
                <a:cubicBezTo>
                  <a:pt x="3435" y="8224"/>
                  <a:pt x="3435" y="7940"/>
                  <a:pt x="3592" y="7782"/>
                </a:cubicBezTo>
                <a:lnTo>
                  <a:pt x="3687" y="7656"/>
                </a:lnTo>
                <a:lnTo>
                  <a:pt x="2742" y="6711"/>
                </a:lnTo>
                <a:cubicBezTo>
                  <a:pt x="2584" y="6554"/>
                  <a:pt x="2584" y="6270"/>
                  <a:pt x="2742" y="6113"/>
                </a:cubicBezTo>
                <a:cubicBezTo>
                  <a:pt x="2820" y="6034"/>
                  <a:pt x="2931" y="5995"/>
                  <a:pt x="3041" y="5995"/>
                </a:cubicBezTo>
                <a:cubicBezTo>
                  <a:pt x="3151" y="5995"/>
                  <a:pt x="3261" y="6034"/>
                  <a:pt x="3340" y="6113"/>
                </a:cubicBezTo>
                <a:lnTo>
                  <a:pt x="4285" y="7058"/>
                </a:lnTo>
                <a:lnTo>
                  <a:pt x="5356" y="6018"/>
                </a:lnTo>
                <a:lnTo>
                  <a:pt x="4411" y="5073"/>
                </a:lnTo>
                <a:cubicBezTo>
                  <a:pt x="4254" y="4916"/>
                  <a:pt x="4254" y="4632"/>
                  <a:pt x="4411" y="4474"/>
                </a:cubicBezTo>
                <a:cubicBezTo>
                  <a:pt x="4490" y="4396"/>
                  <a:pt x="4600" y="4356"/>
                  <a:pt x="4711" y="4356"/>
                </a:cubicBezTo>
                <a:cubicBezTo>
                  <a:pt x="4821" y="4356"/>
                  <a:pt x="4931" y="4396"/>
                  <a:pt x="5010" y="4474"/>
                </a:cubicBezTo>
                <a:lnTo>
                  <a:pt x="5955" y="5420"/>
                </a:lnTo>
                <a:lnTo>
                  <a:pt x="6995" y="4348"/>
                </a:lnTo>
                <a:lnTo>
                  <a:pt x="6050" y="3403"/>
                </a:lnTo>
                <a:cubicBezTo>
                  <a:pt x="5892" y="3246"/>
                  <a:pt x="5892" y="2962"/>
                  <a:pt x="6050" y="2805"/>
                </a:cubicBezTo>
                <a:cubicBezTo>
                  <a:pt x="6128" y="2726"/>
                  <a:pt x="6239" y="2687"/>
                  <a:pt x="6349" y="2687"/>
                </a:cubicBezTo>
                <a:close/>
                <a:moveTo>
                  <a:pt x="5987" y="1"/>
                </a:moveTo>
                <a:cubicBezTo>
                  <a:pt x="2805" y="757"/>
                  <a:pt x="788" y="3025"/>
                  <a:pt x="1" y="6081"/>
                </a:cubicBezTo>
                <a:lnTo>
                  <a:pt x="5955" y="12036"/>
                </a:lnTo>
                <a:cubicBezTo>
                  <a:pt x="9106" y="11248"/>
                  <a:pt x="11153" y="9043"/>
                  <a:pt x="11941" y="5955"/>
                </a:cubicBezTo>
                <a:lnTo>
                  <a:pt x="59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" name="Google Shape;697;p16"/>
          <p:cNvSpPr/>
          <p:nvPr/>
        </p:nvSpPr>
        <p:spPr>
          <a:xfrm>
            <a:off x="1934259" y="3864387"/>
            <a:ext cx="407845" cy="344959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" name="Google Shape;698;p16"/>
          <p:cNvSpPr/>
          <p:nvPr/>
        </p:nvSpPr>
        <p:spPr>
          <a:xfrm>
            <a:off x="4049188" y="3404414"/>
            <a:ext cx="107580" cy="106292"/>
          </a:xfrm>
          <a:custGeom>
            <a:rect b="b" l="l" r="r" t="t"/>
            <a:pathLst>
              <a:path extrusionOk="0" h="3301" w="3341">
                <a:moveTo>
                  <a:pt x="2238" y="1"/>
                </a:moveTo>
                <a:lnTo>
                  <a:pt x="1" y="2237"/>
                </a:lnTo>
                <a:lnTo>
                  <a:pt x="946" y="3183"/>
                </a:lnTo>
                <a:cubicBezTo>
                  <a:pt x="1040" y="3261"/>
                  <a:pt x="1151" y="3301"/>
                  <a:pt x="1257" y="3301"/>
                </a:cubicBezTo>
                <a:cubicBezTo>
                  <a:pt x="1363" y="3301"/>
                  <a:pt x="1466" y="3261"/>
                  <a:pt x="1545" y="3183"/>
                </a:cubicBezTo>
                <a:lnTo>
                  <a:pt x="3183" y="1544"/>
                </a:lnTo>
                <a:cubicBezTo>
                  <a:pt x="3340" y="1387"/>
                  <a:pt x="3340" y="1103"/>
                  <a:pt x="3183" y="94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" name="Google Shape;699;p16"/>
          <p:cNvSpPr/>
          <p:nvPr/>
        </p:nvSpPr>
        <p:spPr>
          <a:xfrm>
            <a:off x="3917330" y="3285982"/>
            <a:ext cx="320583" cy="407588"/>
          </a:xfrm>
          <a:custGeom>
            <a:rect b="b" l="l" r="r" t="t"/>
            <a:pathLst>
              <a:path extrusionOk="0" h="12658" w="9956">
                <a:moveTo>
                  <a:pt x="4537" y="8625"/>
                </a:moveTo>
                <a:cubicBezTo>
                  <a:pt x="4757" y="8625"/>
                  <a:pt x="4946" y="8845"/>
                  <a:pt x="4946" y="9066"/>
                </a:cubicBezTo>
                <a:cubicBezTo>
                  <a:pt x="4915" y="9255"/>
                  <a:pt x="4757" y="9475"/>
                  <a:pt x="4537" y="9475"/>
                </a:cubicBezTo>
                <a:cubicBezTo>
                  <a:pt x="4285" y="9475"/>
                  <a:pt x="4096" y="9255"/>
                  <a:pt x="4096" y="9066"/>
                </a:cubicBezTo>
                <a:cubicBezTo>
                  <a:pt x="4096" y="8845"/>
                  <a:pt x="4285" y="8625"/>
                  <a:pt x="4537" y="8625"/>
                </a:cubicBezTo>
                <a:close/>
                <a:moveTo>
                  <a:pt x="2615" y="0"/>
                </a:moveTo>
                <a:cubicBezTo>
                  <a:pt x="2513" y="0"/>
                  <a:pt x="2410" y="40"/>
                  <a:pt x="2332" y="119"/>
                </a:cubicBezTo>
                <a:lnTo>
                  <a:pt x="662" y="1788"/>
                </a:lnTo>
                <a:cubicBezTo>
                  <a:pt x="504" y="1946"/>
                  <a:pt x="504" y="2229"/>
                  <a:pt x="662" y="2355"/>
                </a:cubicBezTo>
                <a:lnTo>
                  <a:pt x="1764" y="3458"/>
                </a:lnTo>
                <a:cubicBezTo>
                  <a:pt x="1166" y="4183"/>
                  <a:pt x="819" y="5096"/>
                  <a:pt x="819" y="6073"/>
                </a:cubicBezTo>
                <a:cubicBezTo>
                  <a:pt x="819" y="7774"/>
                  <a:pt x="1859" y="9223"/>
                  <a:pt x="3308" y="9853"/>
                </a:cubicBezTo>
                <a:lnTo>
                  <a:pt x="3308" y="10200"/>
                </a:lnTo>
                <a:lnTo>
                  <a:pt x="1229" y="10200"/>
                </a:lnTo>
                <a:cubicBezTo>
                  <a:pt x="536" y="10200"/>
                  <a:pt x="0" y="10767"/>
                  <a:pt x="0" y="11429"/>
                </a:cubicBezTo>
                <a:lnTo>
                  <a:pt x="0" y="12248"/>
                </a:lnTo>
                <a:cubicBezTo>
                  <a:pt x="0" y="12500"/>
                  <a:pt x="189" y="12657"/>
                  <a:pt x="441" y="12657"/>
                </a:cubicBezTo>
                <a:lnTo>
                  <a:pt x="8696" y="12657"/>
                </a:lnTo>
                <a:cubicBezTo>
                  <a:pt x="8948" y="12657"/>
                  <a:pt x="9137" y="12468"/>
                  <a:pt x="9137" y="12248"/>
                </a:cubicBezTo>
                <a:lnTo>
                  <a:pt x="9137" y="11429"/>
                </a:lnTo>
                <a:cubicBezTo>
                  <a:pt x="9137" y="10767"/>
                  <a:pt x="8570" y="10200"/>
                  <a:pt x="7876" y="10200"/>
                </a:cubicBezTo>
                <a:lnTo>
                  <a:pt x="5797" y="10200"/>
                </a:lnTo>
                <a:lnTo>
                  <a:pt x="5797" y="10137"/>
                </a:lnTo>
                <a:cubicBezTo>
                  <a:pt x="7120" y="9853"/>
                  <a:pt x="8223" y="8940"/>
                  <a:pt x="8790" y="7743"/>
                </a:cubicBezTo>
                <a:lnTo>
                  <a:pt x="9515" y="7743"/>
                </a:lnTo>
                <a:cubicBezTo>
                  <a:pt x="9767" y="7743"/>
                  <a:pt x="9956" y="7522"/>
                  <a:pt x="9956" y="7333"/>
                </a:cubicBezTo>
                <a:cubicBezTo>
                  <a:pt x="9893" y="7176"/>
                  <a:pt x="9735" y="6987"/>
                  <a:pt x="9483" y="6987"/>
                </a:cubicBezTo>
                <a:lnTo>
                  <a:pt x="6994" y="6987"/>
                </a:lnTo>
                <a:cubicBezTo>
                  <a:pt x="6774" y="6987"/>
                  <a:pt x="6585" y="7176"/>
                  <a:pt x="6585" y="7365"/>
                </a:cubicBezTo>
                <a:cubicBezTo>
                  <a:pt x="6585" y="7617"/>
                  <a:pt x="6774" y="7774"/>
                  <a:pt x="6994" y="7774"/>
                </a:cubicBezTo>
                <a:lnTo>
                  <a:pt x="7845" y="7774"/>
                </a:lnTo>
                <a:cubicBezTo>
                  <a:pt x="7404" y="8530"/>
                  <a:pt x="6648" y="9097"/>
                  <a:pt x="5734" y="9318"/>
                </a:cubicBezTo>
                <a:lnTo>
                  <a:pt x="5734" y="8971"/>
                </a:lnTo>
                <a:cubicBezTo>
                  <a:pt x="5734" y="8310"/>
                  <a:pt x="5198" y="7774"/>
                  <a:pt x="4537" y="7743"/>
                </a:cubicBezTo>
                <a:cubicBezTo>
                  <a:pt x="3844" y="7743"/>
                  <a:pt x="3308" y="8278"/>
                  <a:pt x="3308" y="8940"/>
                </a:cubicBezTo>
                <a:cubicBezTo>
                  <a:pt x="2332" y="8373"/>
                  <a:pt x="1638" y="7302"/>
                  <a:pt x="1638" y="6073"/>
                </a:cubicBezTo>
                <a:cubicBezTo>
                  <a:pt x="1638" y="5285"/>
                  <a:pt x="1922" y="4624"/>
                  <a:pt x="2363" y="4057"/>
                </a:cubicBezTo>
                <a:lnTo>
                  <a:pt x="3529" y="5254"/>
                </a:lnTo>
                <a:lnTo>
                  <a:pt x="5797" y="3017"/>
                </a:lnTo>
                <a:lnTo>
                  <a:pt x="2899" y="119"/>
                </a:lnTo>
                <a:cubicBezTo>
                  <a:pt x="2820" y="40"/>
                  <a:pt x="2717" y="0"/>
                  <a:pt x="26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" name="Google Shape;700;p16"/>
          <p:cNvSpPr/>
          <p:nvPr/>
        </p:nvSpPr>
        <p:spPr>
          <a:xfrm>
            <a:off x="1380689" y="1277749"/>
            <a:ext cx="401759" cy="407233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" name="Google Shape;701;p16"/>
          <p:cNvSpPr/>
          <p:nvPr/>
        </p:nvSpPr>
        <p:spPr>
          <a:xfrm>
            <a:off x="1409351" y="1781374"/>
            <a:ext cx="346987" cy="40987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" name="Google Shape;702;p16"/>
          <p:cNvSpPr/>
          <p:nvPr/>
        </p:nvSpPr>
        <p:spPr>
          <a:xfrm>
            <a:off x="1376633" y="2269686"/>
            <a:ext cx="407845" cy="159293"/>
          </a:xfrm>
          <a:custGeom>
            <a:rect b="b" l="l" r="r" t="t"/>
            <a:pathLst>
              <a:path extrusionOk="0" h="4947" w="12666">
                <a:moveTo>
                  <a:pt x="2868" y="820"/>
                </a:moveTo>
                <a:cubicBezTo>
                  <a:pt x="3120" y="820"/>
                  <a:pt x="3277" y="1009"/>
                  <a:pt x="3277" y="1261"/>
                </a:cubicBezTo>
                <a:lnTo>
                  <a:pt x="3277" y="2899"/>
                </a:lnTo>
                <a:cubicBezTo>
                  <a:pt x="3277" y="3151"/>
                  <a:pt x="3057" y="3308"/>
                  <a:pt x="2868" y="3308"/>
                </a:cubicBezTo>
                <a:cubicBezTo>
                  <a:pt x="2647" y="3308"/>
                  <a:pt x="2490" y="3119"/>
                  <a:pt x="2427" y="2899"/>
                </a:cubicBezTo>
                <a:lnTo>
                  <a:pt x="2427" y="1261"/>
                </a:lnTo>
                <a:cubicBezTo>
                  <a:pt x="2427" y="1009"/>
                  <a:pt x="2647" y="851"/>
                  <a:pt x="2868" y="820"/>
                </a:cubicBezTo>
                <a:close/>
                <a:moveTo>
                  <a:pt x="9767" y="820"/>
                </a:moveTo>
                <a:cubicBezTo>
                  <a:pt x="9988" y="820"/>
                  <a:pt x="10145" y="1009"/>
                  <a:pt x="10145" y="1261"/>
                </a:cubicBezTo>
                <a:lnTo>
                  <a:pt x="10145" y="2899"/>
                </a:lnTo>
                <a:cubicBezTo>
                  <a:pt x="10145" y="3151"/>
                  <a:pt x="9956" y="3308"/>
                  <a:pt x="9767" y="3308"/>
                </a:cubicBezTo>
                <a:cubicBezTo>
                  <a:pt x="9515" y="3308"/>
                  <a:pt x="9358" y="3119"/>
                  <a:pt x="9326" y="2899"/>
                </a:cubicBezTo>
                <a:lnTo>
                  <a:pt x="9326" y="1261"/>
                </a:lnTo>
                <a:cubicBezTo>
                  <a:pt x="9326" y="1009"/>
                  <a:pt x="9515" y="851"/>
                  <a:pt x="9767" y="820"/>
                </a:cubicBezTo>
                <a:close/>
                <a:moveTo>
                  <a:pt x="2868" y="0"/>
                </a:moveTo>
                <a:cubicBezTo>
                  <a:pt x="2206" y="0"/>
                  <a:pt x="1639" y="536"/>
                  <a:pt x="1608" y="1229"/>
                </a:cubicBezTo>
                <a:lnTo>
                  <a:pt x="1608" y="1639"/>
                </a:lnTo>
                <a:lnTo>
                  <a:pt x="1230" y="1639"/>
                </a:lnTo>
                <a:cubicBezTo>
                  <a:pt x="536" y="1639"/>
                  <a:pt x="1" y="2206"/>
                  <a:pt x="1" y="2867"/>
                </a:cubicBezTo>
                <a:lnTo>
                  <a:pt x="1" y="4947"/>
                </a:lnTo>
                <a:lnTo>
                  <a:pt x="12666" y="4947"/>
                </a:lnTo>
                <a:lnTo>
                  <a:pt x="12666" y="2867"/>
                </a:lnTo>
                <a:cubicBezTo>
                  <a:pt x="12634" y="2206"/>
                  <a:pt x="12036" y="1639"/>
                  <a:pt x="11374" y="1639"/>
                </a:cubicBezTo>
                <a:lnTo>
                  <a:pt x="10996" y="1639"/>
                </a:lnTo>
                <a:lnTo>
                  <a:pt x="10996" y="1229"/>
                </a:lnTo>
                <a:cubicBezTo>
                  <a:pt x="10996" y="536"/>
                  <a:pt x="10429" y="0"/>
                  <a:pt x="9767" y="0"/>
                </a:cubicBezTo>
                <a:cubicBezTo>
                  <a:pt x="9106" y="0"/>
                  <a:pt x="8539" y="536"/>
                  <a:pt x="8507" y="1229"/>
                </a:cubicBezTo>
                <a:lnTo>
                  <a:pt x="8507" y="1639"/>
                </a:lnTo>
                <a:lnTo>
                  <a:pt x="4097" y="1639"/>
                </a:lnTo>
                <a:lnTo>
                  <a:pt x="4097" y="1229"/>
                </a:lnTo>
                <a:cubicBezTo>
                  <a:pt x="4097" y="536"/>
                  <a:pt x="3561" y="0"/>
                  <a:pt x="286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" name="Google Shape;703;p16"/>
          <p:cNvSpPr/>
          <p:nvPr/>
        </p:nvSpPr>
        <p:spPr>
          <a:xfrm>
            <a:off x="1374604" y="2457347"/>
            <a:ext cx="407845" cy="220184"/>
          </a:xfrm>
          <a:custGeom>
            <a:rect b="b" l="l" r="r" t="t"/>
            <a:pathLst>
              <a:path extrusionOk="0" h="6838" w="12666">
                <a:moveTo>
                  <a:pt x="1" y="1"/>
                </a:moveTo>
                <a:lnTo>
                  <a:pt x="1" y="5640"/>
                </a:lnTo>
                <a:lnTo>
                  <a:pt x="32" y="5640"/>
                </a:lnTo>
                <a:cubicBezTo>
                  <a:pt x="32" y="6302"/>
                  <a:pt x="568" y="6837"/>
                  <a:pt x="1261" y="6837"/>
                </a:cubicBezTo>
                <a:lnTo>
                  <a:pt x="11437" y="6837"/>
                </a:lnTo>
                <a:cubicBezTo>
                  <a:pt x="12099" y="6837"/>
                  <a:pt x="12666" y="6302"/>
                  <a:pt x="12666" y="5640"/>
                </a:cubicBezTo>
                <a:lnTo>
                  <a:pt x="126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" name="Google Shape;704;p16"/>
          <p:cNvSpPr/>
          <p:nvPr/>
        </p:nvSpPr>
        <p:spPr>
          <a:xfrm>
            <a:off x="4002905" y="1417416"/>
            <a:ext cx="203923" cy="319585"/>
          </a:xfrm>
          <a:custGeom>
            <a:rect b="b" l="l" r="r" t="t"/>
            <a:pathLst>
              <a:path extrusionOk="0" h="9925" w="6333">
                <a:moveTo>
                  <a:pt x="4694" y="1"/>
                </a:moveTo>
                <a:lnTo>
                  <a:pt x="4694" y="7877"/>
                </a:lnTo>
                <a:cubicBezTo>
                  <a:pt x="4694" y="8097"/>
                  <a:pt x="4474" y="8255"/>
                  <a:pt x="4253" y="8255"/>
                </a:cubicBezTo>
                <a:cubicBezTo>
                  <a:pt x="2993" y="8255"/>
                  <a:pt x="1638" y="8696"/>
                  <a:pt x="693" y="9452"/>
                </a:cubicBezTo>
                <a:cubicBezTo>
                  <a:pt x="536" y="9546"/>
                  <a:pt x="189" y="9925"/>
                  <a:pt x="0" y="9925"/>
                </a:cubicBezTo>
                <a:lnTo>
                  <a:pt x="5073" y="9925"/>
                </a:lnTo>
                <a:cubicBezTo>
                  <a:pt x="5734" y="9925"/>
                  <a:pt x="6333" y="9357"/>
                  <a:pt x="6333" y="8696"/>
                </a:cubicBezTo>
                <a:lnTo>
                  <a:pt x="6333" y="1229"/>
                </a:lnTo>
                <a:cubicBezTo>
                  <a:pt x="6333" y="536"/>
                  <a:pt x="5766" y="1"/>
                  <a:pt x="50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" name="Google Shape;705;p16"/>
          <p:cNvSpPr/>
          <p:nvPr/>
        </p:nvSpPr>
        <p:spPr>
          <a:xfrm>
            <a:off x="3877101" y="1364673"/>
            <a:ext cx="111637" cy="331757"/>
          </a:xfrm>
          <a:custGeom>
            <a:rect b="b" l="l" r="r" t="t"/>
            <a:pathLst>
              <a:path extrusionOk="0" h="10303" w="3467">
                <a:moveTo>
                  <a:pt x="1" y="0"/>
                </a:moveTo>
                <a:lnTo>
                  <a:pt x="1" y="9105"/>
                </a:lnTo>
                <a:cubicBezTo>
                  <a:pt x="1166" y="9200"/>
                  <a:pt x="2489" y="9578"/>
                  <a:pt x="3466" y="10302"/>
                </a:cubicBezTo>
                <a:lnTo>
                  <a:pt x="3466" y="1197"/>
                </a:lnTo>
                <a:cubicBezTo>
                  <a:pt x="2489" y="473"/>
                  <a:pt x="1229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" name="Google Shape;706;p16"/>
          <p:cNvSpPr/>
          <p:nvPr/>
        </p:nvSpPr>
        <p:spPr>
          <a:xfrm>
            <a:off x="4015077" y="1364673"/>
            <a:ext cx="111605" cy="331757"/>
          </a:xfrm>
          <a:custGeom>
            <a:rect b="b" l="l" r="r" t="t"/>
            <a:pathLst>
              <a:path extrusionOk="0" h="10303" w="3466">
                <a:moveTo>
                  <a:pt x="3466" y="0"/>
                </a:moveTo>
                <a:cubicBezTo>
                  <a:pt x="2300" y="95"/>
                  <a:pt x="977" y="473"/>
                  <a:pt x="0" y="1197"/>
                </a:cubicBezTo>
                <a:lnTo>
                  <a:pt x="0" y="10302"/>
                </a:lnTo>
                <a:cubicBezTo>
                  <a:pt x="977" y="9578"/>
                  <a:pt x="2237" y="9200"/>
                  <a:pt x="3466" y="9105"/>
                </a:cubicBezTo>
                <a:lnTo>
                  <a:pt x="346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" name="Google Shape;707;p16"/>
          <p:cNvSpPr/>
          <p:nvPr/>
        </p:nvSpPr>
        <p:spPr>
          <a:xfrm>
            <a:off x="3797986" y="1417416"/>
            <a:ext cx="202924" cy="319585"/>
          </a:xfrm>
          <a:custGeom>
            <a:rect b="b" l="l" r="r" t="t"/>
            <a:pathLst>
              <a:path extrusionOk="0" h="9925" w="6302">
                <a:moveTo>
                  <a:pt x="1229" y="1"/>
                </a:moveTo>
                <a:cubicBezTo>
                  <a:pt x="567" y="1"/>
                  <a:pt x="0" y="536"/>
                  <a:pt x="0" y="1198"/>
                </a:cubicBezTo>
                <a:lnTo>
                  <a:pt x="0" y="8664"/>
                </a:lnTo>
                <a:cubicBezTo>
                  <a:pt x="32" y="9357"/>
                  <a:pt x="567" y="9925"/>
                  <a:pt x="1229" y="9925"/>
                </a:cubicBezTo>
                <a:lnTo>
                  <a:pt x="6301" y="9925"/>
                </a:lnTo>
                <a:cubicBezTo>
                  <a:pt x="6112" y="9925"/>
                  <a:pt x="5766" y="9609"/>
                  <a:pt x="5608" y="9452"/>
                </a:cubicBezTo>
                <a:cubicBezTo>
                  <a:pt x="4631" y="8664"/>
                  <a:pt x="3277" y="8255"/>
                  <a:pt x="2048" y="8255"/>
                </a:cubicBezTo>
                <a:cubicBezTo>
                  <a:pt x="1828" y="8255"/>
                  <a:pt x="1638" y="8066"/>
                  <a:pt x="1638" y="7877"/>
                </a:cubicBezTo>
                <a:lnTo>
                  <a:pt x="16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" name="Google Shape;708;p16"/>
          <p:cNvSpPr/>
          <p:nvPr/>
        </p:nvSpPr>
        <p:spPr>
          <a:xfrm>
            <a:off x="3802027" y="1807014"/>
            <a:ext cx="400761" cy="173204"/>
          </a:xfrm>
          <a:custGeom>
            <a:rect b="b" l="l" r="r" t="t"/>
            <a:pathLst>
              <a:path extrusionOk="0" h="5379" w="12446">
                <a:moveTo>
                  <a:pt x="3088" y="0"/>
                </a:moveTo>
                <a:cubicBezTo>
                  <a:pt x="1639" y="0"/>
                  <a:pt x="316" y="1008"/>
                  <a:pt x="95" y="2489"/>
                </a:cubicBezTo>
                <a:cubicBezTo>
                  <a:pt x="1" y="3214"/>
                  <a:pt x="190" y="3938"/>
                  <a:pt x="568" y="4506"/>
                </a:cubicBezTo>
                <a:cubicBezTo>
                  <a:pt x="962" y="5071"/>
                  <a:pt x="1607" y="5366"/>
                  <a:pt x="2240" y="5366"/>
                </a:cubicBezTo>
                <a:cubicBezTo>
                  <a:pt x="2772" y="5366"/>
                  <a:pt x="3296" y="5157"/>
                  <a:pt x="3655" y="4726"/>
                </a:cubicBezTo>
                <a:cubicBezTo>
                  <a:pt x="4569" y="3655"/>
                  <a:pt x="3844" y="2489"/>
                  <a:pt x="2836" y="2489"/>
                </a:cubicBezTo>
                <a:cubicBezTo>
                  <a:pt x="2584" y="2489"/>
                  <a:pt x="2427" y="2678"/>
                  <a:pt x="2427" y="2899"/>
                </a:cubicBezTo>
                <a:cubicBezTo>
                  <a:pt x="2427" y="3151"/>
                  <a:pt x="2616" y="3308"/>
                  <a:pt x="2836" y="3340"/>
                </a:cubicBezTo>
                <a:cubicBezTo>
                  <a:pt x="3057" y="3340"/>
                  <a:pt x="3214" y="3529"/>
                  <a:pt x="3214" y="3749"/>
                </a:cubicBezTo>
                <a:cubicBezTo>
                  <a:pt x="3214" y="3970"/>
                  <a:pt x="3025" y="4127"/>
                  <a:pt x="2836" y="4127"/>
                </a:cubicBezTo>
                <a:cubicBezTo>
                  <a:pt x="2049" y="4127"/>
                  <a:pt x="1450" y="3434"/>
                  <a:pt x="1608" y="2584"/>
                </a:cubicBezTo>
                <a:cubicBezTo>
                  <a:pt x="1754" y="1999"/>
                  <a:pt x="2279" y="1632"/>
                  <a:pt x="2882" y="1632"/>
                </a:cubicBezTo>
                <a:cubicBezTo>
                  <a:pt x="2930" y="1632"/>
                  <a:pt x="2977" y="1634"/>
                  <a:pt x="3025" y="1639"/>
                </a:cubicBezTo>
                <a:cubicBezTo>
                  <a:pt x="3624" y="1733"/>
                  <a:pt x="4128" y="2048"/>
                  <a:pt x="4474" y="2489"/>
                </a:cubicBezTo>
                <a:lnTo>
                  <a:pt x="7908" y="2489"/>
                </a:lnTo>
                <a:cubicBezTo>
                  <a:pt x="8255" y="2017"/>
                  <a:pt x="8759" y="1702"/>
                  <a:pt x="9358" y="1639"/>
                </a:cubicBezTo>
                <a:cubicBezTo>
                  <a:pt x="9406" y="1634"/>
                  <a:pt x="9453" y="1632"/>
                  <a:pt x="9501" y="1632"/>
                </a:cubicBezTo>
                <a:cubicBezTo>
                  <a:pt x="10104" y="1632"/>
                  <a:pt x="10629" y="1999"/>
                  <a:pt x="10775" y="2584"/>
                </a:cubicBezTo>
                <a:cubicBezTo>
                  <a:pt x="10964" y="3434"/>
                  <a:pt x="10334" y="4127"/>
                  <a:pt x="9547" y="4127"/>
                </a:cubicBezTo>
                <a:cubicBezTo>
                  <a:pt x="9326" y="4127"/>
                  <a:pt x="9137" y="3938"/>
                  <a:pt x="9137" y="3749"/>
                </a:cubicBezTo>
                <a:cubicBezTo>
                  <a:pt x="9137" y="3497"/>
                  <a:pt x="9326" y="3340"/>
                  <a:pt x="9547" y="3340"/>
                </a:cubicBezTo>
                <a:cubicBezTo>
                  <a:pt x="9799" y="3340"/>
                  <a:pt x="9956" y="3151"/>
                  <a:pt x="9956" y="2899"/>
                </a:cubicBezTo>
                <a:cubicBezTo>
                  <a:pt x="9956" y="2678"/>
                  <a:pt x="9767" y="2521"/>
                  <a:pt x="9547" y="2489"/>
                </a:cubicBezTo>
                <a:cubicBezTo>
                  <a:pt x="8539" y="2489"/>
                  <a:pt x="7814" y="3686"/>
                  <a:pt x="8728" y="4726"/>
                </a:cubicBezTo>
                <a:cubicBezTo>
                  <a:pt x="9099" y="5169"/>
                  <a:pt x="9626" y="5379"/>
                  <a:pt x="10158" y="5379"/>
                </a:cubicBezTo>
                <a:cubicBezTo>
                  <a:pt x="10800" y="5379"/>
                  <a:pt x="11451" y="5074"/>
                  <a:pt x="11847" y="4506"/>
                </a:cubicBezTo>
                <a:cubicBezTo>
                  <a:pt x="12225" y="3970"/>
                  <a:pt x="12445" y="3277"/>
                  <a:pt x="12319" y="2489"/>
                </a:cubicBezTo>
                <a:cubicBezTo>
                  <a:pt x="12130" y="1008"/>
                  <a:pt x="10775" y="0"/>
                  <a:pt x="93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" name="Google Shape;709;p16"/>
          <p:cNvSpPr/>
          <p:nvPr/>
        </p:nvSpPr>
        <p:spPr>
          <a:xfrm>
            <a:off x="3879146" y="1969334"/>
            <a:ext cx="238409" cy="245525"/>
          </a:xfrm>
          <a:custGeom>
            <a:rect b="b" l="l" r="r" t="t"/>
            <a:pathLst>
              <a:path extrusionOk="0" h="7625" w="7404">
                <a:moveTo>
                  <a:pt x="2426" y="0"/>
                </a:moveTo>
                <a:lnTo>
                  <a:pt x="2426" y="5639"/>
                </a:lnTo>
                <a:cubicBezTo>
                  <a:pt x="2426" y="5860"/>
                  <a:pt x="2237" y="6017"/>
                  <a:pt x="2048" y="6017"/>
                </a:cubicBezTo>
                <a:cubicBezTo>
                  <a:pt x="1796" y="6017"/>
                  <a:pt x="1638" y="5828"/>
                  <a:pt x="1638" y="5639"/>
                </a:cubicBezTo>
                <a:lnTo>
                  <a:pt x="1638" y="473"/>
                </a:lnTo>
                <a:cubicBezTo>
                  <a:pt x="1229" y="851"/>
                  <a:pt x="630" y="1103"/>
                  <a:pt x="0" y="1134"/>
                </a:cubicBezTo>
                <a:lnTo>
                  <a:pt x="0" y="7246"/>
                </a:lnTo>
                <a:cubicBezTo>
                  <a:pt x="0" y="7467"/>
                  <a:pt x="189" y="7624"/>
                  <a:pt x="378" y="7624"/>
                </a:cubicBezTo>
                <a:lnTo>
                  <a:pt x="6994" y="7624"/>
                </a:lnTo>
                <a:cubicBezTo>
                  <a:pt x="7246" y="7624"/>
                  <a:pt x="7404" y="7435"/>
                  <a:pt x="7404" y="7246"/>
                </a:cubicBezTo>
                <a:lnTo>
                  <a:pt x="7404" y="1134"/>
                </a:lnTo>
                <a:cubicBezTo>
                  <a:pt x="6774" y="1071"/>
                  <a:pt x="6175" y="788"/>
                  <a:pt x="5734" y="315"/>
                </a:cubicBezTo>
                <a:lnTo>
                  <a:pt x="5734" y="5639"/>
                </a:lnTo>
                <a:cubicBezTo>
                  <a:pt x="5734" y="5860"/>
                  <a:pt x="5545" y="6017"/>
                  <a:pt x="5324" y="6017"/>
                </a:cubicBezTo>
                <a:cubicBezTo>
                  <a:pt x="5072" y="6017"/>
                  <a:pt x="4915" y="5828"/>
                  <a:pt x="4915" y="5639"/>
                </a:cubicBezTo>
                <a:lnTo>
                  <a:pt x="4915" y="0"/>
                </a:lnTo>
                <a:lnTo>
                  <a:pt x="4096" y="0"/>
                </a:lnTo>
                <a:lnTo>
                  <a:pt x="4096" y="5639"/>
                </a:lnTo>
                <a:cubicBezTo>
                  <a:pt x="4096" y="5860"/>
                  <a:pt x="3907" y="6017"/>
                  <a:pt x="3686" y="6017"/>
                </a:cubicBezTo>
                <a:cubicBezTo>
                  <a:pt x="3466" y="6017"/>
                  <a:pt x="3277" y="5828"/>
                  <a:pt x="3277" y="5639"/>
                </a:cubicBezTo>
                <a:lnTo>
                  <a:pt x="327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" name="Google Shape;710;p16"/>
          <p:cNvSpPr/>
          <p:nvPr/>
        </p:nvSpPr>
        <p:spPr>
          <a:xfrm>
            <a:off x="3959291" y="1914530"/>
            <a:ext cx="86232" cy="26404"/>
          </a:xfrm>
          <a:custGeom>
            <a:rect b="b" l="l" r="r" t="t"/>
            <a:pathLst>
              <a:path extrusionOk="0" h="820" w="2678">
                <a:moveTo>
                  <a:pt x="0" y="1"/>
                </a:moveTo>
                <a:cubicBezTo>
                  <a:pt x="32" y="127"/>
                  <a:pt x="32" y="284"/>
                  <a:pt x="32" y="379"/>
                </a:cubicBezTo>
                <a:cubicBezTo>
                  <a:pt x="32" y="536"/>
                  <a:pt x="32" y="662"/>
                  <a:pt x="0" y="788"/>
                </a:cubicBezTo>
                <a:lnTo>
                  <a:pt x="2666" y="788"/>
                </a:lnTo>
                <a:cubicBezTo>
                  <a:pt x="2615" y="649"/>
                  <a:pt x="2615" y="555"/>
                  <a:pt x="2615" y="379"/>
                </a:cubicBezTo>
                <a:cubicBezTo>
                  <a:pt x="2615" y="284"/>
                  <a:pt x="2615" y="127"/>
                  <a:pt x="2678" y="1"/>
                </a:cubicBezTo>
                <a:close/>
                <a:moveTo>
                  <a:pt x="2666" y="788"/>
                </a:moveTo>
                <a:cubicBezTo>
                  <a:pt x="2670" y="799"/>
                  <a:pt x="2674" y="809"/>
                  <a:pt x="2678" y="820"/>
                </a:cubicBezTo>
                <a:lnTo>
                  <a:pt x="2678" y="788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" name="Google Shape;711;p16"/>
          <p:cNvSpPr/>
          <p:nvPr/>
        </p:nvSpPr>
        <p:spPr>
          <a:xfrm>
            <a:off x="3805700" y="2295664"/>
            <a:ext cx="399731" cy="409970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" name="Google Shape;712;p16"/>
          <p:cNvSpPr/>
          <p:nvPr/>
        </p:nvSpPr>
        <p:spPr>
          <a:xfrm>
            <a:off x="2395362" y="3075116"/>
            <a:ext cx="131054" cy="126192"/>
          </a:xfrm>
          <a:custGeom>
            <a:rect b="b" l="l" r="r" t="t"/>
            <a:pathLst>
              <a:path extrusionOk="0" h="3919" w="4070">
                <a:moveTo>
                  <a:pt x="1455" y="0"/>
                </a:moveTo>
                <a:lnTo>
                  <a:pt x="1013" y="2489"/>
                </a:lnTo>
                <a:lnTo>
                  <a:pt x="289" y="3214"/>
                </a:lnTo>
                <a:cubicBezTo>
                  <a:pt x="1" y="3502"/>
                  <a:pt x="280" y="3919"/>
                  <a:pt x="597" y="3919"/>
                </a:cubicBezTo>
                <a:cubicBezTo>
                  <a:pt x="695" y="3919"/>
                  <a:pt x="798" y="3878"/>
                  <a:pt x="887" y="3781"/>
                </a:cubicBezTo>
                <a:lnTo>
                  <a:pt x="1612" y="3088"/>
                </a:lnTo>
                <a:lnTo>
                  <a:pt x="4069" y="2647"/>
                </a:lnTo>
                <a:lnTo>
                  <a:pt x="14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" name="Google Shape;713;p16"/>
          <p:cNvSpPr/>
          <p:nvPr/>
        </p:nvSpPr>
        <p:spPr>
          <a:xfrm>
            <a:off x="2456381" y="2963511"/>
            <a:ext cx="182638" cy="181640"/>
          </a:xfrm>
          <a:custGeom>
            <a:rect b="b" l="l" r="r" t="t"/>
            <a:pathLst>
              <a:path extrusionOk="0" h="5641" w="5672">
                <a:moveTo>
                  <a:pt x="2742" y="1"/>
                </a:moveTo>
                <a:lnTo>
                  <a:pt x="1" y="2710"/>
                </a:lnTo>
                <a:lnTo>
                  <a:pt x="2931" y="5640"/>
                </a:lnTo>
                <a:lnTo>
                  <a:pt x="5671" y="2899"/>
                </a:lnTo>
                <a:lnTo>
                  <a:pt x="274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" name="Google Shape;714;p16"/>
          <p:cNvSpPr/>
          <p:nvPr/>
        </p:nvSpPr>
        <p:spPr>
          <a:xfrm>
            <a:off x="2537299" y="2791049"/>
            <a:ext cx="297947" cy="247586"/>
          </a:xfrm>
          <a:custGeom>
            <a:rect b="b" l="l" r="r" t="t"/>
            <a:pathLst>
              <a:path extrusionOk="0" h="7689" w="9253">
                <a:moveTo>
                  <a:pt x="3442" y="1"/>
                </a:moveTo>
                <a:cubicBezTo>
                  <a:pt x="3127" y="1"/>
                  <a:pt x="2812" y="127"/>
                  <a:pt x="2591" y="379"/>
                </a:cubicBezTo>
                <a:lnTo>
                  <a:pt x="292" y="2647"/>
                </a:lnTo>
                <a:cubicBezTo>
                  <a:pt x="1" y="2962"/>
                  <a:pt x="287" y="3370"/>
                  <a:pt x="607" y="3370"/>
                </a:cubicBezTo>
                <a:cubicBezTo>
                  <a:pt x="704" y="3370"/>
                  <a:pt x="803" y="3333"/>
                  <a:pt x="890" y="3246"/>
                </a:cubicBezTo>
                <a:lnTo>
                  <a:pt x="3190" y="946"/>
                </a:lnTo>
                <a:cubicBezTo>
                  <a:pt x="3269" y="867"/>
                  <a:pt x="3371" y="828"/>
                  <a:pt x="3474" y="828"/>
                </a:cubicBezTo>
                <a:cubicBezTo>
                  <a:pt x="3576" y="828"/>
                  <a:pt x="3678" y="867"/>
                  <a:pt x="3757" y="946"/>
                </a:cubicBezTo>
                <a:lnTo>
                  <a:pt x="4198" y="1387"/>
                </a:lnTo>
                <a:lnTo>
                  <a:pt x="827" y="4758"/>
                </a:lnTo>
                <a:lnTo>
                  <a:pt x="3726" y="7688"/>
                </a:lnTo>
                <a:lnTo>
                  <a:pt x="7821" y="3593"/>
                </a:lnTo>
                <a:cubicBezTo>
                  <a:pt x="9253" y="2161"/>
                  <a:pt x="8028" y="43"/>
                  <a:pt x="6392" y="43"/>
                </a:cubicBezTo>
                <a:cubicBezTo>
                  <a:pt x="5868" y="43"/>
                  <a:pt x="5301" y="261"/>
                  <a:pt x="4765" y="789"/>
                </a:cubicBezTo>
                <a:cubicBezTo>
                  <a:pt x="4324" y="379"/>
                  <a:pt x="4041" y="1"/>
                  <a:pt x="3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5" name="Google Shape;715;p16"/>
          <p:cNvSpPr/>
          <p:nvPr/>
        </p:nvSpPr>
        <p:spPr>
          <a:xfrm>
            <a:off x="2689374" y="3466874"/>
            <a:ext cx="26404" cy="53774"/>
          </a:xfrm>
          <a:custGeom>
            <a:rect b="b" l="l" r="r" t="t"/>
            <a:pathLst>
              <a:path extrusionOk="0" h="1670" w="820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190" y="1607"/>
                  <a:pt x="442" y="1670"/>
                </a:cubicBezTo>
                <a:cubicBezTo>
                  <a:pt x="631" y="1607"/>
                  <a:pt x="820" y="1449"/>
                  <a:pt x="820" y="1229"/>
                </a:cubicBezTo>
                <a:lnTo>
                  <a:pt x="82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6" name="Google Shape;716;p16"/>
          <p:cNvSpPr/>
          <p:nvPr/>
        </p:nvSpPr>
        <p:spPr>
          <a:xfrm>
            <a:off x="2529083" y="3466874"/>
            <a:ext cx="27434" cy="53774"/>
          </a:xfrm>
          <a:custGeom>
            <a:rect b="b" l="l" r="r" t="t"/>
            <a:pathLst>
              <a:path extrusionOk="0" h="1670" w="852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221" y="1607"/>
                  <a:pt x="410" y="1670"/>
                </a:cubicBezTo>
                <a:cubicBezTo>
                  <a:pt x="631" y="1607"/>
                  <a:pt x="851" y="1449"/>
                  <a:pt x="851" y="1229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7" name="Google Shape;717;p16"/>
          <p:cNvSpPr/>
          <p:nvPr/>
        </p:nvSpPr>
        <p:spPr>
          <a:xfrm>
            <a:off x="2445911" y="3518588"/>
            <a:ext cx="355102" cy="185697"/>
          </a:xfrm>
          <a:custGeom>
            <a:rect b="b" l="l" r="r" t="t"/>
            <a:pathLst>
              <a:path extrusionOk="0" h="5767" w="11028">
                <a:moveTo>
                  <a:pt x="7152" y="1671"/>
                </a:moveTo>
                <a:cubicBezTo>
                  <a:pt x="7404" y="1671"/>
                  <a:pt x="7593" y="1860"/>
                  <a:pt x="7593" y="2112"/>
                </a:cubicBezTo>
                <a:lnTo>
                  <a:pt x="7593" y="3750"/>
                </a:lnTo>
                <a:cubicBezTo>
                  <a:pt x="7593" y="4002"/>
                  <a:pt x="7404" y="4159"/>
                  <a:pt x="7152" y="4159"/>
                </a:cubicBezTo>
                <a:lnTo>
                  <a:pt x="3844" y="4159"/>
                </a:lnTo>
                <a:cubicBezTo>
                  <a:pt x="3624" y="4159"/>
                  <a:pt x="3434" y="3939"/>
                  <a:pt x="3434" y="3750"/>
                </a:cubicBezTo>
                <a:lnTo>
                  <a:pt x="3434" y="2112"/>
                </a:lnTo>
                <a:cubicBezTo>
                  <a:pt x="3434" y="1860"/>
                  <a:pt x="3624" y="1671"/>
                  <a:pt x="3844" y="1671"/>
                </a:cubicBezTo>
                <a:close/>
                <a:moveTo>
                  <a:pt x="0" y="1"/>
                </a:moveTo>
                <a:lnTo>
                  <a:pt x="0" y="4537"/>
                </a:lnTo>
                <a:cubicBezTo>
                  <a:pt x="0" y="5199"/>
                  <a:pt x="568" y="5766"/>
                  <a:pt x="1261" y="5766"/>
                </a:cubicBezTo>
                <a:lnTo>
                  <a:pt x="9798" y="5766"/>
                </a:lnTo>
                <a:cubicBezTo>
                  <a:pt x="10460" y="5766"/>
                  <a:pt x="11027" y="5199"/>
                  <a:pt x="11027" y="4537"/>
                </a:cubicBezTo>
                <a:lnTo>
                  <a:pt x="11027" y="1"/>
                </a:lnTo>
                <a:lnTo>
                  <a:pt x="9168" y="1"/>
                </a:lnTo>
                <a:cubicBezTo>
                  <a:pt x="9011" y="473"/>
                  <a:pt x="8538" y="851"/>
                  <a:pt x="8003" y="851"/>
                </a:cubicBezTo>
                <a:cubicBezTo>
                  <a:pt x="7436" y="851"/>
                  <a:pt x="6995" y="473"/>
                  <a:pt x="6806" y="1"/>
                </a:cubicBezTo>
                <a:lnTo>
                  <a:pt x="4159" y="1"/>
                </a:lnTo>
                <a:cubicBezTo>
                  <a:pt x="4002" y="473"/>
                  <a:pt x="3560" y="851"/>
                  <a:pt x="2993" y="851"/>
                </a:cubicBezTo>
                <a:cubicBezTo>
                  <a:pt x="2489" y="851"/>
                  <a:pt x="2017" y="536"/>
                  <a:pt x="18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8" name="Google Shape;718;p16"/>
          <p:cNvSpPr/>
          <p:nvPr/>
        </p:nvSpPr>
        <p:spPr>
          <a:xfrm>
            <a:off x="2419539" y="3297439"/>
            <a:ext cx="407845" cy="194810"/>
          </a:xfrm>
          <a:custGeom>
            <a:rect b="b" l="l" r="r" t="t"/>
            <a:pathLst>
              <a:path extrusionOk="0" h="6050" w="12666">
                <a:moveTo>
                  <a:pt x="7971" y="820"/>
                </a:moveTo>
                <a:cubicBezTo>
                  <a:pt x="8223" y="820"/>
                  <a:pt x="8381" y="1009"/>
                  <a:pt x="8412" y="1229"/>
                </a:cubicBezTo>
                <a:lnTo>
                  <a:pt x="8412" y="1639"/>
                </a:lnTo>
                <a:lnTo>
                  <a:pt x="4253" y="1639"/>
                </a:lnTo>
                <a:lnTo>
                  <a:pt x="4253" y="1229"/>
                </a:lnTo>
                <a:cubicBezTo>
                  <a:pt x="4253" y="1009"/>
                  <a:pt x="4443" y="851"/>
                  <a:pt x="4663" y="820"/>
                </a:cubicBezTo>
                <a:close/>
                <a:moveTo>
                  <a:pt x="4632" y="1"/>
                </a:moveTo>
                <a:cubicBezTo>
                  <a:pt x="3970" y="1"/>
                  <a:pt x="3403" y="536"/>
                  <a:pt x="3403" y="1229"/>
                </a:cubicBezTo>
                <a:lnTo>
                  <a:pt x="3403" y="1639"/>
                </a:lnTo>
                <a:lnTo>
                  <a:pt x="1229" y="1639"/>
                </a:lnTo>
                <a:cubicBezTo>
                  <a:pt x="536" y="1639"/>
                  <a:pt x="0" y="2175"/>
                  <a:pt x="0" y="2868"/>
                </a:cubicBezTo>
                <a:lnTo>
                  <a:pt x="0" y="5609"/>
                </a:lnTo>
                <a:cubicBezTo>
                  <a:pt x="0" y="5861"/>
                  <a:pt x="189" y="6050"/>
                  <a:pt x="378" y="6050"/>
                </a:cubicBezTo>
                <a:lnTo>
                  <a:pt x="2584" y="6050"/>
                </a:lnTo>
                <a:lnTo>
                  <a:pt x="2584" y="4821"/>
                </a:lnTo>
                <a:cubicBezTo>
                  <a:pt x="2584" y="4600"/>
                  <a:pt x="2804" y="4380"/>
                  <a:pt x="3025" y="4380"/>
                </a:cubicBezTo>
                <a:lnTo>
                  <a:pt x="4663" y="4380"/>
                </a:lnTo>
                <a:cubicBezTo>
                  <a:pt x="4915" y="4380"/>
                  <a:pt x="5104" y="4600"/>
                  <a:pt x="5104" y="4821"/>
                </a:cubicBezTo>
                <a:lnTo>
                  <a:pt x="5104" y="6050"/>
                </a:lnTo>
                <a:lnTo>
                  <a:pt x="7593" y="6050"/>
                </a:lnTo>
                <a:lnTo>
                  <a:pt x="7593" y="4821"/>
                </a:lnTo>
                <a:cubicBezTo>
                  <a:pt x="7593" y="4600"/>
                  <a:pt x="7782" y="4380"/>
                  <a:pt x="7971" y="4380"/>
                </a:cubicBezTo>
                <a:lnTo>
                  <a:pt x="9641" y="4380"/>
                </a:lnTo>
                <a:cubicBezTo>
                  <a:pt x="9861" y="4380"/>
                  <a:pt x="10019" y="4600"/>
                  <a:pt x="10019" y="4821"/>
                </a:cubicBezTo>
                <a:lnTo>
                  <a:pt x="10019" y="6050"/>
                </a:lnTo>
                <a:lnTo>
                  <a:pt x="12224" y="6050"/>
                </a:lnTo>
                <a:cubicBezTo>
                  <a:pt x="12476" y="6050"/>
                  <a:pt x="12665" y="5861"/>
                  <a:pt x="12665" y="5609"/>
                </a:cubicBezTo>
                <a:lnTo>
                  <a:pt x="12665" y="2868"/>
                </a:lnTo>
                <a:cubicBezTo>
                  <a:pt x="12665" y="2238"/>
                  <a:pt x="12067" y="1639"/>
                  <a:pt x="11405" y="1639"/>
                </a:cubicBezTo>
                <a:lnTo>
                  <a:pt x="9200" y="1639"/>
                </a:lnTo>
                <a:lnTo>
                  <a:pt x="9200" y="1229"/>
                </a:lnTo>
                <a:cubicBezTo>
                  <a:pt x="9200" y="568"/>
                  <a:pt x="8664" y="32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16"/>
          <p:cNvSpPr/>
          <p:nvPr/>
        </p:nvSpPr>
        <p:spPr>
          <a:xfrm>
            <a:off x="2418524" y="3801800"/>
            <a:ext cx="327699" cy="326669"/>
          </a:xfrm>
          <a:custGeom>
            <a:rect b="b" l="l" r="r" t="t"/>
            <a:pathLst>
              <a:path extrusionOk="0" h="10145" w="10177">
                <a:moveTo>
                  <a:pt x="5104" y="3813"/>
                </a:moveTo>
                <a:cubicBezTo>
                  <a:pt x="5797" y="3813"/>
                  <a:pt x="6364" y="4348"/>
                  <a:pt x="6364" y="5073"/>
                </a:cubicBezTo>
                <a:cubicBezTo>
                  <a:pt x="6364" y="5766"/>
                  <a:pt x="5797" y="6333"/>
                  <a:pt x="5104" y="6333"/>
                </a:cubicBezTo>
                <a:cubicBezTo>
                  <a:pt x="4379" y="6333"/>
                  <a:pt x="3844" y="5766"/>
                  <a:pt x="3844" y="5073"/>
                </a:cubicBezTo>
                <a:cubicBezTo>
                  <a:pt x="3844" y="4411"/>
                  <a:pt x="4411" y="3813"/>
                  <a:pt x="5104" y="3813"/>
                </a:cubicBezTo>
                <a:close/>
                <a:moveTo>
                  <a:pt x="5104" y="0"/>
                </a:moveTo>
                <a:cubicBezTo>
                  <a:pt x="2300" y="0"/>
                  <a:pt x="0" y="2269"/>
                  <a:pt x="0" y="5073"/>
                </a:cubicBezTo>
                <a:cubicBezTo>
                  <a:pt x="63" y="7908"/>
                  <a:pt x="2300" y="10145"/>
                  <a:pt x="5104" y="10145"/>
                </a:cubicBezTo>
                <a:cubicBezTo>
                  <a:pt x="7877" y="10145"/>
                  <a:pt x="10176" y="7877"/>
                  <a:pt x="10176" y="5073"/>
                </a:cubicBezTo>
                <a:cubicBezTo>
                  <a:pt x="10176" y="2269"/>
                  <a:pt x="7877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0" name="Google Shape;720;p16"/>
          <p:cNvSpPr/>
          <p:nvPr/>
        </p:nvSpPr>
        <p:spPr>
          <a:xfrm>
            <a:off x="2473296" y="3965986"/>
            <a:ext cx="355102" cy="243657"/>
          </a:xfrm>
          <a:custGeom>
            <a:rect b="b" l="l" r="r" t="t"/>
            <a:pathLst>
              <a:path extrusionOk="0" h="7567" w="11028">
                <a:moveTo>
                  <a:pt x="9774" y="0"/>
                </a:moveTo>
                <a:cubicBezTo>
                  <a:pt x="9040" y="0"/>
                  <a:pt x="8444" y="548"/>
                  <a:pt x="8444" y="1265"/>
                </a:cubicBezTo>
                <a:cubicBezTo>
                  <a:pt x="8444" y="1801"/>
                  <a:pt x="8790" y="2305"/>
                  <a:pt x="9295" y="2463"/>
                </a:cubicBezTo>
                <a:lnTo>
                  <a:pt x="9295" y="2967"/>
                </a:lnTo>
                <a:cubicBezTo>
                  <a:pt x="9295" y="4416"/>
                  <a:pt x="8192" y="5645"/>
                  <a:pt x="6774" y="5834"/>
                </a:cubicBezTo>
                <a:lnTo>
                  <a:pt x="6774" y="4825"/>
                </a:lnTo>
                <a:cubicBezTo>
                  <a:pt x="5829" y="5487"/>
                  <a:pt x="4663" y="5865"/>
                  <a:pt x="3403" y="5865"/>
                </a:cubicBezTo>
                <a:cubicBezTo>
                  <a:pt x="2143" y="5865"/>
                  <a:pt x="977" y="5487"/>
                  <a:pt x="1" y="4825"/>
                </a:cubicBezTo>
                <a:lnTo>
                  <a:pt x="1" y="6306"/>
                </a:lnTo>
                <a:cubicBezTo>
                  <a:pt x="1" y="7031"/>
                  <a:pt x="568" y="7566"/>
                  <a:pt x="1261" y="7566"/>
                </a:cubicBezTo>
                <a:lnTo>
                  <a:pt x="5388" y="7566"/>
                </a:lnTo>
                <a:cubicBezTo>
                  <a:pt x="5955" y="7566"/>
                  <a:pt x="6459" y="7220"/>
                  <a:pt x="6617" y="6716"/>
                </a:cubicBezTo>
                <a:cubicBezTo>
                  <a:pt x="8601" y="6495"/>
                  <a:pt x="10082" y="4920"/>
                  <a:pt x="10114" y="2904"/>
                </a:cubicBezTo>
                <a:lnTo>
                  <a:pt x="10114" y="2400"/>
                </a:lnTo>
                <a:cubicBezTo>
                  <a:pt x="10649" y="2211"/>
                  <a:pt x="11027" y="1706"/>
                  <a:pt x="10996" y="1108"/>
                </a:cubicBezTo>
                <a:cubicBezTo>
                  <a:pt x="10964" y="572"/>
                  <a:pt x="10492" y="100"/>
                  <a:pt x="9893" y="5"/>
                </a:cubicBezTo>
                <a:cubicBezTo>
                  <a:pt x="9853" y="2"/>
                  <a:pt x="9813" y="0"/>
                  <a:pt x="97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1" name="Google Shape;721;p16"/>
          <p:cNvSpPr/>
          <p:nvPr/>
        </p:nvSpPr>
        <p:spPr>
          <a:xfrm>
            <a:off x="4121222" y="4047785"/>
            <a:ext cx="163351" cy="158295"/>
          </a:xfrm>
          <a:custGeom>
            <a:rect b="b" l="l" r="r" t="t"/>
            <a:pathLst>
              <a:path extrusionOk="0" h="4916" w="5073">
                <a:moveTo>
                  <a:pt x="2238" y="1"/>
                </a:moveTo>
                <a:cubicBezTo>
                  <a:pt x="1986" y="442"/>
                  <a:pt x="1671" y="820"/>
                  <a:pt x="1324" y="1229"/>
                </a:cubicBezTo>
                <a:cubicBezTo>
                  <a:pt x="946" y="1671"/>
                  <a:pt x="473" y="1986"/>
                  <a:pt x="1" y="2238"/>
                </a:cubicBezTo>
                <a:lnTo>
                  <a:pt x="2206" y="4443"/>
                </a:lnTo>
                <a:cubicBezTo>
                  <a:pt x="2521" y="4758"/>
                  <a:pt x="2923" y="4916"/>
                  <a:pt x="3325" y="4916"/>
                </a:cubicBezTo>
                <a:cubicBezTo>
                  <a:pt x="3726" y="4916"/>
                  <a:pt x="4128" y="4758"/>
                  <a:pt x="4443" y="4443"/>
                </a:cubicBezTo>
                <a:cubicBezTo>
                  <a:pt x="5073" y="3813"/>
                  <a:pt x="5073" y="2836"/>
                  <a:pt x="4443" y="220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2" name="Google Shape;722;p16"/>
          <p:cNvSpPr/>
          <p:nvPr/>
        </p:nvSpPr>
        <p:spPr>
          <a:xfrm>
            <a:off x="3870674" y="3796208"/>
            <a:ext cx="319585" cy="320648"/>
          </a:xfrm>
          <a:custGeom>
            <a:rect b="b" l="l" r="r" t="t"/>
            <a:pathLst>
              <a:path extrusionOk="0" h="9958" w="9925">
                <a:moveTo>
                  <a:pt x="4978" y="1702"/>
                </a:moveTo>
                <a:cubicBezTo>
                  <a:pt x="6774" y="1702"/>
                  <a:pt x="8286" y="3214"/>
                  <a:pt x="8286" y="5010"/>
                </a:cubicBezTo>
                <a:cubicBezTo>
                  <a:pt x="8254" y="5892"/>
                  <a:pt x="7939" y="6711"/>
                  <a:pt x="7341" y="7310"/>
                </a:cubicBezTo>
                <a:cubicBezTo>
                  <a:pt x="6742" y="7908"/>
                  <a:pt x="5923" y="8318"/>
                  <a:pt x="4978" y="8318"/>
                </a:cubicBezTo>
                <a:cubicBezTo>
                  <a:pt x="3151" y="8318"/>
                  <a:pt x="1670" y="6837"/>
                  <a:pt x="1670" y="5010"/>
                </a:cubicBezTo>
                <a:cubicBezTo>
                  <a:pt x="1670" y="3214"/>
                  <a:pt x="3151" y="1702"/>
                  <a:pt x="4978" y="1702"/>
                </a:cubicBezTo>
                <a:close/>
                <a:moveTo>
                  <a:pt x="4978" y="1"/>
                </a:moveTo>
                <a:cubicBezTo>
                  <a:pt x="2268" y="1"/>
                  <a:pt x="0" y="2269"/>
                  <a:pt x="0" y="4978"/>
                </a:cubicBezTo>
                <a:cubicBezTo>
                  <a:pt x="0" y="7688"/>
                  <a:pt x="2268" y="9956"/>
                  <a:pt x="4978" y="9956"/>
                </a:cubicBezTo>
                <a:cubicBezTo>
                  <a:pt x="5013" y="9957"/>
                  <a:pt x="5048" y="9957"/>
                  <a:pt x="5083" y="9957"/>
                </a:cubicBezTo>
                <a:cubicBezTo>
                  <a:pt x="6367" y="9957"/>
                  <a:pt x="7586" y="9395"/>
                  <a:pt x="8506" y="8444"/>
                </a:cubicBezTo>
                <a:cubicBezTo>
                  <a:pt x="9420" y="7499"/>
                  <a:pt x="9924" y="6270"/>
                  <a:pt x="9924" y="4978"/>
                </a:cubicBezTo>
                <a:cubicBezTo>
                  <a:pt x="9924" y="2269"/>
                  <a:pt x="7687" y="1"/>
                  <a:pt x="49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3" name="Google Shape;723;p16"/>
          <p:cNvSpPr/>
          <p:nvPr/>
        </p:nvSpPr>
        <p:spPr>
          <a:xfrm>
            <a:off x="1859597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" y="0"/>
                </a:moveTo>
                <a:lnTo>
                  <a:pt x="1" y="9830"/>
                </a:lnTo>
                <a:lnTo>
                  <a:pt x="1670" y="8192"/>
                </a:lnTo>
                <a:lnTo>
                  <a:pt x="1670" y="1639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4" name="Google Shape;724;p16"/>
          <p:cNvSpPr/>
          <p:nvPr/>
        </p:nvSpPr>
        <p:spPr>
          <a:xfrm>
            <a:off x="2214666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670" y="0"/>
                </a:moveTo>
                <a:lnTo>
                  <a:pt x="0" y="1639"/>
                </a:lnTo>
                <a:lnTo>
                  <a:pt x="0" y="8192"/>
                </a:lnTo>
                <a:lnTo>
                  <a:pt x="1670" y="9830"/>
                </a:lnTo>
                <a:lnTo>
                  <a:pt x="167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5" name="Google Shape;725;p16"/>
          <p:cNvSpPr/>
          <p:nvPr/>
        </p:nvSpPr>
        <p:spPr>
          <a:xfrm>
            <a:off x="1939743" y="1433645"/>
            <a:ext cx="248584" cy="194810"/>
          </a:xfrm>
          <a:custGeom>
            <a:rect b="b" l="l" r="r" t="t"/>
            <a:pathLst>
              <a:path extrusionOk="0" h="6050" w="7720">
                <a:moveTo>
                  <a:pt x="1" y="1"/>
                </a:moveTo>
                <a:lnTo>
                  <a:pt x="1" y="6050"/>
                </a:lnTo>
                <a:lnTo>
                  <a:pt x="3592" y="6050"/>
                </a:lnTo>
                <a:lnTo>
                  <a:pt x="3592" y="4821"/>
                </a:lnTo>
                <a:cubicBezTo>
                  <a:pt x="3592" y="4600"/>
                  <a:pt x="3781" y="4411"/>
                  <a:pt x="4002" y="4411"/>
                </a:cubicBezTo>
                <a:lnTo>
                  <a:pt x="6491" y="4411"/>
                </a:lnTo>
                <a:cubicBezTo>
                  <a:pt x="6743" y="4411"/>
                  <a:pt x="6932" y="4600"/>
                  <a:pt x="6932" y="4821"/>
                </a:cubicBezTo>
                <a:lnTo>
                  <a:pt x="6932" y="6050"/>
                </a:lnTo>
                <a:lnTo>
                  <a:pt x="7719" y="6050"/>
                </a:lnTo>
                <a:lnTo>
                  <a:pt x="771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6" name="Google Shape;726;p16"/>
          <p:cNvSpPr/>
          <p:nvPr/>
        </p:nvSpPr>
        <p:spPr>
          <a:xfrm>
            <a:off x="1878885" y="1655825"/>
            <a:ext cx="370300" cy="52776"/>
          </a:xfrm>
          <a:custGeom>
            <a:rect b="b" l="l" r="r" t="t"/>
            <a:pathLst>
              <a:path extrusionOk="0" h="1639" w="11500">
                <a:moveTo>
                  <a:pt x="1639" y="0"/>
                </a:moveTo>
                <a:lnTo>
                  <a:pt x="0" y="1638"/>
                </a:lnTo>
                <a:lnTo>
                  <a:pt x="11500" y="1638"/>
                </a:lnTo>
                <a:lnTo>
                  <a:pt x="98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7" name="Google Shape;727;p16"/>
          <p:cNvSpPr/>
          <p:nvPr/>
        </p:nvSpPr>
        <p:spPr>
          <a:xfrm>
            <a:off x="1877854" y="1299983"/>
            <a:ext cx="371330" cy="107323"/>
          </a:xfrm>
          <a:custGeom>
            <a:rect b="b" l="l" r="r" t="t"/>
            <a:pathLst>
              <a:path extrusionOk="0" h="3333" w="11532">
                <a:moveTo>
                  <a:pt x="5798" y="1033"/>
                </a:moveTo>
                <a:lnTo>
                  <a:pt x="6459" y="1694"/>
                </a:lnTo>
                <a:lnTo>
                  <a:pt x="5136" y="1694"/>
                </a:lnTo>
                <a:lnTo>
                  <a:pt x="5798" y="1033"/>
                </a:lnTo>
                <a:close/>
                <a:moveTo>
                  <a:pt x="5750" y="1"/>
                </a:moveTo>
                <a:cubicBezTo>
                  <a:pt x="5640" y="1"/>
                  <a:pt x="5530" y="40"/>
                  <a:pt x="5451" y="119"/>
                </a:cubicBezTo>
                <a:lnTo>
                  <a:pt x="3939" y="1663"/>
                </a:lnTo>
                <a:lnTo>
                  <a:pt x="1" y="1663"/>
                </a:lnTo>
                <a:lnTo>
                  <a:pt x="1639" y="3332"/>
                </a:lnTo>
                <a:lnTo>
                  <a:pt x="9862" y="3332"/>
                </a:lnTo>
                <a:lnTo>
                  <a:pt x="11532" y="1663"/>
                </a:lnTo>
                <a:lnTo>
                  <a:pt x="7593" y="1663"/>
                </a:lnTo>
                <a:lnTo>
                  <a:pt x="6050" y="119"/>
                </a:lnTo>
                <a:cubicBezTo>
                  <a:pt x="5971" y="40"/>
                  <a:pt x="5861" y="1"/>
                  <a:pt x="5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8" name="Google Shape;728;p16"/>
          <p:cNvSpPr/>
          <p:nvPr/>
        </p:nvSpPr>
        <p:spPr>
          <a:xfrm>
            <a:off x="1944332" y="1950047"/>
            <a:ext cx="240437" cy="239439"/>
          </a:xfrm>
          <a:custGeom>
            <a:rect b="b" l="l" r="r" t="t"/>
            <a:pathLst>
              <a:path extrusionOk="0" h="7436" w="7467">
                <a:moveTo>
                  <a:pt x="3686" y="1465"/>
                </a:moveTo>
                <a:cubicBezTo>
                  <a:pt x="3836" y="1465"/>
                  <a:pt x="3985" y="1544"/>
                  <a:pt x="4064" y="1702"/>
                </a:cubicBezTo>
                <a:lnTo>
                  <a:pt x="4537" y="2678"/>
                </a:lnTo>
                <a:lnTo>
                  <a:pt x="5608" y="2836"/>
                </a:lnTo>
                <a:cubicBezTo>
                  <a:pt x="5955" y="2867"/>
                  <a:pt x="6081" y="3308"/>
                  <a:pt x="5829" y="3561"/>
                </a:cubicBezTo>
                <a:lnTo>
                  <a:pt x="5041" y="4285"/>
                </a:lnTo>
                <a:lnTo>
                  <a:pt x="5261" y="5356"/>
                </a:lnTo>
                <a:cubicBezTo>
                  <a:pt x="5286" y="5630"/>
                  <a:pt x="5075" y="5845"/>
                  <a:pt x="4845" y="5845"/>
                </a:cubicBezTo>
                <a:cubicBezTo>
                  <a:pt x="4784" y="5845"/>
                  <a:pt x="4722" y="5830"/>
                  <a:pt x="4663" y="5797"/>
                </a:cubicBezTo>
                <a:lnTo>
                  <a:pt x="3686" y="5262"/>
                </a:lnTo>
                <a:lnTo>
                  <a:pt x="2678" y="5797"/>
                </a:lnTo>
                <a:cubicBezTo>
                  <a:pt x="2616" y="5828"/>
                  <a:pt x="2553" y="5842"/>
                  <a:pt x="2492" y="5842"/>
                </a:cubicBezTo>
                <a:cubicBezTo>
                  <a:pt x="2244" y="5842"/>
                  <a:pt x="2035" y="5609"/>
                  <a:pt x="2111" y="5356"/>
                </a:cubicBezTo>
                <a:lnTo>
                  <a:pt x="2300" y="4285"/>
                </a:lnTo>
                <a:lnTo>
                  <a:pt x="1512" y="3561"/>
                </a:lnTo>
                <a:cubicBezTo>
                  <a:pt x="1323" y="3308"/>
                  <a:pt x="1418" y="2867"/>
                  <a:pt x="1796" y="2836"/>
                </a:cubicBezTo>
                <a:lnTo>
                  <a:pt x="2836" y="2678"/>
                </a:lnTo>
                <a:lnTo>
                  <a:pt x="3308" y="1702"/>
                </a:lnTo>
                <a:cubicBezTo>
                  <a:pt x="3387" y="1544"/>
                  <a:pt x="3537" y="1465"/>
                  <a:pt x="3686" y="1465"/>
                </a:cubicBezTo>
                <a:close/>
                <a:moveTo>
                  <a:pt x="3718" y="0"/>
                </a:moveTo>
                <a:cubicBezTo>
                  <a:pt x="1670" y="0"/>
                  <a:pt x="32" y="1670"/>
                  <a:pt x="32" y="3750"/>
                </a:cubicBezTo>
                <a:cubicBezTo>
                  <a:pt x="0" y="5766"/>
                  <a:pt x="1670" y="7436"/>
                  <a:pt x="3718" y="7436"/>
                </a:cubicBezTo>
                <a:cubicBezTo>
                  <a:pt x="5765" y="7436"/>
                  <a:pt x="7404" y="5797"/>
                  <a:pt x="7467" y="3750"/>
                </a:cubicBezTo>
                <a:cubicBezTo>
                  <a:pt x="7467" y="1702"/>
                  <a:pt x="5797" y="32"/>
                  <a:pt x="37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9" name="Google Shape;729;p16"/>
          <p:cNvSpPr/>
          <p:nvPr/>
        </p:nvSpPr>
        <p:spPr>
          <a:xfrm>
            <a:off x="2074161" y="1784056"/>
            <a:ext cx="194810" cy="190366"/>
          </a:xfrm>
          <a:custGeom>
            <a:rect b="b" l="l" r="r" t="t"/>
            <a:pathLst>
              <a:path extrusionOk="0" h="5912" w="6050">
                <a:moveTo>
                  <a:pt x="3829" y="0"/>
                </a:moveTo>
                <a:cubicBezTo>
                  <a:pt x="3706" y="0"/>
                  <a:pt x="3580" y="47"/>
                  <a:pt x="3498" y="146"/>
                </a:cubicBezTo>
                <a:lnTo>
                  <a:pt x="1" y="4336"/>
                </a:lnTo>
                <a:cubicBezTo>
                  <a:pt x="1229" y="4399"/>
                  <a:pt x="2332" y="4998"/>
                  <a:pt x="3088" y="5912"/>
                </a:cubicBezTo>
                <a:lnTo>
                  <a:pt x="5861" y="2446"/>
                </a:lnTo>
                <a:cubicBezTo>
                  <a:pt x="6050" y="2289"/>
                  <a:pt x="6050" y="2037"/>
                  <a:pt x="5924" y="1879"/>
                </a:cubicBezTo>
                <a:lnTo>
                  <a:pt x="4128" y="115"/>
                </a:lnTo>
                <a:cubicBezTo>
                  <a:pt x="4053" y="40"/>
                  <a:pt x="3942" y="0"/>
                  <a:pt x="3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0" name="Google Shape;730;p16"/>
          <p:cNvSpPr/>
          <p:nvPr/>
        </p:nvSpPr>
        <p:spPr>
          <a:xfrm>
            <a:off x="1968674" y="1781642"/>
            <a:ext cx="190753" cy="115695"/>
          </a:xfrm>
          <a:custGeom>
            <a:rect b="b" l="l" r="r" t="t"/>
            <a:pathLst>
              <a:path extrusionOk="0" h="3593" w="5924">
                <a:moveTo>
                  <a:pt x="0" y="1"/>
                </a:moveTo>
                <a:lnTo>
                  <a:pt x="2962" y="3592"/>
                </a:lnTo>
                <a:lnTo>
                  <a:pt x="592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1" name="Google Shape;731;p16"/>
          <p:cNvSpPr/>
          <p:nvPr/>
        </p:nvSpPr>
        <p:spPr>
          <a:xfrm>
            <a:off x="1859099" y="1784056"/>
            <a:ext cx="191751" cy="189368"/>
          </a:xfrm>
          <a:custGeom>
            <a:rect b="b" l="l" r="r" t="t"/>
            <a:pathLst>
              <a:path extrusionOk="0" h="5881" w="5955">
                <a:moveTo>
                  <a:pt x="2194" y="0"/>
                </a:moveTo>
                <a:cubicBezTo>
                  <a:pt x="2084" y="0"/>
                  <a:pt x="1965" y="40"/>
                  <a:pt x="1859" y="115"/>
                </a:cubicBezTo>
                <a:lnTo>
                  <a:pt x="95" y="1879"/>
                </a:lnTo>
                <a:cubicBezTo>
                  <a:pt x="1" y="2037"/>
                  <a:pt x="1" y="2289"/>
                  <a:pt x="95" y="2446"/>
                </a:cubicBezTo>
                <a:lnTo>
                  <a:pt x="2899" y="5880"/>
                </a:lnTo>
                <a:cubicBezTo>
                  <a:pt x="3655" y="4998"/>
                  <a:pt x="4758" y="4399"/>
                  <a:pt x="5955" y="4305"/>
                </a:cubicBezTo>
                <a:lnTo>
                  <a:pt x="2490" y="146"/>
                </a:lnTo>
                <a:cubicBezTo>
                  <a:pt x="2424" y="47"/>
                  <a:pt x="2315" y="0"/>
                  <a:pt x="21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16"/>
          <p:cNvSpPr/>
          <p:nvPr/>
        </p:nvSpPr>
        <p:spPr>
          <a:xfrm>
            <a:off x="1862375" y="2271419"/>
            <a:ext cx="409874" cy="407105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3" name="Google Shape;733;p16"/>
          <p:cNvSpPr/>
          <p:nvPr/>
        </p:nvSpPr>
        <p:spPr>
          <a:xfrm>
            <a:off x="442272" y="2814152"/>
            <a:ext cx="483934" cy="406815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4" name="Google Shape;734;p16"/>
          <p:cNvSpPr/>
          <p:nvPr/>
        </p:nvSpPr>
        <p:spPr>
          <a:xfrm>
            <a:off x="503229" y="3569978"/>
            <a:ext cx="372071" cy="158649"/>
          </a:xfrm>
          <a:custGeom>
            <a:rect b="b" l="l" r="r" t="t"/>
            <a:pathLst>
              <a:path extrusionOk="0" h="4927" w="11555">
                <a:moveTo>
                  <a:pt x="3679" y="2028"/>
                </a:moveTo>
                <a:cubicBezTo>
                  <a:pt x="3931" y="2028"/>
                  <a:pt x="4088" y="2217"/>
                  <a:pt x="4088" y="2469"/>
                </a:cubicBezTo>
                <a:cubicBezTo>
                  <a:pt x="4088" y="2721"/>
                  <a:pt x="3868" y="2878"/>
                  <a:pt x="3679" y="2878"/>
                </a:cubicBezTo>
                <a:cubicBezTo>
                  <a:pt x="3458" y="2878"/>
                  <a:pt x="3238" y="2658"/>
                  <a:pt x="3238" y="2469"/>
                </a:cubicBezTo>
                <a:cubicBezTo>
                  <a:pt x="3238" y="2185"/>
                  <a:pt x="3458" y="2028"/>
                  <a:pt x="3679" y="2028"/>
                </a:cubicBezTo>
                <a:close/>
                <a:moveTo>
                  <a:pt x="7806" y="1618"/>
                </a:moveTo>
                <a:cubicBezTo>
                  <a:pt x="8278" y="1618"/>
                  <a:pt x="8656" y="1965"/>
                  <a:pt x="8656" y="2437"/>
                </a:cubicBezTo>
                <a:cubicBezTo>
                  <a:pt x="8656" y="2910"/>
                  <a:pt x="8278" y="3256"/>
                  <a:pt x="7806" y="3256"/>
                </a:cubicBezTo>
                <a:cubicBezTo>
                  <a:pt x="7333" y="3256"/>
                  <a:pt x="6987" y="2910"/>
                  <a:pt x="6987" y="2437"/>
                </a:cubicBezTo>
                <a:cubicBezTo>
                  <a:pt x="6987" y="1965"/>
                  <a:pt x="7333" y="1618"/>
                  <a:pt x="7806" y="1618"/>
                </a:cubicBezTo>
                <a:close/>
                <a:moveTo>
                  <a:pt x="5348" y="2878"/>
                </a:moveTo>
                <a:cubicBezTo>
                  <a:pt x="5569" y="2878"/>
                  <a:pt x="5758" y="3067"/>
                  <a:pt x="5758" y="3256"/>
                </a:cubicBezTo>
                <a:cubicBezTo>
                  <a:pt x="5758" y="3509"/>
                  <a:pt x="5569" y="3698"/>
                  <a:pt x="5348" y="3698"/>
                </a:cubicBezTo>
                <a:cubicBezTo>
                  <a:pt x="5096" y="3698"/>
                  <a:pt x="4907" y="3509"/>
                  <a:pt x="4907" y="3256"/>
                </a:cubicBezTo>
                <a:cubicBezTo>
                  <a:pt x="4907" y="3004"/>
                  <a:pt x="5096" y="2878"/>
                  <a:pt x="5348" y="2878"/>
                </a:cubicBezTo>
                <a:close/>
                <a:moveTo>
                  <a:pt x="8249" y="1"/>
                </a:moveTo>
                <a:cubicBezTo>
                  <a:pt x="6319" y="1"/>
                  <a:pt x="5400" y="1530"/>
                  <a:pt x="3381" y="1530"/>
                </a:cubicBezTo>
                <a:cubicBezTo>
                  <a:pt x="2909" y="1530"/>
                  <a:pt x="2377" y="1447"/>
                  <a:pt x="1757" y="1240"/>
                </a:cubicBezTo>
                <a:lnTo>
                  <a:pt x="560" y="2973"/>
                </a:lnTo>
                <a:cubicBezTo>
                  <a:pt x="0" y="3812"/>
                  <a:pt x="544" y="4927"/>
                  <a:pt x="1557" y="4927"/>
                </a:cubicBezTo>
                <a:cubicBezTo>
                  <a:pt x="1571" y="4927"/>
                  <a:pt x="1585" y="4927"/>
                  <a:pt x="1599" y="4926"/>
                </a:cubicBezTo>
                <a:lnTo>
                  <a:pt x="9980" y="4926"/>
                </a:lnTo>
                <a:cubicBezTo>
                  <a:pt x="10956" y="4926"/>
                  <a:pt x="11555" y="3761"/>
                  <a:pt x="11019" y="2941"/>
                </a:cubicBezTo>
                <a:lnTo>
                  <a:pt x="9003" y="75"/>
                </a:lnTo>
                <a:cubicBezTo>
                  <a:pt x="8734" y="24"/>
                  <a:pt x="8484" y="1"/>
                  <a:pt x="8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5" name="Google Shape;735;p16"/>
          <p:cNvSpPr/>
          <p:nvPr/>
        </p:nvSpPr>
        <p:spPr>
          <a:xfrm>
            <a:off x="577031" y="3319753"/>
            <a:ext cx="206982" cy="273120"/>
          </a:xfrm>
          <a:custGeom>
            <a:rect b="b" l="l" r="r" t="t"/>
            <a:pathLst>
              <a:path extrusionOk="0" h="8482" w="6428">
                <a:moveTo>
                  <a:pt x="1891" y="1"/>
                </a:moveTo>
                <a:cubicBezTo>
                  <a:pt x="1229" y="1"/>
                  <a:pt x="694" y="568"/>
                  <a:pt x="694" y="1261"/>
                </a:cubicBezTo>
                <a:cubicBezTo>
                  <a:pt x="694" y="1828"/>
                  <a:pt x="1040" y="2238"/>
                  <a:pt x="1513" y="2395"/>
                </a:cubicBezTo>
                <a:lnTo>
                  <a:pt x="1513" y="5829"/>
                </a:lnTo>
                <a:cubicBezTo>
                  <a:pt x="1481" y="6459"/>
                  <a:pt x="1072" y="6774"/>
                  <a:pt x="0" y="8318"/>
                </a:cubicBezTo>
                <a:cubicBezTo>
                  <a:pt x="441" y="8433"/>
                  <a:pt x="822" y="8482"/>
                  <a:pt x="1162" y="8482"/>
                </a:cubicBezTo>
                <a:cubicBezTo>
                  <a:pt x="3061" y="8482"/>
                  <a:pt x="3671" y="6963"/>
                  <a:pt x="6049" y="6963"/>
                </a:cubicBezTo>
                <a:lnTo>
                  <a:pt x="6112" y="6963"/>
                </a:lnTo>
                <a:cubicBezTo>
                  <a:pt x="5829" y="6585"/>
                  <a:pt x="5608" y="6333"/>
                  <a:pt x="5608" y="5861"/>
                </a:cubicBezTo>
                <a:lnTo>
                  <a:pt x="5608" y="2458"/>
                </a:lnTo>
                <a:cubicBezTo>
                  <a:pt x="6081" y="2301"/>
                  <a:pt x="6427" y="1828"/>
                  <a:pt x="6427" y="1261"/>
                </a:cubicBezTo>
                <a:cubicBezTo>
                  <a:pt x="6427" y="599"/>
                  <a:pt x="5892" y="1"/>
                  <a:pt x="51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6" name="Google Shape;736;p16"/>
          <p:cNvSpPr/>
          <p:nvPr/>
        </p:nvSpPr>
        <p:spPr>
          <a:xfrm>
            <a:off x="485342" y="3825145"/>
            <a:ext cx="407845" cy="299267"/>
          </a:xfrm>
          <a:custGeom>
            <a:rect b="b" l="l" r="r" t="t"/>
            <a:pathLst>
              <a:path extrusionOk="0" h="9294" w="12666">
                <a:moveTo>
                  <a:pt x="11405" y="1701"/>
                </a:moveTo>
                <a:cubicBezTo>
                  <a:pt x="11626" y="1701"/>
                  <a:pt x="11846" y="1890"/>
                  <a:pt x="11846" y="2142"/>
                </a:cubicBezTo>
                <a:cubicBezTo>
                  <a:pt x="11846" y="3749"/>
                  <a:pt x="11090" y="4663"/>
                  <a:pt x="9956" y="4978"/>
                </a:cubicBezTo>
                <a:cubicBezTo>
                  <a:pt x="10051" y="4631"/>
                  <a:pt x="10145" y="4222"/>
                  <a:pt x="10145" y="3844"/>
                </a:cubicBezTo>
                <a:lnTo>
                  <a:pt x="10145" y="1701"/>
                </a:lnTo>
                <a:close/>
                <a:moveTo>
                  <a:pt x="2584" y="1701"/>
                </a:moveTo>
                <a:lnTo>
                  <a:pt x="2584" y="3812"/>
                </a:lnTo>
                <a:cubicBezTo>
                  <a:pt x="2584" y="4222"/>
                  <a:pt x="2647" y="4600"/>
                  <a:pt x="2773" y="5009"/>
                </a:cubicBezTo>
                <a:cubicBezTo>
                  <a:pt x="1639" y="4694"/>
                  <a:pt x="851" y="3781"/>
                  <a:pt x="851" y="2142"/>
                </a:cubicBezTo>
                <a:cubicBezTo>
                  <a:pt x="851" y="1890"/>
                  <a:pt x="1040" y="1701"/>
                  <a:pt x="1292" y="1701"/>
                </a:cubicBezTo>
                <a:close/>
                <a:moveTo>
                  <a:pt x="4065" y="3655"/>
                </a:moveTo>
                <a:cubicBezTo>
                  <a:pt x="4317" y="3655"/>
                  <a:pt x="4506" y="3875"/>
                  <a:pt x="4506" y="4096"/>
                </a:cubicBezTo>
                <a:cubicBezTo>
                  <a:pt x="4506" y="4631"/>
                  <a:pt x="4821" y="5041"/>
                  <a:pt x="5262" y="5261"/>
                </a:cubicBezTo>
                <a:cubicBezTo>
                  <a:pt x="5451" y="5324"/>
                  <a:pt x="5577" y="5608"/>
                  <a:pt x="5482" y="5797"/>
                </a:cubicBezTo>
                <a:cubicBezTo>
                  <a:pt x="5431" y="5952"/>
                  <a:pt x="5229" y="6065"/>
                  <a:pt x="5054" y="6065"/>
                </a:cubicBezTo>
                <a:cubicBezTo>
                  <a:pt x="5017" y="6065"/>
                  <a:pt x="4980" y="6060"/>
                  <a:pt x="4947" y="6049"/>
                </a:cubicBezTo>
                <a:cubicBezTo>
                  <a:pt x="4128" y="5734"/>
                  <a:pt x="3655" y="4946"/>
                  <a:pt x="3655" y="4096"/>
                </a:cubicBezTo>
                <a:cubicBezTo>
                  <a:pt x="3655" y="3875"/>
                  <a:pt x="3844" y="3655"/>
                  <a:pt x="4065" y="3655"/>
                </a:cubicBezTo>
                <a:close/>
                <a:moveTo>
                  <a:pt x="2993" y="0"/>
                </a:moveTo>
                <a:cubicBezTo>
                  <a:pt x="2741" y="0"/>
                  <a:pt x="2552" y="189"/>
                  <a:pt x="2552" y="441"/>
                </a:cubicBezTo>
                <a:lnTo>
                  <a:pt x="2552" y="882"/>
                </a:lnTo>
                <a:lnTo>
                  <a:pt x="1261" y="882"/>
                </a:lnTo>
                <a:cubicBezTo>
                  <a:pt x="536" y="882"/>
                  <a:pt x="1" y="1418"/>
                  <a:pt x="1" y="2142"/>
                </a:cubicBezTo>
                <a:cubicBezTo>
                  <a:pt x="1" y="4568"/>
                  <a:pt x="1513" y="5797"/>
                  <a:pt x="3183" y="5923"/>
                </a:cubicBezTo>
                <a:cubicBezTo>
                  <a:pt x="4159" y="7372"/>
                  <a:pt x="5073" y="7089"/>
                  <a:pt x="5073" y="7687"/>
                </a:cubicBezTo>
                <a:cubicBezTo>
                  <a:pt x="5073" y="8286"/>
                  <a:pt x="4821" y="8884"/>
                  <a:pt x="4443" y="9294"/>
                </a:cubicBezTo>
                <a:lnTo>
                  <a:pt x="8192" y="9294"/>
                </a:lnTo>
                <a:cubicBezTo>
                  <a:pt x="7782" y="8884"/>
                  <a:pt x="7562" y="8286"/>
                  <a:pt x="7562" y="7687"/>
                </a:cubicBezTo>
                <a:cubicBezTo>
                  <a:pt x="7562" y="7089"/>
                  <a:pt x="8507" y="7372"/>
                  <a:pt x="9484" y="5923"/>
                </a:cubicBezTo>
                <a:cubicBezTo>
                  <a:pt x="11216" y="5797"/>
                  <a:pt x="12666" y="4537"/>
                  <a:pt x="12666" y="2142"/>
                </a:cubicBezTo>
                <a:cubicBezTo>
                  <a:pt x="12666" y="1418"/>
                  <a:pt x="12098" y="882"/>
                  <a:pt x="11405" y="882"/>
                </a:cubicBezTo>
                <a:lnTo>
                  <a:pt x="10145" y="882"/>
                </a:lnTo>
                <a:lnTo>
                  <a:pt x="10145" y="441"/>
                </a:lnTo>
                <a:cubicBezTo>
                  <a:pt x="10145" y="189"/>
                  <a:pt x="9956" y="0"/>
                  <a:pt x="97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7" name="Google Shape;737;p16"/>
          <p:cNvSpPr/>
          <p:nvPr/>
        </p:nvSpPr>
        <p:spPr>
          <a:xfrm>
            <a:off x="563459" y="4151780"/>
            <a:ext cx="250613" cy="81176"/>
          </a:xfrm>
          <a:custGeom>
            <a:rect b="b" l="l" r="r" t="t"/>
            <a:pathLst>
              <a:path extrusionOk="0" h="2521" w="7783">
                <a:moveTo>
                  <a:pt x="757" y="1"/>
                </a:moveTo>
                <a:lnTo>
                  <a:pt x="63" y="1954"/>
                </a:lnTo>
                <a:cubicBezTo>
                  <a:pt x="0" y="2237"/>
                  <a:pt x="158" y="2521"/>
                  <a:pt x="473" y="2521"/>
                </a:cubicBezTo>
                <a:lnTo>
                  <a:pt x="7278" y="2521"/>
                </a:lnTo>
                <a:cubicBezTo>
                  <a:pt x="7593" y="2521"/>
                  <a:pt x="7782" y="2237"/>
                  <a:pt x="7688" y="1954"/>
                </a:cubicBezTo>
                <a:lnTo>
                  <a:pt x="699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8" name="Google Shape;738;p16"/>
          <p:cNvSpPr/>
          <p:nvPr/>
        </p:nvSpPr>
        <p:spPr>
          <a:xfrm>
            <a:off x="2945729" y="2794108"/>
            <a:ext cx="294244" cy="293213"/>
          </a:xfrm>
          <a:custGeom>
            <a:rect b="b" l="l" r="r" t="t"/>
            <a:pathLst>
              <a:path extrusionOk="0" h="9106" w="9138">
                <a:moveTo>
                  <a:pt x="4097" y="1292"/>
                </a:moveTo>
                <a:cubicBezTo>
                  <a:pt x="4349" y="1292"/>
                  <a:pt x="4538" y="1450"/>
                  <a:pt x="4538" y="1702"/>
                </a:cubicBezTo>
                <a:cubicBezTo>
                  <a:pt x="4538" y="1922"/>
                  <a:pt x="4349" y="2111"/>
                  <a:pt x="4160" y="2111"/>
                </a:cubicBezTo>
                <a:cubicBezTo>
                  <a:pt x="2994" y="2111"/>
                  <a:pt x="2112" y="3056"/>
                  <a:pt x="2049" y="4222"/>
                </a:cubicBezTo>
                <a:cubicBezTo>
                  <a:pt x="2049" y="4443"/>
                  <a:pt x="1860" y="4600"/>
                  <a:pt x="1639" y="4600"/>
                </a:cubicBezTo>
                <a:cubicBezTo>
                  <a:pt x="1387" y="4600"/>
                  <a:pt x="1198" y="4411"/>
                  <a:pt x="1198" y="4222"/>
                </a:cubicBezTo>
                <a:cubicBezTo>
                  <a:pt x="1198" y="2584"/>
                  <a:pt x="2490" y="1324"/>
                  <a:pt x="4097" y="1292"/>
                </a:cubicBezTo>
                <a:close/>
                <a:moveTo>
                  <a:pt x="4569" y="0"/>
                </a:moveTo>
                <a:cubicBezTo>
                  <a:pt x="2049" y="0"/>
                  <a:pt x="1" y="2048"/>
                  <a:pt x="1" y="4569"/>
                </a:cubicBezTo>
                <a:cubicBezTo>
                  <a:pt x="1" y="6207"/>
                  <a:pt x="946" y="7688"/>
                  <a:pt x="2332" y="8475"/>
                </a:cubicBezTo>
                <a:cubicBezTo>
                  <a:pt x="2458" y="8507"/>
                  <a:pt x="2521" y="8664"/>
                  <a:pt x="2521" y="8822"/>
                </a:cubicBezTo>
                <a:lnTo>
                  <a:pt x="2521" y="9105"/>
                </a:lnTo>
                <a:lnTo>
                  <a:pt x="6680" y="9105"/>
                </a:lnTo>
                <a:lnTo>
                  <a:pt x="6680" y="8822"/>
                </a:lnTo>
                <a:cubicBezTo>
                  <a:pt x="6680" y="8696"/>
                  <a:pt x="6743" y="8570"/>
                  <a:pt x="6900" y="8507"/>
                </a:cubicBezTo>
                <a:cubicBezTo>
                  <a:pt x="8255" y="7719"/>
                  <a:pt x="9137" y="6270"/>
                  <a:pt x="9137" y="4569"/>
                </a:cubicBezTo>
                <a:cubicBezTo>
                  <a:pt x="9137" y="2048"/>
                  <a:pt x="7089" y="32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" name="Google Shape;739;p16"/>
          <p:cNvSpPr/>
          <p:nvPr/>
        </p:nvSpPr>
        <p:spPr>
          <a:xfrm>
            <a:off x="3025875" y="3113660"/>
            <a:ext cx="132922" cy="87262"/>
          </a:xfrm>
          <a:custGeom>
            <a:rect b="b" l="l" r="r" t="t"/>
            <a:pathLst>
              <a:path extrusionOk="0" h="2710" w="4128">
                <a:moveTo>
                  <a:pt x="1" y="0"/>
                </a:moveTo>
                <a:lnTo>
                  <a:pt x="1" y="662"/>
                </a:lnTo>
                <a:cubicBezTo>
                  <a:pt x="1" y="1198"/>
                  <a:pt x="410" y="1702"/>
                  <a:pt x="883" y="1859"/>
                </a:cubicBezTo>
                <a:cubicBezTo>
                  <a:pt x="1040" y="2363"/>
                  <a:pt x="1513" y="2710"/>
                  <a:pt x="2049" y="2710"/>
                </a:cubicBezTo>
                <a:cubicBezTo>
                  <a:pt x="2647" y="2710"/>
                  <a:pt x="3120" y="2363"/>
                  <a:pt x="3277" y="1859"/>
                </a:cubicBezTo>
                <a:cubicBezTo>
                  <a:pt x="3781" y="1702"/>
                  <a:pt x="4128" y="1198"/>
                  <a:pt x="4128" y="662"/>
                </a:cubicBez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" name="Google Shape;740;p16"/>
          <p:cNvSpPr/>
          <p:nvPr/>
        </p:nvSpPr>
        <p:spPr>
          <a:xfrm>
            <a:off x="2898118" y="3519038"/>
            <a:ext cx="126836" cy="117272"/>
          </a:xfrm>
          <a:custGeom>
            <a:rect b="b" l="l" r="r" t="t"/>
            <a:pathLst>
              <a:path extrusionOk="0" h="3642" w="3939">
                <a:moveTo>
                  <a:pt x="739" y="1"/>
                </a:moveTo>
                <a:cubicBezTo>
                  <a:pt x="480" y="1"/>
                  <a:pt x="232" y="12"/>
                  <a:pt x="0" y="18"/>
                </a:cubicBezTo>
                <a:cubicBezTo>
                  <a:pt x="95" y="1341"/>
                  <a:pt x="630" y="2602"/>
                  <a:pt x="1512" y="3641"/>
                </a:cubicBezTo>
                <a:lnTo>
                  <a:pt x="3938" y="1247"/>
                </a:lnTo>
                <a:cubicBezTo>
                  <a:pt x="2844" y="153"/>
                  <a:pt x="1711" y="1"/>
                  <a:pt x="7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" name="Google Shape;741;p16"/>
          <p:cNvSpPr/>
          <p:nvPr/>
        </p:nvSpPr>
        <p:spPr>
          <a:xfrm>
            <a:off x="2896089" y="3366443"/>
            <a:ext cx="185665" cy="172463"/>
          </a:xfrm>
          <a:custGeom>
            <a:rect b="b" l="l" r="r" t="t"/>
            <a:pathLst>
              <a:path extrusionOk="0" h="5356" w="5766">
                <a:moveTo>
                  <a:pt x="1575" y="0"/>
                </a:moveTo>
                <a:cubicBezTo>
                  <a:pt x="599" y="1103"/>
                  <a:pt x="95" y="2520"/>
                  <a:pt x="0" y="3907"/>
                </a:cubicBezTo>
                <a:cubicBezTo>
                  <a:pt x="213" y="3901"/>
                  <a:pt x="452" y="3891"/>
                  <a:pt x="712" y="3891"/>
                </a:cubicBezTo>
                <a:cubicBezTo>
                  <a:pt x="1801" y="3891"/>
                  <a:pt x="3246" y="4059"/>
                  <a:pt x="4568" y="5356"/>
                </a:cubicBezTo>
                <a:lnTo>
                  <a:pt x="5766" y="4190"/>
                </a:lnTo>
                <a:lnTo>
                  <a:pt x="157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" name="Google Shape;742;p16"/>
          <p:cNvSpPr/>
          <p:nvPr/>
        </p:nvSpPr>
        <p:spPr>
          <a:xfrm>
            <a:off x="2967090" y="3579478"/>
            <a:ext cx="99434" cy="121748"/>
          </a:xfrm>
          <a:custGeom>
            <a:rect b="b" l="l" r="r" t="t"/>
            <a:pathLst>
              <a:path extrusionOk="0" h="3781" w="3088">
                <a:moveTo>
                  <a:pt x="2332" y="0"/>
                </a:moveTo>
                <a:lnTo>
                  <a:pt x="0" y="2331"/>
                </a:lnTo>
                <a:cubicBezTo>
                  <a:pt x="883" y="3088"/>
                  <a:pt x="1891" y="3592"/>
                  <a:pt x="2962" y="3781"/>
                </a:cubicBezTo>
                <a:cubicBezTo>
                  <a:pt x="3088" y="2363"/>
                  <a:pt x="3088" y="1197"/>
                  <a:pt x="23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" name="Google Shape;743;p16"/>
          <p:cNvSpPr/>
          <p:nvPr/>
        </p:nvSpPr>
        <p:spPr>
          <a:xfrm>
            <a:off x="3121295" y="3462785"/>
            <a:ext cx="184635" cy="174524"/>
          </a:xfrm>
          <a:custGeom>
            <a:rect b="b" l="l" r="r" t="t"/>
            <a:pathLst>
              <a:path extrusionOk="0" h="5420" w="5734">
                <a:moveTo>
                  <a:pt x="1197" y="1"/>
                </a:moveTo>
                <a:lnTo>
                  <a:pt x="0" y="1230"/>
                </a:lnTo>
                <a:lnTo>
                  <a:pt x="4159" y="5420"/>
                </a:lnTo>
                <a:cubicBezTo>
                  <a:pt x="5199" y="4191"/>
                  <a:pt x="5703" y="2773"/>
                  <a:pt x="5734" y="1324"/>
                </a:cubicBezTo>
                <a:cubicBezTo>
                  <a:pt x="5557" y="1324"/>
                  <a:pt x="5356" y="1329"/>
                  <a:pt x="5135" y="1329"/>
                </a:cubicBezTo>
                <a:cubicBezTo>
                  <a:pt x="4098" y="1329"/>
                  <a:pt x="2626" y="1222"/>
                  <a:pt x="11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" name="Google Shape;744;p16"/>
          <p:cNvSpPr/>
          <p:nvPr/>
        </p:nvSpPr>
        <p:spPr>
          <a:xfrm>
            <a:off x="3061435" y="3520616"/>
            <a:ext cx="174524" cy="184667"/>
          </a:xfrm>
          <a:custGeom>
            <a:rect b="b" l="l" r="r" t="t"/>
            <a:pathLst>
              <a:path extrusionOk="0" h="5735" w="5420">
                <a:moveTo>
                  <a:pt x="1261" y="1"/>
                </a:moveTo>
                <a:lnTo>
                  <a:pt x="0" y="1261"/>
                </a:lnTo>
                <a:cubicBezTo>
                  <a:pt x="1009" y="2679"/>
                  <a:pt x="1009" y="4002"/>
                  <a:pt x="851" y="5735"/>
                </a:cubicBezTo>
                <a:lnTo>
                  <a:pt x="1261" y="5735"/>
                </a:lnTo>
                <a:cubicBezTo>
                  <a:pt x="2773" y="5735"/>
                  <a:pt x="4254" y="5231"/>
                  <a:pt x="5419" y="4159"/>
                </a:cubicBez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" name="Google Shape;745;p16"/>
          <p:cNvSpPr/>
          <p:nvPr/>
        </p:nvSpPr>
        <p:spPr>
          <a:xfrm>
            <a:off x="3121295" y="3298469"/>
            <a:ext cx="114664" cy="125805"/>
          </a:xfrm>
          <a:custGeom>
            <a:rect b="b" l="l" r="r" t="t"/>
            <a:pathLst>
              <a:path extrusionOk="0" h="3907" w="3561">
                <a:moveTo>
                  <a:pt x="158" y="0"/>
                </a:moveTo>
                <a:lnTo>
                  <a:pt x="158" y="0"/>
                </a:lnTo>
                <a:cubicBezTo>
                  <a:pt x="126" y="977"/>
                  <a:pt x="0" y="2395"/>
                  <a:pt x="1260" y="3907"/>
                </a:cubicBezTo>
                <a:lnTo>
                  <a:pt x="3560" y="1544"/>
                </a:lnTo>
                <a:cubicBezTo>
                  <a:pt x="2584" y="662"/>
                  <a:pt x="1355" y="158"/>
                  <a:pt x="1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" name="Google Shape;746;p16"/>
          <p:cNvSpPr/>
          <p:nvPr/>
        </p:nvSpPr>
        <p:spPr>
          <a:xfrm>
            <a:off x="2967090" y="3297439"/>
            <a:ext cx="174524" cy="184667"/>
          </a:xfrm>
          <a:custGeom>
            <a:rect b="b" l="l" r="r" t="t"/>
            <a:pathLst>
              <a:path extrusionOk="0" h="5735" w="5420">
                <a:moveTo>
                  <a:pt x="4096" y="1"/>
                </a:moveTo>
                <a:lnTo>
                  <a:pt x="4096" y="1"/>
                </a:lnTo>
                <a:cubicBezTo>
                  <a:pt x="2647" y="32"/>
                  <a:pt x="1198" y="536"/>
                  <a:pt x="0" y="1576"/>
                </a:cubicBezTo>
                <a:lnTo>
                  <a:pt x="4191" y="5735"/>
                </a:lnTo>
                <a:lnTo>
                  <a:pt x="5419" y="4506"/>
                </a:lnTo>
                <a:cubicBezTo>
                  <a:pt x="3939" y="2805"/>
                  <a:pt x="4065" y="1135"/>
                  <a:pt x="40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" name="Google Shape;747;p16"/>
          <p:cNvSpPr/>
          <p:nvPr/>
        </p:nvSpPr>
        <p:spPr>
          <a:xfrm>
            <a:off x="3179094" y="3366443"/>
            <a:ext cx="125838" cy="111219"/>
          </a:xfrm>
          <a:custGeom>
            <a:rect b="b" l="l" r="r" t="t"/>
            <a:pathLst>
              <a:path extrusionOk="0" h="3454" w="3908">
                <a:moveTo>
                  <a:pt x="2364" y="0"/>
                </a:moveTo>
                <a:lnTo>
                  <a:pt x="1" y="2363"/>
                </a:lnTo>
                <a:cubicBezTo>
                  <a:pt x="1171" y="3313"/>
                  <a:pt x="2246" y="3453"/>
                  <a:pt x="3155" y="3453"/>
                </a:cubicBezTo>
                <a:cubicBezTo>
                  <a:pt x="3421" y="3453"/>
                  <a:pt x="3672" y="3441"/>
                  <a:pt x="3908" y="3434"/>
                </a:cubicBezTo>
                <a:cubicBezTo>
                  <a:pt x="3750" y="2205"/>
                  <a:pt x="3246" y="1008"/>
                  <a:pt x="2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" name="Google Shape;748;p16"/>
          <p:cNvSpPr/>
          <p:nvPr/>
        </p:nvSpPr>
        <p:spPr>
          <a:xfrm>
            <a:off x="2979760" y="3802799"/>
            <a:ext cx="242498" cy="284101"/>
          </a:xfrm>
          <a:custGeom>
            <a:rect b="b" l="l" r="r" t="t"/>
            <a:pathLst>
              <a:path extrusionOk="0" h="8823" w="7531">
                <a:moveTo>
                  <a:pt x="3372" y="1"/>
                </a:moveTo>
                <a:lnTo>
                  <a:pt x="95" y="5703"/>
                </a:lnTo>
                <a:cubicBezTo>
                  <a:pt x="1" y="5829"/>
                  <a:pt x="1" y="5987"/>
                  <a:pt x="95" y="6113"/>
                </a:cubicBezTo>
                <a:lnTo>
                  <a:pt x="1418" y="8822"/>
                </a:lnTo>
                <a:lnTo>
                  <a:pt x="6081" y="8822"/>
                </a:lnTo>
                <a:lnTo>
                  <a:pt x="7467" y="6113"/>
                </a:lnTo>
                <a:cubicBezTo>
                  <a:pt x="7530" y="5987"/>
                  <a:pt x="7499" y="5829"/>
                  <a:pt x="7467" y="5703"/>
                </a:cubicBezTo>
                <a:lnTo>
                  <a:pt x="4191" y="1"/>
                </a:lnTo>
                <a:lnTo>
                  <a:pt x="4191" y="4727"/>
                </a:lnTo>
                <a:cubicBezTo>
                  <a:pt x="4663" y="4884"/>
                  <a:pt x="5010" y="5357"/>
                  <a:pt x="5010" y="5892"/>
                </a:cubicBezTo>
                <a:cubicBezTo>
                  <a:pt x="5010" y="6585"/>
                  <a:pt x="4474" y="7121"/>
                  <a:pt x="3750" y="7121"/>
                </a:cubicBezTo>
                <a:cubicBezTo>
                  <a:pt x="3088" y="7121"/>
                  <a:pt x="2521" y="6585"/>
                  <a:pt x="2521" y="5892"/>
                </a:cubicBezTo>
                <a:cubicBezTo>
                  <a:pt x="2521" y="5357"/>
                  <a:pt x="2899" y="4916"/>
                  <a:pt x="3372" y="4727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" name="Google Shape;749;p16"/>
          <p:cNvSpPr/>
          <p:nvPr/>
        </p:nvSpPr>
        <p:spPr>
          <a:xfrm>
            <a:off x="3034532" y="4113238"/>
            <a:ext cx="134950" cy="97405"/>
          </a:xfrm>
          <a:custGeom>
            <a:rect b="b" l="l" r="r" t="t"/>
            <a:pathLst>
              <a:path extrusionOk="0" h="3025" w="4191">
                <a:moveTo>
                  <a:pt x="32" y="0"/>
                </a:moveTo>
                <a:lnTo>
                  <a:pt x="32" y="2615"/>
                </a:lnTo>
                <a:cubicBezTo>
                  <a:pt x="1" y="2836"/>
                  <a:pt x="190" y="3025"/>
                  <a:pt x="442" y="3025"/>
                </a:cubicBezTo>
                <a:lnTo>
                  <a:pt x="3750" y="3025"/>
                </a:lnTo>
                <a:cubicBezTo>
                  <a:pt x="3970" y="3025"/>
                  <a:pt x="4191" y="2836"/>
                  <a:pt x="4191" y="2615"/>
                </a:cubicBezTo>
                <a:lnTo>
                  <a:pt x="41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0" name="Google Shape;750;p16"/>
          <p:cNvSpPr/>
          <p:nvPr/>
        </p:nvSpPr>
        <p:spPr>
          <a:xfrm>
            <a:off x="1989405" y="4309620"/>
            <a:ext cx="423076" cy="408167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" name="Google Shape;751;p16"/>
          <p:cNvSpPr/>
          <p:nvPr/>
        </p:nvSpPr>
        <p:spPr>
          <a:xfrm>
            <a:off x="2335321" y="1454961"/>
            <a:ext cx="256698" cy="253897"/>
          </a:xfrm>
          <a:custGeom>
            <a:rect b="b" l="l" r="r" t="t"/>
            <a:pathLst>
              <a:path extrusionOk="0" h="7885" w="7972">
                <a:moveTo>
                  <a:pt x="3245" y="0"/>
                </a:moveTo>
                <a:lnTo>
                  <a:pt x="473" y="2804"/>
                </a:lnTo>
                <a:cubicBezTo>
                  <a:pt x="0" y="3277"/>
                  <a:pt x="0" y="4064"/>
                  <a:pt x="473" y="4568"/>
                </a:cubicBezTo>
                <a:lnTo>
                  <a:pt x="3403" y="7530"/>
                </a:lnTo>
                <a:cubicBezTo>
                  <a:pt x="3639" y="7766"/>
                  <a:pt x="3954" y="7884"/>
                  <a:pt x="4277" y="7884"/>
                </a:cubicBezTo>
                <a:cubicBezTo>
                  <a:pt x="4600" y="7884"/>
                  <a:pt x="4931" y="7766"/>
                  <a:pt x="5199" y="7530"/>
                </a:cubicBezTo>
                <a:lnTo>
                  <a:pt x="7971" y="4726"/>
                </a:lnTo>
                <a:lnTo>
                  <a:pt x="324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" name="Google Shape;752;p16"/>
          <p:cNvSpPr/>
          <p:nvPr/>
        </p:nvSpPr>
        <p:spPr>
          <a:xfrm>
            <a:off x="2458067" y="1302012"/>
            <a:ext cx="289156" cy="285872"/>
          </a:xfrm>
          <a:custGeom>
            <a:rect b="b" l="l" r="r" t="t"/>
            <a:pathLst>
              <a:path extrusionOk="0" h="8878" w="8980">
                <a:moveTo>
                  <a:pt x="4395" y="1"/>
                </a:moveTo>
                <a:cubicBezTo>
                  <a:pt x="4285" y="1"/>
                  <a:pt x="4175" y="40"/>
                  <a:pt x="4096" y="119"/>
                </a:cubicBezTo>
                <a:lnTo>
                  <a:pt x="1" y="4152"/>
                </a:lnTo>
                <a:lnTo>
                  <a:pt x="4726" y="8877"/>
                </a:lnTo>
                <a:lnTo>
                  <a:pt x="8822" y="4845"/>
                </a:lnTo>
                <a:cubicBezTo>
                  <a:pt x="8979" y="4687"/>
                  <a:pt x="8979" y="4404"/>
                  <a:pt x="8822" y="4246"/>
                </a:cubicBezTo>
                <a:lnTo>
                  <a:pt x="4695" y="119"/>
                </a:lnTo>
                <a:cubicBezTo>
                  <a:pt x="4616" y="40"/>
                  <a:pt x="4506" y="1"/>
                  <a:pt x="4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3" name="Google Shape;753;p16"/>
          <p:cNvSpPr/>
          <p:nvPr/>
        </p:nvSpPr>
        <p:spPr>
          <a:xfrm>
            <a:off x="2337848" y="2136709"/>
            <a:ext cx="406847" cy="51778"/>
          </a:xfrm>
          <a:custGeom>
            <a:rect b="b" l="l" r="r" t="t"/>
            <a:pathLst>
              <a:path extrusionOk="0" h="1608" w="12635">
                <a:moveTo>
                  <a:pt x="379" y="0"/>
                </a:moveTo>
                <a:cubicBezTo>
                  <a:pt x="159" y="0"/>
                  <a:pt x="1" y="189"/>
                  <a:pt x="1" y="378"/>
                </a:cubicBezTo>
                <a:cubicBezTo>
                  <a:pt x="1" y="1040"/>
                  <a:pt x="537" y="1607"/>
                  <a:pt x="1198" y="1607"/>
                </a:cubicBezTo>
                <a:lnTo>
                  <a:pt x="11406" y="1607"/>
                </a:lnTo>
                <a:cubicBezTo>
                  <a:pt x="12067" y="1607"/>
                  <a:pt x="12634" y="1072"/>
                  <a:pt x="12634" y="378"/>
                </a:cubicBezTo>
                <a:cubicBezTo>
                  <a:pt x="12603" y="158"/>
                  <a:pt x="12445" y="0"/>
                  <a:pt x="12193" y="0"/>
                </a:cubicBezTo>
                <a:lnTo>
                  <a:pt x="10965" y="0"/>
                </a:lnTo>
                <a:lnTo>
                  <a:pt x="10965" y="378"/>
                </a:lnTo>
                <a:cubicBezTo>
                  <a:pt x="10965" y="630"/>
                  <a:pt x="10776" y="819"/>
                  <a:pt x="10555" y="819"/>
                </a:cubicBezTo>
                <a:cubicBezTo>
                  <a:pt x="10303" y="819"/>
                  <a:pt x="10146" y="630"/>
                  <a:pt x="10146" y="378"/>
                </a:cubicBezTo>
                <a:lnTo>
                  <a:pt x="10146" y="0"/>
                </a:lnTo>
                <a:lnTo>
                  <a:pt x="9326" y="0"/>
                </a:lnTo>
                <a:lnTo>
                  <a:pt x="9326" y="378"/>
                </a:lnTo>
                <a:cubicBezTo>
                  <a:pt x="9326" y="630"/>
                  <a:pt x="9137" y="819"/>
                  <a:pt x="8917" y="819"/>
                </a:cubicBezTo>
                <a:cubicBezTo>
                  <a:pt x="8696" y="819"/>
                  <a:pt x="8507" y="630"/>
                  <a:pt x="8507" y="378"/>
                </a:cubicBezTo>
                <a:lnTo>
                  <a:pt x="85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" name="Google Shape;754;p16"/>
          <p:cNvSpPr/>
          <p:nvPr/>
        </p:nvSpPr>
        <p:spPr>
          <a:xfrm>
            <a:off x="2363222" y="1869901"/>
            <a:ext cx="355102" cy="240470"/>
          </a:xfrm>
          <a:custGeom>
            <a:rect b="b" l="l" r="r" t="t"/>
            <a:pathLst>
              <a:path extrusionOk="0" h="7468" w="11028">
                <a:moveTo>
                  <a:pt x="3794" y="1673"/>
                </a:moveTo>
                <a:cubicBezTo>
                  <a:pt x="3841" y="1673"/>
                  <a:pt x="3890" y="1682"/>
                  <a:pt x="3939" y="1702"/>
                </a:cubicBezTo>
                <a:lnTo>
                  <a:pt x="6428" y="2521"/>
                </a:lnTo>
                <a:cubicBezTo>
                  <a:pt x="6680" y="2616"/>
                  <a:pt x="6806" y="2994"/>
                  <a:pt x="6585" y="3214"/>
                </a:cubicBezTo>
                <a:lnTo>
                  <a:pt x="6018" y="3750"/>
                </a:lnTo>
                <a:lnTo>
                  <a:pt x="7404" y="5136"/>
                </a:lnTo>
                <a:cubicBezTo>
                  <a:pt x="7593" y="5262"/>
                  <a:pt x="7593" y="5514"/>
                  <a:pt x="7436" y="5671"/>
                </a:cubicBezTo>
                <a:cubicBezTo>
                  <a:pt x="7357" y="5750"/>
                  <a:pt x="7247" y="5790"/>
                  <a:pt x="7136" y="5790"/>
                </a:cubicBezTo>
                <a:cubicBezTo>
                  <a:pt x="7026" y="5790"/>
                  <a:pt x="6916" y="5750"/>
                  <a:pt x="6837" y="5671"/>
                </a:cubicBezTo>
                <a:lnTo>
                  <a:pt x="5451" y="4317"/>
                </a:lnTo>
                <a:lnTo>
                  <a:pt x="4915" y="4852"/>
                </a:lnTo>
                <a:cubicBezTo>
                  <a:pt x="4821" y="4947"/>
                  <a:pt x="4714" y="4988"/>
                  <a:pt x="4613" y="4988"/>
                </a:cubicBezTo>
                <a:cubicBezTo>
                  <a:pt x="4444" y="4988"/>
                  <a:pt x="4293" y="4872"/>
                  <a:pt x="4254" y="4695"/>
                </a:cubicBezTo>
                <a:lnTo>
                  <a:pt x="3435" y="2206"/>
                </a:lnTo>
                <a:cubicBezTo>
                  <a:pt x="3328" y="1940"/>
                  <a:pt x="3537" y="1673"/>
                  <a:pt x="3794" y="1673"/>
                </a:cubicBezTo>
                <a:close/>
                <a:moveTo>
                  <a:pt x="1198" y="1"/>
                </a:moveTo>
                <a:cubicBezTo>
                  <a:pt x="536" y="1"/>
                  <a:pt x="1" y="568"/>
                  <a:pt x="1" y="1229"/>
                </a:cubicBezTo>
                <a:lnTo>
                  <a:pt x="1" y="7467"/>
                </a:lnTo>
                <a:lnTo>
                  <a:pt x="11027" y="7467"/>
                </a:lnTo>
                <a:lnTo>
                  <a:pt x="11027" y="1229"/>
                </a:lnTo>
                <a:cubicBezTo>
                  <a:pt x="11027" y="568"/>
                  <a:pt x="10460" y="1"/>
                  <a:pt x="97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" name="Google Shape;755;p16"/>
          <p:cNvSpPr/>
          <p:nvPr/>
        </p:nvSpPr>
        <p:spPr>
          <a:xfrm>
            <a:off x="2395180" y="2386346"/>
            <a:ext cx="291185" cy="291185"/>
          </a:xfrm>
          <a:custGeom>
            <a:rect b="b" l="l" r="r" t="t"/>
            <a:pathLst>
              <a:path extrusionOk="0" h="9043" w="9043">
                <a:moveTo>
                  <a:pt x="4506" y="2174"/>
                </a:moveTo>
                <a:cubicBezTo>
                  <a:pt x="6144" y="2174"/>
                  <a:pt x="7404" y="3466"/>
                  <a:pt x="7436" y="5041"/>
                </a:cubicBezTo>
                <a:cubicBezTo>
                  <a:pt x="7436" y="6648"/>
                  <a:pt x="6144" y="7908"/>
                  <a:pt x="4506" y="7908"/>
                </a:cubicBezTo>
                <a:cubicBezTo>
                  <a:pt x="2899" y="7908"/>
                  <a:pt x="1639" y="6616"/>
                  <a:pt x="1639" y="5041"/>
                </a:cubicBezTo>
                <a:cubicBezTo>
                  <a:pt x="1639" y="3466"/>
                  <a:pt x="2931" y="2174"/>
                  <a:pt x="4506" y="2174"/>
                </a:cubicBezTo>
                <a:close/>
                <a:moveTo>
                  <a:pt x="4506" y="0"/>
                </a:moveTo>
                <a:lnTo>
                  <a:pt x="1" y="3214"/>
                </a:lnTo>
                <a:lnTo>
                  <a:pt x="1" y="8664"/>
                </a:lnTo>
                <a:cubicBezTo>
                  <a:pt x="1" y="8885"/>
                  <a:pt x="190" y="9042"/>
                  <a:pt x="379" y="9042"/>
                </a:cubicBezTo>
                <a:lnTo>
                  <a:pt x="8665" y="9042"/>
                </a:lnTo>
                <a:cubicBezTo>
                  <a:pt x="8885" y="9042"/>
                  <a:pt x="9043" y="8853"/>
                  <a:pt x="9043" y="8664"/>
                </a:cubicBezTo>
                <a:lnTo>
                  <a:pt x="9043" y="3214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" name="Google Shape;756;p16"/>
          <p:cNvSpPr/>
          <p:nvPr/>
        </p:nvSpPr>
        <p:spPr>
          <a:xfrm>
            <a:off x="2473297" y="2480692"/>
            <a:ext cx="134950" cy="134950"/>
          </a:xfrm>
          <a:custGeom>
            <a:rect b="b" l="l" r="r" t="t"/>
            <a:pathLst>
              <a:path extrusionOk="0" h="4191" w="4191">
                <a:moveTo>
                  <a:pt x="2080" y="1040"/>
                </a:moveTo>
                <a:cubicBezTo>
                  <a:pt x="2332" y="1040"/>
                  <a:pt x="2521" y="1229"/>
                  <a:pt x="2521" y="1450"/>
                </a:cubicBezTo>
                <a:lnTo>
                  <a:pt x="2521" y="1859"/>
                </a:lnTo>
                <a:lnTo>
                  <a:pt x="2931" y="1859"/>
                </a:lnTo>
                <a:cubicBezTo>
                  <a:pt x="3151" y="1859"/>
                  <a:pt x="3372" y="2080"/>
                  <a:pt x="3372" y="2269"/>
                </a:cubicBezTo>
                <a:cubicBezTo>
                  <a:pt x="3372" y="2489"/>
                  <a:pt x="3151" y="2710"/>
                  <a:pt x="2931" y="2710"/>
                </a:cubicBezTo>
                <a:lnTo>
                  <a:pt x="2080" y="2710"/>
                </a:lnTo>
                <a:cubicBezTo>
                  <a:pt x="1859" y="2710"/>
                  <a:pt x="1702" y="2489"/>
                  <a:pt x="1702" y="2269"/>
                </a:cubicBezTo>
                <a:lnTo>
                  <a:pt x="1702" y="1450"/>
                </a:lnTo>
                <a:cubicBezTo>
                  <a:pt x="1702" y="1198"/>
                  <a:pt x="1891" y="1040"/>
                  <a:pt x="2080" y="1040"/>
                </a:cubicBezTo>
                <a:close/>
                <a:moveTo>
                  <a:pt x="2080" y="0"/>
                </a:moveTo>
                <a:cubicBezTo>
                  <a:pt x="946" y="0"/>
                  <a:pt x="64" y="946"/>
                  <a:pt x="1" y="2111"/>
                </a:cubicBezTo>
                <a:cubicBezTo>
                  <a:pt x="64" y="3277"/>
                  <a:pt x="946" y="4191"/>
                  <a:pt x="2080" y="4191"/>
                </a:cubicBezTo>
                <a:cubicBezTo>
                  <a:pt x="3246" y="4191"/>
                  <a:pt x="4128" y="3245"/>
                  <a:pt x="4191" y="2111"/>
                </a:cubicBezTo>
                <a:cubicBezTo>
                  <a:pt x="4191" y="977"/>
                  <a:pt x="3246" y="63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" name="Google Shape;757;p16"/>
          <p:cNvSpPr/>
          <p:nvPr/>
        </p:nvSpPr>
        <p:spPr>
          <a:xfrm>
            <a:off x="2339378" y="2269686"/>
            <a:ext cx="403788" cy="213261"/>
          </a:xfrm>
          <a:custGeom>
            <a:rect b="b" l="l" r="r" t="t"/>
            <a:pathLst>
              <a:path extrusionOk="0" h="6623" w="12540">
                <a:moveTo>
                  <a:pt x="6239" y="0"/>
                </a:moveTo>
                <a:cubicBezTo>
                  <a:pt x="6018" y="0"/>
                  <a:pt x="5861" y="189"/>
                  <a:pt x="5861" y="378"/>
                </a:cubicBezTo>
                <a:lnTo>
                  <a:pt x="5861" y="1859"/>
                </a:lnTo>
                <a:lnTo>
                  <a:pt x="1891" y="4695"/>
                </a:lnTo>
                <a:lnTo>
                  <a:pt x="222" y="5860"/>
                </a:lnTo>
                <a:cubicBezTo>
                  <a:pt x="32" y="5986"/>
                  <a:pt x="1" y="6270"/>
                  <a:pt x="159" y="6459"/>
                </a:cubicBezTo>
                <a:cubicBezTo>
                  <a:pt x="230" y="6566"/>
                  <a:pt x="342" y="6623"/>
                  <a:pt x="460" y="6623"/>
                </a:cubicBezTo>
                <a:cubicBezTo>
                  <a:pt x="550" y="6623"/>
                  <a:pt x="644" y="6590"/>
                  <a:pt x="726" y="6522"/>
                </a:cubicBezTo>
                <a:lnTo>
                  <a:pt x="6050" y="2741"/>
                </a:lnTo>
                <a:cubicBezTo>
                  <a:pt x="6129" y="2678"/>
                  <a:pt x="6215" y="2647"/>
                  <a:pt x="6298" y="2647"/>
                </a:cubicBezTo>
                <a:cubicBezTo>
                  <a:pt x="6381" y="2647"/>
                  <a:pt x="6459" y="2678"/>
                  <a:pt x="6523" y="2741"/>
                </a:cubicBezTo>
                <a:lnTo>
                  <a:pt x="11847" y="6522"/>
                </a:lnTo>
                <a:cubicBezTo>
                  <a:pt x="11926" y="6575"/>
                  <a:pt x="12016" y="6600"/>
                  <a:pt x="12105" y="6600"/>
                </a:cubicBezTo>
                <a:cubicBezTo>
                  <a:pt x="12230" y="6600"/>
                  <a:pt x="12354" y="6551"/>
                  <a:pt x="12445" y="6459"/>
                </a:cubicBezTo>
                <a:cubicBezTo>
                  <a:pt x="12540" y="6270"/>
                  <a:pt x="12508" y="6018"/>
                  <a:pt x="12351" y="5860"/>
                </a:cubicBezTo>
                <a:lnTo>
                  <a:pt x="10713" y="4695"/>
                </a:lnTo>
                <a:lnTo>
                  <a:pt x="6712" y="1859"/>
                </a:lnTo>
                <a:lnTo>
                  <a:pt x="6712" y="378"/>
                </a:lnTo>
                <a:cubicBezTo>
                  <a:pt x="6680" y="189"/>
                  <a:pt x="6491" y="0"/>
                  <a:pt x="62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" name="Google Shape;758;p16"/>
          <p:cNvSpPr/>
          <p:nvPr/>
        </p:nvSpPr>
        <p:spPr>
          <a:xfrm>
            <a:off x="978246" y="2814393"/>
            <a:ext cx="374357" cy="409874"/>
          </a:xfrm>
          <a:custGeom>
            <a:rect b="b" l="l" r="r" t="t"/>
            <a:pathLst>
              <a:path extrusionOk="0" h="12729" w="11626">
                <a:moveTo>
                  <a:pt x="442" y="1"/>
                </a:moveTo>
                <a:cubicBezTo>
                  <a:pt x="221" y="1"/>
                  <a:pt x="32" y="190"/>
                  <a:pt x="32" y="442"/>
                </a:cubicBezTo>
                <a:lnTo>
                  <a:pt x="32" y="4159"/>
                </a:lnTo>
                <a:cubicBezTo>
                  <a:pt x="32" y="4317"/>
                  <a:pt x="126" y="4474"/>
                  <a:pt x="284" y="4569"/>
                </a:cubicBezTo>
                <a:cubicBezTo>
                  <a:pt x="1072" y="4821"/>
                  <a:pt x="1670" y="5640"/>
                  <a:pt x="1670" y="6491"/>
                </a:cubicBezTo>
                <a:cubicBezTo>
                  <a:pt x="1670" y="7404"/>
                  <a:pt x="1103" y="8129"/>
                  <a:pt x="284" y="8475"/>
                </a:cubicBezTo>
                <a:cubicBezTo>
                  <a:pt x="126" y="8507"/>
                  <a:pt x="0" y="8664"/>
                  <a:pt x="0" y="8853"/>
                </a:cubicBezTo>
                <a:lnTo>
                  <a:pt x="0" y="12319"/>
                </a:lnTo>
                <a:cubicBezTo>
                  <a:pt x="0" y="12571"/>
                  <a:pt x="221" y="12729"/>
                  <a:pt x="442" y="12729"/>
                </a:cubicBezTo>
                <a:lnTo>
                  <a:pt x="3308" y="12729"/>
                </a:lnTo>
                <a:lnTo>
                  <a:pt x="3308" y="4852"/>
                </a:lnTo>
                <a:cubicBezTo>
                  <a:pt x="3308" y="3687"/>
                  <a:pt x="4254" y="2805"/>
                  <a:pt x="5419" y="2741"/>
                </a:cubicBezTo>
                <a:lnTo>
                  <a:pt x="6238" y="2741"/>
                </a:lnTo>
                <a:cubicBezTo>
                  <a:pt x="7373" y="2741"/>
                  <a:pt x="8286" y="3687"/>
                  <a:pt x="8318" y="4852"/>
                </a:cubicBezTo>
                <a:lnTo>
                  <a:pt x="8318" y="12729"/>
                </a:lnTo>
                <a:lnTo>
                  <a:pt x="11216" y="12729"/>
                </a:lnTo>
                <a:cubicBezTo>
                  <a:pt x="11437" y="12729"/>
                  <a:pt x="11594" y="12508"/>
                  <a:pt x="11626" y="12319"/>
                </a:cubicBezTo>
                <a:lnTo>
                  <a:pt x="11626" y="8853"/>
                </a:lnTo>
                <a:cubicBezTo>
                  <a:pt x="11626" y="8696"/>
                  <a:pt x="11500" y="8538"/>
                  <a:pt x="11374" y="8475"/>
                </a:cubicBezTo>
                <a:cubicBezTo>
                  <a:pt x="10586" y="8192"/>
                  <a:pt x="9988" y="7404"/>
                  <a:pt x="9988" y="6491"/>
                </a:cubicBezTo>
                <a:cubicBezTo>
                  <a:pt x="9988" y="5577"/>
                  <a:pt x="10586" y="4852"/>
                  <a:pt x="11374" y="4569"/>
                </a:cubicBezTo>
                <a:cubicBezTo>
                  <a:pt x="11531" y="4537"/>
                  <a:pt x="11626" y="4380"/>
                  <a:pt x="11626" y="4159"/>
                </a:cubicBezTo>
                <a:lnTo>
                  <a:pt x="11626" y="442"/>
                </a:lnTo>
                <a:cubicBezTo>
                  <a:pt x="11626" y="190"/>
                  <a:pt x="11437" y="1"/>
                  <a:pt x="11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" name="Google Shape;759;p16"/>
          <p:cNvSpPr/>
          <p:nvPr/>
        </p:nvSpPr>
        <p:spPr>
          <a:xfrm>
            <a:off x="1113164" y="2931053"/>
            <a:ext cx="106550" cy="293213"/>
          </a:xfrm>
          <a:custGeom>
            <a:rect b="b" l="l" r="r" t="t"/>
            <a:pathLst>
              <a:path extrusionOk="0" h="9106" w="3309">
                <a:moveTo>
                  <a:pt x="1607" y="3309"/>
                </a:moveTo>
                <a:cubicBezTo>
                  <a:pt x="2080" y="3309"/>
                  <a:pt x="2426" y="3655"/>
                  <a:pt x="2426" y="4128"/>
                </a:cubicBezTo>
                <a:cubicBezTo>
                  <a:pt x="2426" y="4600"/>
                  <a:pt x="2080" y="4947"/>
                  <a:pt x="1607" y="4947"/>
                </a:cubicBezTo>
                <a:cubicBezTo>
                  <a:pt x="1135" y="4947"/>
                  <a:pt x="788" y="4600"/>
                  <a:pt x="788" y="4128"/>
                </a:cubicBezTo>
                <a:cubicBezTo>
                  <a:pt x="788" y="3655"/>
                  <a:pt x="1135" y="3309"/>
                  <a:pt x="1607" y="3309"/>
                </a:cubicBezTo>
                <a:close/>
                <a:moveTo>
                  <a:pt x="1229" y="1"/>
                </a:moveTo>
                <a:cubicBezTo>
                  <a:pt x="536" y="1"/>
                  <a:pt x="1" y="536"/>
                  <a:pt x="1" y="1261"/>
                </a:cubicBezTo>
                <a:lnTo>
                  <a:pt x="1" y="9106"/>
                </a:lnTo>
                <a:lnTo>
                  <a:pt x="3309" y="9106"/>
                </a:lnTo>
                <a:lnTo>
                  <a:pt x="3309" y="1229"/>
                </a:lnTo>
                <a:cubicBezTo>
                  <a:pt x="3309" y="536"/>
                  <a:pt x="2742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" name="Google Shape;760;p16"/>
          <p:cNvSpPr/>
          <p:nvPr/>
        </p:nvSpPr>
        <p:spPr>
          <a:xfrm>
            <a:off x="1002688" y="3320515"/>
            <a:ext cx="347985" cy="40784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" name="Google Shape;761;p16"/>
          <p:cNvSpPr/>
          <p:nvPr/>
        </p:nvSpPr>
        <p:spPr>
          <a:xfrm>
            <a:off x="971688" y="3824662"/>
            <a:ext cx="122779" cy="198320"/>
          </a:xfrm>
          <a:custGeom>
            <a:rect b="b" l="l" r="r" t="t"/>
            <a:pathLst>
              <a:path extrusionOk="0" h="6159" w="3813">
                <a:moveTo>
                  <a:pt x="1698" y="1"/>
                </a:moveTo>
                <a:cubicBezTo>
                  <a:pt x="1520" y="1"/>
                  <a:pt x="1373" y="138"/>
                  <a:pt x="1293" y="299"/>
                </a:cubicBezTo>
                <a:lnTo>
                  <a:pt x="1" y="5119"/>
                </a:lnTo>
                <a:cubicBezTo>
                  <a:pt x="1" y="5308"/>
                  <a:pt x="127" y="5528"/>
                  <a:pt x="316" y="5623"/>
                </a:cubicBezTo>
                <a:lnTo>
                  <a:pt x="2332" y="6158"/>
                </a:lnTo>
                <a:cubicBezTo>
                  <a:pt x="3277" y="2630"/>
                  <a:pt x="2868" y="4111"/>
                  <a:pt x="3813" y="582"/>
                </a:cubicBezTo>
                <a:lnTo>
                  <a:pt x="1797" y="15"/>
                </a:lnTo>
                <a:cubicBezTo>
                  <a:pt x="1763" y="5"/>
                  <a:pt x="1730" y="1"/>
                  <a:pt x="16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" name="Google Shape;762;p16"/>
          <p:cNvSpPr/>
          <p:nvPr/>
        </p:nvSpPr>
        <p:spPr>
          <a:xfrm>
            <a:off x="1046778" y="3875860"/>
            <a:ext cx="278981" cy="357162"/>
          </a:xfrm>
          <a:custGeom>
            <a:rect b="b" l="l" r="r" t="t"/>
            <a:pathLst>
              <a:path extrusionOk="0" h="11092" w="8664">
                <a:moveTo>
                  <a:pt x="4348" y="3466"/>
                </a:moveTo>
                <a:cubicBezTo>
                  <a:pt x="4820" y="3466"/>
                  <a:pt x="5199" y="3844"/>
                  <a:pt x="5199" y="4316"/>
                </a:cubicBezTo>
                <a:cubicBezTo>
                  <a:pt x="5199" y="4789"/>
                  <a:pt x="4820" y="5136"/>
                  <a:pt x="4348" y="5136"/>
                </a:cubicBezTo>
                <a:cubicBezTo>
                  <a:pt x="3907" y="5136"/>
                  <a:pt x="3529" y="4789"/>
                  <a:pt x="3529" y="4316"/>
                </a:cubicBezTo>
                <a:cubicBezTo>
                  <a:pt x="3529" y="3875"/>
                  <a:pt x="3875" y="3466"/>
                  <a:pt x="4348" y="3466"/>
                </a:cubicBezTo>
                <a:close/>
                <a:moveTo>
                  <a:pt x="5104" y="5766"/>
                </a:moveTo>
                <a:lnTo>
                  <a:pt x="6081" y="7624"/>
                </a:lnTo>
                <a:lnTo>
                  <a:pt x="2615" y="7624"/>
                </a:lnTo>
                <a:lnTo>
                  <a:pt x="3560" y="5766"/>
                </a:lnTo>
                <a:cubicBezTo>
                  <a:pt x="3812" y="5892"/>
                  <a:pt x="4096" y="5955"/>
                  <a:pt x="4348" y="5955"/>
                </a:cubicBezTo>
                <a:cubicBezTo>
                  <a:pt x="4631" y="5955"/>
                  <a:pt x="4883" y="5892"/>
                  <a:pt x="5104" y="5766"/>
                </a:cubicBezTo>
                <a:close/>
                <a:moveTo>
                  <a:pt x="2048" y="0"/>
                </a:moveTo>
                <a:cubicBezTo>
                  <a:pt x="1386" y="2458"/>
                  <a:pt x="1638" y="1544"/>
                  <a:pt x="977" y="4001"/>
                </a:cubicBezTo>
                <a:lnTo>
                  <a:pt x="2678" y="4474"/>
                </a:lnTo>
                <a:cubicBezTo>
                  <a:pt x="2678" y="4726"/>
                  <a:pt x="2741" y="5010"/>
                  <a:pt x="2899" y="5199"/>
                </a:cubicBezTo>
                <a:lnTo>
                  <a:pt x="32" y="10523"/>
                </a:lnTo>
                <a:cubicBezTo>
                  <a:pt x="0" y="10680"/>
                  <a:pt x="63" y="10964"/>
                  <a:pt x="252" y="11027"/>
                </a:cubicBezTo>
                <a:cubicBezTo>
                  <a:pt x="328" y="11070"/>
                  <a:pt x="404" y="11091"/>
                  <a:pt x="475" y="11091"/>
                </a:cubicBezTo>
                <a:cubicBezTo>
                  <a:pt x="613" y="11091"/>
                  <a:pt x="737" y="11014"/>
                  <a:pt x="819" y="10869"/>
                </a:cubicBezTo>
                <a:lnTo>
                  <a:pt x="2143" y="8475"/>
                </a:lnTo>
                <a:lnTo>
                  <a:pt x="6490" y="8475"/>
                </a:lnTo>
                <a:lnTo>
                  <a:pt x="7845" y="10869"/>
                </a:lnTo>
                <a:cubicBezTo>
                  <a:pt x="7907" y="11014"/>
                  <a:pt x="8037" y="11091"/>
                  <a:pt x="8173" y="11091"/>
                </a:cubicBezTo>
                <a:cubicBezTo>
                  <a:pt x="8243" y="11091"/>
                  <a:pt x="8316" y="11070"/>
                  <a:pt x="8381" y="11027"/>
                </a:cubicBezTo>
                <a:cubicBezTo>
                  <a:pt x="8570" y="10932"/>
                  <a:pt x="8664" y="10680"/>
                  <a:pt x="8538" y="10491"/>
                </a:cubicBezTo>
                <a:lnTo>
                  <a:pt x="5734" y="5262"/>
                </a:lnTo>
                <a:lnTo>
                  <a:pt x="6585" y="5482"/>
                </a:lnTo>
                <a:cubicBezTo>
                  <a:pt x="7120" y="3434"/>
                  <a:pt x="6931" y="4222"/>
                  <a:pt x="7624" y="1513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" name="Google Shape;763;p16"/>
          <p:cNvSpPr/>
          <p:nvPr/>
        </p:nvSpPr>
        <p:spPr>
          <a:xfrm>
            <a:off x="1292270" y="3956005"/>
            <a:ext cx="83205" cy="92221"/>
          </a:xfrm>
          <a:custGeom>
            <a:rect b="b" l="l" r="r" t="t"/>
            <a:pathLst>
              <a:path extrusionOk="0" h="2864" w="2584">
                <a:moveTo>
                  <a:pt x="630" y="0"/>
                </a:moveTo>
                <a:cubicBezTo>
                  <a:pt x="252" y="1449"/>
                  <a:pt x="410" y="945"/>
                  <a:pt x="0" y="2395"/>
                </a:cubicBezTo>
                <a:lnTo>
                  <a:pt x="1607" y="2836"/>
                </a:lnTo>
                <a:cubicBezTo>
                  <a:pt x="1658" y="2855"/>
                  <a:pt x="1707" y="2864"/>
                  <a:pt x="1753" y="2864"/>
                </a:cubicBezTo>
                <a:cubicBezTo>
                  <a:pt x="1932" y="2864"/>
                  <a:pt x="2067" y="2728"/>
                  <a:pt x="2143" y="2552"/>
                </a:cubicBezTo>
                <a:lnTo>
                  <a:pt x="2584" y="945"/>
                </a:lnTo>
                <a:cubicBezTo>
                  <a:pt x="2552" y="725"/>
                  <a:pt x="2458" y="473"/>
                  <a:pt x="2237" y="441"/>
                </a:cubicBezTo>
                <a:lnTo>
                  <a:pt x="6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" name="Google Shape;764;p16"/>
          <p:cNvSpPr/>
          <p:nvPr/>
        </p:nvSpPr>
        <p:spPr>
          <a:xfrm>
            <a:off x="3362844" y="2886199"/>
            <a:ext cx="336812" cy="315496"/>
          </a:xfrm>
          <a:custGeom>
            <a:rect b="b" l="l" r="r" t="t"/>
            <a:pathLst>
              <a:path extrusionOk="0" h="9798" w="10460">
                <a:moveTo>
                  <a:pt x="6091" y="980"/>
                </a:moveTo>
                <a:cubicBezTo>
                  <a:pt x="6596" y="980"/>
                  <a:pt x="7119" y="1154"/>
                  <a:pt x="7562" y="1520"/>
                </a:cubicBezTo>
                <a:cubicBezTo>
                  <a:pt x="7719" y="1677"/>
                  <a:pt x="7751" y="1898"/>
                  <a:pt x="7593" y="2087"/>
                </a:cubicBezTo>
                <a:cubicBezTo>
                  <a:pt x="7518" y="2181"/>
                  <a:pt x="7387" y="2241"/>
                  <a:pt x="7260" y="2241"/>
                </a:cubicBezTo>
                <a:cubicBezTo>
                  <a:pt x="7174" y="2241"/>
                  <a:pt x="7090" y="2213"/>
                  <a:pt x="7026" y="2150"/>
                </a:cubicBezTo>
                <a:cubicBezTo>
                  <a:pt x="6747" y="1918"/>
                  <a:pt x="6415" y="1807"/>
                  <a:pt x="6101" y="1807"/>
                </a:cubicBezTo>
                <a:cubicBezTo>
                  <a:pt x="5776" y="1807"/>
                  <a:pt x="5470" y="1925"/>
                  <a:pt x="5262" y="2150"/>
                </a:cubicBezTo>
                <a:cubicBezTo>
                  <a:pt x="5183" y="2229"/>
                  <a:pt x="5073" y="2268"/>
                  <a:pt x="4962" y="2268"/>
                </a:cubicBezTo>
                <a:cubicBezTo>
                  <a:pt x="4852" y="2268"/>
                  <a:pt x="4742" y="2229"/>
                  <a:pt x="4663" y="2150"/>
                </a:cubicBezTo>
                <a:cubicBezTo>
                  <a:pt x="4506" y="1992"/>
                  <a:pt x="4506" y="1709"/>
                  <a:pt x="4663" y="1551"/>
                </a:cubicBezTo>
                <a:cubicBezTo>
                  <a:pt x="5037" y="1177"/>
                  <a:pt x="5553" y="980"/>
                  <a:pt x="6091" y="980"/>
                </a:cubicBezTo>
                <a:close/>
                <a:moveTo>
                  <a:pt x="3781" y="7852"/>
                </a:moveTo>
                <a:lnTo>
                  <a:pt x="4348" y="8451"/>
                </a:lnTo>
                <a:lnTo>
                  <a:pt x="4002" y="8797"/>
                </a:lnTo>
                <a:cubicBezTo>
                  <a:pt x="3923" y="8876"/>
                  <a:pt x="3812" y="8915"/>
                  <a:pt x="3702" y="8915"/>
                </a:cubicBezTo>
                <a:cubicBezTo>
                  <a:pt x="3592" y="8915"/>
                  <a:pt x="3482" y="8876"/>
                  <a:pt x="3403" y="8797"/>
                </a:cubicBezTo>
                <a:cubicBezTo>
                  <a:pt x="3214" y="8640"/>
                  <a:pt x="3214" y="8356"/>
                  <a:pt x="3403" y="8199"/>
                </a:cubicBezTo>
                <a:lnTo>
                  <a:pt x="3781" y="7852"/>
                </a:lnTo>
                <a:close/>
                <a:moveTo>
                  <a:pt x="6201" y="1"/>
                </a:moveTo>
                <a:cubicBezTo>
                  <a:pt x="5236" y="1"/>
                  <a:pt x="4264" y="375"/>
                  <a:pt x="3529" y="1110"/>
                </a:cubicBezTo>
                <a:lnTo>
                  <a:pt x="2363" y="2307"/>
                </a:lnTo>
                <a:cubicBezTo>
                  <a:pt x="2269" y="2370"/>
                  <a:pt x="2206" y="2402"/>
                  <a:pt x="2048" y="2402"/>
                </a:cubicBezTo>
                <a:cubicBezTo>
                  <a:pt x="1450" y="2465"/>
                  <a:pt x="851" y="2622"/>
                  <a:pt x="378" y="3095"/>
                </a:cubicBezTo>
                <a:cubicBezTo>
                  <a:pt x="0" y="3441"/>
                  <a:pt x="0" y="4040"/>
                  <a:pt x="347" y="4418"/>
                </a:cubicBezTo>
                <a:lnTo>
                  <a:pt x="3182" y="7254"/>
                </a:lnTo>
                <a:lnTo>
                  <a:pt x="2773" y="7663"/>
                </a:lnTo>
                <a:cubicBezTo>
                  <a:pt x="2300" y="8136"/>
                  <a:pt x="2300" y="8923"/>
                  <a:pt x="2773" y="9427"/>
                </a:cubicBezTo>
                <a:cubicBezTo>
                  <a:pt x="3009" y="9664"/>
                  <a:pt x="3324" y="9782"/>
                  <a:pt x="3647" y="9782"/>
                </a:cubicBezTo>
                <a:cubicBezTo>
                  <a:pt x="3970" y="9782"/>
                  <a:pt x="4301" y="9664"/>
                  <a:pt x="4569" y="9427"/>
                </a:cubicBezTo>
                <a:lnTo>
                  <a:pt x="4947" y="9018"/>
                </a:lnTo>
                <a:lnTo>
                  <a:pt x="5419" y="9490"/>
                </a:lnTo>
                <a:cubicBezTo>
                  <a:pt x="5624" y="9695"/>
                  <a:pt x="5868" y="9798"/>
                  <a:pt x="6112" y="9798"/>
                </a:cubicBezTo>
                <a:cubicBezTo>
                  <a:pt x="6357" y="9798"/>
                  <a:pt x="6601" y="9695"/>
                  <a:pt x="6805" y="9490"/>
                </a:cubicBezTo>
                <a:cubicBezTo>
                  <a:pt x="7278" y="9018"/>
                  <a:pt x="7436" y="8388"/>
                  <a:pt x="7467" y="7852"/>
                </a:cubicBezTo>
                <a:cubicBezTo>
                  <a:pt x="7467" y="7726"/>
                  <a:pt x="7499" y="7663"/>
                  <a:pt x="7593" y="7569"/>
                </a:cubicBezTo>
                <a:lnTo>
                  <a:pt x="8696" y="6466"/>
                </a:lnTo>
                <a:cubicBezTo>
                  <a:pt x="10460" y="4702"/>
                  <a:pt x="10145" y="1740"/>
                  <a:pt x="8066" y="511"/>
                </a:cubicBezTo>
                <a:cubicBezTo>
                  <a:pt x="7496" y="170"/>
                  <a:pt x="6850" y="1"/>
                  <a:pt x="62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" name="Google Shape;765;p16"/>
          <p:cNvSpPr/>
          <p:nvPr/>
        </p:nvSpPr>
        <p:spPr>
          <a:xfrm>
            <a:off x="3629653" y="2792852"/>
            <a:ext cx="147122" cy="143322"/>
          </a:xfrm>
          <a:custGeom>
            <a:rect b="b" l="l" r="r" t="t"/>
            <a:pathLst>
              <a:path extrusionOk="0" h="4451" w="4569">
                <a:moveTo>
                  <a:pt x="3226" y="0"/>
                </a:moveTo>
                <a:cubicBezTo>
                  <a:pt x="2907" y="0"/>
                  <a:pt x="2584" y="118"/>
                  <a:pt x="2332" y="355"/>
                </a:cubicBezTo>
                <a:lnTo>
                  <a:pt x="0" y="2686"/>
                </a:lnTo>
                <a:cubicBezTo>
                  <a:pt x="788" y="3095"/>
                  <a:pt x="1355" y="3631"/>
                  <a:pt x="1796" y="4450"/>
                </a:cubicBezTo>
                <a:lnTo>
                  <a:pt x="4096" y="2119"/>
                </a:lnTo>
                <a:cubicBezTo>
                  <a:pt x="4568" y="1646"/>
                  <a:pt x="4568" y="859"/>
                  <a:pt x="4096" y="355"/>
                </a:cubicBezTo>
                <a:cubicBezTo>
                  <a:pt x="3860" y="118"/>
                  <a:pt x="3545" y="0"/>
                  <a:pt x="32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" name="Google Shape;766;p16"/>
          <p:cNvSpPr/>
          <p:nvPr/>
        </p:nvSpPr>
        <p:spPr>
          <a:xfrm>
            <a:off x="3619038" y="3518588"/>
            <a:ext cx="80178" cy="80178"/>
          </a:xfrm>
          <a:custGeom>
            <a:rect b="b" l="l" r="r" t="t"/>
            <a:pathLst>
              <a:path extrusionOk="0" h="2490" w="2490">
                <a:moveTo>
                  <a:pt x="1229" y="1"/>
                </a:moveTo>
                <a:cubicBezTo>
                  <a:pt x="568" y="1"/>
                  <a:pt x="1" y="568"/>
                  <a:pt x="1" y="1261"/>
                </a:cubicBezTo>
                <a:cubicBezTo>
                  <a:pt x="1" y="1923"/>
                  <a:pt x="568" y="2490"/>
                  <a:pt x="1229" y="2490"/>
                </a:cubicBezTo>
                <a:cubicBezTo>
                  <a:pt x="1891" y="2490"/>
                  <a:pt x="2426" y="1954"/>
                  <a:pt x="2490" y="1261"/>
                </a:cubicBezTo>
                <a:cubicBezTo>
                  <a:pt x="2490" y="599"/>
                  <a:pt x="1922" y="1"/>
                  <a:pt x="12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" name="Google Shape;767;p16"/>
          <p:cNvSpPr/>
          <p:nvPr/>
        </p:nvSpPr>
        <p:spPr>
          <a:xfrm>
            <a:off x="3372515" y="3368318"/>
            <a:ext cx="410904" cy="265843"/>
          </a:xfrm>
          <a:custGeom>
            <a:rect b="b" l="l" r="r" t="t"/>
            <a:pathLst>
              <a:path extrusionOk="0" h="8256" w="12761">
                <a:moveTo>
                  <a:pt x="5357" y="1702"/>
                </a:moveTo>
                <a:cubicBezTo>
                  <a:pt x="5609" y="1702"/>
                  <a:pt x="5798" y="1923"/>
                  <a:pt x="5798" y="2112"/>
                </a:cubicBezTo>
                <a:cubicBezTo>
                  <a:pt x="5766" y="2332"/>
                  <a:pt x="5609" y="2490"/>
                  <a:pt x="5357" y="2490"/>
                </a:cubicBezTo>
                <a:lnTo>
                  <a:pt x="2049" y="2490"/>
                </a:lnTo>
                <a:cubicBezTo>
                  <a:pt x="1828" y="2490"/>
                  <a:pt x="1639" y="2301"/>
                  <a:pt x="1639" y="2112"/>
                </a:cubicBezTo>
                <a:cubicBezTo>
                  <a:pt x="1639" y="1860"/>
                  <a:pt x="1828" y="1702"/>
                  <a:pt x="2049" y="1702"/>
                </a:cubicBezTo>
                <a:close/>
                <a:moveTo>
                  <a:pt x="5357" y="3309"/>
                </a:moveTo>
                <a:cubicBezTo>
                  <a:pt x="5609" y="3309"/>
                  <a:pt x="5798" y="3529"/>
                  <a:pt x="5798" y="3750"/>
                </a:cubicBezTo>
                <a:cubicBezTo>
                  <a:pt x="5766" y="4002"/>
                  <a:pt x="5609" y="4160"/>
                  <a:pt x="5357" y="4160"/>
                </a:cubicBezTo>
                <a:lnTo>
                  <a:pt x="2049" y="4160"/>
                </a:lnTo>
                <a:cubicBezTo>
                  <a:pt x="1828" y="4160"/>
                  <a:pt x="1639" y="3939"/>
                  <a:pt x="1639" y="3750"/>
                </a:cubicBezTo>
                <a:cubicBezTo>
                  <a:pt x="1639" y="3529"/>
                  <a:pt x="1828" y="3309"/>
                  <a:pt x="2049" y="3309"/>
                </a:cubicBezTo>
                <a:close/>
                <a:moveTo>
                  <a:pt x="5357" y="4979"/>
                </a:moveTo>
                <a:cubicBezTo>
                  <a:pt x="5609" y="4979"/>
                  <a:pt x="5798" y="5168"/>
                  <a:pt x="5798" y="5388"/>
                </a:cubicBezTo>
                <a:cubicBezTo>
                  <a:pt x="5766" y="5640"/>
                  <a:pt x="5609" y="5798"/>
                  <a:pt x="5357" y="5798"/>
                </a:cubicBezTo>
                <a:lnTo>
                  <a:pt x="2049" y="5798"/>
                </a:lnTo>
                <a:cubicBezTo>
                  <a:pt x="1828" y="5798"/>
                  <a:pt x="1639" y="5609"/>
                  <a:pt x="1639" y="5388"/>
                </a:cubicBezTo>
                <a:cubicBezTo>
                  <a:pt x="1639" y="5136"/>
                  <a:pt x="1828" y="4979"/>
                  <a:pt x="2049" y="4979"/>
                </a:cubicBezTo>
                <a:close/>
                <a:moveTo>
                  <a:pt x="8948" y="1671"/>
                </a:moveTo>
                <a:cubicBezTo>
                  <a:pt x="10082" y="1671"/>
                  <a:pt x="10996" y="2584"/>
                  <a:pt x="11028" y="3750"/>
                </a:cubicBezTo>
                <a:cubicBezTo>
                  <a:pt x="10996" y="4916"/>
                  <a:pt x="10082" y="5798"/>
                  <a:pt x="8948" y="5798"/>
                </a:cubicBezTo>
                <a:cubicBezTo>
                  <a:pt x="7814" y="5798"/>
                  <a:pt x="6900" y="4853"/>
                  <a:pt x="6869" y="3750"/>
                </a:cubicBezTo>
                <a:cubicBezTo>
                  <a:pt x="6869" y="2616"/>
                  <a:pt x="7814" y="1702"/>
                  <a:pt x="8948" y="1671"/>
                </a:cubicBezTo>
                <a:close/>
                <a:moveTo>
                  <a:pt x="1230" y="1"/>
                </a:moveTo>
                <a:cubicBezTo>
                  <a:pt x="568" y="1"/>
                  <a:pt x="1" y="568"/>
                  <a:pt x="1" y="1230"/>
                </a:cubicBezTo>
                <a:lnTo>
                  <a:pt x="1" y="6207"/>
                </a:lnTo>
                <a:cubicBezTo>
                  <a:pt x="1" y="6743"/>
                  <a:pt x="379" y="7184"/>
                  <a:pt x="852" y="7373"/>
                </a:cubicBezTo>
                <a:lnTo>
                  <a:pt x="852" y="7846"/>
                </a:lnTo>
                <a:cubicBezTo>
                  <a:pt x="852" y="8098"/>
                  <a:pt x="1041" y="8255"/>
                  <a:pt x="1261" y="8255"/>
                </a:cubicBezTo>
                <a:lnTo>
                  <a:pt x="2931" y="8255"/>
                </a:lnTo>
                <a:cubicBezTo>
                  <a:pt x="3151" y="8255"/>
                  <a:pt x="3372" y="8066"/>
                  <a:pt x="3372" y="7846"/>
                </a:cubicBezTo>
                <a:lnTo>
                  <a:pt x="3372" y="7436"/>
                </a:lnTo>
                <a:lnTo>
                  <a:pt x="9421" y="7436"/>
                </a:lnTo>
                <a:lnTo>
                  <a:pt x="9421" y="7846"/>
                </a:lnTo>
                <a:cubicBezTo>
                  <a:pt x="9421" y="8098"/>
                  <a:pt x="9610" y="8255"/>
                  <a:pt x="9862" y="8255"/>
                </a:cubicBezTo>
                <a:lnTo>
                  <a:pt x="11500" y="8255"/>
                </a:lnTo>
                <a:cubicBezTo>
                  <a:pt x="11752" y="8255"/>
                  <a:pt x="11941" y="8066"/>
                  <a:pt x="11941" y="7846"/>
                </a:cubicBezTo>
                <a:lnTo>
                  <a:pt x="11941" y="7373"/>
                </a:lnTo>
                <a:cubicBezTo>
                  <a:pt x="12414" y="7215"/>
                  <a:pt x="12760" y="6743"/>
                  <a:pt x="12760" y="6207"/>
                </a:cubicBezTo>
                <a:lnTo>
                  <a:pt x="12760" y="1230"/>
                </a:lnTo>
                <a:cubicBezTo>
                  <a:pt x="12666" y="599"/>
                  <a:pt x="12099" y="1"/>
                  <a:pt x="1143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" name="Google Shape;768;p16"/>
          <p:cNvSpPr/>
          <p:nvPr/>
        </p:nvSpPr>
        <p:spPr>
          <a:xfrm>
            <a:off x="3620584" y="3802798"/>
            <a:ext cx="160292" cy="239826"/>
          </a:xfrm>
          <a:custGeom>
            <a:rect b="b" l="l" r="r" t="t"/>
            <a:pathLst>
              <a:path extrusionOk="0" h="7448" w="4978">
                <a:moveTo>
                  <a:pt x="2489" y="820"/>
                </a:moveTo>
                <a:cubicBezTo>
                  <a:pt x="3403" y="820"/>
                  <a:pt x="4127" y="1576"/>
                  <a:pt x="4127" y="2490"/>
                </a:cubicBezTo>
                <a:cubicBezTo>
                  <a:pt x="4127" y="3372"/>
                  <a:pt x="3403" y="4128"/>
                  <a:pt x="2489" y="4128"/>
                </a:cubicBezTo>
                <a:cubicBezTo>
                  <a:pt x="1575" y="4128"/>
                  <a:pt x="819" y="3372"/>
                  <a:pt x="819" y="2490"/>
                </a:cubicBezTo>
                <a:cubicBezTo>
                  <a:pt x="819" y="1576"/>
                  <a:pt x="1575" y="820"/>
                  <a:pt x="2489" y="820"/>
                </a:cubicBezTo>
                <a:close/>
                <a:moveTo>
                  <a:pt x="2489" y="1"/>
                </a:moveTo>
                <a:cubicBezTo>
                  <a:pt x="1103" y="1"/>
                  <a:pt x="0" y="1104"/>
                  <a:pt x="0" y="2490"/>
                </a:cubicBezTo>
                <a:cubicBezTo>
                  <a:pt x="0" y="3214"/>
                  <a:pt x="315" y="3845"/>
                  <a:pt x="819" y="4317"/>
                </a:cubicBezTo>
                <a:lnTo>
                  <a:pt x="819" y="7058"/>
                </a:lnTo>
                <a:cubicBezTo>
                  <a:pt x="819" y="7287"/>
                  <a:pt x="1012" y="7448"/>
                  <a:pt x="1225" y="7448"/>
                </a:cubicBezTo>
                <a:cubicBezTo>
                  <a:pt x="1334" y="7448"/>
                  <a:pt x="1448" y="7406"/>
                  <a:pt x="1544" y="7310"/>
                </a:cubicBezTo>
                <a:lnTo>
                  <a:pt x="2489" y="6365"/>
                </a:lnTo>
                <a:lnTo>
                  <a:pt x="3434" y="7310"/>
                </a:lnTo>
                <a:cubicBezTo>
                  <a:pt x="3530" y="7406"/>
                  <a:pt x="3640" y="7448"/>
                  <a:pt x="3744" y="7448"/>
                </a:cubicBezTo>
                <a:cubicBezTo>
                  <a:pt x="3948" y="7448"/>
                  <a:pt x="4127" y="7287"/>
                  <a:pt x="4127" y="7058"/>
                </a:cubicBezTo>
                <a:lnTo>
                  <a:pt x="4127" y="4317"/>
                </a:lnTo>
                <a:cubicBezTo>
                  <a:pt x="4663" y="3845"/>
                  <a:pt x="4978" y="3214"/>
                  <a:pt x="4978" y="2490"/>
                </a:cubicBezTo>
                <a:cubicBezTo>
                  <a:pt x="4978" y="1104"/>
                  <a:pt x="3875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" name="Google Shape;769;p16"/>
          <p:cNvSpPr/>
          <p:nvPr/>
        </p:nvSpPr>
        <p:spPr>
          <a:xfrm>
            <a:off x="3430862" y="4157866"/>
            <a:ext cx="347985" cy="52776"/>
          </a:xfrm>
          <a:custGeom>
            <a:rect b="b" l="l" r="r" t="t"/>
            <a:pathLst>
              <a:path extrusionOk="0" h="1639" w="10807">
                <a:moveTo>
                  <a:pt x="1450" y="1"/>
                </a:moveTo>
                <a:cubicBezTo>
                  <a:pt x="1292" y="788"/>
                  <a:pt x="662" y="1387"/>
                  <a:pt x="1" y="1639"/>
                </a:cubicBezTo>
                <a:lnTo>
                  <a:pt x="8822" y="1639"/>
                </a:lnTo>
                <a:cubicBezTo>
                  <a:pt x="9799" y="1639"/>
                  <a:pt x="10649" y="946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" name="Google Shape;770;p16"/>
          <p:cNvSpPr/>
          <p:nvPr/>
        </p:nvSpPr>
        <p:spPr>
          <a:xfrm>
            <a:off x="3375059" y="3800769"/>
            <a:ext cx="353073" cy="380829"/>
          </a:xfrm>
          <a:custGeom>
            <a:rect b="b" l="l" r="r" t="t"/>
            <a:pathLst>
              <a:path extrusionOk="0" h="11827" w="10965">
                <a:moveTo>
                  <a:pt x="379" y="1"/>
                </a:moveTo>
                <a:cubicBezTo>
                  <a:pt x="158" y="1"/>
                  <a:pt x="1" y="221"/>
                  <a:pt x="1" y="411"/>
                </a:cubicBezTo>
                <a:lnTo>
                  <a:pt x="1" y="10618"/>
                </a:lnTo>
                <a:cubicBezTo>
                  <a:pt x="1" y="11280"/>
                  <a:pt x="537" y="11815"/>
                  <a:pt x="1198" y="11815"/>
                </a:cubicBezTo>
                <a:cubicBezTo>
                  <a:pt x="1247" y="11823"/>
                  <a:pt x="1295" y="11826"/>
                  <a:pt x="1342" y="11826"/>
                </a:cubicBezTo>
                <a:cubicBezTo>
                  <a:pt x="1912" y="11826"/>
                  <a:pt x="2395" y="11318"/>
                  <a:pt x="2395" y="10650"/>
                </a:cubicBezTo>
                <a:cubicBezTo>
                  <a:pt x="2395" y="10398"/>
                  <a:pt x="2584" y="10272"/>
                  <a:pt x="2836" y="10272"/>
                </a:cubicBezTo>
                <a:lnTo>
                  <a:pt x="10965" y="10272"/>
                </a:lnTo>
                <a:lnTo>
                  <a:pt x="10965" y="8255"/>
                </a:lnTo>
                <a:cubicBezTo>
                  <a:pt x="10807" y="8161"/>
                  <a:pt x="10650" y="8098"/>
                  <a:pt x="10492" y="7972"/>
                </a:cubicBezTo>
                <a:lnTo>
                  <a:pt x="10146" y="7625"/>
                </a:lnTo>
                <a:lnTo>
                  <a:pt x="9799" y="7972"/>
                </a:lnTo>
                <a:cubicBezTo>
                  <a:pt x="9547" y="8224"/>
                  <a:pt x="9232" y="8318"/>
                  <a:pt x="8917" y="8318"/>
                </a:cubicBezTo>
                <a:cubicBezTo>
                  <a:pt x="8255" y="8318"/>
                  <a:pt x="7720" y="7783"/>
                  <a:pt x="7720" y="7058"/>
                </a:cubicBezTo>
                <a:lnTo>
                  <a:pt x="7720" y="4664"/>
                </a:lnTo>
                <a:cubicBezTo>
                  <a:pt x="7184" y="4065"/>
                  <a:pt x="6869" y="3309"/>
                  <a:pt x="6869" y="2490"/>
                </a:cubicBezTo>
                <a:cubicBezTo>
                  <a:pt x="6869" y="1513"/>
                  <a:pt x="7310" y="600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" name="Google Shape;771;p16"/>
          <p:cNvSpPr/>
          <p:nvPr/>
        </p:nvSpPr>
        <p:spPr>
          <a:xfrm>
            <a:off x="2547127" y="4313084"/>
            <a:ext cx="293213" cy="406815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" name="Google Shape;772;p16"/>
          <p:cNvSpPr/>
          <p:nvPr/>
        </p:nvSpPr>
        <p:spPr>
          <a:xfrm>
            <a:off x="4871894" y="1431616"/>
            <a:ext cx="388967" cy="137601"/>
          </a:xfrm>
          <a:custGeom>
            <a:rect b="b" l="l" r="r" t="t"/>
            <a:pathLst>
              <a:path extrusionOk="0" h="4191" w="11847">
                <a:moveTo>
                  <a:pt x="5230" y="0"/>
                </a:moveTo>
                <a:cubicBezTo>
                  <a:pt x="5073" y="0"/>
                  <a:pt x="4947" y="63"/>
                  <a:pt x="4915" y="189"/>
                </a:cubicBezTo>
                <a:lnTo>
                  <a:pt x="4096" y="2080"/>
                </a:lnTo>
                <a:lnTo>
                  <a:pt x="347" y="2080"/>
                </a:lnTo>
                <a:cubicBezTo>
                  <a:pt x="158" y="2080"/>
                  <a:pt x="0" y="2237"/>
                  <a:pt x="0" y="2426"/>
                </a:cubicBezTo>
                <a:cubicBezTo>
                  <a:pt x="0" y="2615"/>
                  <a:pt x="158" y="2773"/>
                  <a:pt x="347" y="2773"/>
                </a:cubicBezTo>
                <a:lnTo>
                  <a:pt x="4316" y="2773"/>
                </a:lnTo>
                <a:cubicBezTo>
                  <a:pt x="4411" y="2773"/>
                  <a:pt x="4505" y="2710"/>
                  <a:pt x="4600" y="2584"/>
                </a:cubicBezTo>
                <a:lnTo>
                  <a:pt x="5199" y="1292"/>
                </a:lnTo>
                <a:lnTo>
                  <a:pt x="6238" y="3970"/>
                </a:lnTo>
                <a:cubicBezTo>
                  <a:pt x="6301" y="4096"/>
                  <a:pt x="6396" y="4159"/>
                  <a:pt x="6522" y="4191"/>
                </a:cubicBezTo>
                <a:lnTo>
                  <a:pt x="6553" y="4191"/>
                </a:lnTo>
                <a:cubicBezTo>
                  <a:pt x="6679" y="4191"/>
                  <a:pt x="6805" y="4127"/>
                  <a:pt x="6868" y="4033"/>
                </a:cubicBezTo>
                <a:lnTo>
                  <a:pt x="7624" y="2836"/>
                </a:lnTo>
                <a:lnTo>
                  <a:pt x="11500" y="2836"/>
                </a:lnTo>
                <a:cubicBezTo>
                  <a:pt x="11689" y="2836"/>
                  <a:pt x="11846" y="2678"/>
                  <a:pt x="11846" y="2458"/>
                </a:cubicBezTo>
                <a:cubicBezTo>
                  <a:pt x="11846" y="2269"/>
                  <a:pt x="11689" y="2111"/>
                  <a:pt x="11500" y="2111"/>
                </a:cubicBezTo>
                <a:lnTo>
                  <a:pt x="7435" y="2111"/>
                </a:lnTo>
                <a:cubicBezTo>
                  <a:pt x="7309" y="2111"/>
                  <a:pt x="7183" y="2206"/>
                  <a:pt x="7120" y="2269"/>
                </a:cubicBezTo>
                <a:lnTo>
                  <a:pt x="6648" y="3056"/>
                </a:lnTo>
                <a:lnTo>
                  <a:pt x="5545" y="221"/>
                </a:lnTo>
                <a:cubicBezTo>
                  <a:pt x="5514" y="95"/>
                  <a:pt x="5388" y="0"/>
                  <a:pt x="523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" name="Google Shape;773;p16"/>
          <p:cNvSpPr/>
          <p:nvPr/>
        </p:nvSpPr>
        <p:spPr>
          <a:xfrm>
            <a:off x="4868775" y="1319892"/>
            <a:ext cx="387949" cy="164524"/>
          </a:xfrm>
          <a:custGeom>
            <a:rect b="b" l="l" r="r" t="t"/>
            <a:pathLst>
              <a:path extrusionOk="0" h="5011" w="11816">
                <a:moveTo>
                  <a:pt x="3151" y="1"/>
                </a:moveTo>
                <a:cubicBezTo>
                  <a:pt x="1387" y="1"/>
                  <a:pt x="1" y="1419"/>
                  <a:pt x="1" y="3277"/>
                </a:cubicBezTo>
                <a:cubicBezTo>
                  <a:pt x="1" y="3876"/>
                  <a:pt x="158" y="4349"/>
                  <a:pt x="442" y="4821"/>
                </a:cubicBezTo>
                <a:lnTo>
                  <a:pt x="3655" y="4821"/>
                </a:lnTo>
                <a:lnTo>
                  <a:pt x="4285" y="3340"/>
                </a:lnTo>
                <a:cubicBezTo>
                  <a:pt x="4443" y="2994"/>
                  <a:pt x="4821" y="2773"/>
                  <a:pt x="5199" y="2710"/>
                </a:cubicBezTo>
                <a:cubicBezTo>
                  <a:pt x="5672" y="2710"/>
                  <a:pt x="6018" y="2994"/>
                  <a:pt x="6176" y="3403"/>
                </a:cubicBezTo>
                <a:lnTo>
                  <a:pt x="6806" y="5010"/>
                </a:lnTo>
                <a:cubicBezTo>
                  <a:pt x="6963" y="4884"/>
                  <a:pt x="7215" y="4821"/>
                  <a:pt x="7404" y="4821"/>
                </a:cubicBezTo>
                <a:lnTo>
                  <a:pt x="11374" y="4821"/>
                </a:lnTo>
                <a:cubicBezTo>
                  <a:pt x="11626" y="4349"/>
                  <a:pt x="11815" y="3813"/>
                  <a:pt x="11815" y="3277"/>
                </a:cubicBezTo>
                <a:cubicBezTo>
                  <a:pt x="11815" y="1419"/>
                  <a:pt x="10429" y="1"/>
                  <a:pt x="8665" y="1"/>
                </a:cubicBezTo>
                <a:cubicBezTo>
                  <a:pt x="7247" y="1"/>
                  <a:pt x="6396" y="977"/>
                  <a:pt x="5924" y="1860"/>
                </a:cubicBezTo>
                <a:cubicBezTo>
                  <a:pt x="5451" y="977"/>
                  <a:pt x="4537" y="1"/>
                  <a:pt x="31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" name="Google Shape;774;p16"/>
          <p:cNvSpPr/>
          <p:nvPr/>
        </p:nvSpPr>
        <p:spPr>
          <a:xfrm>
            <a:off x="4943269" y="1530896"/>
            <a:ext cx="245160" cy="129327"/>
          </a:xfrm>
          <a:custGeom>
            <a:rect b="b" l="l" r="r" t="t"/>
            <a:pathLst>
              <a:path extrusionOk="0" h="3939" w="7467">
                <a:moveTo>
                  <a:pt x="2962" y="1"/>
                </a:moveTo>
                <a:cubicBezTo>
                  <a:pt x="2773" y="284"/>
                  <a:pt x="2458" y="442"/>
                  <a:pt x="2111" y="442"/>
                </a:cubicBezTo>
                <a:lnTo>
                  <a:pt x="0" y="442"/>
                </a:lnTo>
                <a:cubicBezTo>
                  <a:pt x="158" y="599"/>
                  <a:pt x="347" y="757"/>
                  <a:pt x="536" y="914"/>
                </a:cubicBezTo>
                <a:cubicBezTo>
                  <a:pt x="1449" y="1734"/>
                  <a:pt x="2426" y="2647"/>
                  <a:pt x="3434" y="3813"/>
                </a:cubicBezTo>
                <a:cubicBezTo>
                  <a:pt x="3529" y="3907"/>
                  <a:pt x="3592" y="3939"/>
                  <a:pt x="3718" y="3939"/>
                </a:cubicBezTo>
                <a:cubicBezTo>
                  <a:pt x="3844" y="3939"/>
                  <a:pt x="3907" y="3907"/>
                  <a:pt x="4001" y="3813"/>
                </a:cubicBezTo>
                <a:cubicBezTo>
                  <a:pt x="4978" y="2584"/>
                  <a:pt x="6018" y="1734"/>
                  <a:pt x="6900" y="914"/>
                </a:cubicBezTo>
                <a:cubicBezTo>
                  <a:pt x="7120" y="757"/>
                  <a:pt x="7278" y="599"/>
                  <a:pt x="7467" y="442"/>
                </a:cubicBezTo>
                <a:lnTo>
                  <a:pt x="5860" y="442"/>
                </a:lnTo>
                <a:lnTo>
                  <a:pt x="5293" y="1324"/>
                </a:lnTo>
                <a:cubicBezTo>
                  <a:pt x="5104" y="1639"/>
                  <a:pt x="4789" y="1860"/>
                  <a:pt x="4379" y="1860"/>
                </a:cubicBezTo>
                <a:lnTo>
                  <a:pt x="4316" y="1860"/>
                </a:lnTo>
                <a:cubicBezTo>
                  <a:pt x="3907" y="1797"/>
                  <a:pt x="3592" y="1576"/>
                  <a:pt x="3434" y="1167"/>
                </a:cubicBezTo>
                <a:lnTo>
                  <a:pt x="29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" name="Google Shape;775;p16"/>
          <p:cNvSpPr/>
          <p:nvPr/>
        </p:nvSpPr>
        <p:spPr>
          <a:xfrm>
            <a:off x="4869825" y="1958372"/>
            <a:ext cx="45539" cy="69309"/>
          </a:xfrm>
          <a:custGeom>
            <a:rect b="b" l="l" r="r" t="t"/>
            <a:pathLst>
              <a:path extrusionOk="0" h="2111" w="1387">
                <a:moveTo>
                  <a:pt x="0" y="0"/>
                </a:moveTo>
                <a:lnTo>
                  <a:pt x="0" y="2111"/>
                </a:lnTo>
                <a:lnTo>
                  <a:pt x="1386" y="2111"/>
                </a:lnTo>
                <a:lnTo>
                  <a:pt x="138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" name="Google Shape;776;p16"/>
          <p:cNvSpPr/>
          <p:nvPr/>
        </p:nvSpPr>
        <p:spPr>
          <a:xfrm>
            <a:off x="4869825" y="2051448"/>
            <a:ext cx="69309" cy="22786"/>
          </a:xfrm>
          <a:custGeom>
            <a:rect b="b" l="l" r="r" t="t"/>
            <a:pathLst>
              <a:path extrusionOk="0" h="694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6"/>
                  <a:pt x="2111" y="347"/>
                </a:cubicBezTo>
                <a:cubicBezTo>
                  <a:pt x="2111" y="158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" name="Google Shape;777;p16"/>
          <p:cNvSpPr/>
          <p:nvPr/>
        </p:nvSpPr>
        <p:spPr>
          <a:xfrm>
            <a:off x="4869825" y="1912835"/>
            <a:ext cx="69309" cy="22819"/>
          </a:xfrm>
          <a:custGeom>
            <a:rect b="b" l="l" r="r" t="t"/>
            <a:pathLst>
              <a:path extrusionOk="0" h="695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7"/>
                  <a:pt x="2111" y="348"/>
                </a:cubicBezTo>
                <a:cubicBezTo>
                  <a:pt x="2111" y="159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" name="Google Shape;778;p16"/>
          <p:cNvSpPr/>
          <p:nvPr/>
        </p:nvSpPr>
        <p:spPr>
          <a:xfrm>
            <a:off x="4870843" y="1799076"/>
            <a:ext cx="388967" cy="388967"/>
          </a:xfrm>
          <a:custGeom>
            <a:rect b="b" l="l" r="r" t="t"/>
            <a:pathLst>
              <a:path extrusionOk="0" h="11847" w="11847">
                <a:moveTo>
                  <a:pt x="2427" y="0"/>
                </a:moveTo>
                <a:cubicBezTo>
                  <a:pt x="1072" y="0"/>
                  <a:pt x="1" y="1103"/>
                  <a:pt x="1" y="2426"/>
                </a:cubicBezTo>
                <a:lnTo>
                  <a:pt x="1" y="2804"/>
                </a:lnTo>
                <a:lnTo>
                  <a:pt x="1355" y="2804"/>
                </a:lnTo>
                <a:lnTo>
                  <a:pt x="1355" y="2426"/>
                </a:lnTo>
                <a:cubicBezTo>
                  <a:pt x="1355" y="1859"/>
                  <a:pt x="1828" y="1418"/>
                  <a:pt x="2395" y="1418"/>
                </a:cubicBezTo>
                <a:lnTo>
                  <a:pt x="9358" y="1418"/>
                </a:lnTo>
                <a:cubicBezTo>
                  <a:pt x="9956" y="1418"/>
                  <a:pt x="10366" y="1891"/>
                  <a:pt x="10366" y="2426"/>
                </a:cubicBezTo>
                <a:lnTo>
                  <a:pt x="10366" y="9420"/>
                </a:lnTo>
                <a:cubicBezTo>
                  <a:pt x="10366" y="9987"/>
                  <a:pt x="9893" y="10429"/>
                  <a:pt x="9358" y="10429"/>
                </a:cubicBezTo>
                <a:lnTo>
                  <a:pt x="2395" y="10429"/>
                </a:lnTo>
                <a:cubicBezTo>
                  <a:pt x="1797" y="10429"/>
                  <a:pt x="1355" y="9956"/>
                  <a:pt x="1355" y="9420"/>
                </a:cubicBezTo>
                <a:lnTo>
                  <a:pt x="1355" y="9042"/>
                </a:lnTo>
                <a:lnTo>
                  <a:pt x="1" y="9042"/>
                </a:lnTo>
                <a:lnTo>
                  <a:pt x="1" y="9420"/>
                </a:lnTo>
                <a:cubicBezTo>
                  <a:pt x="1" y="10744"/>
                  <a:pt x="1103" y="11846"/>
                  <a:pt x="2427" y="11846"/>
                </a:cubicBezTo>
                <a:lnTo>
                  <a:pt x="9389" y="11846"/>
                </a:lnTo>
                <a:cubicBezTo>
                  <a:pt x="10744" y="11846"/>
                  <a:pt x="11847" y="10744"/>
                  <a:pt x="11847" y="9420"/>
                </a:cubicBezTo>
                <a:lnTo>
                  <a:pt x="11847" y="2426"/>
                </a:lnTo>
                <a:cubicBezTo>
                  <a:pt x="11847" y="1103"/>
                  <a:pt x="10744" y="0"/>
                  <a:pt x="938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" name="Google Shape;779;p16"/>
          <p:cNvSpPr/>
          <p:nvPr/>
        </p:nvSpPr>
        <p:spPr>
          <a:xfrm>
            <a:off x="5018747" y="1935620"/>
            <a:ext cx="113830" cy="113797"/>
          </a:xfrm>
          <a:custGeom>
            <a:rect b="b" l="l" r="r" t="t"/>
            <a:pathLst>
              <a:path extrusionOk="0" h="3466" w="3467">
                <a:moveTo>
                  <a:pt x="1387" y="0"/>
                </a:moveTo>
                <a:lnTo>
                  <a:pt x="1387" y="1040"/>
                </a:lnTo>
                <a:cubicBezTo>
                  <a:pt x="1387" y="1229"/>
                  <a:pt x="1230" y="1386"/>
                  <a:pt x="1041" y="1386"/>
                </a:cubicBezTo>
                <a:lnTo>
                  <a:pt x="1" y="1386"/>
                </a:lnTo>
                <a:lnTo>
                  <a:pt x="1" y="2111"/>
                </a:lnTo>
                <a:lnTo>
                  <a:pt x="1041" y="2111"/>
                </a:lnTo>
                <a:cubicBezTo>
                  <a:pt x="1230" y="2111"/>
                  <a:pt x="1387" y="2268"/>
                  <a:pt x="1387" y="2457"/>
                </a:cubicBezTo>
                <a:lnTo>
                  <a:pt x="1387" y="3466"/>
                </a:lnTo>
                <a:lnTo>
                  <a:pt x="2080" y="3466"/>
                </a:lnTo>
                <a:lnTo>
                  <a:pt x="2080" y="2457"/>
                </a:lnTo>
                <a:cubicBezTo>
                  <a:pt x="2080" y="2268"/>
                  <a:pt x="2238" y="2111"/>
                  <a:pt x="2458" y="2111"/>
                </a:cubicBezTo>
                <a:lnTo>
                  <a:pt x="3467" y="2111"/>
                </a:lnTo>
                <a:lnTo>
                  <a:pt x="3467" y="1386"/>
                </a:lnTo>
                <a:lnTo>
                  <a:pt x="2458" y="1386"/>
                </a:lnTo>
                <a:cubicBezTo>
                  <a:pt x="2238" y="1386"/>
                  <a:pt x="2080" y="1229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" name="Google Shape;780;p16"/>
          <p:cNvSpPr/>
          <p:nvPr/>
        </p:nvSpPr>
        <p:spPr>
          <a:xfrm>
            <a:off x="4939131" y="1867331"/>
            <a:ext cx="251366" cy="252416"/>
          </a:xfrm>
          <a:custGeom>
            <a:rect b="b" l="l" r="r" t="t"/>
            <a:pathLst>
              <a:path extrusionOk="0" h="7688" w="7656">
                <a:moveTo>
                  <a:pt x="4883" y="1418"/>
                </a:moveTo>
                <a:cubicBezTo>
                  <a:pt x="5072" y="1418"/>
                  <a:pt x="5230" y="1576"/>
                  <a:pt x="5230" y="1765"/>
                </a:cubicBezTo>
                <a:lnTo>
                  <a:pt x="5230" y="2805"/>
                </a:lnTo>
                <a:lnTo>
                  <a:pt x="6238" y="2805"/>
                </a:lnTo>
                <a:cubicBezTo>
                  <a:pt x="6459" y="2805"/>
                  <a:pt x="6616" y="2962"/>
                  <a:pt x="6616" y="3151"/>
                </a:cubicBezTo>
                <a:lnTo>
                  <a:pt x="6616" y="4537"/>
                </a:lnTo>
                <a:cubicBezTo>
                  <a:pt x="6616" y="4726"/>
                  <a:pt x="6459" y="4884"/>
                  <a:pt x="6238" y="4884"/>
                </a:cubicBezTo>
                <a:lnTo>
                  <a:pt x="5230" y="4884"/>
                </a:lnTo>
                <a:lnTo>
                  <a:pt x="5230" y="5924"/>
                </a:lnTo>
                <a:cubicBezTo>
                  <a:pt x="5230" y="6113"/>
                  <a:pt x="5072" y="6270"/>
                  <a:pt x="4883" y="6270"/>
                </a:cubicBezTo>
                <a:lnTo>
                  <a:pt x="3497" y="6270"/>
                </a:lnTo>
                <a:cubicBezTo>
                  <a:pt x="3308" y="6270"/>
                  <a:pt x="3151" y="6113"/>
                  <a:pt x="3151" y="5924"/>
                </a:cubicBezTo>
                <a:lnTo>
                  <a:pt x="3151" y="4884"/>
                </a:lnTo>
                <a:lnTo>
                  <a:pt x="2111" y="4884"/>
                </a:lnTo>
                <a:cubicBezTo>
                  <a:pt x="1922" y="4884"/>
                  <a:pt x="1764" y="4726"/>
                  <a:pt x="1764" y="4537"/>
                </a:cubicBezTo>
                <a:lnTo>
                  <a:pt x="1764" y="3151"/>
                </a:lnTo>
                <a:cubicBezTo>
                  <a:pt x="1764" y="2962"/>
                  <a:pt x="1922" y="2805"/>
                  <a:pt x="2111" y="2805"/>
                </a:cubicBezTo>
                <a:lnTo>
                  <a:pt x="3151" y="2805"/>
                </a:lnTo>
                <a:lnTo>
                  <a:pt x="3151" y="1765"/>
                </a:lnTo>
                <a:cubicBezTo>
                  <a:pt x="3151" y="1576"/>
                  <a:pt x="3308" y="1418"/>
                  <a:pt x="3497" y="141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757"/>
                </a:lnTo>
                <a:cubicBezTo>
                  <a:pt x="378" y="914"/>
                  <a:pt x="693" y="1261"/>
                  <a:pt x="693" y="1734"/>
                </a:cubicBezTo>
                <a:cubicBezTo>
                  <a:pt x="693" y="2175"/>
                  <a:pt x="378" y="2553"/>
                  <a:pt x="0" y="2710"/>
                </a:cubicBezTo>
                <a:lnTo>
                  <a:pt x="0" y="4979"/>
                </a:lnTo>
                <a:cubicBezTo>
                  <a:pt x="378" y="5136"/>
                  <a:pt x="693" y="5483"/>
                  <a:pt x="693" y="5955"/>
                </a:cubicBezTo>
                <a:cubicBezTo>
                  <a:pt x="693" y="6396"/>
                  <a:pt x="441" y="6774"/>
                  <a:pt x="0" y="6932"/>
                </a:cubicBezTo>
                <a:lnTo>
                  <a:pt x="0" y="7341"/>
                </a:lnTo>
                <a:cubicBezTo>
                  <a:pt x="0" y="7530"/>
                  <a:pt x="158" y="7688"/>
                  <a:pt x="347" y="7688"/>
                </a:cubicBezTo>
                <a:lnTo>
                  <a:pt x="7309" y="7688"/>
                </a:lnTo>
                <a:cubicBezTo>
                  <a:pt x="7498" y="7688"/>
                  <a:pt x="7656" y="7530"/>
                  <a:pt x="7656" y="7341"/>
                </a:cubicBezTo>
                <a:lnTo>
                  <a:pt x="7656" y="347"/>
                </a:lnTo>
                <a:cubicBezTo>
                  <a:pt x="7656" y="158"/>
                  <a:pt x="7498" y="1"/>
                  <a:pt x="7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" name="Google Shape;781;p16"/>
          <p:cNvSpPr/>
          <p:nvPr/>
        </p:nvSpPr>
        <p:spPr>
          <a:xfrm>
            <a:off x="5036361" y="2482322"/>
            <a:ext cx="113797" cy="84905"/>
          </a:xfrm>
          <a:custGeom>
            <a:rect b="b" l="l" r="r" t="t"/>
            <a:pathLst>
              <a:path extrusionOk="0" h="2586" w="3466">
                <a:moveTo>
                  <a:pt x="614" y="0"/>
                </a:moveTo>
                <a:cubicBezTo>
                  <a:pt x="287" y="0"/>
                  <a:pt x="0" y="305"/>
                  <a:pt x="0" y="696"/>
                </a:cubicBezTo>
                <a:cubicBezTo>
                  <a:pt x="0" y="1326"/>
                  <a:pt x="1008" y="2019"/>
                  <a:pt x="1733" y="2586"/>
                </a:cubicBezTo>
                <a:cubicBezTo>
                  <a:pt x="2426" y="2019"/>
                  <a:pt x="3466" y="1326"/>
                  <a:pt x="3466" y="696"/>
                </a:cubicBezTo>
                <a:cubicBezTo>
                  <a:pt x="3466" y="349"/>
                  <a:pt x="3214" y="3"/>
                  <a:pt x="2741" y="3"/>
                </a:cubicBezTo>
                <a:cubicBezTo>
                  <a:pt x="2237" y="3"/>
                  <a:pt x="2048" y="570"/>
                  <a:pt x="2048" y="570"/>
                </a:cubicBezTo>
                <a:cubicBezTo>
                  <a:pt x="2001" y="743"/>
                  <a:pt x="1851" y="830"/>
                  <a:pt x="1701" y="830"/>
                </a:cubicBezTo>
                <a:cubicBezTo>
                  <a:pt x="1552" y="830"/>
                  <a:pt x="1402" y="743"/>
                  <a:pt x="1355" y="570"/>
                </a:cubicBezTo>
                <a:cubicBezTo>
                  <a:pt x="1355" y="538"/>
                  <a:pt x="1166" y="3"/>
                  <a:pt x="662" y="3"/>
                </a:cubicBezTo>
                <a:cubicBezTo>
                  <a:pt x="646" y="1"/>
                  <a:pt x="630" y="0"/>
                  <a:pt x="61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" name="Google Shape;782;p16"/>
          <p:cNvSpPr/>
          <p:nvPr/>
        </p:nvSpPr>
        <p:spPr>
          <a:xfrm>
            <a:off x="4865672" y="2295186"/>
            <a:ext cx="398291" cy="388934"/>
          </a:xfrm>
          <a:custGeom>
            <a:rect b="b" l="l" r="r" t="t"/>
            <a:pathLst>
              <a:path extrusionOk="0" h="11846" w="12131">
                <a:moveTo>
                  <a:pt x="3744" y="3555"/>
                </a:moveTo>
                <a:cubicBezTo>
                  <a:pt x="3907" y="3555"/>
                  <a:pt x="4040" y="3674"/>
                  <a:pt x="4096" y="3844"/>
                </a:cubicBezTo>
                <a:cubicBezTo>
                  <a:pt x="4128" y="4033"/>
                  <a:pt x="3970" y="4190"/>
                  <a:pt x="3813" y="4253"/>
                </a:cubicBezTo>
                <a:cubicBezTo>
                  <a:pt x="2931" y="4379"/>
                  <a:pt x="2427" y="5451"/>
                  <a:pt x="2899" y="6333"/>
                </a:cubicBezTo>
                <a:cubicBezTo>
                  <a:pt x="2994" y="6490"/>
                  <a:pt x="2931" y="6711"/>
                  <a:pt x="2773" y="6805"/>
                </a:cubicBezTo>
                <a:cubicBezTo>
                  <a:pt x="2723" y="6825"/>
                  <a:pt x="2667" y="6836"/>
                  <a:pt x="2611" y="6836"/>
                </a:cubicBezTo>
                <a:cubicBezTo>
                  <a:pt x="2489" y="6836"/>
                  <a:pt x="2365" y="6787"/>
                  <a:pt x="2301" y="6679"/>
                </a:cubicBezTo>
                <a:cubicBezTo>
                  <a:pt x="1608" y="5419"/>
                  <a:pt x="2364" y="3812"/>
                  <a:pt x="3687" y="3560"/>
                </a:cubicBezTo>
                <a:cubicBezTo>
                  <a:pt x="3706" y="3557"/>
                  <a:pt x="3726" y="3555"/>
                  <a:pt x="3744" y="3555"/>
                </a:cubicBezTo>
                <a:close/>
                <a:moveTo>
                  <a:pt x="7940" y="4946"/>
                </a:moveTo>
                <a:cubicBezTo>
                  <a:pt x="8728" y="4946"/>
                  <a:pt x="9326" y="5577"/>
                  <a:pt x="9326" y="6364"/>
                </a:cubicBezTo>
                <a:cubicBezTo>
                  <a:pt x="9326" y="7341"/>
                  <a:pt x="8381" y="7939"/>
                  <a:pt x="7121" y="9011"/>
                </a:cubicBezTo>
                <a:cubicBezTo>
                  <a:pt x="7058" y="9074"/>
                  <a:pt x="6979" y="9105"/>
                  <a:pt x="6900" y="9105"/>
                </a:cubicBezTo>
                <a:cubicBezTo>
                  <a:pt x="6822" y="9105"/>
                  <a:pt x="6743" y="9074"/>
                  <a:pt x="6680" y="9011"/>
                </a:cubicBezTo>
                <a:cubicBezTo>
                  <a:pt x="5420" y="7971"/>
                  <a:pt x="4474" y="7341"/>
                  <a:pt x="4474" y="6364"/>
                </a:cubicBezTo>
                <a:cubicBezTo>
                  <a:pt x="4474" y="5577"/>
                  <a:pt x="5105" y="4946"/>
                  <a:pt x="5861" y="4946"/>
                </a:cubicBezTo>
                <a:cubicBezTo>
                  <a:pt x="6365" y="4946"/>
                  <a:pt x="6711" y="5230"/>
                  <a:pt x="6932" y="5451"/>
                </a:cubicBezTo>
                <a:cubicBezTo>
                  <a:pt x="7121" y="5198"/>
                  <a:pt x="7467" y="4946"/>
                  <a:pt x="7940" y="4946"/>
                </a:cubicBezTo>
                <a:close/>
                <a:moveTo>
                  <a:pt x="7404" y="0"/>
                </a:moveTo>
                <a:cubicBezTo>
                  <a:pt x="6459" y="0"/>
                  <a:pt x="5703" y="788"/>
                  <a:pt x="5703" y="1733"/>
                </a:cubicBezTo>
                <a:lnTo>
                  <a:pt x="5703" y="2899"/>
                </a:lnTo>
                <a:cubicBezTo>
                  <a:pt x="5136" y="2395"/>
                  <a:pt x="4443" y="2111"/>
                  <a:pt x="3687" y="2111"/>
                </a:cubicBezTo>
                <a:cubicBezTo>
                  <a:pt x="1450" y="2111"/>
                  <a:pt x="1" y="4505"/>
                  <a:pt x="977" y="6616"/>
                </a:cubicBezTo>
                <a:lnTo>
                  <a:pt x="2899" y="10649"/>
                </a:lnTo>
                <a:cubicBezTo>
                  <a:pt x="3246" y="11373"/>
                  <a:pt x="3939" y="11846"/>
                  <a:pt x="4727" y="11846"/>
                </a:cubicBezTo>
                <a:cubicBezTo>
                  <a:pt x="5231" y="11846"/>
                  <a:pt x="5703" y="11657"/>
                  <a:pt x="6050" y="11342"/>
                </a:cubicBezTo>
                <a:cubicBezTo>
                  <a:pt x="6396" y="11688"/>
                  <a:pt x="6869" y="11846"/>
                  <a:pt x="7404" y="11846"/>
                </a:cubicBezTo>
                <a:cubicBezTo>
                  <a:pt x="8192" y="11846"/>
                  <a:pt x="8885" y="11405"/>
                  <a:pt x="9200" y="10649"/>
                </a:cubicBezTo>
                <a:lnTo>
                  <a:pt x="11122" y="6616"/>
                </a:lnTo>
                <a:cubicBezTo>
                  <a:pt x="12130" y="4505"/>
                  <a:pt x="10618" y="2111"/>
                  <a:pt x="8413" y="2111"/>
                </a:cubicBezTo>
                <a:cubicBezTo>
                  <a:pt x="7656" y="2111"/>
                  <a:pt x="6963" y="2395"/>
                  <a:pt x="6396" y="2899"/>
                </a:cubicBezTo>
                <a:lnTo>
                  <a:pt x="6396" y="1733"/>
                </a:lnTo>
                <a:cubicBezTo>
                  <a:pt x="6396" y="1166"/>
                  <a:pt x="6837" y="693"/>
                  <a:pt x="7404" y="693"/>
                </a:cubicBezTo>
                <a:cubicBezTo>
                  <a:pt x="7593" y="693"/>
                  <a:pt x="7751" y="536"/>
                  <a:pt x="7751" y="347"/>
                </a:cubicBezTo>
                <a:cubicBezTo>
                  <a:pt x="7751" y="158"/>
                  <a:pt x="7593" y="0"/>
                  <a:pt x="74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" name="Google Shape;783;p16"/>
          <p:cNvSpPr/>
          <p:nvPr/>
        </p:nvSpPr>
        <p:spPr>
          <a:xfrm>
            <a:off x="7647798" y="1501169"/>
            <a:ext cx="69309" cy="90289"/>
          </a:xfrm>
          <a:custGeom>
            <a:rect b="b" l="l" r="r" t="t"/>
            <a:pathLst>
              <a:path extrusionOk="0" h="2750" w="2111">
                <a:moveTo>
                  <a:pt x="1067" y="0"/>
                </a:moveTo>
                <a:cubicBezTo>
                  <a:pt x="953" y="0"/>
                  <a:pt x="835" y="55"/>
                  <a:pt x="756" y="166"/>
                </a:cubicBezTo>
                <a:cubicBezTo>
                  <a:pt x="536" y="481"/>
                  <a:pt x="0" y="1300"/>
                  <a:pt x="0" y="1741"/>
                </a:cubicBezTo>
                <a:cubicBezTo>
                  <a:pt x="0" y="2308"/>
                  <a:pt x="473" y="2749"/>
                  <a:pt x="1040" y="2749"/>
                </a:cubicBezTo>
                <a:cubicBezTo>
                  <a:pt x="1638" y="2749"/>
                  <a:pt x="2048" y="2276"/>
                  <a:pt x="2048" y="1741"/>
                </a:cubicBezTo>
                <a:cubicBezTo>
                  <a:pt x="2111" y="1300"/>
                  <a:pt x="1575" y="481"/>
                  <a:pt x="1355" y="166"/>
                </a:cubicBezTo>
                <a:cubicBezTo>
                  <a:pt x="1292" y="55"/>
                  <a:pt x="1182" y="0"/>
                  <a:pt x="106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" name="Google Shape;784;p16"/>
          <p:cNvSpPr/>
          <p:nvPr/>
        </p:nvSpPr>
        <p:spPr>
          <a:xfrm>
            <a:off x="7329206" y="1364888"/>
            <a:ext cx="384830" cy="250348"/>
          </a:xfrm>
          <a:custGeom>
            <a:rect b="b" l="l" r="r" t="t"/>
            <a:pathLst>
              <a:path extrusionOk="0" h="7625" w="11721">
                <a:moveTo>
                  <a:pt x="10775" y="2048"/>
                </a:moveTo>
                <a:cubicBezTo>
                  <a:pt x="10964" y="2048"/>
                  <a:pt x="11122" y="2206"/>
                  <a:pt x="11122" y="2426"/>
                </a:cubicBezTo>
                <a:cubicBezTo>
                  <a:pt x="11122" y="2615"/>
                  <a:pt x="10964" y="2773"/>
                  <a:pt x="10775" y="2773"/>
                </a:cubicBezTo>
                <a:lnTo>
                  <a:pt x="9830" y="2773"/>
                </a:lnTo>
                <a:lnTo>
                  <a:pt x="9988" y="2048"/>
                </a:lnTo>
                <a:close/>
                <a:moveTo>
                  <a:pt x="4474" y="2773"/>
                </a:moveTo>
                <a:cubicBezTo>
                  <a:pt x="4663" y="2773"/>
                  <a:pt x="4821" y="2930"/>
                  <a:pt x="4821" y="3119"/>
                </a:cubicBezTo>
                <a:cubicBezTo>
                  <a:pt x="4821" y="3308"/>
                  <a:pt x="4663" y="3466"/>
                  <a:pt x="4474" y="3466"/>
                </a:cubicBezTo>
                <a:cubicBezTo>
                  <a:pt x="4285" y="3466"/>
                  <a:pt x="4128" y="3308"/>
                  <a:pt x="4128" y="3119"/>
                </a:cubicBezTo>
                <a:cubicBezTo>
                  <a:pt x="4128" y="2930"/>
                  <a:pt x="4285" y="2773"/>
                  <a:pt x="4474" y="2773"/>
                </a:cubicBezTo>
                <a:close/>
                <a:moveTo>
                  <a:pt x="4474" y="4159"/>
                </a:moveTo>
                <a:cubicBezTo>
                  <a:pt x="4663" y="4159"/>
                  <a:pt x="4821" y="4317"/>
                  <a:pt x="4821" y="4506"/>
                </a:cubicBezTo>
                <a:cubicBezTo>
                  <a:pt x="4821" y="4695"/>
                  <a:pt x="4663" y="4852"/>
                  <a:pt x="4474" y="4852"/>
                </a:cubicBezTo>
                <a:cubicBezTo>
                  <a:pt x="4285" y="4852"/>
                  <a:pt x="4128" y="4695"/>
                  <a:pt x="4128" y="4506"/>
                </a:cubicBezTo>
                <a:cubicBezTo>
                  <a:pt x="4128" y="4317"/>
                  <a:pt x="4285" y="4159"/>
                  <a:pt x="4474" y="4159"/>
                </a:cubicBezTo>
                <a:close/>
                <a:moveTo>
                  <a:pt x="4474" y="5514"/>
                </a:moveTo>
                <a:cubicBezTo>
                  <a:pt x="4663" y="5514"/>
                  <a:pt x="4821" y="5671"/>
                  <a:pt x="4821" y="5892"/>
                </a:cubicBezTo>
                <a:cubicBezTo>
                  <a:pt x="4821" y="6081"/>
                  <a:pt x="4663" y="6238"/>
                  <a:pt x="4474" y="6238"/>
                </a:cubicBezTo>
                <a:cubicBezTo>
                  <a:pt x="4285" y="6238"/>
                  <a:pt x="4128" y="6081"/>
                  <a:pt x="4128" y="5892"/>
                </a:cubicBezTo>
                <a:cubicBezTo>
                  <a:pt x="4128" y="5671"/>
                  <a:pt x="4285" y="5514"/>
                  <a:pt x="4474" y="5514"/>
                </a:cubicBezTo>
                <a:close/>
                <a:moveTo>
                  <a:pt x="3088" y="0"/>
                </a:moveTo>
                <a:cubicBezTo>
                  <a:pt x="1355" y="0"/>
                  <a:pt x="1" y="1418"/>
                  <a:pt x="1" y="3119"/>
                </a:cubicBezTo>
                <a:lnTo>
                  <a:pt x="1" y="4506"/>
                </a:lnTo>
                <a:cubicBezTo>
                  <a:pt x="1" y="6238"/>
                  <a:pt x="1418" y="7625"/>
                  <a:pt x="3088" y="7625"/>
                </a:cubicBezTo>
                <a:lnTo>
                  <a:pt x="6554" y="7625"/>
                </a:lnTo>
                <a:cubicBezTo>
                  <a:pt x="7152" y="7625"/>
                  <a:pt x="7593" y="7152"/>
                  <a:pt x="7593" y="6585"/>
                </a:cubicBezTo>
                <a:cubicBezTo>
                  <a:pt x="7593" y="6459"/>
                  <a:pt x="7562" y="6301"/>
                  <a:pt x="7499" y="6207"/>
                </a:cubicBezTo>
                <a:cubicBezTo>
                  <a:pt x="7940" y="6081"/>
                  <a:pt x="8255" y="5671"/>
                  <a:pt x="8255" y="5199"/>
                </a:cubicBezTo>
                <a:cubicBezTo>
                  <a:pt x="8255" y="5104"/>
                  <a:pt x="8223" y="4947"/>
                  <a:pt x="8192" y="4821"/>
                </a:cubicBezTo>
                <a:cubicBezTo>
                  <a:pt x="8633" y="4695"/>
                  <a:pt x="8948" y="4317"/>
                  <a:pt x="8948" y="3844"/>
                </a:cubicBezTo>
                <a:cubicBezTo>
                  <a:pt x="8948" y="3718"/>
                  <a:pt x="8885" y="3592"/>
                  <a:pt x="8854" y="3466"/>
                </a:cubicBezTo>
                <a:lnTo>
                  <a:pt x="10712" y="3466"/>
                </a:lnTo>
                <a:cubicBezTo>
                  <a:pt x="11311" y="3466"/>
                  <a:pt x="11721" y="2993"/>
                  <a:pt x="11721" y="2458"/>
                </a:cubicBezTo>
                <a:cubicBezTo>
                  <a:pt x="11721" y="1891"/>
                  <a:pt x="11342" y="1387"/>
                  <a:pt x="10775" y="1387"/>
                </a:cubicBezTo>
                <a:lnTo>
                  <a:pt x="6554" y="1387"/>
                </a:lnTo>
                <a:cubicBezTo>
                  <a:pt x="6806" y="1103"/>
                  <a:pt x="6932" y="757"/>
                  <a:pt x="6932" y="379"/>
                </a:cubicBezTo>
                <a:cubicBezTo>
                  <a:pt x="6932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" name="Google Shape;785;p16"/>
          <p:cNvSpPr/>
          <p:nvPr/>
        </p:nvSpPr>
        <p:spPr>
          <a:xfrm>
            <a:off x="7471955" y="1869154"/>
            <a:ext cx="101387" cy="50464"/>
          </a:xfrm>
          <a:custGeom>
            <a:rect b="b" l="l" r="r" t="t"/>
            <a:pathLst>
              <a:path extrusionOk="0" h="1537" w="3088">
                <a:moveTo>
                  <a:pt x="1532" y="1"/>
                </a:moveTo>
                <a:cubicBezTo>
                  <a:pt x="1001" y="1"/>
                  <a:pt x="473" y="103"/>
                  <a:pt x="0" y="308"/>
                </a:cubicBezTo>
                <a:lnTo>
                  <a:pt x="693" y="1537"/>
                </a:lnTo>
                <a:cubicBezTo>
                  <a:pt x="946" y="1442"/>
                  <a:pt x="1229" y="1379"/>
                  <a:pt x="1544" y="1379"/>
                </a:cubicBezTo>
                <a:cubicBezTo>
                  <a:pt x="1859" y="1379"/>
                  <a:pt x="2143" y="1442"/>
                  <a:pt x="2426" y="1537"/>
                </a:cubicBezTo>
                <a:lnTo>
                  <a:pt x="3088" y="308"/>
                </a:lnTo>
                <a:cubicBezTo>
                  <a:pt x="2600" y="103"/>
                  <a:pt x="2064" y="1"/>
                  <a:pt x="15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" name="Google Shape;786;p16"/>
          <p:cNvSpPr/>
          <p:nvPr/>
        </p:nvSpPr>
        <p:spPr>
          <a:xfrm>
            <a:off x="7511254" y="1983701"/>
            <a:ext cx="22786" cy="22786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1" y="127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94" y="127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" name="Google Shape;787;p16"/>
          <p:cNvSpPr/>
          <p:nvPr/>
        </p:nvSpPr>
        <p:spPr>
          <a:xfrm>
            <a:off x="7398512" y="2006453"/>
            <a:ext cx="73479" cy="89009"/>
          </a:xfrm>
          <a:custGeom>
            <a:rect b="b" l="l" r="r" t="t"/>
            <a:pathLst>
              <a:path extrusionOk="0" h="2711" w="2238">
                <a:moveTo>
                  <a:pt x="1387" y="1"/>
                </a:moveTo>
                <a:lnTo>
                  <a:pt x="1" y="32"/>
                </a:lnTo>
                <a:cubicBezTo>
                  <a:pt x="127" y="1104"/>
                  <a:pt x="662" y="2080"/>
                  <a:pt x="1544" y="2710"/>
                </a:cubicBezTo>
                <a:lnTo>
                  <a:pt x="2237" y="1545"/>
                </a:lnTo>
                <a:cubicBezTo>
                  <a:pt x="1765" y="1135"/>
                  <a:pt x="1450" y="600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" name="Google Shape;788;p16"/>
          <p:cNvSpPr/>
          <p:nvPr/>
        </p:nvSpPr>
        <p:spPr>
          <a:xfrm>
            <a:off x="7573304" y="2005436"/>
            <a:ext cx="73479" cy="88976"/>
          </a:xfrm>
          <a:custGeom>
            <a:rect b="b" l="l" r="r" t="t"/>
            <a:pathLst>
              <a:path extrusionOk="0" h="2710" w="2238">
                <a:moveTo>
                  <a:pt x="851" y="0"/>
                </a:moveTo>
                <a:cubicBezTo>
                  <a:pt x="757" y="631"/>
                  <a:pt x="473" y="1166"/>
                  <a:pt x="1" y="1544"/>
                </a:cubicBezTo>
                <a:lnTo>
                  <a:pt x="694" y="2710"/>
                </a:lnTo>
                <a:cubicBezTo>
                  <a:pt x="1576" y="2080"/>
                  <a:pt x="2112" y="1103"/>
                  <a:pt x="2238" y="32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" name="Google Shape;789;p16"/>
          <p:cNvSpPr/>
          <p:nvPr/>
        </p:nvSpPr>
        <p:spPr>
          <a:xfrm>
            <a:off x="7329206" y="1799585"/>
            <a:ext cx="387916" cy="387949"/>
          </a:xfrm>
          <a:custGeom>
            <a:rect b="b" l="l" r="r" t="t"/>
            <a:pathLst>
              <a:path extrusionOk="0" h="11816" w="11815">
                <a:moveTo>
                  <a:pt x="5876" y="1419"/>
                </a:moveTo>
                <a:cubicBezTo>
                  <a:pt x="6632" y="1419"/>
                  <a:pt x="7389" y="1608"/>
                  <a:pt x="8066" y="1986"/>
                </a:cubicBezTo>
                <a:cubicBezTo>
                  <a:pt x="8223" y="2049"/>
                  <a:pt x="8286" y="2301"/>
                  <a:pt x="8192" y="2458"/>
                </a:cubicBezTo>
                <a:lnTo>
                  <a:pt x="7152" y="4254"/>
                </a:lnTo>
                <a:cubicBezTo>
                  <a:pt x="7110" y="4361"/>
                  <a:pt x="6980" y="4439"/>
                  <a:pt x="6852" y="4439"/>
                </a:cubicBezTo>
                <a:cubicBezTo>
                  <a:pt x="6791" y="4439"/>
                  <a:pt x="6731" y="4421"/>
                  <a:pt x="6680" y="4380"/>
                </a:cubicBezTo>
                <a:cubicBezTo>
                  <a:pt x="6428" y="4238"/>
                  <a:pt x="6136" y="4167"/>
                  <a:pt x="5841" y="4167"/>
                </a:cubicBezTo>
                <a:cubicBezTo>
                  <a:pt x="5546" y="4167"/>
                  <a:pt x="5246" y="4238"/>
                  <a:pt x="4978" y="4380"/>
                </a:cubicBezTo>
                <a:cubicBezTo>
                  <a:pt x="4929" y="4400"/>
                  <a:pt x="4872" y="4411"/>
                  <a:pt x="4816" y="4411"/>
                </a:cubicBezTo>
                <a:cubicBezTo>
                  <a:pt x="4694" y="4411"/>
                  <a:pt x="4570" y="4362"/>
                  <a:pt x="4506" y="4254"/>
                </a:cubicBezTo>
                <a:lnTo>
                  <a:pt x="3498" y="2458"/>
                </a:lnTo>
                <a:cubicBezTo>
                  <a:pt x="3466" y="2301"/>
                  <a:pt x="3529" y="2080"/>
                  <a:pt x="3687" y="1986"/>
                </a:cubicBezTo>
                <a:cubicBezTo>
                  <a:pt x="4364" y="1608"/>
                  <a:pt x="5120" y="1419"/>
                  <a:pt x="5876" y="1419"/>
                </a:cubicBezTo>
                <a:close/>
                <a:moveTo>
                  <a:pt x="5861" y="4916"/>
                </a:moveTo>
                <a:cubicBezTo>
                  <a:pt x="6459" y="4916"/>
                  <a:pt x="6869" y="5388"/>
                  <a:pt x="6869" y="5955"/>
                </a:cubicBezTo>
                <a:cubicBezTo>
                  <a:pt x="6869" y="6554"/>
                  <a:pt x="6396" y="6964"/>
                  <a:pt x="5861" y="6964"/>
                </a:cubicBezTo>
                <a:cubicBezTo>
                  <a:pt x="5294" y="6964"/>
                  <a:pt x="4821" y="6491"/>
                  <a:pt x="4821" y="5955"/>
                </a:cubicBezTo>
                <a:cubicBezTo>
                  <a:pt x="4821" y="5357"/>
                  <a:pt x="5294" y="4916"/>
                  <a:pt x="5861" y="4916"/>
                </a:cubicBezTo>
                <a:close/>
                <a:moveTo>
                  <a:pt x="3813" y="5609"/>
                </a:moveTo>
                <a:cubicBezTo>
                  <a:pt x="4065" y="5640"/>
                  <a:pt x="4159" y="5735"/>
                  <a:pt x="4159" y="5955"/>
                </a:cubicBezTo>
                <a:cubicBezTo>
                  <a:pt x="4159" y="6522"/>
                  <a:pt x="4474" y="7090"/>
                  <a:pt x="5010" y="7405"/>
                </a:cubicBezTo>
                <a:cubicBezTo>
                  <a:pt x="5136" y="7531"/>
                  <a:pt x="5230" y="7720"/>
                  <a:pt x="5104" y="7877"/>
                </a:cubicBezTo>
                <a:lnTo>
                  <a:pt x="4033" y="9641"/>
                </a:lnTo>
                <a:cubicBezTo>
                  <a:pt x="3991" y="9748"/>
                  <a:pt x="3861" y="9826"/>
                  <a:pt x="3733" y="9826"/>
                </a:cubicBezTo>
                <a:cubicBezTo>
                  <a:pt x="3672" y="9826"/>
                  <a:pt x="3612" y="9808"/>
                  <a:pt x="3561" y="9767"/>
                </a:cubicBezTo>
                <a:cubicBezTo>
                  <a:pt x="2238" y="8948"/>
                  <a:pt x="1418" y="7531"/>
                  <a:pt x="1355" y="5987"/>
                </a:cubicBezTo>
                <a:cubicBezTo>
                  <a:pt x="1355" y="5798"/>
                  <a:pt x="1544" y="5640"/>
                  <a:pt x="1733" y="5640"/>
                </a:cubicBezTo>
                <a:lnTo>
                  <a:pt x="3813" y="5609"/>
                </a:lnTo>
                <a:close/>
                <a:moveTo>
                  <a:pt x="8003" y="5640"/>
                </a:moveTo>
                <a:lnTo>
                  <a:pt x="10082" y="5672"/>
                </a:lnTo>
                <a:cubicBezTo>
                  <a:pt x="10271" y="5672"/>
                  <a:pt x="10429" y="5829"/>
                  <a:pt x="10429" y="6018"/>
                </a:cubicBezTo>
                <a:cubicBezTo>
                  <a:pt x="10397" y="7562"/>
                  <a:pt x="9547" y="8980"/>
                  <a:pt x="8223" y="9799"/>
                </a:cubicBezTo>
                <a:cubicBezTo>
                  <a:pt x="8168" y="9844"/>
                  <a:pt x="8100" y="9865"/>
                  <a:pt x="8033" y="9865"/>
                </a:cubicBezTo>
                <a:cubicBezTo>
                  <a:pt x="7911" y="9865"/>
                  <a:pt x="7792" y="9795"/>
                  <a:pt x="7751" y="9673"/>
                </a:cubicBezTo>
                <a:lnTo>
                  <a:pt x="6680" y="7909"/>
                </a:lnTo>
                <a:cubicBezTo>
                  <a:pt x="6554" y="7751"/>
                  <a:pt x="6648" y="7531"/>
                  <a:pt x="6806" y="7436"/>
                </a:cubicBezTo>
                <a:cubicBezTo>
                  <a:pt x="7310" y="7121"/>
                  <a:pt x="7625" y="6585"/>
                  <a:pt x="7625" y="5987"/>
                </a:cubicBezTo>
                <a:cubicBezTo>
                  <a:pt x="7625" y="5829"/>
                  <a:pt x="7751" y="5672"/>
                  <a:pt x="8003" y="5640"/>
                </a:cubicBezTo>
                <a:close/>
                <a:moveTo>
                  <a:pt x="5892" y="1"/>
                </a:moveTo>
                <a:cubicBezTo>
                  <a:pt x="2616" y="1"/>
                  <a:pt x="1" y="2679"/>
                  <a:pt x="1" y="5924"/>
                </a:cubicBezTo>
                <a:cubicBezTo>
                  <a:pt x="1" y="9137"/>
                  <a:pt x="2679" y="11815"/>
                  <a:pt x="5892" y="11815"/>
                </a:cubicBezTo>
                <a:cubicBezTo>
                  <a:pt x="9169" y="11815"/>
                  <a:pt x="11815" y="9137"/>
                  <a:pt x="11815" y="5924"/>
                </a:cubicBezTo>
                <a:cubicBezTo>
                  <a:pt x="11815" y="2679"/>
                  <a:pt x="9137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" name="Google Shape;790;p16"/>
          <p:cNvSpPr/>
          <p:nvPr/>
        </p:nvSpPr>
        <p:spPr>
          <a:xfrm>
            <a:off x="7539701" y="2297353"/>
            <a:ext cx="190330" cy="177460"/>
          </a:xfrm>
          <a:custGeom>
            <a:rect b="b" l="l" r="r" t="t"/>
            <a:pathLst>
              <a:path extrusionOk="0" h="5405" w="5797">
                <a:moveTo>
                  <a:pt x="2317" y="1"/>
                </a:moveTo>
                <a:cubicBezTo>
                  <a:pt x="1515" y="1"/>
                  <a:pt x="685" y="309"/>
                  <a:pt x="0" y="993"/>
                </a:cubicBezTo>
                <a:lnTo>
                  <a:pt x="1008" y="1970"/>
                </a:lnTo>
                <a:cubicBezTo>
                  <a:pt x="1398" y="1581"/>
                  <a:pt x="1864" y="1407"/>
                  <a:pt x="2313" y="1407"/>
                </a:cubicBezTo>
                <a:cubicBezTo>
                  <a:pt x="2771" y="1407"/>
                  <a:pt x="3210" y="1588"/>
                  <a:pt x="3529" y="1907"/>
                </a:cubicBezTo>
                <a:cubicBezTo>
                  <a:pt x="3623" y="2002"/>
                  <a:pt x="3623" y="2254"/>
                  <a:pt x="3529" y="2380"/>
                </a:cubicBezTo>
                <a:cubicBezTo>
                  <a:pt x="3450" y="2427"/>
                  <a:pt x="3348" y="2450"/>
                  <a:pt x="3249" y="2450"/>
                </a:cubicBezTo>
                <a:cubicBezTo>
                  <a:pt x="3151" y="2450"/>
                  <a:pt x="3056" y="2427"/>
                  <a:pt x="2993" y="2380"/>
                </a:cubicBezTo>
                <a:cubicBezTo>
                  <a:pt x="2804" y="2175"/>
                  <a:pt x="2552" y="2057"/>
                  <a:pt x="2284" y="2057"/>
                </a:cubicBezTo>
                <a:cubicBezTo>
                  <a:pt x="2016" y="2057"/>
                  <a:pt x="1733" y="2175"/>
                  <a:pt x="1481" y="2443"/>
                </a:cubicBezTo>
                <a:lnTo>
                  <a:pt x="4411" y="5404"/>
                </a:lnTo>
                <a:cubicBezTo>
                  <a:pt x="5797" y="4018"/>
                  <a:pt x="5640" y="2065"/>
                  <a:pt x="4505" y="899"/>
                </a:cubicBezTo>
                <a:cubicBezTo>
                  <a:pt x="3931" y="325"/>
                  <a:pt x="3139" y="1"/>
                  <a:pt x="2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" name="Google Shape;791;p16"/>
          <p:cNvSpPr/>
          <p:nvPr/>
        </p:nvSpPr>
        <p:spPr>
          <a:xfrm>
            <a:off x="7470395" y="2439576"/>
            <a:ext cx="103455" cy="101420"/>
          </a:xfrm>
          <a:custGeom>
            <a:rect b="b" l="l" r="r" t="t"/>
            <a:pathLst>
              <a:path extrusionOk="0" h="3089" w="3151">
                <a:moveTo>
                  <a:pt x="1339" y="1"/>
                </a:moveTo>
                <a:cubicBezTo>
                  <a:pt x="1253" y="1"/>
                  <a:pt x="1166" y="32"/>
                  <a:pt x="1103" y="95"/>
                </a:cubicBezTo>
                <a:lnTo>
                  <a:pt x="126" y="1072"/>
                </a:lnTo>
                <a:cubicBezTo>
                  <a:pt x="0" y="1198"/>
                  <a:pt x="0" y="1387"/>
                  <a:pt x="126" y="1545"/>
                </a:cubicBezTo>
                <a:lnTo>
                  <a:pt x="1576" y="2994"/>
                </a:lnTo>
                <a:cubicBezTo>
                  <a:pt x="1639" y="3057"/>
                  <a:pt x="1725" y="3088"/>
                  <a:pt x="1812" y="3088"/>
                </a:cubicBezTo>
                <a:cubicBezTo>
                  <a:pt x="1899" y="3088"/>
                  <a:pt x="1985" y="3057"/>
                  <a:pt x="2048" y="2994"/>
                </a:cubicBezTo>
                <a:lnTo>
                  <a:pt x="3025" y="2017"/>
                </a:lnTo>
                <a:cubicBezTo>
                  <a:pt x="3151" y="1891"/>
                  <a:pt x="3151" y="1671"/>
                  <a:pt x="3025" y="1545"/>
                </a:cubicBezTo>
                <a:lnTo>
                  <a:pt x="1576" y="95"/>
                </a:lnTo>
                <a:cubicBezTo>
                  <a:pt x="1513" y="32"/>
                  <a:pt x="1426" y="1"/>
                  <a:pt x="13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" name="Google Shape;792;p16"/>
          <p:cNvSpPr/>
          <p:nvPr/>
        </p:nvSpPr>
        <p:spPr>
          <a:xfrm>
            <a:off x="7316287" y="2505796"/>
            <a:ext cx="190330" cy="176902"/>
          </a:xfrm>
          <a:custGeom>
            <a:rect b="b" l="l" r="r" t="t"/>
            <a:pathLst>
              <a:path extrusionOk="0" h="5388" w="5797">
                <a:moveTo>
                  <a:pt x="1355" y="0"/>
                </a:moveTo>
                <a:cubicBezTo>
                  <a:pt x="0" y="1386"/>
                  <a:pt x="158" y="3340"/>
                  <a:pt x="1292" y="4474"/>
                </a:cubicBezTo>
                <a:cubicBezTo>
                  <a:pt x="1890" y="5072"/>
                  <a:pt x="2710" y="5388"/>
                  <a:pt x="3497" y="5388"/>
                </a:cubicBezTo>
                <a:cubicBezTo>
                  <a:pt x="4348" y="5388"/>
                  <a:pt x="5135" y="5072"/>
                  <a:pt x="5797" y="4411"/>
                </a:cubicBezTo>
                <a:lnTo>
                  <a:pt x="4820" y="3434"/>
                </a:lnTo>
                <a:cubicBezTo>
                  <a:pt x="4431" y="3824"/>
                  <a:pt x="3964" y="3997"/>
                  <a:pt x="3516" y="3997"/>
                </a:cubicBezTo>
                <a:cubicBezTo>
                  <a:pt x="3058" y="3997"/>
                  <a:pt x="2619" y="3816"/>
                  <a:pt x="2300" y="3497"/>
                </a:cubicBezTo>
                <a:cubicBezTo>
                  <a:pt x="2174" y="3371"/>
                  <a:pt x="2174" y="3151"/>
                  <a:pt x="2300" y="3025"/>
                </a:cubicBezTo>
                <a:cubicBezTo>
                  <a:pt x="2347" y="2962"/>
                  <a:pt x="2434" y="2930"/>
                  <a:pt x="2524" y="2930"/>
                </a:cubicBezTo>
                <a:cubicBezTo>
                  <a:pt x="2615" y="2930"/>
                  <a:pt x="2710" y="2962"/>
                  <a:pt x="2773" y="3025"/>
                </a:cubicBezTo>
                <a:cubicBezTo>
                  <a:pt x="2962" y="3229"/>
                  <a:pt x="3214" y="3348"/>
                  <a:pt x="3481" y="3348"/>
                </a:cubicBezTo>
                <a:cubicBezTo>
                  <a:pt x="3749" y="3348"/>
                  <a:pt x="4033" y="3229"/>
                  <a:pt x="4285" y="296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" name="Google Shape;793;p16"/>
          <p:cNvSpPr/>
          <p:nvPr/>
        </p:nvSpPr>
        <p:spPr>
          <a:xfrm>
            <a:off x="7319373" y="2295547"/>
            <a:ext cx="408600" cy="388211"/>
          </a:xfrm>
          <a:custGeom>
            <a:rect b="b" l="l" r="r" t="t"/>
            <a:pathLst>
              <a:path extrusionOk="0" h="11824" w="12445">
                <a:moveTo>
                  <a:pt x="3419" y="1356"/>
                </a:moveTo>
                <a:cubicBezTo>
                  <a:pt x="3506" y="1356"/>
                  <a:pt x="3592" y="1379"/>
                  <a:pt x="3655" y="1426"/>
                </a:cubicBezTo>
                <a:cubicBezTo>
                  <a:pt x="3781" y="1552"/>
                  <a:pt x="3781" y="1741"/>
                  <a:pt x="3655" y="1899"/>
                </a:cubicBezTo>
                <a:cubicBezTo>
                  <a:pt x="3592" y="1962"/>
                  <a:pt x="3506" y="1994"/>
                  <a:pt x="3419" y="1994"/>
                </a:cubicBezTo>
                <a:cubicBezTo>
                  <a:pt x="3332" y="1994"/>
                  <a:pt x="3246" y="1962"/>
                  <a:pt x="3183" y="1899"/>
                </a:cubicBezTo>
                <a:cubicBezTo>
                  <a:pt x="3057" y="1804"/>
                  <a:pt x="3057" y="1552"/>
                  <a:pt x="3183" y="1426"/>
                </a:cubicBezTo>
                <a:cubicBezTo>
                  <a:pt x="3246" y="1379"/>
                  <a:pt x="3332" y="1356"/>
                  <a:pt x="3419" y="1356"/>
                </a:cubicBezTo>
                <a:close/>
                <a:moveTo>
                  <a:pt x="4364" y="2277"/>
                </a:moveTo>
                <a:cubicBezTo>
                  <a:pt x="4451" y="2277"/>
                  <a:pt x="4537" y="2309"/>
                  <a:pt x="4600" y="2372"/>
                </a:cubicBezTo>
                <a:cubicBezTo>
                  <a:pt x="4726" y="2498"/>
                  <a:pt x="4726" y="2718"/>
                  <a:pt x="4600" y="2844"/>
                </a:cubicBezTo>
                <a:cubicBezTo>
                  <a:pt x="4537" y="2907"/>
                  <a:pt x="4451" y="2939"/>
                  <a:pt x="4364" y="2939"/>
                </a:cubicBezTo>
                <a:cubicBezTo>
                  <a:pt x="4277" y="2939"/>
                  <a:pt x="4191" y="2907"/>
                  <a:pt x="4128" y="2844"/>
                </a:cubicBezTo>
                <a:cubicBezTo>
                  <a:pt x="4002" y="2750"/>
                  <a:pt x="4002" y="2529"/>
                  <a:pt x="4128" y="2372"/>
                </a:cubicBezTo>
                <a:cubicBezTo>
                  <a:pt x="4191" y="2309"/>
                  <a:pt x="4277" y="2277"/>
                  <a:pt x="4364" y="2277"/>
                </a:cubicBezTo>
                <a:close/>
                <a:moveTo>
                  <a:pt x="3179" y="2561"/>
                </a:moveTo>
                <a:cubicBezTo>
                  <a:pt x="3269" y="2561"/>
                  <a:pt x="3356" y="2592"/>
                  <a:pt x="3403" y="2655"/>
                </a:cubicBezTo>
                <a:cubicBezTo>
                  <a:pt x="3529" y="2781"/>
                  <a:pt x="3529" y="2970"/>
                  <a:pt x="3403" y="3128"/>
                </a:cubicBezTo>
                <a:cubicBezTo>
                  <a:pt x="3356" y="3191"/>
                  <a:pt x="3269" y="3222"/>
                  <a:pt x="3179" y="3222"/>
                </a:cubicBezTo>
                <a:cubicBezTo>
                  <a:pt x="3088" y="3222"/>
                  <a:pt x="2994" y="3191"/>
                  <a:pt x="2931" y="3128"/>
                </a:cubicBezTo>
                <a:cubicBezTo>
                  <a:pt x="2836" y="3002"/>
                  <a:pt x="2836" y="2781"/>
                  <a:pt x="2931" y="2655"/>
                </a:cubicBezTo>
                <a:cubicBezTo>
                  <a:pt x="2994" y="2592"/>
                  <a:pt x="3088" y="2561"/>
                  <a:pt x="3179" y="2561"/>
                </a:cubicBezTo>
                <a:close/>
                <a:moveTo>
                  <a:pt x="1970" y="2813"/>
                </a:moveTo>
                <a:cubicBezTo>
                  <a:pt x="2056" y="2813"/>
                  <a:pt x="2143" y="2844"/>
                  <a:pt x="2206" y="2907"/>
                </a:cubicBezTo>
                <a:cubicBezTo>
                  <a:pt x="2300" y="3002"/>
                  <a:pt x="2300" y="3254"/>
                  <a:pt x="2206" y="3380"/>
                </a:cubicBezTo>
                <a:cubicBezTo>
                  <a:pt x="2143" y="3427"/>
                  <a:pt x="2048" y="3451"/>
                  <a:pt x="1958" y="3451"/>
                </a:cubicBezTo>
                <a:cubicBezTo>
                  <a:pt x="1867" y="3451"/>
                  <a:pt x="1781" y="3427"/>
                  <a:pt x="1733" y="3380"/>
                </a:cubicBezTo>
                <a:cubicBezTo>
                  <a:pt x="1607" y="3254"/>
                  <a:pt x="1607" y="3002"/>
                  <a:pt x="1733" y="2907"/>
                </a:cubicBezTo>
                <a:cubicBezTo>
                  <a:pt x="1796" y="2844"/>
                  <a:pt x="1883" y="2813"/>
                  <a:pt x="1970" y="2813"/>
                </a:cubicBezTo>
                <a:close/>
                <a:moveTo>
                  <a:pt x="2946" y="3789"/>
                </a:moveTo>
                <a:cubicBezTo>
                  <a:pt x="3033" y="3789"/>
                  <a:pt x="3120" y="3821"/>
                  <a:pt x="3183" y="3884"/>
                </a:cubicBezTo>
                <a:cubicBezTo>
                  <a:pt x="3309" y="4010"/>
                  <a:pt x="3309" y="4199"/>
                  <a:pt x="3183" y="4356"/>
                </a:cubicBezTo>
                <a:cubicBezTo>
                  <a:pt x="3120" y="4419"/>
                  <a:pt x="3033" y="4451"/>
                  <a:pt x="2946" y="4451"/>
                </a:cubicBezTo>
                <a:cubicBezTo>
                  <a:pt x="2860" y="4451"/>
                  <a:pt x="2773" y="4419"/>
                  <a:pt x="2710" y="4356"/>
                </a:cubicBezTo>
                <a:cubicBezTo>
                  <a:pt x="2584" y="4230"/>
                  <a:pt x="2584" y="4010"/>
                  <a:pt x="2710" y="3884"/>
                </a:cubicBezTo>
                <a:cubicBezTo>
                  <a:pt x="2773" y="3821"/>
                  <a:pt x="2860" y="3789"/>
                  <a:pt x="2946" y="3789"/>
                </a:cubicBezTo>
                <a:close/>
                <a:moveTo>
                  <a:pt x="9480" y="7381"/>
                </a:moveTo>
                <a:cubicBezTo>
                  <a:pt x="9570" y="7381"/>
                  <a:pt x="9657" y="7412"/>
                  <a:pt x="9704" y="7475"/>
                </a:cubicBezTo>
                <a:cubicBezTo>
                  <a:pt x="9830" y="7570"/>
                  <a:pt x="9830" y="7822"/>
                  <a:pt x="9704" y="7948"/>
                </a:cubicBezTo>
                <a:cubicBezTo>
                  <a:pt x="9657" y="7995"/>
                  <a:pt x="9570" y="8019"/>
                  <a:pt x="9480" y="8019"/>
                </a:cubicBezTo>
                <a:cubicBezTo>
                  <a:pt x="9389" y="8019"/>
                  <a:pt x="9295" y="7995"/>
                  <a:pt x="9232" y="7948"/>
                </a:cubicBezTo>
                <a:cubicBezTo>
                  <a:pt x="9074" y="7822"/>
                  <a:pt x="9074" y="7633"/>
                  <a:pt x="9232" y="7475"/>
                </a:cubicBezTo>
                <a:cubicBezTo>
                  <a:pt x="9295" y="7412"/>
                  <a:pt x="9389" y="7381"/>
                  <a:pt x="9480" y="7381"/>
                </a:cubicBezTo>
                <a:close/>
                <a:moveTo>
                  <a:pt x="5955" y="3640"/>
                </a:moveTo>
                <a:cubicBezTo>
                  <a:pt x="6223" y="3640"/>
                  <a:pt x="6491" y="3742"/>
                  <a:pt x="6680" y="3947"/>
                </a:cubicBezTo>
                <a:lnTo>
                  <a:pt x="8129" y="5396"/>
                </a:lnTo>
                <a:cubicBezTo>
                  <a:pt x="8538" y="5806"/>
                  <a:pt x="8538" y="6467"/>
                  <a:pt x="8129" y="6877"/>
                </a:cubicBezTo>
                <a:lnTo>
                  <a:pt x="7152" y="7853"/>
                </a:lnTo>
                <a:cubicBezTo>
                  <a:pt x="6963" y="8058"/>
                  <a:pt x="6695" y="8161"/>
                  <a:pt x="6428" y="8161"/>
                </a:cubicBezTo>
                <a:cubicBezTo>
                  <a:pt x="6160" y="8161"/>
                  <a:pt x="5892" y="8058"/>
                  <a:pt x="5703" y="7853"/>
                </a:cubicBezTo>
                <a:lnTo>
                  <a:pt x="4254" y="6404"/>
                </a:lnTo>
                <a:cubicBezTo>
                  <a:pt x="3844" y="5995"/>
                  <a:pt x="3844" y="5333"/>
                  <a:pt x="4254" y="4955"/>
                </a:cubicBezTo>
                <a:lnTo>
                  <a:pt x="5230" y="3947"/>
                </a:lnTo>
                <a:cubicBezTo>
                  <a:pt x="5419" y="3742"/>
                  <a:pt x="5687" y="3640"/>
                  <a:pt x="5955" y="3640"/>
                </a:cubicBezTo>
                <a:close/>
                <a:moveTo>
                  <a:pt x="10464" y="8357"/>
                </a:moveTo>
                <a:cubicBezTo>
                  <a:pt x="10555" y="8357"/>
                  <a:pt x="10649" y="8389"/>
                  <a:pt x="10712" y="8452"/>
                </a:cubicBezTo>
                <a:cubicBezTo>
                  <a:pt x="10807" y="8578"/>
                  <a:pt x="10807" y="8799"/>
                  <a:pt x="10712" y="8925"/>
                </a:cubicBezTo>
                <a:cubicBezTo>
                  <a:pt x="10649" y="8988"/>
                  <a:pt x="10555" y="9019"/>
                  <a:pt x="10464" y="9019"/>
                </a:cubicBezTo>
                <a:cubicBezTo>
                  <a:pt x="10374" y="9019"/>
                  <a:pt x="10287" y="8988"/>
                  <a:pt x="10240" y="8925"/>
                </a:cubicBezTo>
                <a:cubicBezTo>
                  <a:pt x="10082" y="8799"/>
                  <a:pt x="10082" y="8610"/>
                  <a:pt x="10240" y="8452"/>
                </a:cubicBezTo>
                <a:cubicBezTo>
                  <a:pt x="10287" y="8389"/>
                  <a:pt x="10374" y="8357"/>
                  <a:pt x="10464" y="8357"/>
                </a:cubicBezTo>
                <a:close/>
                <a:moveTo>
                  <a:pt x="9247" y="8602"/>
                </a:moveTo>
                <a:cubicBezTo>
                  <a:pt x="9334" y="8602"/>
                  <a:pt x="9421" y="8625"/>
                  <a:pt x="9484" y="8673"/>
                </a:cubicBezTo>
                <a:cubicBezTo>
                  <a:pt x="9610" y="8799"/>
                  <a:pt x="9610" y="9051"/>
                  <a:pt x="9484" y="9145"/>
                </a:cubicBezTo>
                <a:cubicBezTo>
                  <a:pt x="9421" y="9208"/>
                  <a:pt x="9334" y="9240"/>
                  <a:pt x="9247" y="9240"/>
                </a:cubicBezTo>
                <a:cubicBezTo>
                  <a:pt x="9161" y="9240"/>
                  <a:pt x="9074" y="9208"/>
                  <a:pt x="9011" y="9145"/>
                </a:cubicBezTo>
                <a:cubicBezTo>
                  <a:pt x="8854" y="9051"/>
                  <a:pt x="8854" y="8830"/>
                  <a:pt x="9011" y="8673"/>
                </a:cubicBezTo>
                <a:cubicBezTo>
                  <a:pt x="9074" y="8625"/>
                  <a:pt x="9161" y="8602"/>
                  <a:pt x="9247" y="8602"/>
                </a:cubicBezTo>
                <a:close/>
                <a:moveTo>
                  <a:pt x="8030" y="8862"/>
                </a:moveTo>
                <a:cubicBezTo>
                  <a:pt x="8121" y="8862"/>
                  <a:pt x="8208" y="8893"/>
                  <a:pt x="8255" y="8956"/>
                </a:cubicBezTo>
                <a:cubicBezTo>
                  <a:pt x="8381" y="9082"/>
                  <a:pt x="8381" y="9303"/>
                  <a:pt x="8255" y="9429"/>
                </a:cubicBezTo>
                <a:cubicBezTo>
                  <a:pt x="8192" y="9492"/>
                  <a:pt x="8105" y="9523"/>
                  <a:pt x="8019" y="9523"/>
                </a:cubicBezTo>
                <a:cubicBezTo>
                  <a:pt x="7932" y="9523"/>
                  <a:pt x="7845" y="9492"/>
                  <a:pt x="7782" y="9429"/>
                </a:cubicBezTo>
                <a:cubicBezTo>
                  <a:pt x="7656" y="9303"/>
                  <a:pt x="7656" y="9082"/>
                  <a:pt x="7782" y="8956"/>
                </a:cubicBezTo>
                <a:cubicBezTo>
                  <a:pt x="7845" y="8893"/>
                  <a:pt x="7940" y="8862"/>
                  <a:pt x="8030" y="8862"/>
                </a:cubicBezTo>
                <a:close/>
                <a:moveTo>
                  <a:pt x="8964" y="9862"/>
                </a:moveTo>
                <a:cubicBezTo>
                  <a:pt x="9050" y="9862"/>
                  <a:pt x="9137" y="9885"/>
                  <a:pt x="9200" y="9933"/>
                </a:cubicBezTo>
                <a:cubicBezTo>
                  <a:pt x="9326" y="10059"/>
                  <a:pt x="9326" y="10279"/>
                  <a:pt x="9200" y="10405"/>
                </a:cubicBezTo>
                <a:cubicBezTo>
                  <a:pt x="9137" y="10468"/>
                  <a:pt x="9050" y="10500"/>
                  <a:pt x="8964" y="10500"/>
                </a:cubicBezTo>
                <a:cubicBezTo>
                  <a:pt x="8877" y="10500"/>
                  <a:pt x="8791" y="10468"/>
                  <a:pt x="8727" y="10405"/>
                </a:cubicBezTo>
                <a:cubicBezTo>
                  <a:pt x="8601" y="10311"/>
                  <a:pt x="8601" y="10059"/>
                  <a:pt x="8727" y="9933"/>
                </a:cubicBezTo>
                <a:cubicBezTo>
                  <a:pt x="8791" y="9885"/>
                  <a:pt x="8877" y="9862"/>
                  <a:pt x="8964" y="9862"/>
                </a:cubicBezTo>
                <a:close/>
                <a:moveTo>
                  <a:pt x="3415" y="1"/>
                </a:moveTo>
                <a:cubicBezTo>
                  <a:pt x="2616" y="1"/>
                  <a:pt x="1812" y="308"/>
                  <a:pt x="1198" y="922"/>
                </a:cubicBezTo>
                <a:cubicBezTo>
                  <a:pt x="1" y="2151"/>
                  <a:pt x="1" y="4104"/>
                  <a:pt x="1198" y="5333"/>
                </a:cubicBezTo>
                <a:lnTo>
                  <a:pt x="6806" y="10941"/>
                </a:lnTo>
                <a:cubicBezTo>
                  <a:pt x="7404" y="11508"/>
                  <a:pt x="8223" y="11823"/>
                  <a:pt x="9011" y="11823"/>
                </a:cubicBezTo>
                <a:cubicBezTo>
                  <a:pt x="9799" y="11823"/>
                  <a:pt x="10618" y="11508"/>
                  <a:pt x="11216" y="10941"/>
                </a:cubicBezTo>
                <a:cubicBezTo>
                  <a:pt x="12445" y="9712"/>
                  <a:pt x="12445" y="7727"/>
                  <a:pt x="11216" y="6530"/>
                </a:cubicBezTo>
                <a:lnTo>
                  <a:pt x="5609" y="922"/>
                </a:lnTo>
                <a:cubicBezTo>
                  <a:pt x="5010" y="308"/>
                  <a:pt x="4214" y="1"/>
                  <a:pt x="34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" name="Google Shape;794;p16"/>
          <p:cNvSpPr/>
          <p:nvPr/>
        </p:nvSpPr>
        <p:spPr>
          <a:xfrm>
            <a:off x="5846940" y="2825246"/>
            <a:ext cx="388967" cy="387916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16"/>
          <p:cNvSpPr/>
          <p:nvPr/>
        </p:nvSpPr>
        <p:spPr>
          <a:xfrm>
            <a:off x="5881584" y="3423064"/>
            <a:ext cx="136583" cy="147943"/>
          </a:xfrm>
          <a:custGeom>
            <a:rect b="b" l="l" r="r" t="t"/>
            <a:pathLst>
              <a:path extrusionOk="0" h="4506" w="4160">
                <a:moveTo>
                  <a:pt x="2080" y="1"/>
                </a:moveTo>
                <a:cubicBezTo>
                  <a:pt x="946" y="1"/>
                  <a:pt x="1" y="946"/>
                  <a:pt x="1" y="2080"/>
                </a:cubicBezTo>
                <a:lnTo>
                  <a:pt x="1" y="4506"/>
                </a:lnTo>
                <a:lnTo>
                  <a:pt x="4160" y="4506"/>
                </a:lnTo>
                <a:lnTo>
                  <a:pt x="4160" y="2080"/>
                </a:lnTo>
                <a:cubicBezTo>
                  <a:pt x="4160" y="946"/>
                  <a:pt x="3214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" name="Google Shape;796;p16"/>
          <p:cNvSpPr/>
          <p:nvPr/>
        </p:nvSpPr>
        <p:spPr>
          <a:xfrm>
            <a:off x="6063632" y="3523396"/>
            <a:ext cx="136583" cy="148994"/>
          </a:xfrm>
          <a:custGeom>
            <a:rect b="b" l="l" r="r" t="t"/>
            <a:pathLst>
              <a:path extrusionOk="0" h="4538" w="4160">
                <a:moveTo>
                  <a:pt x="1" y="1"/>
                </a:moveTo>
                <a:lnTo>
                  <a:pt x="1" y="2458"/>
                </a:lnTo>
                <a:cubicBezTo>
                  <a:pt x="1" y="3592"/>
                  <a:pt x="946" y="4537"/>
                  <a:pt x="2080" y="4537"/>
                </a:cubicBezTo>
                <a:cubicBezTo>
                  <a:pt x="3246" y="4537"/>
                  <a:pt x="4160" y="3592"/>
                  <a:pt x="4160" y="2458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" name="Google Shape;797;p16"/>
          <p:cNvSpPr/>
          <p:nvPr/>
        </p:nvSpPr>
        <p:spPr>
          <a:xfrm>
            <a:off x="5881584" y="3593720"/>
            <a:ext cx="136583" cy="147976"/>
          </a:xfrm>
          <a:custGeom>
            <a:rect b="b" l="l" r="r" t="t"/>
            <a:pathLst>
              <a:path extrusionOk="0" h="4507" w="4160">
                <a:moveTo>
                  <a:pt x="1734" y="694"/>
                </a:moveTo>
                <a:cubicBezTo>
                  <a:pt x="1923" y="694"/>
                  <a:pt x="2080" y="852"/>
                  <a:pt x="2080" y="1041"/>
                </a:cubicBezTo>
                <a:lnTo>
                  <a:pt x="2080" y="2427"/>
                </a:lnTo>
                <a:cubicBezTo>
                  <a:pt x="2269" y="2427"/>
                  <a:pt x="2427" y="2584"/>
                  <a:pt x="2427" y="2773"/>
                </a:cubicBezTo>
                <a:cubicBezTo>
                  <a:pt x="2427" y="2962"/>
                  <a:pt x="2269" y="3120"/>
                  <a:pt x="2080" y="3120"/>
                </a:cubicBezTo>
                <a:cubicBezTo>
                  <a:pt x="1702" y="3120"/>
                  <a:pt x="1356" y="2805"/>
                  <a:pt x="1356" y="2427"/>
                </a:cubicBezTo>
                <a:lnTo>
                  <a:pt x="1356" y="1041"/>
                </a:lnTo>
                <a:cubicBezTo>
                  <a:pt x="1356" y="852"/>
                  <a:pt x="1513" y="694"/>
                  <a:pt x="1734" y="694"/>
                </a:cubicBezTo>
                <a:close/>
                <a:moveTo>
                  <a:pt x="1" y="1"/>
                </a:moveTo>
                <a:lnTo>
                  <a:pt x="1" y="2427"/>
                </a:lnTo>
                <a:cubicBezTo>
                  <a:pt x="1" y="3561"/>
                  <a:pt x="946" y="4506"/>
                  <a:pt x="2080" y="4506"/>
                </a:cubicBezTo>
                <a:cubicBezTo>
                  <a:pt x="3214" y="4506"/>
                  <a:pt x="4160" y="3561"/>
                  <a:pt x="4160" y="2427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" name="Google Shape;798;p16"/>
          <p:cNvSpPr/>
          <p:nvPr/>
        </p:nvSpPr>
        <p:spPr>
          <a:xfrm>
            <a:off x="6063632" y="3352741"/>
            <a:ext cx="136583" cy="148961"/>
          </a:xfrm>
          <a:custGeom>
            <a:rect b="b" l="l" r="r" t="t"/>
            <a:pathLst>
              <a:path extrusionOk="0" h="4537" w="4160">
                <a:moveTo>
                  <a:pt x="2049" y="1387"/>
                </a:moveTo>
                <a:cubicBezTo>
                  <a:pt x="2427" y="1387"/>
                  <a:pt x="2742" y="1702"/>
                  <a:pt x="2742" y="2080"/>
                </a:cubicBezTo>
                <a:lnTo>
                  <a:pt x="2742" y="3466"/>
                </a:lnTo>
                <a:cubicBezTo>
                  <a:pt x="2742" y="3655"/>
                  <a:pt x="2584" y="3812"/>
                  <a:pt x="2395" y="3812"/>
                </a:cubicBezTo>
                <a:cubicBezTo>
                  <a:pt x="2206" y="3812"/>
                  <a:pt x="2049" y="3655"/>
                  <a:pt x="2049" y="3466"/>
                </a:cubicBezTo>
                <a:lnTo>
                  <a:pt x="2049" y="2080"/>
                </a:lnTo>
                <a:cubicBezTo>
                  <a:pt x="1860" y="2080"/>
                  <a:pt x="1702" y="1922"/>
                  <a:pt x="1702" y="1733"/>
                </a:cubicBezTo>
                <a:cubicBezTo>
                  <a:pt x="1702" y="1544"/>
                  <a:pt x="1860" y="1387"/>
                  <a:pt x="2049" y="1387"/>
                </a:cubicBezTo>
                <a:close/>
                <a:moveTo>
                  <a:pt x="2080" y="0"/>
                </a:moveTo>
                <a:cubicBezTo>
                  <a:pt x="946" y="0"/>
                  <a:pt x="1" y="945"/>
                  <a:pt x="1" y="2080"/>
                </a:cubicBezTo>
                <a:lnTo>
                  <a:pt x="1" y="4537"/>
                </a:lnTo>
                <a:lnTo>
                  <a:pt x="4160" y="4537"/>
                </a:lnTo>
                <a:lnTo>
                  <a:pt x="4160" y="2080"/>
                </a:lnTo>
                <a:cubicBezTo>
                  <a:pt x="4160" y="945"/>
                  <a:pt x="3214" y="0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" name="Google Shape;799;p16"/>
          <p:cNvSpPr/>
          <p:nvPr/>
        </p:nvSpPr>
        <p:spPr>
          <a:xfrm>
            <a:off x="6040370" y="3848833"/>
            <a:ext cx="138652" cy="298973"/>
          </a:xfrm>
          <a:custGeom>
            <a:rect b="b" l="l" r="r" t="t"/>
            <a:pathLst>
              <a:path extrusionOk="0" h="9106" w="4223">
                <a:moveTo>
                  <a:pt x="2836" y="662"/>
                </a:moveTo>
                <a:lnTo>
                  <a:pt x="2836" y="1387"/>
                </a:lnTo>
                <a:lnTo>
                  <a:pt x="2143" y="1387"/>
                </a:lnTo>
                <a:lnTo>
                  <a:pt x="2143" y="662"/>
                </a:lnTo>
                <a:close/>
                <a:moveTo>
                  <a:pt x="1072" y="4884"/>
                </a:moveTo>
                <a:cubicBezTo>
                  <a:pt x="1261" y="4884"/>
                  <a:pt x="1418" y="5041"/>
                  <a:pt x="1418" y="5230"/>
                </a:cubicBezTo>
                <a:cubicBezTo>
                  <a:pt x="1418" y="5451"/>
                  <a:pt x="1261" y="5608"/>
                  <a:pt x="1072" y="5608"/>
                </a:cubicBezTo>
                <a:cubicBezTo>
                  <a:pt x="851" y="5608"/>
                  <a:pt x="694" y="5451"/>
                  <a:pt x="694" y="5230"/>
                </a:cubicBezTo>
                <a:cubicBezTo>
                  <a:pt x="694" y="5041"/>
                  <a:pt x="851" y="4884"/>
                  <a:pt x="1072" y="4884"/>
                </a:cubicBezTo>
                <a:close/>
                <a:moveTo>
                  <a:pt x="3498" y="6302"/>
                </a:moveTo>
                <a:lnTo>
                  <a:pt x="3498" y="6648"/>
                </a:lnTo>
                <a:cubicBezTo>
                  <a:pt x="3498" y="6869"/>
                  <a:pt x="3340" y="6995"/>
                  <a:pt x="3151" y="6995"/>
                </a:cubicBezTo>
                <a:lnTo>
                  <a:pt x="1765" y="6995"/>
                </a:lnTo>
                <a:cubicBezTo>
                  <a:pt x="1576" y="6995"/>
                  <a:pt x="1418" y="6869"/>
                  <a:pt x="1418" y="6648"/>
                </a:cubicBezTo>
                <a:lnTo>
                  <a:pt x="1418" y="6302"/>
                </a:lnTo>
                <a:close/>
                <a:moveTo>
                  <a:pt x="1072" y="1"/>
                </a:moveTo>
                <a:cubicBezTo>
                  <a:pt x="851" y="1"/>
                  <a:pt x="694" y="158"/>
                  <a:pt x="694" y="347"/>
                </a:cubicBezTo>
                <a:cubicBezTo>
                  <a:pt x="694" y="568"/>
                  <a:pt x="851" y="725"/>
                  <a:pt x="1072" y="725"/>
                </a:cubicBezTo>
                <a:lnTo>
                  <a:pt x="1418" y="725"/>
                </a:lnTo>
                <a:lnTo>
                  <a:pt x="1418" y="1450"/>
                </a:lnTo>
                <a:cubicBezTo>
                  <a:pt x="1009" y="1576"/>
                  <a:pt x="694" y="1985"/>
                  <a:pt x="694" y="2458"/>
                </a:cubicBezTo>
                <a:lnTo>
                  <a:pt x="694" y="4285"/>
                </a:lnTo>
                <a:cubicBezTo>
                  <a:pt x="316" y="4443"/>
                  <a:pt x="1" y="4821"/>
                  <a:pt x="1" y="5293"/>
                </a:cubicBezTo>
                <a:cubicBezTo>
                  <a:pt x="1" y="5703"/>
                  <a:pt x="284" y="6112"/>
                  <a:pt x="694" y="6270"/>
                </a:cubicBezTo>
                <a:lnTo>
                  <a:pt x="694" y="6648"/>
                </a:lnTo>
                <a:cubicBezTo>
                  <a:pt x="694" y="7089"/>
                  <a:pt x="977" y="7499"/>
                  <a:pt x="1418" y="7656"/>
                </a:cubicBezTo>
                <a:lnTo>
                  <a:pt x="1418" y="8759"/>
                </a:lnTo>
                <a:cubicBezTo>
                  <a:pt x="1418" y="8948"/>
                  <a:pt x="1576" y="9105"/>
                  <a:pt x="1765" y="9105"/>
                </a:cubicBezTo>
                <a:lnTo>
                  <a:pt x="3151" y="9105"/>
                </a:lnTo>
                <a:cubicBezTo>
                  <a:pt x="3340" y="9105"/>
                  <a:pt x="3498" y="8948"/>
                  <a:pt x="3498" y="8759"/>
                </a:cubicBezTo>
                <a:lnTo>
                  <a:pt x="3498" y="7656"/>
                </a:lnTo>
                <a:cubicBezTo>
                  <a:pt x="3907" y="7499"/>
                  <a:pt x="4222" y="7121"/>
                  <a:pt x="4222" y="6648"/>
                </a:cubicBezTo>
                <a:lnTo>
                  <a:pt x="4222" y="5955"/>
                </a:lnTo>
                <a:lnTo>
                  <a:pt x="4222" y="2458"/>
                </a:lnTo>
                <a:cubicBezTo>
                  <a:pt x="4222" y="2017"/>
                  <a:pt x="3939" y="1607"/>
                  <a:pt x="3498" y="1450"/>
                </a:cubicBezTo>
                <a:lnTo>
                  <a:pt x="3498" y="725"/>
                </a:lnTo>
                <a:lnTo>
                  <a:pt x="3876" y="725"/>
                </a:lnTo>
                <a:cubicBezTo>
                  <a:pt x="4065" y="725"/>
                  <a:pt x="4222" y="568"/>
                  <a:pt x="4222" y="347"/>
                </a:cubicBezTo>
                <a:cubicBezTo>
                  <a:pt x="4222" y="158"/>
                  <a:pt x="4065" y="1"/>
                  <a:pt x="38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" name="Google Shape;800;p16"/>
          <p:cNvSpPr/>
          <p:nvPr/>
        </p:nvSpPr>
        <p:spPr>
          <a:xfrm>
            <a:off x="6107608" y="4168442"/>
            <a:ext cx="93113" cy="22786"/>
          </a:xfrm>
          <a:custGeom>
            <a:rect b="b" l="l" r="r" t="t"/>
            <a:pathLst>
              <a:path extrusionOk="0" h="694" w="2836">
                <a:moveTo>
                  <a:pt x="0" y="1"/>
                </a:moveTo>
                <a:lnTo>
                  <a:pt x="347" y="694"/>
                </a:lnTo>
                <a:lnTo>
                  <a:pt x="2489" y="694"/>
                </a:lnTo>
                <a:cubicBezTo>
                  <a:pt x="2678" y="694"/>
                  <a:pt x="2836" y="536"/>
                  <a:pt x="2836" y="347"/>
                </a:cubicBezTo>
                <a:cubicBezTo>
                  <a:pt x="2836" y="158"/>
                  <a:pt x="2678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" name="Google Shape;801;p16"/>
          <p:cNvSpPr/>
          <p:nvPr/>
        </p:nvSpPr>
        <p:spPr>
          <a:xfrm>
            <a:off x="5881075" y="3947096"/>
            <a:ext cx="274151" cy="290699"/>
          </a:xfrm>
          <a:custGeom>
            <a:rect b="b" l="l" r="r" t="t"/>
            <a:pathLst>
              <a:path extrusionOk="0" h="8854" w="8350">
                <a:moveTo>
                  <a:pt x="4884" y="1"/>
                </a:moveTo>
                <a:cubicBezTo>
                  <a:pt x="2931" y="473"/>
                  <a:pt x="1419" y="2237"/>
                  <a:pt x="1419" y="4380"/>
                </a:cubicBezTo>
                <a:lnTo>
                  <a:pt x="1419" y="8192"/>
                </a:lnTo>
                <a:lnTo>
                  <a:pt x="410" y="8192"/>
                </a:lnTo>
                <a:cubicBezTo>
                  <a:pt x="389" y="8189"/>
                  <a:pt x="368" y="8188"/>
                  <a:pt x="347" y="8188"/>
                </a:cubicBezTo>
                <a:cubicBezTo>
                  <a:pt x="132" y="8188"/>
                  <a:pt x="1" y="8334"/>
                  <a:pt x="1" y="8507"/>
                </a:cubicBezTo>
                <a:cubicBezTo>
                  <a:pt x="1" y="8696"/>
                  <a:pt x="158" y="8853"/>
                  <a:pt x="347" y="8853"/>
                </a:cubicBezTo>
                <a:lnTo>
                  <a:pt x="8003" y="8853"/>
                </a:lnTo>
                <a:cubicBezTo>
                  <a:pt x="8192" y="8853"/>
                  <a:pt x="8350" y="8696"/>
                  <a:pt x="8350" y="8507"/>
                </a:cubicBezTo>
                <a:cubicBezTo>
                  <a:pt x="8350" y="8318"/>
                  <a:pt x="8192" y="8160"/>
                  <a:pt x="8003" y="8160"/>
                </a:cubicBezTo>
                <a:lnTo>
                  <a:pt x="6806" y="8160"/>
                </a:lnTo>
                <a:lnTo>
                  <a:pt x="6239" y="6963"/>
                </a:lnTo>
                <a:cubicBezTo>
                  <a:pt x="6207" y="6869"/>
                  <a:pt x="6018" y="6774"/>
                  <a:pt x="5924" y="6774"/>
                </a:cubicBezTo>
                <a:lnTo>
                  <a:pt x="4191" y="6774"/>
                </a:lnTo>
                <a:lnTo>
                  <a:pt x="4191" y="3655"/>
                </a:lnTo>
                <a:cubicBezTo>
                  <a:pt x="4191" y="3435"/>
                  <a:pt x="4254" y="3245"/>
                  <a:pt x="4380" y="3088"/>
                </a:cubicBezTo>
                <a:cubicBezTo>
                  <a:pt x="4254" y="2836"/>
                  <a:pt x="4191" y="2552"/>
                  <a:pt x="4191" y="2300"/>
                </a:cubicBezTo>
                <a:cubicBezTo>
                  <a:pt x="4191" y="1733"/>
                  <a:pt x="4443" y="1229"/>
                  <a:pt x="4884" y="914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" name="Google Shape;802;p16"/>
          <p:cNvSpPr/>
          <p:nvPr/>
        </p:nvSpPr>
        <p:spPr>
          <a:xfrm>
            <a:off x="8306263" y="2826575"/>
            <a:ext cx="393071" cy="385355"/>
          </a:xfrm>
          <a:custGeom>
            <a:rect b="b" l="l" r="r" t="t"/>
            <a:pathLst>
              <a:path extrusionOk="0" h="11737" w="11972">
                <a:moveTo>
                  <a:pt x="3214" y="5522"/>
                </a:moveTo>
                <a:cubicBezTo>
                  <a:pt x="3403" y="5522"/>
                  <a:pt x="3560" y="5679"/>
                  <a:pt x="3560" y="5868"/>
                </a:cubicBezTo>
                <a:cubicBezTo>
                  <a:pt x="3560" y="6057"/>
                  <a:pt x="3403" y="6215"/>
                  <a:pt x="3214" y="6215"/>
                </a:cubicBezTo>
                <a:cubicBezTo>
                  <a:pt x="3024" y="6215"/>
                  <a:pt x="2867" y="6057"/>
                  <a:pt x="2867" y="5868"/>
                </a:cubicBezTo>
                <a:cubicBezTo>
                  <a:pt x="2867" y="5679"/>
                  <a:pt x="3024" y="5522"/>
                  <a:pt x="3214" y="5522"/>
                </a:cubicBezTo>
                <a:close/>
                <a:moveTo>
                  <a:pt x="5986" y="2749"/>
                </a:moveTo>
                <a:cubicBezTo>
                  <a:pt x="6931" y="2749"/>
                  <a:pt x="7719" y="3537"/>
                  <a:pt x="7719" y="4482"/>
                </a:cubicBezTo>
                <a:cubicBezTo>
                  <a:pt x="7719" y="5427"/>
                  <a:pt x="6963" y="6215"/>
                  <a:pt x="5986" y="6215"/>
                </a:cubicBezTo>
                <a:cubicBezTo>
                  <a:pt x="5041" y="6215"/>
                  <a:pt x="4253" y="5427"/>
                  <a:pt x="4253" y="4482"/>
                </a:cubicBezTo>
                <a:cubicBezTo>
                  <a:pt x="4253" y="3537"/>
                  <a:pt x="5041" y="2749"/>
                  <a:pt x="5986" y="2749"/>
                </a:cubicBezTo>
                <a:close/>
                <a:moveTo>
                  <a:pt x="8790" y="5522"/>
                </a:moveTo>
                <a:cubicBezTo>
                  <a:pt x="8979" y="5522"/>
                  <a:pt x="9136" y="5679"/>
                  <a:pt x="9136" y="5868"/>
                </a:cubicBezTo>
                <a:cubicBezTo>
                  <a:pt x="9136" y="6057"/>
                  <a:pt x="8979" y="6215"/>
                  <a:pt x="8790" y="6215"/>
                </a:cubicBezTo>
                <a:cubicBezTo>
                  <a:pt x="8569" y="6215"/>
                  <a:pt x="8412" y="6057"/>
                  <a:pt x="8412" y="5868"/>
                </a:cubicBezTo>
                <a:cubicBezTo>
                  <a:pt x="8412" y="5679"/>
                  <a:pt x="8569" y="5522"/>
                  <a:pt x="8790" y="5522"/>
                </a:cubicBezTo>
                <a:close/>
                <a:moveTo>
                  <a:pt x="4600" y="7601"/>
                </a:moveTo>
                <a:cubicBezTo>
                  <a:pt x="4789" y="7601"/>
                  <a:pt x="4946" y="7759"/>
                  <a:pt x="4946" y="7948"/>
                </a:cubicBezTo>
                <a:cubicBezTo>
                  <a:pt x="4946" y="8168"/>
                  <a:pt x="4789" y="8326"/>
                  <a:pt x="4600" y="8326"/>
                </a:cubicBezTo>
                <a:cubicBezTo>
                  <a:pt x="4411" y="8326"/>
                  <a:pt x="4253" y="8168"/>
                  <a:pt x="4253" y="7948"/>
                </a:cubicBezTo>
                <a:cubicBezTo>
                  <a:pt x="4253" y="7759"/>
                  <a:pt x="4411" y="7601"/>
                  <a:pt x="4600" y="7601"/>
                </a:cubicBezTo>
                <a:close/>
                <a:moveTo>
                  <a:pt x="6679" y="6939"/>
                </a:moveTo>
                <a:cubicBezTo>
                  <a:pt x="7278" y="6939"/>
                  <a:pt x="7719" y="7412"/>
                  <a:pt x="7719" y="7948"/>
                </a:cubicBezTo>
                <a:cubicBezTo>
                  <a:pt x="7719" y="8515"/>
                  <a:pt x="7246" y="8987"/>
                  <a:pt x="6679" y="8987"/>
                </a:cubicBezTo>
                <a:cubicBezTo>
                  <a:pt x="6080" y="8987"/>
                  <a:pt x="5671" y="8515"/>
                  <a:pt x="5671" y="7948"/>
                </a:cubicBezTo>
                <a:cubicBezTo>
                  <a:pt x="5671" y="7412"/>
                  <a:pt x="6143" y="6939"/>
                  <a:pt x="6679" y="6939"/>
                </a:cubicBezTo>
                <a:close/>
                <a:moveTo>
                  <a:pt x="5309" y="1"/>
                </a:moveTo>
                <a:cubicBezTo>
                  <a:pt x="5222" y="1"/>
                  <a:pt x="5135" y="24"/>
                  <a:pt x="5072" y="71"/>
                </a:cubicBezTo>
                <a:cubicBezTo>
                  <a:pt x="4946" y="197"/>
                  <a:pt x="4946" y="449"/>
                  <a:pt x="5072" y="544"/>
                </a:cubicBezTo>
                <a:cubicBezTo>
                  <a:pt x="5356" y="828"/>
                  <a:pt x="5545" y="1080"/>
                  <a:pt x="5639" y="1363"/>
                </a:cubicBezTo>
                <a:cubicBezTo>
                  <a:pt x="5356" y="1426"/>
                  <a:pt x="5041" y="1458"/>
                  <a:pt x="4757" y="1552"/>
                </a:cubicBezTo>
                <a:cubicBezTo>
                  <a:pt x="4474" y="1017"/>
                  <a:pt x="4096" y="796"/>
                  <a:pt x="3592" y="576"/>
                </a:cubicBezTo>
                <a:cubicBezTo>
                  <a:pt x="3552" y="560"/>
                  <a:pt x="3507" y="552"/>
                  <a:pt x="3460" y="552"/>
                </a:cubicBezTo>
                <a:cubicBezTo>
                  <a:pt x="3320" y="552"/>
                  <a:pt x="3166" y="623"/>
                  <a:pt x="3119" y="765"/>
                </a:cubicBezTo>
                <a:cubicBezTo>
                  <a:pt x="3024" y="922"/>
                  <a:pt x="3119" y="1143"/>
                  <a:pt x="3277" y="1206"/>
                </a:cubicBezTo>
                <a:cubicBezTo>
                  <a:pt x="3623" y="1363"/>
                  <a:pt x="3907" y="1552"/>
                  <a:pt x="4064" y="1804"/>
                </a:cubicBezTo>
                <a:cubicBezTo>
                  <a:pt x="3781" y="1930"/>
                  <a:pt x="3529" y="2088"/>
                  <a:pt x="3308" y="2245"/>
                </a:cubicBezTo>
                <a:cubicBezTo>
                  <a:pt x="2867" y="1836"/>
                  <a:pt x="2394" y="1773"/>
                  <a:pt x="1890" y="1741"/>
                </a:cubicBezTo>
                <a:cubicBezTo>
                  <a:pt x="1701" y="1741"/>
                  <a:pt x="1544" y="1836"/>
                  <a:pt x="1481" y="2056"/>
                </a:cubicBezTo>
                <a:cubicBezTo>
                  <a:pt x="1481" y="2245"/>
                  <a:pt x="1607" y="2403"/>
                  <a:pt x="1796" y="2434"/>
                </a:cubicBezTo>
                <a:cubicBezTo>
                  <a:pt x="2205" y="2466"/>
                  <a:pt x="2489" y="2529"/>
                  <a:pt x="2741" y="2718"/>
                </a:cubicBezTo>
                <a:cubicBezTo>
                  <a:pt x="2552" y="2907"/>
                  <a:pt x="2363" y="3159"/>
                  <a:pt x="2205" y="3379"/>
                </a:cubicBezTo>
                <a:cubicBezTo>
                  <a:pt x="1949" y="3294"/>
                  <a:pt x="1725" y="3260"/>
                  <a:pt x="1508" y="3260"/>
                </a:cubicBezTo>
                <a:cubicBezTo>
                  <a:pt x="1243" y="3260"/>
                  <a:pt x="987" y="3310"/>
                  <a:pt x="693" y="3379"/>
                </a:cubicBezTo>
                <a:cubicBezTo>
                  <a:pt x="504" y="3411"/>
                  <a:pt x="441" y="3631"/>
                  <a:pt x="473" y="3821"/>
                </a:cubicBezTo>
                <a:cubicBezTo>
                  <a:pt x="498" y="3970"/>
                  <a:pt x="621" y="4060"/>
                  <a:pt x="781" y="4060"/>
                </a:cubicBezTo>
                <a:cubicBezTo>
                  <a:pt x="823" y="4060"/>
                  <a:pt x="868" y="4054"/>
                  <a:pt x="914" y="4041"/>
                </a:cubicBezTo>
                <a:cubicBezTo>
                  <a:pt x="1160" y="3979"/>
                  <a:pt x="1366" y="3931"/>
                  <a:pt x="1567" y="3931"/>
                </a:cubicBezTo>
                <a:cubicBezTo>
                  <a:pt x="1674" y="3931"/>
                  <a:pt x="1780" y="3945"/>
                  <a:pt x="1890" y="3978"/>
                </a:cubicBezTo>
                <a:cubicBezTo>
                  <a:pt x="1764" y="4262"/>
                  <a:pt x="1638" y="4514"/>
                  <a:pt x="1607" y="4797"/>
                </a:cubicBezTo>
                <a:cubicBezTo>
                  <a:pt x="1071" y="4797"/>
                  <a:pt x="630" y="4986"/>
                  <a:pt x="189" y="5301"/>
                </a:cubicBezTo>
                <a:cubicBezTo>
                  <a:pt x="32" y="5427"/>
                  <a:pt x="0" y="5616"/>
                  <a:pt x="126" y="5774"/>
                </a:cubicBezTo>
                <a:cubicBezTo>
                  <a:pt x="186" y="5874"/>
                  <a:pt x="296" y="5935"/>
                  <a:pt x="409" y="5935"/>
                </a:cubicBezTo>
                <a:cubicBezTo>
                  <a:pt x="474" y="5935"/>
                  <a:pt x="541" y="5915"/>
                  <a:pt x="599" y="5868"/>
                </a:cubicBezTo>
                <a:cubicBezTo>
                  <a:pt x="914" y="5616"/>
                  <a:pt x="1166" y="5459"/>
                  <a:pt x="1481" y="5459"/>
                </a:cubicBezTo>
                <a:cubicBezTo>
                  <a:pt x="1481" y="5585"/>
                  <a:pt x="1449" y="5742"/>
                  <a:pt x="1449" y="5868"/>
                </a:cubicBezTo>
                <a:cubicBezTo>
                  <a:pt x="1449" y="6026"/>
                  <a:pt x="1449" y="6183"/>
                  <a:pt x="1481" y="6341"/>
                </a:cubicBezTo>
                <a:cubicBezTo>
                  <a:pt x="945" y="6530"/>
                  <a:pt x="662" y="6876"/>
                  <a:pt x="347" y="7318"/>
                </a:cubicBezTo>
                <a:cubicBezTo>
                  <a:pt x="221" y="7475"/>
                  <a:pt x="284" y="7664"/>
                  <a:pt x="441" y="7790"/>
                </a:cubicBezTo>
                <a:cubicBezTo>
                  <a:pt x="507" y="7843"/>
                  <a:pt x="584" y="7868"/>
                  <a:pt x="658" y="7868"/>
                </a:cubicBezTo>
                <a:cubicBezTo>
                  <a:pt x="761" y="7868"/>
                  <a:pt x="859" y="7819"/>
                  <a:pt x="914" y="7727"/>
                </a:cubicBezTo>
                <a:cubicBezTo>
                  <a:pt x="1134" y="7349"/>
                  <a:pt x="1323" y="7129"/>
                  <a:pt x="1607" y="7002"/>
                </a:cubicBezTo>
                <a:cubicBezTo>
                  <a:pt x="1701" y="7286"/>
                  <a:pt x="1764" y="7570"/>
                  <a:pt x="1922" y="7822"/>
                </a:cubicBezTo>
                <a:cubicBezTo>
                  <a:pt x="1481" y="8200"/>
                  <a:pt x="1323" y="8609"/>
                  <a:pt x="1166" y="9145"/>
                </a:cubicBezTo>
                <a:cubicBezTo>
                  <a:pt x="1134" y="9334"/>
                  <a:pt x="1260" y="9523"/>
                  <a:pt x="1418" y="9554"/>
                </a:cubicBezTo>
                <a:cubicBezTo>
                  <a:pt x="1452" y="9566"/>
                  <a:pt x="1486" y="9571"/>
                  <a:pt x="1519" y="9571"/>
                </a:cubicBezTo>
                <a:cubicBezTo>
                  <a:pt x="1671" y="9571"/>
                  <a:pt x="1807" y="9463"/>
                  <a:pt x="1859" y="9334"/>
                </a:cubicBezTo>
                <a:cubicBezTo>
                  <a:pt x="1953" y="8924"/>
                  <a:pt x="2048" y="8672"/>
                  <a:pt x="2268" y="8420"/>
                </a:cubicBezTo>
                <a:cubicBezTo>
                  <a:pt x="2426" y="8672"/>
                  <a:pt x="2646" y="8893"/>
                  <a:pt x="2835" y="9082"/>
                </a:cubicBezTo>
                <a:cubicBezTo>
                  <a:pt x="2520" y="9554"/>
                  <a:pt x="2552" y="10027"/>
                  <a:pt x="2583" y="10594"/>
                </a:cubicBezTo>
                <a:cubicBezTo>
                  <a:pt x="2583" y="10783"/>
                  <a:pt x="2741" y="10909"/>
                  <a:pt x="2961" y="10909"/>
                </a:cubicBezTo>
                <a:lnTo>
                  <a:pt x="2993" y="10909"/>
                </a:lnTo>
                <a:cubicBezTo>
                  <a:pt x="3182" y="10909"/>
                  <a:pt x="3308" y="10720"/>
                  <a:pt x="3308" y="10500"/>
                </a:cubicBezTo>
                <a:cubicBezTo>
                  <a:pt x="3277" y="10090"/>
                  <a:pt x="3277" y="9806"/>
                  <a:pt x="3371" y="9523"/>
                </a:cubicBezTo>
                <a:cubicBezTo>
                  <a:pt x="3623" y="9680"/>
                  <a:pt x="3844" y="9838"/>
                  <a:pt x="4127" y="9964"/>
                </a:cubicBezTo>
                <a:cubicBezTo>
                  <a:pt x="4001" y="10500"/>
                  <a:pt x="4159" y="10941"/>
                  <a:pt x="4411" y="11445"/>
                </a:cubicBezTo>
                <a:cubicBezTo>
                  <a:pt x="4452" y="11589"/>
                  <a:pt x="4561" y="11652"/>
                  <a:pt x="4684" y="11652"/>
                </a:cubicBezTo>
                <a:cubicBezTo>
                  <a:pt x="4749" y="11652"/>
                  <a:pt x="4818" y="11635"/>
                  <a:pt x="4883" y="11602"/>
                </a:cubicBezTo>
                <a:cubicBezTo>
                  <a:pt x="5041" y="11539"/>
                  <a:pt x="5104" y="11350"/>
                  <a:pt x="5041" y="11130"/>
                </a:cubicBezTo>
                <a:cubicBezTo>
                  <a:pt x="4883" y="10783"/>
                  <a:pt x="4757" y="10500"/>
                  <a:pt x="4789" y="10184"/>
                </a:cubicBezTo>
                <a:lnTo>
                  <a:pt x="4789" y="10184"/>
                </a:lnTo>
                <a:cubicBezTo>
                  <a:pt x="5072" y="10279"/>
                  <a:pt x="5356" y="10311"/>
                  <a:pt x="5671" y="10342"/>
                </a:cubicBezTo>
                <a:cubicBezTo>
                  <a:pt x="5734" y="10909"/>
                  <a:pt x="6049" y="11256"/>
                  <a:pt x="6427" y="11665"/>
                </a:cubicBezTo>
                <a:cubicBezTo>
                  <a:pt x="6474" y="11712"/>
                  <a:pt x="6561" y="11736"/>
                  <a:pt x="6651" y="11736"/>
                </a:cubicBezTo>
                <a:cubicBezTo>
                  <a:pt x="6742" y="11736"/>
                  <a:pt x="6837" y="11712"/>
                  <a:pt x="6900" y="11665"/>
                </a:cubicBezTo>
                <a:cubicBezTo>
                  <a:pt x="6994" y="11539"/>
                  <a:pt x="6994" y="11287"/>
                  <a:pt x="6900" y="11193"/>
                </a:cubicBezTo>
                <a:cubicBezTo>
                  <a:pt x="6616" y="10909"/>
                  <a:pt x="6427" y="10657"/>
                  <a:pt x="6333" y="10342"/>
                </a:cubicBezTo>
                <a:cubicBezTo>
                  <a:pt x="6616" y="10311"/>
                  <a:pt x="6931" y="10279"/>
                  <a:pt x="7215" y="10184"/>
                </a:cubicBezTo>
                <a:cubicBezTo>
                  <a:pt x="7467" y="10720"/>
                  <a:pt x="7876" y="10941"/>
                  <a:pt x="8380" y="11130"/>
                </a:cubicBezTo>
                <a:cubicBezTo>
                  <a:pt x="8424" y="11156"/>
                  <a:pt x="8474" y="11167"/>
                  <a:pt x="8526" y="11167"/>
                </a:cubicBezTo>
                <a:cubicBezTo>
                  <a:pt x="8662" y="11167"/>
                  <a:pt x="8807" y="11086"/>
                  <a:pt x="8853" y="10972"/>
                </a:cubicBezTo>
                <a:cubicBezTo>
                  <a:pt x="8947" y="10815"/>
                  <a:pt x="8853" y="10594"/>
                  <a:pt x="8695" y="10500"/>
                </a:cubicBezTo>
                <a:cubicBezTo>
                  <a:pt x="8349" y="10374"/>
                  <a:pt x="8065" y="10184"/>
                  <a:pt x="7908" y="9932"/>
                </a:cubicBezTo>
                <a:cubicBezTo>
                  <a:pt x="8191" y="9806"/>
                  <a:pt x="8412" y="9649"/>
                  <a:pt x="8664" y="9491"/>
                </a:cubicBezTo>
                <a:cubicBezTo>
                  <a:pt x="9105" y="9901"/>
                  <a:pt x="9578" y="9964"/>
                  <a:pt x="10082" y="9995"/>
                </a:cubicBezTo>
                <a:lnTo>
                  <a:pt x="10113" y="9995"/>
                </a:lnTo>
                <a:cubicBezTo>
                  <a:pt x="10302" y="9995"/>
                  <a:pt x="10428" y="9869"/>
                  <a:pt x="10460" y="9680"/>
                </a:cubicBezTo>
                <a:cubicBezTo>
                  <a:pt x="10460" y="9491"/>
                  <a:pt x="10365" y="9334"/>
                  <a:pt x="10145" y="9302"/>
                </a:cubicBezTo>
                <a:cubicBezTo>
                  <a:pt x="9767" y="9239"/>
                  <a:pt x="9483" y="9208"/>
                  <a:pt x="9199" y="9019"/>
                </a:cubicBezTo>
                <a:cubicBezTo>
                  <a:pt x="9388" y="8830"/>
                  <a:pt x="9609" y="8578"/>
                  <a:pt x="9767" y="8357"/>
                </a:cubicBezTo>
                <a:cubicBezTo>
                  <a:pt x="9980" y="8437"/>
                  <a:pt x="10181" y="8466"/>
                  <a:pt x="10384" y="8466"/>
                </a:cubicBezTo>
                <a:cubicBezTo>
                  <a:pt x="10660" y="8466"/>
                  <a:pt x="10938" y="8412"/>
                  <a:pt x="11247" y="8357"/>
                </a:cubicBezTo>
                <a:cubicBezTo>
                  <a:pt x="11468" y="8294"/>
                  <a:pt x="11531" y="8105"/>
                  <a:pt x="11499" y="7916"/>
                </a:cubicBezTo>
                <a:cubicBezTo>
                  <a:pt x="11472" y="7751"/>
                  <a:pt x="11300" y="7658"/>
                  <a:pt x="11131" y="7658"/>
                </a:cubicBezTo>
                <a:cubicBezTo>
                  <a:pt x="11107" y="7658"/>
                  <a:pt x="11082" y="7660"/>
                  <a:pt x="11058" y="7664"/>
                </a:cubicBezTo>
                <a:cubicBezTo>
                  <a:pt x="10806" y="7748"/>
                  <a:pt x="10596" y="7804"/>
                  <a:pt x="10391" y="7804"/>
                </a:cubicBezTo>
                <a:cubicBezTo>
                  <a:pt x="10288" y="7804"/>
                  <a:pt x="10187" y="7790"/>
                  <a:pt x="10082" y="7759"/>
                </a:cubicBezTo>
                <a:cubicBezTo>
                  <a:pt x="10208" y="7475"/>
                  <a:pt x="10302" y="7192"/>
                  <a:pt x="10365" y="6939"/>
                </a:cubicBezTo>
                <a:lnTo>
                  <a:pt x="10397" y="6939"/>
                </a:lnTo>
                <a:cubicBezTo>
                  <a:pt x="10932" y="6939"/>
                  <a:pt x="11342" y="6687"/>
                  <a:pt x="11751" y="6372"/>
                </a:cubicBezTo>
                <a:cubicBezTo>
                  <a:pt x="11940" y="6246"/>
                  <a:pt x="11972" y="6057"/>
                  <a:pt x="11846" y="5900"/>
                </a:cubicBezTo>
                <a:cubicBezTo>
                  <a:pt x="11789" y="5843"/>
                  <a:pt x="11687" y="5798"/>
                  <a:pt x="11580" y="5798"/>
                </a:cubicBezTo>
                <a:cubicBezTo>
                  <a:pt x="11509" y="5798"/>
                  <a:pt x="11436" y="5818"/>
                  <a:pt x="11373" y="5868"/>
                </a:cubicBezTo>
                <a:cubicBezTo>
                  <a:pt x="11058" y="6120"/>
                  <a:pt x="10775" y="6278"/>
                  <a:pt x="10460" y="6278"/>
                </a:cubicBezTo>
                <a:cubicBezTo>
                  <a:pt x="10460" y="6152"/>
                  <a:pt x="10491" y="5994"/>
                  <a:pt x="10491" y="5868"/>
                </a:cubicBezTo>
                <a:cubicBezTo>
                  <a:pt x="10491" y="5711"/>
                  <a:pt x="10491" y="5553"/>
                  <a:pt x="10460" y="5396"/>
                </a:cubicBezTo>
                <a:cubicBezTo>
                  <a:pt x="11027" y="5207"/>
                  <a:pt x="11279" y="4860"/>
                  <a:pt x="11594" y="4419"/>
                </a:cubicBezTo>
                <a:cubicBezTo>
                  <a:pt x="11720" y="4262"/>
                  <a:pt x="11688" y="4073"/>
                  <a:pt x="11531" y="3947"/>
                </a:cubicBezTo>
                <a:cubicBezTo>
                  <a:pt x="11465" y="3894"/>
                  <a:pt x="11394" y="3869"/>
                  <a:pt x="11324" y="3869"/>
                </a:cubicBezTo>
                <a:cubicBezTo>
                  <a:pt x="11226" y="3869"/>
                  <a:pt x="11132" y="3918"/>
                  <a:pt x="11058" y="4010"/>
                </a:cubicBezTo>
                <a:cubicBezTo>
                  <a:pt x="10838" y="4388"/>
                  <a:pt x="10617" y="4608"/>
                  <a:pt x="10365" y="4734"/>
                </a:cubicBezTo>
                <a:cubicBezTo>
                  <a:pt x="10271" y="4451"/>
                  <a:pt x="10176" y="4167"/>
                  <a:pt x="10019" y="3915"/>
                </a:cubicBezTo>
                <a:cubicBezTo>
                  <a:pt x="10460" y="3537"/>
                  <a:pt x="10617" y="3127"/>
                  <a:pt x="10775" y="2592"/>
                </a:cubicBezTo>
                <a:cubicBezTo>
                  <a:pt x="10806" y="2403"/>
                  <a:pt x="10712" y="2214"/>
                  <a:pt x="10554" y="2182"/>
                </a:cubicBezTo>
                <a:cubicBezTo>
                  <a:pt x="10520" y="2171"/>
                  <a:pt x="10485" y="2166"/>
                  <a:pt x="10450" y="2166"/>
                </a:cubicBezTo>
                <a:cubicBezTo>
                  <a:pt x="10292" y="2166"/>
                  <a:pt x="10139" y="2274"/>
                  <a:pt x="10113" y="2403"/>
                </a:cubicBezTo>
                <a:cubicBezTo>
                  <a:pt x="9987" y="2812"/>
                  <a:pt x="9924" y="3064"/>
                  <a:pt x="9672" y="3316"/>
                </a:cubicBezTo>
                <a:cubicBezTo>
                  <a:pt x="9515" y="3064"/>
                  <a:pt x="9325" y="2844"/>
                  <a:pt x="9136" y="2655"/>
                </a:cubicBezTo>
                <a:cubicBezTo>
                  <a:pt x="9451" y="2182"/>
                  <a:pt x="9388" y="1710"/>
                  <a:pt x="9357" y="1143"/>
                </a:cubicBezTo>
                <a:cubicBezTo>
                  <a:pt x="9357" y="954"/>
                  <a:pt x="9168" y="828"/>
                  <a:pt x="8979" y="828"/>
                </a:cubicBezTo>
                <a:cubicBezTo>
                  <a:pt x="8790" y="828"/>
                  <a:pt x="8664" y="1017"/>
                  <a:pt x="8664" y="1237"/>
                </a:cubicBezTo>
                <a:cubicBezTo>
                  <a:pt x="8695" y="1647"/>
                  <a:pt x="8695" y="1930"/>
                  <a:pt x="8569" y="2214"/>
                </a:cubicBezTo>
                <a:cubicBezTo>
                  <a:pt x="8349" y="2056"/>
                  <a:pt x="8097" y="1899"/>
                  <a:pt x="7813" y="1773"/>
                </a:cubicBezTo>
                <a:cubicBezTo>
                  <a:pt x="7939" y="1237"/>
                  <a:pt x="7782" y="796"/>
                  <a:pt x="7561" y="292"/>
                </a:cubicBezTo>
                <a:cubicBezTo>
                  <a:pt x="7493" y="178"/>
                  <a:pt x="7375" y="97"/>
                  <a:pt x="7243" y="97"/>
                </a:cubicBezTo>
                <a:cubicBezTo>
                  <a:pt x="7193" y="97"/>
                  <a:pt x="7141" y="108"/>
                  <a:pt x="7089" y="134"/>
                </a:cubicBezTo>
                <a:cubicBezTo>
                  <a:pt x="6931" y="197"/>
                  <a:pt x="6837" y="386"/>
                  <a:pt x="6931" y="607"/>
                </a:cubicBezTo>
                <a:cubicBezTo>
                  <a:pt x="7089" y="954"/>
                  <a:pt x="7215" y="1237"/>
                  <a:pt x="7152" y="1552"/>
                </a:cubicBezTo>
                <a:cubicBezTo>
                  <a:pt x="6900" y="1458"/>
                  <a:pt x="6616" y="1426"/>
                  <a:pt x="6301" y="1395"/>
                </a:cubicBezTo>
                <a:cubicBezTo>
                  <a:pt x="6206" y="828"/>
                  <a:pt x="5891" y="481"/>
                  <a:pt x="5545" y="71"/>
                </a:cubicBezTo>
                <a:cubicBezTo>
                  <a:pt x="5482" y="24"/>
                  <a:pt x="5395" y="1"/>
                  <a:pt x="5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" name="Google Shape;803;p16"/>
          <p:cNvSpPr/>
          <p:nvPr/>
        </p:nvSpPr>
        <p:spPr>
          <a:xfrm>
            <a:off x="8468645" y="2939579"/>
            <a:ext cx="68292" cy="67274"/>
          </a:xfrm>
          <a:custGeom>
            <a:rect b="b" l="l" r="r" t="t"/>
            <a:pathLst>
              <a:path extrusionOk="0" h="2049" w="2080">
                <a:moveTo>
                  <a:pt x="1040" y="0"/>
                </a:moveTo>
                <a:cubicBezTo>
                  <a:pt x="441" y="0"/>
                  <a:pt x="0" y="473"/>
                  <a:pt x="0" y="1009"/>
                </a:cubicBezTo>
                <a:cubicBezTo>
                  <a:pt x="0" y="1607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09"/>
                </a:cubicBezTo>
                <a:cubicBezTo>
                  <a:pt x="2080" y="473"/>
                  <a:pt x="1607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" name="Google Shape;804;p16"/>
          <p:cNvSpPr/>
          <p:nvPr/>
        </p:nvSpPr>
        <p:spPr>
          <a:xfrm>
            <a:off x="8514148" y="3076124"/>
            <a:ext cx="22786" cy="23804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cubicBezTo>
                  <a:pt x="536" y="725"/>
                  <a:pt x="694" y="567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" name="Google Shape;805;p16"/>
          <p:cNvSpPr/>
          <p:nvPr/>
        </p:nvSpPr>
        <p:spPr>
          <a:xfrm>
            <a:off x="5390575" y="1318349"/>
            <a:ext cx="34179" cy="92095"/>
          </a:xfrm>
          <a:custGeom>
            <a:rect b="b" l="l" r="r" t="t"/>
            <a:pathLst>
              <a:path extrusionOk="0" h="2805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458"/>
                </a:lnTo>
                <a:cubicBezTo>
                  <a:pt x="410" y="2458"/>
                  <a:pt x="757" y="2584"/>
                  <a:pt x="1040" y="2804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" name="Google Shape;806;p16"/>
          <p:cNvSpPr/>
          <p:nvPr/>
        </p:nvSpPr>
        <p:spPr>
          <a:xfrm>
            <a:off x="5675023" y="1318349"/>
            <a:ext cx="34179" cy="91045"/>
          </a:xfrm>
          <a:custGeom>
            <a:rect b="b" l="l" r="r" t="t"/>
            <a:pathLst>
              <a:path extrusionOk="0" h="2773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773"/>
                </a:lnTo>
                <a:cubicBezTo>
                  <a:pt x="284" y="2584"/>
                  <a:pt x="694" y="2426"/>
                  <a:pt x="1040" y="2426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" name="Google Shape;807;p16"/>
          <p:cNvSpPr/>
          <p:nvPr/>
        </p:nvSpPr>
        <p:spPr>
          <a:xfrm>
            <a:off x="5504367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1954"/>
                </a:lnTo>
                <a:cubicBezTo>
                  <a:pt x="410" y="1985"/>
                  <a:pt x="756" y="2080"/>
                  <a:pt x="1040" y="2300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" name="Google Shape;808;p16"/>
          <p:cNvSpPr/>
          <p:nvPr/>
        </p:nvSpPr>
        <p:spPr>
          <a:xfrm>
            <a:off x="5561263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2300"/>
                </a:lnTo>
                <a:cubicBezTo>
                  <a:pt x="315" y="2111"/>
                  <a:pt x="693" y="1985"/>
                  <a:pt x="1040" y="1954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" name="Google Shape;809;p16"/>
          <p:cNvSpPr/>
          <p:nvPr/>
        </p:nvSpPr>
        <p:spPr>
          <a:xfrm>
            <a:off x="5447471" y="1295597"/>
            <a:ext cx="34179" cy="120003"/>
          </a:xfrm>
          <a:custGeom>
            <a:rect b="b" l="l" r="r" t="t"/>
            <a:pathLst>
              <a:path extrusionOk="0" h="3655" w="1041">
                <a:moveTo>
                  <a:pt x="536" y="0"/>
                </a:moveTo>
                <a:cubicBezTo>
                  <a:pt x="253" y="0"/>
                  <a:pt x="1" y="221"/>
                  <a:pt x="1" y="504"/>
                </a:cubicBezTo>
                <a:lnTo>
                  <a:pt x="1" y="3655"/>
                </a:lnTo>
                <a:cubicBezTo>
                  <a:pt x="1" y="3655"/>
                  <a:pt x="1" y="3623"/>
                  <a:pt x="64" y="3623"/>
                </a:cubicBezTo>
                <a:cubicBezTo>
                  <a:pt x="284" y="3371"/>
                  <a:pt x="631" y="3182"/>
                  <a:pt x="1040" y="3056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16"/>
          <p:cNvSpPr/>
          <p:nvPr/>
        </p:nvSpPr>
        <p:spPr>
          <a:xfrm>
            <a:off x="5618126" y="1296615"/>
            <a:ext cx="34179" cy="120036"/>
          </a:xfrm>
          <a:custGeom>
            <a:rect b="b" l="l" r="r" t="t"/>
            <a:pathLst>
              <a:path extrusionOk="0" h="3656" w="1041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lnTo>
                  <a:pt x="1" y="3088"/>
                </a:lnTo>
                <a:cubicBezTo>
                  <a:pt x="379" y="3151"/>
                  <a:pt x="726" y="3340"/>
                  <a:pt x="1041" y="3655"/>
                </a:cubicBezTo>
                <a:lnTo>
                  <a:pt x="1041" y="505"/>
                </a:lnTo>
                <a:cubicBezTo>
                  <a:pt x="1041" y="253"/>
                  <a:pt x="789" y="1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" name="Google Shape;811;p16"/>
          <p:cNvSpPr/>
          <p:nvPr/>
        </p:nvSpPr>
        <p:spPr>
          <a:xfrm>
            <a:off x="5445403" y="1418681"/>
            <a:ext cx="212065" cy="174833"/>
          </a:xfrm>
          <a:custGeom>
            <a:rect b="b" l="l" r="r" t="t"/>
            <a:pathLst>
              <a:path extrusionOk="0" h="5325" w="6459">
                <a:moveTo>
                  <a:pt x="1733" y="0"/>
                </a:moveTo>
                <a:cubicBezTo>
                  <a:pt x="1355" y="0"/>
                  <a:pt x="946" y="158"/>
                  <a:pt x="662" y="410"/>
                </a:cubicBezTo>
                <a:cubicBezTo>
                  <a:pt x="64" y="882"/>
                  <a:pt x="1" y="1639"/>
                  <a:pt x="347" y="2237"/>
                </a:cubicBezTo>
                <a:cubicBezTo>
                  <a:pt x="1324" y="2458"/>
                  <a:pt x="2048" y="3340"/>
                  <a:pt x="2174" y="4348"/>
                </a:cubicBezTo>
                <a:lnTo>
                  <a:pt x="3214" y="5325"/>
                </a:lnTo>
                <a:lnTo>
                  <a:pt x="4285" y="4348"/>
                </a:lnTo>
                <a:cubicBezTo>
                  <a:pt x="4380" y="3340"/>
                  <a:pt x="5073" y="2521"/>
                  <a:pt x="6113" y="2237"/>
                </a:cubicBezTo>
                <a:cubicBezTo>
                  <a:pt x="6459" y="1639"/>
                  <a:pt x="6333" y="882"/>
                  <a:pt x="5860" y="410"/>
                </a:cubicBezTo>
                <a:cubicBezTo>
                  <a:pt x="5577" y="158"/>
                  <a:pt x="5199" y="0"/>
                  <a:pt x="4789" y="0"/>
                </a:cubicBezTo>
                <a:cubicBezTo>
                  <a:pt x="4411" y="0"/>
                  <a:pt x="4002" y="158"/>
                  <a:pt x="3750" y="410"/>
                </a:cubicBezTo>
                <a:lnTo>
                  <a:pt x="3277" y="882"/>
                </a:lnTo>
                <a:lnTo>
                  <a:pt x="2805" y="410"/>
                </a:lnTo>
                <a:cubicBezTo>
                  <a:pt x="2521" y="158"/>
                  <a:pt x="2143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" name="Google Shape;812;p16"/>
          <p:cNvSpPr/>
          <p:nvPr/>
        </p:nvSpPr>
        <p:spPr>
          <a:xfrm>
            <a:off x="5560213" y="1419698"/>
            <a:ext cx="159336" cy="264827"/>
          </a:xfrm>
          <a:custGeom>
            <a:rect b="b" l="l" r="r" t="t"/>
            <a:pathLst>
              <a:path extrusionOk="0" h="8066" w="4853">
                <a:moveTo>
                  <a:pt x="4506" y="1"/>
                </a:moveTo>
                <a:cubicBezTo>
                  <a:pt x="3876" y="1"/>
                  <a:pt x="3403" y="505"/>
                  <a:pt x="3403" y="1198"/>
                </a:cubicBezTo>
                <a:lnTo>
                  <a:pt x="3403" y="2395"/>
                </a:lnTo>
                <a:cubicBezTo>
                  <a:pt x="3403" y="2584"/>
                  <a:pt x="3246" y="2742"/>
                  <a:pt x="3025" y="2742"/>
                </a:cubicBezTo>
                <a:cubicBezTo>
                  <a:pt x="2679" y="2742"/>
                  <a:pt x="2363" y="2868"/>
                  <a:pt x="2080" y="3025"/>
                </a:cubicBezTo>
                <a:cubicBezTo>
                  <a:pt x="1702" y="3372"/>
                  <a:pt x="1418" y="3939"/>
                  <a:pt x="1418" y="4474"/>
                </a:cubicBezTo>
                <a:lnTo>
                  <a:pt x="1418" y="5231"/>
                </a:lnTo>
                <a:cubicBezTo>
                  <a:pt x="1418" y="5420"/>
                  <a:pt x="1261" y="5577"/>
                  <a:pt x="1072" y="5577"/>
                </a:cubicBezTo>
                <a:cubicBezTo>
                  <a:pt x="883" y="5577"/>
                  <a:pt x="725" y="5420"/>
                  <a:pt x="725" y="5231"/>
                </a:cubicBezTo>
                <a:lnTo>
                  <a:pt x="1" y="5892"/>
                </a:lnTo>
                <a:lnTo>
                  <a:pt x="1" y="8066"/>
                </a:lnTo>
                <a:lnTo>
                  <a:pt x="3813" y="8066"/>
                </a:lnTo>
                <a:cubicBezTo>
                  <a:pt x="4033" y="8066"/>
                  <a:pt x="4191" y="7908"/>
                  <a:pt x="4191" y="7719"/>
                </a:cubicBezTo>
                <a:cubicBezTo>
                  <a:pt x="4191" y="7530"/>
                  <a:pt x="4033" y="7373"/>
                  <a:pt x="3813" y="7373"/>
                </a:cubicBezTo>
                <a:lnTo>
                  <a:pt x="3466" y="7373"/>
                </a:lnTo>
                <a:lnTo>
                  <a:pt x="3466" y="6270"/>
                </a:lnTo>
                <a:cubicBezTo>
                  <a:pt x="3466" y="6176"/>
                  <a:pt x="3498" y="6050"/>
                  <a:pt x="3592" y="6018"/>
                </a:cubicBezTo>
                <a:lnTo>
                  <a:pt x="4128" y="5420"/>
                </a:lnTo>
                <a:cubicBezTo>
                  <a:pt x="4600" y="4947"/>
                  <a:pt x="4852" y="4380"/>
                  <a:pt x="4852" y="3687"/>
                </a:cubicBezTo>
                <a:lnTo>
                  <a:pt x="4852" y="347"/>
                </a:ln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" name="Google Shape;813;p16"/>
          <p:cNvSpPr/>
          <p:nvPr/>
        </p:nvSpPr>
        <p:spPr>
          <a:xfrm>
            <a:off x="5377147" y="1421767"/>
            <a:ext cx="161372" cy="262758"/>
          </a:xfrm>
          <a:custGeom>
            <a:rect b="b" l="l" r="r" t="t"/>
            <a:pathLst>
              <a:path extrusionOk="0" h="8003" w="491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lnTo>
                  <a:pt x="0" y="3718"/>
                </a:lnTo>
                <a:cubicBezTo>
                  <a:pt x="0" y="4348"/>
                  <a:pt x="221" y="4979"/>
                  <a:pt x="693" y="5451"/>
                </a:cubicBezTo>
                <a:lnTo>
                  <a:pt x="1323" y="5955"/>
                </a:lnTo>
                <a:cubicBezTo>
                  <a:pt x="1418" y="6018"/>
                  <a:pt x="1449" y="6113"/>
                  <a:pt x="1449" y="6207"/>
                </a:cubicBezTo>
                <a:lnTo>
                  <a:pt x="1449" y="7310"/>
                </a:lnTo>
                <a:lnTo>
                  <a:pt x="1103" y="7310"/>
                </a:lnTo>
                <a:cubicBezTo>
                  <a:pt x="882" y="7310"/>
                  <a:pt x="725" y="7467"/>
                  <a:pt x="725" y="7656"/>
                </a:cubicBezTo>
                <a:cubicBezTo>
                  <a:pt x="725" y="7845"/>
                  <a:pt x="882" y="8003"/>
                  <a:pt x="1103" y="8003"/>
                </a:cubicBezTo>
                <a:lnTo>
                  <a:pt x="4915" y="8003"/>
                </a:lnTo>
                <a:lnTo>
                  <a:pt x="4915" y="5829"/>
                </a:lnTo>
                <a:lnTo>
                  <a:pt x="4190" y="5168"/>
                </a:lnTo>
                <a:cubicBezTo>
                  <a:pt x="4190" y="5357"/>
                  <a:pt x="4033" y="5514"/>
                  <a:pt x="3844" y="5514"/>
                </a:cubicBezTo>
                <a:cubicBezTo>
                  <a:pt x="3655" y="5514"/>
                  <a:pt x="3497" y="5357"/>
                  <a:pt x="3497" y="5168"/>
                </a:cubicBezTo>
                <a:lnTo>
                  <a:pt x="3497" y="4411"/>
                </a:lnTo>
                <a:cubicBezTo>
                  <a:pt x="3497" y="3876"/>
                  <a:pt x="3214" y="3372"/>
                  <a:pt x="2741" y="3057"/>
                </a:cubicBezTo>
                <a:cubicBezTo>
                  <a:pt x="2458" y="2899"/>
                  <a:pt x="2143" y="2773"/>
                  <a:pt x="1796" y="2773"/>
                </a:cubicBezTo>
                <a:cubicBezTo>
                  <a:pt x="1607" y="2773"/>
                  <a:pt x="1449" y="2616"/>
                  <a:pt x="1449" y="2427"/>
                </a:cubicBezTo>
                <a:lnTo>
                  <a:pt x="1449" y="1229"/>
                </a:lnTo>
                <a:cubicBezTo>
                  <a:pt x="1449" y="473"/>
                  <a:pt x="94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" name="Google Shape;814;p16"/>
          <p:cNvSpPr/>
          <p:nvPr/>
        </p:nvSpPr>
        <p:spPr>
          <a:xfrm>
            <a:off x="5354475" y="1800186"/>
            <a:ext cx="388934" cy="386636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" name="Google Shape;815;p16"/>
          <p:cNvSpPr/>
          <p:nvPr/>
        </p:nvSpPr>
        <p:spPr>
          <a:xfrm>
            <a:off x="5469205" y="2295695"/>
            <a:ext cx="158285" cy="67274"/>
          </a:xfrm>
          <a:custGeom>
            <a:rect b="b" l="l" r="r" t="t"/>
            <a:pathLst>
              <a:path extrusionOk="0" h="2049" w="4821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07"/>
                  <a:pt x="473" y="2048"/>
                  <a:pt x="1040" y="2048"/>
                </a:cubicBezTo>
                <a:lnTo>
                  <a:pt x="3781" y="2048"/>
                </a:lnTo>
                <a:cubicBezTo>
                  <a:pt x="4379" y="2048"/>
                  <a:pt x="4820" y="1575"/>
                  <a:pt x="4820" y="1040"/>
                </a:cubicBezTo>
                <a:cubicBezTo>
                  <a:pt x="4820" y="441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" name="Google Shape;816;p16"/>
          <p:cNvSpPr/>
          <p:nvPr/>
        </p:nvSpPr>
        <p:spPr>
          <a:xfrm>
            <a:off x="5422650" y="2523575"/>
            <a:ext cx="251398" cy="160026"/>
          </a:xfrm>
          <a:custGeom>
            <a:rect b="b" l="l" r="r" t="t"/>
            <a:pathLst>
              <a:path extrusionOk="0" h="4874" w="7657">
                <a:moveTo>
                  <a:pt x="1733" y="715"/>
                </a:moveTo>
                <a:cubicBezTo>
                  <a:pt x="1954" y="715"/>
                  <a:pt x="2111" y="872"/>
                  <a:pt x="2111" y="1061"/>
                </a:cubicBezTo>
                <a:cubicBezTo>
                  <a:pt x="2111" y="1250"/>
                  <a:pt x="1954" y="1408"/>
                  <a:pt x="1733" y="1408"/>
                </a:cubicBezTo>
                <a:cubicBezTo>
                  <a:pt x="1544" y="1408"/>
                  <a:pt x="1387" y="1250"/>
                  <a:pt x="1387" y="1061"/>
                </a:cubicBezTo>
                <a:cubicBezTo>
                  <a:pt x="1418" y="872"/>
                  <a:pt x="1576" y="715"/>
                  <a:pt x="1733" y="715"/>
                </a:cubicBezTo>
                <a:close/>
                <a:moveTo>
                  <a:pt x="3151" y="1376"/>
                </a:moveTo>
                <a:cubicBezTo>
                  <a:pt x="3372" y="1376"/>
                  <a:pt x="3529" y="1534"/>
                  <a:pt x="3529" y="1723"/>
                </a:cubicBezTo>
                <a:cubicBezTo>
                  <a:pt x="3529" y="1912"/>
                  <a:pt x="3372" y="2070"/>
                  <a:pt x="3151" y="2070"/>
                </a:cubicBezTo>
                <a:cubicBezTo>
                  <a:pt x="2962" y="2070"/>
                  <a:pt x="2804" y="1912"/>
                  <a:pt x="2804" y="1723"/>
                </a:cubicBezTo>
                <a:cubicBezTo>
                  <a:pt x="2804" y="1534"/>
                  <a:pt x="2962" y="1376"/>
                  <a:pt x="3151" y="1376"/>
                </a:cubicBezTo>
                <a:close/>
                <a:moveTo>
                  <a:pt x="5199" y="2070"/>
                </a:moveTo>
                <a:cubicBezTo>
                  <a:pt x="5419" y="2070"/>
                  <a:pt x="5577" y="2227"/>
                  <a:pt x="5577" y="2448"/>
                </a:cubicBezTo>
                <a:cubicBezTo>
                  <a:pt x="5577" y="2637"/>
                  <a:pt x="5419" y="2794"/>
                  <a:pt x="5199" y="2794"/>
                </a:cubicBezTo>
                <a:cubicBezTo>
                  <a:pt x="5010" y="2794"/>
                  <a:pt x="4852" y="2637"/>
                  <a:pt x="4852" y="2448"/>
                </a:cubicBezTo>
                <a:cubicBezTo>
                  <a:pt x="4884" y="2227"/>
                  <a:pt x="5041" y="2070"/>
                  <a:pt x="5199" y="2070"/>
                </a:cubicBezTo>
                <a:close/>
                <a:moveTo>
                  <a:pt x="3151" y="2794"/>
                </a:moveTo>
                <a:cubicBezTo>
                  <a:pt x="3372" y="2794"/>
                  <a:pt x="3529" y="2952"/>
                  <a:pt x="3529" y="3141"/>
                </a:cubicBezTo>
                <a:cubicBezTo>
                  <a:pt x="3529" y="3330"/>
                  <a:pt x="3372" y="3487"/>
                  <a:pt x="3151" y="3487"/>
                </a:cubicBezTo>
                <a:cubicBezTo>
                  <a:pt x="2962" y="3487"/>
                  <a:pt x="2804" y="3330"/>
                  <a:pt x="2804" y="3141"/>
                </a:cubicBezTo>
                <a:cubicBezTo>
                  <a:pt x="2804" y="2952"/>
                  <a:pt x="2962" y="2794"/>
                  <a:pt x="3151" y="2794"/>
                </a:cubicBezTo>
                <a:close/>
                <a:moveTo>
                  <a:pt x="1748" y="1"/>
                </a:moveTo>
                <a:cubicBezTo>
                  <a:pt x="1181" y="1"/>
                  <a:pt x="615" y="166"/>
                  <a:pt x="63" y="494"/>
                </a:cubicBezTo>
                <a:cubicBezTo>
                  <a:pt x="63" y="715"/>
                  <a:pt x="0" y="872"/>
                  <a:pt x="0" y="1061"/>
                </a:cubicBezTo>
                <a:cubicBezTo>
                  <a:pt x="0" y="2196"/>
                  <a:pt x="536" y="3298"/>
                  <a:pt x="1418" y="4023"/>
                </a:cubicBezTo>
                <a:cubicBezTo>
                  <a:pt x="2111" y="4558"/>
                  <a:pt x="2962" y="4874"/>
                  <a:pt x="3844" y="4874"/>
                </a:cubicBezTo>
                <a:cubicBezTo>
                  <a:pt x="4096" y="4874"/>
                  <a:pt x="4380" y="4842"/>
                  <a:pt x="4663" y="4811"/>
                </a:cubicBezTo>
                <a:cubicBezTo>
                  <a:pt x="6144" y="4495"/>
                  <a:pt x="7341" y="3267"/>
                  <a:pt x="7625" y="1723"/>
                </a:cubicBezTo>
                <a:cubicBezTo>
                  <a:pt x="7656" y="1439"/>
                  <a:pt x="7656" y="1219"/>
                  <a:pt x="7656" y="935"/>
                </a:cubicBezTo>
                <a:lnTo>
                  <a:pt x="7656" y="935"/>
                </a:lnTo>
                <a:cubicBezTo>
                  <a:pt x="7033" y="1235"/>
                  <a:pt x="6444" y="1354"/>
                  <a:pt x="5904" y="1354"/>
                </a:cubicBezTo>
                <a:cubicBezTo>
                  <a:pt x="4969" y="1354"/>
                  <a:pt x="4183" y="1000"/>
                  <a:pt x="3624" y="620"/>
                </a:cubicBezTo>
                <a:cubicBezTo>
                  <a:pt x="3010" y="206"/>
                  <a:pt x="2378" y="1"/>
                  <a:pt x="17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" name="Google Shape;817;p16"/>
          <p:cNvSpPr/>
          <p:nvPr/>
        </p:nvSpPr>
        <p:spPr>
          <a:xfrm>
            <a:off x="5431974" y="2386702"/>
            <a:ext cx="238955" cy="160190"/>
          </a:xfrm>
          <a:custGeom>
            <a:rect b="b" l="l" r="r" t="t"/>
            <a:pathLst>
              <a:path extrusionOk="0" h="4879" w="7278">
                <a:moveTo>
                  <a:pt x="1827" y="1"/>
                </a:moveTo>
                <a:lnTo>
                  <a:pt x="1827" y="1639"/>
                </a:lnTo>
                <a:cubicBezTo>
                  <a:pt x="1827" y="1765"/>
                  <a:pt x="1733" y="1891"/>
                  <a:pt x="1607" y="1922"/>
                </a:cubicBezTo>
                <a:cubicBezTo>
                  <a:pt x="914" y="2363"/>
                  <a:pt x="315" y="3025"/>
                  <a:pt x="0" y="3813"/>
                </a:cubicBezTo>
                <a:cubicBezTo>
                  <a:pt x="492" y="3611"/>
                  <a:pt x="988" y="3505"/>
                  <a:pt x="1488" y="3505"/>
                </a:cubicBezTo>
                <a:cubicBezTo>
                  <a:pt x="2237" y="3505"/>
                  <a:pt x="2993" y="3743"/>
                  <a:pt x="3749" y="4254"/>
                </a:cubicBezTo>
                <a:cubicBezTo>
                  <a:pt x="4370" y="4673"/>
                  <a:pt x="5000" y="4878"/>
                  <a:pt x="5629" y="4878"/>
                </a:cubicBezTo>
                <a:cubicBezTo>
                  <a:pt x="6181" y="4878"/>
                  <a:pt x="6733" y="4721"/>
                  <a:pt x="7278" y="4411"/>
                </a:cubicBezTo>
                <a:cubicBezTo>
                  <a:pt x="7057" y="3372"/>
                  <a:pt x="6427" y="2427"/>
                  <a:pt x="5450" y="1922"/>
                </a:cubicBezTo>
                <a:cubicBezTo>
                  <a:pt x="5356" y="1859"/>
                  <a:pt x="5293" y="1765"/>
                  <a:pt x="5293" y="1639"/>
                </a:cubicBezTo>
                <a:lnTo>
                  <a:pt x="529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" name="Google Shape;818;p16"/>
          <p:cNvSpPr/>
          <p:nvPr/>
        </p:nvSpPr>
        <p:spPr>
          <a:xfrm>
            <a:off x="7965848" y="1295581"/>
            <a:ext cx="67241" cy="297955"/>
          </a:xfrm>
          <a:custGeom>
            <a:rect b="b" l="l" r="r" t="t"/>
            <a:pathLst>
              <a:path extrusionOk="0" h="9075" w="2048">
                <a:moveTo>
                  <a:pt x="1071" y="1"/>
                </a:moveTo>
                <a:cubicBezTo>
                  <a:pt x="882" y="1"/>
                  <a:pt x="725" y="158"/>
                  <a:pt x="725" y="347"/>
                </a:cubicBezTo>
                <a:lnTo>
                  <a:pt x="725" y="6554"/>
                </a:lnTo>
                <a:cubicBezTo>
                  <a:pt x="473" y="6900"/>
                  <a:pt x="0" y="7656"/>
                  <a:pt x="0" y="8034"/>
                </a:cubicBezTo>
                <a:cubicBezTo>
                  <a:pt x="0" y="8633"/>
                  <a:pt x="473" y="9074"/>
                  <a:pt x="1040" y="9074"/>
                </a:cubicBezTo>
                <a:cubicBezTo>
                  <a:pt x="1638" y="9074"/>
                  <a:pt x="2048" y="8602"/>
                  <a:pt x="2048" y="8034"/>
                </a:cubicBezTo>
                <a:cubicBezTo>
                  <a:pt x="2048" y="7656"/>
                  <a:pt x="1638" y="6900"/>
                  <a:pt x="1355" y="6554"/>
                </a:cubicBezTo>
                <a:lnTo>
                  <a:pt x="1355" y="347"/>
                </a:lnTo>
                <a:cubicBezTo>
                  <a:pt x="1386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" name="Google Shape;819;p16"/>
          <p:cNvSpPr/>
          <p:nvPr/>
        </p:nvSpPr>
        <p:spPr>
          <a:xfrm>
            <a:off x="7809638" y="1480747"/>
            <a:ext cx="388967" cy="203791"/>
          </a:xfrm>
          <a:custGeom>
            <a:rect b="b" l="l" r="r" t="t"/>
            <a:pathLst>
              <a:path extrusionOk="0" h="6207" w="11847">
                <a:moveTo>
                  <a:pt x="3939" y="662"/>
                </a:moveTo>
                <a:cubicBezTo>
                  <a:pt x="3876" y="914"/>
                  <a:pt x="3750" y="1134"/>
                  <a:pt x="3624" y="1323"/>
                </a:cubicBezTo>
                <a:cubicBezTo>
                  <a:pt x="3624" y="1386"/>
                  <a:pt x="3593" y="1418"/>
                  <a:pt x="3593" y="1481"/>
                </a:cubicBezTo>
                <a:cubicBezTo>
                  <a:pt x="3277" y="1292"/>
                  <a:pt x="2836" y="1229"/>
                  <a:pt x="2490" y="1229"/>
                </a:cubicBezTo>
                <a:cubicBezTo>
                  <a:pt x="1986" y="1229"/>
                  <a:pt x="1293" y="1386"/>
                  <a:pt x="1041" y="1859"/>
                </a:cubicBezTo>
                <a:cubicBezTo>
                  <a:pt x="915" y="2048"/>
                  <a:pt x="757" y="2111"/>
                  <a:pt x="568" y="2111"/>
                </a:cubicBezTo>
                <a:lnTo>
                  <a:pt x="568" y="1008"/>
                </a:lnTo>
                <a:cubicBezTo>
                  <a:pt x="568" y="819"/>
                  <a:pt x="726" y="662"/>
                  <a:pt x="915" y="662"/>
                </a:cubicBezTo>
                <a:close/>
                <a:moveTo>
                  <a:pt x="10681" y="662"/>
                </a:moveTo>
                <a:cubicBezTo>
                  <a:pt x="10870" y="662"/>
                  <a:pt x="11028" y="819"/>
                  <a:pt x="11028" y="1008"/>
                </a:cubicBezTo>
                <a:lnTo>
                  <a:pt x="11028" y="2111"/>
                </a:lnTo>
                <a:cubicBezTo>
                  <a:pt x="10870" y="2111"/>
                  <a:pt x="10681" y="2048"/>
                  <a:pt x="10555" y="1859"/>
                </a:cubicBezTo>
                <a:cubicBezTo>
                  <a:pt x="10335" y="1449"/>
                  <a:pt x="9894" y="1229"/>
                  <a:pt x="9452" y="1229"/>
                </a:cubicBezTo>
                <a:cubicBezTo>
                  <a:pt x="9011" y="1229"/>
                  <a:pt x="8602" y="1449"/>
                  <a:pt x="8350" y="1859"/>
                </a:cubicBezTo>
                <a:cubicBezTo>
                  <a:pt x="8318" y="1922"/>
                  <a:pt x="8224" y="2016"/>
                  <a:pt x="8192" y="2048"/>
                </a:cubicBezTo>
                <a:cubicBezTo>
                  <a:pt x="8161" y="1733"/>
                  <a:pt x="8003" y="1292"/>
                  <a:pt x="7657" y="662"/>
                </a:cubicBezTo>
                <a:close/>
                <a:moveTo>
                  <a:pt x="2332" y="2741"/>
                </a:moveTo>
                <a:cubicBezTo>
                  <a:pt x="2521" y="2741"/>
                  <a:pt x="2679" y="2899"/>
                  <a:pt x="2679" y="3119"/>
                </a:cubicBezTo>
                <a:cubicBezTo>
                  <a:pt x="2679" y="3308"/>
                  <a:pt x="2521" y="3466"/>
                  <a:pt x="2332" y="3466"/>
                </a:cubicBezTo>
                <a:cubicBezTo>
                  <a:pt x="2143" y="3466"/>
                  <a:pt x="1986" y="3308"/>
                  <a:pt x="1986" y="3119"/>
                </a:cubicBezTo>
                <a:cubicBezTo>
                  <a:pt x="1986" y="2899"/>
                  <a:pt x="2143" y="2741"/>
                  <a:pt x="2332" y="2741"/>
                </a:cubicBezTo>
                <a:close/>
                <a:moveTo>
                  <a:pt x="9295" y="2741"/>
                </a:moveTo>
                <a:cubicBezTo>
                  <a:pt x="9484" y="2741"/>
                  <a:pt x="9641" y="2899"/>
                  <a:pt x="9641" y="3119"/>
                </a:cubicBezTo>
                <a:cubicBezTo>
                  <a:pt x="9641" y="3308"/>
                  <a:pt x="9484" y="3466"/>
                  <a:pt x="9295" y="3466"/>
                </a:cubicBezTo>
                <a:cubicBezTo>
                  <a:pt x="9106" y="3466"/>
                  <a:pt x="8948" y="3308"/>
                  <a:pt x="8948" y="3119"/>
                </a:cubicBezTo>
                <a:cubicBezTo>
                  <a:pt x="8948" y="2899"/>
                  <a:pt x="9106" y="2741"/>
                  <a:pt x="9295" y="2741"/>
                </a:cubicBezTo>
                <a:close/>
                <a:moveTo>
                  <a:pt x="1608" y="4127"/>
                </a:moveTo>
                <a:cubicBezTo>
                  <a:pt x="1828" y="4127"/>
                  <a:pt x="1986" y="4285"/>
                  <a:pt x="1986" y="4474"/>
                </a:cubicBezTo>
                <a:cubicBezTo>
                  <a:pt x="1986" y="4694"/>
                  <a:pt x="1828" y="4852"/>
                  <a:pt x="1608" y="4852"/>
                </a:cubicBezTo>
                <a:cubicBezTo>
                  <a:pt x="1419" y="4852"/>
                  <a:pt x="1261" y="4694"/>
                  <a:pt x="1261" y="4474"/>
                </a:cubicBezTo>
                <a:cubicBezTo>
                  <a:pt x="1261" y="4285"/>
                  <a:pt x="1419" y="4127"/>
                  <a:pt x="1608" y="4127"/>
                </a:cubicBezTo>
                <a:close/>
                <a:moveTo>
                  <a:pt x="3025" y="4127"/>
                </a:moveTo>
                <a:cubicBezTo>
                  <a:pt x="3246" y="4127"/>
                  <a:pt x="3404" y="4285"/>
                  <a:pt x="3404" y="4474"/>
                </a:cubicBezTo>
                <a:cubicBezTo>
                  <a:pt x="3404" y="4694"/>
                  <a:pt x="3183" y="4852"/>
                  <a:pt x="3025" y="4852"/>
                </a:cubicBezTo>
                <a:cubicBezTo>
                  <a:pt x="2836" y="4852"/>
                  <a:pt x="2679" y="4694"/>
                  <a:pt x="2679" y="4474"/>
                </a:cubicBezTo>
                <a:cubicBezTo>
                  <a:pt x="2679" y="4285"/>
                  <a:pt x="2836" y="4127"/>
                  <a:pt x="3025" y="4127"/>
                </a:cubicBezTo>
                <a:close/>
                <a:moveTo>
                  <a:pt x="8602" y="4127"/>
                </a:moveTo>
                <a:cubicBezTo>
                  <a:pt x="8791" y="4127"/>
                  <a:pt x="8948" y="4285"/>
                  <a:pt x="8948" y="4474"/>
                </a:cubicBezTo>
                <a:cubicBezTo>
                  <a:pt x="8948" y="4694"/>
                  <a:pt x="8791" y="4852"/>
                  <a:pt x="8602" y="4852"/>
                </a:cubicBezTo>
                <a:cubicBezTo>
                  <a:pt x="8381" y="4852"/>
                  <a:pt x="8224" y="4694"/>
                  <a:pt x="8224" y="4474"/>
                </a:cubicBezTo>
                <a:cubicBezTo>
                  <a:pt x="8224" y="4285"/>
                  <a:pt x="8381" y="4127"/>
                  <a:pt x="8602" y="4127"/>
                </a:cubicBezTo>
                <a:close/>
                <a:moveTo>
                  <a:pt x="9957" y="4127"/>
                </a:moveTo>
                <a:cubicBezTo>
                  <a:pt x="10177" y="4127"/>
                  <a:pt x="10335" y="4285"/>
                  <a:pt x="10335" y="4474"/>
                </a:cubicBezTo>
                <a:cubicBezTo>
                  <a:pt x="10335" y="4694"/>
                  <a:pt x="10177" y="4852"/>
                  <a:pt x="9957" y="4852"/>
                </a:cubicBezTo>
                <a:cubicBezTo>
                  <a:pt x="9768" y="4852"/>
                  <a:pt x="9610" y="4694"/>
                  <a:pt x="9610" y="4474"/>
                </a:cubicBezTo>
                <a:cubicBezTo>
                  <a:pt x="9610" y="4285"/>
                  <a:pt x="9768" y="4127"/>
                  <a:pt x="9957" y="4127"/>
                </a:cubicBezTo>
                <a:close/>
                <a:moveTo>
                  <a:pt x="1041" y="0"/>
                </a:moveTo>
                <a:cubicBezTo>
                  <a:pt x="442" y="0"/>
                  <a:pt x="1" y="473"/>
                  <a:pt x="1" y="1008"/>
                </a:cubicBezTo>
                <a:lnTo>
                  <a:pt x="1" y="5860"/>
                </a:lnTo>
                <a:cubicBezTo>
                  <a:pt x="1" y="6049"/>
                  <a:pt x="159" y="6207"/>
                  <a:pt x="348" y="6207"/>
                </a:cubicBezTo>
                <a:lnTo>
                  <a:pt x="11500" y="6207"/>
                </a:lnTo>
                <a:cubicBezTo>
                  <a:pt x="11689" y="6207"/>
                  <a:pt x="11847" y="6049"/>
                  <a:pt x="11847" y="5860"/>
                </a:cubicBezTo>
                <a:lnTo>
                  <a:pt x="11847" y="1008"/>
                </a:lnTo>
                <a:cubicBezTo>
                  <a:pt x="11752" y="441"/>
                  <a:pt x="11280" y="0"/>
                  <a:pt x="10713" y="0"/>
                </a:cubicBezTo>
                <a:lnTo>
                  <a:pt x="7058" y="0"/>
                </a:lnTo>
                <a:cubicBezTo>
                  <a:pt x="6775" y="0"/>
                  <a:pt x="6617" y="315"/>
                  <a:pt x="6775" y="536"/>
                </a:cubicBezTo>
                <a:cubicBezTo>
                  <a:pt x="7342" y="1323"/>
                  <a:pt x="7594" y="1953"/>
                  <a:pt x="7594" y="2426"/>
                </a:cubicBezTo>
                <a:cubicBezTo>
                  <a:pt x="7594" y="2899"/>
                  <a:pt x="7405" y="3371"/>
                  <a:pt x="7027" y="3749"/>
                </a:cubicBezTo>
                <a:cubicBezTo>
                  <a:pt x="6686" y="4033"/>
                  <a:pt x="6243" y="4163"/>
                  <a:pt x="5813" y="4163"/>
                </a:cubicBezTo>
                <a:cubicBezTo>
                  <a:pt x="5766" y="4163"/>
                  <a:pt x="5719" y="4162"/>
                  <a:pt x="5672" y="4159"/>
                </a:cubicBezTo>
                <a:cubicBezTo>
                  <a:pt x="5168" y="4127"/>
                  <a:pt x="4695" y="3812"/>
                  <a:pt x="4443" y="3340"/>
                </a:cubicBezTo>
                <a:cubicBezTo>
                  <a:pt x="4128" y="2835"/>
                  <a:pt x="4097" y="2205"/>
                  <a:pt x="4349" y="1638"/>
                </a:cubicBezTo>
                <a:cubicBezTo>
                  <a:pt x="4506" y="1323"/>
                  <a:pt x="4695" y="945"/>
                  <a:pt x="4979" y="536"/>
                </a:cubicBezTo>
                <a:cubicBezTo>
                  <a:pt x="5136" y="315"/>
                  <a:pt x="4979" y="0"/>
                  <a:pt x="46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" name="Google Shape;820;p16"/>
          <p:cNvSpPr/>
          <p:nvPr/>
        </p:nvSpPr>
        <p:spPr>
          <a:xfrm>
            <a:off x="7810163" y="1959915"/>
            <a:ext cx="388967" cy="227595"/>
          </a:xfrm>
          <a:custGeom>
            <a:rect b="b" l="l" r="r" t="t"/>
            <a:pathLst>
              <a:path extrusionOk="0" h="6932" w="11847">
                <a:moveTo>
                  <a:pt x="7656" y="3466"/>
                </a:moveTo>
                <a:lnTo>
                  <a:pt x="7656" y="4852"/>
                </a:lnTo>
                <a:lnTo>
                  <a:pt x="6963" y="4852"/>
                </a:lnTo>
                <a:lnTo>
                  <a:pt x="6963" y="3466"/>
                </a:lnTo>
                <a:close/>
                <a:moveTo>
                  <a:pt x="9074" y="3466"/>
                </a:moveTo>
                <a:lnTo>
                  <a:pt x="9074" y="4852"/>
                </a:lnTo>
                <a:lnTo>
                  <a:pt x="8381" y="4852"/>
                </a:lnTo>
                <a:lnTo>
                  <a:pt x="8381" y="3466"/>
                </a:lnTo>
                <a:close/>
                <a:moveTo>
                  <a:pt x="10460" y="3435"/>
                </a:moveTo>
                <a:lnTo>
                  <a:pt x="10460" y="4852"/>
                </a:lnTo>
                <a:lnTo>
                  <a:pt x="9735" y="4852"/>
                </a:lnTo>
                <a:lnTo>
                  <a:pt x="9735" y="3466"/>
                </a:lnTo>
                <a:lnTo>
                  <a:pt x="10114" y="3466"/>
                </a:lnTo>
                <a:cubicBezTo>
                  <a:pt x="10208" y="3466"/>
                  <a:pt x="10334" y="3466"/>
                  <a:pt x="10460" y="3435"/>
                </a:cubicBezTo>
                <a:close/>
                <a:moveTo>
                  <a:pt x="10114" y="1"/>
                </a:moveTo>
                <a:cubicBezTo>
                  <a:pt x="9515" y="1"/>
                  <a:pt x="9042" y="442"/>
                  <a:pt x="8633" y="788"/>
                </a:cubicBezTo>
                <a:cubicBezTo>
                  <a:pt x="8318" y="1103"/>
                  <a:pt x="8034" y="1387"/>
                  <a:pt x="7656" y="1387"/>
                </a:cubicBezTo>
                <a:cubicBezTo>
                  <a:pt x="7404" y="1387"/>
                  <a:pt x="7121" y="1229"/>
                  <a:pt x="7026" y="946"/>
                </a:cubicBezTo>
                <a:cubicBezTo>
                  <a:pt x="6974" y="815"/>
                  <a:pt x="6855" y="749"/>
                  <a:pt x="6708" y="749"/>
                </a:cubicBezTo>
                <a:cubicBezTo>
                  <a:pt x="6679" y="749"/>
                  <a:pt x="6648" y="752"/>
                  <a:pt x="6617" y="757"/>
                </a:cubicBezTo>
                <a:cubicBezTo>
                  <a:pt x="6018" y="914"/>
                  <a:pt x="5577" y="1481"/>
                  <a:pt x="5577" y="2080"/>
                </a:cubicBezTo>
                <a:cubicBezTo>
                  <a:pt x="5577" y="2616"/>
                  <a:pt x="5860" y="3025"/>
                  <a:pt x="6301" y="3277"/>
                </a:cubicBezTo>
                <a:lnTo>
                  <a:pt x="6301" y="4758"/>
                </a:lnTo>
                <a:cubicBezTo>
                  <a:pt x="6238" y="4758"/>
                  <a:pt x="6207" y="4726"/>
                  <a:pt x="6144" y="4726"/>
                </a:cubicBezTo>
                <a:lnTo>
                  <a:pt x="4443" y="3813"/>
                </a:lnTo>
                <a:cubicBezTo>
                  <a:pt x="4002" y="3592"/>
                  <a:pt x="3498" y="3466"/>
                  <a:pt x="2993" y="3466"/>
                </a:cubicBezTo>
                <a:lnTo>
                  <a:pt x="347" y="3466"/>
                </a:lnTo>
                <a:cubicBezTo>
                  <a:pt x="158" y="3466"/>
                  <a:pt x="0" y="3624"/>
                  <a:pt x="0" y="3813"/>
                </a:cubicBezTo>
                <a:lnTo>
                  <a:pt x="0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2993" y="5546"/>
                </a:lnTo>
                <a:cubicBezTo>
                  <a:pt x="3371" y="5546"/>
                  <a:pt x="3781" y="5672"/>
                  <a:pt x="4128" y="5829"/>
                </a:cubicBezTo>
                <a:lnTo>
                  <a:pt x="5829" y="6743"/>
                </a:lnTo>
                <a:cubicBezTo>
                  <a:pt x="6049" y="6869"/>
                  <a:pt x="6364" y="6932"/>
                  <a:pt x="6648" y="6932"/>
                </a:cubicBezTo>
                <a:lnTo>
                  <a:pt x="10807" y="6932"/>
                </a:lnTo>
                <a:cubicBezTo>
                  <a:pt x="11405" y="6932"/>
                  <a:pt x="11846" y="6459"/>
                  <a:pt x="11846" y="5924"/>
                </a:cubicBezTo>
                <a:cubicBezTo>
                  <a:pt x="11846" y="5483"/>
                  <a:pt x="11563" y="5073"/>
                  <a:pt x="11122" y="4915"/>
                </a:cubicBezTo>
                <a:lnTo>
                  <a:pt x="11122" y="3120"/>
                </a:lnTo>
                <a:cubicBezTo>
                  <a:pt x="11563" y="2805"/>
                  <a:pt x="11846" y="2301"/>
                  <a:pt x="11846" y="1733"/>
                </a:cubicBezTo>
                <a:cubicBezTo>
                  <a:pt x="11846" y="788"/>
                  <a:pt x="11059" y="1"/>
                  <a:pt x="101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" name="Google Shape;821;p16"/>
          <p:cNvSpPr/>
          <p:nvPr/>
        </p:nvSpPr>
        <p:spPr>
          <a:xfrm>
            <a:off x="7809113" y="1799602"/>
            <a:ext cx="390017" cy="160354"/>
          </a:xfrm>
          <a:custGeom>
            <a:rect b="b" l="l" r="r" t="t"/>
            <a:pathLst>
              <a:path extrusionOk="0" h="4884" w="11879">
                <a:moveTo>
                  <a:pt x="10839" y="1702"/>
                </a:moveTo>
                <a:cubicBezTo>
                  <a:pt x="11028" y="1702"/>
                  <a:pt x="11185" y="1859"/>
                  <a:pt x="11185" y="2048"/>
                </a:cubicBezTo>
                <a:cubicBezTo>
                  <a:pt x="11154" y="2269"/>
                  <a:pt x="10996" y="2426"/>
                  <a:pt x="10839" y="2426"/>
                </a:cubicBezTo>
                <a:lnTo>
                  <a:pt x="10492" y="2426"/>
                </a:lnTo>
                <a:lnTo>
                  <a:pt x="10492" y="1702"/>
                </a:lnTo>
                <a:close/>
                <a:moveTo>
                  <a:pt x="726" y="725"/>
                </a:moveTo>
                <a:lnTo>
                  <a:pt x="1419" y="757"/>
                </a:lnTo>
                <a:lnTo>
                  <a:pt x="1419" y="4002"/>
                </a:lnTo>
                <a:lnTo>
                  <a:pt x="726" y="4096"/>
                </a:lnTo>
                <a:lnTo>
                  <a:pt x="726" y="725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4537"/>
                </a:lnTo>
                <a:cubicBezTo>
                  <a:pt x="1" y="4726"/>
                  <a:pt x="221" y="4884"/>
                  <a:pt x="411" y="4884"/>
                </a:cubicBezTo>
                <a:lnTo>
                  <a:pt x="9578" y="3592"/>
                </a:lnTo>
                <a:cubicBezTo>
                  <a:pt x="9862" y="3561"/>
                  <a:pt x="10083" y="3403"/>
                  <a:pt x="10240" y="3151"/>
                </a:cubicBezTo>
                <a:lnTo>
                  <a:pt x="10807" y="3151"/>
                </a:lnTo>
                <a:cubicBezTo>
                  <a:pt x="11406" y="3151"/>
                  <a:pt x="11815" y="2678"/>
                  <a:pt x="11815" y="2143"/>
                </a:cubicBezTo>
                <a:cubicBezTo>
                  <a:pt x="11878" y="1513"/>
                  <a:pt x="11406" y="1040"/>
                  <a:pt x="10839" y="1040"/>
                </a:cubicBezTo>
                <a:lnTo>
                  <a:pt x="10240" y="1040"/>
                </a:lnTo>
                <a:cubicBezTo>
                  <a:pt x="10083" y="788"/>
                  <a:pt x="9831" y="694"/>
                  <a:pt x="9515" y="631"/>
                </a:cubicBezTo>
                <a:lnTo>
                  <a:pt x="3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" name="Google Shape;822;p16"/>
          <p:cNvSpPr/>
          <p:nvPr/>
        </p:nvSpPr>
        <p:spPr>
          <a:xfrm>
            <a:off x="7845365" y="2295107"/>
            <a:ext cx="318607" cy="388967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" name="Google Shape;823;p16"/>
          <p:cNvSpPr/>
          <p:nvPr/>
        </p:nvSpPr>
        <p:spPr>
          <a:xfrm>
            <a:off x="6496400" y="2987153"/>
            <a:ext cx="68324" cy="67274"/>
          </a:xfrm>
          <a:custGeom>
            <a:rect b="b" l="l" r="r" t="t"/>
            <a:pathLst>
              <a:path extrusionOk="0" h="2049" w="2081">
                <a:moveTo>
                  <a:pt x="1041" y="1"/>
                </a:moveTo>
                <a:cubicBezTo>
                  <a:pt x="505" y="1"/>
                  <a:pt x="32" y="473"/>
                  <a:pt x="32" y="1040"/>
                </a:cubicBezTo>
                <a:cubicBezTo>
                  <a:pt x="1" y="1576"/>
                  <a:pt x="473" y="2049"/>
                  <a:pt x="1041" y="2049"/>
                </a:cubicBezTo>
                <a:cubicBezTo>
                  <a:pt x="1639" y="2049"/>
                  <a:pt x="2080" y="1576"/>
                  <a:pt x="2080" y="1040"/>
                </a:cubicBezTo>
                <a:cubicBezTo>
                  <a:pt x="2080" y="442"/>
                  <a:pt x="160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" name="Google Shape;824;p16"/>
          <p:cNvSpPr/>
          <p:nvPr/>
        </p:nvSpPr>
        <p:spPr>
          <a:xfrm>
            <a:off x="6344360" y="2824771"/>
            <a:ext cx="380693" cy="388967"/>
          </a:xfrm>
          <a:custGeom>
            <a:rect b="b" l="l" r="r" t="t"/>
            <a:pathLst>
              <a:path extrusionOk="0" h="11847" w="11595">
                <a:moveTo>
                  <a:pt x="5672" y="757"/>
                </a:moveTo>
                <a:cubicBezTo>
                  <a:pt x="6144" y="757"/>
                  <a:pt x="6680" y="1544"/>
                  <a:pt x="7026" y="2710"/>
                </a:cubicBezTo>
                <a:cubicBezTo>
                  <a:pt x="6585" y="2867"/>
                  <a:pt x="6176" y="3025"/>
                  <a:pt x="5672" y="3214"/>
                </a:cubicBezTo>
                <a:cubicBezTo>
                  <a:pt x="5262" y="3025"/>
                  <a:pt x="4789" y="2836"/>
                  <a:pt x="4348" y="2710"/>
                </a:cubicBezTo>
                <a:cubicBezTo>
                  <a:pt x="4695" y="1481"/>
                  <a:pt x="5199" y="757"/>
                  <a:pt x="5672" y="757"/>
                </a:cubicBezTo>
                <a:close/>
                <a:moveTo>
                  <a:pt x="4191" y="3372"/>
                </a:moveTo>
                <a:cubicBezTo>
                  <a:pt x="4411" y="3466"/>
                  <a:pt x="4632" y="3529"/>
                  <a:pt x="4852" y="3624"/>
                </a:cubicBezTo>
                <a:cubicBezTo>
                  <a:pt x="4159" y="3970"/>
                  <a:pt x="4726" y="3655"/>
                  <a:pt x="4065" y="4096"/>
                </a:cubicBezTo>
                <a:lnTo>
                  <a:pt x="4191" y="3372"/>
                </a:lnTo>
                <a:close/>
                <a:moveTo>
                  <a:pt x="7184" y="3372"/>
                </a:moveTo>
                <a:lnTo>
                  <a:pt x="7310" y="4096"/>
                </a:lnTo>
                <a:cubicBezTo>
                  <a:pt x="6585" y="3655"/>
                  <a:pt x="7184" y="4002"/>
                  <a:pt x="6522" y="3624"/>
                </a:cubicBezTo>
                <a:cubicBezTo>
                  <a:pt x="6743" y="3529"/>
                  <a:pt x="6995" y="3466"/>
                  <a:pt x="7184" y="3372"/>
                </a:cubicBezTo>
                <a:close/>
                <a:moveTo>
                  <a:pt x="9191" y="3001"/>
                </a:moveTo>
                <a:cubicBezTo>
                  <a:pt x="9631" y="3001"/>
                  <a:pt x="10026" y="3084"/>
                  <a:pt x="10177" y="3340"/>
                </a:cubicBezTo>
                <a:cubicBezTo>
                  <a:pt x="10208" y="3435"/>
                  <a:pt x="10240" y="3529"/>
                  <a:pt x="10208" y="3655"/>
                </a:cubicBezTo>
                <a:cubicBezTo>
                  <a:pt x="9925" y="3687"/>
                  <a:pt x="9673" y="3907"/>
                  <a:pt x="9515" y="4159"/>
                </a:cubicBezTo>
                <a:cubicBezTo>
                  <a:pt x="9358" y="4474"/>
                  <a:pt x="9295" y="4852"/>
                  <a:pt x="9452" y="5104"/>
                </a:cubicBezTo>
                <a:cubicBezTo>
                  <a:pt x="9358" y="5230"/>
                  <a:pt x="9263" y="5356"/>
                  <a:pt x="9137" y="5482"/>
                </a:cubicBezTo>
                <a:cubicBezTo>
                  <a:pt x="8791" y="5167"/>
                  <a:pt x="8444" y="4884"/>
                  <a:pt x="8034" y="4600"/>
                </a:cubicBezTo>
                <a:cubicBezTo>
                  <a:pt x="8003" y="4128"/>
                  <a:pt x="7940" y="3655"/>
                  <a:pt x="7845" y="3183"/>
                </a:cubicBezTo>
                <a:cubicBezTo>
                  <a:pt x="8174" y="3100"/>
                  <a:pt x="8710" y="3001"/>
                  <a:pt x="9191" y="3001"/>
                </a:cubicBezTo>
                <a:close/>
                <a:moveTo>
                  <a:pt x="2994" y="3119"/>
                </a:moveTo>
                <a:cubicBezTo>
                  <a:pt x="3151" y="3151"/>
                  <a:pt x="3309" y="3151"/>
                  <a:pt x="3466" y="3214"/>
                </a:cubicBezTo>
                <a:cubicBezTo>
                  <a:pt x="3403" y="3655"/>
                  <a:pt x="3309" y="4128"/>
                  <a:pt x="3277" y="4632"/>
                </a:cubicBezTo>
                <a:cubicBezTo>
                  <a:pt x="2899" y="4915"/>
                  <a:pt x="2490" y="5230"/>
                  <a:pt x="2174" y="5514"/>
                </a:cubicBezTo>
                <a:cubicBezTo>
                  <a:pt x="1733" y="5010"/>
                  <a:pt x="851" y="3939"/>
                  <a:pt x="1166" y="3340"/>
                </a:cubicBezTo>
                <a:cubicBezTo>
                  <a:pt x="1198" y="3277"/>
                  <a:pt x="1261" y="3183"/>
                  <a:pt x="1387" y="3151"/>
                </a:cubicBezTo>
                <a:cubicBezTo>
                  <a:pt x="1576" y="3372"/>
                  <a:pt x="1859" y="3529"/>
                  <a:pt x="2174" y="3529"/>
                </a:cubicBezTo>
                <a:cubicBezTo>
                  <a:pt x="2521" y="3529"/>
                  <a:pt x="2836" y="3372"/>
                  <a:pt x="2994" y="3119"/>
                </a:cubicBezTo>
                <a:close/>
                <a:moveTo>
                  <a:pt x="3277" y="5482"/>
                </a:moveTo>
                <a:lnTo>
                  <a:pt x="3277" y="5482"/>
                </a:lnTo>
                <a:cubicBezTo>
                  <a:pt x="3246" y="6144"/>
                  <a:pt x="3246" y="5986"/>
                  <a:pt x="3277" y="6428"/>
                </a:cubicBezTo>
                <a:cubicBezTo>
                  <a:pt x="3088" y="6270"/>
                  <a:pt x="2899" y="6112"/>
                  <a:pt x="2742" y="5955"/>
                </a:cubicBezTo>
                <a:cubicBezTo>
                  <a:pt x="2899" y="5797"/>
                  <a:pt x="3088" y="5640"/>
                  <a:pt x="3277" y="5482"/>
                </a:cubicBezTo>
                <a:close/>
                <a:moveTo>
                  <a:pt x="8097" y="5514"/>
                </a:moveTo>
                <a:cubicBezTo>
                  <a:pt x="8286" y="5671"/>
                  <a:pt x="8475" y="5829"/>
                  <a:pt x="8633" y="5986"/>
                </a:cubicBezTo>
                <a:cubicBezTo>
                  <a:pt x="8475" y="6144"/>
                  <a:pt x="8286" y="6301"/>
                  <a:pt x="8097" y="6459"/>
                </a:cubicBezTo>
                <a:lnTo>
                  <a:pt x="8097" y="5514"/>
                </a:lnTo>
                <a:close/>
                <a:moveTo>
                  <a:pt x="5703" y="4002"/>
                </a:moveTo>
                <a:cubicBezTo>
                  <a:pt x="6333" y="4317"/>
                  <a:pt x="6743" y="4569"/>
                  <a:pt x="7373" y="5010"/>
                </a:cubicBezTo>
                <a:cubicBezTo>
                  <a:pt x="7436" y="5671"/>
                  <a:pt x="7436" y="6238"/>
                  <a:pt x="7373" y="6963"/>
                </a:cubicBezTo>
                <a:cubicBezTo>
                  <a:pt x="6837" y="7310"/>
                  <a:pt x="6333" y="7625"/>
                  <a:pt x="5703" y="7940"/>
                </a:cubicBezTo>
                <a:cubicBezTo>
                  <a:pt x="5073" y="7625"/>
                  <a:pt x="4537" y="7373"/>
                  <a:pt x="4002" y="6963"/>
                </a:cubicBezTo>
                <a:cubicBezTo>
                  <a:pt x="3907" y="6270"/>
                  <a:pt x="3907" y="5671"/>
                  <a:pt x="4002" y="5010"/>
                </a:cubicBezTo>
                <a:cubicBezTo>
                  <a:pt x="4600" y="4600"/>
                  <a:pt x="5041" y="4317"/>
                  <a:pt x="5703" y="4002"/>
                </a:cubicBezTo>
                <a:close/>
                <a:moveTo>
                  <a:pt x="4065" y="7845"/>
                </a:moveTo>
                <a:cubicBezTo>
                  <a:pt x="4506" y="8097"/>
                  <a:pt x="4254" y="8003"/>
                  <a:pt x="4852" y="8318"/>
                </a:cubicBezTo>
                <a:cubicBezTo>
                  <a:pt x="4632" y="8381"/>
                  <a:pt x="4380" y="8507"/>
                  <a:pt x="4191" y="8538"/>
                </a:cubicBezTo>
                <a:lnTo>
                  <a:pt x="4065" y="7845"/>
                </a:lnTo>
                <a:close/>
                <a:moveTo>
                  <a:pt x="7278" y="7845"/>
                </a:moveTo>
                <a:cubicBezTo>
                  <a:pt x="7247" y="8066"/>
                  <a:pt x="7215" y="8318"/>
                  <a:pt x="7152" y="8538"/>
                </a:cubicBezTo>
                <a:cubicBezTo>
                  <a:pt x="6900" y="8475"/>
                  <a:pt x="6711" y="8381"/>
                  <a:pt x="6491" y="8318"/>
                </a:cubicBezTo>
                <a:cubicBezTo>
                  <a:pt x="6837" y="8097"/>
                  <a:pt x="6869" y="8097"/>
                  <a:pt x="7278" y="7845"/>
                </a:cubicBezTo>
                <a:close/>
                <a:moveTo>
                  <a:pt x="2237" y="6459"/>
                </a:moveTo>
                <a:cubicBezTo>
                  <a:pt x="2584" y="6774"/>
                  <a:pt x="2931" y="7058"/>
                  <a:pt x="3340" y="7310"/>
                </a:cubicBezTo>
                <a:cubicBezTo>
                  <a:pt x="3372" y="7845"/>
                  <a:pt x="3435" y="8255"/>
                  <a:pt x="3529" y="8727"/>
                </a:cubicBezTo>
                <a:cubicBezTo>
                  <a:pt x="3008" y="8861"/>
                  <a:pt x="2544" y="8927"/>
                  <a:pt x="2165" y="8927"/>
                </a:cubicBezTo>
                <a:cubicBezTo>
                  <a:pt x="1650" y="8927"/>
                  <a:pt x="1293" y="8806"/>
                  <a:pt x="1166" y="8570"/>
                </a:cubicBezTo>
                <a:cubicBezTo>
                  <a:pt x="851" y="8003"/>
                  <a:pt x="1733" y="6932"/>
                  <a:pt x="2237" y="6459"/>
                </a:cubicBezTo>
                <a:close/>
                <a:moveTo>
                  <a:pt x="9137" y="6459"/>
                </a:moveTo>
                <a:cubicBezTo>
                  <a:pt x="9610" y="6932"/>
                  <a:pt x="10523" y="8003"/>
                  <a:pt x="10177" y="8570"/>
                </a:cubicBezTo>
                <a:cubicBezTo>
                  <a:pt x="10032" y="8806"/>
                  <a:pt x="9678" y="8927"/>
                  <a:pt x="9169" y="8927"/>
                </a:cubicBezTo>
                <a:cubicBezTo>
                  <a:pt x="8794" y="8927"/>
                  <a:pt x="8335" y="8861"/>
                  <a:pt x="7814" y="8727"/>
                </a:cubicBezTo>
                <a:cubicBezTo>
                  <a:pt x="7940" y="8318"/>
                  <a:pt x="8003" y="7845"/>
                  <a:pt x="8034" y="7310"/>
                </a:cubicBezTo>
                <a:cubicBezTo>
                  <a:pt x="8444" y="7058"/>
                  <a:pt x="8822" y="6743"/>
                  <a:pt x="9137" y="6459"/>
                </a:cubicBezTo>
                <a:close/>
                <a:moveTo>
                  <a:pt x="5640" y="8696"/>
                </a:moveTo>
                <a:cubicBezTo>
                  <a:pt x="6081" y="8885"/>
                  <a:pt x="6554" y="9074"/>
                  <a:pt x="6995" y="9200"/>
                </a:cubicBezTo>
                <a:cubicBezTo>
                  <a:pt x="6680" y="10429"/>
                  <a:pt x="6176" y="11185"/>
                  <a:pt x="5672" y="11185"/>
                </a:cubicBezTo>
                <a:cubicBezTo>
                  <a:pt x="5609" y="11185"/>
                  <a:pt x="5482" y="11090"/>
                  <a:pt x="5356" y="11059"/>
                </a:cubicBezTo>
                <a:cubicBezTo>
                  <a:pt x="5482" y="10775"/>
                  <a:pt x="5451" y="10460"/>
                  <a:pt x="5293" y="10177"/>
                </a:cubicBezTo>
                <a:cubicBezTo>
                  <a:pt x="5136" y="9862"/>
                  <a:pt x="4821" y="9736"/>
                  <a:pt x="4474" y="9673"/>
                </a:cubicBezTo>
                <a:cubicBezTo>
                  <a:pt x="4411" y="9515"/>
                  <a:pt x="4348" y="9357"/>
                  <a:pt x="4317" y="9200"/>
                </a:cubicBezTo>
                <a:cubicBezTo>
                  <a:pt x="4726" y="9042"/>
                  <a:pt x="5167" y="8885"/>
                  <a:pt x="5640" y="8696"/>
                </a:cubicBezTo>
                <a:close/>
                <a:moveTo>
                  <a:pt x="5640" y="1"/>
                </a:moveTo>
                <a:cubicBezTo>
                  <a:pt x="4758" y="1"/>
                  <a:pt x="4065" y="1072"/>
                  <a:pt x="3655" y="2489"/>
                </a:cubicBezTo>
                <a:cubicBezTo>
                  <a:pt x="3498" y="2426"/>
                  <a:pt x="3340" y="2395"/>
                  <a:pt x="3214" y="2395"/>
                </a:cubicBezTo>
                <a:cubicBezTo>
                  <a:pt x="3183" y="1859"/>
                  <a:pt x="2742" y="1418"/>
                  <a:pt x="2174" y="1418"/>
                </a:cubicBezTo>
                <a:cubicBezTo>
                  <a:pt x="1607" y="1418"/>
                  <a:pt x="1166" y="1891"/>
                  <a:pt x="1166" y="2426"/>
                </a:cubicBezTo>
                <a:cubicBezTo>
                  <a:pt x="883" y="2552"/>
                  <a:pt x="694" y="2710"/>
                  <a:pt x="568" y="2962"/>
                </a:cubicBezTo>
                <a:cubicBezTo>
                  <a:pt x="32" y="3907"/>
                  <a:pt x="977" y="5104"/>
                  <a:pt x="1702" y="5892"/>
                </a:cubicBezTo>
                <a:cubicBezTo>
                  <a:pt x="946" y="6743"/>
                  <a:pt x="1" y="8003"/>
                  <a:pt x="568" y="8885"/>
                </a:cubicBezTo>
                <a:cubicBezTo>
                  <a:pt x="879" y="9433"/>
                  <a:pt x="1519" y="9600"/>
                  <a:pt x="2210" y="9600"/>
                </a:cubicBezTo>
                <a:cubicBezTo>
                  <a:pt x="2710" y="9600"/>
                  <a:pt x="3237" y="9513"/>
                  <a:pt x="3687" y="9420"/>
                </a:cubicBezTo>
                <a:cubicBezTo>
                  <a:pt x="3718" y="9578"/>
                  <a:pt x="3750" y="9673"/>
                  <a:pt x="3844" y="9830"/>
                </a:cubicBezTo>
                <a:cubicBezTo>
                  <a:pt x="3403" y="10145"/>
                  <a:pt x="3246" y="10744"/>
                  <a:pt x="3529" y="11216"/>
                </a:cubicBezTo>
                <a:cubicBezTo>
                  <a:pt x="3718" y="11531"/>
                  <a:pt x="4065" y="11720"/>
                  <a:pt x="4411" y="11720"/>
                </a:cubicBezTo>
                <a:cubicBezTo>
                  <a:pt x="4600" y="11720"/>
                  <a:pt x="4789" y="11689"/>
                  <a:pt x="4947" y="11563"/>
                </a:cubicBezTo>
                <a:cubicBezTo>
                  <a:pt x="5167" y="11720"/>
                  <a:pt x="5419" y="11846"/>
                  <a:pt x="5703" y="11846"/>
                </a:cubicBezTo>
                <a:cubicBezTo>
                  <a:pt x="6585" y="11846"/>
                  <a:pt x="7278" y="10775"/>
                  <a:pt x="7688" y="9357"/>
                </a:cubicBezTo>
                <a:cubicBezTo>
                  <a:pt x="8143" y="9478"/>
                  <a:pt x="8678" y="9576"/>
                  <a:pt x="9184" y="9576"/>
                </a:cubicBezTo>
                <a:cubicBezTo>
                  <a:pt x="9868" y="9576"/>
                  <a:pt x="10499" y="9397"/>
                  <a:pt x="10807" y="8853"/>
                </a:cubicBezTo>
                <a:cubicBezTo>
                  <a:pt x="11374" y="7908"/>
                  <a:pt x="10429" y="6680"/>
                  <a:pt x="9673" y="5892"/>
                </a:cubicBezTo>
                <a:cubicBezTo>
                  <a:pt x="9799" y="5797"/>
                  <a:pt x="9862" y="5671"/>
                  <a:pt x="9988" y="5545"/>
                </a:cubicBezTo>
                <a:cubicBezTo>
                  <a:pt x="10145" y="5640"/>
                  <a:pt x="10271" y="5671"/>
                  <a:pt x="10429" y="5671"/>
                </a:cubicBezTo>
                <a:cubicBezTo>
                  <a:pt x="10775" y="5671"/>
                  <a:pt x="11122" y="5482"/>
                  <a:pt x="11311" y="5167"/>
                </a:cubicBezTo>
                <a:cubicBezTo>
                  <a:pt x="11594" y="4632"/>
                  <a:pt x="11437" y="4002"/>
                  <a:pt x="10933" y="3750"/>
                </a:cubicBezTo>
                <a:cubicBezTo>
                  <a:pt x="10964" y="3466"/>
                  <a:pt x="10901" y="3183"/>
                  <a:pt x="10775" y="2962"/>
                </a:cubicBezTo>
                <a:cubicBezTo>
                  <a:pt x="10457" y="2432"/>
                  <a:pt x="9842" y="2259"/>
                  <a:pt x="9179" y="2259"/>
                </a:cubicBezTo>
                <a:cubicBezTo>
                  <a:pt x="8661" y="2259"/>
                  <a:pt x="8113" y="2365"/>
                  <a:pt x="7656" y="2489"/>
                </a:cubicBezTo>
                <a:cubicBezTo>
                  <a:pt x="7278" y="1072"/>
                  <a:pt x="6585" y="1"/>
                  <a:pt x="56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" name="Google Shape;825;p16"/>
          <p:cNvSpPr/>
          <p:nvPr/>
        </p:nvSpPr>
        <p:spPr>
          <a:xfrm>
            <a:off x="6489703" y="3398785"/>
            <a:ext cx="91045" cy="45243"/>
          </a:xfrm>
          <a:custGeom>
            <a:rect b="b" l="l" r="r" t="t"/>
            <a:pathLst>
              <a:path extrusionOk="0" h="1378" w="2773">
                <a:moveTo>
                  <a:pt x="1387" y="0"/>
                </a:moveTo>
                <a:cubicBezTo>
                  <a:pt x="788" y="0"/>
                  <a:pt x="284" y="347"/>
                  <a:pt x="95" y="914"/>
                </a:cubicBezTo>
                <a:cubicBezTo>
                  <a:pt x="0" y="1071"/>
                  <a:pt x="95" y="1260"/>
                  <a:pt x="284" y="1355"/>
                </a:cubicBezTo>
                <a:cubicBezTo>
                  <a:pt x="318" y="1366"/>
                  <a:pt x="352" y="1371"/>
                  <a:pt x="385" y="1371"/>
                </a:cubicBezTo>
                <a:cubicBezTo>
                  <a:pt x="537" y="1371"/>
                  <a:pt x="673" y="1263"/>
                  <a:pt x="725" y="1134"/>
                </a:cubicBezTo>
                <a:cubicBezTo>
                  <a:pt x="788" y="882"/>
                  <a:pt x="1072" y="662"/>
                  <a:pt x="1387" y="662"/>
                </a:cubicBezTo>
                <a:cubicBezTo>
                  <a:pt x="1702" y="662"/>
                  <a:pt x="1922" y="882"/>
                  <a:pt x="2048" y="1134"/>
                </a:cubicBezTo>
                <a:cubicBezTo>
                  <a:pt x="2120" y="1301"/>
                  <a:pt x="2246" y="1378"/>
                  <a:pt x="2371" y="1378"/>
                </a:cubicBezTo>
                <a:cubicBezTo>
                  <a:pt x="2411" y="1378"/>
                  <a:pt x="2451" y="1370"/>
                  <a:pt x="2489" y="1355"/>
                </a:cubicBezTo>
                <a:cubicBezTo>
                  <a:pt x="2678" y="1260"/>
                  <a:pt x="2773" y="1071"/>
                  <a:pt x="2678" y="914"/>
                </a:cubicBezTo>
                <a:cubicBezTo>
                  <a:pt x="2489" y="347"/>
                  <a:pt x="198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" name="Google Shape;826;p16"/>
          <p:cNvSpPr/>
          <p:nvPr/>
        </p:nvSpPr>
        <p:spPr>
          <a:xfrm>
            <a:off x="6353159" y="3353249"/>
            <a:ext cx="363095" cy="387949"/>
          </a:xfrm>
          <a:custGeom>
            <a:rect b="b" l="l" r="r" t="t"/>
            <a:pathLst>
              <a:path extrusionOk="0" h="11816" w="11059">
                <a:moveTo>
                  <a:pt x="5546" y="694"/>
                </a:moveTo>
                <a:cubicBezTo>
                  <a:pt x="6743" y="694"/>
                  <a:pt x="7625" y="1608"/>
                  <a:pt x="7625" y="2773"/>
                </a:cubicBezTo>
                <a:lnTo>
                  <a:pt x="7625" y="3120"/>
                </a:lnTo>
                <a:cubicBezTo>
                  <a:pt x="7625" y="3309"/>
                  <a:pt x="7467" y="3466"/>
                  <a:pt x="7278" y="3466"/>
                </a:cubicBezTo>
                <a:lnTo>
                  <a:pt x="5892" y="3466"/>
                </a:lnTo>
                <a:lnTo>
                  <a:pt x="5892" y="3120"/>
                </a:lnTo>
                <a:cubicBezTo>
                  <a:pt x="5892" y="2931"/>
                  <a:pt x="5735" y="2773"/>
                  <a:pt x="5546" y="2773"/>
                </a:cubicBezTo>
                <a:cubicBezTo>
                  <a:pt x="5357" y="2773"/>
                  <a:pt x="5199" y="2931"/>
                  <a:pt x="5199" y="3120"/>
                </a:cubicBezTo>
                <a:lnTo>
                  <a:pt x="5199" y="3466"/>
                </a:lnTo>
                <a:lnTo>
                  <a:pt x="3813" y="3466"/>
                </a:lnTo>
                <a:cubicBezTo>
                  <a:pt x="3624" y="3466"/>
                  <a:pt x="3466" y="3309"/>
                  <a:pt x="3466" y="3120"/>
                </a:cubicBezTo>
                <a:lnTo>
                  <a:pt x="3466" y="2773"/>
                </a:lnTo>
                <a:cubicBezTo>
                  <a:pt x="3466" y="1639"/>
                  <a:pt x="4411" y="694"/>
                  <a:pt x="5546" y="694"/>
                </a:cubicBezTo>
                <a:close/>
                <a:moveTo>
                  <a:pt x="7940" y="4821"/>
                </a:moveTo>
                <a:cubicBezTo>
                  <a:pt x="8160" y="4821"/>
                  <a:pt x="8318" y="4979"/>
                  <a:pt x="8318" y="5168"/>
                </a:cubicBezTo>
                <a:cubicBezTo>
                  <a:pt x="8318" y="5357"/>
                  <a:pt x="8160" y="5514"/>
                  <a:pt x="7940" y="5514"/>
                </a:cubicBezTo>
                <a:lnTo>
                  <a:pt x="3088" y="5514"/>
                </a:lnTo>
                <a:cubicBezTo>
                  <a:pt x="2899" y="5514"/>
                  <a:pt x="2742" y="5357"/>
                  <a:pt x="2742" y="5168"/>
                </a:cubicBezTo>
                <a:cubicBezTo>
                  <a:pt x="2742" y="4979"/>
                  <a:pt x="2899" y="4821"/>
                  <a:pt x="3088" y="4821"/>
                </a:cubicBezTo>
                <a:close/>
                <a:moveTo>
                  <a:pt x="4128" y="6932"/>
                </a:moveTo>
                <a:cubicBezTo>
                  <a:pt x="4317" y="6932"/>
                  <a:pt x="4474" y="7089"/>
                  <a:pt x="4474" y="7310"/>
                </a:cubicBezTo>
                <a:cubicBezTo>
                  <a:pt x="4474" y="7499"/>
                  <a:pt x="4317" y="7656"/>
                  <a:pt x="4128" y="7656"/>
                </a:cubicBezTo>
                <a:lnTo>
                  <a:pt x="3088" y="7656"/>
                </a:lnTo>
                <a:cubicBezTo>
                  <a:pt x="2899" y="7656"/>
                  <a:pt x="2742" y="7499"/>
                  <a:pt x="2742" y="7310"/>
                </a:cubicBezTo>
                <a:cubicBezTo>
                  <a:pt x="2742" y="7089"/>
                  <a:pt x="2899" y="6932"/>
                  <a:pt x="3088" y="6932"/>
                </a:cubicBezTo>
                <a:close/>
                <a:moveTo>
                  <a:pt x="7940" y="6932"/>
                </a:moveTo>
                <a:cubicBezTo>
                  <a:pt x="8160" y="6932"/>
                  <a:pt x="8318" y="7089"/>
                  <a:pt x="8318" y="7310"/>
                </a:cubicBezTo>
                <a:cubicBezTo>
                  <a:pt x="8286" y="7499"/>
                  <a:pt x="8160" y="7656"/>
                  <a:pt x="7940" y="7656"/>
                </a:cubicBezTo>
                <a:lnTo>
                  <a:pt x="6932" y="7656"/>
                </a:lnTo>
                <a:cubicBezTo>
                  <a:pt x="6743" y="7656"/>
                  <a:pt x="6585" y="7499"/>
                  <a:pt x="6585" y="7310"/>
                </a:cubicBezTo>
                <a:cubicBezTo>
                  <a:pt x="6585" y="7089"/>
                  <a:pt x="6743" y="6932"/>
                  <a:pt x="6932" y="6932"/>
                </a:cubicBezTo>
                <a:close/>
                <a:moveTo>
                  <a:pt x="3781" y="8318"/>
                </a:moveTo>
                <a:cubicBezTo>
                  <a:pt x="4002" y="8350"/>
                  <a:pt x="4128" y="8507"/>
                  <a:pt x="4128" y="8665"/>
                </a:cubicBezTo>
                <a:cubicBezTo>
                  <a:pt x="4128" y="8885"/>
                  <a:pt x="3970" y="9043"/>
                  <a:pt x="3781" y="9043"/>
                </a:cubicBezTo>
                <a:lnTo>
                  <a:pt x="3057" y="9043"/>
                </a:lnTo>
                <a:cubicBezTo>
                  <a:pt x="2868" y="9043"/>
                  <a:pt x="2710" y="8885"/>
                  <a:pt x="2710" y="8665"/>
                </a:cubicBezTo>
                <a:cubicBezTo>
                  <a:pt x="2710" y="8476"/>
                  <a:pt x="2868" y="8318"/>
                  <a:pt x="3057" y="8318"/>
                </a:cubicBezTo>
                <a:close/>
                <a:moveTo>
                  <a:pt x="7940" y="8318"/>
                </a:moveTo>
                <a:cubicBezTo>
                  <a:pt x="8160" y="8350"/>
                  <a:pt x="8286" y="8507"/>
                  <a:pt x="8286" y="8665"/>
                </a:cubicBezTo>
                <a:cubicBezTo>
                  <a:pt x="8286" y="8885"/>
                  <a:pt x="8129" y="9043"/>
                  <a:pt x="7940" y="9043"/>
                </a:cubicBezTo>
                <a:lnTo>
                  <a:pt x="7247" y="9043"/>
                </a:lnTo>
                <a:cubicBezTo>
                  <a:pt x="7026" y="9043"/>
                  <a:pt x="6869" y="8885"/>
                  <a:pt x="6869" y="8665"/>
                </a:cubicBezTo>
                <a:cubicBezTo>
                  <a:pt x="6869" y="8476"/>
                  <a:pt x="7026" y="8318"/>
                  <a:pt x="7247" y="8318"/>
                </a:cubicBezTo>
                <a:close/>
                <a:moveTo>
                  <a:pt x="2868" y="2049"/>
                </a:moveTo>
                <a:lnTo>
                  <a:pt x="2868" y="2049"/>
                </a:lnTo>
                <a:cubicBezTo>
                  <a:pt x="2805" y="2332"/>
                  <a:pt x="2805" y="2521"/>
                  <a:pt x="2805" y="2805"/>
                </a:cubicBezTo>
                <a:cubicBezTo>
                  <a:pt x="2395" y="2962"/>
                  <a:pt x="2080" y="3309"/>
                  <a:pt x="2080" y="3781"/>
                </a:cubicBezTo>
                <a:lnTo>
                  <a:pt x="2080" y="8665"/>
                </a:lnTo>
                <a:cubicBezTo>
                  <a:pt x="2080" y="9263"/>
                  <a:pt x="2553" y="9704"/>
                  <a:pt x="3088" y="9704"/>
                </a:cubicBezTo>
                <a:lnTo>
                  <a:pt x="5199" y="9704"/>
                </a:lnTo>
                <a:lnTo>
                  <a:pt x="5199" y="7247"/>
                </a:lnTo>
                <a:cubicBezTo>
                  <a:pt x="5199" y="7058"/>
                  <a:pt x="5357" y="6900"/>
                  <a:pt x="5546" y="6900"/>
                </a:cubicBezTo>
                <a:cubicBezTo>
                  <a:pt x="5735" y="6900"/>
                  <a:pt x="5892" y="7058"/>
                  <a:pt x="5892" y="7247"/>
                </a:cubicBezTo>
                <a:lnTo>
                  <a:pt x="5892" y="9704"/>
                </a:lnTo>
                <a:lnTo>
                  <a:pt x="8003" y="9704"/>
                </a:lnTo>
                <a:cubicBezTo>
                  <a:pt x="8570" y="9704"/>
                  <a:pt x="9011" y="9232"/>
                  <a:pt x="9011" y="8665"/>
                </a:cubicBezTo>
                <a:lnTo>
                  <a:pt x="9011" y="3844"/>
                </a:lnTo>
                <a:cubicBezTo>
                  <a:pt x="9011" y="3372"/>
                  <a:pt x="8728" y="2994"/>
                  <a:pt x="8318" y="2836"/>
                </a:cubicBezTo>
                <a:cubicBezTo>
                  <a:pt x="8318" y="2584"/>
                  <a:pt x="8318" y="2364"/>
                  <a:pt x="8223" y="2112"/>
                </a:cubicBezTo>
                <a:lnTo>
                  <a:pt x="8223" y="2112"/>
                </a:lnTo>
                <a:cubicBezTo>
                  <a:pt x="9043" y="2269"/>
                  <a:pt x="9736" y="2962"/>
                  <a:pt x="9736" y="3844"/>
                </a:cubicBezTo>
                <a:lnTo>
                  <a:pt x="9736" y="8696"/>
                </a:lnTo>
                <a:cubicBezTo>
                  <a:pt x="9736" y="9641"/>
                  <a:pt x="8948" y="10429"/>
                  <a:pt x="8003" y="10429"/>
                </a:cubicBezTo>
                <a:lnTo>
                  <a:pt x="3151" y="10429"/>
                </a:lnTo>
                <a:cubicBezTo>
                  <a:pt x="2206" y="10429"/>
                  <a:pt x="1418" y="9641"/>
                  <a:pt x="1418" y="8696"/>
                </a:cubicBezTo>
                <a:lnTo>
                  <a:pt x="1418" y="3781"/>
                </a:lnTo>
                <a:lnTo>
                  <a:pt x="1355" y="3781"/>
                </a:lnTo>
                <a:cubicBezTo>
                  <a:pt x="1355" y="2931"/>
                  <a:pt x="1985" y="2206"/>
                  <a:pt x="2868" y="2049"/>
                </a:cubicBezTo>
                <a:close/>
                <a:moveTo>
                  <a:pt x="3088" y="1"/>
                </a:moveTo>
                <a:cubicBezTo>
                  <a:pt x="1355" y="1"/>
                  <a:pt x="1" y="1419"/>
                  <a:pt x="1" y="3120"/>
                </a:cubicBezTo>
                <a:lnTo>
                  <a:pt x="1" y="8728"/>
                </a:lnTo>
                <a:cubicBezTo>
                  <a:pt x="1" y="10397"/>
                  <a:pt x="1355" y="11815"/>
                  <a:pt x="3088" y="11815"/>
                </a:cubicBezTo>
                <a:lnTo>
                  <a:pt x="7940" y="11815"/>
                </a:lnTo>
                <a:cubicBezTo>
                  <a:pt x="9673" y="11815"/>
                  <a:pt x="11059" y="10397"/>
                  <a:pt x="11059" y="8728"/>
                </a:cubicBezTo>
                <a:lnTo>
                  <a:pt x="11059" y="3120"/>
                </a:lnTo>
                <a:cubicBezTo>
                  <a:pt x="11059" y="1387"/>
                  <a:pt x="9641" y="1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16"/>
          <p:cNvSpPr/>
          <p:nvPr/>
        </p:nvSpPr>
        <p:spPr>
          <a:xfrm>
            <a:off x="6475207" y="4010690"/>
            <a:ext cx="115866" cy="85890"/>
          </a:xfrm>
          <a:custGeom>
            <a:rect b="b" l="l" r="r" t="t"/>
            <a:pathLst>
              <a:path extrusionOk="0" h="2616" w="3529">
                <a:moveTo>
                  <a:pt x="725" y="1"/>
                </a:moveTo>
                <a:cubicBezTo>
                  <a:pt x="315" y="1"/>
                  <a:pt x="0" y="347"/>
                  <a:pt x="0" y="725"/>
                </a:cubicBezTo>
                <a:cubicBezTo>
                  <a:pt x="0" y="1356"/>
                  <a:pt x="1040" y="2049"/>
                  <a:pt x="1733" y="2616"/>
                </a:cubicBezTo>
                <a:cubicBezTo>
                  <a:pt x="2458" y="2017"/>
                  <a:pt x="3466" y="1356"/>
                  <a:pt x="3466" y="725"/>
                </a:cubicBezTo>
                <a:cubicBezTo>
                  <a:pt x="3529" y="410"/>
                  <a:pt x="3277" y="1"/>
                  <a:pt x="2804" y="1"/>
                </a:cubicBezTo>
                <a:cubicBezTo>
                  <a:pt x="2300" y="1"/>
                  <a:pt x="2111" y="599"/>
                  <a:pt x="2111" y="599"/>
                </a:cubicBezTo>
                <a:cubicBezTo>
                  <a:pt x="2063" y="745"/>
                  <a:pt x="1906" y="824"/>
                  <a:pt x="1753" y="824"/>
                </a:cubicBezTo>
                <a:cubicBezTo>
                  <a:pt x="1607" y="824"/>
                  <a:pt x="1464" y="753"/>
                  <a:pt x="1418" y="599"/>
                </a:cubicBezTo>
                <a:cubicBezTo>
                  <a:pt x="1418" y="568"/>
                  <a:pt x="1229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" name="Google Shape;828;p16"/>
          <p:cNvSpPr/>
          <p:nvPr/>
        </p:nvSpPr>
        <p:spPr>
          <a:xfrm>
            <a:off x="6341782" y="3851427"/>
            <a:ext cx="385848" cy="383779"/>
          </a:xfrm>
          <a:custGeom>
            <a:rect b="b" l="l" r="r" t="t"/>
            <a:pathLst>
              <a:path extrusionOk="0" h="11689" w="11752">
                <a:moveTo>
                  <a:pt x="6837" y="4159"/>
                </a:moveTo>
                <a:cubicBezTo>
                  <a:pt x="7624" y="4159"/>
                  <a:pt x="8223" y="4789"/>
                  <a:pt x="8223" y="5576"/>
                </a:cubicBezTo>
                <a:cubicBezTo>
                  <a:pt x="8254" y="6616"/>
                  <a:pt x="7309" y="7183"/>
                  <a:pt x="6049" y="8223"/>
                </a:cubicBezTo>
                <a:cubicBezTo>
                  <a:pt x="5986" y="8286"/>
                  <a:pt x="5907" y="8317"/>
                  <a:pt x="5829" y="8317"/>
                </a:cubicBezTo>
                <a:cubicBezTo>
                  <a:pt x="5750" y="8317"/>
                  <a:pt x="5671" y="8286"/>
                  <a:pt x="5608" y="8223"/>
                </a:cubicBezTo>
                <a:cubicBezTo>
                  <a:pt x="4348" y="7183"/>
                  <a:pt x="3403" y="6585"/>
                  <a:pt x="3403" y="5576"/>
                </a:cubicBezTo>
                <a:cubicBezTo>
                  <a:pt x="3403" y="4789"/>
                  <a:pt x="4033" y="4159"/>
                  <a:pt x="4789" y="4159"/>
                </a:cubicBezTo>
                <a:cubicBezTo>
                  <a:pt x="5293" y="4159"/>
                  <a:pt x="5608" y="4411"/>
                  <a:pt x="5797" y="4663"/>
                </a:cubicBezTo>
                <a:cubicBezTo>
                  <a:pt x="6018" y="4411"/>
                  <a:pt x="6364" y="4159"/>
                  <a:pt x="6837" y="4159"/>
                </a:cubicBezTo>
                <a:close/>
                <a:moveTo>
                  <a:pt x="4474" y="0"/>
                </a:moveTo>
                <a:cubicBezTo>
                  <a:pt x="3875" y="0"/>
                  <a:pt x="3466" y="473"/>
                  <a:pt x="3466" y="1008"/>
                </a:cubicBezTo>
                <a:lnTo>
                  <a:pt x="3466" y="3466"/>
                </a:lnTo>
                <a:lnTo>
                  <a:pt x="1008" y="3466"/>
                </a:lnTo>
                <a:cubicBezTo>
                  <a:pt x="410" y="3466"/>
                  <a:pt x="0" y="3938"/>
                  <a:pt x="0" y="4474"/>
                </a:cubicBezTo>
                <a:lnTo>
                  <a:pt x="0" y="7246"/>
                </a:lnTo>
                <a:cubicBezTo>
                  <a:pt x="0" y="7813"/>
                  <a:pt x="473" y="8254"/>
                  <a:pt x="1008" y="8254"/>
                </a:cubicBezTo>
                <a:lnTo>
                  <a:pt x="3466" y="8254"/>
                </a:lnTo>
                <a:lnTo>
                  <a:pt x="3466" y="10649"/>
                </a:lnTo>
                <a:cubicBezTo>
                  <a:pt x="3466" y="11247"/>
                  <a:pt x="3938" y="11688"/>
                  <a:pt x="4474" y="11688"/>
                </a:cubicBezTo>
                <a:lnTo>
                  <a:pt x="7246" y="11688"/>
                </a:lnTo>
                <a:cubicBezTo>
                  <a:pt x="7813" y="11688"/>
                  <a:pt x="8254" y="11216"/>
                  <a:pt x="8254" y="10649"/>
                </a:cubicBezTo>
                <a:lnTo>
                  <a:pt x="8254" y="8254"/>
                </a:lnTo>
                <a:lnTo>
                  <a:pt x="10680" y="8254"/>
                </a:lnTo>
                <a:cubicBezTo>
                  <a:pt x="11279" y="8254"/>
                  <a:pt x="11720" y="7782"/>
                  <a:pt x="11720" y="7246"/>
                </a:cubicBezTo>
                <a:lnTo>
                  <a:pt x="11720" y="4474"/>
                </a:lnTo>
                <a:cubicBezTo>
                  <a:pt x="11751" y="3938"/>
                  <a:pt x="11279" y="3466"/>
                  <a:pt x="10680" y="3466"/>
                </a:cubicBezTo>
                <a:lnTo>
                  <a:pt x="8254" y="3466"/>
                </a:lnTo>
                <a:lnTo>
                  <a:pt x="8254" y="1008"/>
                </a:lnTo>
                <a:cubicBezTo>
                  <a:pt x="8254" y="410"/>
                  <a:pt x="7782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" name="Google Shape;829;p16"/>
          <p:cNvSpPr/>
          <p:nvPr/>
        </p:nvSpPr>
        <p:spPr>
          <a:xfrm>
            <a:off x="8513656" y="3353528"/>
            <a:ext cx="184125" cy="387424"/>
          </a:xfrm>
          <a:custGeom>
            <a:rect b="b" l="l" r="r" t="t"/>
            <a:pathLst>
              <a:path extrusionOk="0" h="11800" w="5608">
                <a:moveTo>
                  <a:pt x="1465" y="2908"/>
                </a:moveTo>
                <a:cubicBezTo>
                  <a:pt x="1552" y="2908"/>
                  <a:pt x="1638" y="2931"/>
                  <a:pt x="1701" y="2979"/>
                </a:cubicBezTo>
                <a:cubicBezTo>
                  <a:pt x="1827" y="3105"/>
                  <a:pt x="1827" y="3357"/>
                  <a:pt x="1701" y="3451"/>
                </a:cubicBezTo>
                <a:cubicBezTo>
                  <a:pt x="1292" y="3861"/>
                  <a:pt x="1292" y="4522"/>
                  <a:pt x="1701" y="4932"/>
                </a:cubicBezTo>
                <a:cubicBezTo>
                  <a:pt x="1827" y="5026"/>
                  <a:pt x="1827" y="5279"/>
                  <a:pt x="1701" y="5373"/>
                </a:cubicBezTo>
                <a:cubicBezTo>
                  <a:pt x="1632" y="5477"/>
                  <a:pt x="1544" y="5524"/>
                  <a:pt x="1452" y="5524"/>
                </a:cubicBezTo>
                <a:cubicBezTo>
                  <a:pt x="1377" y="5524"/>
                  <a:pt x="1300" y="5493"/>
                  <a:pt x="1229" y="5436"/>
                </a:cubicBezTo>
                <a:cubicBezTo>
                  <a:pt x="567" y="4774"/>
                  <a:pt x="567" y="3672"/>
                  <a:pt x="1229" y="2979"/>
                </a:cubicBezTo>
                <a:cubicBezTo>
                  <a:pt x="1292" y="2931"/>
                  <a:pt x="1378" y="2908"/>
                  <a:pt x="1465" y="2908"/>
                </a:cubicBezTo>
                <a:close/>
                <a:moveTo>
                  <a:pt x="2461" y="7313"/>
                </a:moveTo>
                <a:cubicBezTo>
                  <a:pt x="2532" y="7313"/>
                  <a:pt x="2605" y="7318"/>
                  <a:pt x="2678" y="7326"/>
                </a:cubicBezTo>
                <a:cubicBezTo>
                  <a:pt x="2867" y="7358"/>
                  <a:pt x="3025" y="7515"/>
                  <a:pt x="2993" y="7704"/>
                </a:cubicBezTo>
                <a:cubicBezTo>
                  <a:pt x="2962" y="7925"/>
                  <a:pt x="2804" y="8019"/>
                  <a:pt x="2615" y="8019"/>
                </a:cubicBezTo>
                <a:cubicBezTo>
                  <a:pt x="2579" y="8016"/>
                  <a:pt x="2543" y="8014"/>
                  <a:pt x="2507" y="8014"/>
                </a:cubicBezTo>
                <a:cubicBezTo>
                  <a:pt x="1947" y="8014"/>
                  <a:pt x="1418" y="8467"/>
                  <a:pt x="1418" y="9059"/>
                </a:cubicBezTo>
                <a:cubicBezTo>
                  <a:pt x="1418" y="9248"/>
                  <a:pt x="1260" y="9406"/>
                  <a:pt x="1071" y="9406"/>
                </a:cubicBezTo>
                <a:cubicBezTo>
                  <a:pt x="882" y="9406"/>
                  <a:pt x="725" y="9248"/>
                  <a:pt x="725" y="9059"/>
                </a:cubicBezTo>
                <a:cubicBezTo>
                  <a:pt x="725" y="8091"/>
                  <a:pt x="1490" y="7313"/>
                  <a:pt x="2461" y="7313"/>
                </a:cubicBezTo>
                <a:close/>
                <a:moveTo>
                  <a:pt x="1060" y="0"/>
                </a:moveTo>
                <a:cubicBezTo>
                  <a:pt x="689" y="0"/>
                  <a:pt x="327" y="130"/>
                  <a:pt x="0" y="364"/>
                </a:cubicBezTo>
                <a:lnTo>
                  <a:pt x="0" y="5247"/>
                </a:lnTo>
                <a:cubicBezTo>
                  <a:pt x="0" y="5814"/>
                  <a:pt x="473" y="6255"/>
                  <a:pt x="1040" y="6255"/>
                </a:cubicBezTo>
                <a:cubicBezTo>
                  <a:pt x="1229" y="6255"/>
                  <a:pt x="1386" y="6413"/>
                  <a:pt x="1386" y="6602"/>
                </a:cubicBezTo>
                <a:cubicBezTo>
                  <a:pt x="1386" y="6822"/>
                  <a:pt x="1229" y="6948"/>
                  <a:pt x="1040" y="6948"/>
                </a:cubicBezTo>
                <a:cubicBezTo>
                  <a:pt x="630" y="6948"/>
                  <a:pt x="284" y="6854"/>
                  <a:pt x="0" y="6602"/>
                </a:cubicBezTo>
                <a:lnTo>
                  <a:pt x="0" y="11453"/>
                </a:lnTo>
                <a:cubicBezTo>
                  <a:pt x="284" y="11705"/>
                  <a:pt x="630" y="11800"/>
                  <a:pt x="1040" y="11800"/>
                </a:cubicBezTo>
                <a:cubicBezTo>
                  <a:pt x="1733" y="11800"/>
                  <a:pt x="2363" y="11359"/>
                  <a:pt x="2647" y="10760"/>
                </a:cubicBezTo>
                <a:cubicBezTo>
                  <a:pt x="3497" y="10634"/>
                  <a:pt x="4190" y="9910"/>
                  <a:pt x="4190" y="9028"/>
                </a:cubicBezTo>
                <a:cubicBezTo>
                  <a:pt x="4190" y="8902"/>
                  <a:pt x="4159" y="8776"/>
                  <a:pt x="4159" y="8618"/>
                </a:cubicBezTo>
                <a:cubicBezTo>
                  <a:pt x="4505" y="8555"/>
                  <a:pt x="4820" y="8397"/>
                  <a:pt x="5104" y="8145"/>
                </a:cubicBezTo>
                <a:cubicBezTo>
                  <a:pt x="5419" y="7830"/>
                  <a:pt x="5608" y="7389"/>
                  <a:pt x="5608" y="6917"/>
                </a:cubicBezTo>
                <a:cubicBezTo>
                  <a:pt x="5608" y="6539"/>
                  <a:pt x="5482" y="6192"/>
                  <a:pt x="5261" y="5909"/>
                </a:cubicBezTo>
                <a:cubicBezTo>
                  <a:pt x="5482" y="5594"/>
                  <a:pt x="5608" y="5247"/>
                  <a:pt x="5608" y="4869"/>
                </a:cubicBezTo>
                <a:cubicBezTo>
                  <a:pt x="5608" y="4396"/>
                  <a:pt x="5387" y="3987"/>
                  <a:pt x="5072" y="3672"/>
                </a:cubicBezTo>
                <a:cubicBezTo>
                  <a:pt x="4852" y="3420"/>
                  <a:pt x="4505" y="3262"/>
                  <a:pt x="4127" y="3199"/>
                </a:cubicBezTo>
                <a:cubicBezTo>
                  <a:pt x="4253" y="2632"/>
                  <a:pt x="4096" y="2002"/>
                  <a:pt x="3655" y="1561"/>
                </a:cubicBezTo>
                <a:cubicBezTo>
                  <a:pt x="3403" y="1309"/>
                  <a:pt x="3025" y="1120"/>
                  <a:pt x="2647" y="1088"/>
                </a:cubicBezTo>
                <a:cubicBezTo>
                  <a:pt x="2394" y="584"/>
                  <a:pt x="1985" y="143"/>
                  <a:pt x="1449" y="49"/>
                </a:cubicBezTo>
                <a:cubicBezTo>
                  <a:pt x="1319" y="16"/>
                  <a:pt x="1189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" name="Google Shape;830;p16"/>
          <p:cNvSpPr/>
          <p:nvPr/>
        </p:nvSpPr>
        <p:spPr>
          <a:xfrm>
            <a:off x="8307806" y="3353495"/>
            <a:ext cx="183107" cy="386439"/>
          </a:xfrm>
          <a:custGeom>
            <a:rect b="b" l="l" r="r" t="t"/>
            <a:pathLst>
              <a:path extrusionOk="0" h="11770" w="5577">
                <a:moveTo>
                  <a:pt x="4187" y="2948"/>
                </a:moveTo>
                <a:cubicBezTo>
                  <a:pt x="4277" y="2948"/>
                  <a:pt x="4364" y="2980"/>
                  <a:pt x="4411" y="3043"/>
                </a:cubicBezTo>
                <a:cubicBezTo>
                  <a:pt x="5104" y="3673"/>
                  <a:pt x="5104" y="4775"/>
                  <a:pt x="4411" y="5437"/>
                </a:cubicBezTo>
                <a:cubicBezTo>
                  <a:pt x="4364" y="5500"/>
                  <a:pt x="4277" y="5532"/>
                  <a:pt x="4187" y="5532"/>
                </a:cubicBezTo>
                <a:cubicBezTo>
                  <a:pt x="4096" y="5532"/>
                  <a:pt x="4002" y="5500"/>
                  <a:pt x="3939" y="5437"/>
                </a:cubicBezTo>
                <a:cubicBezTo>
                  <a:pt x="3844" y="5311"/>
                  <a:pt x="3844" y="5090"/>
                  <a:pt x="3939" y="4964"/>
                </a:cubicBezTo>
                <a:cubicBezTo>
                  <a:pt x="4348" y="4555"/>
                  <a:pt x="4348" y="3893"/>
                  <a:pt x="3939" y="3515"/>
                </a:cubicBezTo>
                <a:cubicBezTo>
                  <a:pt x="3844" y="3389"/>
                  <a:pt x="3844" y="3137"/>
                  <a:pt x="3939" y="3043"/>
                </a:cubicBezTo>
                <a:cubicBezTo>
                  <a:pt x="4002" y="2980"/>
                  <a:pt x="4096" y="2948"/>
                  <a:pt x="4187" y="2948"/>
                </a:cubicBezTo>
                <a:close/>
                <a:moveTo>
                  <a:pt x="3148" y="7314"/>
                </a:moveTo>
                <a:cubicBezTo>
                  <a:pt x="4123" y="7314"/>
                  <a:pt x="4915" y="8092"/>
                  <a:pt x="4915" y="9060"/>
                </a:cubicBezTo>
                <a:cubicBezTo>
                  <a:pt x="4915" y="9249"/>
                  <a:pt x="4726" y="9407"/>
                  <a:pt x="4537" y="9407"/>
                </a:cubicBezTo>
                <a:cubicBezTo>
                  <a:pt x="4348" y="9407"/>
                  <a:pt x="4191" y="9249"/>
                  <a:pt x="4191" y="9060"/>
                </a:cubicBezTo>
                <a:cubicBezTo>
                  <a:pt x="4191" y="8468"/>
                  <a:pt x="3662" y="8015"/>
                  <a:pt x="3101" y="8015"/>
                </a:cubicBezTo>
                <a:cubicBezTo>
                  <a:pt x="3066" y="8015"/>
                  <a:pt x="3030" y="8017"/>
                  <a:pt x="2994" y="8020"/>
                </a:cubicBezTo>
                <a:cubicBezTo>
                  <a:pt x="2968" y="8029"/>
                  <a:pt x="2944" y="8033"/>
                  <a:pt x="2920" y="8033"/>
                </a:cubicBezTo>
                <a:cubicBezTo>
                  <a:pt x="2765" y="8033"/>
                  <a:pt x="2643" y="7869"/>
                  <a:pt x="2616" y="7705"/>
                </a:cubicBezTo>
                <a:cubicBezTo>
                  <a:pt x="2584" y="7516"/>
                  <a:pt x="2742" y="7359"/>
                  <a:pt x="2931" y="7327"/>
                </a:cubicBezTo>
                <a:cubicBezTo>
                  <a:pt x="3004" y="7319"/>
                  <a:pt x="3077" y="7314"/>
                  <a:pt x="3148" y="7314"/>
                </a:cubicBezTo>
                <a:close/>
                <a:moveTo>
                  <a:pt x="4581" y="0"/>
                </a:moveTo>
                <a:cubicBezTo>
                  <a:pt x="4444" y="0"/>
                  <a:pt x="4303" y="16"/>
                  <a:pt x="4159" y="50"/>
                </a:cubicBezTo>
                <a:cubicBezTo>
                  <a:pt x="3592" y="144"/>
                  <a:pt x="3214" y="585"/>
                  <a:pt x="2962" y="1089"/>
                </a:cubicBezTo>
                <a:cubicBezTo>
                  <a:pt x="2584" y="1152"/>
                  <a:pt x="2206" y="1310"/>
                  <a:pt x="1954" y="1562"/>
                </a:cubicBezTo>
                <a:cubicBezTo>
                  <a:pt x="1513" y="2003"/>
                  <a:pt x="1355" y="2633"/>
                  <a:pt x="1481" y="3200"/>
                </a:cubicBezTo>
                <a:cubicBezTo>
                  <a:pt x="1135" y="3232"/>
                  <a:pt x="820" y="3389"/>
                  <a:pt x="536" y="3673"/>
                </a:cubicBezTo>
                <a:cubicBezTo>
                  <a:pt x="221" y="3988"/>
                  <a:pt x="1" y="4397"/>
                  <a:pt x="1" y="4870"/>
                </a:cubicBezTo>
                <a:cubicBezTo>
                  <a:pt x="1" y="5280"/>
                  <a:pt x="127" y="5626"/>
                  <a:pt x="379" y="5910"/>
                </a:cubicBezTo>
                <a:cubicBezTo>
                  <a:pt x="127" y="6225"/>
                  <a:pt x="1" y="6571"/>
                  <a:pt x="1" y="6918"/>
                </a:cubicBezTo>
                <a:cubicBezTo>
                  <a:pt x="1" y="7390"/>
                  <a:pt x="221" y="7831"/>
                  <a:pt x="536" y="8146"/>
                </a:cubicBezTo>
                <a:cubicBezTo>
                  <a:pt x="788" y="8430"/>
                  <a:pt x="1135" y="8588"/>
                  <a:pt x="1481" y="8619"/>
                </a:cubicBezTo>
                <a:cubicBezTo>
                  <a:pt x="1229" y="9690"/>
                  <a:pt x="1985" y="10604"/>
                  <a:pt x="2931" y="10698"/>
                </a:cubicBezTo>
                <a:cubicBezTo>
                  <a:pt x="3214" y="11328"/>
                  <a:pt x="3781" y="11769"/>
                  <a:pt x="4537" y="11769"/>
                </a:cubicBezTo>
                <a:cubicBezTo>
                  <a:pt x="4947" y="11769"/>
                  <a:pt x="5293" y="11612"/>
                  <a:pt x="5577" y="11423"/>
                </a:cubicBezTo>
                <a:lnTo>
                  <a:pt x="5577" y="6571"/>
                </a:lnTo>
                <a:cubicBezTo>
                  <a:pt x="5293" y="6823"/>
                  <a:pt x="4947" y="6918"/>
                  <a:pt x="4537" y="6918"/>
                </a:cubicBezTo>
                <a:cubicBezTo>
                  <a:pt x="4348" y="6918"/>
                  <a:pt x="4191" y="6760"/>
                  <a:pt x="4191" y="6571"/>
                </a:cubicBezTo>
                <a:cubicBezTo>
                  <a:pt x="4191" y="6382"/>
                  <a:pt x="4348" y="6225"/>
                  <a:pt x="4537" y="6225"/>
                </a:cubicBezTo>
                <a:cubicBezTo>
                  <a:pt x="5136" y="6225"/>
                  <a:pt x="5577" y="5752"/>
                  <a:pt x="5577" y="5185"/>
                </a:cubicBezTo>
                <a:lnTo>
                  <a:pt x="5577" y="302"/>
                </a:lnTo>
                <a:cubicBezTo>
                  <a:pt x="5300" y="117"/>
                  <a:pt x="4956" y="0"/>
                  <a:pt x="45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" name="Google Shape;831;p16"/>
          <p:cNvSpPr/>
          <p:nvPr/>
        </p:nvSpPr>
        <p:spPr>
          <a:xfrm>
            <a:off x="6135746" y="1457438"/>
            <a:ext cx="23804" cy="23836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99" y="663"/>
                  <a:pt x="725" y="505"/>
                  <a:pt x="725" y="347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" name="Google Shape;832;p16"/>
          <p:cNvSpPr/>
          <p:nvPr/>
        </p:nvSpPr>
        <p:spPr>
          <a:xfrm>
            <a:off x="59775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32" y="1922"/>
                  <a:pt x="158" y="2080"/>
                  <a:pt x="347" y="2080"/>
                </a:cubicBezTo>
                <a:cubicBezTo>
                  <a:pt x="536" y="2080"/>
                  <a:pt x="693" y="1922"/>
                  <a:pt x="693" y="1733"/>
                </a:cubicBezTo>
                <a:lnTo>
                  <a:pt x="693" y="1386"/>
                </a:lnTo>
                <a:lnTo>
                  <a:pt x="1040" y="1386"/>
                </a:lnTo>
                <a:cubicBezTo>
                  <a:pt x="1260" y="1386"/>
                  <a:pt x="1418" y="1544"/>
                  <a:pt x="1418" y="1733"/>
                </a:cubicBezTo>
                <a:lnTo>
                  <a:pt x="1418" y="2899"/>
                </a:lnTo>
                <a:cubicBezTo>
                  <a:pt x="1197" y="3025"/>
                  <a:pt x="1040" y="3277"/>
                  <a:pt x="1040" y="3497"/>
                </a:cubicBezTo>
                <a:lnTo>
                  <a:pt x="1040" y="4222"/>
                </a:lnTo>
                <a:lnTo>
                  <a:pt x="2426" y="4222"/>
                </a:lnTo>
                <a:lnTo>
                  <a:pt x="2426" y="3497"/>
                </a:lnTo>
                <a:cubicBezTo>
                  <a:pt x="2426" y="3214"/>
                  <a:pt x="2268" y="3025"/>
                  <a:pt x="2079" y="2899"/>
                </a:cubicBezTo>
                <a:lnTo>
                  <a:pt x="2079" y="1733"/>
                </a:lnTo>
                <a:cubicBezTo>
                  <a:pt x="2079" y="1134"/>
                  <a:pt x="1607" y="693"/>
                  <a:pt x="1040" y="693"/>
                </a:cubicBezTo>
                <a:lnTo>
                  <a:pt x="693" y="693"/>
                </a:ln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" name="Google Shape;833;p16"/>
          <p:cNvSpPr/>
          <p:nvPr/>
        </p:nvSpPr>
        <p:spPr>
          <a:xfrm>
            <a:off x="58751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2079" y="0"/>
                </a:moveTo>
                <a:cubicBezTo>
                  <a:pt x="1890" y="0"/>
                  <a:pt x="1733" y="158"/>
                  <a:pt x="1733" y="347"/>
                </a:cubicBezTo>
                <a:lnTo>
                  <a:pt x="1733" y="693"/>
                </a:lnTo>
                <a:lnTo>
                  <a:pt x="1386" y="693"/>
                </a:lnTo>
                <a:cubicBezTo>
                  <a:pt x="788" y="693"/>
                  <a:pt x="347" y="1166"/>
                  <a:pt x="347" y="1733"/>
                </a:cubicBezTo>
                <a:lnTo>
                  <a:pt x="347" y="2899"/>
                </a:lnTo>
                <a:cubicBezTo>
                  <a:pt x="158" y="3025"/>
                  <a:pt x="0" y="3277"/>
                  <a:pt x="0" y="3497"/>
                </a:cubicBezTo>
                <a:lnTo>
                  <a:pt x="0" y="4222"/>
                </a:lnTo>
                <a:lnTo>
                  <a:pt x="1386" y="4222"/>
                </a:lnTo>
                <a:lnTo>
                  <a:pt x="1386" y="3497"/>
                </a:lnTo>
                <a:cubicBezTo>
                  <a:pt x="1386" y="3214"/>
                  <a:pt x="1229" y="3025"/>
                  <a:pt x="1008" y="2899"/>
                </a:cubicBezTo>
                <a:lnTo>
                  <a:pt x="1008" y="1733"/>
                </a:lnTo>
                <a:cubicBezTo>
                  <a:pt x="1008" y="1544"/>
                  <a:pt x="1166" y="1386"/>
                  <a:pt x="1386" y="1386"/>
                </a:cubicBezTo>
                <a:lnTo>
                  <a:pt x="1733" y="1386"/>
                </a:lnTo>
                <a:lnTo>
                  <a:pt x="1733" y="1733"/>
                </a:lnTo>
                <a:cubicBezTo>
                  <a:pt x="1733" y="1922"/>
                  <a:pt x="1890" y="2080"/>
                  <a:pt x="2079" y="2080"/>
                </a:cubicBezTo>
                <a:cubicBezTo>
                  <a:pt x="2268" y="2080"/>
                  <a:pt x="2426" y="1922"/>
                  <a:pt x="2426" y="1733"/>
                </a:cubicBezTo>
                <a:lnTo>
                  <a:pt x="2426" y="347"/>
                </a:lnTo>
                <a:cubicBezTo>
                  <a:pt x="2426" y="158"/>
                  <a:pt x="2268" y="0"/>
                  <a:pt x="20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" name="Google Shape;834;p16"/>
          <p:cNvSpPr/>
          <p:nvPr/>
        </p:nvSpPr>
        <p:spPr>
          <a:xfrm>
            <a:off x="5875101" y="1411934"/>
            <a:ext cx="329999" cy="272083"/>
          </a:xfrm>
          <a:custGeom>
            <a:rect b="b" l="l" r="r" t="t"/>
            <a:pathLst>
              <a:path extrusionOk="0" h="8287" w="10051">
                <a:moveTo>
                  <a:pt x="8317" y="725"/>
                </a:moveTo>
                <a:cubicBezTo>
                  <a:pt x="8885" y="725"/>
                  <a:pt x="9326" y="1198"/>
                  <a:pt x="9326" y="1733"/>
                </a:cubicBezTo>
                <a:cubicBezTo>
                  <a:pt x="9326" y="2332"/>
                  <a:pt x="8853" y="2773"/>
                  <a:pt x="8317" y="2773"/>
                </a:cubicBezTo>
                <a:cubicBezTo>
                  <a:pt x="7750" y="2773"/>
                  <a:pt x="7278" y="2301"/>
                  <a:pt x="7278" y="1733"/>
                </a:cubicBezTo>
                <a:cubicBezTo>
                  <a:pt x="7278" y="1166"/>
                  <a:pt x="7750" y="725"/>
                  <a:pt x="8317" y="725"/>
                </a:cubicBezTo>
                <a:close/>
                <a:moveTo>
                  <a:pt x="8317" y="1"/>
                </a:moveTo>
                <a:cubicBezTo>
                  <a:pt x="7372" y="1"/>
                  <a:pt x="6585" y="788"/>
                  <a:pt x="6585" y="1733"/>
                </a:cubicBezTo>
                <a:cubicBezTo>
                  <a:pt x="6585" y="2584"/>
                  <a:pt x="7152" y="3277"/>
                  <a:pt x="7939" y="3435"/>
                </a:cubicBezTo>
                <a:lnTo>
                  <a:pt x="7939" y="5199"/>
                </a:lnTo>
                <a:cubicBezTo>
                  <a:pt x="7939" y="6554"/>
                  <a:pt x="6837" y="7656"/>
                  <a:pt x="5513" y="7656"/>
                </a:cubicBezTo>
                <a:cubicBezTo>
                  <a:pt x="4190" y="7656"/>
                  <a:pt x="3088" y="6554"/>
                  <a:pt x="3088" y="5199"/>
                </a:cubicBezTo>
                <a:lnTo>
                  <a:pt x="3088" y="4506"/>
                </a:lnTo>
                <a:lnTo>
                  <a:pt x="3088" y="4443"/>
                </a:lnTo>
                <a:cubicBezTo>
                  <a:pt x="4316" y="4317"/>
                  <a:pt x="5324" y="3309"/>
                  <a:pt x="5482" y="2049"/>
                </a:cubicBezTo>
                <a:cubicBezTo>
                  <a:pt x="5513" y="1797"/>
                  <a:pt x="5513" y="1891"/>
                  <a:pt x="5513" y="1355"/>
                </a:cubicBezTo>
                <a:lnTo>
                  <a:pt x="4127" y="1355"/>
                </a:lnTo>
                <a:cubicBezTo>
                  <a:pt x="4127" y="1607"/>
                  <a:pt x="4127" y="1765"/>
                  <a:pt x="4096" y="2049"/>
                </a:cubicBezTo>
                <a:cubicBezTo>
                  <a:pt x="3938" y="2710"/>
                  <a:pt x="3340" y="3088"/>
                  <a:pt x="2741" y="3088"/>
                </a:cubicBezTo>
                <a:cubicBezTo>
                  <a:pt x="2174" y="3088"/>
                  <a:pt x="1575" y="2773"/>
                  <a:pt x="1418" y="2049"/>
                </a:cubicBezTo>
                <a:cubicBezTo>
                  <a:pt x="1386" y="1828"/>
                  <a:pt x="1386" y="1607"/>
                  <a:pt x="1386" y="1355"/>
                </a:cubicBezTo>
                <a:lnTo>
                  <a:pt x="0" y="1355"/>
                </a:lnTo>
                <a:cubicBezTo>
                  <a:pt x="0" y="1670"/>
                  <a:pt x="0" y="1733"/>
                  <a:pt x="32" y="2049"/>
                </a:cubicBezTo>
                <a:cubicBezTo>
                  <a:pt x="221" y="3277"/>
                  <a:pt x="1166" y="4317"/>
                  <a:pt x="2426" y="4474"/>
                </a:cubicBezTo>
                <a:lnTo>
                  <a:pt x="2426" y="5168"/>
                </a:lnTo>
                <a:cubicBezTo>
                  <a:pt x="2426" y="5672"/>
                  <a:pt x="2552" y="6144"/>
                  <a:pt x="2804" y="6585"/>
                </a:cubicBezTo>
                <a:cubicBezTo>
                  <a:pt x="3308" y="7625"/>
                  <a:pt x="4379" y="8286"/>
                  <a:pt x="5545" y="8286"/>
                </a:cubicBezTo>
                <a:cubicBezTo>
                  <a:pt x="7278" y="8286"/>
                  <a:pt x="8664" y="6869"/>
                  <a:pt x="8664" y="5168"/>
                </a:cubicBezTo>
                <a:lnTo>
                  <a:pt x="8664" y="3435"/>
                </a:lnTo>
                <a:cubicBezTo>
                  <a:pt x="9452" y="3277"/>
                  <a:pt x="10050" y="2584"/>
                  <a:pt x="10050" y="1733"/>
                </a:cubicBezTo>
                <a:cubicBezTo>
                  <a:pt x="10050" y="788"/>
                  <a:pt x="9263" y="1"/>
                  <a:pt x="8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" name="Google Shape;835;p16"/>
          <p:cNvSpPr/>
          <p:nvPr/>
        </p:nvSpPr>
        <p:spPr>
          <a:xfrm>
            <a:off x="5983197" y="1938197"/>
            <a:ext cx="113797" cy="113830"/>
          </a:xfrm>
          <a:custGeom>
            <a:rect b="b" l="l" r="r" t="t"/>
            <a:pathLst>
              <a:path extrusionOk="0" h="3467" w="3466">
                <a:moveTo>
                  <a:pt x="1386" y="662"/>
                </a:moveTo>
                <a:cubicBezTo>
                  <a:pt x="1764" y="662"/>
                  <a:pt x="2079" y="977"/>
                  <a:pt x="2079" y="1387"/>
                </a:cubicBezTo>
                <a:cubicBezTo>
                  <a:pt x="2079" y="1765"/>
                  <a:pt x="1764" y="2080"/>
                  <a:pt x="1386" y="2080"/>
                </a:cubicBezTo>
                <a:cubicBezTo>
                  <a:pt x="977" y="2080"/>
                  <a:pt x="662" y="1765"/>
                  <a:pt x="662" y="1387"/>
                </a:cubicBezTo>
                <a:cubicBezTo>
                  <a:pt x="662" y="977"/>
                  <a:pt x="977" y="662"/>
                  <a:pt x="1386" y="662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" name="Google Shape;836;p16"/>
          <p:cNvSpPr/>
          <p:nvPr/>
        </p:nvSpPr>
        <p:spPr>
          <a:xfrm>
            <a:off x="5844584" y="1867874"/>
            <a:ext cx="391035" cy="251366"/>
          </a:xfrm>
          <a:custGeom>
            <a:rect b="b" l="l" r="r" t="t"/>
            <a:pathLst>
              <a:path extrusionOk="0" h="7656" w="11910">
                <a:moveTo>
                  <a:pt x="5955" y="1418"/>
                </a:moveTo>
                <a:cubicBezTo>
                  <a:pt x="7278" y="1418"/>
                  <a:pt x="8381" y="2521"/>
                  <a:pt x="8381" y="3875"/>
                </a:cubicBezTo>
                <a:cubicBezTo>
                  <a:pt x="8381" y="5199"/>
                  <a:pt x="7278" y="6301"/>
                  <a:pt x="5955" y="6301"/>
                </a:cubicBezTo>
                <a:cubicBezTo>
                  <a:pt x="4600" y="6301"/>
                  <a:pt x="3497" y="5199"/>
                  <a:pt x="3497" y="3875"/>
                </a:cubicBezTo>
                <a:cubicBezTo>
                  <a:pt x="3497" y="2521"/>
                  <a:pt x="4600" y="1418"/>
                  <a:pt x="5955" y="1418"/>
                </a:cubicBezTo>
                <a:close/>
                <a:moveTo>
                  <a:pt x="5955" y="0"/>
                </a:moveTo>
                <a:cubicBezTo>
                  <a:pt x="2710" y="0"/>
                  <a:pt x="189" y="3466"/>
                  <a:pt x="95" y="3623"/>
                </a:cubicBezTo>
                <a:cubicBezTo>
                  <a:pt x="0" y="3749"/>
                  <a:pt x="0" y="3907"/>
                  <a:pt x="95" y="4033"/>
                </a:cubicBezTo>
                <a:cubicBezTo>
                  <a:pt x="189" y="4190"/>
                  <a:pt x="2773" y="7656"/>
                  <a:pt x="5955" y="7656"/>
                </a:cubicBezTo>
                <a:cubicBezTo>
                  <a:pt x="9137" y="7656"/>
                  <a:pt x="11689" y="4190"/>
                  <a:pt x="11815" y="4033"/>
                </a:cubicBezTo>
                <a:cubicBezTo>
                  <a:pt x="11909" y="3907"/>
                  <a:pt x="11909" y="3749"/>
                  <a:pt x="11815" y="3623"/>
                </a:cubicBezTo>
                <a:cubicBezTo>
                  <a:pt x="11689" y="3466"/>
                  <a:pt x="916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" name="Google Shape;837;p16"/>
          <p:cNvSpPr/>
          <p:nvPr/>
        </p:nvSpPr>
        <p:spPr>
          <a:xfrm>
            <a:off x="6007492" y="2301702"/>
            <a:ext cx="226577" cy="213510"/>
          </a:xfrm>
          <a:custGeom>
            <a:rect b="b" l="l" r="r" t="t"/>
            <a:pathLst>
              <a:path extrusionOk="0" h="6503" w="6901">
                <a:moveTo>
                  <a:pt x="5042" y="0"/>
                </a:moveTo>
                <a:cubicBezTo>
                  <a:pt x="4425" y="0"/>
                  <a:pt x="3809" y="237"/>
                  <a:pt x="3340" y="705"/>
                </a:cubicBezTo>
                <a:lnTo>
                  <a:pt x="1765" y="2281"/>
                </a:lnTo>
                <a:cubicBezTo>
                  <a:pt x="1639" y="2407"/>
                  <a:pt x="1639" y="2627"/>
                  <a:pt x="1765" y="2785"/>
                </a:cubicBezTo>
                <a:cubicBezTo>
                  <a:pt x="1860" y="2879"/>
                  <a:pt x="1891" y="2942"/>
                  <a:pt x="1891" y="3037"/>
                </a:cubicBezTo>
                <a:cubicBezTo>
                  <a:pt x="1891" y="3100"/>
                  <a:pt x="1860" y="3226"/>
                  <a:pt x="1765" y="3257"/>
                </a:cubicBezTo>
                <a:lnTo>
                  <a:pt x="1229" y="3824"/>
                </a:lnTo>
                <a:cubicBezTo>
                  <a:pt x="1009" y="3856"/>
                  <a:pt x="820" y="3919"/>
                  <a:pt x="662" y="4045"/>
                </a:cubicBezTo>
                <a:lnTo>
                  <a:pt x="1" y="4643"/>
                </a:lnTo>
                <a:lnTo>
                  <a:pt x="1860" y="6502"/>
                </a:lnTo>
                <a:lnTo>
                  <a:pt x="2427" y="5809"/>
                </a:lnTo>
                <a:cubicBezTo>
                  <a:pt x="2553" y="5652"/>
                  <a:pt x="2647" y="5494"/>
                  <a:pt x="2679" y="5305"/>
                </a:cubicBezTo>
                <a:lnTo>
                  <a:pt x="6774" y="1209"/>
                </a:lnTo>
                <a:cubicBezTo>
                  <a:pt x="6900" y="1083"/>
                  <a:pt x="6900" y="863"/>
                  <a:pt x="6774" y="737"/>
                </a:cubicBezTo>
                <a:cubicBezTo>
                  <a:pt x="6298" y="245"/>
                  <a:pt x="5669" y="0"/>
                  <a:pt x="504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" name="Google Shape;838;p16"/>
          <p:cNvSpPr/>
          <p:nvPr/>
        </p:nvSpPr>
        <p:spPr>
          <a:xfrm>
            <a:off x="5846128" y="2470683"/>
            <a:ext cx="206910" cy="206910"/>
          </a:xfrm>
          <a:custGeom>
            <a:rect b="b" l="l" r="r" t="t"/>
            <a:pathLst>
              <a:path extrusionOk="0" h="6302" w="6302">
                <a:moveTo>
                  <a:pt x="4412" y="1"/>
                </a:moveTo>
                <a:lnTo>
                  <a:pt x="537" y="3466"/>
                </a:lnTo>
                <a:cubicBezTo>
                  <a:pt x="190" y="3781"/>
                  <a:pt x="1" y="4222"/>
                  <a:pt x="1" y="4695"/>
                </a:cubicBezTo>
                <a:cubicBezTo>
                  <a:pt x="1" y="5136"/>
                  <a:pt x="158" y="5545"/>
                  <a:pt x="474" y="5829"/>
                </a:cubicBezTo>
                <a:cubicBezTo>
                  <a:pt x="789" y="6144"/>
                  <a:pt x="1167" y="6302"/>
                  <a:pt x="1608" y="6302"/>
                </a:cubicBezTo>
                <a:lnTo>
                  <a:pt x="1639" y="6302"/>
                </a:lnTo>
                <a:cubicBezTo>
                  <a:pt x="1954" y="6302"/>
                  <a:pt x="2269" y="6175"/>
                  <a:pt x="2553" y="5986"/>
                </a:cubicBezTo>
                <a:lnTo>
                  <a:pt x="1482" y="4915"/>
                </a:lnTo>
                <a:cubicBezTo>
                  <a:pt x="1356" y="4789"/>
                  <a:pt x="1356" y="4569"/>
                  <a:pt x="1482" y="4443"/>
                </a:cubicBezTo>
                <a:cubicBezTo>
                  <a:pt x="1545" y="4395"/>
                  <a:pt x="1631" y="4372"/>
                  <a:pt x="1718" y="4372"/>
                </a:cubicBezTo>
                <a:cubicBezTo>
                  <a:pt x="1805" y="4372"/>
                  <a:pt x="1891" y="4395"/>
                  <a:pt x="1954" y="4443"/>
                </a:cubicBezTo>
                <a:lnTo>
                  <a:pt x="3025" y="5514"/>
                </a:lnTo>
                <a:lnTo>
                  <a:pt x="3498" y="5010"/>
                </a:lnTo>
                <a:lnTo>
                  <a:pt x="2521" y="4002"/>
                </a:lnTo>
                <a:cubicBezTo>
                  <a:pt x="2395" y="3907"/>
                  <a:pt x="2395" y="3655"/>
                  <a:pt x="2521" y="3561"/>
                </a:cubicBezTo>
                <a:cubicBezTo>
                  <a:pt x="2569" y="3498"/>
                  <a:pt x="2655" y="3466"/>
                  <a:pt x="2746" y="3466"/>
                </a:cubicBezTo>
                <a:cubicBezTo>
                  <a:pt x="2836" y="3466"/>
                  <a:pt x="2931" y="3498"/>
                  <a:pt x="2994" y="3561"/>
                </a:cubicBezTo>
                <a:lnTo>
                  <a:pt x="3939" y="4474"/>
                </a:lnTo>
                <a:lnTo>
                  <a:pt x="4412" y="3970"/>
                </a:lnTo>
                <a:lnTo>
                  <a:pt x="3530" y="3120"/>
                </a:lnTo>
                <a:cubicBezTo>
                  <a:pt x="3403" y="2994"/>
                  <a:pt x="3403" y="2773"/>
                  <a:pt x="3530" y="2647"/>
                </a:cubicBezTo>
                <a:cubicBezTo>
                  <a:pt x="3593" y="2584"/>
                  <a:pt x="3679" y="2552"/>
                  <a:pt x="3766" y="2552"/>
                </a:cubicBezTo>
                <a:cubicBezTo>
                  <a:pt x="3852" y="2552"/>
                  <a:pt x="3939" y="2584"/>
                  <a:pt x="4002" y="2647"/>
                </a:cubicBezTo>
                <a:lnTo>
                  <a:pt x="4884" y="3498"/>
                </a:lnTo>
                <a:lnTo>
                  <a:pt x="5357" y="2994"/>
                </a:lnTo>
                <a:lnTo>
                  <a:pt x="4601" y="2237"/>
                </a:lnTo>
                <a:cubicBezTo>
                  <a:pt x="4475" y="2111"/>
                  <a:pt x="4475" y="1891"/>
                  <a:pt x="4601" y="1765"/>
                </a:cubicBezTo>
                <a:cubicBezTo>
                  <a:pt x="4671" y="1624"/>
                  <a:pt x="4771" y="1562"/>
                  <a:pt x="4867" y="1562"/>
                </a:cubicBezTo>
                <a:cubicBezTo>
                  <a:pt x="4944" y="1562"/>
                  <a:pt x="5018" y="1601"/>
                  <a:pt x="5073" y="1670"/>
                </a:cubicBezTo>
                <a:lnTo>
                  <a:pt x="5829" y="2395"/>
                </a:lnTo>
                <a:lnTo>
                  <a:pt x="6302" y="1891"/>
                </a:lnTo>
                <a:lnTo>
                  <a:pt x="441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" name="Google Shape;839;p16"/>
          <p:cNvSpPr/>
          <p:nvPr/>
        </p:nvSpPr>
        <p:spPr>
          <a:xfrm>
            <a:off x="8568872" y="1478138"/>
            <a:ext cx="91045" cy="112780"/>
          </a:xfrm>
          <a:custGeom>
            <a:rect b="b" l="l" r="r" t="t"/>
            <a:pathLst>
              <a:path extrusionOk="0" h="3435" w="2773">
                <a:moveTo>
                  <a:pt x="0" y="1"/>
                </a:moveTo>
                <a:lnTo>
                  <a:pt x="0" y="3435"/>
                </a:lnTo>
                <a:lnTo>
                  <a:pt x="2773" y="3435"/>
                </a:lnTo>
                <a:lnTo>
                  <a:pt x="2773" y="2741"/>
                </a:lnTo>
                <a:lnTo>
                  <a:pt x="1040" y="2741"/>
                </a:lnTo>
                <a:cubicBezTo>
                  <a:pt x="851" y="2741"/>
                  <a:pt x="693" y="2584"/>
                  <a:pt x="693" y="2395"/>
                </a:cubicBezTo>
                <a:cubicBezTo>
                  <a:pt x="693" y="2206"/>
                  <a:pt x="851" y="2048"/>
                  <a:pt x="1040" y="2048"/>
                </a:cubicBezTo>
                <a:lnTo>
                  <a:pt x="2773" y="2048"/>
                </a:lnTo>
                <a:lnTo>
                  <a:pt x="2773" y="1324"/>
                </a:lnTo>
                <a:lnTo>
                  <a:pt x="1040" y="1324"/>
                </a:lnTo>
                <a:cubicBezTo>
                  <a:pt x="851" y="1324"/>
                  <a:pt x="693" y="1166"/>
                  <a:pt x="693" y="977"/>
                </a:cubicBezTo>
                <a:cubicBezTo>
                  <a:pt x="693" y="851"/>
                  <a:pt x="851" y="694"/>
                  <a:pt x="1040" y="694"/>
                </a:cubicBezTo>
                <a:lnTo>
                  <a:pt x="2773" y="694"/>
                </a:ln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" name="Google Shape;840;p16"/>
          <p:cNvSpPr/>
          <p:nvPr/>
        </p:nvSpPr>
        <p:spPr>
          <a:xfrm>
            <a:off x="8433345" y="1295072"/>
            <a:ext cx="251398" cy="389984"/>
          </a:xfrm>
          <a:custGeom>
            <a:rect b="b" l="l" r="r" t="t"/>
            <a:pathLst>
              <a:path extrusionOk="0" h="11878" w="7657">
                <a:moveTo>
                  <a:pt x="2049" y="693"/>
                </a:moveTo>
                <a:lnTo>
                  <a:pt x="2049" y="2773"/>
                </a:lnTo>
                <a:lnTo>
                  <a:pt x="1356" y="2773"/>
                </a:lnTo>
                <a:lnTo>
                  <a:pt x="1356" y="693"/>
                </a:lnTo>
                <a:close/>
                <a:moveTo>
                  <a:pt x="3435" y="693"/>
                </a:moveTo>
                <a:lnTo>
                  <a:pt x="3435" y="2773"/>
                </a:lnTo>
                <a:lnTo>
                  <a:pt x="2710" y="2773"/>
                </a:lnTo>
                <a:lnTo>
                  <a:pt x="2710" y="693"/>
                </a:lnTo>
                <a:close/>
                <a:moveTo>
                  <a:pt x="4821" y="693"/>
                </a:moveTo>
                <a:lnTo>
                  <a:pt x="4821" y="2773"/>
                </a:lnTo>
                <a:lnTo>
                  <a:pt x="4097" y="2773"/>
                </a:lnTo>
                <a:lnTo>
                  <a:pt x="4097" y="693"/>
                </a:lnTo>
                <a:close/>
                <a:moveTo>
                  <a:pt x="6176" y="693"/>
                </a:moveTo>
                <a:lnTo>
                  <a:pt x="6176" y="2773"/>
                </a:lnTo>
                <a:lnTo>
                  <a:pt x="5483" y="2773"/>
                </a:lnTo>
                <a:lnTo>
                  <a:pt x="5483" y="693"/>
                </a:lnTo>
                <a:close/>
                <a:moveTo>
                  <a:pt x="1041" y="0"/>
                </a:moveTo>
                <a:cubicBezTo>
                  <a:pt x="442" y="0"/>
                  <a:pt x="1" y="473"/>
                  <a:pt x="1" y="1040"/>
                </a:cubicBezTo>
                <a:lnTo>
                  <a:pt x="1" y="3119"/>
                </a:lnTo>
                <a:cubicBezTo>
                  <a:pt x="1" y="3308"/>
                  <a:pt x="158" y="3466"/>
                  <a:pt x="379" y="3466"/>
                </a:cubicBezTo>
                <a:lnTo>
                  <a:pt x="726" y="3466"/>
                </a:lnTo>
                <a:lnTo>
                  <a:pt x="726" y="4883"/>
                </a:lnTo>
                <a:lnTo>
                  <a:pt x="2458" y="4883"/>
                </a:lnTo>
                <a:cubicBezTo>
                  <a:pt x="2647" y="4883"/>
                  <a:pt x="2805" y="5041"/>
                  <a:pt x="2805" y="5262"/>
                </a:cubicBezTo>
                <a:lnTo>
                  <a:pt x="2805" y="9420"/>
                </a:lnTo>
                <a:cubicBezTo>
                  <a:pt x="2805" y="9609"/>
                  <a:pt x="2647" y="9767"/>
                  <a:pt x="2458" y="9767"/>
                </a:cubicBezTo>
                <a:lnTo>
                  <a:pt x="2112" y="9767"/>
                </a:lnTo>
                <a:cubicBezTo>
                  <a:pt x="2112" y="10523"/>
                  <a:pt x="1797" y="11247"/>
                  <a:pt x="1261" y="11751"/>
                </a:cubicBezTo>
                <a:cubicBezTo>
                  <a:pt x="1419" y="11815"/>
                  <a:pt x="1576" y="11878"/>
                  <a:pt x="1734" y="11878"/>
                </a:cubicBezTo>
                <a:lnTo>
                  <a:pt x="5924" y="11878"/>
                </a:lnTo>
                <a:cubicBezTo>
                  <a:pt x="6522" y="11878"/>
                  <a:pt x="6932" y="11405"/>
                  <a:pt x="6932" y="10838"/>
                </a:cubicBezTo>
                <a:lnTo>
                  <a:pt x="6932" y="9798"/>
                </a:lnTo>
                <a:lnTo>
                  <a:pt x="3813" y="9798"/>
                </a:lnTo>
                <a:cubicBezTo>
                  <a:pt x="3624" y="9798"/>
                  <a:pt x="3467" y="9672"/>
                  <a:pt x="3467" y="9452"/>
                </a:cubicBezTo>
                <a:lnTo>
                  <a:pt x="3467" y="5293"/>
                </a:lnTo>
                <a:cubicBezTo>
                  <a:pt x="3467" y="5104"/>
                  <a:pt x="3624" y="4946"/>
                  <a:pt x="3813" y="4946"/>
                </a:cubicBezTo>
                <a:lnTo>
                  <a:pt x="6932" y="4946"/>
                </a:lnTo>
                <a:lnTo>
                  <a:pt x="6932" y="3529"/>
                </a:lnTo>
                <a:lnTo>
                  <a:pt x="7310" y="3529"/>
                </a:lnTo>
                <a:cubicBezTo>
                  <a:pt x="7499" y="3529"/>
                  <a:pt x="7657" y="3371"/>
                  <a:pt x="7657" y="3151"/>
                </a:cubicBezTo>
                <a:lnTo>
                  <a:pt x="7657" y="1040"/>
                </a:lnTo>
                <a:lnTo>
                  <a:pt x="7625" y="1040"/>
                </a:lnTo>
                <a:cubicBezTo>
                  <a:pt x="7625" y="441"/>
                  <a:pt x="7153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" name="Google Shape;841;p16"/>
          <p:cNvSpPr/>
          <p:nvPr/>
        </p:nvSpPr>
        <p:spPr>
          <a:xfrm>
            <a:off x="8294765" y="1522625"/>
            <a:ext cx="91045" cy="126208"/>
          </a:xfrm>
          <a:custGeom>
            <a:rect b="b" l="l" r="r" t="t"/>
            <a:pathLst>
              <a:path extrusionOk="0" h="3844" w="2773">
                <a:moveTo>
                  <a:pt x="2143" y="0"/>
                </a:moveTo>
                <a:cubicBezTo>
                  <a:pt x="1008" y="0"/>
                  <a:pt x="63" y="945"/>
                  <a:pt x="63" y="2080"/>
                </a:cubicBezTo>
                <a:cubicBezTo>
                  <a:pt x="0" y="2804"/>
                  <a:pt x="378" y="3434"/>
                  <a:pt x="914" y="3844"/>
                </a:cubicBezTo>
                <a:cubicBezTo>
                  <a:pt x="788" y="3529"/>
                  <a:pt x="725" y="3151"/>
                  <a:pt x="725" y="2804"/>
                </a:cubicBezTo>
                <a:cubicBezTo>
                  <a:pt x="725" y="1544"/>
                  <a:pt x="1576" y="473"/>
                  <a:pt x="2773" y="126"/>
                </a:cubicBezTo>
                <a:cubicBezTo>
                  <a:pt x="2584" y="63"/>
                  <a:pt x="2332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" name="Google Shape;842;p16"/>
          <p:cNvSpPr/>
          <p:nvPr/>
        </p:nvSpPr>
        <p:spPr>
          <a:xfrm>
            <a:off x="8340269" y="1546393"/>
            <a:ext cx="137601" cy="136583"/>
          </a:xfrm>
          <a:custGeom>
            <a:rect b="b" l="l" r="r" t="t"/>
            <a:pathLst>
              <a:path extrusionOk="0" h="4160" w="4191">
                <a:moveTo>
                  <a:pt x="2080" y="694"/>
                </a:moveTo>
                <a:cubicBezTo>
                  <a:pt x="2836" y="694"/>
                  <a:pt x="3466" y="1324"/>
                  <a:pt x="3466" y="2080"/>
                </a:cubicBezTo>
                <a:cubicBezTo>
                  <a:pt x="3466" y="2364"/>
                  <a:pt x="3403" y="2584"/>
                  <a:pt x="3246" y="2836"/>
                </a:cubicBezTo>
                <a:lnTo>
                  <a:pt x="1292" y="915"/>
                </a:lnTo>
                <a:cubicBezTo>
                  <a:pt x="1576" y="788"/>
                  <a:pt x="1828" y="694"/>
                  <a:pt x="2080" y="694"/>
                </a:cubicBezTo>
                <a:close/>
                <a:moveTo>
                  <a:pt x="2111" y="1"/>
                </a:moveTo>
                <a:cubicBezTo>
                  <a:pt x="946" y="1"/>
                  <a:pt x="1" y="946"/>
                  <a:pt x="1" y="2080"/>
                </a:cubicBezTo>
                <a:cubicBezTo>
                  <a:pt x="1" y="3214"/>
                  <a:pt x="946" y="4160"/>
                  <a:pt x="2111" y="4160"/>
                </a:cubicBezTo>
                <a:cubicBezTo>
                  <a:pt x="3246" y="4160"/>
                  <a:pt x="4191" y="3214"/>
                  <a:pt x="4191" y="2080"/>
                </a:cubicBezTo>
                <a:cubicBezTo>
                  <a:pt x="4191" y="946"/>
                  <a:pt x="324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" name="Google Shape;843;p16"/>
          <p:cNvSpPr/>
          <p:nvPr/>
        </p:nvSpPr>
        <p:spPr>
          <a:xfrm>
            <a:off x="8455079" y="1479189"/>
            <a:ext cx="45539" cy="113797"/>
          </a:xfrm>
          <a:custGeom>
            <a:rect b="b" l="l" r="r" t="t"/>
            <a:pathLst>
              <a:path extrusionOk="0" h="3466" w="1387">
                <a:moveTo>
                  <a:pt x="1" y="0"/>
                </a:moveTo>
                <a:lnTo>
                  <a:pt x="1" y="1764"/>
                </a:lnTo>
                <a:cubicBezTo>
                  <a:pt x="631" y="2111"/>
                  <a:pt x="1072" y="2709"/>
                  <a:pt x="1261" y="3466"/>
                </a:cubicBezTo>
                <a:lnTo>
                  <a:pt x="1387" y="346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" name="Google Shape;844;p16"/>
          <p:cNvSpPr/>
          <p:nvPr/>
        </p:nvSpPr>
        <p:spPr>
          <a:xfrm>
            <a:off x="8478882" y="1994043"/>
            <a:ext cx="22786" cy="22819"/>
          </a:xfrm>
          <a:custGeom>
            <a:rect b="b" l="l" r="r" t="t"/>
            <a:pathLst>
              <a:path extrusionOk="0" h="69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694"/>
                  <a:pt x="347" y="694"/>
                </a:cubicBezTo>
                <a:cubicBezTo>
                  <a:pt x="536" y="694"/>
                  <a:pt x="693" y="537"/>
                  <a:pt x="693" y="347"/>
                </a:cubicBezTo>
                <a:cubicBezTo>
                  <a:pt x="693" y="158"/>
                  <a:pt x="50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" name="Google Shape;845;p16"/>
          <p:cNvSpPr/>
          <p:nvPr/>
        </p:nvSpPr>
        <p:spPr>
          <a:xfrm>
            <a:off x="8614376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726"/>
                  <a:pt x="347" y="726"/>
                </a:cubicBezTo>
                <a:lnTo>
                  <a:pt x="1765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" name="Google Shape;846;p16"/>
          <p:cNvSpPr/>
          <p:nvPr/>
        </p:nvSpPr>
        <p:spPr>
          <a:xfrm>
            <a:off x="8294765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lnTo>
                  <a:pt x="1796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" name="Google Shape;847;p16"/>
          <p:cNvSpPr/>
          <p:nvPr/>
        </p:nvSpPr>
        <p:spPr>
          <a:xfrm>
            <a:off x="8477831" y="1810977"/>
            <a:ext cx="22786" cy="69342"/>
          </a:xfrm>
          <a:custGeom>
            <a:rect b="b" l="l" r="r" t="t"/>
            <a:pathLst>
              <a:path extrusionOk="0" h="2112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65"/>
                </a:lnTo>
                <a:cubicBezTo>
                  <a:pt x="1" y="1954"/>
                  <a:pt x="158" y="2111"/>
                  <a:pt x="347" y="2111"/>
                </a:cubicBezTo>
                <a:cubicBezTo>
                  <a:pt x="536" y="2111"/>
                  <a:pt x="694" y="1954"/>
                  <a:pt x="694" y="1765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" name="Google Shape;848;p16"/>
          <p:cNvSpPr/>
          <p:nvPr/>
        </p:nvSpPr>
        <p:spPr>
          <a:xfrm>
            <a:off x="8349593" y="1865805"/>
            <a:ext cx="55881" cy="53812"/>
          </a:xfrm>
          <a:custGeom>
            <a:rect b="b" l="l" r="r" t="t"/>
            <a:pathLst>
              <a:path extrusionOk="0" h="1639" w="1702">
                <a:moveTo>
                  <a:pt x="351" y="0"/>
                </a:moveTo>
                <a:cubicBezTo>
                  <a:pt x="260" y="0"/>
                  <a:pt x="173" y="32"/>
                  <a:pt x="126" y="95"/>
                </a:cubicBezTo>
                <a:cubicBezTo>
                  <a:pt x="0" y="221"/>
                  <a:pt x="0" y="441"/>
                  <a:pt x="126" y="567"/>
                </a:cubicBezTo>
                <a:lnTo>
                  <a:pt x="1103" y="1544"/>
                </a:lnTo>
                <a:cubicBezTo>
                  <a:pt x="1166" y="1607"/>
                  <a:pt x="1252" y="1639"/>
                  <a:pt x="1339" y="1639"/>
                </a:cubicBezTo>
                <a:cubicBezTo>
                  <a:pt x="1426" y="1639"/>
                  <a:pt x="1512" y="1607"/>
                  <a:pt x="1575" y="1544"/>
                </a:cubicBezTo>
                <a:cubicBezTo>
                  <a:pt x="1701" y="1418"/>
                  <a:pt x="1701" y="1198"/>
                  <a:pt x="1575" y="1071"/>
                </a:cubicBezTo>
                <a:lnTo>
                  <a:pt x="599" y="95"/>
                </a:lnTo>
                <a:cubicBezTo>
                  <a:pt x="536" y="32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" name="Google Shape;849;p16"/>
          <p:cNvSpPr/>
          <p:nvPr/>
        </p:nvSpPr>
        <p:spPr>
          <a:xfrm>
            <a:off x="8574026" y="1865805"/>
            <a:ext cx="56932" cy="53812"/>
          </a:xfrm>
          <a:custGeom>
            <a:rect b="b" l="l" r="r" t="t"/>
            <a:pathLst>
              <a:path extrusionOk="0" h="1639" w="1734">
                <a:moveTo>
                  <a:pt x="1351" y="0"/>
                </a:moveTo>
                <a:cubicBezTo>
                  <a:pt x="1261" y="0"/>
                  <a:pt x="1166" y="32"/>
                  <a:pt x="1103" y="95"/>
                </a:cubicBezTo>
                <a:lnTo>
                  <a:pt x="127" y="1071"/>
                </a:lnTo>
                <a:cubicBezTo>
                  <a:pt x="1" y="1198"/>
                  <a:pt x="1" y="1418"/>
                  <a:pt x="127" y="1544"/>
                </a:cubicBezTo>
                <a:cubicBezTo>
                  <a:pt x="190" y="1607"/>
                  <a:pt x="284" y="1639"/>
                  <a:pt x="375" y="1639"/>
                </a:cubicBezTo>
                <a:cubicBezTo>
                  <a:pt x="465" y="1639"/>
                  <a:pt x="552" y="1607"/>
                  <a:pt x="599" y="1544"/>
                </a:cubicBezTo>
                <a:lnTo>
                  <a:pt x="1576" y="567"/>
                </a:lnTo>
                <a:cubicBezTo>
                  <a:pt x="1733" y="441"/>
                  <a:pt x="1733" y="221"/>
                  <a:pt x="1576" y="95"/>
                </a:cubicBezTo>
                <a:cubicBezTo>
                  <a:pt x="1529" y="32"/>
                  <a:pt x="1442" y="0"/>
                  <a:pt x="1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" name="Google Shape;850;p16"/>
          <p:cNvSpPr/>
          <p:nvPr/>
        </p:nvSpPr>
        <p:spPr>
          <a:xfrm>
            <a:off x="8362004" y="2129570"/>
            <a:ext cx="252416" cy="46556"/>
          </a:xfrm>
          <a:custGeom>
            <a:rect b="b" l="l" r="r" t="t"/>
            <a:pathLst>
              <a:path extrusionOk="0" h="1418" w="768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lnTo>
                  <a:pt x="0" y="1071"/>
                </a:lnTo>
                <a:cubicBezTo>
                  <a:pt x="0" y="1260"/>
                  <a:pt x="158" y="1418"/>
                  <a:pt x="378" y="1418"/>
                </a:cubicBezTo>
                <a:lnTo>
                  <a:pt x="7309" y="1418"/>
                </a:lnTo>
                <a:cubicBezTo>
                  <a:pt x="7530" y="1418"/>
                  <a:pt x="7687" y="1260"/>
                  <a:pt x="7687" y="1071"/>
                </a:cubicBezTo>
                <a:lnTo>
                  <a:pt x="7687" y="725"/>
                </a:lnTo>
                <a:cubicBezTo>
                  <a:pt x="7687" y="315"/>
                  <a:pt x="7372" y="0"/>
                  <a:pt x="69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" name="Google Shape;851;p16"/>
          <p:cNvSpPr/>
          <p:nvPr/>
        </p:nvSpPr>
        <p:spPr>
          <a:xfrm>
            <a:off x="8386823" y="1904086"/>
            <a:ext cx="201723" cy="203791"/>
          </a:xfrm>
          <a:custGeom>
            <a:rect b="b" l="l" r="r" t="t"/>
            <a:pathLst>
              <a:path extrusionOk="0" h="6207" w="6144">
                <a:moveTo>
                  <a:pt x="3025" y="0"/>
                </a:moveTo>
                <a:cubicBezTo>
                  <a:pt x="1355" y="0"/>
                  <a:pt x="0" y="1355"/>
                  <a:pt x="0" y="3087"/>
                </a:cubicBezTo>
                <a:lnTo>
                  <a:pt x="0" y="6206"/>
                </a:lnTo>
                <a:lnTo>
                  <a:pt x="2773" y="6206"/>
                </a:lnTo>
                <a:lnTo>
                  <a:pt x="2773" y="4064"/>
                </a:lnTo>
                <a:cubicBezTo>
                  <a:pt x="2363" y="3938"/>
                  <a:pt x="2048" y="3560"/>
                  <a:pt x="2048" y="3087"/>
                </a:cubicBezTo>
                <a:cubicBezTo>
                  <a:pt x="2048" y="2489"/>
                  <a:pt x="2521" y="2079"/>
                  <a:pt x="3088" y="2079"/>
                </a:cubicBezTo>
                <a:cubicBezTo>
                  <a:pt x="3655" y="2079"/>
                  <a:pt x="4096" y="2552"/>
                  <a:pt x="4096" y="3087"/>
                </a:cubicBezTo>
                <a:cubicBezTo>
                  <a:pt x="4096" y="3529"/>
                  <a:pt x="3812" y="3938"/>
                  <a:pt x="3403" y="4064"/>
                </a:cubicBezTo>
                <a:lnTo>
                  <a:pt x="3403" y="6206"/>
                </a:lnTo>
                <a:lnTo>
                  <a:pt x="6144" y="6206"/>
                </a:lnTo>
                <a:lnTo>
                  <a:pt x="6144" y="3087"/>
                </a:lnTo>
                <a:cubicBezTo>
                  <a:pt x="6144" y="1355"/>
                  <a:pt x="4726" y="0"/>
                  <a:pt x="30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" name="Google Shape;852;p16"/>
          <p:cNvSpPr/>
          <p:nvPr/>
        </p:nvSpPr>
        <p:spPr>
          <a:xfrm>
            <a:off x="8498514" y="2295301"/>
            <a:ext cx="188294" cy="180809"/>
          </a:xfrm>
          <a:custGeom>
            <a:rect b="b" l="l" r="r" t="t"/>
            <a:pathLst>
              <a:path extrusionOk="0" h="5507" w="5735">
                <a:moveTo>
                  <a:pt x="1123" y="1"/>
                </a:moveTo>
                <a:cubicBezTo>
                  <a:pt x="859" y="1"/>
                  <a:pt x="599" y="103"/>
                  <a:pt x="410" y="308"/>
                </a:cubicBezTo>
                <a:cubicBezTo>
                  <a:pt x="1" y="686"/>
                  <a:pt x="1" y="1379"/>
                  <a:pt x="410" y="1757"/>
                </a:cubicBezTo>
                <a:lnTo>
                  <a:pt x="3813" y="5191"/>
                </a:lnTo>
                <a:cubicBezTo>
                  <a:pt x="4033" y="5380"/>
                  <a:pt x="4285" y="5506"/>
                  <a:pt x="4569" y="5506"/>
                </a:cubicBezTo>
                <a:cubicBezTo>
                  <a:pt x="4853" y="5506"/>
                  <a:pt x="5136" y="5380"/>
                  <a:pt x="5325" y="5191"/>
                </a:cubicBezTo>
                <a:cubicBezTo>
                  <a:pt x="5735" y="4781"/>
                  <a:pt x="5735" y="4120"/>
                  <a:pt x="5325" y="3742"/>
                </a:cubicBezTo>
                <a:lnTo>
                  <a:pt x="1860" y="308"/>
                </a:lnTo>
                <a:cubicBezTo>
                  <a:pt x="1655" y="103"/>
                  <a:pt x="1387" y="1"/>
                  <a:pt x="11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" name="Google Shape;853;p16"/>
          <p:cNvSpPr/>
          <p:nvPr/>
        </p:nvSpPr>
        <p:spPr>
          <a:xfrm>
            <a:off x="8292697" y="2626040"/>
            <a:ext cx="56932" cy="57949"/>
          </a:xfrm>
          <a:custGeom>
            <a:rect b="b" l="l" r="r" t="t"/>
            <a:pathLst>
              <a:path extrusionOk="0" h="1765" w="1734">
                <a:moveTo>
                  <a:pt x="756" y="0"/>
                </a:moveTo>
                <a:lnTo>
                  <a:pt x="221" y="630"/>
                </a:lnTo>
                <a:cubicBezTo>
                  <a:pt x="95" y="756"/>
                  <a:pt x="0" y="945"/>
                  <a:pt x="0" y="1103"/>
                </a:cubicBezTo>
                <a:cubicBezTo>
                  <a:pt x="0" y="1292"/>
                  <a:pt x="95" y="1449"/>
                  <a:pt x="221" y="1575"/>
                </a:cubicBezTo>
                <a:cubicBezTo>
                  <a:pt x="347" y="1702"/>
                  <a:pt x="536" y="1765"/>
                  <a:pt x="693" y="1765"/>
                </a:cubicBezTo>
                <a:cubicBezTo>
                  <a:pt x="882" y="1765"/>
                  <a:pt x="1040" y="1702"/>
                  <a:pt x="1166" y="1575"/>
                </a:cubicBezTo>
                <a:lnTo>
                  <a:pt x="1733" y="977"/>
                </a:lnTo>
                <a:lnTo>
                  <a:pt x="75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" name="Google Shape;854;p16"/>
          <p:cNvSpPr/>
          <p:nvPr/>
        </p:nvSpPr>
        <p:spPr>
          <a:xfrm>
            <a:off x="8337183" y="2369531"/>
            <a:ext cx="271032" cy="273101"/>
          </a:xfrm>
          <a:custGeom>
            <a:rect b="b" l="l" r="r" t="t"/>
            <a:pathLst>
              <a:path extrusionOk="0" h="8318" w="8255">
                <a:moveTo>
                  <a:pt x="4285" y="2457"/>
                </a:moveTo>
                <a:lnTo>
                  <a:pt x="5797" y="3938"/>
                </a:lnTo>
                <a:lnTo>
                  <a:pt x="5261" y="4474"/>
                </a:lnTo>
                <a:cubicBezTo>
                  <a:pt x="4868" y="4868"/>
                  <a:pt x="4342" y="5064"/>
                  <a:pt x="3814" y="5064"/>
                </a:cubicBezTo>
                <a:cubicBezTo>
                  <a:pt x="3708" y="5064"/>
                  <a:pt x="3602" y="5057"/>
                  <a:pt x="3497" y="5041"/>
                </a:cubicBezTo>
                <a:lnTo>
                  <a:pt x="3214" y="5009"/>
                </a:lnTo>
                <a:lnTo>
                  <a:pt x="3182" y="4726"/>
                </a:lnTo>
                <a:cubicBezTo>
                  <a:pt x="3119" y="4096"/>
                  <a:pt x="3308" y="3434"/>
                  <a:pt x="3781" y="2962"/>
                </a:cubicBezTo>
                <a:lnTo>
                  <a:pt x="4285" y="2457"/>
                </a:lnTo>
                <a:close/>
                <a:moveTo>
                  <a:pt x="4789" y="0"/>
                </a:moveTo>
                <a:lnTo>
                  <a:pt x="3056" y="1796"/>
                </a:lnTo>
                <a:cubicBezTo>
                  <a:pt x="2174" y="2678"/>
                  <a:pt x="1733" y="4001"/>
                  <a:pt x="1890" y="5261"/>
                </a:cubicBezTo>
                <a:lnTo>
                  <a:pt x="1922" y="5419"/>
                </a:lnTo>
                <a:lnTo>
                  <a:pt x="0" y="7341"/>
                </a:lnTo>
                <a:lnTo>
                  <a:pt x="977" y="8317"/>
                </a:lnTo>
                <a:lnTo>
                  <a:pt x="2898" y="6396"/>
                </a:lnTo>
                <a:lnTo>
                  <a:pt x="3056" y="6427"/>
                </a:lnTo>
                <a:cubicBezTo>
                  <a:pt x="3214" y="6459"/>
                  <a:pt x="3371" y="6459"/>
                  <a:pt x="3592" y="6459"/>
                </a:cubicBezTo>
                <a:cubicBezTo>
                  <a:pt x="4694" y="6459"/>
                  <a:pt x="5734" y="6049"/>
                  <a:pt x="6522" y="5261"/>
                </a:cubicBezTo>
                <a:lnTo>
                  <a:pt x="8254" y="3466"/>
                </a:lnTo>
                <a:lnTo>
                  <a:pt x="7278" y="2489"/>
                </a:lnTo>
                <a:lnTo>
                  <a:pt x="6301" y="3466"/>
                </a:lnTo>
                <a:lnTo>
                  <a:pt x="4852" y="2016"/>
                </a:lnTo>
                <a:lnTo>
                  <a:pt x="5828" y="1040"/>
                </a:lnTo>
                <a:lnTo>
                  <a:pt x="478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" name="Google Shape;855;p16"/>
          <p:cNvSpPr/>
          <p:nvPr/>
        </p:nvSpPr>
        <p:spPr>
          <a:xfrm>
            <a:off x="6899737" y="2825788"/>
            <a:ext cx="251366" cy="46589"/>
          </a:xfrm>
          <a:custGeom>
            <a:rect b="b" l="l" r="r" t="t"/>
            <a:pathLst>
              <a:path extrusionOk="0" h="1419" w="7656">
                <a:moveTo>
                  <a:pt x="1040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1418"/>
                </a:lnTo>
                <a:lnTo>
                  <a:pt x="7656" y="1418"/>
                </a:lnTo>
                <a:lnTo>
                  <a:pt x="7656" y="1040"/>
                </a:lnTo>
                <a:lnTo>
                  <a:pt x="7593" y="1040"/>
                </a:lnTo>
                <a:cubicBezTo>
                  <a:pt x="7593" y="442"/>
                  <a:pt x="7120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" name="Google Shape;856;p16"/>
          <p:cNvSpPr/>
          <p:nvPr/>
        </p:nvSpPr>
        <p:spPr>
          <a:xfrm>
            <a:off x="6966974" y="2941649"/>
            <a:ext cx="113797" cy="113797"/>
          </a:xfrm>
          <a:custGeom>
            <a:rect b="b" l="l" r="r" t="t"/>
            <a:pathLst>
              <a:path extrusionOk="0" h="3466" w="3466">
                <a:moveTo>
                  <a:pt x="1386" y="0"/>
                </a:moveTo>
                <a:lnTo>
                  <a:pt x="1386" y="1008"/>
                </a:lnTo>
                <a:cubicBezTo>
                  <a:pt x="1386" y="1197"/>
                  <a:pt x="1229" y="1355"/>
                  <a:pt x="1008" y="1355"/>
                </a:cubicBezTo>
                <a:lnTo>
                  <a:pt x="0" y="1355"/>
                </a:lnTo>
                <a:lnTo>
                  <a:pt x="0" y="2079"/>
                </a:lnTo>
                <a:lnTo>
                  <a:pt x="1008" y="2079"/>
                </a:lnTo>
                <a:cubicBezTo>
                  <a:pt x="1229" y="2079"/>
                  <a:pt x="1386" y="2237"/>
                  <a:pt x="1386" y="2426"/>
                </a:cubicBezTo>
                <a:lnTo>
                  <a:pt x="1386" y="3466"/>
                </a:lnTo>
                <a:lnTo>
                  <a:pt x="2079" y="3466"/>
                </a:lnTo>
                <a:lnTo>
                  <a:pt x="2079" y="2426"/>
                </a:lnTo>
                <a:cubicBezTo>
                  <a:pt x="2079" y="2237"/>
                  <a:pt x="2237" y="2079"/>
                  <a:pt x="2426" y="2079"/>
                </a:cubicBezTo>
                <a:lnTo>
                  <a:pt x="3466" y="2079"/>
                </a:lnTo>
                <a:lnTo>
                  <a:pt x="3466" y="1355"/>
                </a:lnTo>
                <a:lnTo>
                  <a:pt x="2426" y="1355"/>
                </a:lnTo>
                <a:cubicBezTo>
                  <a:pt x="2237" y="1355"/>
                  <a:pt x="2079" y="1197"/>
                  <a:pt x="2079" y="1008"/>
                </a:cubicBezTo>
                <a:lnTo>
                  <a:pt x="20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" name="Google Shape;857;p16"/>
          <p:cNvSpPr/>
          <p:nvPr/>
        </p:nvSpPr>
        <p:spPr>
          <a:xfrm>
            <a:off x="6898686" y="3122647"/>
            <a:ext cx="250348" cy="90060"/>
          </a:xfrm>
          <a:custGeom>
            <a:rect b="b" l="l" r="r" t="t"/>
            <a:pathLst>
              <a:path extrusionOk="0" h="2743" w="7625">
                <a:moveTo>
                  <a:pt x="4159" y="694"/>
                </a:moveTo>
                <a:cubicBezTo>
                  <a:pt x="4348" y="694"/>
                  <a:pt x="4506" y="851"/>
                  <a:pt x="4506" y="1040"/>
                </a:cubicBezTo>
                <a:cubicBezTo>
                  <a:pt x="4506" y="1261"/>
                  <a:pt x="4348" y="1418"/>
                  <a:pt x="4159" y="1418"/>
                </a:cubicBezTo>
                <a:lnTo>
                  <a:pt x="3466" y="1418"/>
                </a:lnTo>
                <a:cubicBezTo>
                  <a:pt x="3246" y="1418"/>
                  <a:pt x="3088" y="1261"/>
                  <a:pt x="3088" y="1040"/>
                </a:cubicBezTo>
                <a:cubicBezTo>
                  <a:pt x="3088" y="851"/>
                  <a:pt x="3246" y="694"/>
                  <a:pt x="3466" y="694"/>
                </a:cubicBezTo>
                <a:close/>
                <a:moveTo>
                  <a:pt x="1" y="0"/>
                </a:moveTo>
                <a:lnTo>
                  <a:pt x="1" y="1733"/>
                </a:lnTo>
                <a:cubicBezTo>
                  <a:pt x="1" y="2300"/>
                  <a:pt x="473" y="2741"/>
                  <a:pt x="1009" y="2741"/>
                </a:cubicBezTo>
                <a:lnTo>
                  <a:pt x="6554" y="2741"/>
                </a:lnTo>
                <a:cubicBezTo>
                  <a:pt x="6573" y="2742"/>
                  <a:pt x="6592" y="2743"/>
                  <a:pt x="6610" y="2743"/>
                </a:cubicBezTo>
                <a:cubicBezTo>
                  <a:pt x="7182" y="2743"/>
                  <a:pt x="7625" y="2282"/>
                  <a:pt x="7625" y="1733"/>
                </a:cubicBez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" name="Google Shape;858;p16"/>
          <p:cNvSpPr/>
          <p:nvPr/>
        </p:nvSpPr>
        <p:spPr>
          <a:xfrm>
            <a:off x="6898686" y="2895095"/>
            <a:ext cx="250348" cy="204842"/>
          </a:xfrm>
          <a:custGeom>
            <a:rect b="b" l="l" r="r" t="t"/>
            <a:pathLst>
              <a:path extrusionOk="0" h="6239" w="7625">
                <a:moveTo>
                  <a:pt x="4506" y="693"/>
                </a:moveTo>
                <a:cubicBezTo>
                  <a:pt x="4727" y="693"/>
                  <a:pt x="4884" y="851"/>
                  <a:pt x="4884" y="1040"/>
                </a:cubicBezTo>
                <a:lnTo>
                  <a:pt x="4884" y="2080"/>
                </a:lnTo>
                <a:lnTo>
                  <a:pt x="5892" y="2080"/>
                </a:lnTo>
                <a:cubicBezTo>
                  <a:pt x="6081" y="2080"/>
                  <a:pt x="6239" y="2237"/>
                  <a:pt x="6239" y="2426"/>
                </a:cubicBezTo>
                <a:lnTo>
                  <a:pt x="6239" y="3812"/>
                </a:lnTo>
                <a:cubicBezTo>
                  <a:pt x="6239" y="4001"/>
                  <a:pt x="6081" y="4159"/>
                  <a:pt x="5892" y="4159"/>
                </a:cubicBezTo>
                <a:lnTo>
                  <a:pt x="4884" y="4159"/>
                </a:lnTo>
                <a:lnTo>
                  <a:pt x="4884" y="5199"/>
                </a:lnTo>
                <a:cubicBezTo>
                  <a:pt x="4884" y="5388"/>
                  <a:pt x="4727" y="5545"/>
                  <a:pt x="4506" y="5545"/>
                </a:cubicBezTo>
                <a:lnTo>
                  <a:pt x="3151" y="5545"/>
                </a:lnTo>
                <a:cubicBezTo>
                  <a:pt x="2931" y="5545"/>
                  <a:pt x="2773" y="5388"/>
                  <a:pt x="2773" y="5199"/>
                </a:cubicBezTo>
                <a:lnTo>
                  <a:pt x="2773" y="4159"/>
                </a:lnTo>
                <a:lnTo>
                  <a:pt x="1765" y="4159"/>
                </a:lnTo>
                <a:cubicBezTo>
                  <a:pt x="1576" y="4159"/>
                  <a:pt x="1419" y="4001"/>
                  <a:pt x="1419" y="3812"/>
                </a:cubicBezTo>
                <a:lnTo>
                  <a:pt x="1419" y="2426"/>
                </a:lnTo>
                <a:cubicBezTo>
                  <a:pt x="1419" y="2237"/>
                  <a:pt x="1576" y="2080"/>
                  <a:pt x="1765" y="2080"/>
                </a:cubicBezTo>
                <a:lnTo>
                  <a:pt x="2773" y="2080"/>
                </a:lnTo>
                <a:lnTo>
                  <a:pt x="2773" y="1040"/>
                </a:lnTo>
                <a:cubicBezTo>
                  <a:pt x="2773" y="851"/>
                  <a:pt x="2931" y="693"/>
                  <a:pt x="3151" y="693"/>
                </a:cubicBezTo>
                <a:close/>
                <a:moveTo>
                  <a:pt x="1" y="0"/>
                </a:moveTo>
                <a:lnTo>
                  <a:pt x="1" y="6238"/>
                </a:lnTo>
                <a:lnTo>
                  <a:pt x="7625" y="6238"/>
                </a:ln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" name="Google Shape;859;p16"/>
          <p:cNvSpPr/>
          <p:nvPr/>
        </p:nvSpPr>
        <p:spPr>
          <a:xfrm>
            <a:off x="6852148" y="3433948"/>
            <a:ext cx="346547" cy="307247"/>
          </a:xfrm>
          <a:custGeom>
            <a:rect b="b" l="l" r="r" t="t"/>
            <a:pathLst>
              <a:path extrusionOk="0" h="9358" w="10555">
                <a:moveTo>
                  <a:pt x="1701" y="3119"/>
                </a:moveTo>
                <a:cubicBezTo>
                  <a:pt x="1890" y="3119"/>
                  <a:pt x="2048" y="3277"/>
                  <a:pt x="2048" y="3466"/>
                </a:cubicBezTo>
                <a:lnTo>
                  <a:pt x="2048" y="4159"/>
                </a:lnTo>
                <a:cubicBezTo>
                  <a:pt x="2048" y="4379"/>
                  <a:pt x="2205" y="4537"/>
                  <a:pt x="2394" y="4537"/>
                </a:cubicBezTo>
                <a:lnTo>
                  <a:pt x="3119" y="4537"/>
                </a:lnTo>
                <a:cubicBezTo>
                  <a:pt x="3308" y="4537"/>
                  <a:pt x="3466" y="4663"/>
                  <a:pt x="3466" y="4883"/>
                </a:cubicBezTo>
                <a:cubicBezTo>
                  <a:pt x="3466" y="5072"/>
                  <a:pt x="3308" y="5230"/>
                  <a:pt x="3119" y="5230"/>
                </a:cubicBezTo>
                <a:lnTo>
                  <a:pt x="2394" y="5230"/>
                </a:lnTo>
                <a:cubicBezTo>
                  <a:pt x="1796" y="5198"/>
                  <a:pt x="1323" y="4726"/>
                  <a:pt x="1323" y="4159"/>
                </a:cubicBezTo>
                <a:lnTo>
                  <a:pt x="1323" y="3466"/>
                </a:lnTo>
                <a:cubicBezTo>
                  <a:pt x="1323" y="3277"/>
                  <a:pt x="1512" y="3119"/>
                  <a:pt x="1701" y="3119"/>
                </a:cubicBezTo>
                <a:close/>
                <a:moveTo>
                  <a:pt x="3781" y="6585"/>
                </a:moveTo>
                <a:lnTo>
                  <a:pt x="3781" y="6931"/>
                </a:lnTo>
                <a:cubicBezTo>
                  <a:pt x="3781" y="7120"/>
                  <a:pt x="3623" y="7278"/>
                  <a:pt x="3434" y="7278"/>
                </a:cubicBezTo>
                <a:cubicBezTo>
                  <a:pt x="3214" y="7278"/>
                  <a:pt x="3056" y="7120"/>
                  <a:pt x="3056" y="6931"/>
                </a:cubicBezTo>
                <a:lnTo>
                  <a:pt x="3056" y="6585"/>
                </a:lnTo>
                <a:close/>
                <a:moveTo>
                  <a:pt x="6900" y="0"/>
                </a:moveTo>
                <a:cubicBezTo>
                  <a:pt x="5986" y="0"/>
                  <a:pt x="5293" y="693"/>
                  <a:pt x="5293" y="1607"/>
                </a:cubicBezTo>
                <a:cubicBezTo>
                  <a:pt x="5293" y="2363"/>
                  <a:pt x="5765" y="2741"/>
                  <a:pt x="6238" y="3182"/>
                </a:cubicBezTo>
                <a:lnTo>
                  <a:pt x="7561" y="4379"/>
                </a:lnTo>
                <a:lnTo>
                  <a:pt x="7561" y="7624"/>
                </a:lnTo>
                <a:cubicBezTo>
                  <a:pt x="7561" y="8223"/>
                  <a:pt x="7089" y="8664"/>
                  <a:pt x="6553" y="8664"/>
                </a:cubicBezTo>
                <a:lnTo>
                  <a:pt x="4820" y="8664"/>
                </a:lnTo>
                <a:cubicBezTo>
                  <a:pt x="4348" y="8664"/>
                  <a:pt x="3938" y="8349"/>
                  <a:pt x="3812" y="7876"/>
                </a:cubicBezTo>
                <a:cubicBezTo>
                  <a:pt x="4222" y="7719"/>
                  <a:pt x="4505" y="7372"/>
                  <a:pt x="4505" y="6931"/>
                </a:cubicBezTo>
                <a:lnTo>
                  <a:pt x="4505" y="6585"/>
                </a:lnTo>
                <a:lnTo>
                  <a:pt x="5198" y="6585"/>
                </a:lnTo>
                <a:cubicBezTo>
                  <a:pt x="6144" y="6585"/>
                  <a:pt x="6931" y="5797"/>
                  <a:pt x="6931" y="4852"/>
                </a:cubicBezTo>
                <a:lnTo>
                  <a:pt x="6931" y="4631"/>
                </a:lnTo>
                <a:lnTo>
                  <a:pt x="5829" y="3686"/>
                </a:lnTo>
                <a:cubicBezTo>
                  <a:pt x="5671" y="3529"/>
                  <a:pt x="5482" y="3371"/>
                  <a:pt x="5293" y="3182"/>
                </a:cubicBezTo>
                <a:cubicBezTo>
                  <a:pt x="4568" y="3151"/>
                  <a:pt x="3875" y="2899"/>
                  <a:pt x="3182" y="2332"/>
                </a:cubicBezTo>
                <a:cubicBezTo>
                  <a:pt x="2720" y="1911"/>
                  <a:pt x="1880" y="1701"/>
                  <a:pt x="1091" y="1701"/>
                </a:cubicBezTo>
                <a:cubicBezTo>
                  <a:pt x="697" y="1701"/>
                  <a:pt x="315" y="1754"/>
                  <a:pt x="0" y="1859"/>
                </a:cubicBezTo>
                <a:lnTo>
                  <a:pt x="0" y="4883"/>
                </a:lnTo>
                <a:cubicBezTo>
                  <a:pt x="0" y="5829"/>
                  <a:pt x="788" y="6616"/>
                  <a:pt x="1733" y="6616"/>
                </a:cubicBezTo>
                <a:lnTo>
                  <a:pt x="2457" y="6616"/>
                </a:lnTo>
                <a:lnTo>
                  <a:pt x="2457" y="6963"/>
                </a:lnTo>
                <a:cubicBezTo>
                  <a:pt x="2394" y="7404"/>
                  <a:pt x="2678" y="7782"/>
                  <a:pt x="3119" y="7908"/>
                </a:cubicBezTo>
                <a:cubicBezTo>
                  <a:pt x="3277" y="8727"/>
                  <a:pt x="3970" y="9357"/>
                  <a:pt x="4820" y="9357"/>
                </a:cubicBezTo>
                <a:lnTo>
                  <a:pt x="6553" y="9357"/>
                </a:lnTo>
                <a:cubicBezTo>
                  <a:pt x="7498" y="9357"/>
                  <a:pt x="8286" y="8569"/>
                  <a:pt x="8286" y="7624"/>
                </a:cubicBezTo>
                <a:lnTo>
                  <a:pt x="8286" y="4379"/>
                </a:lnTo>
                <a:cubicBezTo>
                  <a:pt x="9294" y="3497"/>
                  <a:pt x="9546" y="3277"/>
                  <a:pt x="9546" y="3277"/>
                </a:cubicBezTo>
                <a:cubicBezTo>
                  <a:pt x="9987" y="2867"/>
                  <a:pt x="10554" y="2395"/>
                  <a:pt x="10554" y="1607"/>
                </a:cubicBezTo>
                <a:cubicBezTo>
                  <a:pt x="10554" y="693"/>
                  <a:pt x="9830" y="0"/>
                  <a:pt x="8948" y="0"/>
                </a:cubicBezTo>
                <a:cubicBezTo>
                  <a:pt x="8538" y="0"/>
                  <a:pt x="8191" y="126"/>
                  <a:pt x="7908" y="347"/>
                </a:cubicBezTo>
                <a:cubicBezTo>
                  <a:pt x="7656" y="95"/>
                  <a:pt x="7278" y="0"/>
                  <a:pt x="69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" name="Google Shape;860;p16"/>
          <p:cNvSpPr/>
          <p:nvPr/>
        </p:nvSpPr>
        <p:spPr>
          <a:xfrm>
            <a:off x="6851097" y="3353249"/>
            <a:ext cx="207961" cy="160387"/>
          </a:xfrm>
          <a:custGeom>
            <a:rect b="b" l="l" r="r" t="t"/>
            <a:pathLst>
              <a:path extrusionOk="0" h="4885" w="6334">
                <a:moveTo>
                  <a:pt x="3844" y="631"/>
                </a:moveTo>
                <a:cubicBezTo>
                  <a:pt x="4065" y="631"/>
                  <a:pt x="4222" y="788"/>
                  <a:pt x="4222" y="1009"/>
                </a:cubicBezTo>
                <a:lnTo>
                  <a:pt x="4222" y="1387"/>
                </a:lnTo>
                <a:lnTo>
                  <a:pt x="2773" y="1387"/>
                </a:lnTo>
                <a:lnTo>
                  <a:pt x="2773" y="1009"/>
                </a:lnTo>
                <a:cubicBezTo>
                  <a:pt x="2773" y="788"/>
                  <a:pt x="2931" y="631"/>
                  <a:pt x="3151" y="631"/>
                </a:cubicBezTo>
                <a:close/>
                <a:moveTo>
                  <a:pt x="3088" y="1"/>
                </a:moveTo>
                <a:cubicBezTo>
                  <a:pt x="2521" y="1"/>
                  <a:pt x="2080" y="473"/>
                  <a:pt x="2080" y="1040"/>
                </a:cubicBezTo>
                <a:lnTo>
                  <a:pt x="2080" y="1419"/>
                </a:lnTo>
                <a:lnTo>
                  <a:pt x="1733" y="1419"/>
                </a:lnTo>
                <a:cubicBezTo>
                  <a:pt x="788" y="1419"/>
                  <a:pt x="1" y="2206"/>
                  <a:pt x="1" y="3151"/>
                </a:cubicBezTo>
                <a:lnTo>
                  <a:pt x="1" y="3592"/>
                </a:lnTo>
                <a:cubicBezTo>
                  <a:pt x="332" y="3503"/>
                  <a:pt x="705" y="3459"/>
                  <a:pt x="1087" y="3459"/>
                </a:cubicBezTo>
                <a:cubicBezTo>
                  <a:pt x="2048" y="3459"/>
                  <a:pt x="3069" y="3736"/>
                  <a:pt x="3655" y="4254"/>
                </a:cubicBezTo>
                <a:cubicBezTo>
                  <a:pt x="4002" y="4569"/>
                  <a:pt x="4411" y="4758"/>
                  <a:pt x="4789" y="4884"/>
                </a:cubicBezTo>
                <a:cubicBezTo>
                  <a:pt x="4726" y="4664"/>
                  <a:pt x="4632" y="4380"/>
                  <a:pt x="4632" y="4096"/>
                </a:cubicBezTo>
                <a:cubicBezTo>
                  <a:pt x="4632" y="2994"/>
                  <a:pt x="5356" y="2112"/>
                  <a:pt x="6333" y="1860"/>
                </a:cubicBezTo>
                <a:cubicBezTo>
                  <a:pt x="6018" y="1576"/>
                  <a:pt x="5608" y="1419"/>
                  <a:pt x="5199" y="1419"/>
                </a:cubicBezTo>
                <a:lnTo>
                  <a:pt x="4821" y="1419"/>
                </a:lnTo>
                <a:lnTo>
                  <a:pt x="4821" y="1040"/>
                </a:lnTo>
                <a:cubicBezTo>
                  <a:pt x="4821" y="442"/>
                  <a:pt x="4348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" name="Google Shape;861;p16"/>
          <p:cNvSpPr/>
          <p:nvPr/>
        </p:nvSpPr>
        <p:spPr>
          <a:xfrm>
            <a:off x="6818507" y="3853401"/>
            <a:ext cx="413788" cy="379708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" name="Google Shape;862;p16"/>
          <p:cNvSpPr/>
          <p:nvPr/>
        </p:nvSpPr>
        <p:spPr>
          <a:xfrm>
            <a:off x="8387437" y="4191721"/>
            <a:ext cx="85890" cy="45539"/>
          </a:xfrm>
          <a:custGeom>
            <a:rect b="b" l="l" r="r" t="t"/>
            <a:pathLst>
              <a:path extrusionOk="0" h="1387" w="2616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85" y="1387"/>
                  <a:pt x="2615" y="851"/>
                  <a:pt x="25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16"/>
          <p:cNvSpPr/>
          <p:nvPr/>
        </p:nvSpPr>
        <p:spPr>
          <a:xfrm>
            <a:off x="8527067" y="3849491"/>
            <a:ext cx="107625" cy="320577"/>
          </a:xfrm>
          <a:custGeom>
            <a:rect b="b" l="l" r="r" t="t"/>
            <a:pathLst>
              <a:path extrusionOk="0" h="9764" w="3278">
                <a:moveTo>
                  <a:pt x="1198" y="5541"/>
                </a:moveTo>
                <a:cubicBezTo>
                  <a:pt x="1387" y="5604"/>
                  <a:pt x="1544" y="5699"/>
                  <a:pt x="1544" y="5888"/>
                </a:cubicBezTo>
                <a:lnTo>
                  <a:pt x="1576" y="6266"/>
                </a:lnTo>
                <a:lnTo>
                  <a:pt x="788" y="6266"/>
                </a:lnTo>
                <a:lnTo>
                  <a:pt x="788" y="5888"/>
                </a:lnTo>
                <a:cubicBezTo>
                  <a:pt x="788" y="5699"/>
                  <a:pt x="946" y="5541"/>
                  <a:pt x="1198" y="5541"/>
                </a:cubicBezTo>
                <a:close/>
                <a:moveTo>
                  <a:pt x="2885" y="0"/>
                </a:moveTo>
                <a:cubicBezTo>
                  <a:pt x="2798" y="0"/>
                  <a:pt x="2714" y="40"/>
                  <a:pt x="2647" y="123"/>
                </a:cubicBezTo>
                <a:lnTo>
                  <a:pt x="914" y="2202"/>
                </a:lnTo>
                <a:cubicBezTo>
                  <a:pt x="883" y="2296"/>
                  <a:pt x="820" y="2360"/>
                  <a:pt x="820" y="2454"/>
                </a:cubicBezTo>
                <a:lnTo>
                  <a:pt x="820" y="4974"/>
                </a:lnTo>
                <a:cubicBezTo>
                  <a:pt x="442" y="5069"/>
                  <a:pt x="127" y="5478"/>
                  <a:pt x="127" y="5920"/>
                </a:cubicBezTo>
                <a:lnTo>
                  <a:pt x="1" y="9763"/>
                </a:lnTo>
                <a:lnTo>
                  <a:pt x="2458" y="9763"/>
                </a:lnTo>
                <a:lnTo>
                  <a:pt x="2238" y="5857"/>
                </a:lnTo>
                <a:cubicBezTo>
                  <a:pt x="2206" y="5447"/>
                  <a:pt x="1923" y="5069"/>
                  <a:pt x="1513" y="4974"/>
                </a:cubicBezTo>
                <a:lnTo>
                  <a:pt x="1513" y="2549"/>
                </a:lnTo>
                <a:lnTo>
                  <a:pt x="3151" y="595"/>
                </a:lnTo>
                <a:cubicBezTo>
                  <a:pt x="3277" y="375"/>
                  <a:pt x="3277" y="186"/>
                  <a:pt x="3120" y="91"/>
                </a:cubicBezTo>
                <a:cubicBezTo>
                  <a:pt x="3045" y="32"/>
                  <a:pt x="2964" y="0"/>
                  <a:pt x="28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" name="Google Shape;864;p16"/>
          <p:cNvSpPr/>
          <p:nvPr/>
        </p:nvSpPr>
        <p:spPr>
          <a:xfrm>
            <a:off x="8370890" y="3849359"/>
            <a:ext cx="114848" cy="320708"/>
          </a:xfrm>
          <a:custGeom>
            <a:rect b="b" l="l" r="r" t="t"/>
            <a:pathLst>
              <a:path extrusionOk="0" h="9768" w="3498">
                <a:moveTo>
                  <a:pt x="1733" y="1355"/>
                </a:moveTo>
                <a:cubicBezTo>
                  <a:pt x="1922" y="1355"/>
                  <a:pt x="2080" y="1513"/>
                  <a:pt x="2080" y="1702"/>
                </a:cubicBezTo>
                <a:cubicBezTo>
                  <a:pt x="2080" y="1922"/>
                  <a:pt x="1922" y="2048"/>
                  <a:pt x="1733" y="2048"/>
                </a:cubicBezTo>
                <a:cubicBezTo>
                  <a:pt x="1544" y="2048"/>
                  <a:pt x="1387" y="1891"/>
                  <a:pt x="1387" y="1702"/>
                </a:cubicBezTo>
                <a:cubicBezTo>
                  <a:pt x="1387" y="1513"/>
                  <a:pt x="1544" y="1355"/>
                  <a:pt x="1733" y="1355"/>
                </a:cubicBezTo>
                <a:close/>
                <a:moveTo>
                  <a:pt x="1765" y="5545"/>
                </a:moveTo>
                <a:cubicBezTo>
                  <a:pt x="1954" y="5608"/>
                  <a:pt x="2111" y="5703"/>
                  <a:pt x="2111" y="5892"/>
                </a:cubicBezTo>
                <a:lnTo>
                  <a:pt x="2174" y="6270"/>
                </a:lnTo>
                <a:lnTo>
                  <a:pt x="1387" y="6270"/>
                </a:lnTo>
                <a:lnTo>
                  <a:pt x="1387" y="5892"/>
                </a:lnTo>
                <a:cubicBezTo>
                  <a:pt x="1387" y="5703"/>
                  <a:pt x="1544" y="5545"/>
                  <a:pt x="1765" y="5545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553"/>
                  <a:pt x="599" y="3277"/>
                  <a:pt x="1387" y="3435"/>
                </a:cubicBezTo>
                <a:lnTo>
                  <a:pt x="1387" y="4947"/>
                </a:lnTo>
                <a:cubicBezTo>
                  <a:pt x="977" y="5073"/>
                  <a:pt x="662" y="5482"/>
                  <a:pt x="662" y="5892"/>
                </a:cubicBezTo>
                <a:lnTo>
                  <a:pt x="536" y="9767"/>
                </a:lnTo>
                <a:lnTo>
                  <a:pt x="2993" y="9767"/>
                </a:lnTo>
                <a:lnTo>
                  <a:pt x="2804" y="5861"/>
                </a:lnTo>
                <a:cubicBezTo>
                  <a:pt x="2741" y="5419"/>
                  <a:pt x="2489" y="5073"/>
                  <a:pt x="2048" y="4947"/>
                </a:cubicBezTo>
                <a:lnTo>
                  <a:pt x="2048" y="3435"/>
                </a:lnTo>
                <a:cubicBezTo>
                  <a:pt x="2836" y="3277"/>
                  <a:pt x="3435" y="2553"/>
                  <a:pt x="3435" y="1733"/>
                </a:cubicBezTo>
                <a:cubicBezTo>
                  <a:pt x="3498" y="757"/>
                  <a:pt x="2710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" name="Google Shape;865;p16"/>
          <p:cNvSpPr/>
          <p:nvPr/>
        </p:nvSpPr>
        <p:spPr>
          <a:xfrm>
            <a:off x="8524999" y="4191721"/>
            <a:ext cx="84872" cy="45539"/>
          </a:xfrm>
          <a:custGeom>
            <a:rect b="b" l="l" r="r" t="t"/>
            <a:pathLst>
              <a:path extrusionOk="0" h="1387" w="2585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54" y="1387"/>
                  <a:pt x="2584" y="851"/>
                  <a:pt x="25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" name="Google Shape;866;p16"/>
          <p:cNvSpPr/>
          <p:nvPr/>
        </p:nvSpPr>
        <p:spPr>
          <a:xfrm>
            <a:off x="6337368" y="1295597"/>
            <a:ext cx="390017" cy="206910"/>
          </a:xfrm>
          <a:custGeom>
            <a:rect b="b" l="l" r="r" t="t"/>
            <a:pathLst>
              <a:path extrusionOk="0" h="6302" w="11879">
                <a:moveTo>
                  <a:pt x="7688" y="2080"/>
                </a:moveTo>
                <a:lnTo>
                  <a:pt x="7688" y="2836"/>
                </a:lnTo>
                <a:lnTo>
                  <a:pt x="4191" y="2836"/>
                </a:lnTo>
                <a:lnTo>
                  <a:pt x="4191" y="2080"/>
                </a:lnTo>
                <a:close/>
                <a:moveTo>
                  <a:pt x="10177" y="3497"/>
                </a:moveTo>
                <a:cubicBezTo>
                  <a:pt x="10586" y="3497"/>
                  <a:pt x="10996" y="3781"/>
                  <a:pt x="11154" y="4222"/>
                </a:cubicBezTo>
                <a:lnTo>
                  <a:pt x="820" y="4222"/>
                </a:lnTo>
                <a:cubicBezTo>
                  <a:pt x="914" y="3812"/>
                  <a:pt x="1292" y="3497"/>
                  <a:pt x="1765" y="3497"/>
                </a:cubicBezTo>
                <a:close/>
                <a:moveTo>
                  <a:pt x="3844" y="0"/>
                </a:moveTo>
                <a:cubicBezTo>
                  <a:pt x="2899" y="0"/>
                  <a:pt x="2112" y="788"/>
                  <a:pt x="2112" y="1733"/>
                </a:cubicBezTo>
                <a:lnTo>
                  <a:pt x="2112" y="2836"/>
                </a:lnTo>
                <a:lnTo>
                  <a:pt x="1734" y="2836"/>
                </a:lnTo>
                <a:cubicBezTo>
                  <a:pt x="788" y="2836"/>
                  <a:pt x="1" y="3623"/>
                  <a:pt x="1" y="4568"/>
                </a:cubicBezTo>
                <a:lnTo>
                  <a:pt x="1" y="6301"/>
                </a:lnTo>
                <a:lnTo>
                  <a:pt x="1387" y="6301"/>
                </a:lnTo>
                <a:lnTo>
                  <a:pt x="1387" y="5955"/>
                </a:lnTo>
                <a:lnTo>
                  <a:pt x="1418" y="5955"/>
                </a:lnTo>
                <a:cubicBezTo>
                  <a:pt x="1418" y="5734"/>
                  <a:pt x="1576" y="5577"/>
                  <a:pt x="1765" y="5577"/>
                </a:cubicBezTo>
                <a:lnTo>
                  <a:pt x="3151" y="5577"/>
                </a:lnTo>
                <a:cubicBezTo>
                  <a:pt x="3340" y="5577"/>
                  <a:pt x="3529" y="5734"/>
                  <a:pt x="3529" y="5955"/>
                </a:cubicBezTo>
                <a:lnTo>
                  <a:pt x="3529" y="6301"/>
                </a:lnTo>
                <a:lnTo>
                  <a:pt x="8413" y="6301"/>
                </a:lnTo>
                <a:lnTo>
                  <a:pt x="8413" y="5955"/>
                </a:lnTo>
                <a:cubicBezTo>
                  <a:pt x="8413" y="5734"/>
                  <a:pt x="8570" y="5577"/>
                  <a:pt x="8759" y="5577"/>
                </a:cubicBezTo>
                <a:lnTo>
                  <a:pt x="10145" y="5577"/>
                </a:lnTo>
                <a:cubicBezTo>
                  <a:pt x="10334" y="5577"/>
                  <a:pt x="10492" y="5734"/>
                  <a:pt x="10492" y="5955"/>
                </a:cubicBezTo>
                <a:lnTo>
                  <a:pt x="10492" y="6301"/>
                </a:lnTo>
                <a:lnTo>
                  <a:pt x="11878" y="6301"/>
                </a:lnTo>
                <a:lnTo>
                  <a:pt x="11878" y="4568"/>
                </a:lnTo>
                <a:cubicBezTo>
                  <a:pt x="11878" y="3623"/>
                  <a:pt x="11091" y="2836"/>
                  <a:pt x="10145" y="2836"/>
                </a:cubicBezTo>
                <a:lnTo>
                  <a:pt x="9767" y="2836"/>
                </a:lnTo>
                <a:lnTo>
                  <a:pt x="9767" y="1733"/>
                </a:lnTo>
                <a:cubicBezTo>
                  <a:pt x="9767" y="788"/>
                  <a:pt x="8980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" name="Google Shape;867;p16"/>
          <p:cNvSpPr/>
          <p:nvPr/>
        </p:nvSpPr>
        <p:spPr>
          <a:xfrm>
            <a:off x="6636295" y="1502465"/>
            <a:ext cx="22786" cy="682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1733"/>
                </a:lnTo>
                <a:cubicBezTo>
                  <a:pt x="1" y="1922"/>
                  <a:pt x="158" y="2079"/>
                  <a:pt x="347" y="2079"/>
                </a:cubicBezTo>
                <a:cubicBezTo>
                  <a:pt x="536" y="2079"/>
                  <a:pt x="694" y="1922"/>
                  <a:pt x="694" y="1733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8" name="Google Shape;868;p16"/>
          <p:cNvSpPr/>
          <p:nvPr/>
        </p:nvSpPr>
        <p:spPr>
          <a:xfrm>
            <a:off x="6338419" y="1525217"/>
            <a:ext cx="389984" cy="159303"/>
          </a:xfrm>
          <a:custGeom>
            <a:rect b="b" l="l" r="r" t="t"/>
            <a:pathLst>
              <a:path extrusionOk="0" h="4852" w="11878">
                <a:moveTo>
                  <a:pt x="5923" y="693"/>
                </a:moveTo>
                <a:cubicBezTo>
                  <a:pt x="6112" y="693"/>
                  <a:pt x="6270" y="851"/>
                  <a:pt x="6270" y="1040"/>
                </a:cubicBezTo>
                <a:lnTo>
                  <a:pt x="6270" y="1733"/>
                </a:lnTo>
                <a:lnTo>
                  <a:pt x="6994" y="1733"/>
                </a:lnTo>
                <a:cubicBezTo>
                  <a:pt x="7183" y="1733"/>
                  <a:pt x="7341" y="1891"/>
                  <a:pt x="7341" y="2080"/>
                </a:cubicBezTo>
                <a:cubicBezTo>
                  <a:pt x="7341" y="2300"/>
                  <a:pt x="7183" y="2458"/>
                  <a:pt x="6994" y="2458"/>
                </a:cubicBezTo>
                <a:lnTo>
                  <a:pt x="6270" y="2458"/>
                </a:lnTo>
                <a:lnTo>
                  <a:pt x="6270" y="3151"/>
                </a:lnTo>
                <a:cubicBezTo>
                  <a:pt x="6270" y="3340"/>
                  <a:pt x="6112" y="3497"/>
                  <a:pt x="5923" y="3497"/>
                </a:cubicBezTo>
                <a:cubicBezTo>
                  <a:pt x="5734" y="3497"/>
                  <a:pt x="5577" y="3340"/>
                  <a:pt x="5577" y="3151"/>
                </a:cubicBezTo>
                <a:lnTo>
                  <a:pt x="5577" y="2458"/>
                </a:lnTo>
                <a:lnTo>
                  <a:pt x="4852" y="2458"/>
                </a:lnTo>
                <a:cubicBezTo>
                  <a:pt x="4663" y="2458"/>
                  <a:pt x="4505" y="2300"/>
                  <a:pt x="4505" y="2080"/>
                </a:cubicBezTo>
                <a:cubicBezTo>
                  <a:pt x="4537" y="1891"/>
                  <a:pt x="4695" y="1733"/>
                  <a:pt x="4852" y="1733"/>
                </a:cubicBezTo>
                <a:lnTo>
                  <a:pt x="5577" y="1733"/>
                </a:lnTo>
                <a:lnTo>
                  <a:pt x="5577" y="1040"/>
                </a:lnTo>
                <a:cubicBezTo>
                  <a:pt x="5577" y="851"/>
                  <a:pt x="5734" y="693"/>
                  <a:pt x="5923" y="693"/>
                </a:cubicBezTo>
                <a:close/>
                <a:moveTo>
                  <a:pt x="126" y="0"/>
                </a:moveTo>
                <a:lnTo>
                  <a:pt x="126" y="3119"/>
                </a:lnTo>
                <a:cubicBezTo>
                  <a:pt x="0" y="4064"/>
                  <a:pt x="756" y="4852"/>
                  <a:pt x="1733" y="4852"/>
                </a:cubicBezTo>
                <a:lnTo>
                  <a:pt x="10145" y="4852"/>
                </a:lnTo>
                <a:cubicBezTo>
                  <a:pt x="11090" y="4852"/>
                  <a:pt x="11878" y="4064"/>
                  <a:pt x="11878" y="3119"/>
                </a:cubicBezTo>
                <a:lnTo>
                  <a:pt x="11878" y="0"/>
                </a:lnTo>
                <a:lnTo>
                  <a:pt x="10491" y="0"/>
                </a:lnTo>
                <a:lnTo>
                  <a:pt x="10491" y="1040"/>
                </a:lnTo>
                <a:cubicBezTo>
                  <a:pt x="10491" y="1639"/>
                  <a:pt x="10019" y="2048"/>
                  <a:pt x="9452" y="2048"/>
                </a:cubicBezTo>
                <a:cubicBezTo>
                  <a:pt x="8885" y="2048"/>
                  <a:pt x="8444" y="1576"/>
                  <a:pt x="8444" y="1040"/>
                </a:cubicBezTo>
                <a:lnTo>
                  <a:pt x="8444" y="0"/>
                </a:lnTo>
                <a:lnTo>
                  <a:pt x="3560" y="0"/>
                </a:lnTo>
                <a:lnTo>
                  <a:pt x="3560" y="1040"/>
                </a:lnTo>
                <a:cubicBezTo>
                  <a:pt x="3560" y="1639"/>
                  <a:pt x="3088" y="2048"/>
                  <a:pt x="2521" y="2048"/>
                </a:cubicBezTo>
                <a:cubicBezTo>
                  <a:pt x="1954" y="2048"/>
                  <a:pt x="1513" y="1576"/>
                  <a:pt x="1513" y="1040"/>
                </a:cubicBezTo>
                <a:lnTo>
                  <a:pt x="151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" name="Google Shape;869;p16"/>
          <p:cNvSpPr/>
          <p:nvPr/>
        </p:nvSpPr>
        <p:spPr>
          <a:xfrm>
            <a:off x="6405656" y="1502465"/>
            <a:ext cx="23804" cy="68292"/>
          </a:xfrm>
          <a:custGeom>
            <a:rect b="b" l="l" r="r" t="t"/>
            <a:pathLst>
              <a:path extrusionOk="0" h="2080" w="725">
                <a:moveTo>
                  <a:pt x="0" y="0"/>
                </a:moveTo>
                <a:lnTo>
                  <a:pt x="0" y="1733"/>
                </a:lnTo>
                <a:cubicBezTo>
                  <a:pt x="0" y="1922"/>
                  <a:pt x="158" y="2079"/>
                  <a:pt x="378" y="2079"/>
                </a:cubicBezTo>
                <a:cubicBezTo>
                  <a:pt x="567" y="2079"/>
                  <a:pt x="725" y="1922"/>
                  <a:pt x="725" y="1733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" name="Google Shape;870;p16"/>
          <p:cNvSpPr/>
          <p:nvPr/>
        </p:nvSpPr>
        <p:spPr>
          <a:xfrm>
            <a:off x="6399226" y="1864037"/>
            <a:ext cx="274151" cy="227332"/>
          </a:xfrm>
          <a:custGeom>
            <a:rect b="b" l="l" r="r" t="t"/>
            <a:pathLst>
              <a:path extrusionOk="0" h="6924" w="8350">
                <a:moveTo>
                  <a:pt x="4128" y="2733"/>
                </a:moveTo>
                <a:cubicBezTo>
                  <a:pt x="4380" y="3048"/>
                  <a:pt x="4726" y="3269"/>
                  <a:pt x="5167" y="3552"/>
                </a:cubicBezTo>
                <a:lnTo>
                  <a:pt x="5167" y="4497"/>
                </a:lnTo>
                <a:cubicBezTo>
                  <a:pt x="5167" y="4844"/>
                  <a:pt x="5010" y="5159"/>
                  <a:pt x="4695" y="5348"/>
                </a:cubicBezTo>
                <a:cubicBezTo>
                  <a:pt x="4537" y="5474"/>
                  <a:pt x="4325" y="5537"/>
                  <a:pt x="4112" y="5537"/>
                </a:cubicBezTo>
                <a:cubicBezTo>
                  <a:pt x="3899" y="5537"/>
                  <a:pt x="3687" y="5474"/>
                  <a:pt x="3529" y="5348"/>
                </a:cubicBezTo>
                <a:cubicBezTo>
                  <a:pt x="3277" y="5159"/>
                  <a:pt x="3057" y="4844"/>
                  <a:pt x="3057" y="4497"/>
                </a:cubicBezTo>
                <a:lnTo>
                  <a:pt x="3057" y="3552"/>
                </a:lnTo>
                <a:lnTo>
                  <a:pt x="3120" y="3552"/>
                </a:lnTo>
                <a:cubicBezTo>
                  <a:pt x="3529" y="3269"/>
                  <a:pt x="3907" y="2985"/>
                  <a:pt x="4128" y="2733"/>
                </a:cubicBezTo>
                <a:close/>
                <a:moveTo>
                  <a:pt x="4222" y="0"/>
                </a:moveTo>
                <a:cubicBezTo>
                  <a:pt x="3568" y="0"/>
                  <a:pt x="2915" y="166"/>
                  <a:pt x="2363" y="496"/>
                </a:cubicBezTo>
                <a:cubicBezTo>
                  <a:pt x="1702" y="906"/>
                  <a:pt x="1229" y="1473"/>
                  <a:pt x="946" y="2166"/>
                </a:cubicBezTo>
                <a:lnTo>
                  <a:pt x="190" y="4560"/>
                </a:lnTo>
                <a:cubicBezTo>
                  <a:pt x="1" y="5002"/>
                  <a:pt x="64" y="5474"/>
                  <a:pt x="316" y="5915"/>
                </a:cubicBezTo>
                <a:cubicBezTo>
                  <a:pt x="662" y="6514"/>
                  <a:pt x="1324" y="6892"/>
                  <a:pt x="2080" y="6923"/>
                </a:cubicBezTo>
                <a:cubicBezTo>
                  <a:pt x="2363" y="6923"/>
                  <a:pt x="2615" y="6892"/>
                  <a:pt x="2805" y="6766"/>
                </a:cubicBezTo>
                <a:cubicBezTo>
                  <a:pt x="3120" y="6608"/>
                  <a:pt x="3403" y="6419"/>
                  <a:pt x="3561" y="6104"/>
                </a:cubicBezTo>
                <a:cubicBezTo>
                  <a:pt x="3750" y="6199"/>
                  <a:pt x="3939" y="6230"/>
                  <a:pt x="4191" y="6230"/>
                </a:cubicBezTo>
                <a:cubicBezTo>
                  <a:pt x="4380" y="6230"/>
                  <a:pt x="4600" y="6199"/>
                  <a:pt x="4821" y="6104"/>
                </a:cubicBezTo>
                <a:cubicBezTo>
                  <a:pt x="5010" y="6388"/>
                  <a:pt x="5230" y="6608"/>
                  <a:pt x="5545" y="6766"/>
                </a:cubicBezTo>
                <a:cubicBezTo>
                  <a:pt x="5797" y="6892"/>
                  <a:pt x="6018" y="6923"/>
                  <a:pt x="6270" y="6923"/>
                </a:cubicBezTo>
                <a:lnTo>
                  <a:pt x="6302" y="6923"/>
                </a:lnTo>
                <a:cubicBezTo>
                  <a:pt x="7026" y="6892"/>
                  <a:pt x="7688" y="6451"/>
                  <a:pt x="8034" y="5915"/>
                </a:cubicBezTo>
                <a:cubicBezTo>
                  <a:pt x="8318" y="5474"/>
                  <a:pt x="8349" y="5002"/>
                  <a:pt x="8192" y="4623"/>
                </a:cubicBezTo>
                <a:lnTo>
                  <a:pt x="7436" y="2135"/>
                </a:lnTo>
                <a:cubicBezTo>
                  <a:pt x="7184" y="1473"/>
                  <a:pt x="6711" y="906"/>
                  <a:pt x="6081" y="496"/>
                </a:cubicBezTo>
                <a:cubicBezTo>
                  <a:pt x="5530" y="166"/>
                  <a:pt x="4876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1" name="Google Shape;871;p16"/>
          <p:cNvSpPr/>
          <p:nvPr/>
        </p:nvSpPr>
        <p:spPr>
          <a:xfrm>
            <a:off x="6387866" y="2090275"/>
            <a:ext cx="296871" cy="93146"/>
          </a:xfrm>
          <a:custGeom>
            <a:rect b="b" l="l" r="r" t="t"/>
            <a:pathLst>
              <a:path extrusionOk="0" h="2837" w="9042">
                <a:moveTo>
                  <a:pt x="4159" y="1"/>
                </a:moveTo>
                <a:cubicBezTo>
                  <a:pt x="3970" y="190"/>
                  <a:pt x="3686" y="379"/>
                  <a:pt x="3403" y="505"/>
                </a:cubicBezTo>
                <a:cubicBezTo>
                  <a:pt x="3151" y="631"/>
                  <a:pt x="2772" y="694"/>
                  <a:pt x="2426" y="694"/>
                </a:cubicBezTo>
                <a:cubicBezTo>
                  <a:pt x="1764" y="662"/>
                  <a:pt x="1166" y="442"/>
                  <a:pt x="693" y="32"/>
                </a:cubicBezTo>
                <a:cubicBezTo>
                  <a:pt x="252" y="473"/>
                  <a:pt x="0" y="1072"/>
                  <a:pt x="0" y="1734"/>
                </a:cubicBezTo>
                <a:lnTo>
                  <a:pt x="0" y="2490"/>
                </a:lnTo>
                <a:cubicBezTo>
                  <a:pt x="0" y="2679"/>
                  <a:pt x="158" y="2836"/>
                  <a:pt x="347" y="2836"/>
                </a:cubicBezTo>
                <a:lnTo>
                  <a:pt x="8695" y="2836"/>
                </a:lnTo>
                <a:cubicBezTo>
                  <a:pt x="8884" y="2836"/>
                  <a:pt x="9042" y="2679"/>
                  <a:pt x="9042" y="2490"/>
                </a:cubicBezTo>
                <a:lnTo>
                  <a:pt x="9042" y="1765"/>
                </a:lnTo>
                <a:cubicBezTo>
                  <a:pt x="9042" y="1135"/>
                  <a:pt x="8821" y="505"/>
                  <a:pt x="8349" y="95"/>
                </a:cubicBezTo>
                <a:cubicBezTo>
                  <a:pt x="7876" y="473"/>
                  <a:pt x="7309" y="725"/>
                  <a:pt x="6679" y="757"/>
                </a:cubicBezTo>
                <a:lnTo>
                  <a:pt x="6616" y="757"/>
                </a:lnTo>
                <a:cubicBezTo>
                  <a:pt x="6238" y="757"/>
                  <a:pt x="5891" y="662"/>
                  <a:pt x="5576" y="505"/>
                </a:cubicBezTo>
                <a:cubicBezTo>
                  <a:pt x="5324" y="379"/>
                  <a:pt x="5072" y="221"/>
                  <a:pt x="4883" y="1"/>
                </a:cubicBezTo>
                <a:cubicBezTo>
                  <a:pt x="4757" y="32"/>
                  <a:pt x="4631" y="32"/>
                  <a:pt x="4505" y="32"/>
                </a:cubicBezTo>
                <a:cubicBezTo>
                  <a:pt x="4411" y="32"/>
                  <a:pt x="4285" y="32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" name="Google Shape;872;p16"/>
          <p:cNvSpPr/>
          <p:nvPr/>
        </p:nvSpPr>
        <p:spPr>
          <a:xfrm>
            <a:off x="6457139" y="1794205"/>
            <a:ext cx="160354" cy="67536"/>
          </a:xfrm>
          <a:custGeom>
            <a:rect b="b" l="l" r="r" t="t"/>
            <a:pathLst>
              <a:path extrusionOk="0" h="2057" w="4884">
                <a:moveTo>
                  <a:pt x="2454" y="1"/>
                </a:moveTo>
                <a:cubicBezTo>
                  <a:pt x="1639" y="1"/>
                  <a:pt x="820" y="339"/>
                  <a:pt x="127" y="1017"/>
                </a:cubicBezTo>
                <a:cubicBezTo>
                  <a:pt x="32" y="1111"/>
                  <a:pt x="1" y="1237"/>
                  <a:pt x="32" y="1332"/>
                </a:cubicBezTo>
                <a:lnTo>
                  <a:pt x="190" y="2056"/>
                </a:lnTo>
                <a:cubicBezTo>
                  <a:pt x="820" y="1647"/>
                  <a:pt x="1608" y="1458"/>
                  <a:pt x="2395" y="1458"/>
                </a:cubicBezTo>
                <a:cubicBezTo>
                  <a:pt x="3183" y="1458"/>
                  <a:pt x="3970" y="1647"/>
                  <a:pt x="4601" y="2056"/>
                </a:cubicBezTo>
                <a:lnTo>
                  <a:pt x="4664" y="2056"/>
                </a:lnTo>
                <a:lnTo>
                  <a:pt x="4853" y="1332"/>
                </a:lnTo>
                <a:cubicBezTo>
                  <a:pt x="4884" y="1237"/>
                  <a:pt x="4853" y="1111"/>
                  <a:pt x="4758" y="1017"/>
                </a:cubicBezTo>
                <a:cubicBezTo>
                  <a:pt x="4081" y="339"/>
                  <a:pt x="3269" y="1"/>
                  <a:pt x="24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" name="Google Shape;873;p16"/>
          <p:cNvSpPr/>
          <p:nvPr/>
        </p:nvSpPr>
        <p:spPr>
          <a:xfrm>
            <a:off x="6337368" y="2481353"/>
            <a:ext cx="201756" cy="204842"/>
          </a:xfrm>
          <a:custGeom>
            <a:rect b="b" l="l" r="r" t="t"/>
            <a:pathLst>
              <a:path extrusionOk="0" h="6239" w="6145">
                <a:moveTo>
                  <a:pt x="3183" y="1"/>
                </a:moveTo>
                <a:lnTo>
                  <a:pt x="2490" y="725"/>
                </a:lnTo>
                <a:cubicBezTo>
                  <a:pt x="2206" y="1009"/>
                  <a:pt x="1986" y="1387"/>
                  <a:pt x="1860" y="1828"/>
                </a:cubicBezTo>
                <a:cubicBezTo>
                  <a:pt x="1608" y="2742"/>
                  <a:pt x="1229" y="3435"/>
                  <a:pt x="725" y="4002"/>
                </a:cubicBezTo>
                <a:lnTo>
                  <a:pt x="316" y="4411"/>
                </a:lnTo>
                <a:cubicBezTo>
                  <a:pt x="127" y="4632"/>
                  <a:pt x="1" y="4884"/>
                  <a:pt x="1" y="5167"/>
                </a:cubicBezTo>
                <a:cubicBezTo>
                  <a:pt x="1" y="5451"/>
                  <a:pt x="127" y="5734"/>
                  <a:pt x="316" y="5923"/>
                </a:cubicBezTo>
                <a:cubicBezTo>
                  <a:pt x="505" y="6113"/>
                  <a:pt x="788" y="6239"/>
                  <a:pt x="1072" y="6239"/>
                </a:cubicBezTo>
                <a:cubicBezTo>
                  <a:pt x="1355" y="6113"/>
                  <a:pt x="1608" y="5986"/>
                  <a:pt x="1765" y="5797"/>
                </a:cubicBezTo>
                <a:lnTo>
                  <a:pt x="2206" y="5419"/>
                </a:lnTo>
                <a:cubicBezTo>
                  <a:pt x="2710" y="4884"/>
                  <a:pt x="3435" y="4506"/>
                  <a:pt x="4380" y="4254"/>
                </a:cubicBezTo>
                <a:cubicBezTo>
                  <a:pt x="4664" y="4191"/>
                  <a:pt x="4916" y="4033"/>
                  <a:pt x="5168" y="3876"/>
                </a:cubicBezTo>
                <a:lnTo>
                  <a:pt x="4664" y="3372"/>
                </a:lnTo>
                <a:cubicBezTo>
                  <a:pt x="4537" y="3246"/>
                  <a:pt x="4537" y="2994"/>
                  <a:pt x="4664" y="2899"/>
                </a:cubicBezTo>
                <a:cubicBezTo>
                  <a:pt x="4711" y="2836"/>
                  <a:pt x="4797" y="2805"/>
                  <a:pt x="4888" y="2805"/>
                </a:cubicBezTo>
                <a:cubicBezTo>
                  <a:pt x="4979" y="2805"/>
                  <a:pt x="5073" y="2836"/>
                  <a:pt x="5136" y="2899"/>
                </a:cubicBezTo>
                <a:lnTo>
                  <a:pt x="5672" y="3435"/>
                </a:lnTo>
                <a:lnTo>
                  <a:pt x="6144" y="2962"/>
                </a:lnTo>
                <a:lnTo>
                  <a:pt x="31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" name="Google Shape;874;p16"/>
          <p:cNvSpPr/>
          <p:nvPr/>
        </p:nvSpPr>
        <p:spPr>
          <a:xfrm>
            <a:off x="6461502" y="2293100"/>
            <a:ext cx="266895" cy="265878"/>
          </a:xfrm>
          <a:custGeom>
            <a:rect b="b" l="l" r="r" t="t"/>
            <a:pathLst>
              <a:path extrusionOk="0" h="8098" w="8129">
                <a:moveTo>
                  <a:pt x="1891" y="2364"/>
                </a:moveTo>
                <a:cubicBezTo>
                  <a:pt x="1985" y="2364"/>
                  <a:pt x="2048" y="2395"/>
                  <a:pt x="2143" y="2490"/>
                </a:cubicBezTo>
                <a:lnTo>
                  <a:pt x="5545" y="5892"/>
                </a:lnTo>
                <a:cubicBezTo>
                  <a:pt x="5671" y="6018"/>
                  <a:pt x="5671" y="6239"/>
                  <a:pt x="5545" y="6365"/>
                </a:cubicBezTo>
                <a:cubicBezTo>
                  <a:pt x="5498" y="6428"/>
                  <a:pt x="5411" y="6459"/>
                  <a:pt x="5321" y="6459"/>
                </a:cubicBezTo>
                <a:cubicBezTo>
                  <a:pt x="5230" y="6459"/>
                  <a:pt x="5136" y="6428"/>
                  <a:pt x="5073" y="6365"/>
                </a:cubicBezTo>
                <a:lnTo>
                  <a:pt x="1670" y="2962"/>
                </a:lnTo>
                <a:cubicBezTo>
                  <a:pt x="1544" y="2836"/>
                  <a:pt x="1544" y="2647"/>
                  <a:pt x="1670" y="2490"/>
                </a:cubicBezTo>
                <a:cubicBezTo>
                  <a:pt x="1733" y="2395"/>
                  <a:pt x="1828" y="2364"/>
                  <a:pt x="1891" y="2364"/>
                </a:cubicBezTo>
                <a:close/>
                <a:moveTo>
                  <a:pt x="6742" y="1"/>
                </a:moveTo>
                <a:cubicBezTo>
                  <a:pt x="6333" y="1"/>
                  <a:pt x="6018" y="158"/>
                  <a:pt x="5766" y="379"/>
                </a:cubicBezTo>
                <a:lnTo>
                  <a:pt x="4128" y="2017"/>
                </a:lnTo>
                <a:cubicBezTo>
                  <a:pt x="3938" y="2206"/>
                  <a:pt x="3679" y="2301"/>
                  <a:pt x="3415" y="2301"/>
                </a:cubicBezTo>
                <a:cubicBezTo>
                  <a:pt x="3151" y="2301"/>
                  <a:pt x="2883" y="2206"/>
                  <a:pt x="2678" y="2017"/>
                </a:cubicBezTo>
                <a:cubicBezTo>
                  <a:pt x="2489" y="1812"/>
                  <a:pt x="2229" y="1710"/>
                  <a:pt x="1965" y="1710"/>
                </a:cubicBezTo>
                <a:cubicBezTo>
                  <a:pt x="1702" y="1710"/>
                  <a:pt x="1434" y="1812"/>
                  <a:pt x="1229" y="2017"/>
                </a:cubicBezTo>
                <a:cubicBezTo>
                  <a:pt x="851" y="2395"/>
                  <a:pt x="851" y="3057"/>
                  <a:pt x="1229" y="3466"/>
                </a:cubicBezTo>
                <a:lnTo>
                  <a:pt x="1481" y="3687"/>
                </a:lnTo>
                <a:lnTo>
                  <a:pt x="0" y="5167"/>
                </a:lnTo>
                <a:lnTo>
                  <a:pt x="2962" y="8097"/>
                </a:lnTo>
                <a:lnTo>
                  <a:pt x="3403" y="7625"/>
                </a:lnTo>
                <a:lnTo>
                  <a:pt x="2836" y="7089"/>
                </a:lnTo>
                <a:cubicBezTo>
                  <a:pt x="2710" y="6963"/>
                  <a:pt x="2710" y="6743"/>
                  <a:pt x="2836" y="6617"/>
                </a:cubicBezTo>
                <a:cubicBezTo>
                  <a:pt x="2899" y="6554"/>
                  <a:pt x="2985" y="6522"/>
                  <a:pt x="3072" y="6522"/>
                </a:cubicBezTo>
                <a:cubicBezTo>
                  <a:pt x="3159" y="6522"/>
                  <a:pt x="3245" y="6554"/>
                  <a:pt x="3308" y="6617"/>
                </a:cubicBezTo>
                <a:lnTo>
                  <a:pt x="3875" y="7152"/>
                </a:lnTo>
                <a:lnTo>
                  <a:pt x="4380" y="6648"/>
                </a:lnTo>
                <a:lnTo>
                  <a:pt x="4600" y="6900"/>
                </a:lnTo>
                <a:cubicBezTo>
                  <a:pt x="4821" y="7089"/>
                  <a:pt x="5073" y="7215"/>
                  <a:pt x="5356" y="7215"/>
                </a:cubicBezTo>
                <a:cubicBezTo>
                  <a:pt x="5640" y="7215"/>
                  <a:pt x="5923" y="7089"/>
                  <a:pt x="6112" y="6900"/>
                </a:cubicBezTo>
                <a:cubicBezTo>
                  <a:pt x="6490" y="6491"/>
                  <a:pt x="6490" y="5829"/>
                  <a:pt x="6112" y="5420"/>
                </a:cubicBezTo>
                <a:cubicBezTo>
                  <a:pt x="5703" y="5041"/>
                  <a:pt x="5703" y="4380"/>
                  <a:pt x="6112" y="3970"/>
                </a:cubicBezTo>
                <a:lnTo>
                  <a:pt x="7719" y="2364"/>
                </a:lnTo>
                <a:cubicBezTo>
                  <a:pt x="8003" y="2080"/>
                  <a:pt x="8129" y="1733"/>
                  <a:pt x="8129" y="1387"/>
                </a:cubicBezTo>
                <a:cubicBezTo>
                  <a:pt x="8129" y="1009"/>
                  <a:pt x="7971" y="662"/>
                  <a:pt x="7719" y="379"/>
                </a:cubicBezTo>
                <a:cubicBezTo>
                  <a:pt x="7436" y="127"/>
                  <a:pt x="7120" y="1"/>
                  <a:pt x="67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" name="Google Shape;875;p16"/>
          <p:cNvSpPr/>
          <p:nvPr/>
        </p:nvSpPr>
        <p:spPr>
          <a:xfrm>
            <a:off x="4890513" y="3076240"/>
            <a:ext cx="162422" cy="137601"/>
          </a:xfrm>
          <a:custGeom>
            <a:rect b="b" l="l" r="r" t="t"/>
            <a:pathLst>
              <a:path extrusionOk="0" h="4191" w="4947">
                <a:moveTo>
                  <a:pt x="3088" y="0"/>
                </a:moveTo>
                <a:cubicBezTo>
                  <a:pt x="2364" y="883"/>
                  <a:pt x="1387" y="2080"/>
                  <a:pt x="127" y="3655"/>
                </a:cubicBezTo>
                <a:cubicBezTo>
                  <a:pt x="1" y="3718"/>
                  <a:pt x="1" y="3875"/>
                  <a:pt x="32" y="4001"/>
                </a:cubicBezTo>
                <a:cubicBezTo>
                  <a:pt x="95" y="4127"/>
                  <a:pt x="253" y="4191"/>
                  <a:pt x="379" y="4191"/>
                </a:cubicBezTo>
                <a:lnTo>
                  <a:pt x="3246" y="4191"/>
                </a:lnTo>
                <a:cubicBezTo>
                  <a:pt x="3372" y="4191"/>
                  <a:pt x="3435" y="4159"/>
                  <a:pt x="3529" y="4096"/>
                </a:cubicBezTo>
                <a:lnTo>
                  <a:pt x="4947" y="2363"/>
                </a:lnTo>
                <a:lnTo>
                  <a:pt x="3466" y="536"/>
                </a:lnTo>
                <a:lnTo>
                  <a:pt x="3120" y="63"/>
                </a:lnTo>
                <a:cubicBezTo>
                  <a:pt x="3120" y="32"/>
                  <a:pt x="3088" y="32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" name="Google Shape;876;p16"/>
          <p:cNvSpPr/>
          <p:nvPr/>
        </p:nvSpPr>
        <p:spPr>
          <a:xfrm>
            <a:off x="4952597" y="2824656"/>
            <a:ext cx="289648" cy="389196"/>
          </a:xfrm>
          <a:custGeom>
            <a:rect b="b" l="l" r="r" t="t"/>
            <a:pathLst>
              <a:path extrusionOk="0" h="11854" w="8822">
                <a:moveTo>
                  <a:pt x="3491" y="1"/>
                </a:moveTo>
                <a:cubicBezTo>
                  <a:pt x="3420" y="1"/>
                  <a:pt x="3348" y="3"/>
                  <a:pt x="3277" y="8"/>
                </a:cubicBezTo>
                <a:cubicBezTo>
                  <a:pt x="1481" y="134"/>
                  <a:pt x="0" y="1709"/>
                  <a:pt x="0" y="3568"/>
                </a:cubicBezTo>
                <a:cubicBezTo>
                  <a:pt x="0" y="4733"/>
                  <a:pt x="945" y="6246"/>
                  <a:pt x="1764" y="7285"/>
                </a:cubicBezTo>
                <a:lnTo>
                  <a:pt x="2142" y="7758"/>
                </a:lnTo>
                <a:lnTo>
                  <a:pt x="5324" y="11759"/>
                </a:lnTo>
                <a:cubicBezTo>
                  <a:pt x="5387" y="11822"/>
                  <a:pt x="5482" y="11854"/>
                  <a:pt x="5608" y="11854"/>
                </a:cubicBezTo>
                <a:lnTo>
                  <a:pt x="8475" y="11854"/>
                </a:lnTo>
                <a:cubicBezTo>
                  <a:pt x="8601" y="11854"/>
                  <a:pt x="8695" y="11790"/>
                  <a:pt x="8790" y="11664"/>
                </a:cubicBezTo>
                <a:cubicBezTo>
                  <a:pt x="8821" y="11538"/>
                  <a:pt x="8821" y="11381"/>
                  <a:pt x="8758" y="11318"/>
                </a:cubicBezTo>
                <a:cubicBezTo>
                  <a:pt x="7939" y="10278"/>
                  <a:pt x="7183" y="9302"/>
                  <a:pt x="6459" y="8482"/>
                </a:cubicBezTo>
                <a:cubicBezTo>
                  <a:pt x="6144" y="8073"/>
                  <a:pt x="5828" y="7695"/>
                  <a:pt x="5513" y="7348"/>
                </a:cubicBezTo>
                <a:cubicBezTo>
                  <a:pt x="5387" y="7191"/>
                  <a:pt x="5293" y="7065"/>
                  <a:pt x="5167" y="6907"/>
                </a:cubicBezTo>
                <a:cubicBezTo>
                  <a:pt x="4600" y="6246"/>
                  <a:pt x="4127" y="5647"/>
                  <a:pt x="3749" y="5080"/>
                </a:cubicBezTo>
                <a:cubicBezTo>
                  <a:pt x="3088" y="4198"/>
                  <a:pt x="2646" y="3568"/>
                  <a:pt x="2363" y="3032"/>
                </a:cubicBezTo>
                <a:cubicBezTo>
                  <a:pt x="2174" y="2686"/>
                  <a:pt x="2079" y="2371"/>
                  <a:pt x="2079" y="2182"/>
                </a:cubicBezTo>
                <a:cubicBezTo>
                  <a:pt x="2079" y="1425"/>
                  <a:pt x="2678" y="764"/>
                  <a:pt x="3466" y="764"/>
                </a:cubicBezTo>
                <a:cubicBezTo>
                  <a:pt x="4253" y="764"/>
                  <a:pt x="4852" y="1425"/>
                  <a:pt x="4852" y="2182"/>
                </a:cubicBezTo>
                <a:cubicBezTo>
                  <a:pt x="4852" y="2308"/>
                  <a:pt x="4820" y="2528"/>
                  <a:pt x="4568" y="3001"/>
                </a:cubicBezTo>
                <a:cubicBezTo>
                  <a:pt x="4379" y="3347"/>
                  <a:pt x="4159" y="3757"/>
                  <a:pt x="3907" y="4103"/>
                </a:cubicBezTo>
                <a:cubicBezTo>
                  <a:pt x="4064" y="4292"/>
                  <a:pt x="4190" y="4513"/>
                  <a:pt x="4316" y="4670"/>
                </a:cubicBezTo>
                <a:cubicBezTo>
                  <a:pt x="4694" y="5206"/>
                  <a:pt x="5167" y="5805"/>
                  <a:pt x="5734" y="6435"/>
                </a:cubicBezTo>
                <a:lnTo>
                  <a:pt x="5765" y="6466"/>
                </a:lnTo>
                <a:cubicBezTo>
                  <a:pt x="6396" y="5521"/>
                  <a:pt x="6931" y="4418"/>
                  <a:pt x="6931" y="3505"/>
                </a:cubicBezTo>
                <a:cubicBezTo>
                  <a:pt x="6931" y="1621"/>
                  <a:pt x="5408" y="1"/>
                  <a:pt x="3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" name="Google Shape;877;p16"/>
          <p:cNvSpPr/>
          <p:nvPr/>
        </p:nvSpPr>
        <p:spPr>
          <a:xfrm>
            <a:off x="5043604" y="2871440"/>
            <a:ext cx="46589" cy="47607"/>
          </a:xfrm>
          <a:custGeom>
            <a:rect b="b" l="l" r="r" t="t"/>
            <a:pathLst>
              <a:path extrusionOk="0" h="1450" w="1419">
                <a:moveTo>
                  <a:pt x="694" y="0"/>
                </a:moveTo>
                <a:cubicBezTo>
                  <a:pt x="316" y="0"/>
                  <a:pt x="0" y="347"/>
                  <a:pt x="0" y="757"/>
                </a:cubicBezTo>
                <a:cubicBezTo>
                  <a:pt x="0" y="757"/>
                  <a:pt x="0" y="914"/>
                  <a:pt x="190" y="1292"/>
                </a:cubicBezTo>
                <a:cubicBezTo>
                  <a:pt x="221" y="1355"/>
                  <a:pt x="221" y="1418"/>
                  <a:pt x="253" y="1450"/>
                </a:cubicBezTo>
                <a:cubicBezTo>
                  <a:pt x="379" y="1418"/>
                  <a:pt x="536" y="1387"/>
                  <a:pt x="662" y="1387"/>
                </a:cubicBezTo>
                <a:cubicBezTo>
                  <a:pt x="788" y="1387"/>
                  <a:pt x="946" y="1418"/>
                  <a:pt x="1040" y="1450"/>
                </a:cubicBezTo>
                <a:cubicBezTo>
                  <a:pt x="1103" y="1418"/>
                  <a:pt x="1135" y="1355"/>
                  <a:pt x="1135" y="1292"/>
                </a:cubicBezTo>
                <a:cubicBezTo>
                  <a:pt x="1324" y="914"/>
                  <a:pt x="1324" y="757"/>
                  <a:pt x="1324" y="757"/>
                </a:cubicBezTo>
                <a:cubicBezTo>
                  <a:pt x="1418" y="347"/>
                  <a:pt x="1103" y="0"/>
                  <a:pt x="6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" name="Google Shape;878;p16"/>
          <p:cNvSpPr/>
          <p:nvPr/>
        </p:nvSpPr>
        <p:spPr>
          <a:xfrm>
            <a:off x="4938610" y="3365168"/>
            <a:ext cx="226544" cy="136550"/>
          </a:xfrm>
          <a:custGeom>
            <a:rect b="b" l="l" r="r" t="t"/>
            <a:pathLst>
              <a:path extrusionOk="0" h="4159" w="6900">
                <a:moveTo>
                  <a:pt x="4884" y="1166"/>
                </a:moveTo>
                <a:lnTo>
                  <a:pt x="5797" y="2079"/>
                </a:lnTo>
                <a:lnTo>
                  <a:pt x="4884" y="2079"/>
                </a:lnTo>
                <a:lnTo>
                  <a:pt x="4884" y="1166"/>
                </a:lnTo>
                <a:close/>
                <a:moveTo>
                  <a:pt x="379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151"/>
                </a:lnTo>
                <a:cubicBezTo>
                  <a:pt x="284" y="2899"/>
                  <a:pt x="631" y="2804"/>
                  <a:pt x="1040" y="2804"/>
                </a:cubicBezTo>
                <a:lnTo>
                  <a:pt x="4065" y="2804"/>
                </a:lnTo>
                <a:cubicBezTo>
                  <a:pt x="4726" y="2804"/>
                  <a:pt x="5325" y="3151"/>
                  <a:pt x="5608" y="3718"/>
                </a:cubicBezTo>
                <a:lnTo>
                  <a:pt x="5797" y="4159"/>
                </a:lnTo>
                <a:lnTo>
                  <a:pt x="6900" y="4159"/>
                </a:lnTo>
                <a:lnTo>
                  <a:pt x="6900" y="2426"/>
                </a:lnTo>
                <a:cubicBezTo>
                  <a:pt x="6900" y="2394"/>
                  <a:pt x="6869" y="2237"/>
                  <a:pt x="6774" y="2205"/>
                </a:cubicBezTo>
                <a:lnTo>
                  <a:pt x="4695" y="126"/>
                </a:lnTo>
                <a:cubicBezTo>
                  <a:pt x="4726" y="32"/>
                  <a:pt x="463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" name="Google Shape;879;p16"/>
          <p:cNvSpPr/>
          <p:nvPr/>
        </p:nvSpPr>
        <p:spPr>
          <a:xfrm>
            <a:off x="4870355" y="3476859"/>
            <a:ext cx="392053" cy="252416"/>
          </a:xfrm>
          <a:custGeom>
            <a:rect b="b" l="l" r="r" t="t"/>
            <a:pathLst>
              <a:path extrusionOk="0" h="7688" w="11941">
                <a:moveTo>
                  <a:pt x="10838" y="3529"/>
                </a:moveTo>
                <a:cubicBezTo>
                  <a:pt x="10964" y="3529"/>
                  <a:pt x="11027" y="3561"/>
                  <a:pt x="11121" y="3655"/>
                </a:cubicBezTo>
                <a:cubicBezTo>
                  <a:pt x="11184" y="3718"/>
                  <a:pt x="11184" y="3813"/>
                  <a:pt x="11184" y="3907"/>
                </a:cubicBezTo>
                <a:lnTo>
                  <a:pt x="10901" y="5703"/>
                </a:lnTo>
                <a:lnTo>
                  <a:pt x="10365" y="3529"/>
                </a:lnTo>
                <a:close/>
                <a:moveTo>
                  <a:pt x="5227" y="2768"/>
                </a:moveTo>
                <a:cubicBezTo>
                  <a:pt x="5400" y="2768"/>
                  <a:pt x="5580" y="2884"/>
                  <a:pt x="5608" y="3025"/>
                </a:cubicBezTo>
                <a:lnTo>
                  <a:pt x="5892" y="4159"/>
                </a:lnTo>
                <a:lnTo>
                  <a:pt x="7341" y="4159"/>
                </a:lnTo>
                <a:cubicBezTo>
                  <a:pt x="7530" y="4159"/>
                  <a:pt x="7687" y="4317"/>
                  <a:pt x="7687" y="4506"/>
                </a:cubicBezTo>
                <a:cubicBezTo>
                  <a:pt x="7687" y="4758"/>
                  <a:pt x="7530" y="4915"/>
                  <a:pt x="7341" y="4915"/>
                </a:cubicBezTo>
                <a:lnTo>
                  <a:pt x="6018" y="4915"/>
                </a:lnTo>
                <a:lnTo>
                  <a:pt x="6270" y="5829"/>
                </a:lnTo>
                <a:cubicBezTo>
                  <a:pt x="6301" y="6050"/>
                  <a:pt x="6175" y="6207"/>
                  <a:pt x="6018" y="6270"/>
                </a:cubicBezTo>
                <a:lnTo>
                  <a:pt x="5955" y="6270"/>
                </a:lnTo>
                <a:cubicBezTo>
                  <a:pt x="5797" y="6270"/>
                  <a:pt x="5640" y="6176"/>
                  <a:pt x="5608" y="6018"/>
                </a:cubicBezTo>
                <a:lnTo>
                  <a:pt x="5324" y="4852"/>
                </a:lnTo>
                <a:lnTo>
                  <a:pt x="3875" y="4852"/>
                </a:lnTo>
                <a:cubicBezTo>
                  <a:pt x="3686" y="4852"/>
                  <a:pt x="3529" y="4695"/>
                  <a:pt x="3529" y="4506"/>
                </a:cubicBezTo>
                <a:cubicBezTo>
                  <a:pt x="3529" y="4317"/>
                  <a:pt x="3686" y="4159"/>
                  <a:pt x="3875" y="4159"/>
                </a:cubicBezTo>
                <a:lnTo>
                  <a:pt x="5167" y="4159"/>
                </a:lnTo>
                <a:lnTo>
                  <a:pt x="4946" y="3214"/>
                </a:lnTo>
                <a:cubicBezTo>
                  <a:pt x="4883" y="3025"/>
                  <a:pt x="5009" y="2868"/>
                  <a:pt x="5167" y="2773"/>
                </a:cubicBezTo>
                <a:cubicBezTo>
                  <a:pt x="5187" y="2770"/>
                  <a:pt x="5207" y="2768"/>
                  <a:pt x="5227" y="2768"/>
                </a:cubicBezTo>
                <a:close/>
                <a:moveTo>
                  <a:pt x="3151" y="1"/>
                </a:moveTo>
                <a:cubicBezTo>
                  <a:pt x="2584" y="1"/>
                  <a:pt x="2142" y="473"/>
                  <a:pt x="2142" y="1040"/>
                </a:cubicBezTo>
                <a:lnTo>
                  <a:pt x="2142" y="1387"/>
                </a:lnTo>
                <a:lnTo>
                  <a:pt x="1103" y="1387"/>
                </a:lnTo>
                <a:cubicBezTo>
                  <a:pt x="788" y="1387"/>
                  <a:pt x="473" y="1544"/>
                  <a:pt x="284" y="1796"/>
                </a:cubicBezTo>
                <a:cubicBezTo>
                  <a:pt x="95" y="2017"/>
                  <a:pt x="0" y="2332"/>
                  <a:pt x="95" y="2679"/>
                </a:cubicBezTo>
                <a:lnTo>
                  <a:pt x="1166" y="6869"/>
                </a:lnTo>
                <a:cubicBezTo>
                  <a:pt x="1260" y="7341"/>
                  <a:pt x="1701" y="7656"/>
                  <a:pt x="2174" y="7656"/>
                </a:cubicBezTo>
                <a:lnTo>
                  <a:pt x="10995" y="7688"/>
                </a:lnTo>
                <a:cubicBezTo>
                  <a:pt x="11153" y="7688"/>
                  <a:pt x="11310" y="7593"/>
                  <a:pt x="11342" y="7436"/>
                </a:cubicBezTo>
                <a:lnTo>
                  <a:pt x="11909" y="4033"/>
                </a:lnTo>
                <a:cubicBezTo>
                  <a:pt x="11941" y="3718"/>
                  <a:pt x="11846" y="3435"/>
                  <a:pt x="11657" y="3214"/>
                </a:cubicBezTo>
                <a:cubicBezTo>
                  <a:pt x="11468" y="2962"/>
                  <a:pt x="11184" y="2868"/>
                  <a:pt x="10869" y="2868"/>
                </a:cubicBezTo>
                <a:lnTo>
                  <a:pt x="10208" y="2868"/>
                </a:lnTo>
                <a:lnTo>
                  <a:pt x="10050" y="2269"/>
                </a:lnTo>
                <a:cubicBezTo>
                  <a:pt x="9924" y="1796"/>
                  <a:pt x="9546" y="1450"/>
                  <a:pt x="9042" y="1450"/>
                </a:cubicBezTo>
                <a:lnTo>
                  <a:pt x="7530" y="1450"/>
                </a:lnTo>
                <a:lnTo>
                  <a:pt x="7120" y="599"/>
                </a:lnTo>
                <a:cubicBezTo>
                  <a:pt x="6963" y="253"/>
                  <a:pt x="6585" y="1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" name="Google Shape;880;p16"/>
          <p:cNvSpPr/>
          <p:nvPr/>
        </p:nvSpPr>
        <p:spPr>
          <a:xfrm>
            <a:off x="5065322" y="3849688"/>
            <a:ext cx="197586" cy="195912"/>
          </a:xfrm>
          <a:custGeom>
            <a:rect b="b" l="l" r="r" t="t"/>
            <a:pathLst>
              <a:path extrusionOk="0" h="5967" w="6018">
                <a:moveTo>
                  <a:pt x="3836" y="0"/>
                </a:moveTo>
                <a:cubicBezTo>
                  <a:pt x="3278" y="0"/>
                  <a:pt x="2726" y="214"/>
                  <a:pt x="2332" y="642"/>
                </a:cubicBezTo>
                <a:lnTo>
                  <a:pt x="1891" y="1083"/>
                </a:lnTo>
                <a:lnTo>
                  <a:pt x="2458" y="1619"/>
                </a:lnTo>
                <a:cubicBezTo>
                  <a:pt x="2552" y="1745"/>
                  <a:pt x="2552" y="1966"/>
                  <a:pt x="2458" y="2092"/>
                </a:cubicBezTo>
                <a:cubicBezTo>
                  <a:pt x="2363" y="2186"/>
                  <a:pt x="2300" y="2218"/>
                  <a:pt x="2206" y="2218"/>
                </a:cubicBezTo>
                <a:cubicBezTo>
                  <a:pt x="2143" y="2218"/>
                  <a:pt x="2017" y="2186"/>
                  <a:pt x="1985" y="2092"/>
                </a:cubicBezTo>
                <a:lnTo>
                  <a:pt x="1418" y="1556"/>
                </a:lnTo>
                <a:lnTo>
                  <a:pt x="946" y="2029"/>
                </a:lnTo>
                <a:lnTo>
                  <a:pt x="1513" y="2564"/>
                </a:lnTo>
                <a:cubicBezTo>
                  <a:pt x="1607" y="2690"/>
                  <a:pt x="1607" y="2911"/>
                  <a:pt x="1513" y="3037"/>
                </a:cubicBezTo>
                <a:cubicBezTo>
                  <a:pt x="1418" y="3131"/>
                  <a:pt x="1355" y="3163"/>
                  <a:pt x="1261" y="3163"/>
                </a:cubicBezTo>
                <a:cubicBezTo>
                  <a:pt x="1198" y="3163"/>
                  <a:pt x="1072" y="3131"/>
                  <a:pt x="1040" y="3037"/>
                </a:cubicBezTo>
                <a:lnTo>
                  <a:pt x="473" y="2501"/>
                </a:lnTo>
                <a:lnTo>
                  <a:pt x="1" y="3005"/>
                </a:lnTo>
                <a:lnTo>
                  <a:pt x="2962" y="5967"/>
                </a:lnTo>
                <a:lnTo>
                  <a:pt x="5388" y="3478"/>
                </a:lnTo>
                <a:cubicBezTo>
                  <a:pt x="5829" y="3037"/>
                  <a:pt x="6018" y="2501"/>
                  <a:pt x="5987" y="1903"/>
                </a:cubicBezTo>
                <a:cubicBezTo>
                  <a:pt x="5892" y="1398"/>
                  <a:pt x="5640" y="831"/>
                  <a:pt x="5167" y="453"/>
                </a:cubicBezTo>
                <a:cubicBezTo>
                  <a:pt x="4779" y="151"/>
                  <a:pt x="4305" y="0"/>
                  <a:pt x="3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" name="Google Shape;881;p16"/>
          <p:cNvSpPr/>
          <p:nvPr/>
        </p:nvSpPr>
        <p:spPr>
          <a:xfrm>
            <a:off x="4869846" y="3964892"/>
            <a:ext cx="274119" cy="272050"/>
          </a:xfrm>
          <a:custGeom>
            <a:rect b="b" l="l" r="r" t="t"/>
            <a:pathLst>
              <a:path extrusionOk="0" h="8286" w="8349">
                <a:moveTo>
                  <a:pt x="5419" y="0"/>
                </a:moveTo>
                <a:lnTo>
                  <a:pt x="4883" y="567"/>
                </a:lnTo>
                <a:lnTo>
                  <a:pt x="5450" y="1103"/>
                </a:lnTo>
                <a:cubicBezTo>
                  <a:pt x="5545" y="1229"/>
                  <a:pt x="5545" y="1449"/>
                  <a:pt x="5450" y="1575"/>
                </a:cubicBezTo>
                <a:cubicBezTo>
                  <a:pt x="5356" y="1670"/>
                  <a:pt x="5293" y="1702"/>
                  <a:pt x="5198" y="1702"/>
                </a:cubicBezTo>
                <a:cubicBezTo>
                  <a:pt x="5135" y="1702"/>
                  <a:pt x="5009" y="1670"/>
                  <a:pt x="4978" y="1575"/>
                </a:cubicBezTo>
                <a:lnTo>
                  <a:pt x="4411" y="1040"/>
                </a:lnTo>
                <a:lnTo>
                  <a:pt x="3938" y="1512"/>
                </a:lnTo>
                <a:lnTo>
                  <a:pt x="4505" y="2048"/>
                </a:lnTo>
                <a:cubicBezTo>
                  <a:pt x="4631" y="2174"/>
                  <a:pt x="4631" y="2395"/>
                  <a:pt x="4505" y="2521"/>
                </a:cubicBezTo>
                <a:cubicBezTo>
                  <a:pt x="4411" y="2615"/>
                  <a:pt x="4348" y="2647"/>
                  <a:pt x="4253" y="2647"/>
                </a:cubicBezTo>
                <a:cubicBezTo>
                  <a:pt x="4190" y="2647"/>
                  <a:pt x="4064" y="2615"/>
                  <a:pt x="4033" y="2521"/>
                </a:cubicBezTo>
                <a:lnTo>
                  <a:pt x="3466" y="1985"/>
                </a:lnTo>
                <a:lnTo>
                  <a:pt x="3214" y="2237"/>
                </a:lnTo>
                <a:cubicBezTo>
                  <a:pt x="2773" y="2678"/>
                  <a:pt x="2458" y="3277"/>
                  <a:pt x="2363" y="3907"/>
                </a:cubicBezTo>
                <a:cubicBezTo>
                  <a:pt x="2300" y="4379"/>
                  <a:pt x="2111" y="4852"/>
                  <a:pt x="1733" y="5167"/>
                </a:cubicBezTo>
                <a:lnTo>
                  <a:pt x="410" y="6490"/>
                </a:lnTo>
                <a:cubicBezTo>
                  <a:pt x="0" y="6900"/>
                  <a:pt x="0" y="7561"/>
                  <a:pt x="410" y="7971"/>
                </a:cubicBezTo>
                <a:cubicBezTo>
                  <a:pt x="599" y="8160"/>
                  <a:pt x="882" y="8286"/>
                  <a:pt x="1166" y="8286"/>
                </a:cubicBezTo>
                <a:cubicBezTo>
                  <a:pt x="1418" y="8286"/>
                  <a:pt x="1701" y="8160"/>
                  <a:pt x="1890" y="7971"/>
                </a:cubicBezTo>
                <a:lnTo>
                  <a:pt x="3245" y="6616"/>
                </a:lnTo>
                <a:cubicBezTo>
                  <a:pt x="3592" y="6270"/>
                  <a:pt x="4033" y="6081"/>
                  <a:pt x="4505" y="5986"/>
                </a:cubicBezTo>
                <a:cubicBezTo>
                  <a:pt x="5135" y="5923"/>
                  <a:pt x="5734" y="5608"/>
                  <a:pt x="6144" y="5167"/>
                </a:cubicBezTo>
                <a:lnTo>
                  <a:pt x="8349" y="2962"/>
                </a:lnTo>
                <a:lnTo>
                  <a:pt x="5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" name="Google Shape;882;p16"/>
          <p:cNvSpPr/>
          <p:nvPr/>
        </p:nvSpPr>
        <p:spPr>
          <a:xfrm>
            <a:off x="7484577" y="2871309"/>
            <a:ext cx="69309" cy="70393"/>
          </a:xfrm>
          <a:custGeom>
            <a:rect b="b" l="l" r="r" t="t"/>
            <a:pathLst>
              <a:path extrusionOk="0" h="2144" w="2111">
                <a:moveTo>
                  <a:pt x="1040" y="1"/>
                </a:moveTo>
                <a:cubicBezTo>
                  <a:pt x="851" y="1"/>
                  <a:pt x="693" y="158"/>
                  <a:pt x="693" y="347"/>
                </a:cubicBezTo>
                <a:lnTo>
                  <a:pt x="693" y="725"/>
                </a:lnTo>
                <a:lnTo>
                  <a:pt x="347" y="725"/>
                </a:lnTo>
                <a:cubicBezTo>
                  <a:pt x="158" y="725"/>
                  <a:pt x="0" y="883"/>
                  <a:pt x="0" y="1072"/>
                </a:cubicBezTo>
                <a:cubicBezTo>
                  <a:pt x="0" y="1261"/>
                  <a:pt x="158" y="1418"/>
                  <a:pt x="347" y="1418"/>
                </a:cubicBezTo>
                <a:lnTo>
                  <a:pt x="693" y="1418"/>
                </a:lnTo>
                <a:lnTo>
                  <a:pt x="693" y="1765"/>
                </a:lnTo>
                <a:cubicBezTo>
                  <a:pt x="693" y="1986"/>
                  <a:pt x="851" y="2143"/>
                  <a:pt x="1040" y="2143"/>
                </a:cubicBezTo>
                <a:cubicBezTo>
                  <a:pt x="1260" y="2143"/>
                  <a:pt x="1418" y="1986"/>
                  <a:pt x="1418" y="1765"/>
                </a:cubicBezTo>
                <a:lnTo>
                  <a:pt x="1418" y="1418"/>
                </a:lnTo>
                <a:lnTo>
                  <a:pt x="1764" y="1418"/>
                </a:lnTo>
                <a:cubicBezTo>
                  <a:pt x="1953" y="1418"/>
                  <a:pt x="2111" y="1261"/>
                  <a:pt x="2111" y="1072"/>
                </a:cubicBezTo>
                <a:cubicBezTo>
                  <a:pt x="2111" y="883"/>
                  <a:pt x="1953" y="725"/>
                  <a:pt x="1764" y="725"/>
                </a:cubicBezTo>
                <a:lnTo>
                  <a:pt x="1418" y="725"/>
                </a:lnTo>
                <a:lnTo>
                  <a:pt x="1418" y="347"/>
                </a:ln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" name="Google Shape;883;p16"/>
          <p:cNvSpPr/>
          <p:nvPr/>
        </p:nvSpPr>
        <p:spPr>
          <a:xfrm>
            <a:off x="7325282" y="2981982"/>
            <a:ext cx="45539" cy="227595"/>
          </a:xfrm>
          <a:custGeom>
            <a:rect b="b" l="l" r="r" t="t"/>
            <a:pathLst>
              <a:path extrusionOk="0" h="6932" w="1387">
                <a:moveTo>
                  <a:pt x="1008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6585"/>
                </a:lnTo>
                <a:cubicBezTo>
                  <a:pt x="0" y="6774"/>
                  <a:pt x="158" y="6932"/>
                  <a:pt x="347" y="6932"/>
                </a:cubicBezTo>
                <a:lnTo>
                  <a:pt x="1386" y="6932"/>
                </a:lnTo>
                <a:lnTo>
                  <a:pt x="1386" y="4285"/>
                </a:lnTo>
                <a:lnTo>
                  <a:pt x="662" y="4285"/>
                </a:lnTo>
                <a:lnTo>
                  <a:pt x="662" y="3561"/>
                </a:lnTo>
                <a:lnTo>
                  <a:pt x="1386" y="3561"/>
                </a:lnTo>
                <a:lnTo>
                  <a:pt x="1386" y="2868"/>
                </a:lnTo>
                <a:lnTo>
                  <a:pt x="662" y="2868"/>
                </a:lnTo>
                <a:lnTo>
                  <a:pt x="662" y="2143"/>
                </a:lnTo>
                <a:lnTo>
                  <a:pt x="1386" y="2143"/>
                </a:lnTo>
                <a:lnTo>
                  <a:pt x="1386" y="1418"/>
                </a:lnTo>
                <a:lnTo>
                  <a:pt x="662" y="1418"/>
                </a:lnTo>
                <a:lnTo>
                  <a:pt x="662" y="1072"/>
                </a:lnTo>
                <a:cubicBezTo>
                  <a:pt x="662" y="883"/>
                  <a:pt x="819" y="725"/>
                  <a:pt x="1008" y="725"/>
                </a:cubicBezTo>
                <a:lnTo>
                  <a:pt x="1386" y="725"/>
                </a:ln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" name="Google Shape;884;p16"/>
          <p:cNvSpPr/>
          <p:nvPr/>
        </p:nvSpPr>
        <p:spPr>
          <a:xfrm>
            <a:off x="7667643" y="2985101"/>
            <a:ext cx="45539" cy="227595"/>
          </a:xfrm>
          <a:custGeom>
            <a:rect b="b" l="l" r="r" t="t"/>
            <a:pathLst>
              <a:path extrusionOk="0" h="6932" w="1387">
                <a:moveTo>
                  <a:pt x="0" y="0"/>
                </a:moveTo>
                <a:lnTo>
                  <a:pt x="0" y="725"/>
                </a:lnTo>
                <a:lnTo>
                  <a:pt x="347" y="725"/>
                </a:lnTo>
                <a:cubicBezTo>
                  <a:pt x="568" y="725"/>
                  <a:pt x="725" y="882"/>
                  <a:pt x="725" y="1071"/>
                </a:cubicBezTo>
                <a:lnTo>
                  <a:pt x="725" y="1418"/>
                </a:lnTo>
                <a:lnTo>
                  <a:pt x="0" y="1418"/>
                </a:lnTo>
                <a:lnTo>
                  <a:pt x="0" y="2143"/>
                </a:lnTo>
                <a:lnTo>
                  <a:pt x="725" y="2143"/>
                </a:lnTo>
                <a:lnTo>
                  <a:pt x="725" y="2836"/>
                </a:lnTo>
                <a:lnTo>
                  <a:pt x="0" y="2836"/>
                </a:lnTo>
                <a:lnTo>
                  <a:pt x="0" y="3560"/>
                </a:lnTo>
                <a:lnTo>
                  <a:pt x="725" y="3560"/>
                </a:lnTo>
                <a:lnTo>
                  <a:pt x="725" y="4253"/>
                </a:lnTo>
                <a:lnTo>
                  <a:pt x="0" y="4253"/>
                </a:lnTo>
                <a:lnTo>
                  <a:pt x="0" y="6931"/>
                </a:lnTo>
                <a:lnTo>
                  <a:pt x="1040" y="6931"/>
                </a:lnTo>
                <a:cubicBezTo>
                  <a:pt x="1229" y="6931"/>
                  <a:pt x="1387" y="6774"/>
                  <a:pt x="1387" y="6585"/>
                </a:cubicBezTo>
                <a:lnTo>
                  <a:pt x="1387" y="1040"/>
                </a:lnTo>
                <a:cubicBezTo>
                  <a:pt x="1387" y="441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" name="Google Shape;885;p16"/>
          <p:cNvSpPr/>
          <p:nvPr/>
        </p:nvSpPr>
        <p:spPr>
          <a:xfrm>
            <a:off x="7394588" y="2824787"/>
            <a:ext cx="251366" cy="388934"/>
          </a:xfrm>
          <a:custGeom>
            <a:rect b="b" l="l" r="r" t="t"/>
            <a:pathLst>
              <a:path extrusionOk="0" h="11846" w="7656">
                <a:moveTo>
                  <a:pt x="5545" y="662"/>
                </a:moveTo>
                <a:lnTo>
                  <a:pt x="5545" y="1764"/>
                </a:lnTo>
                <a:lnTo>
                  <a:pt x="5545" y="4222"/>
                </a:lnTo>
                <a:lnTo>
                  <a:pt x="2079" y="4222"/>
                </a:lnTo>
                <a:lnTo>
                  <a:pt x="2079" y="1764"/>
                </a:lnTo>
                <a:lnTo>
                  <a:pt x="2079" y="662"/>
                </a:lnTo>
                <a:close/>
                <a:moveTo>
                  <a:pt x="3434" y="4883"/>
                </a:moveTo>
                <a:lnTo>
                  <a:pt x="3434" y="5608"/>
                </a:lnTo>
                <a:lnTo>
                  <a:pt x="2079" y="5608"/>
                </a:lnTo>
                <a:lnTo>
                  <a:pt x="2079" y="4883"/>
                </a:lnTo>
                <a:close/>
                <a:moveTo>
                  <a:pt x="5513" y="4883"/>
                </a:moveTo>
                <a:lnTo>
                  <a:pt x="5513" y="5608"/>
                </a:lnTo>
                <a:lnTo>
                  <a:pt x="4159" y="5608"/>
                </a:lnTo>
                <a:lnTo>
                  <a:pt x="4159" y="4883"/>
                </a:lnTo>
                <a:close/>
                <a:moveTo>
                  <a:pt x="3434" y="6301"/>
                </a:moveTo>
                <a:lnTo>
                  <a:pt x="3434" y="7026"/>
                </a:lnTo>
                <a:lnTo>
                  <a:pt x="2079" y="7026"/>
                </a:lnTo>
                <a:lnTo>
                  <a:pt x="2079" y="6301"/>
                </a:lnTo>
                <a:close/>
                <a:moveTo>
                  <a:pt x="5513" y="6301"/>
                </a:moveTo>
                <a:lnTo>
                  <a:pt x="5513" y="7026"/>
                </a:lnTo>
                <a:lnTo>
                  <a:pt x="4159" y="7026"/>
                </a:lnTo>
                <a:lnTo>
                  <a:pt x="4159" y="6301"/>
                </a:lnTo>
                <a:close/>
                <a:moveTo>
                  <a:pt x="3434" y="7687"/>
                </a:moveTo>
                <a:lnTo>
                  <a:pt x="3434" y="8380"/>
                </a:lnTo>
                <a:lnTo>
                  <a:pt x="2079" y="8380"/>
                </a:lnTo>
                <a:lnTo>
                  <a:pt x="2079" y="7687"/>
                </a:lnTo>
                <a:close/>
                <a:moveTo>
                  <a:pt x="5513" y="7687"/>
                </a:moveTo>
                <a:lnTo>
                  <a:pt x="5513" y="8380"/>
                </a:lnTo>
                <a:lnTo>
                  <a:pt x="4159" y="8380"/>
                </a:lnTo>
                <a:lnTo>
                  <a:pt x="4159" y="7687"/>
                </a:lnTo>
                <a:close/>
                <a:moveTo>
                  <a:pt x="1733" y="0"/>
                </a:moveTo>
                <a:cubicBezTo>
                  <a:pt x="1544" y="0"/>
                  <a:pt x="1386" y="158"/>
                  <a:pt x="1386" y="347"/>
                </a:cubicBezTo>
                <a:lnTo>
                  <a:pt x="1386" y="1449"/>
                </a:lnTo>
                <a:lnTo>
                  <a:pt x="1040" y="1449"/>
                </a:lnTo>
                <a:cubicBezTo>
                  <a:pt x="441" y="1449"/>
                  <a:pt x="0" y="1922"/>
                  <a:pt x="0" y="2489"/>
                </a:cubicBezTo>
                <a:lnTo>
                  <a:pt x="0" y="11846"/>
                </a:lnTo>
                <a:lnTo>
                  <a:pt x="2804" y="11846"/>
                </a:lnTo>
                <a:lnTo>
                  <a:pt x="2804" y="10491"/>
                </a:lnTo>
                <a:lnTo>
                  <a:pt x="4883" y="10491"/>
                </a:lnTo>
                <a:cubicBezTo>
                  <a:pt x="4852" y="10586"/>
                  <a:pt x="4852" y="11688"/>
                  <a:pt x="4852" y="11846"/>
                </a:cubicBezTo>
                <a:lnTo>
                  <a:pt x="7656" y="11846"/>
                </a:lnTo>
                <a:lnTo>
                  <a:pt x="7656" y="2489"/>
                </a:lnTo>
                <a:cubicBezTo>
                  <a:pt x="7656" y="1890"/>
                  <a:pt x="7183" y="1449"/>
                  <a:pt x="6616" y="1449"/>
                </a:cubicBezTo>
                <a:lnTo>
                  <a:pt x="6270" y="1449"/>
                </a:lnTo>
                <a:lnTo>
                  <a:pt x="6270" y="347"/>
                </a:lnTo>
                <a:cubicBezTo>
                  <a:pt x="6270" y="158"/>
                  <a:pt x="6112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" name="Google Shape;886;p16"/>
          <p:cNvSpPr/>
          <p:nvPr/>
        </p:nvSpPr>
        <p:spPr>
          <a:xfrm>
            <a:off x="7323184" y="3352111"/>
            <a:ext cx="393104" cy="39011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" name="Google Shape;887;p16"/>
          <p:cNvSpPr/>
          <p:nvPr/>
        </p:nvSpPr>
        <p:spPr>
          <a:xfrm>
            <a:off x="7324757" y="3923311"/>
            <a:ext cx="388967" cy="254485"/>
          </a:xfrm>
          <a:custGeom>
            <a:rect b="b" l="l" r="r" t="t"/>
            <a:pathLst>
              <a:path extrusionOk="0" h="7751" w="11847">
                <a:moveTo>
                  <a:pt x="10838" y="2993"/>
                </a:moveTo>
                <a:cubicBezTo>
                  <a:pt x="11027" y="2993"/>
                  <a:pt x="11185" y="3119"/>
                  <a:pt x="11185" y="3340"/>
                </a:cubicBezTo>
                <a:cubicBezTo>
                  <a:pt x="11153" y="3403"/>
                  <a:pt x="11153" y="3497"/>
                  <a:pt x="11059" y="3529"/>
                </a:cubicBezTo>
                <a:cubicBezTo>
                  <a:pt x="10996" y="3592"/>
                  <a:pt x="10901" y="3687"/>
                  <a:pt x="10806" y="3687"/>
                </a:cubicBezTo>
                <a:lnTo>
                  <a:pt x="1040" y="3687"/>
                </a:lnTo>
                <a:cubicBezTo>
                  <a:pt x="914" y="3687"/>
                  <a:pt x="819" y="3655"/>
                  <a:pt x="756" y="3529"/>
                </a:cubicBezTo>
                <a:cubicBezTo>
                  <a:pt x="725" y="3497"/>
                  <a:pt x="662" y="3403"/>
                  <a:pt x="662" y="3340"/>
                </a:cubicBezTo>
                <a:cubicBezTo>
                  <a:pt x="662" y="3119"/>
                  <a:pt x="819" y="2993"/>
                  <a:pt x="1040" y="2993"/>
                </a:cubicBezTo>
                <a:close/>
                <a:moveTo>
                  <a:pt x="9735" y="4411"/>
                </a:moveTo>
                <a:cubicBezTo>
                  <a:pt x="9641" y="4947"/>
                  <a:pt x="9357" y="5671"/>
                  <a:pt x="8507" y="6364"/>
                </a:cubicBezTo>
                <a:cubicBezTo>
                  <a:pt x="8444" y="6396"/>
                  <a:pt x="8349" y="6459"/>
                  <a:pt x="8318" y="6459"/>
                </a:cubicBezTo>
                <a:cubicBezTo>
                  <a:pt x="8192" y="6459"/>
                  <a:pt x="8129" y="6396"/>
                  <a:pt x="8034" y="6333"/>
                </a:cubicBezTo>
                <a:cubicBezTo>
                  <a:pt x="7908" y="6175"/>
                  <a:pt x="7971" y="5986"/>
                  <a:pt x="8066" y="5860"/>
                </a:cubicBezTo>
                <a:cubicBezTo>
                  <a:pt x="8696" y="5356"/>
                  <a:pt x="8948" y="4821"/>
                  <a:pt x="9011" y="4411"/>
                </a:cubicBezTo>
                <a:close/>
                <a:moveTo>
                  <a:pt x="3497" y="0"/>
                </a:moveTo>
                <a:cubicBezTo>
                  <a:pt x="3434" y="95"/>
                  <a:pt x="3340" y="221"/>
                  <a:pt x="3214" y="347"/>
                </a:cubicBezTo>
                <a:lnTo>
                  <a:pt x="2237" y="1324"/>
                </a:lnTo>
                <a:cubicBezTo>
                  <a:pt x="2111" y="1450"/>
                  <a:pt x="1985" y="1576"/>
                  <a:pt x="1765" y="1639"/>
                </a:cubicBezTo>
                <a:lnTo>
                  <a:pt x="2174" y="2237"/>
                </a:lnTo>
                <a:lnTo>
                  <a:pt x="1040" y="2237"/>
                </a:lnTo>
                <a:cubicBezTo>
                  <a:pt x="441" y="2237"/>
                  <a:pt x="0" y="2710"/>
                  <a:pt x="0" y="3245"/>
                </a:cubicBezTo>
                <a:cubicBezTo>
                  <a:pt x="0" y="3497"/>
                  <a:pt x="63" y="3687"/>
                  <a:pt x="189" y="3876"/>
                </a:cubicBezTo>
                <a:cubicBezTo>
                  <a:pt x="315" y="4096"/>
                  <a:pt x="504" y="4191"/>
                  <a:pt x="756" y="4254"/>
                </a:cubicBezTo>
                <a:cubicBezTo>
                  <a:pt x="945" y="6018"/>
                  <a:pt x="1765" y="6932"/>
                  <a:pt x="2930" y="7719"/>
                </a:cubicBezTo>
                <a:cubicBezTo>
                  <a:pt x="2962" y="7751"/>
                  <a:pt x="3025" y="7751"/>
                  <a:pt x="3119" y="7751"/>
                </a:cubicBezTo>
                <a:lnTo>
                  <a:pt x="8696" y="7751"/>
                </a:lnTo>
                <a:cubicBezTo>
                  <a:pt x="8790" y="7751"/>
                  <a:pt x="8822" y="7719"/>
                  <a:pt x="8916" y="7719"/>
                </a:cubicBezTo>
                <a:cubicBezTo>
                  <a:pt x="10239" y="6805"/>
                  <a:pt x="10932" y="5671"/>
                  <a:pt x="11090" y="4254"/>
                </a:cubicBezTo>
                <a:cubicBezTo>
                  <a:pt x="11311" y="4159"/>
                  <a:pt x="11500" y="4033"/>
                  <a:pt x="11626" y="3876"/>
                </a:cubicBezTo>
                <a:cubicBezTo>
                  <a:pt x="11752" y="3687"/>
                  <a:pt x="11815" y="3497"/>
                  <a:pt x="11815" y="3245"/>
                </a:cubicBezTo>
                <a:cubicBezTo>
                  <a:pt x="11846" y="2741"/>
                  <a:pt x="11374" y="2269"/>
                  <a:pt x="10775" y="2269"/>
                </a:cubicBezTo>
                <a:lnTo>
                  <a:pt x="10712" y="2269"/>
                </a:lnTo>
                <a:cubicBezTo>
                  <a:pt x="10996" y="1733"/>
                  <a:pt x="11153" y="1135"/>
                  <a:pt x="11153" y="536"/>
                </a:cubicBezTo>
                <a:cubicBezTo>
                  <a:pt x="11153" y="347"/>
                  <a:pt x="10996" y="189"/>
                  <a:pt x="10775" y="189"/>
                </a:cubicBezTo>
                <a:cubicBezTo>
                  <a:pt x="9326" y="189"/>
                  <a:pt x="8034" y="1009"/>
                  <a:pt x="7404" y="2269"/>
                </a:cubicBezTo>
                <a:lnTo>
                  <a:pt x="6301" y="2269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16"/>
          <p:cNvSpPr/>
          <p:nvPr/>
        </p:nvSpPr>
        <p:spPr>
          <a:xfrm>
            <a:off x="7324757" y="3860210"/>
            <a:ext cx="101387" cy="101420"/>
          </a:xfrm>
          <a:custGeom>
            <a:rect b="b" l="l" r="r" t="t"/>
            <a:pathLst>
              <a:path extrusionOk="0" h="3089" w="3088">
                <a:moveTo>
                  <a:pt x="2009" y="1"/>
                </a:moveTo>
                <a:cubicBezTo>
                  <a:pt x="1733" y="1"/>
                  <a:pt x="1465" y="95"/>
                  <a:pt x="1292" y="284"/>
                </a:cubicBezTo>
                <a:lnTo>
                  <a:pt x="315" y="1292"/>
                </a:lnTo>
                <a:cubicBezTo>
                  <a:pt x="126" y="1481"/>
                  <a:pt x="0" y="1765"/>
                  <a:pt x="0" y="2017"/>
                </a:cubicBezTo>
                <a:cubicBezTo>
                  <a:pt x="0" y="2301"/>
                  <a:pt x="126" y="2584"/>
                  <a:pt x="315" y="2773"/>
                </a:cubicBezTo>
                <a:cubicBezTo>
                  <a:pt x="504" y="2962"/>
                  <a:pt x="756" y="3088"/>
                  <a:pt x="1040" y="3088"/>
                </a:cubicBezTo>
                <a:cubicBezTo>
                  <a:pt x="1292" y="3088"/>
                  <a:pt x="1576" y="2962"/>
                  <a:pt x="1765" y="2773"/>
                </a:cubicBezTo>
                <a:lnTo>
                  <a:pt x="2773" y="1796"/>
                </a:lnTo>
                <a:cubicBezTo>
                  <a:pt x="2962" y="1576"/>
                  <a:pt x="3088" y="1324"/>
                  <a:pt x="3088" y="1040"/>
                </a:cubicBezTo>
                <a:cubicBezTo>
                  <a:pt x="3088" y="757"/>
                  <a:pt x="2962" y="505"/>
                  <a:pt x="2773" y="284"/>
                </a:cubicBezTo>
                <a:cubicBezTo>
                  <a:pt x="2568" y="95"/>
                  <a:pt x="2284" y="1"/>
                  <a:pt x="2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" name="Google Shape;889;p16"/>
          <p:cNvSpPr/>
          <p:nvPr/>
        </p:nvSpPr>
        <p:spPr>
          <a:xfrm>
            <a:off x="7418884" y="4203621"/>
            <a:ext cx="201723" cy="22786"/>
          </a:xfrm>
          <a:custGeom>
            <a:rect b="b" l="l" r="r" t="t"/>
            <a:pathLst>
              <a:path extrusionOk="0" h="694" w="6144">
                <a:moveTo>
                  <a:pt x="0" y="0"/>
                </a:moveTo>
                <a:cubicBezTo>
                  <a:pt x="158" y="378"/>
                  <a:pt x="536" y="693"/>
                  <a:pt x="1008" y="693"/>
                </a:cubicBezTo>
                <a:lnTo>
                  <a:pt x="5167" y="693"/>
                </a:lnTo>
                <a:cubicBezTo>
                  <a:pt x="5608" y="693"/>
                  <a:pt x="5986" y="441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" name="Google Shape;890;p16"/>
          <p:cNvSpPr/>
          <p:nvPr/>
        </p:nvSpPr>
        <p:spPr>
          <a:xfrm>
            <a:off x="6353394" y="4336393"/>
            <a:ext cx="387916" cy="386898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" name="Google Shape;891;p16"/>
          <p:cNvSpPr/>
          <p:nvPr/>
        </p:nvSpPr>
        <p:spPr>
          <a:xfrm>
            <a:off x="7066503" y="1295729"/>
            <a:ext cx="151029" cy="149749"/>
          </a:xfrm>
          <a:custGeom>
            <a:rect b="b" l="l" r="r" t="t"/>
            <a:pathLst>
              <a:path extrusionOk="0" h="4561" w="4600"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78"/>
                  <a:pt x="378" y="1756"/>
                </a:cubicBezTo>
                <a:lnTo>
                  <a:pt x="2773" y="4245"/>
                </a:lnTo>
                <a:cubicBezTo>
                  <a:pt x="2962" y="4434"/>
                  <a:pt x="3245" y="4560"/>
                  <a:pt x="3529" y="4560"/>
                </a:cubicBezTo>
                <a:cubicBezTo>
                  <a:pt x="3812" y="4560"/>
                  <a:pt x="4064" y="4434"/>
                  <a:pt x="4285" y="4245"/>
                </a:cubicBezTo>
                <a:cubicBezTo>
                  <a:pt x="4474" y="4056"/>
                  <a:pt x="4600" y="3773"/>
                  <a:pt x="4600" y="3489"/>
                </a:cubicBezTo>
                <a:cubicBezTo>
                  <a:pt x="4600" y="3206"/>
                  <a:pt x="4474" y="2954"/>
                  <a:pt x="4285" y="2733"/>
                </a:cubicBezTo>
                <a:lnTo>
                  <a:pt x="1828" y="307"/>
                </a:ln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" name="Google Shape;892;p16"/>
          <p:cNvSpPr/>
          <p:nvPr/>
        </p:nvSpPr>
        <p:spPr>
          <a:xfrm>
            <a:off x="6827559" y="1493010"/>
            <a:ext cx="221390" cy="191381"/>
          </a:xfrm>
          <a:custGeom>
            <a:rect b="b" l="l" r="r" t="t"/>
            <a:pathLst>
              <a:path extrusionOk="0" h="5829" w="6743">
                <a:moveTo>
                  <a:pt x="3797" y="2167"/>
                </a:moveTo>
                <a:cubicBezTo>
                  <a:pt x="3884" y="2167"/>
                  <a:pt x="3970" y="2190"/>
                  <a:pt x="4033" y="2237"/>
                </a:cubicBezTo>
                <a:cubicBezTo>
                  <a:pt x="4159" y="2363"/>
                  <a:pt x="4159" y="2616"/>
                  <a:pt x="4033" y="2710"/>
                </a:cubicBezTo>
                <a:cubicBezTo>
                  <a:pt x="3970" y="2773"/>
                  <a:pt x="3884" y="2805"/>
                  <a:pt x="3797" y="2805"/>
                </a:cubicBezTo>
                <a:cubicBezTo>
                  <a:pt x="3710" y="2805"/>
                  <a:pt x="3624" y="2773"/>
                  <a:pt x="3561" y="2710"/>
                </a:cubicBezTo>
                <a:cubicBezTo>
                  <a:pt x="3435" y="2616"/>
                  <a:pt x="3435" y="2363"/>
                  <a:pt x="3561" y="2237"/>
                </a:cubicBezTo>
                <a:cubicBezTo>
                  <a:pt x="3624" y="2190"/>
                  <a:pt x="3710" y="2167"/>
                  <a:pt x="3797" y="2167"/>
                </a:cubicBezTo>
                <a:close/>
                <a:moveTo>
                  <a:pt x="2336" y="2639"/>
                </a:moveTo>
                <a:cubicBezTo>
                  <a:pt x="2426" y="2639"/>
                  <a:pt x="2521" y="2663"/>
                  <a:pt x="2584" y="2710"/>
                </a:cubicBezTo>
                <a:cubicBezTo>
                  <a:pt x="2679" y="2836"/>
                  <a:pt x="2679" y="3057"/>
                  <a:pt x="2584" y="3183"/>
                </a:cubicBezTo>
                <a:cubicBezTo>
                  <a:pt x="2521" y="3246"/>
                  <a:pt x="2426" y="3277"/>
                  <a:pt x="2336" y="3277"/>
                </a:cubicBezTo>
                <a:cubicBezTo>
                  <a:pt x="2245" y="3277"/>
                  <a:pt x="2159" y="3246"/>
                  <a:pt x="2111" y="3183"/>
                </a:cubicBezTo>
                <a:cubicBezTo>
                  <a:pt x="1985" y="3057"/>
                  <a:pt x="1985" y="2868"/>
                  <a:pt x="2111" y="2710"/>
                </a:cubicBezTo>
                <a:cubicBezTo>
                  <a:pt x="2159" y="2663"/>
                  <a:pt x="2245" y="2639"/>
                  <a:pt x="2336" y="2639"/>
                </a:cubicBezTo>
                <a:close/>
                <a:moveTo>
                  <a:pt x="2931" y="1"/>
                </a:moveTo>
                <a:lnTo>
                  <a:pt x="599" y="2332"/>
                </a:lnTo>
                <a:cubicBezTo>
                  <a:pt x="221" y="2710"/>
                  <a:pt x="1" y="3214"/>
                  <a:pt x="1" y="3781"/>
                </a:cubicBezTo>
                <a:cubicBezTo>
                  <a:pt x="1" y="4317"/>
                  <a:pt x="221" y="4852"/>
                  <a:pt x="599" y="5230"/>
                </a:cubicBezTo>
                <a:cubicBezTo>
                  <a:pt x="1009" y="5608"/>
                  <a:pt x="1513" y="5829"/>
                  <a:pt x="2048" y="5829"/>
                </a:cubicBezTo>
                <a:cubicBezTo>
                  <a:pt x="2616" y="5829"/>
                  <a:pt x="3120" y="5640"/>
                  <a:pt x="3529" y="5230"/>
                </a:cubicBezTo>
                <a:lnTo>
                  <a:pt x="6743" y="2048"/>
                </a:lnTo>
                <a:cubicBezTo>
                  <a:pt x="6743" y="2017"/>
                  <a:pt x="6711" y="1954"/>
                  <a:pt x="6711" y="1922"/>
                </a:cubicBezTo>
                <a:cubicBezTo>
                  <a:pt x="6396" y="1418"/>
                  <a:pt x="5829" y="1103"/>
                  <a:pt x="5136" y="1103"/>
                </a:cubicBezTo>
                <a:lnTo>
                  <a:pt x="5104" y="1103"/>
                </a:lnTo>
                <a:cubicBezTo>
                  <a:pt x="5075" y="1104"/>
                  <a:pt x="5045" y="1105"/>
                  <a:pt x="5016" y="1105"/>
                </a:cubicBezTo>
                <a:cubicBezTo>
                  <a:pt x="4168" y="1105"/>
                  <a:pt x="3387" y="670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" name="Google Shape;893;p16"/>
          <p:cNvSpPr/>
          <p:nvPr/>
        </p:nvSpPr>
        <p:spPr>
          <a:xfrm>
            <a:off x="6941351" y="1362704"/>
            <a:ext cx="208979" cy="181038"/>
          </a:xfrm>
          <a:custGeom>
            <a:rect b="b" l="l" r="r" t="t"/>
            <a:pathLst>
              <a:path extrusionOk="0" h="5514" w="6365">
                <a:moveTo>
                  <a:pt x="3403" y="0"/>
                </a:moveTo>
                <a:lnTo>
                  <a:pt x="2678" y="693"/>
                </a:lnTo>
                <a:lnTo>
                  <a:pt x="2300" y="1103"/>
                </a:lnTo>
                <a:lnTo>
                  <a:pt x="3056" y="1859"/>
                </a:lnTo>
                <a:cubicBezTo>
                  <a:pt x="3151" y="1953"/>
                  <a:pt x="3151" y="2205"/>
                  <a:pt x="3056" y="2331"/>
                </a:cubicBezTo>
                <a:cubicBezTo>
                  <a:pt x="2962" y="2394"/>
                  <a:pt x="2899" y="2426"/>
                  <a:pt x="2804" y="2426"/>
                </a:cubicBezTo>
                <a:cubicBezTo>
                  <a:pt x="2741" y="2426"/>
                  <a:pt x="2615" y="2394"/>
                  <a:pt x="2584" y="2331"/>
                </a:cubicBezTo>
                <a:lnTo>
                  <a:pt x="1827" y="1575"/>
                </a:lnTo>
                <a:lnTo>
                  <a:pt x="1355" y="2048"/>
                </a:lnTo>
                <a:lnTo>
                  <a:pt x="2111" y="2804"/>
                </a:lnTo>
                <a:cubicBezTo>
                  <a:pt x="2205" y="2898"/>
                  <a:pt x="2205" y="3150"/>
                  <a:pt x="2111" y="3277"/>
                </a:cubicBezTo>
                <a:cubicBezTo>
                  <a:pt x="2016" y="3340"/>
                  <a:pt x="1953" y="3371"/>
                  <a:pt x="1859" y="3371"/>
                </a:cubicBezTo>
                <a:cubicBezTo>
                  <a:pt x="1796" y="3371"/>
                  <a:pt x="1670" y="3340"/>
                  <a:pt x="1638" y="3277"/>
                </a:cubicBezTo>
                <a:lnTo>
                  <a:pt x="882" y="2520"/>
                </a:lnTo>
                <a:lnTo>
                  <a:pt x="0" y="3371"/>
                </a:lnTo>
                <a:cubicBezTo>
                  <a:pt x="0" y="3403"/>
                  <a:pt x="63" y="3466"/>
                  <a:pt x="63" y="3497"/>
                </a:cubicBezTo>
                <a:cubicBezTo>
                  <a:pt x="364" y="4068"/>
                  <a:pt x="894" y="4381"/>
                  <a:pt x="1490" y="4381"/>
                </a:cubicBezTo>
                <a:cubicBezTo>
                  <a:pt x="1518" y="4381"/>
                  <a:pt x="1547" y="4381"/>
                  <a:pt x="1575" y="4379"/>
                </a:cubicBezTo>
                <a:cubicBezTo>
                  <a:pt x="1890" y="4379"/>
                  <a:pt x="2174" y="4411"/>
                  <a:pt x="2458" y="4474"/>
                </a:cubicBezTo>
                <a:cubicBezTo>
                  <a:pt x="2993" y="4631"/>
                  <a:pt x="3529" y="5009"/>
                  <a:pt x="3781" y="5513"/>
                </a:cubicBezTo>
                <a:lnTo>
                  <a:pt x="6364" y="2961"/>
                </a:lnTo>
                <a:lnTo>
                  <a:pt x="340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" name="Google Shape;894;p16"/>
          <p:cNvSpPr/>
          <p:nvPr/>
        </p:nvSpPr>
        <p:spPr>
          <a:xfrm>
            <a:off x="6852436" y="1799529"/>
            <a:ext cx="341360" cy="387949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" name="Google Shape;895;p16"/>
          <p:cNvSpPr/>
          <p:nvPr/>
        </p:nvSpPr>
        <p:spPr>
          <a:xfrm>
            <a:off x="6832221" y="2330331"/>
            <a:ext cx="227595" cy="204842"/>
          </a:xfrm>
          <a:custGeom>
            <a:rect b="b" l="l" r="r" t="t"/>
            <a:pathLst>
              <a:path extrusionOk="0" h="6239" w="6932">
                <a:moveTo>
                  <a:pt x="3340" y="2364"/>
                </a:moveTo>
                <a:cubicBezTo>
                  <a:pt x="3529" y="2364"/>
                  <a:pt x="3686" y="2521"/>
                  <a:pt x="3686" y="2710"/>
                </a:cubicBezTo>
                <a:lnTo>
                  <a:pt x="3686" y="3435"/>
                </a:lnTo>
                <a:lnTo>
                  <a:pt x="4411" y="3435"/>
                </a:lnTo>
                <a:cubicBezTo>
                  <a:pt x="4600" y="3435"/>
                  <a:pt x="4757" y="3592"/>
                  <a:pt x="4757" y="3782"/>
                </a:cubicBezTo>
                <a:cubicBezTo>
                  <a:pt x="4757" y="3971"/>
                  <a:pt x="4600" y="4128"/>
                  <a:pt x="4411" y="4128"/>
                </a:cubicBezTo>
                <a:lnTo>
                  <a:pt x="3686" y="4128"/>
                </a:lnTo>
                <a:lnTo>
                  <a:pt x="3686" y="4853"/>
                </a:lnTo>
                <a:cubicBezTo>
                  <a:pt x="3686" y="5042"/>
                  <a:pt x="3529" y="5199"/>
                  <a:pt x="3340" y="5199"/>
                </a:cubicBezTo>
                <a:cubicBezTo>
                  <a:pt x="3151" y="5199"/>
                  <a:pt x="2993" y="5042"/>
                  <a:pt x="2993" y="4853"/>
                </a:cubicBezTo>
                <a:lnTo>
                  <a:pt x="2993" y="4128"/>
                </a:lnTo>
                <a:lnTo>
                  <a:pt x="2268" y="4128"/>
                </a:lnTo>
                <a:cubicBezTo>
                  <a:pt x="2079" y="4128"/>
                  <a:pt x="1922" y="3971"/>
                  <a:pt x="1922" y="3782"/>
                </a:cubicBezTo>
                <a:cubicBezTo>
                  <a:pt x="1922" y="3592"/>
                  <a:pt x="2079" y="3435"/>
                  <a:pt x="2268" y="3435"/>
                </a:cubicBezTo>
                <a:lnTo>
                  <a:pt x="2993" y="3435"/>
                </a:lnTo>
                <a:lnTo>
                  <a:pt x="2993" y="2710"/>
                </a:lnTo>
                <a:cubicBezTo>
                  <a:pt x="2993" y="2521"/>
                  <a:pt x="3151" y="2364"/>
                  <a:pt x="3340" y="2364"/>
                </a:cubicBezTo>
                <a:close/>
                <a:moveTo>
                  <a:pt x="3434" y="1"/>
                </a:moveTo>
                <a:cubicBezTo>
                  <a:pt x="2836" y="1"/>
                  <a:pt x="2394" y="474"/>
                  <a:pt x="2394" y="1041"/>
                </a:cubicBezTo>
                <a:lnTo>
                  <a:pt x="2394" y="1387"/>
                </a:lnTo>
                <a:lnTo>
                  <a:pt x="1008" y="1387"/>
                </a:lnTo>
                <a:cubicBezTo>
                  <a:pt x="441" y="1387"/>
                  <a:pt x="0" y="1860"/>
                  <a:pt x="0" y="2395"/>
                </a:cubicBezTo>
                <a:lnTo>
                  <a:pt x="0" y="6239"/>
                </a:lnTo>
                <a:lnTo>
                  <a:pt x="6931" y="6239"/>
                </a:lnTo>
                <a:lnTo>
                  <a:pt x="6931" y="2395"/>
                </a:lnTo>
                <a:lnTo>
                  <a:pt x="6837" y="2395"/>
                </a:lnTo>
                <a:cubicBezTo>
                  <a:pt x="6837" y="1828"/>
                  <a:pt x="6364" y="1387"/>
                  <a:pt x="5829" y="1387"/>
                </a:cubicBezTo>
                <a:lnTo>
                  <a:pt x="4442" y="1387"/>
                </a:lnTo>
                <a:lnTo>
                  <a:pt x="4442" y="1041"/>
                </a:lnTo>
                <a:cubicBezTo>
                  <a:pt x="4442" y="442"/>
                  <a:pt x="3970" y="1"/>
                  <a:pt x="34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" name="Google Shape;896;p16"/>
          <p:cNvSpPr/>
          <p:nvPr/>
        </p:nvSpPr>
        <p:spPr>
          <a:xfrm>
            <a:off x="6828084" y="2556865"/>
            <a:ext cx="228613" cy="92095"/>
          </a:xfrm>
          <a:custGeom>
            <a:rect b="b" l="l" r="r" t="t"/>
            <a:pathLst>
              <a:path extrusionOk="0" h="2805" w="6963">
                <a:moveTo>
                  <a:pt x="2457" y="1418"/>
                </a:moveTo>
                <a:cubicBezTo>
                  <a:pt x="2647" y="1418"/>
                  <a:pt x="2804" y="1576"/>
                  <a:pt x="2804" y="1765"/>
                </a:cubicBezTo>
                <a:cubicBezTo>
                  <a:pt x="2804" y="1954"/>
                  <a:pt x="2647" y="2111"/>
                  <a:pt x="2457" y="2111"/>
                </a:cubicBezTo>
                <a:cubicBezTo>
                  <a:pt x="2237" y="2111"/>
                  <a:pt x="2079" y="1954"/>
                  <a:pt x="2079" y="1765"/>
                </a:cubicBezTo>
                <a:cubicBezTo>
                  <a:pt x="2079" y="1576"/>
                  <a:pt x="2237" y="1418"/>
                  <a:pt x="2457" y="1418"/>
                </a:cubicBezTo>
                <a:close/>
                <a:moveTo>
                  <a:pt x="32" y="0"/>
                </a:moveTo>
                <a:lnTo>
                  <a:pt x="32" y="1009"/>
                </a:lnTo>
                <a:cubicBezTo>
                  <a:pt x="0" y="1607"/>
                  <a:pt x="473" y="2080"/>
                  <a:pt x="1071" y="2080"/>
                </a:cubicBezTo>
                <a:lnTo>
                  <a:pt x="1449" y="2080"/>
                </a:lnTo>
                <a:cubicBezTo>
                  <a:pt x="1607" y="2489"/>
                  <a:pt x="1985" y="2804"/>
                  <a:pt x="2457" y="2804"/>
                </a:cubicBezTo>
                <a:cubicBezTo>
                  <a:pt x="2867" y="2804"/>
                  <a:pt x="3277" y="2521"/>
                  <a:pt x="3434" y="2080"/>
                </a:cubicBezTo>
                <a:lnTo>
                  <a:pt x="6963" y="2080"/>
                </a:lnTo>
                <a:lnTo>
                  <a:pt x="696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" name="Google Shape;897;p16"/>
          <p:cNvSpPr/>
          <p:nvPr/>
        </p:nvSpPr>
        <p:spPr>
          <a:xfrm>
            <a:off x="7079405" y="2396551"/>
            <a:ext cx="137601" cy="252416"/>
          </a:xfrm>
          <a:custGeom>
            <a:rect b="b" l="l" r="r" t="t"/>
            <a:pathLst>
              <a:path extrusionOk="0" h="7688" w="4191">
                <a:moveTo>
                  <a:pt x="1513" y="693"/>
                </a:moveTo>
                <a:cubicBezTo>
                  <a:pt x="1954" y="693"/>
                  <a:pt x="2364" y="977"/>
                  <a:pt x="2521" y="1386"/>
                </a:cubicBezTo>
                <a:lnTo>
                  <a:pt x="3372" y="3497"/>
                </a:lnTo>
                <a:lnTo>
                  <a:pt x="1765" y="3497"/>
                </a:lnTo>
                <a:cubicBezTo>
                  <a:pt x="1576" y="3497"/>
                  <a:pt x="1419" y="3340"/>
                  <a:pt x="1419" y="3151"/>
                </a:cubicBezTo>
                <a:lnTo>
                  <a:pt x="1419" y="693"/>
                </a:lnTo>
                <a:close/>
                <a:moveTo>
                  <a:pt x="1765" y="6270"/>
                </a:moveTo>
                <a:cubicBezTo>
                  <a:pt x="1954" y="6270"/>
                  <a:pt x="2112" y="6427"/>
                  <a:pt x="2112" y="6616"/>
                </a:cubicBezTo>
                <a:cubicBezTo>
                  <a:pt x="2112" y="6805"/>
                  <a:pt x="1954" y="6963"/>
                  <a:pt x="1765" y="6963"/>
                </a:cubicBezTo>
                <a:cubicBezTo>
                  <a:pt x="1576" y="6963"/>
                  <a:pt x="1419" y="6805"/>
                  <a:pt x="1419" y="6616"/>
                </a:cubicBezTo>
                <a:cubicBezTo>
                  <a:pt x="1419" y="6427"/>
                  <a:pt x="1576" y="6270"/>
                  <a:pt x="1765" y="6270"/>
                </a:cubicBezTo>
                <a:close/>
                <a:moveTo>
                  <a:pt x="1" y="0"/>
                </a:moveTo>
                <a:lnTo>
                  <a:pt x="1" y="6963"/>
                </a:lnTo>
                <a:lnTo>
                  <a:pt x="788" y="6963"/>
                </a:lnTo>
                <a:cubicBezTo>
                  <a:pt x="946" y="7372"/>
                  <a:pt x="1293" y="7687"/>
                  <a:pt x="1765" y="7687"/>
                </a:cubicBezTo>
                <a:cubicBezTo>
                  <a:pt x="2206" y="7687"/>
                  <a:pt x="2584" y="7404"/>
                  <a:pt x="2742" y="6963"/>
                </a:cubicBezTo>
                <a:lnTo>
                  <a:pt x="3151" y="6963"/>
                </a:lnTo>
                <a:cubicBezTo>
                  <a:pt x="3718" y="6963"/>
                  <a:pt x="4159" y="6490"/>
                  <a:pt x="4159" y="5955"/>
                </a:cubicBezTo>
                <a:lnTo>
                  <a:pt x="4159" y="5577"/>
                </a:lnTo>
                <a:lnTo>
                  <a:pt x="3151" y="5577"/>
                </a:lnTo>
                <a:cubicBezTo>
                  <a:pt x="2931" y="5577"/>
                  <a:pt x="2773" y="5419"/>
                  <a:pt x="2773" y="5230"/>
                </a:cubicBezTo>
                <a:cubicBezTo>
                  <a:pt x="2773" y="5041"/>
                  <a:pt x="2994" y="4883"/>
                  <a:pt x="3183" y="4883"/>
                </a:cubicBezTo>
                <a:lnTo>
                  <a:pt x="4191" y="4883"/>
                </a:lnTo>
                <a:lnTo>
                  <a:pt x="4191" y="4096"/>
                </a:lnTo>
                <a:cubicBezTo>
                  <a:pt x="4191" y="3970"/>
                  <a:pt x="4159" y="3812"/>
                  <a:pt x="4159" y="3686"/>
                </a:cubicBezTo>
                <a:cubicBezTo>
                  <a:pt x="4096" y="3466"/>
                  <a:pt x="3246" y="1386"/>
                  <a:pt x="3151" y="1103"/>
                </a:cubicBezTo>
                <a:cubicBezTo>
                  <a:pt x="2868" y="410"/>
                  <a:pt x="2238" y="0"/>
                  <a:pt x="15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" name="Google Shape;898;p16"/>
          <p:cNvSpPr/>
          <p:nvPr/>
        </p:nvSpPr>
        <p:spPr>
          <a:xfrm>
            <a:off x="5494406" y="2823737"/>
            <a:ext cx="114520" cy="160879"/>
          </a:xfrm>
          <a:custGeom>
            <a:rect b="b" l="l" r="r" t="t"/>
            <a:pathLst>
              <a:path extrusionOk="0" h="4900" w="3488">
                <a:moveTo>
                  <a:pt x="1408" y="1"/>
                </a:moveTo>
                <a:lnTo>
                  <a:pt x="1408" y="1922"/>
                </a:lnTo>
                <a:cubicBezTo>
                  <a:pt x="1408" y="2647"/>
                  <a:pt x="998" y="3277"/>
                  <a:pt x="463" y="3561"/>
                </a:cubicBezTo>
                <a:cubicBezTo>
                  <a:pt x="211" y="3655"/>
                  <a:pt x="53" y="3907"/>
                  <a:pt x="22" y="4128"/>
                </a:cubicBezTo>
                <a:cubicBezTo>
                  <a:pt x="1" y="4609"/>
                  <a:pt x="369" y="4896"/>
                  <a:pt x="738" y="4896"/>
                </a:cubicBezTo>
                <a:cubicBezTo>
                  <a:pt x="925" y="4896"/>
                  <a:pt x="1113" y="4822"/>
                  <a:pt x="1250" y="4663"/>
                </a:cubicBezTo>
                <a:cubicBezTo>
                  <a:pt x="1361" y="4506"/>
                  <a:pt x="1557" y="4427"/>
                  <a:pt x="1754" y="4427"/>
                </a:cubicBezTo>
                <a:cubicBezTo>
                  <a:pt x="1951" y="4427"/>
                  <a:pt x="2148" y="4506"/>
                  <a:pt x="2258" y="4663"/>
                </a:cubicBezTo>
                <a:cubicBezTo>
                  <a:pt x="2411" y="4826"/>
                  <a:pt x="2604" y="4899"/>
                  <a:pt x="2792" y="4899"/>
                </a:cubicBezTo>
                <a:cubicBezTo>
                  <a:pt x="3149" y="4899"/>
                  <a:pt x="3487" y="4635"/>
                  <a:pt x="3487" y="4222"/>
                </a:cubicBezTo>
                <a:cubicBezTo>
                  <a:pt x="3487" y="3939"/>
                  <a:pt x="3330" y="3718"/>
                  <a:pt x="3109" y="3592"/>
                </a:cubicBezTo>
                <a:cubicBezTo>
                  <a:pt x="2479" y="3277"/>
                  <a:pt x="2101" y="2710"/>
                  <a:pt x="2101" y="2143"/>
                </a:cubicBezTo>
                <a:lnTo>
                  <a:pt x="2101" y="32"/>
                </a:lnTo>
                <a:cubicBezTo>
                  <a:pt x="2006" y="32"/>
                  <a:pt x="1880" y="1"/>
                  <a:pt x="17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" name="Google Shape;899;p16"/>
          <p:cNvSpPr/>
          <p:nvPr/>
        </p:nvSpPr>
        <p:spPr>
          <a:xfrm>
            <a:off x="5356484" y="2827874"/>
            <a:ext cx="387949" cy="382761"/>
          </a:xfrm>
          <a:custGeom>
            <a:rect b="b" l="l" r="r" t="t"/>
            <a:pathLst>
              <a:path extrusionOk="0" h="11658" w="11816">
                <a:moveTo>
                  <a:pt x="4884" y="1"/>
                </a:moveTo>
                <a:cubicBezTo>
                  <a:pt x="2143" y="505"/>
                  <a:pt x="1" y="2899"/>
                  <a:pt x="1" y="5829"/>
                </a:cubicBezTo>
                <a:cubicBezTo>
                  <a:pt x="1" y="8696"/>
                  <a:pt x="2143" y="11153"/>
                  <a:pt x="4884" y="11657"/>
                </a:cubicBezTo>
                <a:lnTo>
                  <a:pt x="4884" y="9799"/>
                </a:lnTo>
                <a:cubicBezTo>
                  <a:pt x="4884" y="9358"/>
                  <a:pt x="4664" y="8980"/>
                  <a:pt x="4349" y="8822"/>
                </a:cubicBezTo>
                <a:cubicBezTo>
                  <a:pt x="3876" y="8633"/>
                  <a:pt x="3561" y="8160"/>
                  <a:pt x="3530" y="7625"/>
                </a:cubicBezTo>
                <a:cubicBezTo>
                  <a:pt x="3446" y="6731"/>
                  <a:pt x="4186" y="6180"/>
                  <a:pt x="4925" y="6180"/>
                </a:cubicBezTo>
                <a:cubicBezTo>
                  <a:pt x="5306" y="6180"/>
                  <a:pt x="5687" y="6327"/>
                  <a:pt x="5955" y="6648"/>
                </a:cubicBezTo>
                <a:cubicBezTo>
                  <a:pt x="6188" y="6316"/>
                  <a:pt x="6553" y="6163"/>
                  <a:pt x="6929" y="6163"/>
                </a:cubicBezTo>
                <a:cubicBezTo>
                  <a:pt x="7621" y="6163"/>
                  <a:pt x="8350" y="6684"/>
                  <a:pt x="8350" y="7562"/>
                </a:cubicBezTo>
                <a:cubicBezTo>
                  <a:pt x="8350" y="8066"/>
                  <a:pt x="8035" y="8570"/>
                  <a:pt x="7562" y="8822"/>
                </a:cubicBezTo>
                <a:cubicBezTo>
                  <a:pt x="7184" y="9011"/>
                  <a:pt x="6995" y="9326"/>
                  <a:pt x="6995" y="9641"/>
                </a:cubicBezTo>
                <a:lnTo>
                  <a:pt x="6995" y="11657"/>
                </a:lnTo>
                <a:cubicBezTo>
                  <a:pt x="9736" y="11153"/>
                  <a:pt x="11815" y="8728"/>
                  <a:pt x="11815" y="5829"/>
                </a:cubicBezTo>
                <a:cubicBezTo>
                  <a:pt x="11815" y="2899"/>
                  <a:pt x="9736" y="505"/>
                  <a:pt x="6995" y="1"/>
                </a:cubicBezTo>
                <a:lnTo>
                  <a:pt x="6995" y="2017"/>
                </a:lnTo>
                <a:cubicBezTo>
                  <a:pt x="6995" y="2364"/>
                  <a:pt x="7216" y="2679"/>
                  <a:pt x="7562" y="2836"/>
                </a:cubicBezTo>
                <a:cubicBezTo>
                  <a:pt x="8035" y="3057"/>
                  <a:pt x="8350" y="3529"/>
                  <a:pt x="8350" y="4096"/>
                </a:cubicBezTo>
                <a:cubicBezTo>
                  <a:pt x="8350" y="4945"/>
                  <a:pt x="7656" y="5495"/>
                  <a:pt x="6948" y="5495"/>
                </a:cubicBezTo>
                <a:cubicBezTo>
                  <a:pt x="6578" y="5495"/>
                  <a:pt x="6205" y="5345"/>
                  <a:pt x="5924" y="5010"/>
                </a:cubicBezTo>
                <a:cubicBezTo>
                  <a:pt x="5691" y="5321"/>
                  <a:pt x="5310" y="5471"/>
                  <a:pt x="4919" y="5471"/>
                </a:cubicBezTo>
                <a:cubicBezTo>
                  <a:pt x="4200" y="5471"/>
                  <a:pt x="3448" y="4961"/>
                  <a:pt x="3530" y="4002"/>
                </a:cubicBezTo>
                <a:cubicBezTo>
                  <a:pt x="3561" y="3498"/>
                  <a:pt x="3876" y="3057"/>
                  <a:pt x="4349" y="2836"/>
                </a:cubicBezTo>
                <a:cubicBezTo>
                  <a:pt x="4664" y="2679"/>
                  <a:pt x="4884" y="2269"/>
                  <a:pt x="4884" y="1859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" name="Google Shape;900;p16"/>
          <p:cNvSpPr/>
          <p:nvPr/>
        </p:nvSpPr>
        <p:spPr>
          <a:xfrm>
            <a:off x="5494406" y="3053423"/>
            <a:ext cx="114520" cy="161339"/>
          </a:xfrm>
          <a:custGeom>
            <a:rect b="b" l="l" r="r" t="t"/>
            <a:pathLst>
              <a:path extrusionOk="0" h="4914" w="3488">
                <a:moveTo>
                  <a:pt x="2777" y="1"/>
                </a:moveTo>
                <a:cubicBezTo>
                  <a:pt x="2589" y="1"/>
                  <a:pt x="2399" y="77"/>
                  <a:pt x="2258" y="251"/>
                </a:cubicBezTo>
                <a:cubicBezTo>
                  <a:pt x="2148" y="408"/>
                  <a:pt x="1951" y="487"/>
                  <a:pt x="1754" y="487"/>
                </a:cubicBezTo>
                <a:cubicBezTo>
                  <a:pt x="1557" y="487"/>
                  <a:pt x="1361" y="408"/>
                  <a:pt x="1250" y="251"/>
                </a:cubicBezTo>
                <a:cubicBezTo>
                  <a:pt x="1122" y="91"/>
                  <a:pt x="936" y="17"/>
                  <a:pt x="748" y="17"/>
                </a:cubicBezTo>
                <a:cubicBezTo>
                  <a:pt x="379" y="17"/>
                  <a:pt x="1" y="297"/>
                  <a:pt x="22" y="755"/>
                </a:cubicBezTo>
                <a:cubicBezTo>
                  <a:pt x="22" y="1007"/>
                  <a:pt x="242" y="1227"/>
                  <a:pt x="463" y="1353"/>
                </a:cubicBezTo>
                <a:cubicBezTo>
                  <a:pt x="1061" y="1637"/>
                  <a:pt x="1408" y="2267"/>
                  <a:pt x="1408" y="2960"/>
                </a:cubicBezTo>
                <a:lnTo>
                  <a:pt x="1408" y="4914"/>
                </a:lnTo>
                <a:cubicBezTo>
                  <a:pt x="1534" y="4851"/>
                  <a:pt x="1660" y="4851"/>
                  <a:pt x="1754" y="4851"/>
                </a:cubicBezTo>
                <a:lnTo>
                  <a:pt x="2101" y="4851"/>
                </a:lnTo>
                <a:lnTo>
                  <a:pt x="2101" y="2771"/>
                </a:lnTo>
                <a:cubicBezTo>
                  <a:pt x="2101" y="2141"/>
                  <a:pt x="2479" y="1606"/>
                  <a:pt x="3109" y="1322"/>
                </a:cubicBezTo>
                <a:cubicBezTo>
                  <a:pt x="3330" y="1196"/>
                  <a:pt x="3487" y="975"/>
                  <a:pt x="3487" y="692"/>
                </a:cubicBezTo>
                <a:cubicBezTo>
                  <a:pt x="3487" y="279"/>
                  <a:pt x="3135" y="1"/>
                  <a:pt x="27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1" name="Google Shape;901;p16"/>
          <p:cNvSpPr/>
          <p:nvPr/>
        </p:nvSpPr>
        <p:spPr>
          <a:xfrm>
            <a:off x="5493028" y="3397753"/>
            <a:ext cx="22786" cy="22786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cubicBezTo>
                  <a:pt x="536" y="693"/>
                  <a:pt x="694" y="536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" name="Google Shape;902;p16"/>
          <p:cNvSpPr/>
          <p:nvPr/>
        </p:nvSpPr>
        <p:spPr>
          <a:xfrm>
            <a:off x="5425790" y="3512562"/>
            <a:ext cx="68324" cy="68292"/>
          </a:xfrm>
          <a:custGeom>
            <a:rect b="b" l="l" r="r" t="t"/>
            <a:pathLst>
              <a:path extrusionOk="0" h="2080" w="2081">
                <a:moveTo>
                  <a:pt x="1" y="0"/>
                </a:moveTo>
                <a:lnTo>
                  <a:pt x="1" y="2080"/>
                </a:lnTo>
                <a:lnTo>
                  <a:pt x="2080" y="2080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" name="Google Shape;903;p16"/>
          <p:cNvSpPr/>
          <p:nvPr/>
        </p:nvSpPr>
        <p:spPr>
          <a:xfrm>
            <a:off x="5356484" y="3353267"/>
            <a:ext cx="294836" cy="387916"/>
          </a:xfrm>
          <a:custGeom>
            <a:rect b="b" l="l" r="r" t="t"/>
            <a:pathLst>
              <a:path extrusionOk="0" h="11815" w="8980">
                <a:moveTo>
                  <a:pt x="4538" y="694"/>
                </a:moveTo>
                <a:cubicBezTo>
                  <a:pt x="5136" y="694"/>
                  <a:pt x="5577" y="1166"/>
                  <a:pt x="5577" y="1702"/>
                </a:cubicBezTo>
                <a:cubicBezTo>
                  <a:pt x="5577" y="1891"/>
                  <a:pt x="5735" y="2048"/>
                  <a:pt x="5924" y="2048"/>
                </a:cubicBezTo>
                <a:lnTo>
                  <a:pt x="6649" y="2048"/>
                </a:lnTo>
                <a:cubicBezTo>
                  <a:pt x="6838" y="2048"/>
                  <a:pt x="6995" y="2206"/>
                  <a:pt x="6995" y="2426"/>
                </a:cubicBezTo>
                <a:lnTo>
                  <a:pt x="6995" y="2773"/>
                </a:lnTo>
                <a:lnTo>
                  <a:pt x="2143" y="2773"/>
                </a:lnTo>
                <a:lnTo>
                  <a:pt x="2143" y="2426"/>
                </a:lnTo>
                <a:lnTo>
                  <a:pt x="2112" y="2426"/>
                </a:lnTo>
                <a:cubicBezTo>
                  <a:pt x="2112" y="2206"/>
                  <a:pt x="2269" y="2048"/>
                  <a:pt x="2458" y="2048"/>
                </a:cubicBezTo>
                <a:lnTo>
                  <a:pt x="3183" y="2048"/>
                </a:lnTo>
                <a:cubicBezTo>
                  <a:pt x="3372" y="2048"/>
                  <a:pt x="3530" y="1891"/>
                  <a:pt x="3530" y="1702"/>
                </a:cubicBezTo>
                <a:cubicBezTo>
                  <a:pt x="3530" y="1103"/>
                  <a:pt x="4002" y="694"/>
                  <a:pt x="4538" y="694"/>
                </a:cubicBezTo>
                <a:close/>
                <a:moveTo>
                  <a:pt x="7310" y="4159"/>
                </a:moveTo>
                <a:cubicBezTo>
                  <a:pt x="7499" y="4159"/>
                  <a:pt x="7657" y="4317"/>
                  <a:pt x="7657" y="4506"/>
                </a:cubicBezTo>
                <a:cubicBezTo>
                  <a:pt x="7657" y="4695"/>
                  <a:pt x="7499" y="4852"/>
                  <a:pt x="7310" y="4852"/>
                </a:cubicBezTo>
                <a:lnTo>
                  <a:pt x="5924" y="4852"/>
                </a:lnTo>
                <a:cubicBezTo>
                  <a:pt x="5735" y="4852"/>
                  <a:pt x="5577" y="4695"/>
                  <a:pt x="5577" y="4506"/>
                </a:cubicBezTo>
                <a:cubicBezTo>
                  <a:pt x="5577" y="4317"/>
                  <a:pt x="5735" y="4159"/>
                  <a:pt x="5924" y="4159"/>
                </a:cubicBezTo>
                <a:close/>
                <a:moveTo>
                  <a:pt x="7310" y="5514"/>
                </a:moveTo>
                <a:cubicBezTo>
                  <a:pt x="7499" y="5514"/>
                  <a:pt x="7657" y="5671"/>
                  <a:pt x="7657" y="5892"/>
                </a:cubicBezTo>
                <a:cubicBezTo>
                  <a:pt x="7657" y="6081"/>
                  <a:pt x="7499" y="6238"/>
                  <a:pt x="7310" y="6238"/>
                </a:cubicBezTo>
                <a:lnTo>
                  <a:pt x="5924" y="6238"/>
                </a:lnTo>
                <a:cubicBezTo>
                  <a:pt x="5735" y="6238"/>
                  <a:pt x="5577" y="6081"/>
                  <a:pt x="5577" y="5892"/>
                </a:cubicBezTo>
                <a:cubicBezTo>
                  <a:pt x="5577" y="5671"/>
                  <a:pt x="5735" y="5514"/>
                  <a:pt x="5924" y="5514"/>
                </a:cubicBezTo>
                <a:close/>
                <a:moveTo>
                  <a:pt x="4506" y="4159"/>
                </a:moveTo>
                <a:cubicBezTo>
                  <a:pt x="4695" y="4159"/>
                  <a:pt x="4853" y="4317"/>
                  <a:pt x="4853" y="4506"/>
                </a:cubicBezTo>
                <a:lnTo>
                  <a:pt x="4853" y="7247"/>
                </a:lnTo>
                <a:cubicBezTo>
                  <a:pt x="4853" y="7467"/>
                  <a:pt x="4695" y="7593"/>
                  <a:pt x="4506" y="7593"/>
                </a:cubicBezTo>
                <a:lnTo>
                  <a:pt x="1734" y="7593"/>
                </a:lnTo>
                <a:cubicBezTo>
                  <a:pt x="1545" y="7593"/>
                  <a:pt x="1387" y="7467"/>
                  <a:pt x="1387" y="7247"/>
                </a:cubicBezTo>
                <a:lnTo>
                  <a:pt x="1387" y="4506"/>
                </a:lnTo>
                <a:cubicBezTo>
                  <a:pt x="1387" y="4317"/>
                  <a:pt x="1545" y="4159"/>
                  <a:pt x="1734" y="4159"/>
                </a:cubicBezTo>
                <a:close/>
                <a:moveTo>
                  <a:pt x="7310" y="6900"/>
                </a:moveTo>
                <a:cubicBezTo>
                  <a:pt x="7499" y="6900"/>
                  <a:pt x="7657" y="7058"/>
                  <a:pt x="7657" y="7247"/>
                </a:cubicBezTo>
                <a:cubicBezTo>
                  <a:pt x="7657" y="7467"/>
                  <a:pt x="7499" y="7593"/>
                  <a:pt x="7310" y="7593"/>
                </a:cubicBezTo>
                <a:lnTo>
                  <a:pt x="5924" y="7593"/>
                </a:lnTo>
                <a:cubicBezTo>
                  <a:pt x="5735" y="7593"/>
                  <a:pt x="5577" y="7467"/>
                  <a:pt x="5577" y="7247"/>
                </a:cubicBezTo>
                <a:cubicBezTo>
                  <a:pt x="5577" y="7058"/>
                  <a:pt x="5735" y="6900"/>
                  <a:pt x="5924" y="6900"/>
                </a:cubicBezTo>
                <a:close/>
                <a:moveTo>
                  <a:pt x="7310" y="8318"/>
                </a:moveTo>
                <a:cubicBezTo>
                  <a:pt x="7499" y="8318"/>
                  <a:pt x="7657" y="8475"/>
                  <a:pt x="7657" y="8664"/>
                </a:cubicBezTo>
                <a:cubicBezTo>
                  <a:pt x="7657" y="8853"/>
                  <a:pt x="7499" y="9011"/>
                  <a:pt x="7310" y="9011"/>
                </a:cubicBezTo>
                <a:lnTo>
                  <a:pt x="1734" y="9011"/>
                </a:lnTo>
                <a:cubicBezTo>
                  <a:pt x="1545" y="9011"/>
                  <a:pt x="1387" y="8853"/>
                  <a:pt x="1387" y="8664"/>
                </a:cubicBezTo>
                <a:cubicBezTo>
                  <a:pt x="1387" y="8475"/>
                  <a:pt x="1545" y="8318"/>
                  <a:pt x="1734" y="8318"/>
                </a:cubicBezTo>
                <a:close/>
                <a:moveTo>
                  <a:pt x="7310" y="9704"/>
                </a:moveTo>
                <a:cubicBezTo>
                  <a:pt x="7499" y="9704"/>
                  <a:pt x="7657" y="9861"/>
                  <a:pt x="7657" y="10050"/>
                </a:cubicBezTo>
                <a:cubicBezTo>
                  <a:pt x="7657" y="10240"/>
                  <a:pt x="7499" y="10397"/>
                  <a:pt x="7310" y="10397"/>
                </a:cubicBezTo>
                <a:lnTo>
                  <a:pt x="1734" y="10397"/>
                </a:lnTo>
                <a:cubicBezTo>
                  <a:pt x="1545" y="10397"/>
                  <a:pt x="1387" y="10240"/>
                  <a:pt x="1387" y="10050"/>
                </a:cubicBezTo>
                <a:cubicBezTo>
                  <a:pt x="1387" y="9861"/>
                  <a:pt x="1545" y="9704"/>
                  <a:pt x="1734" y="9704"/>
                </a:cubicBezTo>
                <a:close/>
                <a:moveTo>
                  <a:pt x="4506" y="0"/>
                </a:moveTo>
                <a:cubicBezTo>
                  <a:pt x="3687" y="0"/>
                  <a:pt x="2962" y="599"/>
                  <a:pt x="2805" y="1387"/>
                </a:cubicBezTo>
                <a:lnTo>
                  <a:pt x="2427" y="1387"/>
                </a:lnTo>
                <a:cubicBezTo>
                  <a:pt x="1986" y="1387"/>
                  <a:pt x="1576" y="1670"/>
                  <a:pt x="1419" y="2080"/>
                </a:cubicBezTo>
                <a:lnTo>
                  <a:pt x="1041" y="2080"/>
                </a:lnTo>
                <a:cubicBezTo>
                  <a:pt x="442" y="2080"/>
                  <a:pt x="1" y="2552"/>
                  <a:pt x="1" y="3119"/>
                </a:cubicBezTo>
                <a:lnTo>
                  <a:pt x="1" y="10807"/>
                </a:lnTo>
                <a:cubicBezTo>
                  <a:pt x="1" y="11342"/>
                  <a:pt x="474" y="11815"/>
                  <a:pt x="1041" y="11815"/>
                </a:cubicBezTo>
                <a:lnTo>
                  <a:pt x="7972" y="11815"/>
                </a:lnTo>
                <a:cubicBezTo>
                  <a:pt x="8570" y="11815"/>
                  <a:pt x="8980" y="11342"/>
                  <a:pt x="8980" y="10807"/>
                </a:cubicBezTo>
                <a:lnTo>
                  <a:pt x="8980" y="3119"/>
                </a:lnTo>
                <a:cubicBezTo>
                  <a:pt x="8980" y="2521"/>
                  <a:pt x="8507" y="2080"/>
                  <a:pt x="7972" y="2080"/>
                </a:cubicBezTo>
                <a:lnTo>
                  <a:pt x="7562" y="2080"/>
                </a:lnTo>
                <a:cubicBezTo>
                  <a:pt x="7405" y="1702"/>
                  <a:pt x="7058" y="1387"/>
                  <a:pt x="6585" y="1387"/>
                </a:cubicBezTo>
                <a:lnTo>
                  <a:pt x="6207" y="1387"/>
                </a:lnTo>
                <a:cubicBezTo>
                  <a:pt x="6050" y="599"/>
                  <a:pt x="532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4" name="Google Shape;904;p16"/>
          <p:cNvSpPr/>
          <p:nvPr/>
        </p:nvSpPr>
        <p:spPr>
          <a:xfrm>
            <a:off x="5675075" y="3399558"/>
            <a:ext cx="69342" cy="250610"/>
          </a:xfrm>
          <a:custGeom>
            <a:rect b="b" l="l" r="r" t="t"/>
            <a:pathLst>
              <a:path extrusionOk="0" h="7633" w="2112">
                <a:moveTo>
                  <a:pt x="1060" y="0"/>
                </a:moveTo>
                <a:cubicBezTo>
                  <a:pt x="930" y="0"/>
                  <a:pt x="804" y="55"/>
                  <a:pt x="757" y="166"/>
                </a:cubicBezTo>
                <a:lnTo>
                  <a:pt x="32" y="1552"/>
                </a:lnTo>
                <a:cubicBezTo>
                  <a:pt x="0" y="1583"/>
                  <a:pt x="0" y="1678"/>
                  <a:pt x="0" y="1709"/>
                </a:cubicBezTo>
                <a:lnTo>
                  <a:pt x="0" y="7632"/>
                </a:lnTo>
                <a:lnTo>
                  <a:pt x="2080" y="7632"/>
                </a:lnTo>
                <a:lnTo>
                  <a:pt x="2080" y="1709"/>
                </a:lnTo>
                <a:lnTo>
                  <a:pt x="2111" y="1709"/>
                </a:lnTo>
                <a:cubicBezTo>
                  <a:pt x="2111" y="1678"/>
                  <a:pt x="2111" y="1583"/>
                  <a:pt x="2080" y="1552"/>
                </a:cubicBezTo>
                <a:lnTo>
                  <a:pt x="1387" y="166"/>
                </a:lnTo>
                <a:cubicBezTo>
                  <a:pt x="1324" y="55"/>
                  <a:pt x="1190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" name="Google Shape;905;p16"/>
          <p:cNvSpPr/>
          <p:nvPr/>
        </p:nvSpPr>
        <p:spPr>
          <a:xfrm>
            <a:off x="5676093" y="3669757"/>
            <a:ext cx="68324" cy="70393"/>
          </a:xfrm>
          <a:custGeom>
            <a:rect b="b" l="l" r="r" t="t"/>
            <a:pathLst>
              <a:path extrusionOk="0" h="2144" w="2081">
                <a:moveTo>
                  <a:pt x="1" y="1"/>
                </a:moveTo>
                <a:lnTo>
                  <a:pt x="1" y="1104"/>
                </a:lnTo>
                <a:lnTo>
                  <a:pt x="64" y="1104"/>
                </a:lnTo>
                <a:cubicBezTo>
                  <a:pt x="64" y="1702"/>
                  <a:pt x="505" y="2143"/>
                  <a:pt x="1072" y="2143"/>
                </a:cubicBezTo>
                <a:cubicBezTo>
                  <a:pt x="1671" y="2143"/>
                  <a:pt x="2080" y="1671"/>
                  <a:pt x="2080" y="1104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" name="Google Shape;906;p16"/>
          <p:cNvSpPr/>
          <p:nvPr/>
        </p:nvSpPr>
        <p:spPr>
          <a:xfrm>
            <a:off x="5356501" y="3909936"/>
            <a:ext cx="388967" cy="266633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" name="Google Shape;907;p16"/>
          <p:cNvSpPr/>
          <p:nvPr/>
        </p:nvSpPr>
        <p:spPr>
          <a:xfrm>
            <a:off x="7886305" y="2960281"/>
            <a:ext cx="252449" cy="138619"/>
          </a:xfrm>
          <a:custGeom>
            <a:rect b="b" l="l" r="r" t="t"/>
            <a:pathLst>
              <a:path extrusionOk="0" h="4222" w="7689">
                <a:moveTo>
                  <a:pt x="3151" y="0"/>
                </a:moveTo>
                <a:lnTo>
                  <a:pt x="2616" y="1260"/>
                </a:lnTo>
                <a:cubicBezTo>
                  <a:pt x="2584" y="1386"/>
                  <a:pt x="2427" y="1481"/>
                  <a:pt x="2301" y="1481"/>
                </a:cubicBezTo>
                <a:lnTo>
                  <a:pt x="1" y="1481"/>
                </a:lnTo>
                <a:lnTo>
                  <a:pt x="1" y="4222"/>
                </a:lnTo>
                <a:lnTo>
                  <a:pt x="7688" y="4222"/>
                </a:lnTo>
                <a:lnTo>
                  <a:pt x="7688" y="1481"/>
                </a:lnTo>
                <a:lnTo>
                  <a:pt x="5672" y="1481"/>
                </a:lnTo>
                <a:lnTo>
                  <a:pt x="4884" y="3371"/>
                </a:lnTo>
                <a:cubicBezTo>
                  <a:pt x="4827" y="3513"/>
                  <a:pt x="4713" y="3578"/>
                  <a:pt x="4593" y="3578"/>
                </a:cubicBezTo>
                <a:cubicBezTo>
                  <a:pt x="4447" y="3578"/>
                  <a:pt x="4292" y="3481"/>
                  <a:pt x="4223" y="3308"/>
                </a:cubicBezTo>
                <a:lnTo>
                  <a:pt x="31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" name="Google Shape;908;p16"/>
          <p:cNvSpPr/>
          <p:nvPr/>
        </p:nvSpPr>
        <p:spPr>
          <a:xfrm>
            <a:off x="7885287" y="2893043"/>
            <a:ext cx="252416" cy="139669"/>
          </a:xfrm>
          <a:custGeom>
            <a:rect b="b" l="l" r="r" t="t"/>
            <a:pathLst>
              <a:path extrusionOk="0" h="4254" w="7688">
                <a:moveTo>
                  <a:pt x="0" y="0"/>
                </a:moveTo>
                <a:lnTo>
                  <a:pt x="0" y="2836"/>
                </a:lnTo>
                <a:lnTo>
                  <a:pt x="2111" y="2836"/>
                </a:lnTo>
                <a:lnTo>
                  <a:pt x="2962" y="945"/>
                </a:lnTo>
                <a:cubicBezTo>
                  <a:pt x="3020" y="800"/>
                  <a:pt x="3138" y="735"/>
                  <a:pt x="3258" y="735"/>
                </a:cubicBezTo>
                <a:cubicBezTo>
                  <a:pt x="3399" y="735"/>
                  <a:pt x="3541" y="824"/>
                  <a:pt x="3592" y="977"/>
                </a:cubicBezTo>
                <a:lnTo>
                  <a:pt x="4632" y="4253"/>
                </a:lnTo>
                <a:lnTo>
                  <a:pt x="5104" y="3056"/>
                </a:lnTo>
                <a:cubicBezTo>
                  <a:pt x="5167" y="2930"/>
                  <a:pt x="5325" y="2836"/>
                  <a:pt x="5419" y="2836"/>
                </a:cubicBezTo>
                <a:lnTo>
                  <a:pt x="7688" y="2836"/>
                </a:lnTo>
                <a:lnTo>
                  <a:pt x="768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" name="Google Shape;909;p16"/>
          <p:cNvSpPr/>
          <p:nvPr/>
        </p:nvSpPr>
        <p:spPr>
          <a:xfrm>
            <a:off x="7817032" y="2824787"/>
            <a:ext cx="388934" cy="388934"/>
          </a:xfrm>
          <a:custGeom>
            <a:rect b="b" l="l" r="r" t="t"/>
            <a:pathLst>
              <a:path extrusionOk="0" h="11846" w="11846">
                <a:moveTo>
                  <a:pt x="10113" y="1386"/>
                </a:moveTo>
                <a:cubicBezTo>
                  <a:pt x="10302" y="1386"/>
                  <a:pt x="10460" y="1544"/>
                  <a:pt x="10460" y="1733"/>
                </a:cubicBezTo>
                <a:lnTo>
                  <a:pt x="10460" y="8758"/>
                </a:lnTo>
                <a:cubicBezTo>
                  <a:pt x="10460" y="8947"/>
                  <a:pt x="10302" y="9105"/>
                  <a:pt x="10113" y="9105"/>
                </a:cubicBezTo>
                <a:lnTo>
                  <a:pt x="1733" y="9105"/>
                </a:lnTo>
                <a:cubicBezTo>
                  <a:pt x="1512" y="9105"/>
                  <a:pt x="1355" y="8947"/>
                  <a:pt x="1355" y="8758"/>
                </a:cubicBezTo>
                <a:lnTo>
                  <a:pt x="1355" y="1733"/>
                </a:lnTo>
                <a:cubicBezTo>
                  <a:pt x="1355" y="1544"/>
                  <a:pt x="1512" y="1386"/>
                  <a:pt x="1733" y="1386"/>
                </a:cubicBezTo>
                <a:close/>
                <a:moveTo>
                  <a:pt x="2426" y="9767"/>
                </a:moveTo>
                <a:cubicBezTo>
                  <a:pt x="2615" y="9767"/>
                  <a:pt x="2804" y="9924"/>
                  <a:pt x="2804" y="10113"/>
                </a:cubicBezTo>
                <a:cubicBezTo>
                  <a:pt x="2804" y="10334"/>
                  <a:pt x="2615" y="10491"/>
                  <a:pt x="2426" y="10491"/>
                </a:cubicBezTo>
                <a:cubicBezTo>
                  <a:pt x="2237" y="10491"/>
                  <a:pt x="2079" y="10334"/>
                  <a:pt x="2079" y="10113"/>
                </a:cubicBezTo>
                <a:cubicBezTo>
                  <a:pt x="2079" y="9924"/>
                  <a:pt x="2237" y="9767"/>
                  <a:pt x="2426" y="9767"/>
                </a:cubicBezTo>
                <a:close/>
                <a:moveTo>
                  <a:pt x="3844" y="9767"/>
                </a:moveTo>
                <a:cubicBezTo>
                  <a:pt x="4033" y="9767"/>
                  <a:pt x="4190" y="9924"/>
                  <a:pt x="4190" y="10113"/>
                </a:cubicBezTo>
                <a:cubicBezTo>
                  <a:pt x="4190" y="10334"/>
                  <a:pt x="4001" y="10491"/>
                  <a:pt x="3844" y="10491"/>
                </a:cubicBezTo>
                <a:cubicBezTo>
                  <a:pt x="3655" y="10491"/>
                  <a:pt x="3497" y="10334"/>
                  <a:pt x="3497" y="10113"/>
                </a:cubicBezTo>
                <a:cubicBezTo>
                  <a:pt x="3497" y="9924"/>
                  <a:pt x="3655" y="9767"/>
                  <a:pt x="3844" y="9767"/>
                </a:cubicBezTo>
                <a:close/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10113"/>
                </a:lnTo>
                <a:cubicBezTo>
                  <a:pt x="0" y="11058"/>
                  <a:pt x="788" y="11846"/>
                  <a:pt x="1733" y="11846"/>
                </a:cubicBezTo>
                <a:lnTo>
                  <a:pt x="10113" y="11846"/>
                </a:lnTo>
                <a:cubicBezTo>
                  <a:pt x="11058" y="11846"/>
                  <a:pt x="11846" y="11058"/>
                  <a:pt x="11846" y="10113"/>
                </a:cubicBezTo>
                <a:lnTo>
                  <a:pt x="11846" y="1733"/>
                </a:lnTo>
                <a:cubicBezTo>
                  <a:pt x="11846" y="788"/>
                  <a:pt x="11058" y="0"/>
                  <a:pt x="101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" name="Google Shape;910;p16"/>
          <p:cNvSpPr/>
          <p:nvPr/>
        </p:nvSpPr>
        <p:spPr>
          <a:xfrm>
            <a:off x="7863531" y="3353194"/>
            <a:ext cx="296904" cy="387949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" name="Google Shape;911;p16"/>
          <p:cNvSpPr/>
          <p:nvPr/>
        </p:nvSpPr>
        <p:spPr>
          <a:xfrm>
            <a:off x="7999587" y="3941925"/>
            <a:ext cx="23836" cy="22786"/>
          </a:xfrm>
          <a:custGeom>
            <a:rect b="b" l="l" r="r" t="t"/>
            <a:pathLst>
              <a:path extrusionOk="0" h="694" w="726">
                <a:moveTo>
                  <a:pt x="0" y="0"/>
                </a:moveTo>
                <a:lnTo>
                  <a:pt x="0" y="694"/>
                </a:lnTo>
                <a:lnTo>
                  <a:pt x="725" y="694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" name="Google Shape;912;p16"/>
          <p:cNvSpPr/>
          <p:nvPr/>
        </p:nvSpPr>
        <p:spPr>
          <a:xfrm>
            <a:off x="7999587" y="3986411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" name="Google Shape;913;p16"/>
          <p:cNvSpPr/>
          <p:nvPr/>
        </p:nvSpPr>
        <p:spPr>
          <a:xfrm>
            <a:off x="7999587" y="4078469"/>
            <a:ext cx="23836" cy="45539"/>
          </a:xfrm>
          <a:custGeom>
            <a:rect b="b" l="l" r="r" t="t"/>
            <a:pathLst>
              <a:path extrusionOk="0" h="1387" w="726">
                <a:moveTo>
                  <a:pt x="0" y="0"/>
                </a:moveTo>
                <a:lnTo>
                  <a:pt x="0" y="1040"/>
                </a:lnTo>
                <a:cubicBezTo>
                  <a:pt x="0" y="1229"/>
                  <a:pt x="158" y="1386"/>
                  <a:pt x="379" y="1386"/>
                </a:cubicBezTo>
                <a:cubicBezTo>
                  <a:pt x="568" y="1386"/>
                  <a:pt x="725" y="1229"/>
                  <a:pt x="725" y="1040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" name="Google Shape;914;p16"/>
          <p:cNvSpPr/>
          <p:nvPr/>
        </p:nvSpPr>
        <p:spPr>
          <a:xfrm>
            <a:off x="8046142" y="3918122"/>
            <a:ext cx="69309" cy="35229"/>
          </a:xfrm>
          <a:custGeom>
            <a:rect b="b" l="l" r="r" t="t"/>
            <a:pathLst>
              <a:path extrusionOk="0" h="1073" w="2111">
                <a:moveTo>
                  <a:pt x="0" y="1"/>
                </a:moveTo>
                <a:lnTo>
                  <a:pt x="0" y="725"/>
                </a:lnTo>
                <a:lnTo>
                  <a:pt x="1040" y="725"/>
                </a:lnTo>
                <a:cubicBezTo>
                  <a:pt x="1386" y="725"/>
                  <a:pt x="1701" y="883"/>
                  <a:pt x="1985" y="1072"/>
                </a:cubicBezTo>
                <a:cubicBezTo>
                  <a:pt x="2048" y="946"/>
                  <a:pt x="2111" y="851"/>
                  <a:pt x="2111" y="725"/>
                </a:cubicBezTo>
                <a:cubicBezTo>
                  <a:pt x="2111" y="316"/>
                  <a:pt x="1764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" name="Google Shape;915;p16"/>
          <p:cNvSpPr/>
          <p:nvPr/>
        </p:nvSpPr>
        <p:spPr>
          <a:xfrm>
            <a:off x="7999587" y="3895371"/>
            <a:ext cx="23836" cy="22786"/>
          </a:xfrm>
          <a:custGeom>
            <a:rect b="b" l="l" r="r" t="t"/>
            <a:pathLst>
              <a:path extrusionOk="0" h="694" w="726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694"/>
                </a:lnTo>
                <a:lnTo>
                  <a:pt x="725" y="694"/>
                </a:lnTo>
                <a:lnTo>
                  <a:pt x="725" y="347"/>
                </a:ln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" name="Google Shape;916;p16"/>
          <p:cNvSpPr/>
          <p:nvPr/>
        </p:nvSpPr>
        <p:spPr>
          <a:xfrm>
            <a:off x="7999587" y="4031915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" name="Google Shape;917;p16"/>
          <p:cNvSpPr/>
          <p:nvPr/>
        </p:nvSpPr>
        <p:spPr>
          <a:xfrm>
            <a:off x="7817540" y="3848849"/>
            <a:ext cx="387916" cy="388934"/>
          </a:xfrm>
          <a:custGeom>
            <a:rect b="b" l="l" r="r" t="t"/>
            <a:pathLst>
              <a:path extrusionOk="0" h="11846" w="11815">
                <a:moveTo>
                  <a:pt x="5892" y="725"/>
                </a:moveTo>
                <a:cubicBezTo>
                  <a:pt x="6333" y="725"/>
                  <a:pt x="6743" y="1008"/>
                  <a:pt x="6900" y="1449"/>
                </a:cubicBezTo>
                <a:lnTo>
                  <a:pt x="8349" y="1449"/>
                </a:lnTo>
                <a:cubicBezTo>
                  <a:pt x="9106" y="1449"/>
                  <a:pt x="9736" y="2079"/>
                  <a:pt x="9736" y="2835"/>
                </a:cubicBezTo>
                <a:cubicBezTo>
                  <a:pt x="9736" y="3214"/>
                  <a:pt x="9578" y="3529"/>
                  <a:pt x="9295" y="3812"/>
                </a:cubicBezTo>
                <a:cubicBezTo>
                  <a:pt x="9326" y="3938"/>
                  <a:pt x="9358" y="4096"/>
                  <a:pt x="9358" y="4190"/>
                </a:cubicBezTo>
                <a:cubicBezTo>
                  <a:pt x="9358" y="4600"/>
                  <a:pt x="9200" y="4915"/>
                  <a:pt x="8948" y="5198"/>
                </a:cubicBezTo>
                <a:cubicBezTo>
                  <a:pt x="8980" y="5324"/>
                  <a:pt x="9011" y="5450"/>
                  <a:pt x="9011" y="5576"/>
                </a:cubicBezTo>
                <a:cubicBezTo>
                  <a:pt x="9011" y="6333"/>
                  <a:pt x="8381" y="6963"/>
                  <a:pt x="7625" y="6963"/>
                </a:cubicBezTo>
                <a:cubicBezTo>
                  <a:pt x="7436" y="6963"/>
                  <a:pt x="7278" y="6805"/>
                  <a:pt x="7278" y="6616"/>
                </a:cubicBezTo>
                <a:cubicBezTo>
                  <a:pt x="7278" y="6427"/>
                  <a:pt x="7436" y="6269"/>
                  <a:pt x="7625" y="6269"/>
                </a:cubicBezTo>
                <a:cubicBezTo>
                  <a:pt x="8034" y="6269"/>
                  <a:pt x="8349" y="5954"/>
                  <a:pt x="8349" y="5545"/>
                </a:cubicBezTo>
                <a:cubicBezTo>
                  <a:pt x="8349" y="5167"/>
                  <a:pt x="8034" y="4852"/>
                  <a:pt x="7625" y="4852"/>
                </a:cubicBezTo>
                <a:lnTo>
                  <a:pt x="6932" y="4852"/>
                </a:lnTo>
                <a:lnTo>
                  <a:pt x="6932" y="7593"/>
                </a:lnTo>
                <a:lnTo>
                  <a:pt x="7940" y="7593"/>
                </a:lnTo>
                <a:cubicBezTo>
                  <a:pt x="8538" y="7593"/>
                  <a:pt x="8980" y="8065"/>
                  <a:pt x="8980" y="8632"/>
                </a:cubicBezTo>
                <a:cubicBezTo>
                  <a:pt x="8980" y="9105"/>
                  <a:pt x="8664" y="9514"/>
                  <a:pt x="8192" y="9609"/>
                </a:cubicBezTo>
                <a:cubicBezTo>
                  <a:pt x="7562" y="9767"/>
                  <a:pt x="7058" y="10145"/>
                  <a:pt x="6680" y="10586"/>
                </a:cubicBezTo>
                <a:cubicBezTo>
                  <a:pt x="6459" y="10869"/>
                  <a:pt x="6176" y="11027"/>
                  <a:pt x="5861" y="11027"/>
                </a:cubicBezTo>
                <a:cubicBezTo>
                  <a:pt x="5545" y="11027"/>
                  <a:pt x="5230" y="10869"/>
                  <a:pt x="5041" y="10586"/>
                </a:cubicBezTo>
                <a:cubicBezTo>
                  <a:pt x="4695" y="10113"/>
                  <a:pt x="4128" y="9767"/>
                  <a:pt x="3529" y="9609"/>
                </a:cubicBezTo>
                <a:cubicBezTo>
                  <a:pt x="3057" y="9483"/>
                  <a:pt x="2742" y="9042"/>
                  <a:pt x="2742" y="8569"/>
                </a:cubicBezTo>
                <a:cubicBezTo>
                  <a:pt x="2742" y="8002"/>
                  <a:pt x="3214" y="7561"/>
                  <a:pt x="3781" y="7561"/>
                </a:cubicBezTo>
                <a:lnTo>
                  <a:pt x="4789" y="7561"/>
                </a:lnTo>
                <a:lnTo>
                  <a:pt x="4789" y="4789"/>
                </a:lnTo>
                <a:lnTo>
                  <a:pt x="4096" y="4789"/>
                </a:lnTo>
                <a:cubicBezTo>
                  <a:pt x="3687" y="4789"/>
                  <a:pt x="3372" y="5104"/>
                  <a:pt x="3372" y="5513"/>
                </a:cubicBezTo>
                <a:cubicBezTo>
                  <a:pt x="3372" y="5891"/>
                  <a:pt x="3687" y="6206"/>
                  <a:pt x="4096" y="6206"/>
                </a:cubicBezTo>
                <a:cubicBezTo>
                  <a:pt x="4285" y="6206"/>
                  <a:pt x="4443" y="6364"/>
                  <a:pt x="4443" y="6553"/>
                </a:cubicBezTo>
                <a:cubicBezTo>
                  <a:pt x="4443" y="6774"/>
                  <a:pt x="4285" y="6931"/>
                  <a:pt x="4096" y="6931"/>
                </a:cubicBezTo>
                <a:cubicBezTo>
                  <a:pt x="3340" y="6931"/>
                  <a:pt x="2710" y="6301"/>
                  <a:pt x="2710" y="5545"/>
                </a:cubicBezTo>
                <a:cubicBezTo>
                  <a:pt x="2710" y="5387"/>
                  <a:pt x="2742" y="5261"/>
                  <a:pt x="2805" y="5135"/>
                </a:cubicBezTo>
                <a:cubicBezTo>
                  <a:pt x="2521" y="4883"/>
                  <a:pt x="2363" y="4568"/>
                  <a:pt x="2363" y="4159"/>
                </a:cubicBezTo>
                <a:cubicBezTo>
                  <a:pt x="2363" y="4001"/>
                  <a:pt x="2395" y="3875"/>
                  <a:pt x="2426" y="3781"/>
                </a:cubicBezTo>
                <a:cubicBezTo>
                  <a:pt x="2174" y="3497"/>
                  <a:pt x="2017" y="3182"/>
                  <a:pt x="2017" y="2772"/>
                </a:cubicBezTo>
                <a:cubicBezTo>
                  <a:pt x="2080" y="2048"/>
                  <a:pt x="2710" y="1449"/>
                  <a:pt x="3466" y="1449"/>
                </a:cubicBezTo>
                <a:lnTo>
                  <a:pt x="4915" y="1449"/>
                </a:lnTo>
                <a:cubicBezTo>
                  <a:pt x="5073" y="1040"/>
                  <a:pt x="5419" y="725"/>
                  <a:pt x="5892" y="725"/>
                </a:cubicBezTo>
                <a:close/>
                <a:moveTo>
                  <a:pt x="1009" y="0"/>
                </a:moveTo>
                <a:cubicBezTo>
                  <a:pt x="473" y="32"/>
                  <a:pt x="1" y="504"/>
                  <a:pt x="1" y="1040"/>
                </a:cubicBezTo>
                <a:lnTo>
                  <a:pt x="1" y="10838"/>
                </a:lnTo>
                <a:cubicBezTo>
                  <a:pt x="1" y="11405"/>
                  <a:pt x="473" y="11846"/>
                  <a:pt x="1009" y="11846"/>
                </a:cubicBezTo>
                <a:lnTo>
                  <a:pt x="10807" y="11846"/>
                </a:lnTo>
                <a:cubicBezTo>
                  <a:pt x="11374" y="11846"/>
                  <a:pt x="11815" y="11373"/>
                  <a:pt x="11815" y="10775"/>
                </a:cubicBezTo>
                <a:lnTo>
                  <a:pt x="11815" y="1071"/>
                </a:lnTo>
                <a:cubicBezTo>
                  <a:pt x="11815" y="504"/>
                  <a:pt x="11342" y="32"/>
                  <a:pt x="10807" y="32"/>
                </a:cubicBezTo>
                <a:lnTo>
                  <a:pt x="100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" name="Google Shape;918;p16"/>
          <p:cNvSpPr/>
          <p:nvPr/>
        </p:nvSpPr>
        <p:spPr>
          <a:xfrm>
            <a:off x="8046142" y="3963659"/>
            <a:ext cx="56899" cy="35196"/>
          </a:xfrm>
          <a:custGeom>
            <a:rect b="b" l="l" r="r" t="t"/>
            <a:pathLst>
              <a:path extrusionOk="0" h="1072" w="1733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cubicBezTo>
                  <a:pt x="748" y="722"/>
                  <a:pt x="772" y="721"/>
                  <a:pt x="795" y="721"/>
                </a:cubicBezTo>
                <a:cubicBezTo>
                  <a:pt x="1086" y="721"/>
                  <a:pt x="1374" y="896"/>
                  <a:pt x="1607" y="1071"/>
                </a:cubicBezTo>
                <a:cubicBezTo>
                  <a:pt x="1701" y="945"/>
                  <a:pt x="1733" y="819"/>
                  <a:pt x="1733" y="725"/>
                </a:cubicBezTo>
                <a:cubicBezTo>
                  <a:pt x="1733" y="315"/>
                  <a:pt x="141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" name="Google Shape;919;p16"/>
          <p:cNvSpPr/>
          <p:nvPr/>
        </p:nvSpPr>
        <p:spPr>
          <a:xfrm>
            <a:off x="7931332" y="4123973"/>
            <a:ext cx="159303" cy="68292"/>
          </a:xfrm>
          <a:custGeom>
            <a:rect b="b" l="l" r="r" t="t"/>
            <a:pathLst>
              <a:path extrusionOk="0" h="2080" w="4852">
                <a:moveTo>
                  <a:pt x="315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662"/>
                  <a:pt x="284" y="693"/>
                </a:cubicBezTo>
                <a:cubicBezTo>
                  <a:pt x="1008" y="914"/>
                  <a:pt x="1701" y="1355"/>
                  <a:pt x="2174" y="1922"/>
                </a:cubicBezTo>
                <a:cubicBezTo>
                  <a:pt x="2205" y="2017"/>
                  <a:pt x="2269" y="2080"/>
                  <a:pt x="2426" y="2080"/>
                </a:cubicBezTo>
                <a:cubicBezTo>
                  <a:pt x="2584" y="2080"/>
                  <a:pt x="2678" y="2017"/>
                  <a:pt x="2710" y="1922"/>
                </a:cubicBezTo>
                <a:cubicBezTo>
                  <a:pt x="3151" y="1355"/>
                  <a:pt x="3812" y="882"/>
                  <a:pt x="4568" y="662"/>
                </a:cubicBezTo>
                <a:cubicBezTo>
                  <a:pt x="4726" y="630"/>
                  <a:pt x="4852" y="504"/>
                  <a:pt x="4852" y="347"/>
                </a:cubicBezTo>
                <a:cubicBezTo>
                  <a:pt x="4852" y="158"/>
                  <a:pt x="4694" y="0"/>
                  <a:pt x="4474" y="0"/>
                </a:cubicBezTo>
                <a:lnTo>
                  <a:pt x="3371" y="0"/>
                </a:lnTo>
                <a:cubicBezTo>
                  <a:pt x="3214" y="410"/>
                  <a:pt x="2867" y="725"/>
                  <a:pt x="2395" y="725"/>
                </a:cubicBezTo>
                <a:cubicBezTo>
                  <a:pt x="1922" y="725"/>
                  <a:pt x="1575" y="441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16"/>
          <p:cNvSpPr/>
          <p:nvPr/>
        </p:nvSpPr>
        <p:spPr>
          <a:xfrm>
            <a:off x="7907529" y="3918122"/>
            <a:ext cx="69342" cy="35229"/>
          </a:xfrm>
          <a:custGeom>
            <a:rect b="b" l="l" r="r" t="t"/>
            <a:pathLst>
              <a:path extrusionOk="0" h="1073" w="2112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851"/>
                  <a:pt x="64" y="978"/>
                  <a:pt x="127" y="1072"/>
                </a:cubicBezTo>
                <a:cubicBezTo>
                  <a:pt x="410" y="883"/>
                  <a:pt x="725" y="725"/>
                  <a:pt x="1072" y="725"/>
                </a:cubicBezTo>
                <a:lnTo>
                  <a:pt x="2111" y="725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" name="Google Shape;921;p16"/>
          <p:cNvSpPr/>
          <p:nvPr/>
        </p:nvSpPr>
        <p:spPr>
          <a:xfrm>
            <a:off x="7920990" y="3964677"/>
            <a:ext cx="57949" cy="35196"/>
          </a:xfrm>
          <a:custGeom>
            <a:rect b="b" l="l" r="r" t="t"/>
            <a:pathLst>
              <a:path extrusionOk="0" h="1072" w="1765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851"/>
                  <a:pt x="32" y="1009"/>
                  <a:pt x="126" y="1072"/>
                </a:cubicBezTo>
                <a:cubicBezTo>
                  <a:pt x="347" y="820"/>
                  <a:pt x="693" y="725"/>
                  <a:pt x="1071" y="725"/>
                </a:cubicBezTo>
                <a:lnTo>
                  <a:pt x="1764" y="725"/>
                </a:lnTo>
                <a:lnTo>
                  <a:pt x="176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" name="Google Shape;922;p16"/>
          <p:cNvSpPr/>
          <p:nvPr/>
        </p:nvSpPr>
        <p:spPr>
          <a:xfrm>
            <a:off x="6799252" y="4334842"/>
            <a:ext cx="390017" cy="389984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" name="Google Shape;923;p16"/>
          <p:cNvSpPr txBox="1"/>
          <p:nvPr/>
        </p:nvSpPr>
        <p:spPr>
          <a:xfrm>
            <a:off x="444156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Educational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924" name="Google Shape;924;p16"/>
          <p:cNvSpPr txBox="1"/>
          <p:nvPr/>
        </p:nvSpPr>
        <p:spPr>
          <a:xfrm>
            <a:off x="4863207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Medical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8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17"/>
          <p:cNvSpPr/>
          <p:nvPr/>
        </p:nvSpPr>
        <p:spPr>
          <a:xfrm>
            <a:off x="670325" y="1260428"/>
            <a:ext cx="66152" cy="261444"/>
          </a:xfrm>
          <a:custGeom>
            <a:rect b="b" l="l" r="r" t="t"/>
            <a:pathLst>
              <a:path extrusionOk="0" h="8098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8097"/>
                </a:lnTo>
                <a:cubicBezTo>
                  <a:pt x="348" y="7782"/>
                  <a:pt x="820" y="7562"/>
                  <a:pt x="1387" y="7562"/>
                </a:cubicBezTo>
                <a:lnTo>
                  <a:pt x="2049" y="7562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" name="Google Shape;930;p17"/>
          <p:cNvSpPr/>
          <p:nvPr/>
        </p:nvSpPr>
        <p:spPr>
          <a:xfrm>
            <a:off x="670325" y="1525910"/>
            <a:ext cx="313326" cy="88525"/>
          </a:xfrm>
          <a:custGeom>
            <a:rect b="b" l="l" r="r" t="t"/>
            <a:pathLst>
              <a:path extrusionOk="0" h="2742" w="9705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00" y="2741"/>
                  <a:pt x="1356" y="2741"/>
                </a:cubicBezTo>
                <a:lnTo>
                  <a:pt x="4758" y="2741"/>
                </a:lnTo>
                <a:lnTo>
                  <a:pt x="4758" y="1733"/>
                </a:lnTo>
                <a:lnTo>
                  <a:pt x="1702" y="1733"/>
                </a:lnTo>
                <a:cubicBezTo>
                  <a:pt x="1513" y="1733"/>
                  <a:pt x="1356" y="1575"/>
                  <a:pt x="1356" y="1355"/>
                </a:cubicBezTo>
                <a:cubicBezTo>
                  <a:pt x="1356" y="1166"/>
                  <a:pt x="1513" y="1008"/>
                  <a:pt x="1702" y="1008"/>
                </a:cubicBezTo>
                <a:lnTo>
                  <a:pt x="9232" y="1008"/>
                </a:lnTo>
                <a:cubicBezTo>
                  <a:pt x="9263" y="851"/>
                  <a:pt x="9326" y="662"/>
                  <a:pt x="9452" y="536"/>
                </a:cubicBezTo>
                <a:cubicBezTo>
                  <a:pt x="9704" y="221"/>
                  <a:pt x="9484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" name="Google Shape;931;p17"/>
          <p:cNvSpPr/>
          <p:nvPr/>
        </p:nvSpPr>
        <p:spPr>
          <a:xfrm>
            <a:off x="912432" y="1581827"/>
            <a:ext cx="71221" cy="32608"/>
          </a:xfrm>
          <a:custGeom>
            <a:rect b="b" l="l" r="r" t="t"/>
            <a:pathLst>
              <a:path extrusionOk="0" h="1010" w="2206">
                <a:moveTo>
                  <a:pt x="0" y="1"/>
                </a:moveTo>
                <a:lnTo>
                  <a:pt x="0" y="1009"/>
                </a:lnTo>
                <a:lnTo>
                  <a:pt x="1670" y="1009"/>
                </a:lnTo>
                <a:cubicBezTo>
                  <a:pt x="1953" y="1009"/>
                  <a:pt x="2205" y="788"/>
                  <a:pt x="1953" y="505"/>
                </a:cubicBezTo>
                <a:cubicBezTo>
                  <a:pt x="1827" y="347"/>
                  <a:pt x="1764" y="190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" name="Google Shape;932;p17"/>
          <p:cNvSpPr/>
          <p:nvPr/>
        </p:nvSpPr>
        <p:spPr>
          <a:xfrm>
            <a:off x="813769" y="1393669"/>
            <a:ext cx="108865" cy="44779"/>
          </a:xfrm>
          <a:custGeom>
            <a:rect b="b" l="l" r="r" t="t"/>
            <a:pathLst>
              <a:path extrusionOk="0" h="1387" w="3372">
                <a:moveTo>
                  <a:pt x="1701" y="0"/>
                </a:moveTo>
                <a:cubicBezTo>
                  <a:pt x="882" y="0"/>
                  <a:pt x="221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521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17"/>
          <p:cNvSpPr/>
          <p:nvPr/>
        </p:nvSpPr>
        <p:spPr>
          <a:xfrm>
            <a:off x="847313" y="1327549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316" y="1"/>
                  <a:pt x="1" y="284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cubicBezTo>
                  <a:pt x="1040" y="1324"/>
                  <a:pt x="1324" y="1040"/>
                  <a:pt x="1324" y="662"/>
                </a:cubicBezTo>
                <a:cubicBezTo>
                  <a:pt x="1324" y="284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" name="Google Shape;934;p17"/>
          <p:cNvSpPr/>
          <p:nvPr/>
        </p:nvSpPr>
        <p:spPr>
          <a:xfrm>
            <a:off x="757818" y="1260428"/>
            <a:ext cx="221766" cy="244139"/>
          </a:xfrm>
          <a:custGeom>
            <a:rect b="b" l="l" r="r" t="t"/>
            <a:pathLst>
              <a:path extrusionOk="0" h="7562" w="6869">
                <a:moveTo>
                  <a:pt x="3434" y="1355"/>
                </a:moveTo>
                <a:cubicBezTo>
                  <a:pt x="4191" y="1355"/>
                  <a:pt x="4821" y="1985"/>
                  <a:pt x="4821" y="2741"/>
                </a:cubicBezTo>
                <a:cubicBezTo>
                  <a:pt x="4821" y="3088"/>
                  <a:pt x="4663" y="3403"/>
                  <a:pt x="4474" y="3655"/>
                </a:cubicBezTo>
                <a:cubicBezTo>
                  <a:pt x="5293" y="4033"/>
                  <a:pt x="5829" y="4852"/>
                  <a:pt x="5829" y="5829"/>
                </a:cubicBezTo>
                <a:cubicBezTo>
                  <a:pt x="5829" y="6018"/>
                  <a:pt x="5671" y="6175"/>
                  <a:pt x="5482" y="6175"/>
                </a:cubicBezTo>
                <a:lnTo>
                  <a:pt x="1387" y="6175"/>
                </a:lnTo>
                <a:cubicBezTo>
                  <a:pt x="1198" y="6175"/>
                  <a:pt x="1040" y="6018"/>
                  <a:pt x="1040" y="5829"/>
                </a:cubicBezTo>
                <a:cubicBezTo>
                  <a:pt x="1040" y="4852"/>
                  <a:pt x="1576" y="4033"/>
                  <a:pt x="2426" y="3655"/>
                </a:cubicBezTo>
                <a:cubicBezTo>
                  <a:pt x="2174" y="3403"/>
                  <a:pt x="2048" y="3088"/>
                  <a:pt x="2048" y="2741"/>
                </a:cubicBezTo>
                <a:cubicBezTo>
                  <a:pt x="2048" y="1985"/>
                  <a:pt x="2678" y="1355"/>
                  <a:pt x="3434" y="1355"/>
                </a:cubicBezTo>
                <a:close/>
                <a:moveTo>
                  <a:pt x="0" y="0"/>
                </a:moveTo>
                <a:lnTo>
                  <a:pt x="0" y="7562"/>
                </a:lnTo>
                <a:lnTo>
                  <a:pt x="6868" y="7562"/>
                </a:lnTo>
                <a:lnTo>
                  <a:pt x="6868" y="1009"/>
                </a:lnTo>
                <a:cubicBezTo>
                  <a:pt x="6868" y="473"/>
                  <a:pt x="6396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" name="Google Shape;935;p17"/>
          <p:cNvSpPr/>
          <p:nvPr/>
        </p:nvSpPr>
        <p:spPr>
          <a:xfrm>
            <a:off x="847313" y="1581827"/>
            <a:ext cx="44779" cy="54981"/>
          </a:xfrm>
          <a:custGeom>
            <a:rect b="b" l="l" r="r" t="t"/>
            <a:pathLst>
              <a:path extrusionOk="0" h="1703" w="1387">
                <a:moveTo>
                  <a:pt x="1" y="1"/>
                </a:moveTo>
                <a:lnTo>
                  <a:pt x="1" y="1702"/>
                </a:lnTo>
                <a:lnTo>
                  <a:pt x="505" y="1387"/>
                </a:lnTo>
                <a:cubicBezTo>
                  <a:pt x="536" y="1324"/>
                  <a:pt x="631" y="1324"/>
                  <a:pt x="694" y="1324"/>
                </a:cubicBezTo>
                <a:cubicBezTo>
                  <a:pt x="711" y="1316"/>
                  <a:pt x="725" y="1312"/>
                  <a:pt x="739" y="1312"/>
                </a:cubicBezTo>
                <a:cubicBezTo>
                  <a:pt x="776" y="1312"/>
                  <a:pt x="805" y="1341"/>
                  <a:pt x="851" y="1387"/>
                </a:cubicBezTo>
                <a:lnTo>
                  <a:pt x="1387" y="1702"/>
                </a:ln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" name="Google Shape;936;p17"/>
          <p:cNvSpPr/>
          <p:nvPr/>
        </p:nvSpPr>
        <p:spPr>
          <a:xfrm>
            <a:off x="725259" y="1796074"/>
            <a:ext cx="200425" cy="184121"/>
          </a:xfrm>
          <a:custGeom>
            <a:rect b="b" l="l" r="r" t="t"/>
            <a:pathLst>
              <a:path extrusionOk="0" h="5703" w="6208">
                <a:moveTo>
                  <a:pt x="3088" y="693"/>
                </a:moveTo>
                <a:cubicBezTo>
                  <a:pt x="3655" y="693"/>
                  <a:pt x="4128" y="1166"/>
                  <a:pt x="4128" y="1733"/>
                </a:cubicBezTo>
                <a:cubicBezTo>
                  <a:pt x="4128" y="2174"/>
                  <a:pt x="3844" y="2552"/>
                  <a:pt x="3466" y="2710"/>
                </a:cubicBezTo>
                <a:lnTo>
                  <a:pt x="3466" y="3119"/>
                </a:lnTo>
                <a:cubicBezTo>
                  <a:pt x="3466" y="3308"/>
                  <a:pt x="3309" y="3466"/>
                  <a:pt x="3088" y="3466"/>
                </a:cubicBezTo>
                <a:cubicBezTo>
                  <a:pt x="2899" y="3466"/>
                  <a:pt x="2742" y="3308"/>
                  <a:pt x="2742" y="3119"/>
                </a:cubicBezTo>
                <a:lnTo>
                  <a:pt x="2742" y="2710"/>
                </a:lnTo>
                <a:cubicBezTo>
                  <a:pt x="2742" y="2426"/>
                  <a:pt x="2931" y="2174"/>
                  <a:pt x="3214" y="2080"/>
                </a:cubicBezTo>
                <a:cubicBezTo>
                  <a:pt x="3340" y="2048"/>
                  <a:pt x="3466" y="1891"/>
                  <a:pt x="3466" y="1765"/>
                </a:cubicBezTo>
                <a:cubicBezTo>
                  <a:pt x="3466" y="1576"/>
                  <a:pt x="3309" y="1418"/>
                  <a:pt x="3088" y="1418"/>
                </a:cubicBezTo>
                <a:cubicBezTo>
                  <a:pt x="2899" y="1418"/>
                  <a:pt x="2742" y="1576"/>
                  <a:pt x="2742" y="1765"/>
                </a:cubicBezTo>
                <a:cubicBezTo>
                  <a:pt x="2742" y="1954"/>
                  <a:pt x="2584" y="2111"/>
                  <a:pt x="2395" y="2111"/>
                </a:cubicBezTo>
                <a:cubicBezTo>
                  <a:pt x="2206" y="2111"/>
                  <a:pt x="2049" y="1954"/>
                  <a:pt x="2049" y="1765"/>
                </a:cubicBezTo>
                <a:cubicBezTo>
                  <a:pt x="2080" y="1166"/>
                  <a:pt x="2553" y="693"/>
                  <a:pt x="3088" y="693"/>
                </a:cubicBezTo>
                <a:close/>
                <a:moveTo>
                  <a:pt x="3088" y="3781"/>
                </a:moveTo>
                <a:cubicBezTo>
                  <a:pt x="3309" y="3781"/>
                  <a:pt x="3466" y="3938"/>
                  <a:pt x="3466" y="4127"/>
                </a:cubicBezTo>
                <a:cubicBezTo>
                  <a:pt x="3466" y="4317"/>
                  <a:pt x="3309" y="4474"/>
                  <a:pt x="3088" y="4474"/>
                </a:cubicBezTo>
                <a:cubicBezTo>
                  <a:pt x="2899" y="4474"/>
                  <a:pt x="2742" y="4317"/>
                  <a:pt x="2742" y="4127"/>
                </a:cubicBezTo>
                <a:cubicBezTo>
                  <a:pt x="2742" y="3938"/>
                  <a:pt x="2899" y="3781"/>
                  <a:pt x="3088" y="3781"/>
                </a:cubicBezTo>
                <a:close/>
                <a:moveTo>
                  <a:pt x="347" y="0"/>
                </a:moveTo>
                <a:cubicBezTo>
                  <a:pt x="158" y="32"/>
                  <a:pt x="1" y="189"/>
                  <a:pt x="1" y="347"/>
                </a:cubicBezTo>
                <a:lnTo>
                  <a:pt x="1" y="5010"/>
                </a:lnTo>
                <a:lnTo>
                  <a:pt x="694" y="5703"/>
                </a:lnTo>
                <a:cubicBezTo>
                  <a:pt x="1371" y="5088"/>
                  <a:pt x="2238" y="4781"/>
                  <a:pt x="3104" y="4781"/>
                </a:cubicBezTo>
                <a:cubicBezTo>
                  <a:pt x="3970" y="4781"/>
                  <a:pt x="4837" y="5088"/>
                  <a:pt x="5514" y="5703"/>
                </a:cubicBezTo>
                <a:lnTo>
                  <a:pt x="6207" y="5010"/>
                </a:lnTo>
                <a:lnTo>
                  <a:pt x="6207" y="347"/>
                </a:lnTo>
                <a:cubicBezTo>
                  <a:pt x="6207" y="158"/>
                  <a:pt x="6050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" name="Google Shape;937;p17"/>
          <p:cNvSpPr/>
          <p:nvPr/>
        </p:nvSpPr>
        <p:spPr>
          <a:xfrm>
            <a:off x="920552" y="1901840"/>
            <a:ext cx="94627" cy="185154"/>
          </a:xfrm>
          <a:custGeom>
            <a:rect b="b" l="l" r="r" t="t"/>
            <a:pathLst>
              <a:path extrusionOk="0" h="5735" w="2931">
                <a:moveTo>
                  <a:pt x="2931" y="1"/>
                </a:moveTo>
                <a:lnTo>
                  <a:pt x="1" y="2899"/>
                </a:lnTo>
                <a:lnTo>
                  <a:pt x="2805" y="5735"/>
                </a:lnTo>
                <a:cubicBezTo>
                  <a:pt x="2868" y="5609"/>
                  <a:pt x="2931" y="5451"/>
                  <a:pt x="2931" y="5294"/>
                </a:cubicBezTo>
                <a:lnTo>
                  <a:pt x="293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" name="Google Shape;938;p17"/>
          <p:cNvSpPr/>
          <p:nvPr/>
        </p:nvSpPr>
        <p:spPr>
          <a:xfrm>
            <a:off x="655071" y="1972028"/>
            <a:ext cx="339767" cy="134306"/>
          </a:xfrm>
          <a:custGeom>
            <a:rect b="b" l="l" r="r" t="t"/>
            <a:pathLst>
              <a:path extrusionOk="0" h="4160" w="10524">
                <a:moveTo>
                  <a:pt x="5235" y="1"/>
                </a:moveTo>
                <a:cubicBezTo>
                  <a:pt x="4482" y="1"/>
                  <a:pt x="3734" y="284"/>
                  <a:pt x="3183" y="851"/>
                </a:cubicBezTo>
                <a:lnTo>
                  <a:pt x="1" y="4033"/>
                </a:lnTo>
                <a:cubicBezTo>
                  <a:pt x="158" y="4128"/>
                  <a:pt x="316" y="4159"/>
                  <a:pt x="473" y="4159"/>
                </a:cubicBezTo>
                <a:lnTo>
                  <a:pt x="10082" y="4159"/>
                </a:lnTo>
                <a:cubicBezTo>
                  <a:pt x="10240" y="4159"/>
                  <a:pt x="10398" y="4128"/>
                  <a:pt x="10524" y="4033"/>
                </a:cubicBezTo>
                <a:lnTo>
                  <a:pt x="7310" y="851"/>
                </a:lnTo>
                <a:cubicBezTo>
                  <a:pt x="6743" y="284"/>
                  <a:pt x="5987" y="1"/>
                  <a:pt x="52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" name="Google Shape;939;p17"/>
          <p:cNvSpPr/>
          <p:nvPr/>
        </p:nvSpPr>
        <p:spPr>
          <a:xfrm>
            <a:off x="648969" y="1825583"/>
            <a:ext cx="53948" cy="109866"/>
          </a:xfrm>
          <a:custGeom>
            <a:rect b="b" l="l" r="r" t="t"/>
            <a:pathLst>
              <a:path extrusionOk="0" h="3403" w="1671">
                <a:moveTo>
                  <a:pt x="1671" y="0"/>
                </a:moveTo>
                <a:lnTo>
                  <a:pt x="1" y="1701"/>
                </a:lnTo>
                <a:lnTo>
                  <a:pt x="1671" y="3403"/>
                </a:lnTo>
                <a:lnTo>
                  <a:pt x="167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" name="Google Shape;940;p17"/>
          <p:cNvSpPr/>
          <p:nvPr/>
        </p:nvSpPr>
        <p:spPr>
          <a:xfrm>
            <a:off x="946994" y="1825583"/>
            <a:ext cx="55982" cy="109866"/>
          </a:xfrm>
          <a:custGeom>
            <a:rect b="b" l="l" r="r" t="t"/>
            <a:pathLst>
              <a:path extrusionOk="0" h="3403" w="1734">
                <a:moveTo>
                  <a:pt x="1" y="0"/>
                </a:moveTo>
                <a:lnTo>
                  <a:pt x="1" y="3403"/>
                </a:lnTo>
                <a:lnTo>
                  <a:pt x="1734" y="170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" name="Google Shape;941;p17"/>
          <p:cNvSpPr/>
          <p:nvPr/>
        </p:nvSpPr>
        <p:spPr>
          <a:xfrm>
            <a:off x="754768" y="1729695"/>
            <a:ext cx="143442" cy="46071"/>
          </a:xfrm>
          <a:custGeom>
            <a:rect b="b" l="l" r="r" t="t"/>
            <a:pathLst>
              <a:path extrusionOk="0" h="1427" w="4443">
                <a:moveTo>
                  <a:pt x="2182" y="1"/>
                </a:moveTo>
                <a:cubicBezTo>
                  <a:pt x="1686" y="1"/>
                  <a:pt x="1198" y="182"/>
                  <a:pt x="851" y="544"/>
                </a:cubicBezTo>
                <a:lnTo>
                  <a:pt x="0" y="1426"/>
                </a:lnTo>
                <a:lnTo>
                  <a:pt x="4443" y="1426"/>
                </a:lnTo>
                <a:lnTo>
                  <a:pt x="3560" y="544"/>
                </a:lnTo>
                <a:cubicBezTo>
                  <a:pt x="3182" y="182"/>
                  <a:pt x="2678" y="1"/>
                  <a:pt x="21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" name="Google Shape;942;p17"/>
          <p:cNvSpPr/>
          <p:nvPr/>
        </p:nvSpPr>
        <p:spPr>
          <a:xfrm>
            <a:off x="638799" y="1901840"/>
            <a:ext cx="93627" cy="185154"/>
          </a:xfrm>
          <a:custGeom>
            <a:rect b="b" l="l" r="r" t="t"/>
            <a:pathLst>
              <a:path extrusionOk="0" h="5735" w="2900">
                <a:moveTo>
                  <a:pt x="1" y="1"/>
                </a:moveTo>
                <a:lnTo>
                  <a:pt x="1" y="5294"/>
                </a:lnTo>
                <a:cubicBezTo>
                  <a:pt x="1" y="5451"/>
                  <a:pt x="32" y="5609"/>
                  <a:pt x="95" y="5735"/>
                </a:cubicBezTo>
                <a:lnTo>
                  <a:pt x="2899" y="289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" name="Google Shape;943;p17"/>
          <p:cNvSpPr/>
          <p:nvPr/>
        </p:nvSpPr>
        <p:spPr>
          <a:xfrm>
            <a:off x="637121" y="2193235"/>
            <a:ext cx="378412" cy="376379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" name="Google Shape;944;p17"/>
          <p:cNvSpPr/>
          <p:nvPr/>
        </p:nvSpPr>
        <p:spPr>
          <a:xfrm>
            <a:off x="3215493" y="1372328"/>
            <a:ext cx="165848" cy="64086"/>
          </a:xfrm>
          <a:custGeom>
            <a:rect b="b" l="l" r="r" t="t"/>
            <a:pathLst>
              <a:path extrusionOk="0" h="1985" w="5137">
                <a:moveTo>
                  <a:pt x="473" y="0"/>
                </a:moveTo>
                <a:cubicBezTo>
                  <a:pt x="316" y="0"/>
                  <a:pt x="158" y="32"/>
                  <a:pt x="1" y="126"/>
                </a:cubicBezTo>
                <a:lnTo>
                  <a:pt x="2521" y="1985"/>
                </a:lnTo>
                <a:lnTo>
                  <a:pt x="5136" y="158"/>
                </a:lnTo>
                <a:cubicBezTo>
                  <a:pt x="4979" y="32"/>
                  <a:pt x="4790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" name="Google Shape;945;p17"/>
          <p:cNvSpPr/>
          <p:nvPr/>
        </p:nvSpPr>
        <p:spPr>
          <a:xfrm>
            <a:off x="3198221" y="1391635"/>
            <a:ext cx="198359" cy="133272"/>
          </a:xfrm>
          <a:custGeom>
            <a:rect b="b" l="l" r="r" t="t"/>
            <a:pathLst>
              <a:path extrusionOk="0" h="4128" w="6144">
                <a:moveTo>
                  <a:pt x="63" y="1"/>
                </a:moveTo>
                <a:cubicBezTo>
                  <a:pt x="32" y="127"/>
                  <a:pt x="0" y="284"/>
                  <a:pt x="0" y="379"/>
                </a:cubicBezTo>
                <a:lnTo>
                  <a:pt x="0" y="3120"/>
                </a:lnTo>
                <a:cubicBezTo>
                  <a:pt x="0" y="3655"/>
                  <a:pt x="473" y="4128"/>
                  <a:pt x="1040" y="4128"/>
                </a:cubicBezTo>
                <a:lnTo>
                  <a:pt x="5136" y="4128"/>
                </a:lnTo>
                <a:cubicBezTo>
                  <a:pt x="5671" y="4128"/>
                  <a:pt x="6144" y="3655"/>
                  <a:pt x="6144" y="3120"/>
                </a:cubicBezTo>
                <a:lnTo>
                  <a:pt x="6144" y="379"/>
                </a:lnTo>
                <a:cubicBezTo>
                  <a:pt x="6144" y="284"/>
                  <a:pt x="6112" y="190"/>
                  <a:pt x="6112" y="64"/>
                </a:cubicBezTo>
                <a:lnTo>
                  <a:pt x="3277" y="2048"/>
                </a:lnTo>
                <a:cubicBezTo>
                  <a:pt x="3214" y="2080"/>
                  <a:pt x="3151" y="2080"/>
                  <a:pt x="3056" y="2080"/>
                </a:cubicBezTo>
                <a:cubicBezTo>
                  <a:pt x="2993" y="2080"/>
                  <a:pt x="2962" y="2080"/>
                  <a:pt x="2867" y="2048"/>
                </a:cubicBezTo>
                <a:lnTo>
                  <a:pt x="6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17"/>
          <p:cNvSpPr/>
          <p:nvPr/>
        </p:nvSpPr>
        <p:spPr>
          <a:xfrm>
            <a:off x="3020200" y="1327549"/>
            <a:ext cx="244139" cy="243138"/>
          </a:xfrm>
          <a:custGeom>
            <a:rect b="b" l="l" r="r" t="t"/>
            <a:pathLst>
              <a:path extrusionOk="0" h="7531" w="7562">
                <a:moveTo>
                  <a:pt x="3781" y="2017"/>
                </a:moveTo>
                <a:cubicBezTo>
                  <a:pt x="3970" y="2017"/>
                  <a:pt x="4128" y="2175"/>
                  <a:pt x="4128" y="2364"/>
                </a:cubicBezTo>
                <a:cubicBezTo>
                  <a:pt x="4128" y="2584"/>
                  <a:pt x="3970" y="2742"/>
                  <a:pt x="3781" y="2742"/>
                </a:cubicBezTo>
                <a:lnTo>
                  <a:pt x="1702" y="2742"/>
                </a:lnTo>
                <a:cubicBezTo>
                  <a:pt x="1482" y="2742"/>
                  <a:pt x="1324" y="2584"/>
                  <a:pt x="1324" y="2364"/>
                </a:cubicBezTo>
                <a:cubicBezTo>
                  <a:pt x="1324" y="2175"/>
                  <a:pt x="1482" y="2017"/>
                  <a:pt x="1702" y="2017"/>
                </a:cubicBezTo>
                <a:close/>
                <a:moveTo>
                  <a:pt x="3057" y="3403"/>
                </a:moveTo>
                <a:cubicBezTo>
                  <a:pt x="3277" y="3403"/>
                  <a:pt x="3435" y="3561"/>
                  <a:pt x="3435" y="3750"/>
                </a:cubicBezTo>
                <a:cubicBezTo>
                  <a:pt x="3466" y="3939"/>
                  <a:pt x="3277" y="4096"/>
                  <a:pt x="3057" y="4096"/>
                </a:cubicBezTo>
                <a:lnTo>
                  <a:pt x="1702" y="4096"/>
                </a:lnTo>
                <a:cubicBezTo>
                  <a:pt x="1482" y="4096"/>
                  <a:pt x="1324" y="3939"/>
                  <a:pt x="1324" y="3750"/>
                </a:cubicBezTo>
                <a:cubicBezTo>
                  <a:pt x="1324" y="3561"/>
                  <a:pt x="1482" y="3403"/>
                  <a:pt x="1702" y="3403"/>
                </a:cubicBezTo>
                <a:close/>
                <a:moveTo>
                  <a:pt x="2395" y="4790"/>
                </a:moveTo>
                <a:cubicBezTo>
                  <a:pt x="2584" y="4790"/>
                  <a:pt x="2742" y="4947"/>
                  <a:pt x="2742" y="5136"/>
                </a:cubicBezTo>
                <a:cubicBezTo>
                  <a:pt x="2742" y="5325"/>
                  <a:pt x="2584" y="5483"/>
                  <a:pt x="2395" y="5483"/>
                </a:cubicBezTo>
                <a:lnTo>
                  <a:pt x="1702" y="5483"/>
                </a:lnTo>
                <a:cubicBezTo>
                  <a:pt x="1482" y="5483"/>
                  <a:pt x="1324" y="5325"/>
                  <a:pt x="1324" y="5136"/>
                </a:cubicBezTo>
                <a:cubicBezTo>
                  <a:pt x="1324" y="4947"/>
                  <a:pt x="1482" y="4790"/>
                  <a:pt x="1702" y="4790"/>
                </a:cubicBezTo>
                <a:close/>
                <a:moveTo>
                  <a:pt x="1" y="1"/>
                </a:moveTo>
                <a:lnTo>
                  <a:pt x="1" y="7530"/>
                </a:lnTo>
                <a:lnTo>
                  <a:pt x="7562" y="7530"/>
                </a:lnTo>
                <a:lnTo>
                  <a:pt x="7562" y="6837"/>
                </a:lnTo>
                <a:lnTo>
                  <a:pt x="6522" y="6837"/>
                </a:lnTo>
                <a:cubicBezTo>
                  <a:pt x="5577" y="6837"/>
                  <a:pt x="4853" y="6081"/>
                  <a:pt x="4853" y="5136"/>
                </a:cubicBezTo>
                <a:lnTo>
                  <a:pt x="4853" y="2395"/>
                </a:lnTo>
                <a:cubicBezTo>
                  <a:pt x="4853" y="1450"/>
                  <a:pt x="5577" y="725"/>
                  <a:pt x="6522" y="725"/>
                </a:cubicBezTo>
                <a:lnTo>
                  <a:pt x="7562" y="725"/>
                </a:lnTo>
                <a:lnTo>
                  <a:pt x="75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" name="Google Shape;947;p17"/>
          <p:cNvSpPr/>
          <p:nvPr/>
        </p:nvSpPr>
        <p:spPr>
          <a:xfrm>
            <a:off x="3020200" y="1260427"/>
            <a:ext cx="244139" cy="44779"/>
          </a:xfrm>
          <a:custGeom>
            <a:rect b="b" l="l" r="r" t="t"/>
            <a:pathLst>
              <a:path extrusionOk="0" h="1387" w="7562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62" y="1387"/>
                </a:lnTo>
                <a:lnTo>
                  <a:pt x="7562" y="1040"/>
                </a:lnTo>
                <a:cubicBezTo>
                  <a:pt x="7562" y="473"/>
                  <a:pt x="7089" y="1"/>
                  <a:pt x="65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" name="Google Shape;948;p17"/>
          <p:cNvSpPr/>
          <p:nvPr/>
        </p:nvSpPr>
        <p:spPr>
          <a:xfrm>
            <a:off x="3020200" y="1592029"/>
            <a:ext cx="244139" cy="44779"/>
          </a:xfrm>
          <a:custGeom>
            <a:rect b="b" l="l" r="r" t="t"/>
            <a:pathLst>
              <a:path extrusionOk="0" h="1387" w="7562">
                <a:moveTo>
                  <a:pt x="1" y="0"/>
                </a:moveTo>
                <a:lnTo>
                  <a:pt x="1" y="347"/>
                </a:lnTo>
                <a:cubicBezTo>
                  <a:pt x="1" y="945"/>
                  <a:pt x="442" y="1386"/>
                  <a:pt x="1009" y="1386"/>
                </a:cubicBezTo>
                <a:lnTo>
                  <a:pt x="6522" y="1386"/>
                </a:lnTo>
                <a:cubicBezTo>
                  <a:pt x="7089" y="1386"/>
                  <a:pt x="7562" y="914"/>
                  <a:pt x="7562" y="347"/>
                </a:cubicBezTo>
                <a:lnTo>
                  <a:pt x="75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" name="Google Shape;949;p17"/>
          <p:cNvSpPr/>
          <p:nvPr/>
        </p:nvSpPr>
        <p:spPr>
          <a:xfrm>
            <a:off x="3242436" y="1729453"/>
            <a:ext cx="133272" cy="199134"/>
          </a:xfrm>
          <a:custGeom>
            <a:rect b="b" l="l" r="r" t="t"/>
            <a:pathLst>
              <a:path extrusionOk="0" h="6168" w="4128">
                <a:moveTo>
                  <a:pt x="2426" y="1"/>
                </a:moveTo>
                <a:cubicBezTo>
                  <a:pt x="2286" y="1"/>
                  <a:pt x="2136" y="77"/>
                  <a:pt x="2112" y="244"/>
                </a:cubicBezTo>
                <a:lnTo>
                  <a:pt x="64" y="5064"/>
                </a:lnTo>
                <a:cubicBezTo>
                  <a:pt x="1" y="5222"/>
                  <a:pt x="64" y="5474"/>
                  <a:pt x="253" y="5506"/>
                </a:cubicBezTo>
                <a:cubicBezTo>
                  <a:pt x="295" y="5531"/>
                  <a:pt x="342" y="5543"/>
                  <a:pt x="389" y="5543"/>
                </a:cubicBezTo>
                <a:cubicBezTo>
                  <a:pt x="517" y="5543"/>
                  <a:pt x="648" y="5455"/>
                  <a:pt x="694" y="5317"/>
                </a:cubicBezTo>
                <a:lnTo>
                  <a:pt x="1261" y="4025"/>
                </a:lnTo>
                <a:cubicBezTo>
                  <a:pt x="1419" y="4088"/>
                  <a:pt x="1576" y="4119"/>
                  <a:pt x="1765" y="4119"/>
                </a:cubicBezTo>
                <a:cubicBezTo>
                  <a:pt x="1891" y="4119"/>
                  <a:pt x="1986" y="4088"/>
                  <a:pt x="2112" y="4056"/>
                </a:cubicBezTo>
                <a:lnTo>
                  <a:pt x="2112" y="4844"/>
                </a:lnTo>
                <a:cubicBezTo>
                  <a:pt x="1450" y="4970"/>
                  <a:pt x="946" y="5506"/>
                  <a:pt x="789" y="6167"/>
                </a:cubicBezTo>
                <a:lnTo>
                  <a:pt x="4128" y="6167"/>
                </a:lnTo>
                <a:cubicBezTo>
                  <a:pt x="4002" y="5506"/>
                  <a:pt x="3466" y="5001"/>
                  <a:pt x="2773" y="4844"/>
                </a:cubicBezTo>
                <a:lnTo>
                  <a:pt x="2773" y="3143"/>
                </a:lnTo>
                <a:cubicBezTo>
                  <a:pt x="2773" y="2670"/>
                  <a:pt x="2458" y="2324"/>
                  <a:pt x="2080" y="2166"/>
                </a:cubicBezTo>
                <a:lnTo>
                  <a:pt x="2773" y="496"/>
                </a:lnTo>
                <a:cubicBezTo>
                  <a:pt x="2773" y="307"/>
                  <a:pt x="2710" y="118"/>
                  <a:pt x="2553" y="24"/>
                </a:cubicBezTo>
                <a:cubicBezTo>
                  <a:pt x="2515" y="8"/>
                  <a:pt x="247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" name="Google Shape;950;p17"/>
          <p:cNvSpPr/>
          <p:nvPr/>
        </p:nvSpPr>
        <p:spPr>
          <a:xfrm>
            <a:off x="3019699" y="1864470"/>
            <a:ext cx="200393" cy="242105"/>
          </a:xfrm>
          <a:custGeom>
            <a:rect b="b" l="l" r="r" t="t"/>
            <a:pathLst>
              <a:path extrusionOk="0" h="7499" w="6207">
                <a:moveTo>
                  <a:pt x="693" y="0"/>
                </a:moveTo>
                <a:cubicBezTo>
                  <a:pt x="315" y="0"/>
                  <a:pt x="0" y="315"/>
                  <a:pt x="0" y="662"/>
                </a:cubicBezTo>
                <a:lnTo>
                  <a:pt x="0" y="6490"/>
                </a:lnTo>
                <a:cubicBezTo>
                  <a:pt x="32" y="7026"/>
                  <a:pt x="504" y="7498"/>
                  <a:pt x="1103" y="7498"/>
                </a:cubicBezTo>
                <a:lnTo>
                  <a:pt x="6207" y="7498"/>
                </a:lnTo>
                <a:lnTo>
                  <a:pt x="6207" y="5797"/>
                </a:lnTo>
                <a:cubicBezTo>
                  <a:pt x="6207" y="5608"/>
                  <a:pt x="6049" y="5451"/>
                  <a:pt x="5860" y="5451"/>
                </a:cubicBezTo>
                <a:lnTo>
                  <a:pt x="1765" y="5451"/>
                </a:lnTo>
                <a:cubicBezTo>
                  <a:pt x="1576" y="5451"/>
                  <a:pt x="1418" y="5293"/>
                  <a:pt x="1418" y="5104"/>
                </a:cubicBezTo>
                <a:lnTo>
                  <a:pt x="1418" y="662"/>
                </a:lnTo>
                <a:cubicBezTo>
                  <a:pt x="1418" y="252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" name="Google Shape;951;p17"/>
          <p:cNvSpPr/>
          <p:nvPr/>
        </p:nvSpPr>
        <p:spPr>
          <a:xfrm>
            <a:off x="3108193" y="1774943"/>
            <a:ext cx="66120" cy="6615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6" y="2049"/>
                  <a:pt x="2048" y="1576"/>
                  <a:pt x="2048" y="1041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" name="Google Shape;952;p17"/>
          <p:cNvSpPr/>
          <p:nvPr/>
        </p:nvSpPr>
        <p:spPr>
          <a:xfrm>
            <a:off x="3086821" y="1864114"/>
            <a:ext cx="201426" cy="241427"/>
          </a:xfrm>
          <a:custGeom>
            <a:rect b="b" l="l" r="r" t="t"/>
            <a:pathLst>
              <a:path extrusionOk="0" h="7478" w="6239">
                <a:moveTo>
                  <a:pt x="1641" y="1"/>
                </a:moveTo>
                <a:cubicBezTo>
                  <a:pt x="1242" y="1"/>
                  <a:pt x="819" y="205"/>
                  <a:pt x="568" y="484"/>
                </a:cubicBezTo>
                <a:cubicBezTo>
                  <a:pt x="190" y="799"/>
                  <a:pt x="1" y="1209"/>
                  <a:pt x="1" y="1681"/>
                </a:cubicBezTo>
                <a:lnTo>
                  <a:pt x="1" y="4769"/>
                </a:lnTo>
                <a:lnTo>
                  <a:pt x="2679" y="4769"/>
                </a:lnTo>
                <a:cubicBezTo>
                  <a:pt x="2521" y="4359"/>
                  <a:pt x="2175" y="4107"/>
                  <a:pt x="1702" y="4107"/>
                </a:cubicBezTo>
                <a:lnTo>
                  <a:pt x="1040" y="4107"/>
                </a:lnTo>
                <a:cubicBezTo>
                  <a:pt x="820" y="4107"/>
                  <a:pt x="662" y="3949"/>
                  <a:pt x="662" y="3729"/>
                </a:cubicBezTo>
                <a:lnTo>
                  <a:pt x="662" y="2374"/>
                </a:lnTo>
                <a:cubicBezTo>
                  <a:pt x="662" y="2154"/>
                  <a:pt x="820" y="1996"/>
                  <a:pt x="1040" y="1996"/>
                </a:cubicBezTo>
                <a:cubicBezTo>
                  <a:pt x="1229" y="1996"/>
                  <a:pt x="1387" y="2154"/>
                  <a:pt x="1387" y="2374"/>
                </a:cubicBezTo>
                <a:lnTo>
                  <a:pt x="1387" y="3382"/>
                </a:lnTo>
                <a:lnTo>
                  <a:pt x="1733" y="3382"/>
                </a:lnTo>
                <a:cubicBezTo>
                  <a:pt x="2553" y="3382"/>
                  <a:pt x="3277" y="3981"/>
                  <a:pt x="3435" y="4769"/>
                </a:cubicBezTo>
                <a:lnTo>
                  <a:pt x="3813" y="4769"/>
                </a:lnTo>
                <a:cubicBezTo>
                  <a:pt x="4380" y="4769"/>
                  <a:pt x="4852" y="5241"/>
                  <a:pt x="4852" y="5777"/>
                </a:cubicBezTo>
                <a:lnTo>
                  <a:pt x="4852" y="7478"/>
                </a:lnTo>
                <a:lnTo>
                  <a:pt x="6239" y="7478"/>
                </a:lnTo>
                <a:lnTo>
                  <a:pt x="6239" y="5084"/>
                </a:lnTo>
                <a:cubicBezTo>
                  <a:pt x="6176" y="4580"/>
                  <a:pt x="5703" y="4107"/>
                  <a:pt x="5168" y="4107"/>
                </a:cubicBezTo>
                <a:lnTo>
                  <a:pt x="3781" y="4107"/>
                </a:lnTo>
                <a:cubicBezTo>
                  <a:pt x="3592" y="4107"/>
                  <a:pt x="3435" y="3949"/>
                  <a:pt x="3435" y="3729"/>
                </a:cubicBezTo>
                <a:lnTo>
                  <a:pt x="3435" y="1807"/>
                </a:lnTo>
                <a:cubicBezTo>
                  <a:pt x="3435" y="862"/>
                  <a:pt x="2710" y="43"/>
                  <a:pt x="1796" y="11"/>
                </a:cubicBezTo>
                <a:cubicBezTo>
                  <a:pt x="1745" y="4"/>
                  <a:pt x="1694" y="1"/>
                  <a:pt x="16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" name="Google Shape;953;p17"/>
          <p:cNvSpPr/>
          <p:nvPr/>
        </p:nvSpPr>
        <p:spPr>
          <a:xfrm>
            <a:off x="3220062" y="1951931"/>
            <a:ext cx="177019" cy="42745"/>
          </a:xfrm>
          <a:custGeom>
            <a:rect b="b" l="l" r="r" t="t"/>
            <a:pathLst>
              <a:path extrusionOk="0" h="1324" w="5483">
                <a:moveTo>
                  <a:pt x="1" y="1"/>
                </a:moveTo>
                <a:lnTo>
                  <a:pt x="1" y="662"/>
                </a:lnTo>
                <a:lnTo>
                  <a:pt x="1041" y="662"/>
                </a:lnTo>
                <a:cubicBezTo>
                  <a:pt x="1576" y="662"/>
                  <a:pt x="2080" y="946"/>
                  <a:pt x="2395" y="1324"/>
                </a:cubicBezTo>
                <a:lnTo>
                  <a:pt x="5136" y="1324"/>
                </a:lnTo>
                <a:cubicBezTo>
                  <a:pt x="5325" y="1324"/>
                  <a:pt x="5483" y="1166"/>
                  <a:pt x="5483" y="977"/>
                </a:cubicBezTo>
                <a:lnTo>
                  <a:pt x="5483" y="316"/>
                </a:lnTo>
                <a:cubicBezTo>
                  <a:pt x="5483" y="158"/>
                  <a:pt x="5325" y="1"/>
                  <a:pt x="51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4" name="Google Shape;954;p17"/>
          <p:cNvSpPr/>
          <p:nvPr/>
        </p:nvSpPr>
        <p:spPr>
          <a:xfrm>
            <a:off x="3087337" y="2260787"/>
            <a:ext cx="241104" cy="241104"/>
          </a:xfrm>
          <a:custGeom>
            <a:rect b="b" l="l" r="r" t="t"/>
            <a:pathLst>
              <a:path extrusionOk="0" h="7468" w="7468">
                <a:moveTo>
                  <a:pt x="5861" y="2017"/>
                </a:moveTo>
                <a:cubicBezTo>
                  <a:pt x="6050" y="2017"/>
                  <a:pt x="6207" y="2143"/>
                  <a:pt x="6207" y="2364"/>
                </a:cubicBezTo>
                <a:lnTo>
                  <a:pt x="6207" y="3750"/>
                </a:lnTo>
                <a:lnTo>
                  <a:pt x="6207" y="5104"/>
                </a:lnTo>
                <a:cubicBezTo>
                  <a:pt x="6207" y="5325"/>
                  <a:pt x="6050" y="5451"/>
                  <a:pt x="5861" y="5451"/>
                </a:cubicBezTo>
                <a:cubicBezTo>
                  <a:pt x="5672" y="5451"/>
                  <a:pt x="5514" y="5325"/>
                  <a:pt x="5514" y="5104"/>
                </a:cubicBezTo>
                <a:lnTo>
                  <a:pt x="5514" y="4096"/>
                </a:lnTo>
                <a:lnTo>
                  <a:pt x="4474" y="4096"/>
                </a:lnTo>
                <a:cubicBezTo>
                  <a:pt x="4285" y="4096"/>
                  <a:pt x="4128" y="3939"/>
                  <a:pt x="4128" y="3750"/>
                </a:cubicBezTo>
                <a:lnTo>
                  <a:pt x="4128" y="2364"/>
                </a:lnTo>
                <a:cubicBezTo>
                  <a:pt x="4128" y="2143"/>
                  <a:pt x="4285" y="2017"/>
                  <a:pt x="4474" y="2017"/>
                </a:cubicBezTo>
                <a:cubicBezTo>
                  <a:pt x="4695" y="2017"/>
                  <a:pt x="4852" y="2143"/>
                  <a:pt x="4852" y="2364"/>
                </a:cubicBezTo>
                <a:lnTo>
                  <a:pt x="4852" y="3372"/>
                </a:lnTo>
                <a:lnTo>
                  <a:pt x="5514" y="3372"/>
                </a:lnTo>
                <a:lnTo>
                  <a:pt x="5514" y="2364"/>
                </a:lnTo>
                <a:cubicBezTo>
                  <a:pt x="5514" y="2143"/>
                  <a:pt x="5672" y="2017"/>
                  <a:pt x="5861" y="2017"/>
                </a:cubicBezTo>
                <a:close/>
                <a:moveTo>
                  <a:pt x="2332" y="2017"/>
                </a:moveTo>
                <a:cubicBezTo>
                  <a:pt x="2868" y="2017"/>
                  <a:pt x="3340" y="2490"/>
                  <a:pt x="3340" y="3025"/>
                </a:cubicBezTo>
                <a:lnTo>
                  <a:pt x="3340" y="3309"/>
                </a:lnTo>
                <a:lnTo>
                  <a:pt x="3435" y="3309"/>
                </a:lnTo>
                <a:cubicBezTo>
                  <a:pt x="3435" y="3687"/>
                  <a:pt x="3183" y="4065"/>
                  <a:pt x="2868" y="4222"/>
                </a:cubicBezTo>
                <a:lnTo>
                  <a:pt x="2238" y="4537"/>
                </a:lnTo>
                <a:cubicBezTo>
                  <a:pt x="2175" y="4569"/>
                  <a:pt x="2080" y="4632"/>
                  <a:pt x="2049" y="4758"/>
                </a:cubicBezTo>
                <a:lnTo>
                  <a:pt x="3057" y="4758"/>
                </a:lnTo>
                <a:cubicBezTo>
                  <a:pt x="3277" y="4758"/>
                  <a:pt x="3435" y="4915"/>
                  <a:pt x="3435" y="5104"/>
                </a:cubicBezTo>
                <a:cubicBezTo>
                  <a:pt x="3435" y="5325"/>
                  <a:pt x="3277" y="5483"/>
                  <a:pt x="3057" y="5483"/>
                </a:cubicBezTo>
                <a:lnTo>
                  <a:pt x="1702" y="5483"/>
                </a:lnTo>
                <a:cubicBezTo>
                  <a:pt x="1481" y="5483"/>
                  <a:pt x="1324" y="5325"/>
                  <a:pt x="1324" y="5104"/>
                </a:cubicBezTo>
                <a:lnTo>
                  <a:pt x="1324" y="4852"/>
                </a:lnTo>
                <a:cubicBezTo>
                  <a:pt x="1324" y="4443"/>
                  <a:pt x="1576" y="4096"/>
                  <a:pt x="1891" y="3939"/>
                </a:cubicBezTo>
                <a:lnTo>
                  <a:pt x="2521" y="3624"/>
                </a:lnTo>
                <a:cubicBezTo>
                  <a:pt x="2647" y="3592"/>
                  <a:pt x="2710" y="3466"/>
                  <a:pt x="2710" y="3309"/>
                </a:cubicBezTo>
                <a:lnTo>
                  <a:pt x="2710" y="3025"/>
                </a:lnTo>
                <a:cubicBezTo>
                  <a:pt x="2710" y="2836"/>
                  <a:pt x="2553" y="2679"/>
                  <a:pt x="2364" y="2679"/>
                </a:cubicBezTo>
                <a:cubicBezTo>
                  <a:pt x="2175" y="2679"/>
                  <a:pt x="2017" y="2836"/>
                  <a:pt x="2017" y="3025"/>
                </a:cubicBezTo>
                <a:cubicBezTo>
                  <a:pt x="2017" y="3214"/>
                  <a:pt x="1859" y="3372"/>
                  <a:pt x="1639" y="3372"/>
                </a:cubicBezTo>
                <a:cubicBezTo>
                  <a:pt x="1450" y="3372"/>
                  <a:pt x="1292" y="3214"/>
                  <a:pt x="1292" y="3025"/>
                </a:cubicBezTo>
                <a:cubicBezTo>
                  <a:pt x="1292" y="2490"/>
                  <a:pt x="1765" y="2017"/>
                  <a:pt x="2332" y="2017"/>
                </a:cubicBezTo>
                <a:close/>
                <a:moveTo>
                  <a:pt x="3214" y="1"/>
                </a:moveTo>
                <a:cubicBezTo>
                  <a:pt x="3214" y="127"/>
                  <a:pt x="3183" y="284"/>
                  <a:pt x="3120" y="379"/>
                </a:cubicBezTo>
                <a:cubicBezTo>
                  <a:pt x="2962" y="662"/>
                  <a:pt x="2679" y="914"/>
                  <a:pt x="2364" y="946"/>
                </a:cubicBezTo>
                <a:lnTo>
                  <a:pt x="1009" y="1135"/>
                </a:lnTo>
                <a:cubicBezTo>
                  <a:pt x="473" y="1733"/>
                  <a:pt x="64" y="2521"/>
                  <a:pt x="1" y="3372"/>
                </a:cubicBezTo>
                <a:lnTo>
                  <a:pt x="316" y="3372"/>
                </a:lnTo>
                <a:cubicBezTo>
                  <a:pt x="505" y="3372"/>
                  <a:pt x="662" y="3529"/>
                  <a:pt x="662" y="3750"/>
                </a:cubicBezTo>
                <a:cubicBezTo>
                  <a:pt x="662" y="3939"/>
                  <a:pt x="505" y="4096"/>
                  <a:pt x="316" y="4096"/>
                </a:cubicBezTo>
                <a:lnTo>
                  <a:pt x="1" y="4096"/>
                </a:lnTo>
                <a:cubicBezTo>
                  <a:pt x="158" y="5892"/>
                  <a:pt x="1607" y="7310"/>
                  <a:pt x="3372" y="7467"/>
                </a:cubicBezTo>
                <a:lnTo>
                  <a:pt x="3372" y="7121"/>
                </a:lnTo>
                <a:cubicBezTo>
                  <a:pt x="3372" y="6932"/>
                  <a:pt x="3529" y="6774"/>
                  <a:pt x="3750" y="6774"/>
                </a:cubicBezTo>
                <a:cubicBezTo>
                  <a:pt x="3939" y="6774"/>
                  <a:pt x="4096" y="6932"/>
                  <a:pt x="4096" y="7121"/>
                </a:cubicBezTo>
                <a:lnTo>
                  <a:pt x="4096" y="7436"/>
                </a:lnTo>
                <a:lnTo>
                  <a:pt x="4254" y="7436"/>
                </a:lnTo>
                <a:cubicBezTo>
                  <a:pt x="4254" y="7373"/>
                  <a:pt x="4285" y="7278"/>
                  <a:pt x="4317" y="7215"/>
                </a:cubicBezTo>
                <a:cubicBezTo>
                  <a:pt x="4443" y="6900"/>
                  <a:pt x="4758" y="6648"/>
                  <a:pt x="5073" y="6617"/>
                </a:cubicBezTo>
                <a:lnTo>
                  <a:pt x="6491" y="6333"/>
                </a:lnTo>
                <a:cubicBezTo>
                  <a:pt x="7089" y="5703"/>
                  <a:pt x="7404" y="5010"/>
                  <a:pt x="7467" y="4096"/>
                </a:cubicBezTo>
                <a:lnTo>
                  <a:pt x="7152" y="4096"/>
                </a:lnTo>
                <a:cubicBezTo>
                  <a:pt x="6963" y="4096"/>
                  <a:pt x="6806" y="3939"/>
                  <a:pt x="6806" y="3750"/>
                </a:cubicBezTo>
                <a:cubicBezTo>
                  <a:pt x="6806" y="3529"/>
                  <a:pt x="6963" y="3372"/>
                  <a:pt x="7152" y="3372"/>
                </a:cubicBezTo>
                <a:lnTo>
                  <a:pt x="7467" y="3372"/>
                </a:lnTo>
                <a:cubicBezTo>
                  <a:pt x="7310" y="1576"/>
                  <a:pt x="5861" y="158"/>
                  <a:pt x="4096" y="1"/>
                </a:cubicBezTo>
                <a:lnTo>
                  <a:pt x="4096" y="316"/>
                </a:lnTo>
                <a:cubicBezTo>
                  <a:pt x="4096" y="505"/>
                  <a:pt x="3939" y="662"/>
                  <a:pt x="3750" y="662"/>
                </a:cubicBezTo>
                <a:cubicBezTo>
                  <a:pt x="3529" y="662"/>
                  <a:pt x="3372" y="505"/>
                  <a:pt x="3372" y="316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5" name="Google Shape;955;p17"/>
          <p:cNvSpPr/>
          <p:nvPr/>
        </p:nvSpPr>
        <p:spPr>
          <a:xfrm>
            <a:off x="3097507" y="2192633"/>
            <a:ext cx="300089" cy="319428"/>
          </a:xfrm>
          <a:custGeom>
            <a:rect b="b" l="l" r="r" t="t"/>
            <a:pathLst>
              <a:path extrusionOk="0" h="9894" w="9295">
                <a:moveTo>
                  <a:pt x="3466" y="1"/>
                </a:moveTo>
                <a:cubicBezTo>
                  <a:pt x="2490" y="1"/>
                  <a:pt x="1450" y="316"/>
                  <a:pt x="1103" y="536"/>
                </a:cubicBezTo>
                <a:lnTo>
                  <a:pt x="1040" y="410"/>
                </a:lnTo>
                <a:cubicBezTo>
                  <a:pt x="970" y="340"/>
                  <a:pt x="881" y="304"/>
                  <a:pt x="788" y="304"/>
                </a:cubicBezTo>
                <a:cubicBezTo>
                  <a:pt x="757" y="304"/>
                  <a:pt x="725" y="308"/>
                  <a:pt x="694" y="316"/>
                </a:cubicBezTo>
                <a:cubicBezTo>
                  <a:pt x="599" y="379"/>
                  <a:pt x="505" y="473"/>
                  <a:pt x="473" y="568"/>
                </a:cubicBezTo>
                <a:cubicBezTo>
                  <a:pt x="347" y="1041"/>
                  <a:pt x="442" y="726"/>
                  <a:pt x="32" y="2143"/>
                </a:cubicBezTo>
                <a:cubicBezTo>
                  <a:pt x="1" y="2269"/>
                  <a:pt x="32" y="2395"/>
                  <a:pt x="127" y="2458"/>
                </a:cubicBezTo>
                <a:cubicBezTo>
                  <a:pt x="253" y="2584"/>
                  <a:pt x="316" y="2584"/>
                  <a:pt x="473" y="2584"/>
                </a:cubicBezTo>
                <a:lnTo>
                  <a:pt x="2049" y="2332"/>
                </a:lnTo>
                <a:cubicBezTo>
                  <a:pt x="2238" y="2301"/>
                  <a:pt x="2395" y="2080"/>
                  <a:pt x="2332" y="1860"/>
                </a:cubicBezTo>
                <a:lnTo>
                  <a:pt x="2206" y="1545"/>
                </a:lnTo>
                <a:cubicBezTo>
                  <a:pt x="2647" y="1450"/>
                  <a:pt x="3057" y="1356"/>
                  <a:pt x="3529" y="1356"/>
                </a:cubicBezTo>
                <a:cubicBezTo>
                  <a:pt x="5987" y="1356"/>
                  <a:pt x="8003" y="3372"/>
                  <a:pt x="8003" y="5798"/>
                </a:cubicBezTo>
                <a:cubicBezTo>
                  <a:pt x="8003" y="6806"/>
                  <a:pt x="7688" y="7657"/>
                  <a:pt x="7152" y="8413"/>
                </a:cubicBezTo>
                <a:cubicBezTo>
                  <a:pt x="7278" y="8444"/>
                  <a:pt x="7404" y="8539"/>
                  <a:pt x="7530" y="8633"/>
                </a:cubicBezTo>
                <a:cubicBezTo>
                  <a:pt x="7751" y="8885"/>
                  <a:pt x="7845" y="9232"/>
                  <a:pt x="7751" y="9578"/>
                </a:cubicBezTo>
                <a:lnTo>
                  <a:pt x="7593" y="9893"/>
                </a:lnTo>
                <a:cubicBezTo>
                  <a:pt x="8633" y="8854"/>
                  <a:pt x="9295" y="7436"/>
                  <a:pt x="9295" y="5861"/>
                </a:cubicBezTo>
                <a:cubicBezTo>
                  <a:pt x="9295" y="2616"/>
                  <a:pt x="6648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6" name="Google Shape;956;p17"/>
          <p:cNvSpPr/>
          <p:nvPr/>
        </p:nvSpPr>
        <p:spPr>
          <a:xfrm>
            <a:off x="3019183" y="2246550"/>
            <a:ext cx="306191" cy="323496"/>
          </a:xfrm>
          <a:custGeom>
            <a:rect b="b" l="l" r="r" t="t"/>
            <a:pathLst>
              <a:path extrusionOk="0" h="10020" w="9484">
                <a:moveTo>
                  <a:pt x="1797" y="1"/>
                </a:moveTo>
                <a:lnTo>
                  <a:pt x="1797" y="1"/>
                </a:lnTo>
                <a:cubicBezTo>
                  <a:pt x="694" y="1072"/>
                  <a:pt x="1" y="2521"/>
                  <a:pt x="1" y="4191"/>
                </a:cubicBezTo>
                <a:cubicBezTo>
                  <a:pt x="64" y="7373"/>
                  <a:pt x="2647" y="10019"/>
                  <a:pt x="5892" y="10019"/>
                </a:cubicBezTo>
                <a:cubicBezTo>
                  <a:pt x="6239" y="10019"/>
                  <a:pt x="7972" y="9736"/>
                  <a:pt x="8224" y="9547"/>
                </a:cubicBezTo>
                <a:cubicBezTo>
                  <a:pt x="8255" y="9547"/>
                  <a:pt x="8287" y="9484"/>
                  <a:pt x="8350" y="9484"/>
                </a:cubicBezTo>
                <a:lnTo>
                  <a:pt x="8507" y="9641"/>
                </a:lnTo>
                <a:cubicBezTo>
                  <a:pt x="8576" y="9710"/>
                  <a:pt x="8661" y="9741"/>
                  <a:pt x="8743" y="9741"/>
                </a:cubicBezTo>
                <a:cubicBezTo>
                  <a:pt x="8887" y="9741"/>
                  <a:pt x="9023" y="9644"/>
                  <a:pt x="9043" y="9484"/>
                </a:cubicBezTo>
                <a:lnTo>
                  <a:pt x="9169" y="9011"/>
                </a:lnTo>
                <a:lnTo>
                  <a:pt x="9452" y="7814"/>
                </a:lnTo>
                <a:cubicBezTo>
                  <a:pt x="9484" y="7688"/>
                  <a:pt x="9452" y="7562"/>
                  <a:pt x="9358" y="7467"/>
                </a:cubicBezTo>
                <a:cubicBezTo>
                  <a:pt x="9278" y="7407"/>
                  <a:pt x="9211" y="7385"/>
                  <a:pt x="9132" y="7385"/>
                </a:cubicBezTo>
                <a:cubicBezTo>
                  <a:pt x="9087" y="7385"/>
                  <a:pt x="9037" y="7393"/>
                  <a:pt x="8980" y="7404"/>
                </a:cubicBezTo>
                <a:lnTo>
                  <a:pt x="7310" y="7719"/>
                </a:lnTo>
                <a:cubicBezTo>
                  <a:pt x="7089" y="7751"/>
                  <a:pt x="6963" y="8034"/>
                  <a:pt x="7089" y="8223"/>
                </a:cubicBezTo>
                <a:lnTo>
                  <a:pt x="7184" y="8444"/>
                </a:lnTo>
                <a:cubicBezTo>
                  <a:pt x="6774" y="8538"/>
                  <a:pt x="6333" y="8633"/>
                  <a:pt x="5861" y="8633"/>
                </a:cubicBezTo>
                <a:cubicBezTo>
                  <a:pt x="3403" y="8633"/>
                  <a:pt x="1419" y="6648"/>
                  <a:pt x="1419" y="4191"/>
                </a:cubicBezTo>
                <a:cubicBezTo>
                  <a:pt x="1419" y="3183"/>
                  <a:pt x="1734" y="2269"/>
                  <a:pt x="2269" y="1544"/>
                </a:cubicBezTo>
                <a:cubicBezTo>
                  <a:pt x="2143" y="1481"/>
                  <a:pt x="2049" y="1418"/>
                  <a:pt x="1954" y="1292"/>
                </a:cubicBezTo>
                <a:cubicBezTo>
                  <a:pt x="1734" y="1009"/>
                  <a:pt x="1639" y="662"/>
                  <a:pt x="1734" y="316"/>
                </a:cubicBezTo>
                <a:lnTo>
                  <a:pt x="179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" name="Google Shape;957;p17"/>
          <p:cNvSpPr/>
          <p:nvPr/>
        </p:nvSpPr>
        <p:spPr>
          <a:xfrm>
            <a:off x="1584370" y="2808099"/>
            <a:ext cx="376379" cy="198391"/>
          </a:xfrm>
          <a:custGeom>
            <a:rect b="b" l="l" r="r" t="t"/>
            <a:pathLst>
              <a:path extrusionOk="0" h="6145" w="11658">
                <a:moveTo>
                  <a:pt x="5829" y="694"/>
                </a:moveTo>
                <a:cubicBezTo>
                  <a:pt x="7184" y="694"/>
                  <a:pt x="8255" y="1734"/>
                  <a:pt x="8255" y="3088"/>
                </a:cubicBezTo>
                <a:cubicBezTo>
                  <a:pt x="8255" y="4412"/>
                  <a:pt x="7153" y="5483"/>
                  <a:pt x="5829" y="5483"/>
                </a:cubicBezTo>
                <a:cubicBezTo>
                  <a:pt x="4506" y="5483"/>
                  <a:pt x="3435" y="4412"/>
                  <a:pt x="3435" y="3088"/>
                </a:cubicBezTo>
                <a:cubicBezTo>
                  <a:pt x="3435" y="1734"/>
                  <a:pt x="4506" y="694"/>
                  <a:pt x="5829" y="694"/>
                </a:cubicBezTo>
                <a:close/>
                <a:moveTo>
                  <a:pt x="1" y="1"/>
                </a:moveTo>
                <a:lnTo>
                  <a:pt x="1" y="6144"/>
                </a:lnTo>
                <a:lnTo>
                  <a:pt x="11658" y="6144"/>
                </a:ln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8" name="Google Shape;958;p17"/>
          <p:cNvSpPr/>
          <p:nvPr/>
        </p:nvSpPr>
        <p:spPr>
          <a:xfrm>
            <a:off x="1718645" y="2852879"/>
            <a:ext cx="108865" cy="109866"/>
          </a:xfrm>
          <a:custGeom>
            <a:rect b="b" l="l" r="r" t="t"/>
            <a:pathLst>
              <a:path extrusionOk="0" h="3403" w="3372">
                <a:moveTo>
                  <a:pt x="1670" y="662"/>
                </a:moveTo>
                <a:cubicBezTo>
                  <a:pt x="1891" y="662"/>
                  <a:pt x="2048" y="819"/>
                  <a:pt x="2048" y="1040"/>
                </a:cubicBezTo>
                <a:lnTo>
                  <a:pt x="2048" y="1386"/>
                </a:lnTo>
                <a:lnTo>
                  <a:pt x="2395" y="1386"/>
                </a:lnTo>
                <a:cubicBezTo>
                  <a:pt x="2584" y="1386"/>
                  <a:pt x="2741" y="1544"/>
                  <a:pt x="2741" y="1733"/>
                </a:cubicBezTo>
                <a:cubicBezTo>
                  <a:pt x="2710" y="1890"/>
                  <a:pt x="2552" y="2048"/>
                  <a:pt x="2363" y="2048"/>
                </a:cubicBezTo>
                <a:lnTo>
                  <a:pt x="1670" y="2048"/>
                </a:lnTo>
                <a:cubicBezTo>
                  <a:pt x="1481" y="2048"/>
                  <a:pt x="1324" y="1890"/>
                  <a:pt x="1324" y="1701"/>
                </a:cubicBezTo>
                <a:lnTo>
                  <a:pt x="1324" y="1040"/>
                </a:lnTo>
                <a:cubicBezTo>
                  <a:pt x="1324" y="819"/>
                  <a:pt x="1481" y="662"/>
                  <a:pt x="1670" y="662"/>
                </a:cubicBezTo>
                <a:close/>
                <a:moveTo>
                  <a:pt x="1670" y="0"/>
                </a:moveTo>
                <a:cubicBezTo>
                  <a:pt x="725" y="0"/>
                  <a:pt x="1" y="756"/>
                  <a:pt x="1" y="1701"/>
                </a:cubicBezTo>
                <a:cubicBezTo>
                  <a:pt x="1" y="2646"/>
                  <a:pt x="725" y="3403"/>
                  <a:pt x="1670" y="3403"/>
                </a:cubicBezTo>
                <a:cubicBezTo>
                  <a:pt x="2615" y="3403"/>
                  <a:pt x="3372" y="2646"/>
                  <a:pt x="3372" y="1701"/>
                </a:cubicBezTo>
                <a:cubicBezTo>
                  <a:pt x="3372" y="756"/>
                  <a:pt x="2615" y="0"/>
                  <a:pt x="1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17"/>
          <p:cNvSpPr/>
          <p:nvPr/>
        </p:nvSpPr>
        <p:spPr>
          <a:xfrm>
            <a:off x="1584370" y="3029835"/>
            <a:ext cx="376379" cy="44812"/>
          </a:xfrm>
          <a:custGeom>
            <a:rect b="b" l="l" r="r" t="t"/>
            <a:pathLst>
              <a:path extrusionOk="0" h="1388" w="11658">
                <a:moveTo>
                  <a:pt x="1" y="1"/>
                </a:moveTo>
                <a:lnTo>
                  <a:pt x="1" y="347"/>
                </a:lnTo>
                <a:cubicBezTo>
                  <a:pt x="1" y="915"/>
                  <a:pt x="442" y="1387"/>
                  <a:pt x="1041" y="1387"/>
                </a:cubicBezTo>
                <a:lnTo>
                  <a:pt x="10650" y="1387"/>
                </a:lnTo>
                <a:cubicBezTo>
                  <a:pt x="11217" y="1387"/>
                  <a:pt x="11658" y="915"/>
                  <a:pt x="11658" y="347"/>
                </a:cubicBez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0" name="Google Shape;960;p17"/>
          <p:cNvSpPr/>
          <p:nvPr/>
        </p:nvSpPr>
        <p:spPr>
          <a:xfrm>
            <a:off x="1579301" y="2696231"/>
            <a:ext cx="381447" cy="90559"/>
          </a:xfrm>
          <a:custGeom>
            <a:rect b="b" l="l" r="r" t="t"/>
            <a:pathLst>
              <a:path extrusionOk="0" h="2805" w="11815">
                <a:moveTo>
                  <a:pt x="1733" y="0"/>
                </a:moveTo>
                <a:cubicBezTo>
                  <a:pt x="1544" y="0"/>
                  <a:pt x="1387" y="158"/>
                  <a:pt x="1387" y="378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73" y="725"/>
                  <a:pt x="0" y="1197"/>
                  <a:pt x="0" y="1733"/>
                </a:cubicBezTo>
                <a:lnTo>
                  <a:pt x="0" y="2804"/>
                </a:lnTo>
                <a:lnTo>
                  <a:pt x="11657" y="2804"/>
                </a:lnTo>
                <a:lnTo>
                  <a:pt x="11657" y="1733"/>
                </a:lnTo>
                <a:lnTo>
                  <a:pt x="11815" y="1733"/>
                </a:lnTo>
                <a:cubicBezTo>
                  <a:pt x="11815" y="1197"/>
                  <a:pt x="11374" y="725"/>
                  <a:pt x="10807" y="725"/>
                </a:cubicBezTo>
                <a:lnTo>
                  <a:pt x="10460" y="725"/>
                </a:lnTo>
                <a:lnTo>
                  <a:pt x="10460" y="378"/>
                </a:lnTo>
                <a:cubicBezTo>
                  <a:pt x="10460" y="158"/>
                  <a:pt x="10303" y="0"/>
                  <a:pt x="10082" y="0"/>
                </a:cubicBezTo>
                <a:cubicBezTo>
                  <a:pt x="9893" y="0"/>
                  <a:pt x="9735" y="158"/>
                  <a:pt x="9735" y="378"/>
                </a:cubicBezTo>
                <a:lnTo>
                  <a:pt x="9735" y="725"/>
                </a:lnTo>
                <a:lnTo>
                  <a:pt x="8349" y="725"/>
                </a:lnTo>
                <a:lnTo>
                  <a:pt x="8349" y="378"/>
                </a:lnTo>
                <a:cubicBezTo>
                  <a:pt x="8349" y="158"/>
                  <a:pt x="8192" y="0"/>
                  <a:pt x="8003" y="0"/>
                </a:cubicBezTo>
                <a:cubicBezTo>
                  <a:pt x="7814" y="0"/>
                  <a:pt x="7656" y="158"/>
                  <a:pt x="7656" y="378"/>
                </a:cubicBezTo>
                <a:lnTo>
                  <a:pt x="7656" y="725"/>
                </a:lnTo>
                <a:lnTo>
                  <a:pt x="6270" y="725"/>
                </a:lnTo>
                <a:lnTo>
                  <a:pt x="6270" y="378"/>
                </a:lnTo>
                <a:cubicBezTo>
                  <a:pt x="6270" y="158"/>
                  <a:pt x="6112" y="0"/>
                  <a:pt x="5923" y="0"/>
                </a:cubicBezTo>
                <a:cubicBezTo>
                  <a:pt x="5734" y="0"/>
                  <a:pt x="5577" y="158"/>
                  <a:pt x="5577" y="378"/>
                </a:cubicBezTo>
                <a:lnTo>
                  <a:pt x="5577" y="725"/>
                </a:lnTo>
                <a:lnTo>
                  <a:pt x="4191" y="725"/>
                </a:lnTo>
                <a:lnTo>
                  <a:pt x="4191" y="378"/>
                </a:lnTo>
                <a:cubicBezTo>
                  <a:pt x="4191" y="158"/>
                  <a:pt x="4033" y="0"/>
                  <a:pt x="3844" y="0"/>
                </a:cubicBezTo>
                <a:cubicBezTo>
                  <a:pt x="3623" y="0"/>
                  <a:pt x="3466" y="158"/>
                  <a:pt x="3466" y="378"/>
                </a:cubicBezTo>
                <a:lnTo>
                  <a:pt x="3466" y="725"/>
                </a:lnTo>
                <a:lnTo>
                  <a:pt x="2111" y="725"/>
                </a:lnTo>
                <a:lnTo>
                  <a:pt x="2111" y="378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" name="Google Shape;961;p17"/>
          <p:cNvSpPr/>
          <p:nvPr/>
        </p:nvSpPr>
        <p:spPr>
          <a:xfrm>
            <a:off x="1576158" y="3197580"/>
            <a:ext cx="386548" cy="377670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2" name="Google Shape;962;p17"/>
          <p:cNvSpPr/>
          <p:nvPr/>
        </p:nvSpPr>
        <p:spPr>
          <a:xfrm>
            <a:off x="1581243" y="3692566"/>
            <a:ext cx="376379" cy="37737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3" name="Google Shape;963;p17"/>
          <p:cNvSpPr/>
          <p:nvPr/>
        </p:nvSpPr>
        <p:spPr>
          <a:xfrm>
            <a:off x="3984785" y="2697247"/>
            <a:ext cx="333665" cy="156195"/>
          </a:xfrm>
          <a:custGeom>
            <a:rect b="b" l="l" r="r" t="t"/>
            <a:pathLst>
              <a:path extrusionOk="0" h="4838" w="10335"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2458"/>
                </a:lnTo>
                <a:cubicBezTo>
                  <a:pt x="1" y="2993"/>
                  <a:pt x="473" y="3466"/>
                  <a:pt x="1040" y="3466"/>
                </a:cubicBezTo>
                <a:lnTo>
                  <a:pt x="2048" y="3466"/>
                </a:lnTo>
                <a:lnTo>
                  <a:pt x="2048" y="4505"/>
                </a:lnTo>
                <a:cubicBezTo>
                  <a:pt x="2048" y="4663"/>
                  <a:pt x="2143" y="4757"/>
                  <a:pt x="2269" y="4820"/>
                </a:cubicBezTo>
                <a:cubicBezTo>
                  <a:pt x="2300" y="4831"/>
                  <a:pt x="2339" y="4838"/>
                  <a:pt x="2380" y="4838"/>
                </a:cubicBezTo>
                <a:cubicBezTo>
                  <a:pt x="2461" y="4838"/>
                  <a:pt x="2552" y="4810"/>
                  <a:pt x="2615" y="4726"/>
                </a:cubicBezTo>
                <a:lnTo>
                  <a:pt x="3876" y="3466"/>
                </a:lnTo>
                <a:lnTo>
                  <a:pt x="6365" y="3466"/>
                </a:lnTo>
                <a:lnTo>
                  <a:pt x="7625" y="4726"/>
                </a:lnTo>
                <a:cubicBezTo>
                  <a:pt x="7688" y="4810"/>
                  <a:pt x="7765" y="4838"/>
                  <a:pt x="7846" y="4838"/>
                </a:cubicBezTo>
                <a:cubicBezTo>
                  <a:pt x="7887" y="4838"/>
                  <a:pt x="7929" y="4831"/>
                  <a:pt x="7971" y="4820"/>
                </a:cubicBezTo>
                <a:cubicBezTo>
                  <a:pt x="8097" y="4789"/>
                  <a:pt x="8160" y="4631"/>
                  <a:pt x="8160" y="4505"/>
                </a:cubicBezTo>
                <a:lnTo>
                  <a:pt x="8160" y="3466"/>
                </a:lnTo>
                <a:lnTo>
                  <a:pt x="9231" y="3466"/>
                </a:lnTo>
                <a:cubicBezTo>
                  <a:pt x="9862" y="3466"/>
                  <a:pt x="10334" y="2993"/>
                  <a:pt x="10334" y="2458"/>
                </a:cubicBezTo>
                <a:lnTo>
                  <a:pt x="10334" y="1071"/>
                </a:lnTo>
                <a:cubicBezTo>
                  <a:pt x="10334" y="536"/>
                  <a:pt x="98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17"/>
          <p:cNvSpPr/>
          <p:nvPr/>
        </p:nvSpPr>
        <p:spPr>
          <a:xfrm>
            <a:off x="4007158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599" y="1"/>
                  <a:pt x="1" y="631"/>
                  <a:pt x="1" y="1387"/>
                </a:cubicBezTo>
                <a:cubicBezTo>
                  <a:pt x="1" y="2143"/>
                  <a:pt x="599" y="2773"/>
                  <a:pt x="1387" y="2773"/>
                </a:cubicBezTo>
                <a:cubicBezTo>
                  <a:pt x="2143" y="2773"/>
                  <a:pt x="2742" y="2143"/>
                  <a:pt x="2742" y="1387"/>
                </a:cubicBezTo>
                <a:cubicBezTo>
                  <a:pt x="2742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5" name="Google Shape;965;p17"/>
          <p:cNvSpPr/>
          <p:nvPr/>
        </p:nvSpPr>
        <p:spPr>
          <a:xfrm>
            <a:off x="3962411" y="2986103"/>
            <a:ext cx="177019" cy="87525"/>
          </a:xfrm>
          <a:custGeom>
            <a:rect b="b" l="l" r="r" t="t"/>
            <a:pathLst>
              <a:path extrusionOk="0" h="2711" w="5483">
                <a:moveTo>
                  <a:pt x="2741" y="1"/>
                </a:moveTo>
                <a:cubicBezTo>
                  <a:pt x="1387" y="1"/>
                  <a:pt x="221" y="1040"/>
                  <a:pt x="32" y="2332"/>
                </a:cubicBezTo>
                <a:cubicBezTo>
                  <a:pt x="0" y="2521"/>
                  <a:pt x="158" y="2710"/>
                  <a:pt x="378" y="2710"/>
                </a:cubicBezTo>
                <a:lnTo>
                  <a:pt x="5104" y="2710"/>
                </a:lnTo>
                <a:cubicBezTo>
                  <a:pt x="5325" y="2710"/>
                  <a:pt x="5482" y="2521"/>
                  <a:pt x="5482" y="2332"/>
                </a:cubicBezTo>
                <a:cubicBezTo>
                  <a:pt x="5262" y="977"/>
                  <a:pt x="4128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6" name="Google Shape;966;p17"/>
          <p:cNvSpPr/>
          <p:nvPr/>
        </p:nvSpPr>
        <p:spPr>
          <a:xfrm>
            <a:off x="4206520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87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7" name="Google Shape;967;p17"/>
          <p:cNvSpPr/>
          <p:nvPr/>
        </p:nvSpPr>
        <p:spPr>
          <a:xfrm>
            <a:off x="4161773" y="2986103"/>
            <a:ext cx="178019" cy="87525"/>
          </a:xfrm>
          <a:custGeom>
            <a:rect b="b" l="l" r="r" t="t"/>
            <a:pathLst>
              <a:path extrusionOk="0" h="2711" w="5514">
                <a:moveTo>
                  <a:pt x="2773" y="1"/>
                </a:moveTo>
                <a:cubicBezTo>
                  <a:pt x="1387" y="1"/>
                  <a:pt x="252" y="1040"/>
                  <a:pt x="32" y="2332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67" y="2710"/>
                </a:lnTo>
                <a:cubicBezTo>
                  <a:pt x="5356" y="2710"/>
                  <a:pt x="5514" y="2521"/>
                  <a:pt x="5514" y="2332"/>
                </a:cubicBezTo>
                <a:cubicBezTo>
                  <a:pt x="5293" y="977"/>
                  <a:pt x="4128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8" name="Google Shape;968;p17"/>
          <p:cNvSpPr/>
          <p:nvPr/>
        </p:nvSpPr>
        <p:spPr>
          <a:xfrm>
            <a:off x="1201626" y="1392829"/>
            <a:ext cx="199392" cy="111028"/>
          </a:xfrm>
          <a:custGeom>
            <a:rect b="b" l="l" r="r" t="t"/>
            <a:pathLst>
              <a:path extrusionOk="0" h="3439" w="6176">
                <a:moveTo>
                  <a:pt x="4433" y="0"/>
                </a:moveTo>
                <a:cubicBezTo>
                  <a:pt x="4393" y="0"/>
                  <a:pt x="4354" y="8"/>
                  <a:pt x="4317" y="26"/>
                </a:cubicBezTo>
                <a:cubicBezTo>
                  <a:pt x="4191" y="58"/>
                  <a:pt x="4128" y="216"/>
                  <a:pt x="4128" y="342"/>
                </a:cubicBezTo>
                <a:lnTo>
                  <a:pt x="4128" y="1003"/>
                </a:lnTo>
                <a:lnTo>
                  <a:pt x="2048" y="1003"/>
                </a:lnTo>
                <a:lnTo>
                  <a:pt x="2048" y="342"/>
                </a:lnTo>
                <a:cubicBezTo>
                  <a:pt x="2048" y="184"/>
                  <a:pt x="1954" y="58"/>
                  <a:pt x="1828" y="26"/>
                </a:cubicBezTo>
                <a:cubicBezTo>
                  <a:pt x="1793" y="15"/>
                  <a:pt x="1750" y="8"/>
                  <a:pt x="1705" y="8"/>
                </a:cubicBezTo>
                <a:cubicBezTo>
                  <a:pt x="1626" y="8"/>
                  <a:pt x="1541" y="30"/>
                  <a:pt x="1481" y="89"/>
                </a:cubicBezTo>
                <a:lnTo>
                  <a:pt x="95" y="1476"/>
                </a:lnTo>
                <a:cubicBezTo>
                  <a:pt x="0" y="1602"/>
                  <a:pt x="0" y="1822"/>
                  <a:pt x="95" y="1948"/>
                </a:cubicBezTo>
                <a:lnTo>
                  <a:pt x="1481" y="3334"/>
                </a:lnTo>
                <a:cubicBezTo>
                  <a:pt x="1548" y="3379"/>
                  <a:pt x="1646" y="3424"/>
                  <a:pt x="1732" y="3424"/>
                </a:cubicBezTo>
                <a:cubicBezTo>
                  <a:pt x="1767" y="3424"/>
                  <a:pt x="1800" y="3416"/>
                  <a:pt x="1828" y="3398"/>
                </a:cubicBezTo>
                <a:cubicBezTo>
                  <a:pt x="1954" y="3366"/>
                  <a:pt x="2048" y="3208"/>
                  <a:pt x="2048" y="3082"/>
                </a:cubicBezTo>
                <a:lnTo>
                  <a:pt x="2048" y="2421"/>
                </a:lnTo>
                <a:lnTo>
                  <a:pt x="4128" y="2421"/>
                </a:lnTo>
                <a:lnTo>
                  <a:pt x="4128" y="3082"/>
                </a:lnTo>
                <a:cubicBezTo>
                  <a:pt x="4128" y="3240"/>
                  <a:pt x="4191" y="3366"/>
                  <a:pt x="4317" y="3398"/>
                </a:cubicBezTo>
                <a:cubicBezTo>
                  <a:pt x="4369" y="3424"/>
                  <a:pt x="4426" y="3439"/>
                  <a:pt x="4483" y="3439"/>
                </a:cubicBezTo>
                <a:cubicBezTo>
                  <a:pt x="4562" y="3439"/>
                  <a:pt x="4639" y="3408"/>
                  <a:pt x="4695" y="3334"/>
                </a:cubicBezTo>
                <a:lnTo>
                  <a:pt x="6049" y="1948"/>
                </a:lnTo>
                <a:cubicBezTo>
                  <a:pt x="6175" y="1822"/>
                  <a:pt x="6175" y="1602"/>
                  <a:pt x="6049" y="1476"/>
                </a:cubicBezTo>
                <a:lnTo>
                  <a:pt x="4695" y="89"/>
                </a:lnTo>
                <a:cubicBezTo>
                  <a:pt x="4628" y="45"/>
                  <a:pt x="4530" y="0"/>
                  <a:pt x="44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9" name="Google Shape;969;p17"/>
          <p:cNvSpPr/>
          <p:nvPr/>
        </p:nvSpPr>
        <p:spPr>
          <a:xfrm>
            <a:off x="1202627" y="1260428"/>
            <a:ext cx="44812" cy="133272"/>
          </a:xfrm>
          <a:custGeom>
            <a:rect b="b" l="l" r="r" t="t"/>
            <a:pathLst>
              <a:path extrusionOk="0" h="4128" w="1388">
                <a:moveTo>
                  <a:pt x="1" y="0"/>
                </a:moveTo>
                <a:lnTo>
                  <a:pt x="1" y="4127"/>
                </a:lnTo>
                <a:lnTo>
                  <a:pt x="348" y="4127"/>
                </a:lnTo>
                <a:cubicBezTo>
                  <a:pt x="915" y="4127"/>
                  <a:pt x="1387" y="3655"/>
                  <a:pt x="1387" y="3088"/>
                </a:cubicBezTo>
                <a:lnTo>
                  <a:pt x="1387" y="1009"/>
                </a:lnTo>
                <a:cubicBezTo>
                  <a:pt x="1387" y="473"/>
                  <a:pt x="915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0" name="Google Shape;970;p17"/>
          <p:cNvSpPr/>
          <p:nvPr/>
        </p:nvSpPr>
        <p:spPr>
          <a:xfrm>
            <a:off x="1202627" y="1502502"/>
            <a:ext cx="44812" cy="133337"/>
          </a:xfrm>
          <a:custGeom>
            <a:rect b="b" l="l" r="r" t="t"/>
            <a:pathLst>
              <a:path extrusionOk="0" h="4130" w="1388">
                <a:moveTo>
                  <a:pt x="1" y="1"/>
                </a:moveTo>
                <a:lnTo>
                  <a:pt x="1" y="4128"/>
                </a:lnTo>
                <a:lnTo>
                  <a:pt x="348" y="4128"/>
                </a:lnTo>
                <a:cubicBezTo>
                  <a:pt x="367" y="4129"/>
                  <a:pt x="386" y="4129"/>
                  <a:pt x="405" y="4129"/>
                </a:cubicBezTo>
                <a:cubicBezTo>
                  <a:pt x="946" y="4129"/>
                  <a:pt x="1387" y="3698"/>
                  <a:pt x="1387" y="3119"/>
                </a:cubicBezTo>
                <a:lnTo>
                  <a:pt x="1387" y="1040"/>
                </a:lnTo>
                <a:cubicBezTo>
                  <a:pt x="1387" y="473"/>
                  <a:pt x="915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17"/>
          <p:cNvSpPr/>
          <p:nvPr/>
        </p:nvSpPr>
        <p:spPr>
          <a:xfrm>
            <a:off x="1359275" y="1260428"/>
            <a:ext cx="43778" cy="133272"/>
          </a:xfrm>
          <a:custGeom>
            <a:rect b="b" l="l" r="r" t="t"/>
            <a:pathLst>
              <a:path extrusionOk="0" h="4128" w="1356"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3088"/>
                </a:lnTo>
                <a:cubicBezTo>
                  <a:pt x="1" y="3655"/>
                  <a:pt x="410" y="4127"/>
                  <a:pt x="1009" y="4127"/>
                </a:cubicBezTo>
                <a:lnTo>
                  <a:pt x="1355" y="4127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2" name="Google Shape;972;p17"/>
          <p:cNvSpPr/>
          <p:nvPr/>
        </p:nvSpPr>
        <p:spPr>
          <a:xfrm>
            <a:off x="1425395" y="1261428"/>
            <a:ext cx="66152" cy="375378"/>
          </a:xfrm>
          <a:custGeom>
            <a:rect b="b" l="l" r="r" t="t"/>
            <a:pathLst>
              <a:path extrusionOk="0" h="11627" w="2049">
                <a:moveTo>
                  <a:pt x="1" y="1"/>
                </a:moveTo>
                <a:lnTo>
                  <a:pt x="1" y="11626"/>
                </a:lnTo>
                <a:cubicBezTo>
                  <a:pt x="1135" y="11469"/>
                  <a:pt x="2048" y="10460"/>
                  <a:pt x="2048" y="9263"/>
                </a:cubicBezTo>
                <a:lnTo>
                  <a:pt x="2048" y="2395"/>
                </a:lnTo>
                <a:cubicBezTo>
                  <a:pt x="2048" y="1167"/>
                  <a:pt x="1135" y="158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3" name="Google Shape;973;p17"/>
          <p:cNvSpPr/>
          <p:nvPr/>
        </p:nvSpPr>
        <p:spPr>
          <a:xfrm>
            <a:off x="1359275" y="1502502"/>
            <a:ext cx="43778" cy="134306"/>
          </a:xfrm>
          <a:custGeom>
            <a:rect b="b" l="l" r="r" t="t"/>
            <a:pathLst>
              <a:path extrusionOk="0" h="4160" w="1356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3119"/>
                </a:lnTo>
                <a:cubicBezTo>
                  <a:pt x="1" y="3718"/>
                  <a:pt x="410" y="4159"/>
                  <a:pt x="1009" y="4159"/>
                </a:cubicBezTo>
                <a:lnTo>
                  <a:pt x="1355" y="4159"/>
                </a:lnTo>
                <a:lnTo>
                  <a:pt x="135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4" name="Google Shape;974;p17"/>
          <p:cNvSpPr/>
          <p:nvPr/>
        </p:nvSpPr>
        <p:spPr>
          <a:xfrm>
            <a:off x="1115166" y="1260427"/>
            <a:ext cx="66152" cy="374345"/>
          </a:xfrm>
          <a:custGeom>
            <a:rect b="b" l="l" r="r" t="t"/>
            <a:pathLst>
              <a:path extrusionOk="0" h="11595" w="2049">
                <a:moveTo>
                  <a:pt x="2048" y="0"/>
                </a:moveTo>
                <a:cubicBezTo>
                  <a:pt x="883" y="158"/>
                  <a:pt x="1" y="1166"/>
                  <a:pt x="1" y="2363"/>
                </a:cubicBezTo>
                <a:lnTo>
                  <a:pt x="1" y="9200"/>
                </a:lnTo>
                <a:cubicBezTo>
                  <a:pt x="1" y="10460"/>
                  <a:pt x="851" y="11437"/>
                  <a:pt x="2048" y="11594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5" name="Google Shape;975;p17"/>
          <p:cNvSpPr/>
          <p:nvPr/>
        </p:nvSpPr>
        <p:spPr>
          <a:xfrm>
            <a:off x="1114666" y="1973448"/>
            <a:ext cx="377379" cy="132239"/>
          </a:xfrm>
          <a:custGeom>
            <a:rect b="b" l="l" r="r" t="t"/>
            <a:pathLst>
              <a:path extrusionOk="0" h="4096" w="11689">
                <a:moveTo>
                  <a:pt x="1701" y="0"/>
                </a:moveTo>
                <a:cubicBezTo>
                  <a:pt x="1040" y="0"/>
                  <a:pt x="473" y="315"/>
                  <a:pt x="63" y="819"/>
                </a:cubicBezTo>
                <a:cubicBezTo>
                  <a:pt x="0" y="945"/>
                  <a:pt x="0" y="1040"/>
                  <a:pt x="32" y="1166"/>
                </a:cubicBezTo>
                <a:cubicBezTo>
                  <a:pt x="63" y="1292"/>
                  <a:pt x="189" y="1355"/>
                  <a:pt x="347" y="1355"/>
                </a:cubicBezTo>
                <a:lnTo>
                  <a:pt x="1008" y="1355"/>
                </a:lnTo>
                <a:cubicBezTo>
                  <a:pt x="1418" y="1355"/>
                  <a:pt x="1670" y="1670"/>
                  <a:pt x="1670" y="2048"/>
                </a:cubicBezTo>
                <a:cubicBezTo>
                  <a:pt x="1670" y="2426"/>
                  <a:pt x="1355" y="2710"/>
                  <a:pt x="1008" y="2710"/>
                </a:cubicBezTo>
                <a:lnTo>
                  <a:pt x="347" y="2710"/>
                </a:lnTo>
                <a:cubicBezTo>
                  <a:pt x="221" y="2710"/>
                  <a:pt x="95" y="2773"/>
                  <a:pt x="32" y="2899"/>
                </a:cubicBezTo>
                <a:cubicBezTo>
                  <a:pt x="0" y="3025"/>
                  <a:pt x="0" y="3151"/>
                  <a:pt x="63" y="3245"/>
                </a:cubicBezTo>
                <a:cubicBezTo>
                  <a:pt x="410" y="3781"/>
                  <a:pt x="1040" y="4096"/>
                  <a:pt x="1701" y="4096"/>
                </a:cubicBezTo>
                <a:cubicBezTo>
                  <a:pt x="2615" y="4096"/>
                  <a:pt x="3371" y="3497"/>
                  <a:pt x="3655" y="2710"/>
                </a:cubicBezTo>
                <a:lnTo>
                  <a:pt x="8065" y="2710"/>
                </a:lnTo>
                <a:cubicBezTo>
                  <a:pt x="8317" y="3497"/>
                  <a:pt x="9073" y="4096"/>
                  <a:pt x="9987" y="4096"/>
                </a:cubicBezTo>
                <a:cubicBezTo>
                  <a:pt x="10649" y="4096"/>
                  <a:pt x="11247" y="3781"/>
                  <a:pt x="11594" y="3245"/>
                </a:cubicBezTo>
                <a:cubicBezTo>
                  <a:pt x="11688" y="3119"/>
                  <a:pt x="11688" y="3025"/>
                  <a:pt x="11625" y="2899"/>
                </a:cubicBezTo>
                <a:cubicBezTo>
                  <a:pt x="11594" y="2773"/>
                  <a:pt x="11468" y="2710"/>
                  <a:pt x="11310" y="2710"/>
                </a:cubicBezTo>
                <a:lnTo>
                  <a:pt x="10649" y="2710"/>
                </a:lnTo>
                <a:cubicBezTo>
                  <a:pt x="10271" y="2710"/>
                  <a:pt x="9987" y="2395"/>
                  <a:pt x="9987" y="2048"/>
                </a:cubicBezTo>
                <a:cubicBezTo>
                  <a:pt x="9987" y="1670"/>
                  <a:pt x="10302" y="1355"/>
                  <a:pt x="10649" y="1355"/>
                </a:cubicBezTo>
                <a:lnTo>
                  <a:pt x="11310" y="1355"/>
                </a:lnTo>
                <a:cubicBezTo>
                  <a:pt x="11436" y="1355"/>
                  <a:pt x="11562" y="1292"/>
                  <a:pt x="11625" y="1166"/>
                </a:cubicBezTo>
                <a:cubicBezTo>
                  <a:pt x="11688" y="1040"/>
                  <a:pt x="11688" y="945"/>
                  <a:pt x="11594" y="819"/>
                </a:cubicBezTo>
                <a:cubicBezTo>
                  <a:pt x="11247" y="315"/>
                  <a:pt x="10649" y="0"/>
                  <a:pt x="9987" y="0"/>
                </a:cubicBezTo>
                <a:cubicBezTo>
                  <a:pt x="9073" y="0"/>
                  <a:pt x="8349" y="567"/>
                  <a:pt x="8065" y="1355"/>
                </a:cubicBezTo>
                <a:lnTo>
                  <a:pt x="3655" y="1355"/>
                </a:lnTo>
                <a:cubicBezTo>
                  <a:pt x="3371" y="567"/>
                  <a:pt x="2615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" name="Google Shape;976;p17"/>
          <p:cNvSpPr/>
          <p:nvPr/>
        </p:nvSpPr>
        <p:spPr>
          <a:xfrm>
            <a:off x="1258077" y="1730340"/>
            <a:ext cx="88525" cy="88525"/>
          </a:xfrm>
          <a:custGeom>
            <a:rect b="b" l="l" r="r" t="t"/>
            <a:pathLst>
              <a:path extrusionOk="0" h="2742" w="2742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1"/>
                  <a:pt x="630" y="2741"/>
                  <a:pt x="1355" y="2741"/>
                </a:cubicBezTo>
                <a:cubicBezTo>
                  <a:pt x="2111" y="2741"/>
                  <a:pt x="2741" y="2111"/>
                  <a:pt x="2741" y="1387"/>
                </a:cubicBezTo>
                <a:cubicBezTo>
                  <a:pt x="2741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" name="Google Shape;977;p17"/>
          <p:cNvSpPr/>
          <p:nvPr/>
        </p:nvSpPr>
        <p:spPr>
          <a:xfrm>
            <a:off x="1214330" y="1841208"/>
            <a:ext cx="175986" cy="154645"/>
          </a:xfrm>
          <a:custGeom>
            <a:rect b="b" l="l" r="r" t="t"/>
            <a:pathLst>
              <a:path extrusionOk="0" h="4790" w="5451">
                <a:moveTo>
                  <a:pt x="2710" y="1"/>
                </a:moveTo>
                <a:cubicBezTo>
                  <a:pt x="1387" y="1"/>
                  <a:pt x="253" y="1009"/>
                  <a:pt x="32" y="2300"/>
                </a:cubicBezTo>
                <a:cubicBezTo>
                  <a:pt x="1" y="2521"/>
                  <a:pt x="158" y="2710"/>
                  <a:pt x="410" y="2710"/>
                </a:cubicBezTo>
                <a:lnTo>
                  <a:pt x="2395" y="2710"/>
                </a:lnTo>
                <a:lnTo>
                  <a:pt x="2395" y="4789"/>
                </a:lnTo>
                <a:lnTo>
                  <a:pt x="3088" y="4789"/>
                </a:lnTo>
                <a:lnTo>
                  <a:pt x="3088" y="2710"/>
                </a:lnTo>
                <a:lnTo>
                  <a:pt x="5073" y="2710"/>
                </a:lnTo>
                <a:cubicBezTo>
                  <a:pt x="5293" y="2710"/>
                  <a:pt x="5451" y="2521"/>
                  <a:pt x="5451" y="2300"/>
                </a:cubicBezTo>
                <a:cubicBezTo>
                  <a:pt x="5230" y="977"/>
                  <a:pt x="4096" y="1"/>
                  <a:pt x="27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8" name="Google Shape;978;p17"/>
          <p:cNvSpPr/>
          <p:nvPr/>
        </p:nvSpPr>
        <p:spPr>
          <a:xfrm>
            <a:off x="1314527" y="2458616"/>
            <a:ext cx="108865" cy="109898"/>
          </a:xfrm>
          <a:custGeom>
            <a:rect b="b" l="l" r="r" t="t"/>
            <a:pathLst>
              <a:path extrusionOk="0" h="3404" w="3372">
                <a:moveTo>
                  <a:pt x="3025" y="1"/>
                </a:moveTo>
                <a:cubicBezTo>
                  <a:pt x="2836" y="1"/>
                  <a:pt x="2678" y="159"/>
                  <a:pt x="2678" y="348"/>
                </a:cubicBezTo>
                <a:lnTo>
                  <a:pt x="2678" y="1041"/>
                </a:lnTo>
                <a:cubicBezTo>
                  <a:pt x="2678" y="1576"/>
                  <a:pt x="2206" y="2049"/>
                  <a:pt x="1639" y="2049"/>
                </a:cubicBezTo>
                <a:lnTo>
                  <a:pt x="1103" y="2049"/>
                </a:lnTo>
                <a:lnTo>
                  <a:pt x="1229" y="1923"/>
                </a:lnTo>
                <a:cubicBezTo>
                  <a:pt x="1387" y="1860"/>
                  <a:pt x="1387" y="1608"/>
                  <a:pt x="1261" y="1513"/>
                </a:cubicBezTo>
                <a:cubicBezTo>
                  <a:pt x="1198" y="1450"/>
                  <a:pt x="1111" y="1419"/>
                  <a:pt x="1024" y="1419"/>
                </a:cubicBezTo>
                <a:cubicBezTo>
                  <a:pt x="938" y="1419"/>
                  <a:pt x="851" y="1450"/>
                  <a:pt x="788" y="1513"/>
                </a:cubicBezTo>
                <a:lnTo>
                  <a:pt x="127" y="2175"/>
                </a:lnTo>
                <a:cubicBezTo>
                  <a:pt x="1" y="2301"/>
                  <a:pt x="1" y="2521"/>
                  <a:pt x="127" y="2647"/>
                </a:cubicBezTo>
                <a:lnTo>
                  <a:pt x="788" y="3309"/>
                </a:lnTo>
                <a:cubicBezTo>
                  <a:pt x="851" y="3372"/>
                  <a:pt x="938" y="3404"/>
                  <a:pt x="1024" y="3404"/>
                </a:cubicBezTo>
                <a:cubicBezTo>
                  <a:pt x="1111" y="3404"/>
                  <a:pt x="1198" y="3372"/>
                  <a:pt x="1261" y="3309"/>
                </a:cubicBezTo>
                <a:cubicBezTo>
                  <a:pt x="1387" y="3183"/>
                  <a:pt x="1387" y="2962"/>
                  <a:pt x="1261" y="2836"/>
                </a:cubicBezTo>
                <a:lnTo>
                  <a:pt x="1135" y="2710"/>
                </a:lnTo>
                <a:lnTo>
                  <a:pt x="1702" y="2710"/>
                </a:lnTo>
                <a:cubicBezTo>
                  <a:pt x="2647" y="2710"/>
                  <a:pt x="3372" y="1986"/>
                  <a:pt x="3372" y="1041"/>
                </a:cubicBezTo>
                <a:lnTo>
                  <a:pt x="3372" y="348"/>
                </a:lnTo>
                <a:cubicBezTo>
                  <a:pt x="3372" y="159"/>
                  <a:pt x="3214" y="1"/>
                  <a:pt x="30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9" name="Google Shape;979;p17"/>
          <p:cNvSpPr/>
          <p:nvPr/>
        </p:nvSpPr>
        <p:spPr>
          <a:xfrm>
            <a:off x="1182287" y="2195201"/>
            <a:ext cx="108865" cy="109866"/>
          </a:xfrm>
          <a:custGeom>
            <a:rect b="b" l="l" r="r" t="t"/>
            <a:pathLst>
              <a:path extrusionOk="0" h="3403" w="3372">
                <a:moveTo>
                  <a:pt x="2360" y="0"/>
                </a:moveTo>
                <a:cubicBezTo>
                  <a:pt x="2269" y="0"/>
                  <a:pt x="2175" y="32"/>
                  <a:pt x="2112" y="95"/>
                </a:cubicBezTo>
                <a:cubicBezTo>
                  <a:pt x="2017" y="221"/>
                  <a:pt x="2017" y="441"/>
                  <a:pt x="2112" y="567"/>
                </a:cubicBezTo>
                <a:lnTo>
                  <a:pt x="2238" y="693"/>
                </a:lnTo>
                <a:lnTo>
                  <a:pt x="1702" y="693"/>
                </a:lnTo>
                <a:cubicBezTo>
                  <a:pt x="757" y="693"/>
                  <a:pt x="1" y="1418"/>
                  <a:pt x="1" y="2363"/>
                </a:cubicBezTo>
                <a:lnTo>
                  <a:pt x="1" y="3056"/>
                </a:lnTo>
                <a:cubicBezTo>
                  <a:pt x="1" y="3245"/>
                  <a:pt x="158" y="3403"/>
                  <a:pt x="347" y="3403"/>
                </a:cubicBezTo>
                <a:cubicBezTo>
                  <a:pt x="536" y="3403"/>
                  <a:pt x="694" y="3245"/>
                  <a:pt x="694" y="3056"/>
                </a:cubicBezTo>
                <a:lnTo>
                  <a:pt x="694" y="2332"/>
                </a:lnTo>
                <a:cubicBezTo>
                  <a:pt x="694" y="1796"/>
                  <a:pt x="1167" y="1292"/>
                  <a:pt x="1734" y="1292"/>
                </a:cubicBezTo>
                <a:lnTo>
                  <a:pt x="2269" y="1292"/>
                </a:lnTo>
                <a:lnTo>
                  <a:pt x="2175" y="1418"/>
                </a:lnTo>
                <a:cubicBezTo>
                  <a:pt x="2017" y="1544"/>
                  <a:pt x="2017" y="1733"/>
                  <a:pt x="2112" y="1891"/>
                </a:cubicBezTo>
                <a:cubicBezTo>
                  <a:pt x="2175" y="1954"/>
                  <a:pt x="2269" y="1985"/>
                  <a:pt x="2360" y="1985"/>
                </a:cubicBezTo>
                <a:cubicBezTo>
                  <a:pt x="2450" y="1985"/>
                  <a:pt x="2537" y="1954"/>
                  <a:pt x="2584" y="1891"/>
                </a:cubicBezTo>
                <a:lnTo>
                  <a:pt x="3277" y="1229"/>
                </a:lnTo>
                <a:cubicBezTo>
                  <a:pt x="3372" y="1103"/>
                  <a:pt x="3372" y="882"/>
                  <a:pt x="3277" y="756"/>
                </a:cubicBezTo>
                <a:lnTo>
                  <a:pt x="2584" y="95"/>
                </a:lnTo>
                <a:cubicBezTo>
                  <a:pt x="2537" y="32"/>
                  <a:pt x="2450" y="0"/>
                  <a:pt x="23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" name="Google Shape;980;p17"/>
          <p:cNvSpPr/>
          <p:nvPr/>
        </p:nvSpPr>
        <p:spPr>
          <a:xfrm>
            <a:off x="1115166" y="2325375"/>
            <a:ext cx="177019" cy="45812"/>
          </a:xfrm>
          <a:custGeom>
            <a:rect b="b" l="l" r="r" t="t"/>
            <a:pathLst>
              <a:path extrusionOk="0" h="1419" w="5483">
                <a:moveTo>
                  <a:pt x="1009" y="1"/>
                </a:moveTo>
                <a:cubicBezTo>
                  <a:pt x="473" y="1"/>
                  <a:pt x="1" y="473"/>
                  <a:pt x="1" y="1072"/>
                </a:cubicBezTo>
                <a:lnTo>
                  <a:pt x="1" y="1419"/>
                </a:lnTo>
                <a:lnTo>
                  <a:pt x="5482" y="1419"/>
                </a:lnTo>
                <a:lnTo>
                  <a:pt x="5482" y="1072"/>
                </a:lnTo>
                <a:lnTo>
                  <a:pt x="5451" y="1072"/>
                </a:lnTo>
                <a:cubicBezTo>
                  <a:pt x="5451" y="505"/>
                  <a:pt x="5010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" name="Google Shape;981;p17"/>
          <p:cNvSpPr/>
          <p:nvPr/>
        </p:nvSpPr>
        <p:spPr>
          <a:xfrm>
            <a:off x="1115166" y="2392528"/>
            <a:ext cx="175986" cy="110899"/>
          </a:xfrm>
          <a:custGeom>
            <a:rect b="b" l="l" r="r" t="t"/>
            <a:pathLst>
              <a:path extrusionOk="0" h="3435" w="5451">
                <a:moveTo>
                  <a:pt x="1" y="0"/>
                </a:moveTo>
                <a:lnTo>
                  <a:pt x="1" y="3434"/>
                </a:lnTo>
                <a:lnTo>
                  <a:pt x="5451" y="3434"/>
                </a:lnTo>
                <a:lnTo>
                  <a:pt x="54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" name="Google Shape;982;p17"/>
          <p:cNvSpPr/>
          <p:nvPr/>
        </p:nvSpPr>
        <p:spPr>
          <a:xfrm>
            <a:off x="1115166" y="2524736"/>
            <a:ext cx="175986" cy="44779"/>
          </a:xfrm>
          <a:custGeom>
            <a:rect b="b" l="l" r="r" t="t"/>
            <a:pathLst>
              <a:path extrusionOk="0" h="1387" w="5451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10" y="1387"/>
                  <a:pt x="1009" y="1387"/>
                </a:cubicBezTo>
                <a:lnTo>
                  <a:pt x="4443" y="1387"/>
                </a:lnTo>
                <a:cubicBezTo>
                  <a:pt x="4978" y="1387"/>
                  <a:pt x="5451" y="914"/>
                  <a:pt x="5451" y="347"/>
                </a:cubicBezTo>
                <a:lnTo>
                  <a:pt x="54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3" name="Google Shape;983;p17"/>
          <p:cNvSpPr/>
          <p:nvPr/>
        </p:nvSpPr>
        <p:spPr>
          <a:xfrm>
            <a:off x="1314527" y="2193167"/>
            <a:ext cx="177019" cy="43746"/>
          </a:xfrm>
          <a:custGeom>
            <a:rect b="b" l="l" r="r" t="t"/>
            <a:pathLst>
              <a:path extrusionOk="0" h="1355" w="5483"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1355"/>
                </a:lnTo>
                <a:lnTo>
                  <a:pt x="5482" y="1355"/>
                </a:lnTo>
                <a:lnTo>
                  <a:pt x="5482" y="1008"/>
                </a:lnTo>
                <a:cubicBezTo>
                  <a:pt x="5482" y="473"/>
                  <a:pt x="5010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17"/>
          <p:cNvSpPr/>
          <p:nvPr/>
        </p:nvSpPr>
        <p:spPr>
          <a:xfrm>
            <a:off x="1313527" y="2259287"/>
            <a:ext cx="175986" cy="110899"/>
          </a:xfrm>
          <a:custGeom>
            <a:rect b="b" l="l" r="r" t="t"/>
            <a:pathLst>
              <a:path extrusionOk="0" h="3435" w="5451">
                <a:moveTo>
                  <a:pt x="0" y="0"/>
                </a:moveTo>
                <a:lnTo>
                  <a:pt x="0" y="3434"/>
                </a:lnTo>
                <a:lnTo>
                  <a:pt x="5450" y="3434"/>
                </a:ln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" name="Google Shape;985;p17"/>
          <p:cNvSpPr/>
          <p:nvPr/>
        </p:nvSpPr>
        <p:spPr>
          <a:xfrm>
            <a:off x="1313527" y="2392528"/>
            <a:ext cx="175986" cy="45780"/>
          </a:xfrm>
          <a:custGeom>
            <a:rect b="b" l="l" r="r" t="t"/>
            <a:pathLst>
              <a:path extrusionOk="0" h="1418" w="5451">
                <a:moveTo>
                  <a:pt x="0" y="0"/>
                </a:moveTo>
                <a:lnTo>
                  <a:pt x="0" y="347"/>
                </a:lnTo>
                <a:cubicBezTo>
                  <a:pt x="0" y="914"/>
                  <a:pt x="473" y="1418"/>
                  <a:pt x="1008" y="1418"/>
                </a:cubicBezTo>
                <a:lnTo>
                  <a:pt x="4442" y="1418"/>
                </a:lnTo>
                <a:cubicBezTo>
                  <a:pt x="4978" y="1418"/>
                  <a:pt x="5450" y="945"/>
                  <a:pt x="5450" y="347"/>
                </a:cubicBez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" name="Google Shape;986;p17"/>
          <p:cNvSpPr/>
          <p:nvPr/>
        </p:nvSpPr>
        <p:spPr>
          <a:xfrm>
            <a:off x="3738643" y="1304659"/>
            <a:ext cx="108865" cy="109898"/>
          </a:xfrm>
          <a:custGeom>
            <a:rect b="b" l="l" r="r" t="t"/>
            <a:pathLst>
              <a:path extrusionOk="0" h="3404" w="337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09" y="694"/>
                </a:lnTo>
                <a:cubicBezTo>
                  <a:pt x="1576" y="694"/>
                  <a:pt x="2049" y="1166"/>
                  <a:pt x="2049" y="1733"/>
                </a:cubicBezTo>
                <a:lnTo>
                  <a:pt x="2049" y="2269"/>
                </a:lnTo>
                <a:lnTo>
                  <a:pt x="1923" y="2175"/>
                </a:lnTo>
                <a:cubicBezTo>
                  <a:pt x="1860" y="2112"/>
                  <a:pt x="1773" y="2080"/>
                  <a:pt x="1686" y="2080"/>
                </a:cubicBezTo>
                <a:cubicBezTo>
                  <a:pt x="1600" y="2080"/>
                  <a:pt x="1513" y="2112"/>
                  <a:pt x="1450" y="2175"/>
                </a:cubicBezTo>
                <a:cubicBezTo>
                  <a:pt x="1324" y="2269"/>
                  <a:pt x="1324" y="2521"/>
                  <a:pt x="1450" y="2647"/>
                </a:cubicBezTo>
                <a:lnTo>
                  <a:pt x="2112" y="3309"/>
                </a:lnTo>
                <a:cubicBezTo>
                  <a:pt x="2175" y="3372"/>
                  <a:pt x="2269" y="3403"/>
                  <a:pt x="2360" y="3403"/>
                </a:cubicBezTo>
                <a:cubicBezTo>
                  <a:pt x="2450" y="3403"/>
                  <a:pt x="2537" y="3372"/>
                  <a:pt x="2584" y="3309"/>
                </a:cubicBezTo>
                <a:lnTo>
                  <a:pt x="3277" y="2647"/>
                </a:lnTo>
                <a:cubicBezTo>
                  <a:pt x="3372" y="2521"/>
                  <a:pt x="3372" y="2269"/>
                  <a:pt x="3277" y="2175"/>
                </a:cubicBezTo>
                <a:cubicBezTo>
                  <a:pt x="3214" y="2112"/>
                  <a:pt x="3120" y="2080"/>
                  <a:pt x="3029" y="2080"/>
                </a:cubicBezTo>
                <a:cubicBezTo>
                  <a:pt x="2939" y="2080"/>
                  <a:pt x="2852" y="2112"/>
                  <a:pt x="2805" y="2175"/>
                </a:cubicBezTo>
                <a:lnTo>
                  <a:pt x="2679" y="2269"/>
                </a:lnTo>
                <a:lnTo>
                  <a:pt x="2679" y="1733"/>
                </a:lnTo>
                <a:cubicBezTo>
                  <a:pt x="2742" y="788"/>
                  <a:pt x="1954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" name="Google Shape;987;p17"/>
          <p:cNvSpPr/>
          <p:nvPr/>
        </p:nvSpPr>
        <p:spPr>
          <a:xfrm>
            <a:off x="3585062" y="1526394"/>
            <a:ext cx="109866" cy="109898"/>
          </a:xfrm>
          <a:custGeom>
            <a:rect b="b" l="l" r="r" t="t"/>
            <a:pathLst>
              <a:path extrusionOk="0" h="3404" w="3403">
                <a:moveTo>
                  <a:pt x="1013" y="1"/>
                </a:moveTo>
                <a:cubicBezTo>
                  <a:pt x="922" y="1"/>
                  <a:pt x="835" y="32"/>
                  <a:pt x="788" y="95"/>
                </a:cubicBezTo>
                <a:lnTo>
                  <a:pt x="127" y="757"/>
                </a:lnTo>
                <a:cubicBezTo>
                  <a:pt x="1" y="883"/>
                  <a:pt x="1" y="1135"/>
                  <a:pt x="127" y="1229"/>
                </a:cubicBezTo>
                <a:cubicBezTo>
                  <a:pt x="174" y="1292"/>
                  <a:pt x="260" y="1324"/>
                  <a:pt x="351" y="1324"/>
                </a:cubicBezTo>
                <a:cubicBezTo>
                  <a:pt x="442" y="1324"/>
                  <a:pt x="536" y="1292"/>
                  <a:pt x="599" y="1229"/>
                </a:cubicBezTo>
                <a:lnTo>
                  <a:pt x="694" y="1135"/>
                </a:lnTo>
                <a:lnTo>
                  <a:pt x="694" y="1671"/>
                </a:lnTo>
                <a:cubicBezTo>
                  <a:pt x="694" y="2616"/>
                  <a:pt x="1450" y="3372"/>
                  <a:pt x="2395" y="3372"/>
                </a:cubicBezTo>
                <a:lnTo>
                  <a:pt x="3057" y="3372"/>
                </a:lnTo>
                <a:lnTo>
                  <a:pt x="3057" y="3403"/>
                </a:lnTo>
                <a:cubicBezTo>
                  <a:pt x="3246" y="3403"/>
                  <a:pt x="3403" y="3246"/>
                  <a:pt x="3403" y="3057"/>
                </a:cubicBezTo>
                <a:cubicBezTo>
                  <a:pt x="3403" y="2868"/>
                  <a:pt x="3246" y="2710"/>
                  <a:pt x="3057" y="2710"/>
                </a:cubicBezTo>
                <a:lnTo>
                  <a:pt x="2363" y="2710"/>
                </a:lnTo>
                <a:cubicBezTo>
                  <a:pt x="1796" y="2710"/>
                  <a:pt x="1324" y="2238"/>
                  <a:pt x="1324" y="1671"/>
                </a:cubicBezTo>
                <a:lnTo>
                  <a:pt x="1324" y="1135"/>
                </a:lnTo>
                <a:lnTo>
                  <a:pt x="1450" y="1229"/>
                </a:lnTo>
                <a:cubicBezTo>
                  <a:pt x="1513" y="1292"/>
                  <a:pt x="1599" y="1324"/>
                  <a:pt x="1686" y="1324"/>
                </a:cubicBezTo>
                <a:cubicBezTo>
                  <a:pt x="1773" y="1324"/>
                  <a:pt x="1859" y="1292"/>
                  <a:pt x="1922" y="1229"/>
                </a:cubicBezTo>
                <a:cubicBezTo>
                  <a:pt x="2048" y="1135"/>
                  <a:pt x="2048" y="883"/>
                  <a:pt x="1922" y="757"/>
                </a:cubicBezTo>
                <a:lnTo>
                  <a:pt x="1261" y="95"/>
                </a:lnTo>
                <a:cubicBezTo>
                  <a:pt x="1198" y="32"/>
                  <a:pt x="1103" y="1"/>
                  <a:pt x="10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" name="Google Shape;988;p17"/>
          <p:cNvSpPr/>
          <p:nvPr/>
        </p:nvSpPr>
        <p:spPr>
          <a:xfrm>
            <a:off x="3494534" y="1260944"/>
            <a:ext cx="266513" cy="198359"/>
          </a:xfrm>
          <a:custGeom>
            <a:rect b="b" l="l" r="r" t="t"/>
            <a:pathLst>
              <a:path extrusionOk="0" h="6144" w="8255">
                <a:moveTo>
                  <a:pt x="4191" y="0"/>
                </a:moveTo>
                <a:cubicBezTo>
                  <a:pt x="2300" y="0"/>
                  <a:pt x="757" y="1544"/>
                  <a:pt x="757" y="3434"/>
                </a:cubicBezTo>
                <a:lnTo>
                  <a:pt x="757" y="3529"/>
                </a:lnTo>
                <a:cubicBezTo>
                  <a:pt x="347" y="3686"/>
                  <a:pt x="95" y="4033"/>
                  <a:pt x="95" y="4474"/>
                </a:cubicBezTo>
                <a:lnTo>
                  <a:pt x="95" y="5135"/>
                </a:lnTo>
                <a:cubicBezTo>
                  <a:pt x="1" y="5671"/>
                  <a:pt x="473" y="6143"/>
                  <a:pt x="1009" y="6143"/>
                </a:cubicBezTo>
                <a:cubicBezTo>
                  <a:pt x="1135" y="6143"/>
                  <a:pt x="1261" y="6112"/>
                  <a:pt x="1387" y="6080"/>
                </a:cubicBezTo>
                <a:lnTo>
                  <a:pt x="1387" y="3403"/>
                </a:lnTo>
                <a:cubicBezTo>
                  <a:pt x="1387" y="1890"/>
                  <a:pt x="2647" y="630"/>
                  <a:pt x="4128" y="630"/>
                </a:cubicBezTo>
                <a:cubicBezTo>
                  <a:pt x="5640" y="630"/>
                  <a:pt x="6900" y="1890"/>
                  <a:pt x="6900" y="3403"/>
                </a:cubicBezTo>
                <a:lnTo>
                  <a:pt x="6900" y="6080"/>
                </a:lnTo>
                <a:cubicBezTo>
                  <a:pt x="6995" y="6112"/>
                  <a:pt x="7121" y="6143"/>
                  <a:pt x="7247" y="6143"/>
                </a:cubicBezTo>
                <a:cubicBezTo>
                  <a:pt x="7782" y="6143"/>
                  <a:pt x="8255" y="5671"/>
                  <a:pt x="8255" y="5135"/>
                </a:cubicBezTo>
                <a:lnTo>
                  <a:pt x="8255" y="4474"/>
                </a:lnTo>
                <a:cubicBezTo>
                  <a:pt x="8255" y="4033"/>
                  <a:pt x="8003" y="3623"/>
                  <a:pt x="7593" y="3529"/>
                </a:cubicBezTo>
                <a:lnTo>
                  <a:pt x="7593" y="3434"/>
                </a:lnTo>
                <a:cubicBezTo>
                  <a:pt x="7593" y="1544"/>
                  <a:pt x="6050" y="0"/>
                  <a:pt x="41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" name="Google Shape;989;p17"/>
          <p:cNvSpPr/>
          <p:nvPr/>
        </p:nvSpPr>
        <p:spPr>
          <a:xfrm>
            <a:off x="3561656" y="1327032"/>
            <a:ext cx="135306" cy="67508"/>
          </a:xfrm>
          <a:custGeom>
            <a:rect b="b" l="l" r="r" t="t"/>
            <a:pathLst>
              <a:path extrusionOk="0" h="2091" w="4191">
                <a:moveTo>
                  <a:pt x="1734" y="1"/>
                </a:moveTo>
                <a:cubicBezTo>
                  <a:pt x="789" y="1"/>
                  <a:pt x="1" y="757"/>
                  <a:pt x="1" y="1702"/>
                </a:cubicBezTo>
                <a:lnTo>
                  <a:pt x="1" y="2049"/>
                </a:lnTo>
                <a:lnTo>
                  <a:pt x="1230" y="2049"/>
                </a:lnTo>
                <a:cubicBezTo>
                  <a:pt x="1545" y="2049"/>
                  <a:pt x="1891" y="2049"/>
                  <a:pt x="2017" y="1986"/>
                </a:cubicBezTo>
                <a:cubicBezTo>
                  <a:pt x="2049" y="1954"/>
                  <a:pt x="2080" y="1828"/>
                  <a:pt x="2080" y="1734"/>
                </a:cubicBezTo>
                <a:cubicBezTo>
                  <a:pt x="2080" y="1545"/>
                  <a:pt x="2238" y="1387"/>
                  <a:pt x="2458" y="1387"/>
                </a:cubicBezTo>
                <a:cubicBezTo>
                  <a:pt x="2647" y="1387"/>
                  <a:pt x="2805" y="1545"/>
                  <a:pt x="2805" y="1734"/>
                </a:cubicBezTo>
                <a:cubicBezTo>
                  <a:pt x="2805" y="1828"/>
                  <a:pt x="2805" y="1954"/>
                  <a:pt x="2868" y="1986"/>
                </a:cubicBezTo>
                <a:cubicBezTo>
                  <a:pt x="2942" y="2059"/>
                  <a:pt x="3091" y="2090"/>
                  <a:pt x="3266" y="2090"/>
                </a:cubicBezTo>
                <a:cubicBezTo>
                  <a:pt x="3389" y="2090"/>
                  <a:pt x="3525" y="2075"/>
                  <a:pt x="3656" y="2049"/>
                </a:cubicBezTo>
                <a:lnTo>
                  <a:pt x="4191" y="2049"/>
                </a:lnTo>
                <a:lnTo>
                  <a:pt x="4191" y="1702"/>
                </a:lnTo>
                <a:lnTo>
                  <a:pt x="4128" y="1702"/>
                </a:lnTo>
                <a:cubicBezTo>
                  <a:pt x="4128" y="757"/>
                  <a:pt x="3340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0" name="Google Shape;990;p17"/>
          <p:cNvSpPr/>
          <p:nvPr/>
        </p:nvSpPr>
        <p:spPr>
          <a:xfrm>
            <a:off x="3561656" y="1407390"/>
            <a:ext cx="135306" cy="95660"/>
          </a:xfrm>
          <a:custGeom>
            <a:rect b="b" l="l" r="r" t="t"/>
            <a:pathLst>
              <a:path extrusionOk="0" h="2963" w="4191">
                <a:moveTo>
                  <a:pt x="2395" y="1"/>
                </a:moveTo>
                <a:cubicBezTo>
                  <a:pt x="2080" y="253"/>
                  <a:pt x="1671" y="253"/>
                  <a:pt x="1230" y="253"/>
                </a:cubicBezTo>
                <a:lnTo>
                  <a:pt x="1" y="253"/>
                </a:lnTo>
                <a:lnTo>
                  <a:pt x="1" y="914"/>
                </a:lnTo>
                <a:cubicBezTo>
                  <a:pt x="1" y="2049"/>
                  <a:pt x="946" y="2962"/>
                  <a:pt x="2112" y="2962"/>
                </a:cubicBezTo>
                <a:cubicBezTo>
                  <a:pt x="3246" y="2962"/>
                  <a:pt x="4191" y="2049"/>
                  <a:pt x="4191" y="914"/>
                </a:cubicBezTo>
                <a:lnTo>
                  <a:pt x="4191" y="253"/>
                </a:lnTo>
                <a:lnTo>
                  <a:pt x="3466" y="253"/>
                </a:lnTo>
                <a:cubicBezTo>
                  <a:pt x="3088" y="253"/>
                  <a:pt x="2679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" name="Google Shape;991;p17"/>
          <p:cNvSpPr/>
          <p:nvPr/>
        </p:nvSpPr>
        <p:spPr>
          <a:xfrm>
            <a:off x="3739677" y="1459273"/>
            <a:ext cx="135306" cy="67476"/>
          </a:xfrm>
          <a:custGeom>
            <a:rect b="b" l="l" r="r" t="t"/>
            <a:pathLst>
              <a:path extrusionOk="0" h="2090" w="4191">
                <a:moveTo>
                  <a:pt x="1702" y="0"/>
                </a:moveTo>
                <a:cubicBezTo>
                  <a:pt x="756" y="0"/>
                  <a:pt x="0" y="757"/>
                  <a:pt x="0" y="1702"/>
                </a:cubicBezTo>
                <a:lnTo>
                  <a:pt x="0" y="2048"/>
                </a:lnTo>
                <a:lnTo>
                  <a:pt x="1229" y="2048"/>
                </a:lnTo>
                <a:cubicBezTo>
                  <a:pt x="1544" y="2048"/>
                  <a:pt x="1891" y="2048"/>
                  <a:pt x="2017" y="1985"/>
                </a:cubicBezTo>
                <a:cubicBezTo>
                  <a:pt x="2048" y="1954"/>
                  <a:pt x="2080" y="1828"/>
                  <a:pt x="2080" y="1733"/>
                </a:cubicBezTo>
                <a:cubicBezTo>
                  <a:pt x="2080" y="1544"/>
                  <a:pt x="2237" y="1387"/>
                  <a:pt x="2458" y="1387"/>
                </a:cubicBezTo>
                <a:cubicBezTo>
                  <a:pt x="2647" y="1387"/>
                  <a:pt x="2804" y="1544"/>
                  <a:pt x="2804" y="1733"/>
                </a:cubicBezTo>
                <a:cubicBezTo>
                  <a:pt x="2804" y="1828"/>
                  <a:pt x="2804" y="1954"/>
                  <a:pt x="2867" y="1985"/>
                </a:cubicBezTo>
                <a:cubicBezTo>
                  <a:pt x="2941" y="2059"/>
                  <a:pt x="3091" y="2090"/>
                  <a:pt x="3265" y="2090"/>
                </a:cubicBezTo>
                <a:cubicBezTo>
                  <a:pt x="3388" y="2090"/>
                  <a:pt x="3524" y="2074"/>
                  <a:pt x="3655" y="2048"/>
                </a:cubicBezTo>
                <a:lnTo>
                  <a:pt x="4190" y="2048"/>
                </a:lnTo>
                <a:lnTo>
                  <a:pt x="4190" y="1702"/>
                </a:lnTo>
                <a:cubicBezTo>
                  <a:pt x="4096" y="757"/>
                  <a:pt x="3308" y="0"/>
                  <a:pt x="2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" name="Google Shape;992;p17"/>
          <p:cNvSpPr/>
          <p:nvPr/>
        </p:nvSpPr>
        <p:spPr>
          <a:xfrm>
            <a:off x="3738643" y="1539631"/>
            <a:ext cx="132272" cy="96661"/>
          </a:xfrm>
          <a:custGeom>
            <a:rect b="b" l="l" r="r" t="t"/>
            <a:pathLst>
              <a:path extrusionOk="0" h="2994" w="4097">
                <a:moveTo>
                  <a:pt x="2395" y="0"/>
                </a:moveTo>
                <a:cubicBezTo>
                  <a:pt x="2080" y="252"/>
                  <a:pt x="1639" y="252"/>
                  <a:pt x="1230" y="252"/>
                </a:cubicBezTo>
                <a:lnTo>
                  <a:pt x="1" y="252"/>
                </a:lnTo>
                <a:lnTo>
                  <a:pt x="1" y="914"/>
                </a:lnTo>
                <a:cubicBezTo>
                  <a:pt x="1" y="2048"/>
                  <a:pt x="914" y="2993"/>
                  <a:pt x="2049" y="2993"/>
                </a:cubicBezTo>
                <a:cubicBezTo>
                  <a:pt x="3183" y="2993"/>
                  <a:pt x="4096" y="2048"/>
                  <a:pt x="4096" y="914"/>
                </a:cubicBezTo>
                <a:lnTo>
                  <a:pt x="4096" y="252"/>
                </a:lnTo>
                <a:lnTo>
                  <a:pt x="3435" y="252"/>
                </a:lnTo>
                <a:cubicBezTo>
                  <a:pt x="3025" y="252"/>
                  <a:pt x="2679" y="189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3" name="Google Shape;993;p17"/>
          <p:cNvSpPr/>
          <p:nvPr/>
        </p:nvSpPr>
        <p:spPr>
          <a:xfrm>
            <a:off x="3495566" y="1926651"/>
            <a:ext cx="183088" cy="180053"/>
          </a:xfrm>
          <a:custGeom>
            <a:rect b="b" l="l" r="r" t="t"/>
            <a:pathLst>
              <a:path extrusionOk="0" h="5577" w="5671">
                <a:moveTo>
                  <a:pt x="4190" y="1"/>
                </a:moveTo>
                <a:cubicBezTo>
                  <a:pt x="4001" y="316"/>
                  <a:pt x="3970" y="725"/>
                  <a:pt x="4127" y="1040"/>
                </a:cubicBezTo>
                <a:lnTo>
                  <a:pt x="3497" y="1670"/>
                </a:lnTo>
                <a:cubicBezTo>
                  <a:pt x="3345" y="1589"/>
                  <a:pt x="3194" y="1550"/>
                  <a:pt x="3047" y="1550"/>
                </a:cubicBezTo>
                <a:cubicBezTo>
                  <a:pt x="2797" y="1550"/>
                  <a:pt x="2561" y="1661"/>
                  <a:pt x="2363" y="1859"/>
                </a:cubicBezTo>
                <a:lnTo>
                  <a:pt x="378" y="3813"/>
                </a:lnTo>
                <a:cubicBezTo>
                  <a:pt x="0" y="4222"/>
                  <a:pt x="0" y="4884"/>
                  <a:pt x="378" y="5293"/>
                </a:cubicBezTo>
                <a:cubicBezTo>
                  <a:pt x="583" y="5482"/>
                  <a:pt x="851" y="5577"/>
                  <a:pt x="1115" y="5577"/>
                </a:cubicBezTo>
                <a:cubicBezTo>
                  <a:pt x="1378" y="5577"/>
                  <a:pt x="1638" y="5482"/>
                  <a:pt x="1827" y="5293"/>
                </a:cubicBezTo>
                <a:lnTo>
                  <a:pt x="3812" y="3309"/>
                </a:lnTo>
                <a:cubicBezTo>
                  <a:pt x="4096" y="3025"/>
                  <a:pt x="4190" y="2553"/>
                  <a:pt x="4001" y="2143"/>
                </a:cubicBezTo>
                <a:lnTo>
                  <a:pt x="4631" y="1513"/>
                </a:lnTo>
                <a:cubicBezTo>
                  <a:pt x="4789" y="1576"/>
                  <a:pt x="4915" y="1607"/>
                  <a:pt x="5072" y="1607"/>
                </a:cubicBezTo>
                <a:cubicBezTo>
                  <a:pt x="5261" y="1607"/>
                  <a:pt x="5450" y="1544"/>
                  <a:pt x="5671" y="1418"/>
                </a:cubicBezTo>
                <a:cubicBezTo>
                  <a:pt x="5041" y="1040"/>
                  <a:pt x="4568" y="568"/>
                  <a:pt x="41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" name="Google Shape;994;p17"/>
          <p:cNvSpPr/>
          <p:nvPr/>
        </p:nvSpPr>
        <p:spPr>
          <a:xfrm>
            <a:off x="3630842" y="1729323"/>
            <a:ext cx="243106" cy="242105"/>
          </a:xfrm>
          <a:custGeom>
            <a:rect b="b" l="l" r="r" t="t"/>
            <a:pathLst>
              <a:path extrusionOk="0" h="7499" w="7530">
                <a:moveTo>
                  <a:pt x="3718" y="1387"/>
                </a:moveTo>
                <a:cubicBezTo>
                  <a:pt x="4253" y="1387"/>
                  <a:pt x="4726" y="1859"/>
                  <a:pt x="4726" y="2427"/>
                </a:cubicBezTo>
                <a:cubicBezTo>
                  <a:pt x="4789" y="2805"/>
                  <a:pt x="4505" y="3214"/>
                  <a:pt x="4096" y="3372"/>
                </a:cubicBezTo>
                <a:lnTo>
                  <a:pt x="4096" y="3750"/>
                </a:lnTo>
                <a:cubicBezTo>
                  <a:pt x="4096" y="3939"/>
                  <a:pt x="3938" y="4096"/>
                  <a:pt x="3749" y="4096"/>
                </a:cubicBezTo>
                <a:cubicBezTo>
                  <a:pt x="3560" y="4096"/>
                  <a:pt x="3403" y="3939"/>
                  <a:pt x="3403" y="3750"/>
                </a:cubicBezTo>
                <a:lnTo>
                  <a:pt x="3403" y="3372"/>
                </a:lnTo>
                <a:cubicBezTo>
                  <a:pt x="3403" y="3088"/>
                  <a:pt x="3592" y="2805"/>
                  <a:pt x="3875" y="2742"/>
                </a:cubicBezTo>
                <a:cubicBezTo>
                  <a:pt x="4001" y="2679"/>
                  <a:pt x="4096" y="2521"/>
                  <a:pt x="4096" y="2427"/>
                </a:cubicBezTo>
                <a:cubicBezTo>
                  <a:pt x="4096" y="2206"/>
                  <a:pt x="3938" y="2049"/>
                  <a:pt x="3749" y="2049"/>
                </a:cubicBezTo>
                <a:cubicBezTo>
                  <a:pt x="3560" y="2049"/>
                  <a:pt x="3403" y="2206"/>
                  <a:pt x="3403" y="2427"/>
                </a:cubicBezTo>
                <a:cubicBezTo>
                  <a:pt x="3403" y="2616"/>
                  <a:pt x="3245" y="2773"/>
                  <a:pt x="3056" y="2773"/>
                </a:cubicBezTo>
                <a:cubicBezTo>
                  <a:pt x="2836" y="2773"/>
                  <a:pt x="2678" y="2616"/>
                  <a:pt x="2678" y="2427"/>
                </a:cubicBezTo>
                <a:cubicBezTo>
                  <a:pt x="2678" y="1859"/>
                  <a:pt x="3151" y="1387"/>
                  <a:pt x="3718" y="1387"/>
                </a:cubicBezTo>
                <a:close/>
                <a:moveTo>
                  <a:pt x="3749" y="4726"/>
                </a:moveTo>
                <a:cubicBezTo>
                  <a:pt x="3938" y="4726"/>
                  <a:pt x="4096" y="4884"/>
                  <a:pt x="4096" y="5104"/>
                </a:cubicBezTo>
                <a:cubicBezTo>
                  <a:pt x="4096" y="5294"/>
                  <a:pt x="3938" y="5451"/>
                  <a:pt x="3749" y="5451"/>
                </a:cubicBezTo>
                <a:cubicBezTo>
                  <a:pt x="3560" y="5451"/>
                  <a:pt x="3403" y="5294"/>
                  <a:pt x="3403" y="5104"/>
                </a:cubicBezTo>
                <a:cubicBezTo>
                  <a:pt x="3403" y="4884"/>
                  <a:pt x="3560" y="4726"/>
                  <a:pt x="3749" y="4726"/>
                </a:cubicBezTo>
                <a:close/>
                <a:moveTo>
                  <a:pt x="3749" y="1"/>
                </a:moveTo>
                <a:cubicBezTo>
                  <a:pt x="1670" y="1"/>
                  <a:pt x="0" y="1702"/>
                  <a:pt x="0" y="3750"/>
                </a:cubicBezTo>
                <a:cubicBezTo>
                  <a:pt x="0" y="5829"/>
                  <a:pt x="1702" y="7499"/>
                  <a:pt x="3749" y="7499"/>
                </a:cubicBezTo>
                <a:cubicBezTo>
                  <a:pt x="5829" y="7499"/>
                  <a:pt x="7498" y="5798"/>
                  <a:pt x="7498" y="3750"/>
                </a:cubicBezTo>
                <a:cubicBezTo>
                  <a:pt x="7530" y="1670"/>
                  <a:pt x="5829" y="1"/>
                  <a:pt x="3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" name="Google Shape;995;p17"/>
          <p:cNvSpPr/>
          <p:nvPr/>
        </p:nvSpPr>
        <p:spPr>
          <a:xfrm>
            <a:off x="3620171" y="2192133"/>
            <a:ext cx="127171" cy="91560"/>
          </a:xfrm>
          <a:custGeom>
            <a:rect b="b" l="l" r="r" t="t"/>
            <a:pathLst>
              <a:path extrusionOk="0" h="2836" w="3939">
                <a:moveTo>
                  <a:pt x="1985" y="0"/>
                </a:moveTo>
                <a:cubicBezTo>
                  <a:pt x="1260" y="0"/>
                  <a:pt x="473" y="946"/>
                  <a:pt x="0" y="2521"/>
                </a:cubicBezTo>
                <a:cubicBezTo>
                  <a:pt x="158" y="2615"/>
                  <a:pt x="284" y="2710"/>
                  <a:pt x="410" y="2836"/>
                </a:cubicBezTo>
                <a:cubicBezTo>
                  <a:pt x="914" y="2773"/>
                  <a:pt x="1481" y="2773"/>
                  <a:pt x="1985" y="2773"/>
                </a:cubicBezTo>
                <a:cubicBezTo>
                  <a:pt x="2489" y="2773"/>
                  <a:pt x="3056" y="2804"/>
                  <a:pt x="3560" y="2836"/>
                </a:cubicBezTo>
                <a:cubicBezTo>
                  <a:pt x="3623" y="2678"/>
                  <a:pt x="3781" y="2584"/>
                  <a:pt x="3938" y="2521"/>
                </a:cubicBezTo>
                <a:cubicBezTo>
                  <a:pt x="3529" y="946"/>
                  <a:pt x="2741" y="0"/>
                  <a:pt x="19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6" name="Google Shape;996;p17"/>
          <p:cNvSpPr/>
          <p:nvPr/>
        </p:nvSpPr>
        <p:spPr>
          <a:xfrm>
            <a:off x="3496067" y="2317238"/>
            <a:ext cx="91560" cy="127171"/>
          </a:xfrm>
          <a:custGeom>
            <a:rect b="b" l="l" r="r" t="t"/>
            <a:pathLst>
              <a:path extrusionOk="0" h="3939" w="2836">
                <a:moveTo>
                  <a:pt x="2521" y="0"/>
                </a:moveTo>
                <a:cubicBezTo>
                  <a:pt x="946" y="473"/>
                  <a:pt x="32" y="1229"/>
                  <a:pt x="32" y="1954"/>
                </a:cubicBezTo>
                <a:cubicBezTo>
                  <a:pt x="1" y="2710"/>
                  <a:pt x="946" y="3466"/>
                  <a:pt x="2521" y="3939"/>
                </a:cubicBezTo>
                <a:cubicBezTo>
                  <a:pt x="2584" y="3781"/>
                  <a:pt x="2710" y="3655"/>
                  <a:pt x="2836" y="3529"/>
                </a:cubicBezTo>
                <a:cubicBezTo>
                  <a:pt x="2773" y="3025"/>
                  <a:pt x="2773" y="2521"/>
                  <a:pt x="2773" y="1954"/>
                </a:cubicBezTo>
                <a:cubicBezTo>
                  <a:pt x="2773" y="1418"/>
                  <a:pt x="2805" y="914"/>
                  <a:pt x="2836" y="379"/>
                </a:cubicBezTo>
                <a:cubicBezTo>
                  <a:pt x="2679" y="316"/>
                  <a:pt x="2553" y="158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" name="Google Shape;997;p17"/>
          <p:cNvSpPr/>
          <p:nvPr/>
        </p:nvSpPr>
        <p:spPr>
          <a:xfrm>
            <a:off x="3781889" y="2318240"/>
            <a:ext cx="91560" cy="67185"/>
          </a:xfrm>
          <a:custGeom>
            <a:rect b="b" l="l" r="r" t="t"/>
            <a:pathLst>
              <a:path extrusionOk="0" h="2081" w="2836">
                <a:moveTo>
                  <a:pt x="316" y="1"/>
                </a:moveTo>
                <a:cubicBezTo>
                  <a:pt x="253" y="159"/>
                  <a:pt x="127" y="285"/>
                  <a:pt x="1" y="379"/>
                </a:cubicBezTo>
                <a:cubicBezTo>
                  <a:pt x="32" y="600"/>
                  <a:pt x="32" y="789"/>
                  <a:pt x="32" y="978"/>
                </a:cubicBezTo>
                <a:cubicBezTo>
                  <a:pt x="158" y="978"/>
                  <a:pt x="284" y="946"/>
                  <a:pt x="442" y="946"/>
                </a:cubicBezTo>
                <a:cubicBezTo>
                  <a:pt x="1387" y="946"/>
                  <a:pt x="2237" y="1387"/>
                  <a:pt x="2804" y="2080"/>
                </a:cubicBezTo>
                <a:lnTo>
                  <a:pt x="2804" y="1954"/>
                </a:lnTo>
                <a:cubicBezTo>
                  <a:pt x="2836" y="1230"/>
                  <a:pt x="1891" y="474"/>
                  <a:pt x="3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" name="Google Shape;998;p17"/>
          <p:cNvSpPr/>
          <p:nvPr/>
        </p:nvSpPr>
        <p:spPr>
          <a:xfrm>
            <a:off x="3620171" y="2476922"/>
            <a:ext cx="111900" cy="91593"/>
          </a:xfrm>
          <a:custGeom>
            <a:rect b="b" l="l" r="r" t="t"/>
            <a:pathLst>
              <a:path extrusionOk="0" h="2837" w="3466">
                <a:moveTo>
                  <a:pt x="410" y="1"/>
                </a:moveTo>
                <a:cubicBezTo>
                  <a:pt x="315" y="158"/>
                  <a:pt x="158" y="284"/>
                  <a:pt x="0" y="316"/>
                </a:cubicBezTo>
                <a:cubicBezTo>
                  <a:pt x="473" y="1891"/>
                  <a:pt x="1260" y="2836"/>
                  <a:pt x="1985" y="2836"/>
                </a:cubicBezTo>
                <a:cubicBezTo>
                  <a:pt x="2489" y="2836"/>
                  <a:pt x="3056" y="2364"/>
                  <a:pt x="3466" y="1544"/>
                </a:cubicBezTo>
                <a:lnTo>
                  <a:pt x="3119" y="1072"/>
                </a:lnTo>
                <a:cubicBezTo>
                  <a:pt x="2836" y="851"/>
                  <a:pt x="2678" y="473"/>
                  <a:pt x="2521" y="95"/>
                </a:cubicBezTo>
                <a:lnTo>
                  <a:pt x="1985" y="95"/>
                </a:lnTo>
                <a:cubicBezTo>
                  <a:pt x="1418" y="95"/>
                  <a:pt x="882" y="64"/>
                  <a:pt x="4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" name="Google Shape;999;p17"/>
          <p:cNvSpPr/>
          <p:nvPr/>
        </p:nvSpPr>
        <p:spPr>
          <a:xfrm>
            <a:off x="3607967" y="2303001"/>
            <a:ext cx="153612" cy="155646"/>
          </a:xfrm>
          <a:custGeom>
            <a:rect b="b" l="l" r="r" t="t"/>
            <a:pathLst>
              <a:path extrusionOk="0" h="4821" w="4758">
                <a:moveTo>
                  <a:pt x="2395" y="0"/>
                </a:moveTo>
                <a:cubicBezTo>
                  <a:pt x="1922" y="0"/>
                  <a:pt x="1418" y="32"/>
                  <a:pt x="1008" y="95"/>
                </a:cubicBezTo>
                <a:cubicBezTo>
                  <a:pt x="977" y="599"/>
                  <a:pt x="599" y="977"/>
                  <a:pt x="63" y="1040"/>
                </a:cubicBezTo>
                <a:cubicBezTo>
                  <a:pt x="32" y="1450"/>
                  <a:pt x="0" y="1922"/>
                  <a:pt x="0" y="2395"/>
                </a:cubicBezTo>
                <a:cubicBezTo>
                  <a:pt x="0" y="2867"/>
                  <a:pt x="32" y="3340"/>
                  <a:pt x="63" y="3781"/>
                </a:cubicBezTo>
                <a:cubicBezTo>
                  <a:pt x="599" y="3812"/>
                  <a:pt x="977" y="4222"/>
                  <a:pt x="1008" y="4726"/>
                </a:cubicBezTo>
                <a:cubicBezTo>
                  <a:pt x="1449" y="4758"/>
                  <a:pt x="1922" y="4821"/>
                  <a:pt x="2395" y="4821"/>
                </a:cubicBezTo>
                <a:lnTo>
                  <a:pt x="2804" y="4821"/>
                </a:lnTo>
                <a:cubicBezTo>
                  <a:pt x="2804" y="4695"/>
                  <a:pt x="2741" y="4569"/>
                  <a:pt x="2741" y="4506"/>
                </a:cubicBezTo>
                <a:cubicBezTo>
                  <a:pt x="2741" y="3151"/>
                  <a:pt x="3592" y="2017"/>
                  <a:pt x="4757" y="1576"/>
                </a:cubicBezTo>
                <a:cubicBezTo>
                  <a:pt x="4757" y="1387"/>
                  <a:pt x="4726" y="1229"/>
                  <a:pt x="4726" y="1040"/>
                </a:cubicBezTo>
                <a:cubicBezTo>
                  <a:pt x="4222" y="977"/>
                  <a:pt x="3812" y="599"/>
                  <a:pt x="3781" y="95"/>
                </a:cubicBezTo>
                <a:cubicBezTo>
                  <a:pt x="3340" y="32"/>
                  <a:pt x="2867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0" name="Google Shape;1000;p17"/>
          <p:cNvSpPr/>
          <p:nvPr/>
        </p:nvSpPr>
        <p:spPr>
          <a:xfrm>
            <a:off x="3503201" y="2431174"/>
            <a:ext cx="130205" cy="130205"/>
          </a:xfrm>
          <a:custGeom>
            <a:rect b="b" l="l" r="r" t="t"/>
            <a:pathLst>
              <a:path extrusionOk="0" h="4033" w="4033">
                <a:moveTo>
                  <a:pt x="0" y="0"/>
                </a:moveTo>
                <a:lnTo>
                  <a:pt x="0" y="0"/>
                </a:lnTo>
                <a:cubicBezTo>
                  <a:pt x="567" y="1953"/>
                  <a:pt x="2111" y="3466"/>
                  <a:pt x="4033" y="4033"/>
                </a:cubicBezTo>
                <a:cubicBezTo>
                  <a:pt x="3592" y="3466"/>
                  <a:pt x="3245" y="2741"/>
                  <a:pt x="2962" y="1827"/>
                </a:cubicBezTo>
                <a:cubicBezTo>
                  <a:pt x="2584" y="1733"/>
                  <a:pt x="2300" y="1481"/>
                  <a:pt x="2206" y="1071"/>
                </a:cubicBezTo>
                <a:cubicBezTo>
                  <a:pt x="1323" y="851"/>
                  <a:pt x="567" y="44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1" name="Google Shape;1001;p17"/>
          <p:cNvSpPr/>
          <p:nvPr/>
        </p:nvSpPr>
        <p:spPr>
          <a:xfrm>
            <a:off x="3736108" y="2201270"/>
            <a:ext cx="130238" cy="129237"/>
          </a:xfrm>
          <a:custGeom>
            <a:rect b="b" l="l" r="r" t="t"/>
            <a:pathLst>
              <a:path extrusionOk="0" h="4003" w="4034">
                <a:moveTo>
                  <a:pt x="1" y="1"/>
                </a:moveTo>
                <a:lnTo>
                  <a:pt x="1" y="1"/>
                </a:lnTo>
                <a:cubicBezTo>
                  <a:pt x="442" y="537"/>
                  <a:pt x="788" y="1293"/>
                  <a:pt x="1072" y="2206"/>
                </a:cubicBezTo>
                <a:cubicBezTo>
                  <a:pt x="1419" y="2238"/>
                  <a:pt x="1734" y="2553"/>
                  <a:pt x="1828" y="2962"/>
                </a:cubicBezTo>
                <a:cubicBezTo>
                  <a:pt x="2710" y="3183"/>
                  <a:pt x="3466" y="3592"/>
                  <a:pt x="4033" y="4002"/>
                </a:cubicBezTo>
                <a:cubicBezTo>
                  <a:pt x="3466" y="2080"/>
                  <a:pt x="1923" y="53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2" name="Google Shape;1002;p17"/>
          <p:cNvSpPr/>
          <p:nvPr/>
        </p:nvSpPr>
        <p:spPr>
          <a:xfrm>
            <a:off x="3503201" y="2200269"/>
            <a:ext cx="130205" cy="129205"/>
          </a:xfrm>
          <a:custGeom>
            <a:rect b="b" l="l" r="r" t="t"/>
            <a:pathLst>
              <a:path extrusionOk="0" h="4002" w="4033">
                <a:moveTo>
                  <a:pt x="4033" y="0"/>
                </a:moveTo>
                <a:lnTo>
                  <a:pt x="4033" y="0"/>
                </a:lnTo>
                <a:cubicBezTo>
                  <a:pt x="2111" y="536"/>
                  <a:pt x="567" y="2080"/>
                  <a:pt x="0" y="4002"/>
                </a:cubicBezTo>
                <a:cubicBezTo>
                  <a:pt x="567" y="3592"/>
                  <a:pt x="1323" y="3214"/>
                  <a:pt x="2206" y="2962"/>
                </a:cubicBezTo>
                <a:cubicBezTo>
                  <a:pt x="2300" y="2552"/>
                  <a:pt x="2615" y="2269"/>
                  <a:pt x="2962" y="2206"/>
                </a:cubicBezTo>
                <a:cubicBezTo>
                  <a:pt x="3214" y="1292"/>
                  <a:pt x="3592" y="505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3" name="Google Shape;1003;p17"/>
          <p:cNvSpPr/>
          <p:nvPr/>
        </p:nvSpPr>
        <p:spPr>
          <a:xfrm>
            <a:off x="3718835" y="2370122"/>
            <a:ext cx="154613" cy="200425"/>
          </a:xfrm>
          <a:custGeom>
            <a:rect b="b" l="l" r="r" t="t"/>
            <a:pathLst>
              <a:path extrusionOk="0" h="6208" w="4789">
                <a:moveTo>
                  <a:pt x="2395" y="1355"/>
                </a:moveTo>
                <a:cubicBezTo>
                  <a:pt x="2930" y="1355"/>
                  <a:pt x="3403" y="1828"/>
                  <a:pt x="3403" y="2364"/>
                </a:cubicBezTo>
                <a:cubicBezTo>
                  <a:pt x="3403" y="2962"/>
                  <a:pt x="2930" y="3403"/>
                  <a:pt x="2395" y="3403"/>
                </a:cubicBezTo>
                <a:cubicBezTo>
                  <a:pt x="1827" y="3403"/>
                  <a:pt x="1355" y="2931"/>
                  <a:pt x="1355" y="2364"/>
                </a:cubicBezTo>
                <a:cubicBezTo>
                  <a:pt x="1355" y="1828"/>
                  <a:pt x="1827" y="1355"/>
                  <a:pt x="2395" y="1355"/>
                </a:cubicBezTo>
                <a:close/>
                <a:moveTo>
                  <a:pt x="2395" y="1"/>
                </a:moveTo>
                <a:cubicBezTo>
                  <a:pt x="1040" y="1"/>
                  <a:pt x="0" y="1072"/>
                  <a:pt x="0" y="2427"/>
                </a:cubicBezTo>
                <a:cubicBezTo>
                  <a:pt x="0" y="2994"/>
                  <a:pt x="221" y="3592"/>
                  <a:pt x="630" y="4002"/>
                </a:cubicBezTo>
                <a:lnTo>
                  <a:pt x="2111" y="6050"/>
                </a:lnTo>
                <a:cubicBezTo>
                  <a:pt x="2206" y="6113"/>
                  <a:pt x="2269" y="6207"/>
                  <a:pt x="2395" y="6207"/>
                </a:cubicBezTo>
                <a:cubicBezTo>
                  <a:pt x="2521" y="6207"/>
                  <a:pt x="2584" y="6144"/>
                  <a:pt x="2678" y="6050"/>
                </a:cubicBezTo>
                <a:lnTo>
                  <a:pt x="4442" y="3592"/>
                </a:lnTo>
                <a:cubicBezTo>
                  <a:pt x="4663" y="3246"/>
                  <a:pt x="4757" y="2805"/>
                  <a:pt x="4757" y="2364"/>
                </a:cubicBezTo>
                <a:cubicBezTo>
                  <a:pt x="4789" y="1072"/>
                  <a:pt x="3686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4" name="Google Shape;1004;p17"/>
          <p:cNvSpPr/>
          <p:nvPr/>
        </p:nvSpPr>
        <p:spPr>
          <a:xfrm>
            <a:off x="3784955" y="2436242"/>
            <a:ext cx="22406" cy="23439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5" name="Google Shape;1005;p17"/>
          <p:cNvSpPr/>
          <p:nvPr/>
        </p:nvSpPr>
        <p:spPr>
          <a:xfrm>
            <a:off x="2116616" y="2696327"/>
            <a:ext cx="264479" cy="198359"/>
          </a:xfrm>
          <a:custGeom>
            <a:rect b="b" l="l" r="r" t="t"/>
            <a:pathLst>
              <a:path extrusionOk="0" h="6144" w="8192">
                <a:moveTo>
                  <a:pt x="4096" y="0"/>
                </a:moveTo>
                <a:cubicBezTo>
                  <a:pt x="2206" y="0"/>
                  <a:pt x="662" y="1544"/>
                  <a:pt x="662" y="3434"/>
                </a:cubicBezTo>
                <a:lnTo>
                  <a:pt x="662" y="3497"/>
                </a:lnTo>
                <a:cubicBezTo>
                  <a:pt x="252" y="3655"/>
                  <a:pt x="0" y="4033"/>
                  <a:pt x="0" y="4442"/>
                </a:cubicBezTo>
                <a:lnTo>
                  <a:pt x="0" y="5136"/>
                </a:lnTo>
                <a:cubicBezTo>
                  <a:pt x="0" y="5671"/>
                  <a:pt x="473" y="6144"/>
                  <a:pt x="1009" y="6144"/>
                </a:cubicBezTo>
                <a:cubicBezTo>
                  <a:pt x="1135" y="6144"/>
                  <a:pt x="1261" y="6112"/>
                  <a:pt x="1387" y="6081"/>
                </a:cubicBezTo>
                <a:lnTo>
                  <a:pt x="1387" y="3403"/>
                </a:lnTo>
                <a:cubicBezTo>
                  <a:pt x="1387" y="1891"/>
                  <a:pt x="2584" y="630"/>
                  <a:pt x="4096" y="630"/>
                </a:cubicBezTo>
                <a:cubicBezTo>
                  <a:pt x="5577" y="630"/>
                  <a:pt x="6806" y="1891"/>
                  <a:pt x="6806" y="3403"/>
                </a:cubicBezTo>
                <a:lnTo>
                  <a:pt x="6806" y="6081"/>
                </a:lnTo>
                <a:cubicBezTo>
                  <a:pt x="6932" y="6112"/>
                  <a:pt x="7058" y="6144"/>
                  <a:pt x="7152" y="6144"/>
                </a:cubicBezTo>
                <a:cubicBezTo>
                  <a:pt x="7719" y="6144"/>
                  <a:pt x="8192" y="5671"/>
                  <a:pt x="8192" y="5136"/>
                </a:cubicBezTo>
                <a:lnTo>
                  <a:pt x="8192" y="4442"/>
                </a:lnTo>
                <a:cubicBezTo>
                  <a:pt x="8192" y="4033"/>
                  <a:pt x="7908" y="3623"/>
                  <a:pt x="7530" y="3497"/>
                </a:cubicBezTo>
                <a:lnTo>
                  <a:pt x="7530" y="3434"/>
                </a:lnTo>
                <a:cubicBezTo>
                  <a:pt x="7467" y="1576"/>
                  <a:pt x="5986" y="0"/>
                  <a:pt x="40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6" name="Google Shape;1006;p17"/>
          <p:cNvSpPr/>
          <p:nvPr/>
        </p:nvSpPr>
        <p:spPr>
          <a:xfrm>
            <a:off x="2184770" y="2763449"/>
            <a:ext cx="131239" cy="67734"/>
          </a:xfrm>
          <a:custGeom>
            <a:rect b="b" l="l" r="r" t="t"/>
            <a:pathLst>
              <a:path extrusionOk="0" h="2098" w="4065">
                <a:moveTo>
                  <a:pt x="1702" y="1"/>
                </a:moveTo>
                <a:cubicBezTo>
                  <a:pt x="756" y="1"/>
                  <a:pt x="0" y="757"/>
                  <a:pt x="0" y="1702"/>
                </a:cubicBezTo>
                <a:lnTo>
                  <a:pt x="0" y="2080"/>
                </a:lnTo>
                <a:lnTo>
                  <a:pt x="1229" y="2080"/>
                </a:lnTo>
                <a:cubicBezTo>
                  <a:pt x="1418" y="2080"/>
                  <a:pt x="1765" y="2080"/>
                  <a:pt x="1891" y="1985"/>
                </a:cubicBezTo>
                <a:cubicBezTo>
                  <a:pt x="1922" y="1954"/>
                  <a:pt x="1985" y="1828"/>
                  <a:pt x="1985" y="1765"/>
                </a:cubicBezTo>
                <a:cubicBezTo>
                  <a:pt x="1985" y="1544"/>
                  <a:pt x="2143" y="1387"/>
                  <a:pt x="2332" y="1387"/>
                </a:cubicBezTo>
                <a:cubicBezTo>
                  <a:pt x="2521" y="1387"/>
                  <a:pt x="2678" y="1544"/>
                  <a:pt x="2678" y="1765"/>
                </a:cubicBezTo>
                <a:cubicBezTo>
                  <a:pt x="2678" y="1828"/>
                  <a:pt x="2678" y="1954"/>
                  <a:pt x="2773" y="1985"/>
                </a:cubicBezTo>
                <a:cubicBezTo>
                  <a:pt x="2836" y="2069"/>
                  <a:pt x="3025" y="2097"/>
                  <a:pt x="3237" y="2097"/>
                </a:cubicBezTo>
                <a:cubicBezTo>
                  <a:pt x="3343" y="2097"/>
                  <a:pt x="3455" y="2090"/>
                  <a:pt x="3560" y="2080"/>
                </a:cubicBezTo>
                <a:lnTo>
                  <a:pt x="4064" y="2080"/>
                </a:lnTo>
                <a:lnTo>
                  <a:pt x="4064" y="1702"/>
                </a:lnTo>
                <a:cubicBezTo>
                  <a:pt x="4064" y="757"/>
                  <a:pt x="3308" y="1"/>
                  <a:pt x="2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7" name="Google Shape;1007;p17"/>
          <p:cNvSpPr/>
          <p:nvPr/>
        </p:nvSpPr>
        <p:spPr>
          <a:xfrm>
            <a:off x="2182736" y="2845841"/>
            <a:ext cx="132239" cy="94627"/>
          </a:xfrm>
          <a:custGeom>
            <a:rect b="b" l="l" r="r" t="t"/>
            <a:pathLst>
              <a:path extrusionOk="0" h="2931" w="4096">
                <a:moveTo>
                  <a:pt x="2395" y="1"/>
                </a:moveTo>
                <a:cubicBezTo>
                  <a:pt x="2080" y="221"/>
                  <a:pt x="1639" y="221"/>
                  <a:pt x="1197" y="221"/>
                </a:cubicBezTo>
                <a:lnTo>
                  <a:pt x="0" y="221"/>
                </a:lnTo>
                <a:lnTo>
                  <a:pt x="0" y="883"/>
                </a:lnTo>
                <a:cubicBezTo>
                  <a:pt x="0" y="2048"/>
                  <a:pt x="914" y="2930"/>
                  <a:pt x="2048" y="2930"/>
                </a:cubicBezTo>
                <a:cubicBezTo>
                  <a:pt x="3182" y="2930"/>
                  <a:pt x="4096" y="2048"/>
                  <a:pt x="4096" y="883"/>
                </a:cubicBezTo>
                <a:lnTo>
                  <a:pt x="4096" y="221"/>
                </a:lnTo>
                <a:lnTo>
                  <a:pt x="3403" y="221"/>
                </a:lnTo>
                <a:cubicBezTo>
                  <a:pt x="3025" y="221"/>
                  <a:pt x="2678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8" name="Google Shape;1008;p17"/>
          <p:cNvSpPr/>
          <p:nvPr/>
        </p:nvSpPr>
        <p:spPr>
          <a:xfrm>
            <a:off x="2062699" y="2946539"/>
            <a:ext cx="375345" cy="128010"/>
          </a:xfrm>
          <a:custGeom>
            <a:rect b="b" l="l" r="r" t="t"/>
            <a:pathLst>
              <a:path extrusionOk="0" h="3965" w="11626">
                <a:moveTo>
                  <a:pt x="2092" y="0"/>
                </a:moveTo>
                <a:cubicBezTo>
                  <a:pt x="1962" y="0"/>
                  <a:pt x="1828" y="63"/>
                  <a:pt x="1765" y="190"/>
                </a:cubicBezTo>
                <a:lnTo>
                  <a:pt x="1355" y="1072"/>
                </a:lnTo>
                <a:lnTo>
                  <a:pt x="316" y="1229"/>
                </a:lnTo>
                <a:cubicBezTo>
                  <a:pt x="190" y="1229"/>
                  <a:pt x="95" y="1355"/>
                  <a:pt x="64" y="1481"/>
                </a:cubicBezTo>
                <a:cubicBezTo>
                  <a:pt x="1" y="1607"/>
                  <a:pt x="64" y="1765"/>
                  <a:pt x="127" y="1828"/>
                </a:cubicBezTo>
                <a:lnTo>
                  <a:pt x="883" y="2552"/>
                </a:lnTo>
                <a:lnTo>
                  <a:pt x="725" y="3561"/>
                </a:lnTo>
                <a:cubicBezTo>
                  <a:pt x="694" y="3687"/>
                  <a:pt x="757" y="3844"/>
                  <a:pt x="851" y="3876"/>
                </a:cubicBezTo>
                <a:cubicBezTo>
                  <a:pt x="903" y="3928"/>
                  <a:pt x="965" y="3951"/>
                  <a:pt x="1031" y="3951"/>
                </a:cubicBezTo>
                <a:cubicBezTo>
                  <a:pt x="1085" y="3951"/>
                  <a:pt x="1141" y="3935"/>
                  <a:pt x="1198" y="3907"/>
                </a:cubicBezTo>
                <a:lnTo>
                  <a:pt x="2112" y="3435"/>
                </a:lnTo>
                <a:lnTo>
                  <a:pt x="2994" y="3907"/>
                </a:lnTo>
                <a:cubicBezTo>
                  <a:pt x="3046" y="3947"/>
                  <a:pt x="3099" y="3964"/>
                  <a:pt x="3152" y="3964"/>
                </a:cubicBezTo>
                <a:cubicBezTo>
                  <a:pt x="3225" y="3964"/>
                  <a:pt x="3298" y="3930"/>
                  <a:pt x="3372" y="3876"/>
                </a:cubicBezTo>
                <a:cubicBezTo>
                  <a:pt x="3466" y="3813"/>
                  <a:pt x="3529" y="3687"/>
                  <a:pt x="3466" y="3561"/>
                </a:cubicBezTo>
                <a:lnTo>
                  <a:pt x="3309" y="2552"/>
                </a:lnTo>
                <a:lnTo>
                  <a:pt x="4002" y="1891"/>
                </a:lnTo>
                <a:lnTo>
                  <a:pt x="4663" y="2552"/>
                </a:lnTo>
                <a:lnTo>
                  <a:pt x="4506" y="3561"/>
                </a:lnTo>
                <a:cubicBezTo>
                  <a:pt x="4474" y="3687"/>
                  <a:pt x="4537" y="3844"/>
                  <a:pt x="4632" y="3876"/>
                </a:cubicBezTo>
                <a:cubicBezTo>
                  <a:pt x="4684" y="3928"/>
                  <a:pt x="4746" y="3951"/>
                  <a:pt x="4811" y="3951"/>
                </a:cubicBezTo>
                <a:cubicBezTo>
                  <a:pt x="4865" y="3951"/>
                  <a:pt x="4922" y="3935"/>
                  <a:pt x="4978" y="3907"/>
                </a:cubicBezTo>
                <a:lnTo>
                  <a:pt x="5892" y="3435"/>
                </a:lnTo>
                <a:lnTo>
                  <a:pt x="6774" y="3907"/>
                </a:lnTo>
                <a:cubicBezTo>
                  <a:pt x="6827" y="3947"/>
                  <a:pt x="6880" y="3964"/>
                  <a:pt x="6933" y="3964"/>
                </a:cubicBezTo>
                <a:cubicBezTo>
                  <a:pt x="7006" y="3964"/>
                  <a:pt x="7079" y="3930"/>
                  <a:pt x="7152" y="3876"/>
                </a:cubicBezTo>
                <a:cubicBezTo>
                  <a:pt x="7247" y="3813"/>
                  <a:pt x="7310" y="3687"/>
                  <a:pt x="7247" y="3561"/>
                </a:cubicBezTo>
                <a:lnTo>
                  <a:pt x="7089" y="2552"/>
                </a:lnTo>
                <a:lnTo>
                  <a:pt x="7782" y="1891"/>
                </a:lnTo>
                <a:lnTo>
                  <a:pt x="8444" y="2552"/>
                </a:lnTo>
                <a:lnTo>
                  <a:pt x="8286" y="3561"/>
                </a:lnTo>
                <a:cubicBezTo>
                  <a:pt x="8255" y="3687"/>
                  <a:pt x="8318" y="3844"/>
                  <a:pt x="8413" y="3876"/>
                </a:cubicBezTo>
                <a:cubicBezTo>
                  <a:pt x="8465" y="3928"/>
                  <a:pt x="8526" y="3951"/>
                  <a:pt x="8592" y="3951"/>
                </a:cubicBezTo>
                <a:cubicBezTo>
                  <a:pt x="8646" y="3951"/>
                  <a:pt x="8702" y="3935"/>
                  <a:pt x="8759" y="3907"/>
                </a:cubicBezTo>
                <a:lnTo>
                  <a:pt x="9673" y="3435"/>
                </a:lnTo>
                <a:lnTo>
                  <a:pt x="10555" y="3907"/>
                </a:lnTo>
                <a:cubicBezTo>
                  <a:pt x="10608" y="3947"/>
                  <a:pt x="10660" y="3964"/>
                  <a:pt x="10713" y="3964"/>
                </a:cubicBezTo>
                <a:cubicBezTo>
                  <a:pt x="10786" y="3964"/>
                  <a:pt x="10860" y="3930"/>
                  <a:pt x="10933" y="3876"/>
                </a:cubicBezTo>
                <a:cubicBezTo>
                  <a:pt x="11027" y="3813"/>
                  <a:pt x="11090" y="3687"/>
                  <a:pt x="11027" y="3561"/>
                </a:cubicBezTo>
                <a:lnTo>
                  <a:pt x="10870" y="2552"/>
                </a:lnTo>
                <a:lnTo>
                  <a:pt x="11626" y="1828"/>
                </a:lnTo>
                <a:cubicBezTo>
                  <a:pt x="11532" y="1702"/>
                  <a:pt x="11595" y="1607"/>
                  <a:pt x="11532" y="1481"/>
                </a:cubicBezTo>
                <a:cubicBezTo>
                  <a:pt x="11500" y="1355"/>
                  <a:pt x="11374" y="1292"/>
                  <a:pt x="11279" y="1229"/>
                </a:cubicBezTo>
                <a:lnTo>
                  <a:pt x="10240" y="1072"/>
                </a:lnTo>
                <a:lnTo>
                  <a:pt x="9799" y="190"/>
                </a:lnTo>
                <a:cubicBezTo>
                  <a:pt x="9751" y="63"/>
                  <a:pt x="9625" y="0"/>
                  <a:pt x="9495" y="0"/>
                </a:cubicBezTo>
                <a:cubicBezTo>
                  <a:pt x="9366" y="0"/>
                  <a:pt x="9232" y="63"/>
                  <a:pt x="9169" y="190"/>
                </a:cubicBezTo>
                <a:lnTo>
                  <a:pt x="8759" y="1072"/>
                </a:lnTo>
                <a:lnTo>
                  <a:pt x="7782" y="1229"/>
                </a:lnTo>
                <a:cubicBezTo>
                  <a:pt x="7719" y="1229"/>
                  <a:pt x="7688" y="1292"/>
                  <a:pt x="7656" y="1292"/>
                </a:cubicBezTo>
                <a:cubicBezTo>
                  <a:pt x="7593" y="1229"/>
                  <a:pt x="7562" y="1229"/>
                  <a:pt x="7530" y="1229"/>
                </a:cubicBezTo>
                <a:lnTo>
                  <a:pt x="6554" y="1072"/>
                </a:lnTo>
                <a:lnTo>
                  <a:pt x="6113" y="190"/>
                </a:lnTo>
                <a:cubicBezTo>
                  <a:pt x="6050" y="63"/>
                  <a:pt x="5924" y="0"/>
                  <a:pt x="5798" y="0"/>
                </a:cubicBezTo>
                <a:cubicBezTo>
                  <a:pt x="5672" y="0"/>
                  <a:pt x="5546" y="63"/>
                  <a:pt x="5483" y="190"/>
                </a:cubicBezTo>
                <a:lnTo>
                  <a:pt x="5041" y="1072"/>
                </a:lnTo>
                <a:lnTo>
                  <a:pt x="4065" y="1229"/>
                </a:lnTo>
                <a:cubicBezTo>
                  <a:pt x="4033" y="1229"/>
                  <a:pt x="4002" y="1292"/>
                  <a:pt x="3939" y="1292"/>
                </a:cubicBezTo>
                <a:cubicBezTo>
                  <a:pt x="3907" y="1229"/>
                  <a:pt x="3876" y="1229"/>
                  <a:pt x="3813" y="1229"/>
                </a:cubicBezTo>
                <a:lnTo>
                  <a:pt x="2836" y="1072"/>
                </a:lnTo>
                <a:lnTo>
                  <a:pt x="2395" y="190"/>
                </a:lnTo>
                <a:cubicBezTo>
                  <a:pt x="2348" y="63"/>
                  <a:pt x="2222" y="0"/>
                  <a:pt x="20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17"/>
          <p:cNvSpPr/>
          <p:nvPr/>
        </p:nvSpPr>
        <p:spPr>
          <a:xfrm>
            <a:off x="2393785" y="3255116"/>
            <a:ext cx="44779" cy="43778"/>
          </a:xfrm>
          <a:custGeom>
            <a:rect b="b" l="l" r="r" t="t"/>
            <a:pathLst>
              <a:path extrusionOk="0" h="1356" w="1387">
                <a:moveTo>
                  <a:pt x="0" y="1"/>
                </a:moveTo>
                <a:lnTo>
                  <a:pt x="0" y="1355"/>
                </a:lnTo>
                <a:lnTo>
                  <a:pt x="662" y="1355"/>
                </a:lnTo>
                <a:cubicBezTo>
                  <a:pt x="1071" y="1355"/>
                  <a:pt x="1324" y="1040"/>
                  <a:pt x="1324" y="694"/>
                </a:cubicBezTo>
                <a:cubicBezTo>
                  <a:pt x="1387" y="316"/>
                  <a:pt x="1071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0" name="Google Shape;1010;p17"/>
          <p:cNvSpPr/>
          <p:nvPr/>
        </p:nvSpPr>
        <p:spPr>
          <a:xfrm>
            <a:off x="2258510" y="3297442"/>
            <a:ext cx="180053" cy="92529"/>
          </a:xfrm>
          <a:custGeom>
            <a:rect b="b" l="l" r="r" t="t"/>
            <a:pathLst>
              <a:path extrusionOk="0" h="2866" w="5577">
                <a:moveTo>
                  <a:pt x="1438" y="1"/>
                </a:moveTo>
                <a:cubicBezTo>
                  <a:pt x="1338" y="1"/>
                  <a:pt x="1235" y="30"/>
                  <a:pt x="1166" y="76"/>
                </a:cubicBezTo>
                <a:lnTo>
                  <a:pt x="126" y="1179"/>
                </a:lnTo>
                <a:cubicBezTo>
                  <a:pt x="0" y="1305"/>
                  <a:pt x="0" y="1525"/>
                  <a:pt x="126" y="1651"/>
                </a:cubicBezTo>
                <a:lnTo>
                  <a:pt x="1166" y="2754"/>
                </a:lnTo>
                <a:cubicBezTo>
                  <a:pt x="1208" y="2838"/>
                  <a:pt x="1292" y="2866"/>
                  <a:pt x="1390" y="2866"/>
                </a:cubicBezTo>
                <a:cubicBezTo>
                  <a:pt x="1439" y="2866"/>
                  <a:pt x="1491" y="2859"/>
                  <a:pt x="1544" y="2848"/>
                </a:cubicBezTo>
                <a:cubicBezTo>
                  <a:pt x="1670" y="2817"/>
                  <a:pt x="1796" y="2659"/>
                  <a:pt x="1796" y="2533"/>
                </a:cubicBezTo>
                <a:lnTo>
                  <a:pt x="1796" y="2124"/>
                </a:lnTo>
                <a:lnTo>
                  <a:pt x="4190" y="2124"/>
                </a:lnTo>
                <a:cubicBezTo>
                  <a:pt x="4946" y="2124"/>
                  <a:pt x="5577" y="1494"/>
                  <a:pt x="5577" y="769"/>
                </a:cubicBezTo>
                <a:lnTo>
                  <a:pt x="5577" y="549"/>
                </a:lnTo>
                <a:cubicBezTo>
                  <a:pt x="5356" y="675"/>
                  <a:pt x="5135" y="769"/>
                  <a:pt x="4883" y="769"/>
                </a:cubicBezTo>
                <a:cubicBezTo>
                  <a:pt x="3686" y="738"/>
                  <a:pt x="2930" y="738"/>
                  <a:pt x="1796" y="738"/>
                </a:cubicBezTo>
                <a:lnTo>
                  <a:pt x="1796" y="328"/>
                </a:lnTo>
                <a:cubicBezTo>
                  <a:pt x="1796" y="170"/>
                  <a:pt x="1701" y="44"/>
                  <a:pt x="1544" y="13"/>
                </a:cubicBezTo>
                <a:cubicBezTo>
                  <a:pt x="1510" y="5"/>
                  <a:pt x="1474" y="1"/>
                  <a:pt x="14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1" name="Google Shape;1011;p17"/>
          <p:cNvSpPr/>
          <p:nvPr/>
        </p:nvSpPr>
        <p:spPr>
          <a:xfrm>
            <a:off x="2062183" y="3321236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253" y="1"/>
                  <a:pt x="1" y="316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lnTo>
                  <a:pt x="1324" y="1324"/>
                </a:lnTo>
                <a:lnTo>
                  <a:pt x="13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2" name="Google Shape;1012;p17"/>
          <p:cNvSpPr/>
          <p:nvPr/>
        </p:nvSpPr>
        <p:spPr>
          <a:xfrm>
            <a:off x="2062183" y="3361593"/>
            <a:ext cx="179053" cy="93304"/>
          </a:xfrm>
          <a:custGeom>
            <a:rect b="b" l="l" r="r" t="t"/>
            <a:pathLst>
              <a:path extrusionOk="0" h="2890" w="5546">
                <a:moveTo>
                  <a:pt x="4193" y="1"/>
                </a:moveTo>
                <a:cubicBezTo>
                  <a:pt x="4132" y="1"/>
                  <a:pt x="4067" y="16"/>
                  <a:pt x="4002" y="42"/>
                </a:cubicBezTo>
                <a:cubicBezTo>
                  <a:pt x="3876" y="74"/>
                  <a:pt x="3781" y="231"/>
                  <a:pt x="3781" y="357"/>
                </a:cubicBezTo>
                <a:lnTo>
                  <a:pt x="3781" y="735"/>
                </a:lnTo>
                <a:lnTo>
                  <a:pt x="662" y="735"/>
                </a:lnTo>
                <a:cubicBezTo>
                  <a:pt x="410" y="735"/>
                  <a:pt x="190" y="672"/>
                  <a:pt x="1" y="546"/>
                </a:cubicBezTo>
                <a:lnTo>
                  <a:pt x="1" y="767"/>
                </a:lnTo>
                <a:cubicBezTo>
                  <a:pt x="1" y="1523"/>
                  <a:pt x="631" y="2153"/>
                  <a:pt x="1355" y="2153"/>
                </a:cubicBezTo>
                <a:lnTo>
                  <a:pt x="3781" y="2153"/>
                </a:lnTo>
                <a:lnTo>
                  <a:pt x="3781" y="2563"/>
                </a:lnTo>
                <a:cubicBezTo>
                  <a:pt x="3781" y="2720"/>
                  <a:pt x="3844" y="2815"/>
                  <a:pt x="4002" y="2878"/>
                </a:cubicBezTo>
                <a:cubicBezTo>
                  <a:pt x="4033" y="2886"/>
                  <a:pt x="4067" y="2890"/>
                  <a:pt x="4101" y="2890"/>
                </a:cubicBezTo>
                <a:cubicBezTo>
                  <a:pt x="4205" y="2890"/>
                  <a:pt x="4317" y="2854"/>
                  <a:pt x="4411" y="2783"/>
                </a:cubicBezTo>
                <a:lnTo>
                  <a:pt x="5420" y="1681"/>
                </a:lnTo>
                <a:cubicBezTo>
                  <a:pt x="5546" y="1555"/>
                  <a:pt x="5546" y="1365"/>
                  <a:pt x="5420" y="1208"/>
                </a:cubicBezTo>
                <a:lnTo>
                  <a:pt x="4411" y="105"/>
                </a:lnTo>
                <a:cubicBezTo>
                  <a:pt x="4356" y="31"/>
                  <a:pt x="4279" y="1"/>
                  <a:pt x="419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3" name="Google Shape;1013;p17"/>
          <p:cNvSpPr/>
          <p:nvPr/>
        </p:nvSpPr>
        <p:spPr>
          <a:xfrm>
            <a:off x="2128303" y="3507362"/>
            <a:ext cx="242105" cy="68186"/>
          </a:xfrm>
          <a:custGeom>
            <a:rect b="b" l="l" r="r" t="t"/>
            <a:pathLst>
              <a:path extrusionOk="0" h="2112" w="7499">
                <a:moveTo>
                  <a:pt x="1" y="1"/>
                </a:moveTo>
                <a:lnTo>
                  <a:pt x="1" y="1072"/>
                </a:lnTo>
                <a:cubicBezTo>
                  <a:pt x="1" y="1639"/>
                  <a:pt x="473" y="2112"/>
                  <a:pt x="1009" y="2112"/>
                </a:cubicBezTo>
                <a:lnTo>
                  <a:pt x="6491" y="2112"/>
                </a:lnTo>
                <a:cubicBezTo>
                  <a:pt x="7026" y="2112"/>
                  <a:pt x="7499" y="1639"/>
                  <a:pt x="7499" y="1072"/>
                </a:cubicBezTo>
                <a:lnTo>
                  <a:pt x="74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4" name="Google Shape;1014;p17"/>
          <p:cNvSpPr/>
          <p:nvPr/>
        </p:nvSpPr>
        <p:spPr>
          <a:xfrm>
            <a:off x="2128303" y="3197132"/>
            <a:ext cx="242105" cy="45812"/>
          </a:xfrm>
          <a:custGeom>
            <a:rect b="b" l="l" r="r" t="t"/>
            <a:pathLst>
              <a:path extrusionOk="0" h="1419" w="7499">
                <a:moveTo>
                  <a:pt x="1009" y="1"/>
                </a:moveTo>
                <a:cubicBezTo>
                  <a:pt x="473" y="1"/>
                  <a:pt x="1" y="474"/>
                  <a:pt x="1" y="1072"/>
                </a:cubicBezTo>
                <a:lnTo>
                  <a:pt x="1" y="1419"/>
                </a:lnTo>
                <a:lnTo>
                  <a:pt x="7499" y="1419"/>
                </a:lnTo>
                <a:lnTo>
                  <a:pt x="7499" y="1072"/>
                </a:lnTo>
                <a:cubicBezTo>
                  <a:pt x="7499" y="537"/>
                  <a:pt x="7026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5" name="Google Shape;1015;p17"/>
          <p:cNvSpPr/>
          <p:nvPr/>
        </p:nvSpPr>
        <p:spPr>
          <a:xfrm>
            <a:off x="2129336" y="3264285"/>
            <a:ext cx="243106" cy="222767"/>
          </a:xfrm>
          <a:custGeom>
            <a:rect b="b" l="l" r="r" t="t"/>
            <a:pathLst>
              <a:path extrusionOk="0" h="6900" w="7530">
                <a:moveTo>
                  <a:pt x="0" y="0"/>
                </a:moveTo>
                <a:lnTo>
                  <a:pt x="0" y="3088"/>
                </a:lnTo>
                <a:lnTo>
                  <a:pt x="1071" y="3088"/>
                </a:lnTo>
                <a:cubicBezTo>
                  <a:pt x="1134" y="2773"/>
                  <a:pt x="1386" y="2552"/>
                  <a:pt x="1701" y="2426"/>
                </a:cubicBezTo>
                <a:cubicBezTo>
                  <a:pt x="1822" y="2376"/>
                  <a:pt x="1952" y="2351"/>
                  <a:pt x="2083" y="2351"/>
                </a:cubicBezTo>
                <a:cubicBezTo>
                  <a:pt x="2361" y="2351"/>
                  <a:pt x="2642" y="2464"/>
                  <a:pt x="2835" y="2678"/>
                </a:cubicBezTo>
                <a:lnTo>
                  <a:pt x="3844" y="3781"/>
                </a:lnTo>
                <a:cubicBezTo>
                  <a:pt x="4222" y="4190"/>
                  <a:pt x="4222" y="4789"/>
                  <a:pt x="3844" y="5167"/>
                </a:cubicBezTo>
                <a:lnTo>
                  <a:pt x="2835" y="6270"/>
                </a:lnTo>
                <a:cubicBezTo>
                  <a:pt x="2635" y="6493"/>
                  <a:pt x="2339" y="6621"/>
                  <a:pt x="2050" y="6621"/>
                </a:cubicBezTo>
                <a:cubicBezTo>
                  <a:pt x="1930" y="6621"/>
                  <a:pt x="1812" y="6599"/>
                  <a:pt x="1701" y="6553"/>
                </a:cubicBezTo>
                <a:cubicBezTo>
                  <a:pt x="1386" y="6427"/>
                  <a:pt x="1134" y="6144"/>
                  <a:pt x="1071" y="5892"/>
                </a:cubicBezTo>
                <a:lnTo>
                  <a:pt x="0" y="5892"/>
                </a:lnTo>
                <a:lnTo>
                  <a:pt x="0" y="6900"/>
                </a:lnTo>
                <a:lnTo>
                  <a:pt x="7530" y="6900"/>
                </a:lnTo>
                <a:lnTo>
                  <a:pt x="7530" y="3844"/>
                </a:lnTo>
                <a:lnTo>
                  <a:pt x="6459" y="3844"/>
                </a:lnTo>
                <a:cubicBezTo>
                  <a:pt x="6364" y="4159"/>
                  <a:pt x="6143" y="4379"/>
                  <a:pt x="5828" y="4505"/>
                </a:cubicBezTo>
                <a:cubicBezTo>
                  <a:pt x="5709" y="4551"/>
                  <a:pt x="5589" y="4573"/>
                  <a:pt x="5472" y="4573"/>
                </a:cubicBezTo>
                <a:cubicBezTo>
                  <a:pt x="5188" y="4573"/>
                  <a:pt x="4917" y="4445"/>
                  <a:pt x="4694" y="4222"/>
                </a:cubicBezTo>
                <a:lnTo>
                  <a:pt x="3655" y="3119"/>
                </a:lnTo>
                <a:cubicBezTo>
                  <a:pt x="3308" y="2741"/>
                  <a:pt x="3308" y="2143"/>
                  <a:pt x="3655" y="1765"/>
                </a:cubicBezTo>
                <a:lnTo>
                  <a:pt x="4694" y="630"/>
                </a:lnTo>
                <a:cubicBezTo>
                  <a:pt x="4866" y="416"/>
                  <a:pt x="5140" y="304"/>
                  <a:pt x="5427" y="304"/>
                </a:cubicBezTo>
                <a:cubicBezTo>
                  <a:pt x="5561" y="304"/>
                  <a:pt x="5698" y="328"/>
                  <a:pt x="5828" y="378"/>
                </a:cubicBezTo>
                <a:cubicBezTo>
                  <a:pt x="6143" y="504"/>
                  <a:pt x="6364" y="756"/>
                  <a:pt x="6459" y="1040"/>
                </a:cubicBezTo>
                <a:lnTo>
                  <a:pt x="7530" y="1040"/>
                </a:ln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6" name="Google Shape;1016;p17"/>
          <p:cNvSpPr/>
          <p:nvPr/>
        </p:nvSpPr>
        <p:spPr>
          <a:xfrm>
            <a:off x="2055580" y="3693257"/>
            <a:ext cx="389583" cy="377799"/>
          </a:xfrm>
          <a:custGeom>
            <a:rect b="b" l="l" r="r" t="t"/>
            <a:pathLst>
              <a:path extrusionOk="0" h="11702" w="12067">
                <a:moveTo>
                  <a:pt x="2558" y="0"/>
                </a:moveTo>
                <a:cubicBezTo>
                  <a:pt x="2357" y="0"/>
                  <a:pt x="2155" y="24"/>
                  <a:pt x="1954" y="70"/>
                </a:cubicBezTo>
                <a:cubicBezTo>
                  <a:pt x="1828" y="102"/>
                  <a:pt x="1733" y="196"/>
                  <a:pt x="1702" y="322"/>
                </a:cubicBezTo>
                <a:cubicBezTo>
                  <a:pt x="1670" y="448"/>
                  <a:pt x="1702" y="543"/>
                  <a:pt x="1796" y="637"/>
                </a:cubicBezTo>
                <a:lnTo>
                  <a:pt x="2679" y="1551"/>
                </a:lnTo>
                <a:cubicBezTo>
                  <a:pt x="2962" y="1803"/>
                  <a:pt x="2962" y="2244"/>
                  <a:pt x="2679" y="2528"/>
                </a:cubicBezTo>
                <a:cubicBezTo>
                  <a:pt x="2553" y="2669"/>
                  <a:pt x="2379" y="2740"/>
                  <a:pt x="2202" y="2740"/>
                </a:cubicBezTo>
                <a:cubicBezTo>
                  <a:pt x="2025" y="2740"/>
                  <a:pt x="1844" y="2669"/>
                  <a:pt x="1702" y="2528"/>
                </a:cubicBezTo>
                <a:lnTo>
                  <a:pt x="788" y="1614"/>
                </a:lnTo>
                <a:cubicBezTo>
                  <a:pt x="744" y="1569"/>
                  <a:pt x="668" y="1525"/>
                  <a:pt x="582" y="1525"/>
                </a:cubicBezTo>
                <a:cubicBezTo>
                  <a:pt x="547" y="1525"/>
                  <a:pt x="510" y="1532"/>
                  <a:pt x="473" y="1551"/>
                </a:cubicBezTo>
                <a:cubicBezTo>
                  <a:pt x="347" y="1582"/>
                  <a:pt x="284" y="1645"/>
                  <a:pt x="253" y="1771"/>
                </a:cubicBezTo>
                <a:cubicBezTo>
                  <a:pt x="1" y="2591"/>
                  <a:pt x="253" y="3473"/>
                  <a:pt x="883" y="4103"/>
                </a:cubicBezTo>
                <a:cubicBezTo>
                  <a:pt x="1366" y="4494"/>
                  <a:pt x="1932" y="4750"/>
                  <a:pt x="2619" y="4750"/>
                </a:cubicBezTo>
                <a:cubicBezTo>
                  <a:pt x="2874" y="4750"/>
                  <a:pt x="3145" y="4715"/>
                  <a:pt x="3435" y="4638"/>
                </a:cubicBezTo>
                <a:lnTo>
                  <a:pt x="7247" y="8482"/>
                </a:lnTo>
                <a:cubicBezTo>
                  <a:pt x="6963" y="9522"/>
                  <a:pt x="7215" y="10372"/>
                  <a:pt x="7814" y="10971"/>
                </a:cubicBezTo>
                <a:cubicBezTo>
                  <a:pt x="8291" y="11472"/>
                  <a:pt x="8895" y="11702"/>
                  <a:pt x="9516" y="11702"/>
                </a:cubicBezTo>
                <a:cubicBezTo>
                  <a:pt x="9714" y="11702"/>
                  <a:pt x="9915" y="11678"/>
                  <a:pt x="10114" y="11632"/>
                </a:cubicBezTo>
                <a:cubicBezTo>
                  <a:pt x="10240" y="11569"/>
                  <a:pt x="10334" y="11506"/>
                  <a:pt x="10366" y="11380"/>
                </a:cubicBezTo>
                <a:cubicBezTo>
                  <a:pt x="10397" y="11254"/>
                  <a:pt x="10366" y="11128"/>
                  <a:pt x="10271" y="11065"/>
                </a:cubicBezTo>
                <a:lnTo>
                  <a:pt x="9389" y="10152"/>
                </a:lnTo>
                <a:cubicBezTo>
                  <a:pt x="9106" y="9868"/>
                  <a:pt x="9106" y="9459"/>
                  <a:pt x="9389" y="9175"/>
                </a:cubicBezTo>
                <a:cubicBezTo>
                  <a:pt x="9515" y="9033"/>
                  <a:pt x="9688" y="8962"/>
                  <a:pt x="9866" y="8962"/>
                </a:cubicBezTo>
                <a:cubicBezTo>
                  <a:pt x="10043" y="8962"/>
                  <a:pt x="10224" y="9033"/>
                  <a:pt x="10366" y="9175"/>
                </a:cubicBezTo>
                <a:lnTo>
                  <a:pt x="11279" y="10089"/>
                </a:lnTo>
                <a:cubicBezTo>
                  <a:pt x="11326" y="10135"/>
                  <a:pt x="11405" y="10164"/>
                  <a:pt x="11494" y="10164"/>
                </a:cubicBezTo>
                <a:cubicBezTo>
                  <a:pt x="11527" y="10164"/>
                  <a:pt x="11561" y="10160"/>
                  <a:pt x="11594" y="10152"/>
                </a:cubicBezTo>
                <a:cubicBezTo>
                  <a:pt x="11720" y="10120"/>
                  <a:pt x="11783" y="10026"/>
                  <a:pt x="11815" y="9931"/>
                </a:cubicBezTo>
                <a:cubicBezTo>
                  <a:pt x="12067" y="9081"/>
                  <a:pt x="11815" y="8230"/>
                  <a:pt x="11185" y="7600"/>
                </a:cubicBezTo>
                <a:cubicBezTo>
                  <a:pt x="10778" y="7170"/>
                  <a:pt x="10224" y="6903"/>
                  <a:pt x="9537" y="6903"/>
                </a:cubicBezTo>
                <a:cubicBezTo>
                  <a:pt x="9266" y="6903"/>
                  <a:pt x="8975" y="6944"/>
                  <a:pt x="8665" y="7033"/>
                </a:cubicBezTo>
                <a:lnTo>
                  <a:pt x="4852" y="3221"/>
                </a:lnTo>
                <a:lnTo>
                  <a:pt x="4884" y="3032"/>
                </a:lnTo>
                <a:cubicBezTo>
                  <a:pt x="5136" y="2213"/>
                  <a:pt x="4884" y="1330"/>
                  <a:pt x="4254" y="700"/>
                </a:cubicBezTo>
                <a:cubicBezTo>
                  <a:pt x="3778" y="225"/>
                  <a:pt x="3177" y="0"/>
                  <a:pt x="25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7" name="Google Shape;1017;p17"/>
          <p:cNvSpPr/>
          <p:nvPr/>
        </p:nvSpPr>
        <p:spPr>
          <a:xfrm>
            <a:off x="2056613" y="3888776"/>
            <a:ext cx="186155" cy="181571"/>
          </a:xfrm>
          <a:custGeom>
            <a:rect b="b" l="l" r="r" t="t"/>
            <a:pathLst>
              <a:path extrusionOk="0" h="5624" w="5766">
                <a:moveTo>
                  <a:pt x="4080" y="1504"/>
                </a:moveTo>
                <a:cubicBezTo>
                  <a:pt x="4167" y="1504"/>
                  <a:pt x="4253" y="1528"/>
                  <a:pt x="4316" y="1575"/>
                </a:cubicBezTo>
                <a:cubicBezTo>
                  <a:pt x="4442" y="1701"/>
                  <a:pt x="4442" y="1953"/>
                  <a:pt x="4316" y="2048"/>
                </a:cubicBezTo>
                <a:lnTo>
                  <a:pt x="2205" y="4159"/>
                </a:lnTo>
                <a:cubicBezTo>
                  <a:pt x="2158" y="4206"/>
                  <a:pt x="2072" y="4230"/>
                  <a:pt x="1985" y="4230"/>
                </a:cubicBezTo>
                <a:cubicBezTo>
                  <a:pt x="1898" y="4230"/>
                  <a:pt x="1812" y="4206"/>
                  <a:pt x="1764" y="4159"/>
                </a:cubicBezTo>
                <a:cubicBezTo>
                  <a:pt x="1638" y="4033"/>
                  <a:pt x="1638" y="3781"/>
                  <a:pt x="1764" y="3686"/>
                </a:cubicBezTo>
                <a:lnTo>
                  <a:pt x="3844" y="1575"/>
                </a:lnTo>
                <a:cubicBezTo>
                  <a:pt x="3907" y="1528"/>
                  <a:pt x="3993" y="1504"/>
                  <a:pt x="4080" y="1504"/>
                </a:cubicBezTo>
                <a:close/>
                <a:moveTo>
                  <a:pt x="3844" y="0"/>
                </a:moveTo>
                <a:lnTo>
                  <a:pt x="567" y="3277"/>
                </a:lnTo>
                <a:cubicBezTo>
                  <a:pt x="0" y="3844"/>
                  <a:pt x="0" y="4694"/>
                  <a:pt x="567" y="5198"/>
                </a:cubicBezTo>
                <a:cubicBezTo>
                  <a:pt x="835" y="5482"/>
                  <a:pt x="1189" y="5624"/>
                  <a:pt x="1540" y="5624"/>
                </a:cubicBezTo>
                <a:cubicBezTo>
                  <a:pt x="1890" y="5624"/>
                  <a:pt x="2237" y="5482"/>
                  <a:pt x="2489" y="5198"/>
                </a:cubicBezTo>
                <a:lnTo>
                  <a:pt x="5766" y="1953"/>
                </a:lnTo>
                <a:lnTo>
                  <a:pt x="384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8" name="Google Shape;1018;p17"/>
          <p:cNvSpPr/>
          <p:nvPr/>
        </p:nvSpPr>
        <p:spPr>
          <a:xfrm>
            <a:off x="2274280" y="3691287"/>
            <a:ext cx="166817" cy="164944"/>
          </a:xfrm>
          <a:custGeom>
            <a:rect b="b" l="l" r="r" t="t"/>
            <a:pathLst>
              <a:path extrusionOk="0" h="5109" w="5167">
                <a:moveTo>
                  <a:pt x="4249" y="1"/>
                </a:moveTo>
                <a:cubicBezTo>
                  <a:pt x="4179" y="1"/>
                  <a:pt x="4106" y="24"/>
                  <a:pt x="4033" y="68"/>
                </a:cubicBezTo>
                <a:lnTo>
                  <a:pt x="2206" y="1171"/>
                </a:lnTo>
                <a:cubicBezTo>
                  <a:pt x="2017" y="1265"/>
                  <a:pt x="1985" y="1549"/>
                  <a:pt x="2143" y="1706"/>
                </a:cubicBezTo>
                <a:lnTo>
                  <a:pt x="2300" y="1864"/>
                </a:lnTo>
                <a:lnTo>
                  <a:pt x="0" y="4164"/>
                </a:lnTo>
                <a:lnTo>
                  <a:pt x="945" y="5109"/>
                </a:lnTo>
                <a:lnTo>
                  <a:pt x="3245" y="2809"/>
                </a:lnTo>
                <a:lnTo>
                  <a:pt x="3434" y="2998"/>
                </a:lnTo>
                <a:cubicBezTo>
                  <a:pt x="3502" y="3066"/>
                  <a:pt x="3594" y="3099"/>
                  <a:pt x="3684" y="3099"/>
                </a:cubicBezTo>
                <a:cubicBezTo>
                  <a:pt x="3802" y="3099"/>
                  <a:pt x="3916" y="3042"/>
                  <a:pt x="3970" y="2935"/>
                </a:cubicBezTo>
                <a:lnTo>
                  <a:pt x="5073" y="1108"/>
                </a:lnTo>
                <a:cubicBezTo>
                  <a:pt x="5167" y="1013"/>
                  <a:pt x="5167" y="793"/>
                  <a:pt x="5041" y="698"/>
                </a:cubicBezTo>
                <a:lnTo>
                  <a:pt x="4474" y="100"/>
                </a:lnTo>
                <a:cubicBezTo>
                  <a:pt x="4406" y="32"/>
                  <a:pt x="4330" y="1"/>
                  <a:pt x="4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9" name="Google Shape;1019;p17"/>
          <p:cNvSpPr/>
          <p:nvPr/>
        </p:nvSpPr>
        <p:spPr>
          <a:xfrm>
            <a:off x="3962395" y="3243429"/>
            <a:ext cx="178052" cy="330598"/>
          </a:xfrm>
          <a:custGeom>
            <a:rect b="b" l="l" r="r" t="t"/>
            <a:pathLst>
              <a:path extrusionOk="0" h="10240" w="5515">
                <a:moveTo>
                  <a:pt x="662" y="0"/>
                </a:moveTo>
                <a:cubicBezTo>
                  <a:pt x="284" y="0"/>
                  <a:pt x="1" y="315"/>
                  <a:pt x="1" y="662"/>
                </a:cubicBezTo>
                <a:lnTo>
                  <a:pt x="1" y="4411"/>
                </a:lnTo>
                <a:cubicBezTo>
                  <a:pt x="1" y="4632"/>
                  <a:pt x="64" y="4884"/>
                  <a:pt x="190" y="5073"/>
                </a:cubicBezTo>
                <a:lnTo>
                  <a:pt x="1639" y="7467"/>
                </a:lnTo>
                <a:cubicBezTo>
                  <a:pt x="1891" y="7877"/>
                  <a:pt x="2049" y="8097"/>
                  <a:pt x="2049" y="8538"/>
                </a:cubicBezTo>
                <a:lnTo>
                  <a:pt x="2049" y="9861"/>
                </a:lnTo>
                <a:cubicBezTo>
                  <a:pt x="2049" y="10082"/>
                  <a:pt x="2206" y="10239"/>
                  <a:pt x="2395" y="10239"/>
                </a:cubicBezTo>
                <a:lnTo>
                  <a:pt x="5514" y="10239"/>
                </a:lnTo>
                <a:lnTo>
                  <a:pt x="5514" y="6364"/>
                </a:lnTo>
                <a:cubicBezTo>
                  <a:pt x="5514" y="5986"/>
                  <a:pt x="5357" y="5671"/>
                  <a:pt x="5168" y="5419"/>
                </a:cubicBezTo>
                <a:cubicBezTo>
                  <a:pt x="5167" y="5420"/>
                  <a:pt x="5165" y="5421"/>
                  <a:pt x="5163" y="5421"/>
                </a:cubicBezTo>
                <a:cubicBezTo>
                  <a:pt x="5042" y="5421"/>
                  <a:pt x="3214" y="3623"/>
                  <a:pt x="3183" y="3592"/>
                </a:cubicBezTo>
                <a:cubicBezTo>
                  <a:pt x="3041" y="3432"/>
                  <a:pt x="2828" y="3332"/>
                  <a:pt x="2613" y="3332"/>
                </a:cubicBezTo>
                <a:cubicBezTo>
                  <a:pt x="2448" y="3332"/>
                  <a:pt x="2280" y="3392"/>
                  <a:pt x="2143" y="3529"/>
                </a:cubicBezTo>
                <a:cubicBezTo>
                  <a:pt x="1891" y="3812"/>
                  <a:pt x="1923" y="4285"/>
                  <a:pt x="2112" y="4442"/>
                </a:cubicBezTo>
                <a:lnTo>
                  <a:pt x="3970" y="6301"/>
                </a:lnTo>
                <a:cubicBezTo>
                  <a:pt x="4097" y="6427"/>
                  <a:pt x="4097" y="6648"/>
                  <a:pt x="3970" y="6774"/>
                </a:cubicBezTo>
                <a:cubicBezTo>
                  <a:pt x="3907" y="6821"/>
                  <a:pt x="3821" y="6845"/>
                  <a:pt x="3734" y="6845"/>
                </a:cubicBezTo>
                <a:cubicBezTo>
                  <a:pt x="3648" y="6845"/>
                  <a:pt x="3561" y="6821"/>
                  <a:pt x="3498" y="6774"/>
                </a:cubicBezTo>
                <a:lnTo>
                  <a:pt x="1639" y="4915"/>
                </a:lnTo>
                <a:cubicBezTo>
                  <a:pt x="1450" y="4726"/>
                  <a:pt x="1324" y="4442"/>
                  <a:pt x="1324" y="4190"/>
                </a:cubicBezTo>
                <a:lnTo>
                  <a:pt x="1324" y="662"/>
                </a:lnTo>
                <a:cubicBezTo>
                  <a:pt x="1324" y="252"/>
                  <a:pt x="1009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0" name="Google Shape;1020;p17"/>
          <p:cNvSpPr/>
          <p:nvPr/>
        </p:nvSpPr>
        <p:spPr>
          <a:xfrm>
            <a:off x="4162790" y="3243429"/>
            <a:ext cx="177019" cy="331599"/>
          </a:xfrm>
          <a:custGeom>
            <a:rect b="b" l="l" r="r" t="t"/>
            <a:pathLst>
              <a:path extrusionOk="0" h="10271" w="5483">
                <a:moveTo>
                  <a:pt x="4758" y="0"/>
                </a:moveTo>
                <a:cubicBezTo>
                  <a:pt x="4380" y="0"/>
                  <a:pt x="4096" y="315"/>
                  <a:pt x="4096" y="662"/>
                </a:cubicBezTo>
                <a:lnTo>
                  <a:pt x="4096" y="4190"/>
                </a:lnTo>
                <a:cubicBezTo>
                  <a:pt x="4096" y="4474"/>
                  <a:pt x="3970" y="4758"/>
                  <a:pt x="3781" y="4915"/>
                </a:cubicBezTo>
                <a:lnTo>
                  <a:pt x="1922" y="6774"/>
                </a:lnTo>
                <a:cubicBezTo>
                  <a:pt x="1875" y="6821"/>
                  <a:pt x="1788" y="6845"/>
                  <a:pt x="1698" y="6845"/>
                </a:cubicBezTo>
                <a:cubicBezTo>
                  <a:pt x="1607" y="6845"/>
                  <a:pt x="1513" y="6821"/>
                  <a:pt x="1450" y="6774"/>
                </a:cubicBezTo>
                <a:cubicBezTo>
                  <a:pt x="1355" y="6648"/>
                  <a:pt x="1355" y="6427"/>
                  <a:pt x="1450" y="6301"/>
                </a:cubicBezTo>
                <a:lnTo>
                  <a:pt x="3308" y="4442"/>
                </a:lnTo>
                <a:cubicBezTo>
                  <a:pt x="3497" y="4285"/>
                  <a:pt x="3560" y="3812"/>
                  <a:pt x="3277" y="3529"/>
                </a:cubicBezTo>
                <a:cubicBezTo>
                  <a:pt x="3140" y="3392"/>
                  <a:pt x="2972" y="3332"/>
                  <a:pt x="2807" y="3332"/>
                </a:cubicBezTo>
                <a:cubicBezTo>
                  <a:pt x="2592" y="3332"/>
                  <a:pt x="2379" y="3432"/>
                  <a:pt x="2237" y="3592"/>
                </a:cubicBezTo>
                <a:cubicBezTo>
                  <a:pt x="2237" y="3592"/>
                  <a:pt x="347" y="5419"/>
                  <a:pt x="347" y="5482"/>
                </a:cubicBezTo>
                <a:cubicBezTo>
                  <a:pt x="158" y="5671"/>
                  <a:pt x="0" y="6018"/>
                  <a:pt x="0" y="6427"/>
                </a:cubicBezTo>
                <a:lnTo>
                  <a:pt x="0" y="8129"/>
                </a:lnTo>
                <a:lnTo>
                  <a:pt x="0" y="8412"/>
                </a:lnTo>
                <a:lnTo>
                  <a:pt x="0" y="10271"/>
                </a:lnTo>
                <a:lnTo>
                  <a:pt x="3088" y="10271"/>
                </a:lnTo>
                <a:cubicBezTo>
                  <a:pt x="3277" y="10271"/>
                  <a:pt x="3434" y="10113"/>
                  <a:pt x="3434" y="9924"/>
                </a:cubicBezTo>
                <a:lnTo>
                  <a:pt x="3434" y="8570"/>
                </a:lnTo>
                <a:cubicBezTo>
                  <a:pt x="3434" y="8129"/>
                  <a:pt x="3623" y="7908"/>
                  <a:pt x="3812" y="7530"/>
                </a:cubicBezTo>
                <a:lnTo>
                  <a:pt x="5293" y="5104"/>
                </a:lnTo>
                <a:cubicBezTo>
                  <a:pt x="5388" y="4915"/>
                  <a:pt x="5482" y="4663"/>
                  <a:pt x="5482" y="4411"/>
                </a:cubicBezTo>
                <a:lnTo>
                  <a:pt x="5482" y="662"/>
                </a:lnTo>
                <a:cubicBezTo>
                  <a:pt x="5451" y="284"/>
                  <a:pt x="5136" y="0"/>
                  <a:pt x="47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1" name="Google Shape;1021;p17"/>
          <p:cNvSpPr/>
          <p:nvPr/>
        </p:nvSpPr>
        <p:spPr>
          <a:xfrm>
            <a:off x="4239080" y="3285142"/>
            <a:ext cx="33576" cy="48847"/>
          </a:xfrm>
          <a:custGeom>
            <a:rect b="b" l="l" r="r" t="t"/>
            <a:pathLst>
              <a:path extrusionOk="0" h="1513" w="1040">
                <a:moveTo>
                  <a:pt x="504" y="0"/>
                </a:moveTo>
                <a:cubicBezTo>
                  <a:pt x="252" y="32"/>
                  <a:pt x="0" y="284"/>
                  <a:pt x="0" y="567"/>
                </a:cubicBezTo>
                <a:lnTo>
                  <a:pt x="0" y="1418"/>
                </a:lnTo>
                <a:cubicBezTo>
                  <a:pt x="126" y="1386"/>
                  <a:pt x="252" y="1355"/>
                  <a:pt x="410" y="1355"/>
                </a:cubicBezTo>
                <a:cubicBezTo>
                  <a:pt x="630" y="1355"/>
                  <a:pt x="819" y="1386"/>
                  <a:pt x="1040" y="1512"/>
                </a:cubicBezTo>
                <a:lnTo>
                  <a:pt x="1040" y="504"/>
                </a:lnTo>
                <a:cubicBezTo>
                  <a:pt x="1040" y="252"/>
                  <a:pt x="788" y="0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2" name="Google Shape;1022;p17"/>
          <p:cNvSpPr/>
          <p:nvPr/>
        </p:nvSpPr>
        <p:spPr>
          <a:xfrm>
            <a:off x="4028515" y="3287853"/>
            <a:ext cx="32576" cy="47136"/>
          </a:xfrm>
          <a:custGeom>
            <a:rect b="b" l="l" r="r" t="t"/>
            <a:pathLst>
              <a:path extrusionOk="0" h="1460" w="1009">
                <a:moveTo>
                  <a:pt x="418" y="1"/>
                </a:moveTo>
                <a:cubicBezTo>
                  <a:pt x="177" y="1"/>
                  <a:pt x="1" y="229"/>
                  <a:pt x="1" y="483"/>
                </a:cubicBezTo>
                <a:lnTo>
                  <a:pt x="1" y="1460"/>
                </a:lnTo>
                <a:cubicBezTo>
                  <a:pt x="190" y="1334"/>
                  <a:pt x="379" y="1302"/>
                  <a:pt x="631" y="1302"/>
                </a:cubicBezTo>
                <a:cubicBezTo>
                  <a:pt x="725" y="1302"/>
                  <a:pt x="883" y="1334"/>
                  <a:pt x="1009" y="1365"/>
                </a:cubicBezTo>
                <a:lnTo>
                  <a:pt x="1009" y="515"/>
                </a:lnTo>
                <a:cubicBezTo>
                  <a:pt x="1009" y="231"/>
                  <a:pt x="788" y="11"/>
                  <a:pt x="505" y="11"/>
                </a:cubicBezTo>
                <a:cubicBezTo>
                  <a:pt x="475" y="4"/>
                  <a:pt x="446" y="1"/>
                  <a:pt x="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3" name="Google Shape;1023;p17"/>
          <p:cNvSpPr/>
          <p:nvPr/>
        </p:nvSpPr>
        <p:spPr>
          <a:xfrm>
            <a:off x="4105838" y="3197648"/>
            <a:ext cx="88493" cy="88525"/>
          </a:xfrm>
          <a:custGeom>
            <a:rect b="b" l="l" r="r" t="t"/>
            <a:pathLst>
              <a:path extrusionOk="0" h="2742" w="2741">
                <a:moveTo>
                  <a:pt x="1386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74"/>
                  <a:pt x="630" y="2742"/>
                  <a:pt x="1386" y="2742"/>
                </a:cubicBezTo>
                <a:cubicBezTo>
                  <a:pt x="2111" y="2742"/>
                  <a:pt x="2741" y="2111"/>
                  <a:pt x="2741" y="1387"/>
                </a:cubicBezTo>
                <a:cubicBezTo>
                  <a:pt x="2741" y="631"/>
                  <a:pt x="2111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4" name="Google Shape;1024;p17"/>
          <p:cNvSpPr/>
          <p:nvPr/>
        </p:nvSpPr>
        <p:spPr>
          <a:xfrm>
            <a:off x="4080397" y="3308516"/>
            <a:ext cx="139374" cy="88525"/>
          </a:xfrm>
          <a:custGeom>
            <a:rect b="b" l="l" r="r" t="t"/>
            <a:pathLst>
              <a:path extrusionOk="0" h="2742" w="4317">
                <a:moveTo>
                  <a:pt x="2174" y="1"/>
                </a:moveTo>
                <a:cubicBezTo>
                  <a:pt x="1292" y="1"/>
                  <a:pt x="505" y="379"/>
                  <a:pt x="0" y="1040"/>
                </a:cubicBezTo>
                <a:lnTo>
                  <a:pt x="32" y="1103"/>
                </a:lnTo>
                <a:cubicBezTo>
                  <a:pt x="946" y="1985"/>
                  <a:pt x="1450" y="2458"/>
                  <a:pt x="1702" y="2742"/>
                </a:cubicBezTo>
                <a:lnTo>
                  <a:pt x="2647" y="2742"/>
                </a:lnTo>
                <a:lnTo>
                  <a:pt x="4254" y="1135"/>
                </a:lnTo>
                <a:lnTo>
                  <a:pt x="4317" y="1040"/>
                </a:lnTo>
                <a:cubicBezTo>
                  <a:pt x="3813" y="410"/>
                  <a:pt x="3025" y="1"/>
                  <a:pt x="21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5" name="Google Shape;1025;p17"/>
          <p:cNvSpPr/>
          <p:nvPr/>
        </p:nvSpPr>
        <p:spPr>
          <a:xfrm>
            <a:off x="1740563" y="1260427"/>
            <a:ext cx="221733" cy="221152"/>
          </a:xfrm>
          <a:custGeom>
            <a:rect b="b" l="l" r="r" t="t"/>
            <a:pathLst>
              <a:path extrusionOk="0" h="6850" w="6868">
                <a:moveTo>
                  <a:pt x="3466" y="1355"/>
                </a:moveTo>
                <a:cubicBezTo>
                  <a:pt x="4222" y="1355"/>
                  <a:pt x="4852" y="1985"/>
                  <a:pt x="4852" y="2741"/>
                </a:cubicBezTo>
                <a:lnTo>
                  <a:pt x="4852" y="4127"/>
                </a:lnTo>
                <a:cubicBezTo>
                  <a:pt x="4852" y="4348"/>
                  <a:pt x="4757" y="4600"/>
                  <a:pt x="4631" y="4821"/>
                </a:cubicBezTo>
                <a:lnTo>
                  <a:pt x="4726" y="4915"/>
                </a:lnTo>
                <a:cubicBezTo>
                  <a:pt x="4852" y="5041"/>
                  <a:pt x="4852" y="5262"/>
                  <a:pt x="4726" y="5388"/>
                </a:cubicBezTo>
                <a:cubicBezTo>
                  <a:pt x="4663" y="5451"/>
                  <a:pt x="4576" y="5482"/>
                  <a:pt x="4489" y="5482"/>
                </a:cubicBezTo>
                <a:cubicBezTo>
                  <a:pt x="4403" y="5482"/>
                  <a:pt x="4316" y="5451"/>
                  <a:pt x="4253" y="5388"/>
                </a:cubicBezTo>
                <a:lnTo>
                  <a:pt x="4190" y="5293"/>
                </a:lnTo>
                <a:cubicBezTo>
                  <a:pt x="3970" y="5419"/>
                  <a:pt x="3749" y="5514"/>
                  <a:pt x="3466" y="5514"/>
                </a:cubicBezTo>
                <a:cubicBezTo>
                  <a:pt x="2709" y="5514"/>
                  <a:pt x="2079" y="4884"/>
                  <a:pt x="2079" y="4127"/>
                </a:cubicBezTo>
                <a:lnTo>
                  <a:pt x="2079" y="2741"/>
                </a:lnTo>
                <a:cubicBezTo>
                  <a:pt x="2079" y="1985"/>
                  <a:pt x="2709" y="1355"/>
                  <a:pt x="3466" y="1355"/>
                </a:cubicBezTo>
                <a:close/>
                <a:moveTo>
                  <a:pt x="3466" y="0"/>
                </a:moveTo>
                <a:cubicBezTo>
                  <a:pt x="1575" y="0"/>
                  <a:pt x="32" y="1576"/>
                  <a:pt x="32" y="3403"/>
                </a:cubicBezTo>
                <a:cubicBezTo>
                  <a:pt x="32" y="4001"/>
                  <a:pt x="189" y="4569"/>
                  <a:pt x="473" y="5104"/>
                </a:cubicBezTo>
                <a:lnTo>
                  <a:pt x="32" y="6396"/>
                </a:lnTo>
                <a:cubicBezTo>
                  <a:pt x="0" y="6522"/>
                  <a:pt x="32" y="6679"/>
                  <a:pt x="126" y="6774"/>
                </a:cubicBezTo>
                <a:cubicBezTo>
                  <a:pt x="172" y="6820"/>
                  <a:pt x="269" y="6849"/>
                  <a:pt x="367" y="6849"/>
                </a:cubicBezTo>
                <a:cubicBezTo>
                  <a:pt x="403" y="6849"/>
                  <a:pt x="439" y="6845"/>
                  <a:pt x="473" y="6837"/>
                </a:cubicBezTo>
                <a:lnTo>
                  <a:pt x="1764" y="6396"/>
                </a:lnTo>
                <a:cubicBezTo>
                  <a:pt x="2300" y="6679"/>
                  <a:pt x="2867" y="6837"/>
                  <a:pt x="3466" y="6837"/>
                </a:cubicBezTo>
                <a:cubicBezTo>
                  <a:pt x="5356" y="6837"/>
                  <a:pt x="6868" y="5293"/>
                  <a:pt x="6868" y="3403"/>
                </a:cubicBezTo>
                <a:cubicBezTo>
                  <a:pt x="6868" y="1513"/>
                  <a:pt x="5356" y="0"/>
                  <a:pt x="3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6" name="Google Shape;1026;p17"/>
          <p:cNvSpPr/>
          <p:nvPr/>
        </p:nvSpPr>
        <p:spPr>
          <a:xfrm>
            <a:off x="1831059" y="1327549"/>
            <a:ext cx="42778" cy="87525"/>
          </a:xfrm>
          <a:custGeom>
            <a:rect b="b" l="l" r="r" t="t"/>
            <a:pathLst>
              <a:path extrusionOk="0" h="2711" w="1325">
                <a:moveTo>
                  <a:pt x="663" y="1"/>
                </a:moveTo>
                <a:cubicBezTo>
                  <a:pt x="253" y="1"/>
                  <a:pt x="1" y="316"/>
                  <a:pt x="1" y="662"/>
                </a:cubicBezTo>
                <a:lnTo>
                  <a:pt x="1" y="2048"/>
                </a:lnTo>
                <a:cubicBezTo>
                  <a:pt x="1" y="2427"/>
                  <a:pt x="316" y="2710"/>
                  <a:pt x="663" y="2710"/>
                </a:cubicBezTo>
                <a:cubicBezTo>
                  <a:pt x="694" y="2710"/>
                  <a:pt x="789" y="2710"/>
                  <a:pt x="820" y="2679"/>
                </a:cubicBezTo>
                <a:lnTo>
                  <a:pt x="757" y="2584"/>
                </a:lnTo>
                <a:cubicBezTo>
                  <a:pt x="631" y="2490"/>
                  <a:pt x="631" y="2238"/>
                  <a:pt x="757" y="2111"/>
                </a:cubicBezTo>
                <a:cubicBezTo>
                  <a:pt x="804" y="2064"/>
                  <a:pt x="891" y="2041"/>
                  <a:pt x="978" y="2041"/>
                </a:cubicBezTo>
                <a:cubicBezTo>
                  <a:pt x="1064" y="2041"/>
                  <a:pt x="1151" y="2064"/>
                  <a:pt x="1198" y="2111"/>
                </a:cubicBezTo>
                <a:lnTo>
                  <a:pt x="1293" y="2206"/>
                </a:lnTo>
                <a:cubicBezTo>
                  <a:pt x="1293" y="2175"/>
                  <a:pt x="1324" y="2080"/>
                  <a:pt x="1324" y="2048"/>
                </a:cubicBezTo>
                <a:lnTo>
                  <a:pt x="1324" y="662"/>
                </a:lnTo>
                <a:cubicBezTo>
                  <a:pt x="1324" y="284"/>
                  <a:pt x="1041" y="1"/>
                  <a:pt x="6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7" name="Google Shape;1027;p17"/>
          <p:cNvSpPr/>
          <p:nvPr/>
        </p:nvSpPr>
        <p:spPr>
          <a:xfrm>
            <a:off x="1640867" y="1436382"/>
            <a:ext cx="89526" cy="89559"/>
          </a:xfrm>
          <a:custGeom>
            <a:rect b="b" l="l" r="r" t="t"/>
            <a:pathLst>
              <a:path extrusionOk="0" h="2774" w="2773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64" y="2143"/>
                  <a:pt x="631" y="2773"/>
                  <a:pt x="1387" y="2773"/>
                </a:cubicBezTo>
                <a:cubicBezTo>
                  <a:pt x="2143" y="2773"/>
                  <a:pt x="2773" y="2143"/>
                  <a:pt x="2773" y="1387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8" name="Google Shape;1028;p17"/>
          <p:cNvSpPr/>
          <p:nvPr/>
        </p:nvSpPr>
        <p:spPr>
          <a:xfrm>
            <a:off x="1598153" y="1547250"/>
            <a:ext cx="177019" cy="89559"/>
          </a:xfrm>
          <a:custGeom>
            <a:rect b="b" l="l" r="r" t="t"/>
            <a:pathLst>
              <a:path extrusionOk="0" h="2774" w="5483">
                <a:moveTo>
                  <a:pt x="2741" y="1"/>
                </a:moveTo>
                <a:cubicBezTo>
                  <a:pt x="1387" y="1"/>
                  <a:pt x="221" y="1040"/>
                  <a:pt x="32" y="2364"/>
                </a:cubicBezTo>
                <a:cubicBezTo>
                  <a:pt x="0" y="2553"/>
                  <a:pt x="158" y="2773"/>
                  <a:pt x="347" y="2773"/>
                </a:cubicBezTo>
                <a:lnTo>
                  <a:pt x="5104" y="2773"/>
                </a:lnTo>
                <a:cubicBezTo>
                  <a:pt x="5325" y="2773"/>
                  <a:pt x="5482" y="2553"/>
                  <a:pt x="5482" y="2364"/>
                </a:cubicBezTo>
                <a:cubicBezTo>
                  <a:pt x="5262" y="1040"/>
                  <a:pt x="4127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9" name="Google Shape;1029;p17"/>
          <p:cNvSpPr/>
          <p:nvPr/>
        </p:nvSpPr>
        <p:spPr>
          <a:xfrm>
            <a:off x="1591534" y="1818544"/>
            <a:ext cx="265480" cy="287433"/>
          </a:xfrm>
          <a:custGeom>
            <a:rect b="b" l="l" r="r" t="t"/>
            <a:pathLst>
              <a:path extrusionOk="0" h="8903" w="8223">
                <a:moveTo>
                  <a:pt x="2080" y="2710"/>
                </a:moveTo>
                <a:cubicBezTo>
                  <a:pt x="2458" y="2710"/>
                  <a:pt x="2741" y="3056"/>
                  <a:pt x="2741" y="3403"/>
                </a:cubicBezTo>
                <a:cubicBezTo>
                  <a:pt x="2741" y="3781"/>
                  <a:pt x="2426" y="4065"/>
                  <a:pt x="2080" y="4065"/>
                </a:cubicBezTo>
                <a:cubicBezTo>
                  <a:pt x="1733" y="4065"/>
                  <a:pt x="1418" y="3750"/>
                  <a:pt x="1418" y="3403"/>
                </a:cubicBezTo>
                <a:cubicBezTo>
                  <a:pt x="1418" y="3056"/>
                  <a:pt x="1670" y="2710"/>
                  <a:pt x="2080" y="2710"/>
                </a:cubicBezTo>
                <a:close/>
                <a:moveTo>
                  <a:pt x="4127" y="2710"/>
                </a:moveTo>
                <a:cubicBezTo>
                  <a:pt x="4506" y="2710"/>
                  <a:pt x="4789" y="3056"/>
                  <a:pt x="4789" y="3403"/>
                </a:cubicBezTo>
                <a:cubicBezTo>
                  <a:pt x="4789" y="3781"/>
                  <a:pt x="4474" y="4065"/>
                  <a:pt x="4127" y="4065"/>
                </a:cubicBezTo>
                <a:cubicBezTo>
                  <a:pt x="3718" y="4065"/>
                  <a:pt x="3466" y="3750"/>
                  <a:pt x="3466" y="3403"/>
                </a:cubicBezTo>
                <a:cubicBezTo>
                  <a:pt x="3466" y="3056"/>
                  <a:pt x="3718" y="2710"/>
                  <a:pt x="4127" y="2710"/>
                </a:cubicBezTo>
                <a:close/>
                <a:moveTo>
                  <a:pt x="6207" y="2710"/>
                </a:moveTo>
                <a:cubicBezTo>
                  <a:pt x="6616" y="2710"/>
                  <a:pt x="6868" y="3056"/>
                  <a:pt x="6868" y="3403"/>
                </a:cubicBezTo>
                <a:cubicBezTo>
                  <a:pt x="6868" y="3781"/>
                  <a:pt x="6553" y="4065"/>
                  <a:pt x="6207" y="4065"/>
                </a:cubicBezTo>
                <a:cubicBezTo>
                  <a:pt x="5829" y="4065"/>
                  <a:pt x="5545" y="3750"/>
                  <a:pt x="5545" y="3403"/>
                </a:cubicBezTo>
                <a:cubicBezTo>
                  <a:pt x="5514" y="3056"/>
                  <a:pt x="5829" y="2710"/>
                  <a:pt x="6207" y="2710"/>
                </a:cubicBezTo>
                <a:close/>
                <a:moveTo>
                  <a:pt x="1733" y="0"/>
                </a:moveTo>
                <a:cubicBezTo>
                  <a:pt x="788" y="0"/>
                  <a:pt x="0" y="757"/>
                  <a:pt x="0" y="1702"/>
                </a:cubicBezTo>
                <a:lnTo>
                  <a:pt x="0" y="5136"/>
                </a:lnTo>
                <a:cubicBezTo>
                  <a:pt x="0" y="5955"/>
                  <a:pt x="630" y="6616"/>
                  <a:pt x="1418" y="6774"/>
                </a:cubicBezTo>
                <a:lnTo>
                  <a:pt x="1418" y="8570"/>
                </a:lnTo>
                <a:cubicBezTo>
                  <a:pt x="1418" y="8696"/>
                  <a:pt x="1481" y="8822"/>
                  <a:pt x="1607" y="8885"/>
                </a:cubicBezTo>
                <a:cubicBezTo>
                  <a:pt x="1649" y="8895"/>
                  <a:pt x="1695" y="8902"/>
                  <a:pt x="1739" y="8902"/>
                </a:cubicBezTo>
                <a:cubicBezTo>
                  <a:pt x="1828" y="8902"/>
                  <a:pt x="1912" y="8874"/>
                  <a:pt x="1954" y="8790"/>
                </a:cubicBezTo>
                <a:lnTo>
                  <a:pt x="3938" y="6837"/>
                </a:lnTo>
                <a:lnTo>
                  <a:pt x="6522" y="6837"/>
                </a:lnTo>
                <a:cubicBezTo>
                  <a:pt x="7467" y="6837"/>
                  <a:pt x="8223" y="6081"/>
                  <a:pt x="8223" y="5136"/>
                </a:cubicBezTo>
                <a:lnTo>
                  <a:pt x="8223" y="1702"/>
                </a:lnTo>
                <a:cubicBezTo>
                  <a:pt x="8223" y="757"/>
                  <a:pt x="7467" y="0"/>
                  <a:pt x="65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0" name="Google Shape;1030;p17"/>
          <p:cNvSpPr/>
          <p:nvPr/>
        </p:nvSpPr>
        <p:spPr>
          <a:xfrm>
            <a:off x="1681029" y="1730050"/>
            <a:ext cx="287885" cy="286465"/>
          </a:xfrm>
          <a:custGeom>
            <a:rect b="b" l="l" r="r" t="t"/>
            <a:pathLst>
              <a:path extrusionOk="0" h="8873" w="8917">
                <a:moveTo>
                  <a:pt x="1702" y="1"/>
                </a:moveTo>
                <a:cubicBezTo>
                  <a:pt x="757" y="1"/>
                  <a:pt x="1" y="725"/>
                  <a:pt x="1" y="1702"/>
                </a:cubicBezTo>
                <a:lnTo>
                  <a:pt x="1" y="2048"/>
                </a:lnTo>
                <a:lnTo>
                  <a:pt x="3781" y="2048"/>
                </a:lnTo>
                <a:cubicBezTo>
                  <a:pt x="5136" y="2048"/>
                  <a:pt x="6207" y="3088"/>
                  <a:pt x="6207" y="4443"/>
                </a:cubicBezTo>
                <a:lnTo>
                  <a:pt x="6207" y="7877"/>
                </a:lnTo>
                <a:lnTo>
                  <a:pt x="6207" y="8003"/>
                </a:lnTo>
                <a:lnTo>
                  <a:pt x="6995" y="8790"/>
                </a:lnTo>
                <a:cubicBezTo>
                  <a:pt x="7055" y="8850"/>
                  <a:pt x="7127" y="8872"/>
                  <a:pt x="7205" y="8872"/>
                </a:cubicBezTo>
                <a:cubicBezTo>
                  <a:pt x="7249" y="8872"/>
                  <a:pt x="7295" y="8865"/>
                  <a:pt x="7341" y="8853"/>
                </a:cubicBezTo>
                <a:cubicBezTo>
                  <a:pt x="7467" y="8822"/>
                  <a:pt x="7530" y="8664"/>
                  <a:pt x="7530" y="8538"/>
                </a:cubicBezTo>
                <a:lnTo>
                  <a:pt x="7530" y="6806"/>
                </a:lnTo>
                <a:cubicBezTo>
                  <a:pt x="8318" y="6648"/>
                  <a:pt x="8917" y="5955"/>
                  <a:pt x="8917" y="5104"/>
                </a:cubicBezTo>
                <a:lnTo>
                  <a:pt x="8917" y="1702"/>
                </a:lnTo>
                <a:cubicBezTo>
                  <a:pt x="8917" y="725"/>
                  <a:pt x="8129" y="1"/>
                  <a:pt x="71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1" name="Google Shape;1031;p17"/>
          <p:cNvSpPr/>
          <p:nvPr/>
        </p:nvSpPr>
        <p:spPr>
          <a:xfrm>
            <a:off x="1636298" y="2193167"/>
            <a:ext cx="287853" cy="376346"/>
          </a:xfrm>
          <a:custGeom>
            <a:rect b="b" l="l" r="r" t="t"/>
            <a:pathLst>
              <a:path extrusionOk="0" h="11657" w="8916">
                <a:moveTo>
                  <a:pt x="4474" y="1418"/>
                </a:moveTo>
                <a:cubicBezTo>
                  <a:pt x="6143" y="1418"/>
                  <a:pt x="7530" y="2804"/>
                  <a:pt x="7530" y="4474"/>
                </a:cubicBezTo>
                <a:cubicBezTo>
                  <a:pt x="7561" y="6175"/>
                  <a:pt x="6143" y="7561"/>
                  <a:pt x="4474" y="7561"/>
                </a:cubicBezTo>
                <a:cubicBezTo>
                  <a:pt x="2772" y="7561"/>
                  <a:pt x="1386" y="6175"/>
                  <a:pt x="1386" y="4474"/>
                </a:cubicBezTo>
                <a:cubicBezTo>
                  <a:pt x="1386" y="2804"/>
                  <a:pt x="2772" y="1418"/>
                  <a:pt x="4474" y="1418"/>
                </a:cubicBezTo>
                <a:close/>
                <a:moveTo>
                  <a:pt x="4474" y="0"/>
                </a:moveTo>
                <a:cubicBezTo>
                  <a:pt x="2016" y="0"/>
                  <a:pt x="0" y="2017"/>
                  <a:pt x="0" y="4442"/>
                </a:cubicBezTo>
                <a:cubicBezTo>
                  <a:pt x="0" y="5419"/>
                  <a:pt x="315" y="6333"/>
                  <a:pt x="914" y="7120"/>
                </a:cubicBezTo>
                <a:lnTo>
                  <a:pt x="4190" y="11531"/>
                </a:lnTo>
                <a:cubicBezTo>
                  <a:pt x="4253" y="11626"/>
                  <a:pt x="4348" y="11657"/>
                  <a:pt x="4474" y="11657"/>
                </a:cubicBezTo>
                <a:cubicBezTo>
                  <a:pt x="4568" y="11657"/>
                  <a:pt x="4663" y="11626"/>
                  <a:pt x="4726" y="11531"/>
                </a:cubicBezTo>
                <a:lnTo>
                  <a:pt x="8002" y="7120"/>
                </a:lnTo>
                <a:cubicBezTo>
                  <a:pt x="8601" y="6333"/>
                  <a:pt x="8916" y="5419"/>
                  <a:pt x="8916" y="4442"/>
                </a:cubicBezTo>
                <a:cubicBezTo>
                  <a:pt x="8916" y="2017"/>
                  <a:pt x="693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2" name="Google Shape;1032;p17"/>
          <p:cNvSpPr/>
          <p:nvPr/>
        </p:nvSpPr>
        <p:spPr>
          <a:xfrm>
            <a:off x="1702385" y="2260288"/>
            <a:ext cx="155646" cy="155646"/>
          </a:xfrm>
          <a:custGeom>
            <a:rect b="b" l="l" r="r" t="t"/>
            <a:pathLst>
              <a:path extrusionOk="0" h="4821" w="4821">
                <a:moveTo>
                  <a:pt x="2427" y="662"/>
                </a:moveTo>
                <a:cubicBezTo>
                  <a:pt x="2616" y="662"/>
                  <a:pt x="2773" y="820"/>
                  <a:pt x="2773" y="1040"/>
                </a:cubicBezTo>
                <a:cubicBezTo>
                  <a:pt x="2773" y="1229"/>
                  <a:pt x="2616" y="1387"/>
                  <a:pt x="2427" y="1387"/>
                </a:cubicBezTo>
                <a:cubicBezTo>
                  <a:pt x="2206" y="1387"/>
                  <a:pt x="2049" y="1229"/>
                  <a:pt x="2049" y="1040"/>
                </a:cubicBezTo>
                <a:cubicBezTo>
                  <a:pt x="2049" y="820"/>
                  <a:pt x="2206" y="662"/>
                  <a:pt x="2427" y="662"/>
                </a:cubicBezTo>
                <a:close/>
                <a:moveTo>
                  <a:pt x="2427" y="2017"/>
                </a:moveTo>
                <a:cubicBezTo>
                  <a:pt x="2616" y="2017"/>
                  <a:pt x="2773" y="2174"/>
                  <a:pt x="2773" y="2363"/>
                </a:cubicBezTo>
                <a:lnTo>
                  <a:pt x="2773" y="3750"/>
                </a:lnTo>
                <a:cubicBezTo>
                  <a:pt x="2773" y="3939"/>
                  <a:pt x="2616" y="4096"/>
                  <a:pt x="2427" y="4096"/>
                </a:cubicBezTo>
                <a:cubicBezTo>
                  <a:pt x="2206" y="4096"/>
                  <a:pt x="2049" y="3939"/>
                  <a:pt x="2049" y="3750"/>
                </a:cubicBezTo>
                <a:lnTo>
                  <a:pt x="2049" y="2363"/>
                </a:lnTo>
                <a:cubicBezTo>
                  <a:pt x="2049" y="2174"/>
                  <a:pt x="2206" y="2017"/>
                  <a:pt x="2427" y="2017"/>
                </a:cubicBezTo>
                <a:close/>
                <a:moveTo>
                  <a:pt x="2427" y="1"/>
                </a:moveTo>
                <a:cubicBezTo>
                  <a:pt x="1072" y="1"/>
                  <a:pt x="1" y="1072"/>
                  <a:pt x="1" y="2395"/>
                </a:cubicBezTo>
                <a:cubicBezTo>
                  <a:pt x="1" y="3750"/>
                  <a:pt x="1072" y="4821"/>
                  <a:pt x="2427" y="4821"/>
                </a:cubicBezTo>
                <a:cubicBezTo>
                  <a:pt x="3750" y="4821"/>
                  <a:pt x="4821" y="3750"/>
                  <a:pt x="4821" y="2395"/>
                </a:cubicBezTo>
                <a:cubicBezTo>
                  <a:pt x="4821" y="1072"/>
                  <a:pt x="3750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3" name="Google Shape;1033;p17"/>
          <p:cNvSpPr/>
          <p:nvPr/>
        </p:nvSpPr>
        <p:spPr>
          <a:xfrm>
            <a:off x="4241025" y="1536338"/>
            <a:ext cx="42745" cy="43778"/>
          </a:xfrm>
          <a:custGeom>
            <a:rect b="b" l="l" r="r" t="t"/>
            <a:pathLst>
              <a:path extrusionOk="0" h="1356" w="1324">
                <a:moveTo>
                  <a:pt x="662" y="0"/>
                </a:moveTo>
                <a:cubicBezTo>
                  <a:pt x="284" y="0"/>
                  <a:pt x="1" y="315"/>
                  <a:pt x="1" y="693"/>
                </a:cubicBezTo>
                <a:cubicBezTo>
                  <a:pt x="1" y="1040"/>
                  <a:pt x="284" y="1355"/>
                  <a:pt x="662" y="1355"/>
                </a:cubicBezTo>
                <a:cubicBezTo>
                  <a:pt x="1040" y="1355"/>
                  <a:pt x="1324" y="1040"/>
                  <a:pt x="1324" y="693"/>
                </a:cubicBezTo>
                <a:cubicBezTo>
                  <a:pt x="1324" y="315"/>
                  <a:pt x="1040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4" name="Google Shape;1034;p17"/>
          <p:cNvSpPr/>
          <p:nvPr/>
        </p:nvSpPr>
        <p:spPr>
          <a:xfrm>
            <a:off x="4129157" y="1260686"/>
            <a:ext cx="22406" cy="133272"/>
          </a:xfrm>
          <a:custGeom>
            <a:rect b="b" l="l" r="r" t="t"/>
            <a:pathLst>
              <a:path extrusionOk="0" h="4128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4128"/>
                </a:lnTo>
                <a:cubicBezTo>
                  <a:pt x="95" y="4096"/>
                  <a:pt x="221" y="4096"/>
                  <a:pt x="347" y="4096"/>
                </a:cubicBezTo>
                <a:cubicBezTo>
                  <a:pt x="473" y="4096"/>
                  <a:pt x="567" y="4096"/>
                  <a:pt x="693" y="412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5" name="Google Shape;1035;p17"/>
          <p:cNvSpPr/>
          <p:nvPr/>
        </p:nvSpPr>
        <p:spPr>
          <a:xfrm>
            <a:off x="4106783" y="1416140"/>
            <a:ext cx="66120" cy="66313"/>
          </a:xfrm>
          <a:custGeom>
            <a:rect b="b" l="l" r="r" t="t"/>
            <a:pathLst>
              <a:path extrusionOk="0" h="2054" w="2048">
                <a:moveTo>
                  <a:pt x="938" y="0"/>
                </a:moveTo>
                <a:cubicBezTo>
                  <a:pt x="417" y="0"/>
                  <a:pt x="0" y="451"/>
                  <a:pt x="0" y="1014"/>
                </a:cubicBezTo>
                <a:cubicBezTo>
                  <a:pt x="0" y="1549"/>
                  <a:pt x="473" y="2054"/>
                  <a:pt x="1040" y="2054"/>
                </a:cubicBezTo>
                <a:cubicBezTo>
                  <a:pt x="1575" y="2054"/>
                  <a:pt x="2048" y="1581"/>
                  <a:pt x="2048" y="1014"/>
                </a:cubicBezTo>
                <a:cubicBezTo>
                  <a:pt x="2048" y="447"/>
                  <a:pt x="1575" y="6"/>
                  <a:pt x="1040" y="6"/>
                </a:cubicBezTo>
                <a:cubicBezTo>
                  <a:pt x="1006" y="2"/>
                  <a:pt x="972" y="0"/>
                  <a:pt x="9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6" name="Google Shape;1036;p17"/>
          <p:cNvSpPr/>
          <p:nvPr/>
        </p:nvSpPr>
        <p:spPr>
          <a:xfrm>
            <a:off x="4042697" y="1489556"/>
            <a:ext cx="206495" cy="147510"/>
          </a:xfrm>
          <a:custGeom>
            <a:rect b="b" l="l" r="r" t="t"/>
            <a:pathLst>
              <a:path extrusionOk="0" h="4569" w="6396">
                <a:moveTo>
                  <a:pt x="1954" y="0"/>
                </a:moveTo>
                <a:lnTo>
                  <a:pt x="0" y="2520"/>
                </a:lnTo>
                <a:lnTo>
                  <a:pt x="0" y="4222"/>
                </a:lnTo>
                <a:cubicBezTo>
                  <a:pt x="0" y="4411"/>
                  <a:pt x="158" y="4568"/>
                  <a:pt x="347" y="4568"/>
                </a:cubicBezTo>
                <a:lnTo>
                  <a:pt x="3781" y="4568"/>
                </a:lnTo>
                <a:cubicBezTo>
                  <a:pt x="3970" y="4568"/>
                  <a:pt x="4127" y="4411"/>
                  <a:pt x="4127" y="4222"/>
                </a:cubicBezTo>
                <a:lnTo>
                  <a:pt x="4127" y="3875"/>
                </a:lnTo>
                <a:lnTo>
                  <a:pt x="5136" y="3875"/>
                </a:lnTo>
                <a:cubicBezTo>
                  <a:pt x="5577" y="3844"/>
                  <a:pt x="6018" y="3718"/>
                  <a:pt x="6396" y="3434"/>
                </a:cubicBezTo>
                <a:cubicBezTo>
                  <a:pt x="5986" y="3277"/>
                  <a:pt x="5608" y="2930"/>
                  <a:pt x="5514" y="2489"/>
                </a:cubicBezTo>
                <a:lnTo>
                  <a:pt x="4442" y="2489"/>
                </a:lnTo>
                <a:cubicBezTo>
                  <a:pt x="3497" y="2489"/>
                  <a:pt x="2741" y="1733"/>
                  <a:pt x="2741" y="788"/>
                </a:cubicBezTo>
                <a:lnTo>
                  <a:pt x="2741" y="410"/>
                </a:lnTo>
                <a:cubicBezTo>
                  <a:pt x="2426" y="315"/>
                  <a:pt x="2206" y="189"/>
                  <a:pt x="19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7" name="Google Shape;1037;p17"/>
          <p:cNvSpPr/>
          <p:nvPr/>
        </p:nvSpPr>
        <p:spPr>
          <a:xfrm>
            <a:off x="4150497" y="1370553"/>
            <a:ext cx="164815" cy="179020"/>
          </a:xfrm>
          <a:custGeom>
            <a:rect b="b" l="l" r="r" t="t"/>
            <a:pathLst>
              <a:path extrusionOk="0" h="5545" w="5105">
                <a:moveTo>
                  <a:pt x="4128" y="0"/>
                </a:moveTo>
                <a:lnTo>
                  <a:pt x="694" y="662"/>
                </a:lnTo>
                <a:lnTo>
                  <a:pt x="694" y="1040"/>
                </a:lnTo>
                <a:cubicBezTo>
                  <a:pt x="1103" y="1355"/>
                  <a:pt x="1387" y="1827"/>
                  <a:pt x="1387" y="2426"/>
                </a:cubicBezTo>
                <a:cubicBezTo>
                  <a:pt x="1387" y="3245"/>
                  <a:pt x="788" y="3938"/>
                  <a:pt x="1" y="4127"/>
                </a:cubicBezTo>
                <a:lnTo>
                  <a:pt x="1" y="4505"/>
                </a:lnTo>
                <a:cubicBezTo>
                  <a:pt x="1" y="5072"/>
                  <a:pt x="473" y="5545"/>
                  <a:pt x="1009" y="5545"/>
                </a:cubicBezTo>
                <a:lnTo>
                  <a:pt x="2080" y="5545"/>
                </a:lnTo>
                <a:cubicBezTo>
                  <a:pt x="2238" y="4946"/>
                  <a:pt x="2742" y="4505"/>
                  <a:pt x="3372" y="4505"/>
                </a:cubicBezTo>
                <a:cubicBezTo>
                  <a:pt x="3624" y="4505"/>
                  <a:pt x="3844" y="4600"/>
                  <a:pt x="4065" y="4726"/>
                </a:cubicBezTo>
                <a:lnTo>
                  <a:pt x="4065" y="4127"/>
                </a:lnTo>
                <a:lnTo>
                  <a:pt x="4128" y="4127"/>
                </a:lnTo>
                <a:cubicBezTo>
                  <a:pt x="4443" y="4064"/>
                  <a:pt x="4758" y="3938"/>
                  <a:pt x="4916" y="3655"/>
                </a:cubicBezTo>
                <a:cubicBezTo>
                  <a:pt x="5105" y="3340"/>
                  <a:pt x="5105" y="2993"/>
                  <a:pt x="4947" y="2678"/>
                </a:cubicBezTo>
                <a:lnTo>
                  <a:pt x="4128" y="1008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8" name="Google Shape;1038;p17"/>
          <p:cNvSpPr/>
          <p:nvPr/>
        </p:nvSpPr>
        <p:spPr>
          <a:xfrm>
            <a:off x="4174905" y="1260170"/>
            <a:ext cx="157712" cy="108381"/>
          </a:xfrm>
          <a:custGeom>
            <a:rect b="b" l="l" r="r" t="t"/>
            <a:pathLst>
              <a:path extrusionOk="0" h="3357" w="4885">
                <a:moveTo>
                  <a:pt x="3376" y="1"/>
                </a:moveTo>
                <a:cubicBezTo>
                  <a:pt x="3025" y="1"/>
                  <a:pt x="2679" y="143"/>
                  <a:pt x="2427" y="426"/>
                </a:cubicBezTo>
                <a:lnTo>
                  <a:pt x="2143" y="678"/>
                </a:lnTo>
                <a:lnTo>
                  <a:pt x="1" y="678"/>
                </a:lnTo>
                <a:lnTo>
                  <a:pt x="1" y="3356"/>
                </a:lnTo>
                <a:lnTo>
                  <a:pt x="4191" y="2537"/>
                </a:lnTo>
                <a:lnTo>
                  <a:pt x="4349" y="2379"/>
                </a:lnTo>
                <a:cubicBezTo>
                  <a:pt x="4884" y="1844"/>
                  <a:pt x="4884" y="962"/>
                  <a:pt x="4349" y="426"/>
                </a:cubicBezTo>
                <a:cubicBezTo>
                  <a:pt x="4081" y="143"/>
                  <a:pt x="3726" y="1"/>
                  <a:pt x="33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9" name="Google Shape;1039;p17"/>
          <p:cNvSpPr/>
          <p:nvPr/>
        </p:nvSpPr>
        <p:spPr>
          <a:xfrm>
            <a:off x="3974543" y="1284093"/>
            <a:ext cx="132239" cy="256343"/>
          </a:xfrm>
          <a:custGeom>
            <a:rect b="b" l="l" r="r" t="t"/>
            <a:pathLst>
              <a:path extrusionOk="0" h="7940" w="4096">
                <a:moveTo>
                  <a:pt x="4096" y="0"/>
                </a:moveTo>
                <a:cubicBezTo>
                  <a:pt x="1828" y="95"/>
                  <a:pt x="0" y="1985"/>
                  <a:pt x="0" y="4316"/>
                </a:cubicBezTo>
                <a:cubicBezTo>
                  <a:pt x="0" y="5766"/>
                  <a:pt x="757" y="7120"/>
                  <a:pt x="1954" y="7939"/>
                </a:cubicBezTo>
                <a:lnTo>
                  <a:pt x="3592" y="5829"/>
                </a:lnTo>
                <a:cubicBezTo>
                  <a:pt x="3466" y="5576"/>
                  <a:pt x="3434" y="5356"/>
                  <a:pt x="3434" y="5104"/>
                </a:cubicBezTo>
                <a:cubicBezTo>
                  <a:pt x="3434" y="4568"/>
                  <a:pt x="3718" y="4033"/>
                  <a:pt x="4096" y="3718"/>
                </a:cubicBezTo>
                <a:lnTo>
                  <a:pt x="409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0" name="Google Shape;1040;p17"/>
          <p:cNvSpPr/>
          <p:nvPr/>
        </p:nvSpPr>
        <p:spPr>
          <a:xfrm>
            <a:off x="4187125" y="1729824"/>
            <a:ext cx="154645" cy="155646"/>
          </a:xfrm>
          <a:custGeom>
            <a:rect b="b" l="l" r="r" t="t"/>
            <a:pathLst>
              <a:path extrusionOk="0" h="4821" w="4790">
                <a:moveTo>
                  <a:pt x="2395" y="631"/>
                </a:moveTo>
                <a:cubicBezTo>
                  <a:pt x="2584" y="631"/>
                  <a:pt x="2742" y="788"/>
                  <a:pt x="2742" y="1009"/>
                </a:cubicBezTo>
                <a:lnTo>
                  <a:pt x="2742" y="2017"/>
                </a:lnTo>
                <a:lnTo>
                  <a:pt x="3782" y="2017"/>
                </a:lnTo>
                <a:cubicBezTo>
                  <a:pt x="3971" y="2017"/>
                  <a:pt x="4128" y="2175"/>
                  <a:pt x="4128" y="2364"/>
                </a:cubicBezTo>
                <a:cubicBezTo>
                  <a:pt x="4128" y="2584"/>
                  <a:pt x="3971" y="2742"/>
                  <a:pt x="3782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64"/>
                </a:cubicBezTo>
                <a:lnTo>
                  <a:pt x="2049" y="1009"/>
                </a:lnTo>
                <a:cubicBezTo>
                  <a:pt x="2049" y="788"/>
                  <a:pt x="2206" y="631"/>
                  <a:pt x="2395" y="631"/>
                </a:cubicBezTo>
                <a:close/>
                <a:moveTo>
                  <a:pt x="2395" y="1"/>
                </a:moveTo>
                <a:cubicBezTo>
                  <a:pt x="1041" y="1"/>
                  <a:pt x="1" y="1072"/>
                  <a:pt x="1" y="2427"/>
                </a:cubicBezTo>
                <a:cubicBezTo>
                  <a:pt x="1" y="3750"/>
                  <a:pt x="1041" y="4821"/>
                  <a:pt x="2395" y="4821"/>
                </a:cubicBezTo>
                <a:cubicBezTo>
                  <a:pt x="3719" y="4821"/>
                  <a:pt x="4790" y="3750"/>
                  <a:pt x="4790" y="2427"/>
                </a:cubicBezTo>
                <a:cubicBezTo>
                  <a:pt x="4790" y="1072"/>
                  <a:pt x="3719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1" name="Google Shape;1041;p17"/>
          <p:cNvSpPr/>
          <p:nvPr/>
        </p:nvSpPr>
        <p:spPr>
          <a:xfrm>
            <a:off x="3965390" y="2039052"/>
            <a:ext cx="311292" cy="67153"/>
          </a:xfrm>
          <a:custGeom>
            <a:rect b="b" l="l" r="r" t="t"/>
            <a:pathLst>
              <a:path extrusionOk="0" h="2080" w="9642">
                <a:moveTo>
                  <a:pt x="32" y="0"/>
                </a:moveTo>
                <a:lnTo>
                  <a:pt x="32" y="1764"/>
                </a:lnTo>
                <a:cubicBezTo>
                  <a:pt x="1" y="1922"/>
                  <a:pt x="158" y="2079"/>
                  <a:pt x="347" y="2079"/>
                </a:cubicBezTo>
                <a:lnTo>
                  <a:pt x="9295" y="2079"/>
                </a:lnTo>
                <a:cubicBezTo>
                  <a:pt x="9484" y="2079"/>
                  <a:pt x="9641" y="1922"/>
                  <a:pt x="9641" y="1733"/>
                </a:cubicBezTo>
                <a:lnTo>
                  <a:pt x="9641" y="1040"/>
                </a:lnTo>
                <a:cubicBezTo>
                  <a:pt x="9641" y="473"/>
                  <a:pt x="9169" y="0"/>
                  <a:pt x="86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2" name="Google Shape;1042;p17"/>
          <p:cNvSpPr/>
          <p:nvPr/>
        </p:nvSpPr>
        <p:spPr>
          <a:xfrm>
            <a:off x="4097630" y="1949525"/>
            <a:ext cx="133272" cy="67185"/>
          </a:xfrm>
          <a:custGeom>
            <a:rect b="b" l="l" r="r" t="t"/>
            <a:pathLst>
              <a:path extrusionOk="0" h="2081" w="4128">
                <a:moveTo>
                  <a:pt x="1040" y="1"/>
                </a:moveTo>
                <a:cubicBezTo>
                  <a:pt x="473" y="1"/>
                  <a:pt x="1" y="505"/>
                  <a:pt x="1" y="1040"/>
                </a:cubicBezTo>
                <a:lnTo>
                  <a:pt x="1" y="2080"/>
                </a:lnTo>
                <a:lnTo>
                  <a:pt x="4128" y="2080"/>
                </a:lnTo>
                <a:lnTo>
                  <a:pt x="4128" y="1040"/>
                </a:lnTo>
                <a:cubicBezTo>
                  <a:pt x="4128" y="505"/>
                  <a:pt x="3687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3" name="Google Shape;1043;p17"/>
          <p:cNvSpPr/>
          <p:nvPr/>
        </p:nvSpPr>
        <p:spPr>
          <a:xfrm>
            <a:off x="4009136" y="1794944"/>
            <a:ext cx="88525" cy="89526"/>
          </a:xfrm>
          <a:custGeom>
            <a:rect b="b" l="l" r="r" t="t"/>
            <a:pathLst>
              <a:path extrusionOk="0" h="2773" w="2742">
                <a:moveTo>
                  <a:pt x="1387" y="0"/>
                </a:moveTo>
                <a:cubicBezTo>
                  <a:pt x="599" y="0"/>
                  <a:pt x="1" y="630"/>
                  <a:pt x="1" y="1386"/>
                </a:cubicBezTo>
                <a:cubicBezTo>
                  <a:pt x="1" y="2142"/>
                  <a:pt x="599" y="2772"/>
                  <a:pt x="1387" y="2772"/>
                </a:cubicBezTo>
                <a:cubicBezTo>
                  <a:pt x="2143" y="2772"/>
                  <a:pt x="2742" y="2142"/>
                  <a:pt x="2742" y="1386"/>
                </a:cubicBezTo>
                <a:cubicBezTo>
                  <a:pt x="2742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4" name="Google Shape;1044;p17"/>
          <p:cNvSpPr/>
          <p:nvPr/>
        </p:nvSpPr>
        <p:spPr>
          <a:xfrm>
            <a:off x="3965390" y="1906263"/>
            <a:ext cx="150577" cy="110447"/>
          </a:xfrm>
          <a:custGeom>
            <a:rect b="b" l="l" r="r" t="t"/>
            <a:pathLst>
              <a:path extrusionOk="0" h="3421" w="4664">
                <a:moveTo>
                  <a:pt x="2788" y="1"/>
                </a:moveTo>
                <a:cubicBezTo>
                  <a:pt x="2690" y="1"/>
                  <a:pt x="2591" y="6"/>
                  <a:pt x="2490" y="18"/>
                </a:cubicBezTo>
                <a:cubicBezTo>
                  <a:pt x="1072" y="144"/>
                  <a:pt x="1" y="1435"/>
                  <a:pt x="1" y="2853"/>
                </a:cubicBezTo>
                <a:lnTo>
                  <a:pt x="1" y="3105"/>
                </a:lnTo>
                <a:cubicBezTo>
                  <a:pt x="1" y="3263"/>
                  <a:pt x="158" y="3420"/>
                  <a:pt x="347" y="3420"/>
                </a:cubicBezTo>
                <a:lnTo>
                  <a:pt x="3435" y="3420"/>
                </a:lnTo>
                <a:lnTo>
                  <a:pt x="3435" y="2380"/>
                </a:lnTo>
                <a:cubicBezTo>
                  <a:pt x="3435" y="1624"/>
                  <a:pt x="3939" y="963"/>
                  <a:pt x="4664" y="774"/>
                </a:cubicBezTo>
                <a:cubicBezTo>
                  <a:pt x="4164" y="302"/>
                  <a:pt x="3517" y="1"/>
                  <a:pt x="27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5" name="Google Shape;1045;p17"/>
          <p:cNvSpPr/>
          <p:nvPr/>
        </p:nvSpPr>
        <p:spPr>
          <a:xfrm>
            <a:off x="4083392" y="2258253"/>
            <a:ext cx="258377" cy="312293"/>
          </a:xfrm>
          <a:custGeom>
            <a:rect b="b" l="l" r="r" t="t"/>
            <a:pathLst>
              <a:path extrusionOk="0" h="9673" w="8003">
                <a:moveTo>
                  <a:pt x="2300" y="0"/>
                </a:moveTo>
                <a:cubicBezTo>
                  <a:pt x="2017" y="0"/>
                  <a:pt x="1796" y="252"/>
                  <a:pt x="1796" y="536"/>
                </a:cubicBezTo>
                <a:lnTo>
                  <a:pt x="1796" y="2962"/>
                </a:lnTo>
                <a:lnTo>
                  <a:pt x="694" y="4064"/>
                </a:lnTo>
                <a:cubicBezTo>
                  <a:pt x="95" y="4663"/>
                  <a:pt x="0" y="5640"/>
                  <a:pt x="536" y="6301"/>
                </a:cubicBezTo>
                <a:lnTo>
                  <a:pt x="1576" y="7719"/>
                </a:lnTo>
                <a:cubicBezTo>
                  <a:pt x="1702" y="7876"/>
                  <a:pt x="1796" y="8128"/>
                  <a:pt x="1796" y="8349"/>
                </a:cubicBezTo>
                <a:lnTo>
                  <a:pt x="1796" y="9294"/>
                </a:lnTo>
                <a:cubicBezTo>
                  <a:pt x="1796" y="9515"/>
                  <a:pt x="1954" y="9672"/>
                  <a:pt x="2143" y="9672"/>
                </a:cubicBezTo>
                <a:lnTo>
                  <a:pt x="6932" y="9672"/>
                </a:lnTo>
                <a:cubicBezTo>
                  <a:pt x="7152" y="9672"/>
                  <a:pt x="7310" y="9515"/>
                  <a:pt x="7310" y="9294"/>
                </a:cubicBezTo>
                <a:lnTo>
                  <a:pt x="7310" y="8349"/>
                </a:lnTo>
                <a:cubicBezTo>
                  <a:pt x="7310" y="8128"/>
                  <a:pt x="7373" y="7939"/>
                  <a:pt x="7530" y="7782"/>
                </a:cubicBezTo>
                <a:cubicBezTo>
                  <a:pt x="7814" y="7498"/>
                  <a:pt x="7971" y="7089"/>
                  <a:pt x="7971" y="6711"/>
                </a:cubicBezTo>
                <a:lnTo>
                  <a:pt x="7971" y="3938"/>
                </a:lnTo>
                <a:cubicBezTo>
                  <a:pt x="8003" y="3686"/>
                  <a:pt x="7782" y="3434"/>
                  <a:pt x="7499" y="3434"/>
                </a:cubicBezTo>
                <a:cubicBezTo>
                  <a:pt x="7215" y="3434"/>
                  <a:pt x="6995" y="3686"/>
                  <a:pt x="6995" y="3938"/>
                </a:cubicBezTo>
                <a:lnTo>
                  <a:pt x="6995" y="4474"/>
                </a:lnTo>
                <a:cubicBezTo>
                  <a:pt x="6995" y="4663"/>
                  <a:pt x="6837" y="4820"/>
                  <a:pt x="6617" y="4820"/>
                </a:cubicBezTo>
                <a:cubicBezTo>
                  <a:pt x="6427" y="4820"/>
                  <a:pt x="6270" y="4663"/>
                  <a:pt x="6270" y="4474"/>
                </a:cubicBezTo>
                <a:lnTo>
                  <a:pt x="6270" y="3277"/>
                </a:lnTo>
                <a:cubicBezTo>
                  <a:pt x="6270" y="2993"/>
                  <a:pt x="6049" y="2773"/>
                  <a:pt x="5766" y="2773"/>
                </a:cubicBezTo>
                <a:cubicBezTo>
                  <a:pt x="5482" y="2773"/>
                  <a:pt x="5262" y="2993"/>
                  <a:pt x="5262" y="3277"/>
                </a:cubicBezTo>
                <a:lnTo>
                  <a:pt x="5262" y="4474"/>
                </a:lnTo>
                <a:cubicBezTo>
                  <a:pt x="5262" y="4663"/>
                  <a:pt x="5104" y="4820"/>
                  <a:pt x="4884" y="4820"/>
                </a:cubicBezTo>
                <a:cubicBezTo>
                  <a:pt x="4695" y="4820"/>
                  <a:pt x="4537" y="4663"/>
                  <a:pt x="4537" y="4474"/>
                </a:cubicBezTo>
                <a:lnTo>
                  <a:pt x="4537" y="1890"/>
                </a:lnTo>
                <a:cubicBezTo>
                  <a:pt x="4537" y="1638"/>
                  <a:pt x="4317" y="1386"/>
                  <a:pt x="4033" y="1386"/>
                </a:cubicBezTo>
                <a:cubicBezTo>
                  <a:pt x="3750" y="1386"/>
                  <a:pt x="3529" y="1638"/>
                  <a:pt x="3529" y="1890"/>
                </a:cubicBezTo>
                <a:lnTo>
                  <a:pt x="3529" y="4474"/>
                </a:lnTo>
                <a:cubicBezTo>
                  <a:pt x="3529" y="4663"/>
                  <a:pt x="3371" y="4820"/>
                  <a:pt x="3151" y="4820"/>
                </a:cubicBezTo>
                <a:cubicBezTo>
                  <a:pt x="2962" y="4820"/>
                  <a:pt x="2804" y="4663"/>
                  <a:pt x="2804" y="4474"/>
                </a:cubicBezTo>
                <a:lnTo>
                  <a:pt x="2804" y="4159"/>
                </a:lnTo>
                <a:lnTo>
                  <a:pt x="2804" y="536"/>
                </a:lnTo>
                <a:cubicBezTo>
                  <a:pt x="2804" y="252"/>
                  <a:pt x="2584" y="0"/>
                  <a:pt x="23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6" name="Google Shape;1046;p17"/>
          <p:cNvSpPr/>
          <p:nvPr/>
        </p:nvSpPr>
        <p:spPr>
          <a:xfrm>
            <a:off x="4299026" y="2215508"/>
            <a:ext cx="42745" cy="136340"/>
          </a:xfrm>
          <a:custGeom>
            <a:rect b="b" l="l" r="r" t="t"/>
            <a:pathLst>
              <a:path extrusionOk="0" h="4223" w="1324">
                <a:moveTo>
                  <a:pt x="1" y="1"/>
                </a:moveTo>
                <a:lnTo>
                  <a:pt x="1" y="3782"/>
                </a:lnTo>
                <a:cubicBezTo>
                  <a:pt x="95" y="3908"/>
                  <a:pt x="221" y="4065"/>
                  <a:pt x="253" y="4223"/>
                </a:cubicBezTo>
                <a:cubicBezTo>
                  <a:pt x="410" y="4128"/>
                  <a:pt x="631" y="4065"/>
                  <a:pt x="820" y="4065"/>
                </a:cubicBezTo>
                <a:cubicBezTo>
                  <a:pt x="1009" y="4065"/>
                  <a:pt x="1166" y="4097"/>
                  <a:pt x="1324" y="4160"/>
                </a:cubicBezTo>
                <a:lnTo>
                  <a:pt x="1324" y="285"/>
                </a:lnTo>
                <a:cubicBezTo>
                  <a:pt x="1324" y="127"/>
                  <a:pt x="116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7" name="Google Shape;1047;p17"/>
          <p:cNvSpPr/>
          <p:nvPr/>
        </p:nvSpPr>
        <p:spPr>
          <a:xfrm>
            <a:off x="3965390" y="2214507"/>
            <a:ext cx="124136" cy="265512"/>
          </a:xfrm>
          <a:custGeom>
            <a:rect b="b" l="l" r="r" t="t"/>
            <a:pathLst>
              <a:path extrusionOk="0" h="8224" w="3845">
                <a:moveTo>
                  <a:pt x="379" y="0"/>
                </a:moveTo>
                <a:cubicBezTo>
                  <a:pt x="158" y="0"/>
                  <a:pt x="1" y="127"/>
                  <a:pt x="1" y="347"/>
                </a:cubicBezTo>
                <a:lnTo>
                  <a:pt x="1" y="7877"/>
                </a:lnTo>
                <a:cubicBezTo>
                  <a:pt x="1" y="8066"/>
                  <a:pt x="158" y="8223"/>
                  <a:pt x="347" y="8223"/>
                </a:cubicBezTo>
                <a:lnTo>
                  <a:pt x="3844" y="8223"/>
                </a:lnTo>
                <a:lnTo>
                  <a:pt x="3718" y="8066"/>
                </a:lnTo>
                <a:cubicBezTo>
                  <a:pt x="3435" y="7719"/>
                  <a:pt x="3277" y="7278"/>
                  <a:pt x="3246" y="6837"/>
                </a:cubicBezTo>
                <a:lnTo>
                  <a:pt x="2458" y="6837"/>
                </a:lnTo>
                <a:cubicBezTo>
                  <a:pt x="1891" y="6837"/>
                  <a:pt x="1419" y="6364"/>
                  <a:pt x="1419" y="5829"/>
                </a:cubicBezTo>
                <a:lnTo>
                  <a:pt x="1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8" name="Google Shape;1048;p17"/>
          <p:cNvSpPr/>
          <p:nvPr/>
        </p:nvSpPr>
        <p:spPr>
          <a:xfrm>
            <a:off x="4031510" y="2192133"/>
            <a:ext cx="244139" cy="221766"/>
          </a:xfrm>
          <a:custGeom>
            <a:rect b="b" l="l" r="r" t="t"/>
            <a:pathLst>
              <a:path extrusionOk="0" h="6869" w="7562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6522"/>
                </a:lnTo>
                <a:cubicBezTo>
                  <a:pt x="1" y="6711"/>
                  <a:pt x="158" y="6868"/>
                  <a:pt x="379" y="6868"/>
                </a:cubicBezTo>
                <a:lnTo>
                  <a:pt x="1198" y="6868"/>
                </a:lnTo>
                <a:cubicBezTo>
                  <a:pt x="1261" y="6427"/>
                  <a:pt x="1513" y="5986"/>
                  <a:pt x="1828" y="5640"/>
                </a:cubicBezTo>
                <a:lnTo>
                  <a:pt x="2742" y="4726"/>
                </a:lnTo>
                <a:lnTo>
                  <a:pt x="2742" y="2584"/>
                </a:lnTo>
                <a:cubicBezTo>
                  <a:pt x="2742" y="1891"/>
                  <a:pt x="3277" y="1387"/>
                  <a:pt x="3907" y="1387"/>
                </a:cubicBezTo>
                <a:cubicBezTo>
                  <a:pt x="4537" y="1387"/>
                  <a:pt x="5105" y="1922"/>
                  <a:pt x="5105" y="2584"/>
                </a:cubicBezTo>
                <a:lnTo>
                  <a:pt x="5105" y="2836"/>
                </a:lnTo>
                <a:cubicBezTo>
                  <a:pt x="5262" y="2773"/>
                  <a:pt x="5420" y="2710"/>
                  <a:pt x="5609" y="2710"/>
                </a:cubicBezTo>
                <a:cubicBezTo>
                  <a:pt x="6270" y="2710"/>
                  <a:pt x="6774" y="3277"/>
                  <a:pt x="6774" y="3907"/>
                </a:cubicBezTo>
                <a:lnTo>
                  <a:pt x="6774" y="4191"/>
                </a:lnTo>
                <a:cubicBezTo>
                  <a:pt x="7058" y="4159"/>
                  <a:pt x="7215" y="4096"/>
                  <a:pt x="7404" y="4096"/>
                </a:cubicBezTo>
                <a:cubicBezTo>
                  <a:pt x="7499" y="4096"/>
                  <a:pt x="7530" y="4096"/>
                  <a:pt x="7562" y="4159"/>
                </a:cubicBezTo>
                <a:lnTo>
                  <a:pt x="7562" y="347"/>
                </a:lnTo>
                <a:cubicBezTo>
                  <a:pt x="7562" y="158"/>
                  <a:pt x="7404" y="0"/>
                  <a:pt x="7215" y="0"/>
                </a:cubicBezTo>
                <a:lnTo>
                  <a:pt x="5168" y="0"/>
                </a:lnTo>
                <a:cubicBezTo>
                  <a:pt x="4600" y="0"/>
                  <a:pt x="4096" y="284"/>
                  <a:pt x="3781" y="725"/>
                </a:cubicBezTo>
                <a:cubicBezTo>
                  <a:pt x="3466" y="284"/>
                  <a:pt x="2994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9" name="Google Shape;1049;p17"/>
          <p:cNvSpPr/>
          <p:nvPr/>
        </p:nvSpPr>
        <p:spPr>
          <a:xfrm>
            <a:off x="2715521" y="2807614"/>
            <a:ext cx="133272" cy="23407"/>
          </a:xfrm>
          <a:custGeom>
            <a:rect b="b" l="l" r="r" t="t"/>
            <a:pathLst>
              <a:path extrusionOk="0" h="725" w="4128">
                <a:moveTo>
                  <a:pt x="1" y="0"/>
                </a:moveTo>
                <a:lnTo>
                  <a:pt x="1" y="725"/>
                </a:lnTo>
                <a:lnTo>
                  <a:pt x="4128" y="725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0" name="Google Shape;1050;p17"/>
          <p:cNvSpPr/>
          <p:nvPr/>
        </p:nvSpPr>
        <p:spPr>
          <a:xfrm>
            <a:off x="2647367" y="2741494"/>
            <a:ext cx="266545" cy="285851"/>
          </a:xfrm>
          <a:custGeom>
            <a:rect b="b" l="l" r="r" t="t"/>
            <a:pathLst>
              <a:path extrusionOk="0" h="8854" w="8256">
                <a:moveTo>
                  <a:pt x="6554" y="1387"/>
                </a:moveTo>
                <a:cubicBezTo>
                  <a:pt x="6743" y="1387"/>
                  <a:pt x="6901" y="1544"/>
                  <a:pt x="6901" y="1733"/>
                </a:cubicBezTo>
                <a:lnTo>
                  <a:pt x="6901" y="3119"/>
                </a:lnTo>
                <a:cubicBezTo>
                  <a:pt x="6901" y="3309"/>
                  <a:pt x="6743" y="3466"/>
                  <a:pt x="6554" y="3466"/>
                </a:cubicBezTo>
                <a:lnTo>
                  <a:pt x="1734" y="3466"/>
                </a:lnTo>
                <a:cubicBezTo>
                  <a:pt x="1545" y="3466"/>
                  <a:pt x="1387" y="3309"/>
                  <a:pt x="1387" y="3119"/>
                </a:cubicBezTo>
                <a:lnTo>
                  <a:pt x="1387" y="1733"/>
                </a:lnTo>
                <a:cubicBezTo>
                  <a:pt x="1387" y="1544"/>
                  <a:pt x="1545" y="1387"/>
                  <a:pt x="1734" y="1387"/>
                </a:cubicBezTo>
                <a:close/>
                <a:moveTo>
                  <a:pt x="2427" y="4096"/>
                </a:moveTo>
                <a:cubicBezTo>
                  <a:pt x="2616" y="4096"/>
                  <a:pt x="2773" y="4254"/>
                  <a:pt x="2773" y="4443"/>
                </a:cubicBezTo>
                <a:cubicBezTo>
                  <a:pt x="2773" y="4663"/>
                  <a:pt x="2616" y="4821"/>
                  <a:pt x="2427" y="4821"/>
                </a:cubicBezTo>
                <a:lnTo>
                  <a:pt x="1734" y="4821"/>
                </a:lnTo>
                <a:cubicBezTo>
                  <a:pt x="1545" y="4821"/>
                  <a:pt x="1387" y="4663"/>
                  <a:pt x="1387" y="4443"/>
                </a:cubicBezTo>
                <a:cubicBezTo>
                  <a:pt x="1387" y="4254"/>
                  <a:pt x="1545" y="4096"/>
                  <a:pt x="1734" y="4096"/>
                </a:cubicBezTo>
                <a:close/>
                <a:moveTo>
                  <a:pt x="4475" y="4096"/>
                </a:moveTo>
                <a:cubicBezTo>
                  <a:pt x="4664" y="4096"/>
                  <a:pt x="4821" y="4254"/>
                  <a:pt x="4821" y="4443"/>
                </a:cubicBezTo>
                <a:cubicBezTo>
                  <a:pt x="4821" y="4663"/>
                  <a:pt x="4664" y="4821"/>
                  <a:pt x="4475" y="4821"/>
                </a:cubicBezTo>
                <a:lnTo>
                  <a:pt x="3782" y="4821"/>
                </a:lnTo>
                <a:cubicBezTo>
                  <a:pt x="3593" y="4821"/>
                  <a:pt x="3435" y="4663"/>
                  <a:pt x="3435" y="4443"/>
                </a:cubicBezTo>
                <a:cubicBezTo>
                  <a:pt x="3435" y="4254"/>
                  <a:pt x="3593" y="4096"/>
                  <a:pt x="3782" y="4096"/>
                </a:cubicBezTo>
                <a:close/>
                <a:moveTo>
                  <a:pt x="6554" y="4096"/>
                </a:moveTo>
                <a:cubicBezTo>
                  <a:pt x="6743" y="4096"/>
                  <a:pt x="6901" y="4254"/>
                  <a:pt x="6901" y="4443"/>
                </a:cubicBezTo>
                <a:cubicBezTo>
                  <a:pt x="6901" y="4663"/>
                  <a:pt x="6743" y="4821"/>
                  <a:pt x="6554" y="4821"/>
                </a:cubicBezTo>
                <a:lnTo>
                  <a:pt x="5892" y="4821"/>
                </a:lnTo>
                <a:cubicBezTo>
                  <a:pt x="5672" y="4821"/>
                  <a:pt x="5514" y="4663"/>
                  <a:pt x="5514" y="4443"/>
                </a:cubicBezTo>
                <a:cubicBezTo>
                  <a:pt x="5514" y="4254"/>
                  <a:pt x="5672" y="4096"/>
                  <a:pt x="5892" y="4096"/>
                </a:cubicBezTo>
                <a:close/>
                <a:moveTo>
                  <a:pt x="2427" y="5482"/>
                </a:moveTo>
                <a:cubicBezTo>
                  <a:pt x="2616" y="5482"/>
                  <a:pt x="2773" y="5640"/>
                  <a:pt x="2773" y="5829"/>
                </a:cubicBezTo>
                <a:cubicBezTo>
                  <a:pt x="2773" y="6018"/>
                  <a:pt x="2616" y="6175"/>
                  <a:pt x="2427" y="6175"/>
                </a:cubicBezTo>
                <a:lnTo>
                  <a:pt x="1734" y="6175"/>
                </a:lnTo>
                <a:cubicBezTo>
                  <a:pt x="1545" y="6175"/>
                  <a:pt x="1387" y="6018"/>
                  <a:pt x="1387" y="5829"/>
                </a:cubicBezTo>
                <a:cubicBezTo>
                  <a:pt x="1387" y="5640"/>
                  <a:pt x="1545" y="5482"/>
                  <a:pt x="1734" y="5482"/>
                </a:cubicBezTo>
                <a:close/>
                <a:moveTo>
                  <a:pt x="4475" y="5482"/>
                </a:moveTo>
                <a:cubicBezTo>
                  <a:pt x="4664" y="5482"/>
                  <a:pt x="4821" y="5640"/>
                  <a:pt x="4821" y="5829"/>
                </a:cubicBezTo>
                <a:cubicBezTo>
                  <a:pt x="4821" y="6018"/>
                  <a:pt x="4664" y="6175"/>
                  <a:pt x="4475" y="6175"/>
                </a:cubicBezTo>
                <a:lnTo>
                  <a:pt x="3782" y="6175"/>
                </a:lnTo>
                <a:cubicBezTo>
                  <a:pt x="3593" y="6175"/>
                  <a:pt x="3435" y="6018"/>
                  <a:pt x="3435" y="5829"/>
                </a:cubicBezTo>
                <a:cubicBezTo>
                  <a:pt x="3435" y="5640"/>
                  <a:pt x="3593" y="5482"/>
                  <a:pt x="3782" y="5482"/>
                </a:cubicBezTo>
                <a:close/>
                <a:moveTo>
                  <a:pt x="6554" y="5482"/>
                </a:moveTo>
                <a:cubicBezTo>
                  <a:pt x="6743" y="5482"/>
                  <a:pt x="6901" y="5640"/>
                  <a:pt x="6901" y="5829"/>
                </a:cubicBezTo>
                <a:cubicBezTo>
                  <a:pt x="6901" y="6018"/>
                  <a:pt x="6743" y="6175"/>
                  <a:pt x="6554" y="6175"/>
                </a:cubicBezTo>
                <a:lnTo>
                  <a:pt x="5892" y="6175"/>
                </a:lnTo>
                <a:cubicBezTo>
                  <a:pt x="5672" y="6175"/>
                  <a:pt x="5514" y="6018"/>
                  <a:pt x="5514" y="5829"/>
                </a:cubicBezTo>
                <a:cubicBezTo>
                  <a:pt x="5514" y="5640"/>
                  <a:pt x="5672" y="5482"/>
                  <a:pt x="5892" y="5482"/>
                </a:cubicBezTo>
                <a:close/>
                <a:moveTo>
                  <a:pt x="2427" y="6869"/>
                </a:moveTo>
                <a:cubicBezTo>
                  <a:pt x="2616" y="6869"/>
                  <a:pt x="2773" y="7026"/>
                  <a:pt x="2773" y="7215"/>
                </a:cubicBezTo>
                <a:cubicBezTo>
                  <a:pt x="2773" y="7404"/>
                  <a:pt x="2616" y="7562"/>
                  <a:pt x="2427" y="7562"/>
                </a:cubicBezTo>
                <a:lnTo>
                  <a:pt x="1734" y="7562"/>
                </a:lnTo>
                <a:cubicBezTo>
                  <a:pt x="1545" y="7562"/>
                  <a:pt x="1387" y="7404"/>
                  <a:pt x="1387" y="7215"/>
                </a:cubicBezTo>
                <a:cubicBezTo>
                  <a:pt x="1387" y="7026"/>
                  <a:pt x="1545" y="6869"/>
                  <a:pt x="1734" y="6869"/>
                </a:cubicBezTo>
                <a:close/>
                <a:moveTo>
                  <a:pt x="4475" y="6869"/>
                </a:moveTo>
                <a:cubicBezTo>
                  <a:pt x="4664" y="6869"/>
                  <a:pt x="4821" y="7026"/>
                  <a:pt x="4821" y="7215"/>
                </a:cubicBezTo>
                <a:cubicBezTo>
                  <a:pt x="4821" y="7404"/>
                  <a:pt x="4664" y="7562"/>
                  <a:pt x="4475" y="7562"/>
                </a:cubicBezTo>
                <a:lnTo>
                  <a:pt x="3782" y="7562"/>
                </a:lnTo>
                <a:cubicBezTo>
                  <a:pt x="3593" y="7562"/>
                  <a:pt x="3435" y="7404"/>
                  <a:pt x="3435" y="7215"/>
                </a:cubicBezTo>
                <a:cubicBezTo>
                  <a:pt x="3435" y="7026"/>
                  <a:pt x="3593" y="6869"/>
                  <a:pt x="3782" y="6869"/>
                </a:cubicBezTo>
                <a:close/>
                <a:moveTo>
                  <a:pt x="6554" y="6869"/>
                </a:moveTo>
                <a:cubicBezTo>
                  <a:pt x="6743" y="6869"/>
                  <a:pt x="6901" y="7026"/>
                  <a:pt x="6901" y="7215"/>
                </a:cubicBezTo>
                <a:cubicBezTo>
                  <a:pt x="6901" y="7404"/>
                  <a:pt x="6743" y="7562"/>
                  <a:pt x="6554" y="7562"/>
                </a:cubicBezTo>
                <a:lnTo>
                  <a:pt x="5892" y="7562"/>
                </a:lnTo>
                <a:cubicBezTo>
                  <a:pt x="5672" y="7562"/>
                  <a:pt x="5514" y="7404"/>
                  <a:pt x="5514" y="7215"/>
                </a:cubicBezTo>
                <a:cubicBezTo>
                  <a:pt x="5514" y="7026"/>
                  <a:pt x="5672" y="6869"/>
                  <a:pt x="5892" y="6869"/>
                </a:cubicBezTo>
                <a:close/>
                <a:moveTo>
                  <a:pt x="694" y="1"/>
                </a:moveTo>
                <a:lnTo>
                  <a:pt x="694" y="95"/>
                </a:lnTo>
                <a:cubicBezTo>
                  <a:pt x="694" y="631"/>
                  <a:pt x="442" y="1198"/>
                  <a:pt x="64" y="1576"/>
                </a:cubicBezTo>
                <a:lnTo>
                  <a:pt x="1" y="1607"/>
                </a:lnTo>
                <a:lnTo>
                  <a:pt x="1" y="5860"/>
                </a:lnTo>
                <a:lnTo>
                  <a:pt x="64" y="5923"/>
                </a:lnTo>
                <a:cubicBezTo>
                  <a:pt x="442" y="6301"/>
                  <a:pt x="694" y="6869"/>
                  <a:pt x="694" y="7404"/>
                </a:cubicBezTo>
                <a:cubicBezTo>
                  <a:pt x="694" y="7971"/>
                  <a:pt x="442" y="8475"/>
                  <a:pt x="95" y="8853"/>
                </a:cubicBezTo>
                <a:lnTo>
                  <a:pt x="7184" y="8853"/>
                </a:lnTo>
                <a:cubicBezTo>
                  <a:pt x="7720" y="8853"/>
                  <a:pt x="8192" y="8381"/>
                  <a:pt x="8192" y="7845"/>
                </a:cubicBezTo>
                <a:lnTo>
                  <a:pt x="8192" y="946"/>
                </a:lnTo>
                <a:cubicBezTo>
                  <a:pt x="8255" y="473"/>
                  <a:pt x="7814" y="1"/>
                  <a:pt x="7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1" name="Google Shape;1051;p17"/>
          <p:cNvSpPr/>
          <p:nvPr/>
        </p:nvSpPr>
        <p:spPr>
          <a:xfrm>
            <a:off x="2537533" y="2695713"/>
            <a:ext cx="111900" cy="334666"/>
          </a:xfrm>
          <a:custGeom>
            <a:rect b="b" l="l" r="r" t="t"/>
            <a:pathLst>
              <a:path extrusionOk="0" h="10366" w="3466">
                <a:moveTo>
                  <a:pt x="1450" y="1"/>
                </a:moveTo>
                <a:cubicBezTo>
                  <a:pt x="662" y="1"/>
                  <a:pt x="0" y="662"/>
                  <a:pt x="0" y="1450"/>
                </a:cubicBezTo>
                <a:cubicBezTo>
                  <a:pt x="0" y="1860"/>
                  <a:pt x="158" y="2206"/>
                  <a:pt x="410" y="2490"/>
                </a:cubicBezTo>
                <a:lnTo>
                  <a:pt x="694" y="2773"/>
                </a:lnTo>
                <a:lnTo>
                  <a:pt x="694" y="7593"/>
                </a:lnTo>
                <a:lnTo>
                  <a:pt x="410" y="7877"/>
                </a:lnTo>
                <a:cubicBezTo>
                  <a:pt x="158" y="8161"/>
                  <a:pt x="0" y="8507"/>
                  <a:pt x="0" y="8917"/>
                </a:cubicBezTo>
                <a:cubicBezTo>
                  <a:pt x="0" y="9704"/>
                  <a:pt x="662" y="10366"/>
                  <a:pt x="1450" y="10366"/>
                </a:cubicBezTo>
                <a:lnTo>
                  <a:pt x="1985" y="10366"/>
                </a:lnTo>
                <a:cubicBezTo>
                  <a:pt x="2773" y="10366"/>
                  <a:pt x="3466" y="9704"/>
                  <a:pt x="3466" y="8917"/>
                </a:cubicBezTo>
                <a:cubicBezTo>
                  <a:pt x="3466" y="8507"/>
                  <a:pt x="3308" y="8161"/>
                  <a:pt x="3025" y="7877"/>
                </a:cubicBezTo>
                <a:lnTo>
                  <a:pt x="2741" y="7593"/>
                </a:lnTo>
                <a:lnTo>
                  <a:pt x="2741" y="2773"/>
                </a:lnTo>
                <a:lnTo>
                  <a:pt x="3025" y="2490"/>
                </a:lnTo>
                <a:cubicBezTo>
                  <a:pt x="3308" y="2206"/>
                  <a:pt x="3466" y="1860"/>
                  <a:pt x="3466" y="1450"/>
                </a:cubicBezTo>
                <a:cubicBezTo>
                  <a:pt x="3466" y="662"/>
                  <a:pt x="2773" y="1"/>
                  <a:pt x="19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2" name="Google Shape;1052;p17"/>
          <p:cNvSpPr/>
          <p:nvPr/>
        </p:nvSpPr>
        <p:spPr>
          <a:xfrm>
            <a:off x="2593483" y="3052724"/>
            <a:ext cx="120036" cy="22438"/>
          </a:xfrm>
          <a:custGeom>
            <a:rect b="b" l="l" r="r" t="t"/>
            <a:pathLst>
              <a:path extrusionOk="0" h="695" w="3718">
                <a:moveTo>
                  <a:pt x="0" y="1"/>
                </a:moveTo>
                <a:cubicBezTo>
                  <a:pt x="0" y="379"/>
                  <a:pt x="315" y="694"/>
                  <a:pt x="662" y="694"/>
                </a:cubicBezTo>
                <a:lnTo>
                  <a:pt x="3056" y="694"/>
                </a:lnTo>
                <a:cubicBezTo>
                  <a:pt x="3466" y="694"/>
                  <a:pt x="3718" y="379"/>
                  <a:pt x="37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3" name="Google Shape;1053;p17"/>
          <p:cNvSpPr/>
          <p:nvPr/>
        </p:nvSpPr>
        <p:spPr>
          <a:xfrm>
            <a:off x="2537032" y="3462098"/>
            <a:ext cx="200393" cy="44779"/>
          </a:xfrm>
          <a:custGeom>
            <a:rect b="b" l="l" r="r" t="t"/>
            <a:pathLst>
              <a:path extrusionOk="0" h="1387" w="6207">
                <a:moveTo>
                  <a:pt x="32" y="1"/>
                </a:moveTo>
                <a:lnTo>
                  <a:pt x="32" y="1040"/>
                </a:lnTo>
                <a:cubicBezTo>
                  <a:pt x="0" y="1292"/>
                  <a:pt x="158" y="1387"/>
                  <a:pt x="347" y="1387"/>
                </a:cubicBezTo>
                <a:lnTo>
                  <a:pt x="6207" y="1387"/>
                </a:lnTo>
                <a:lnTo>
                  <a:pt x="620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4" name="Google Shape;1054;p17"/>
          <p:cNvSpPr/>
          <p:nvPr/>
        </p:nvSpPr>
        <p:spPr>
          <a:xfrm>
            <a:off x="2537033" y="3197649"/>
            <a:ext cx="237004" cy="243138"/>
          </a:xfrm>
          <a:custGeom>
            <a:rect b="b" l="l" r="r" t="t"/>
            <a:pathLst>
              <a:path extrusionOk="0" h="7531" w="7341">
                <a:moveTo>
                  <a:pt x="4474" y="0"/>
                </a:moveTo>
                <a:cubicBezTo>
                  <a:pt x="3939" y="0"/>
                  <a:pt x="3466" y="473"/>
                  <a:pt x="3466" y="1040"/>
                </a:cubicBezTo>
                <a:cubicBezTo>
                  <a:pt x="3466" y="1576"/>
                  <a:pt x="3939" y="2080"/>
                  <a:pt x="4474" y="2080"/>
                </a:cubicBezTo>
                <a:cubicBezTo>
                  <a:pt x="4600" y="2080"/>
                  <a:pt x="4726" y="2017"/>
                  <a:pt x="4852" y="1985"/>
                </a:cubicBezTo>
                <a:lnTo>
                  <a:pt x="4852" y="2773"/>
                </a:lnTo>
                <a:lnTo>
                  <a:pt x="2741" y="2773"/>
                </a:lnTo>
                <a:cubicBezTo>
                  <a:pt x="1261" y="2773"/>
                  <a:pt x="0" y="4002"/>
                  <a:pt x="0" y="5482"/>
                </a:cubicBezTo>
                <a:lnTo>
                  <a:pt x="0" y="7530"/>
                </a:lnTo>
                <a:lnTo>
                  <a:pt x="6175" y="7530"/>
                </a:lnTo>
                <a:lnTo>
                  <a:pt x="6175" y="5167"/>
                </a:lnTo>
                <a:cubicBezTo>
                  <a:pt x="6175" y="4191"/>
                  <a:pt x="6648" y="3372"/>
                  <a:pt x="7341" y="2773"/>
                </a:cubicBezTo>
                <a:lnTo>
                  <a:pt x="5514" y="2773"/>
                </a:lnTo>
                <a:lnTo>
                  <a:pt x="5514" y="1040"/>
                </a:lnTo>
                <a:cubicBezTo>
                  <a:pt x="5514" y="505"/>
                  <a:pt x="504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5" name="Google Shape;1055;p17"/>
          <p:cNvSpPr/>
          <p:nvPr/>
        </p:nvSpPr>
        <p:spPr>
          <a:xfrm>
            <a:off x="2648901" y="3529251"/>
            <a:ext cx="67185" cy="45780"/>
          </a:xfrm>
          <a:custGeom>
            <a:rect b="b" l="l" r="r" t="t"/>
            <a:pathLst>
              <a:path extrusionOk="0" h="1418" w="2081">
                <a:moveTo>
                  <a:pt x="32" y="0"/>
                </a:moveTo>
                <a:lnTo>
                  <a:pt x="32" y="1040"/>
                </a:lnTo>
                <a:lnTo>
                  <a:pt x="1" y="1040"/>
                </a:lnTo>
                <a:cubicBezTo>
                  <a:pt x="1" y="1260"/>
                  <a:pt x="159" y="1418"/>
                  <a:pt x="348" y="1418"/>
                </a:cubicBezTo>
                <a:lnTo>
                  <a:pt x="1734" y="1418"/>
                </a:lnTo>
                <a:cubicBezTo>
                  <a:pt x="1923" y="1418"/>
                  <a:pt x="2080" y="1260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6" name="Google Shape;1056;p17"/>
          <p:cNvSpPr/>
          <p:nvPr/>
        </p:nvSpPr>
        <p:spPr>
          <a:xfrm>
            <a:off x="2758768" y="3287143"/>
            <a:ext cx="155646" cy="221766"/>
          </a:xfrm>
          <a:custGeom>
            <a:rect b="b" l="l" r="r" t="t"/>
            <a:pathLst>
              <a:path extrusionOk="0" h="6869" w="4821">
                <a:moveTo>
                  <a:pt x="3435" y="2017"/>
                </a:moveTo>
                <a:cubicBezTo>
                  <a:pt x="3624" y="2017"/>
                  <a:pt x="3781" y="2175"/>
                  <a:pt x="3781" y="2364"/>
                </a:cubicBezTo>
                <a:cubicBezTo>
                  <a:pt x="3750" y="2553"/>
                  <a:pt x="3592" y="2710"/>
                  <a:pt x="3435" y="2710"/>
                </a:cubicBezTo>
                <a:lnTo>
                  <a:pt x="1387" y="2710"/>
                </a:lnTo>
                <a:cubicBezTo>
                  <a:pt x="1198" y="2710"/>
                  <a:pt x="1040" y="2553"/>
                  <a:pt x="1040" y="2364"/>
                </a:cubicBezTo>
                <a:cubicBezTo>
                  <a:pt x="1040" y="2175"/>
                  <a:pt x="1198" y="2017"/>
                  <a:pt x="1387" y="2017"/>
                </a:cubicBezTo>
                <a:close/>
                <a:moveTo>
                  <a:pt x="3088" y="4128"/>
                </a:moveTo>
                <a:cubicBezTo>
                  <a:pt x="3466" y="4128"/>
                  <a:pt x="3750" y="4443"/>
                  <a:pt x="3750" y="4821"/>
                </a:cubicBezTo>
                <a:cubicBezTo>
                  <a:pt x="3750" y="5168"/>
                  <a:pt x="3466" y="5483"/>
                  <a:pt x="3088" y="5483"/>
                </a:cubicBezTo>
                <a:lnTo>
                  <a:pt x="1702" y="5483"/>
                </a:lnTo>
                <a:cubicBezTo>
                  <a:pt x="1324" y="5483"/>
                  <a:pt x="1040" y="5168"/>
                  <a:pt x="1040" y="4821"/>
                </a:cubicBezTo>
                <a:cubicBezTo>
                  <a:pt x="1040" y="4412"/>
                  <a:pt x="1355" y="4128"/>
                  <a:pt x="1702" y="4128"/>
                </a:cubicBezTo>
                <a:close/>
                <a:moveTo>
                  <a:pt x="2426" y="1"/>
                </a:moveTo>
                <a:cubicBezTo>
                  <a:pt x="1072" y="1"/>
                  <a:pt x="1" y="1072"/>
                  <a:pt x="1" y="2395"/>
                </a:cubicBezTo>
                <a:lnTo>
                  <a:pt x="1" y="6869"/>
                </a:lnTo>
                <a:lnTo>
                  <a:pt x="4474" y="6869"/>
                </a:lnTo>
                <a:cubicBezTo>
                  <a:pt x="4663" y="6869"/>
                  <a:pt x="4821" y="6711"/>
                  <a:pt x="4821" y="6491"/>
                </a:cubicBezTo>
                <a:lnTo>
                  <a:pt x="4821" y="2395"/>
                </a:lnTo>
                <a:cubicBezTo>
                  <a:pt x="4789" y="1072"/>
                  <a:pt x="3718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7" name="Google Shape;1057;p17"/>
          <p:cNvSpPr/>
          <p:nvPr/>
        </p:nvSpPr>
        <p:spPr>
          <a:xfrm>
            <a:off x="2535499" y="3691465"/>
            <a:ext cx="380446" cy="379413"/>
          </a:xfrm>
          <a:custGeom>
            <a:rect b="b" l="l" r="r" t="t"/>
            <a:pathLst>
              <a:path extrusionOk="0" h="11752" w="11784">
                <a:moveTo>
                  <a:pt x="5199" y="1"/>
                </a:moveTo>
                <a:cubicBezTo>
                  <a:pt x="5042" y="1"/>
                  <a:pt x="4916" y="127"/>
                  <a:pt x="4884" y="284"/>
                </a:cubicBezTo>
                <a:lnTo>
                  <a:pt x="4727" y="883"/>
                </a:lnTo>
                <a:cubicBezTo>
                  <a:pt x="4191" y="977"/>
                  <a:pt x="3655" y="1229"/>
                  <a:pt x="3151" y="1513"/>
                </a:cubicBezTo>
                <a:lnTo>
                  <a:pt x="2647" y="1229"/>
                </a:lnTo>
                <a:cubicBezTo>
                  <a:pt x="2599" y="1205"/>
                  <a:pt x="2542" y="1195"/>
                  <a:pt x="2482" y="1195"/>
                </a:cubicBezTo>
                <a:cubicBezTo>
                  <a:pt x="2386" y="1195"/>
                  <a:pt x="2284" y="1222"/>
                  <a:pt x="2206" y="1261"/>
                </a:cubicBezTo>
                <a:lnTo>
                  <a:pt x="1261" y="2206"/>
                </a:lnTo>
                <a:cubicBezTo>
                  <a:pt x="1135" y="2332"/>
                  <a:pt x="1135" y="2490"/>
                  <a:pt x="1230" y="2647"/>
                </a:cubicBezTo>
                <a:lnTo>
                  <a:pt x="1513" y="3151"/>
                </a:lnTo>
                <a:cubicBezTo>
                  <a:pt x="1198" y="3624"/>
                  <a:pt x="978" y="4191"/>
                  <a:pt x="883" y="4726"/>
                </a:cubicBezTo>
                <a:lnTo>
                  <a:pt x="284" y="4884"/>
                </a:lnTo>
                <a:cubicBezTo>
                  <a:pt x="127" y="4947"/>
                  <a:pt x="1" y="5041"/>
                  <a:pt x="1" y="5199"/>
                </a:cubicBezTo>
                <a:lnTo>
                  <a:pt x="1" y="6585"/>
                </a:lnTo>
                <a:cubicBezTo>
                  <a:pt x="1" y="6743"/>
                  <a:pt x="127" y="6869"/>
                  <a:pt x="284" y="6900"/>
                </a:cubicBezTo>
                <a:lnTo>
                  <a:pt x="883" y="7058"/>
                </a:lnTo>
                <a:cubicBezTo>
                  <a:pt x="946" y="7404"/>
                  <a:pt x="1072" y="7782"/>
                  <a:pt x="1230" y="8129"/>
                </a:cubicBezTo>
                <a:cubicBezTo>
                  <a:pt x="1504" y="7854"/>
                  <a:pt x="2843" y="6486"/>
                  <a:pt x="2841" y="6486"/>
                </a:cubicBezTo>
                <a:lnTo>
                  <a:pt x="2841" y="6486"/>
                </a:lnTo>
                <a:cubicBezTo>
                  <a:pt x="2841" y="6486"/>
                  <a:pt x="2839" y="6488"/>
                  <a:pt x="2836" y="6491"/>
                </a:cubicBezTo>
                <a:cubicBezTo>
                  <a:pt x="2836" y="6459"/>
                  <a:pt x="2805" y="6050"/>
                  <a:pt x="2805" y="5955"/>
                </a:cubicBezTo>
                <a:cubicBezTo>
                  <a:pt x="2773" y="4222"/>
                  <a:pt x="4191" y="2836"/>
                  <a:pt x="5861" y="2836"/>
                </a:cubicBezTo>
                <a:cubicBezTo>
                  <a:pt x="7562" y="2836"/>
                  <a:pt x="8948" y="4222"/>
                  <a:pt x="8948" y="5924"/>
                </a:cubicBezTo>
                <a:cubicBezTo>
                  <a:pt x="8948" y="7499"/>
                  <a:pt x="7751" y="8822"/>
                  <a:pt x="6113" y="8948"/>
                </a:cubicBezTo>
                <a:cubicBezTo>
                  <a:pt x="6066" y="8948"/>
                  <a:pt x="5963" y="8956"/>
                  <a:pt x="5821" y="8956"/>
                </a:cubicBezTo>
                <a:cubicBezTo>
                  <a:pt x="5680" y="8956"/>
                  <a:pt x="5499" y="8948"/>
                  <a:pt x="5294" y="8917"/>
                </a:cubicBezTo>
                <a:lnTo>
                  <a:pt x="3655" y="10523"/>
                </a:lnTo>
                <a:cubicBezTo>
                  <a:pt x="4034" y="10681"/>
                  <a:pt x="4349" y="10807"/>
                  <a:pt x="4727" y="10870"/>
                </a:cubicBezTo>
                <a:lnTo>
                  <a:pt x="4884" y="11468"/>
                </a:lnTo>
                <a:cubicBezTo>
                  <a:pt x="4916" y="11626"/>
                  <a:pt x="5042" y="11752"/>
                  <a:pt x="5199" y="11752"/>
                </a:cubicBezTo>
                <a:lnTo>
                  <a:pt x="6585" y="11752"/>
                </a:lnTo>
                <a:cubicBezTo>
                  <a:pt x="6743" y="11752"/>
                  <a:pt x="6869" y="11626"/>
                  <a:pt x="6901" y="11468"/>
                </a:cubicBezTo>
                <a:lnTo>
                  <a:pt x="7058" y="10870"/>
                </a:lnTo>
                <a:cubicBezTo>
                  <a:pt x="7594" y="10775"/>
                  <a:pt x="8129" y="10523"/>
                  <a:pt x="8633" y="10240"/>
                </a:cubicBezTo>
                <a:lnTo>
                  <a:pt x="9137" y="10523"/>
                </a:lnTo>
                <a:cubicBezTo>
                  <a:pt x="9185" y="10547"/>
                  <a:pt x="9243" y="10558"/>
                  <a:pt x="9302" y="10558"/>
                </a:cubicBezTo>
                <a:cubicBezTo>
                  <a:pt x="9399" y="10558"/>
                  <a:pt x="9501" y="10531"/>
                  <a:pt x="9578" y="10492"/>
                </a:cubicBezTo>
                <a:lnTo>
                  <a:pt x="10524" y="9547"/>
                </a:lnTo>
                <a:cubicBezTo>
                  <a:pt x="10650" y="9421"/>
                  <a:pt x="10650" y="9263"/>
                  <a:pt x="10555" y="9106"/>
                </a:cubicBezTo>
                <a:lnTo>
                  <a:pt x="10303" y="8601"/>
                </a:lnTo>
                <a:cubicBezTo>
                  <a:pt x="10618" y="8129"/>
                  <a:pt x="10807" y="7562"/>
                  <a:pt x="10933" y="7026"/>
                </a:cubicBezTo>
                <a:lnTo>
                  <a:pt x="11500" y="6869"/>
                </a:lnTo>
                <a:cubicBezTo>
                  <a:pt x="11658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752" y="5041"/>
                  <a:pt x="11658" y="4915"/>
                  <a:pt x="11500" y="4884"/>
                </a:cubicBezTo>
                <a:lnTo>
                  <a:pt x="10902" y="4726"/>
                </a:lnTo>
                <a:cubicBezTo>
                  <a:pt x="10807" y="4191"/>
                  <a:pt x="10555" y="3687"/>
                  <a:pt x="10272" y="3151"/>
                </a:cubicBezTo>
                <a:lnTo>
                  <a:pt x="10555" y="2647"/>
                </a:lnTo>
                <a:cubicBezTo>
                  <a:pt x="10650" y="2521"/>
                  <a:pt x="10587" y="2332"/>
                  <a:pt x="10524" y="2206"/>
                </a:cubicBezTo>
                <a:lnTo>
                  <a:pt x="9578" y="1261"/>
                </a:lnTo>
                <a:cubicBezTo>
                  <a:pt x="9509" y="1209"/>
                  <a:pt x="9430" y="1185"/>
                  <a:pt x="9347" y="1185"/>
                </a:cubicBezTo>
                <a:cubicBezTo>
                  <a:pt x="9279" y="1185"/>
                  <a:pt x="9208" y="1201"/>
                  <a:pt x="9137" y="1229"/>
                </a:cubicBezTo>
                <a:lnTo>
                  <a:pt x="8633" y="1513"/>
                </a:lnTo>
                <a:cubicBezTo>
                  <a:pt x="8161" y="1198"/>
                  <a:pt x="7594" y="977"/>
                  <a:pt x="7058" y="883"/>
                </a:cubicBezTo>
                <a:lnTo>
                  <a:pt x="6901" y="284"/>
                </a:lnTo>
                <a:cubicBezTo>
                  <a:pt x="6869" y="127"/>
                  <a:pt x="6743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8" name="Google Shape;1058;p17"/>
          <p:cNvSpPr/>
          <p:nvPr/>
        </p:nvSpPr>
        <p:spPr>
          <a:xfrm>
            <a:off x="2535499" y="3805109"/>
            <a:ext cx="277716" cy="264769"/>
          </a:xfrm>
          <a:custGeom>
            <a:rect b="b" l="l" r="r" t="t"/>
            <a:pathLst>
              <a:path extrusionOk="0" h="8201" w="8602">
                <a:moveTo>
                  <a:pt x="5939" y="0"/>
                </a:moveTo>
                <a:cubicBezTo>
                  <a:pt x="4729" y="0"/>
                  <a:pt x="3750" y="854"/>
                  <a:pt x="3561" y="1963"/>
                </a:cubicBezTo>
                <a:cubicBezTo>
                  <a:pt x="3466" y="2404"/>
                  <a:pt x="3498" y="2813"/>
                  <a:pt x="3624" y="3223"/>
                </a:cubicBezTo>
                <a:lnTo>
                  <a:pt x="410" y="6468"/>
                </a:lnTo>
                <a:cubicBezTo>
                  <a:pt x="1" y="6846"/>
                  <a:pt x="1" y="7507"/>
                  <a:pt x="410" y="7917"/>
                </a:cubicBezTo>
                <a:cubicBezTo>
                  <a:pt x="600" y="8106"/>
                  <a:pt x="852" y="8200"/>
                  <a:pt x="1111" y="8200"/>
                </a:cubicBezTo>
                <a:cubicBezTo>
                  <a:pt x="1371" y="8200"/>
                  <a:pt x="1639" y="8106"/>
                  <a:pt x="1860" y="7917"/>
                </a:cubicBezTo>
                <a:lnTo>
                  <a:pt x="5136" y="4640"/>
                </a:lnTo>
                <a:cubicBezTo>
                  <a:pt x="5388" y="4735"/>
                  <a:pt x="5664" y="4782"/>
                  <a:pt x="5947" y="4782"/>
                </a:cubicBezTo>
                <a:cubicBezTo>
                  <a:pt x="6231" y="4782"/>
                  <a:pt x="6522" y="4735"/>
                  <a:pt x="6806" y="4640"/>
                </a:cubicBezTo>
                <a:cubicBezTo>
                  <a:pt x="7846" y="4294"/>
                  <a:pt x="8602" y="3065"/>
                  <a:pt x="8224" y="1773"/>
                </a:cubicBezTo>
                <a:cubicBezTo>
                  <a:pt x="8192" y="1647"/>
                  <a:pt x="8129" y="1553"/>
                  <a:pt x="8003" y="1521"/>
                </a:cubicBezTo>
                <a:cubicBezTo>
                  <a:pt x="7972" y="1514"/>
                  <a:pt x="7942" y="1510"/>
                  <a:pt x="7914" y="1510"/>
                </a:cubicBezTo>
                <a:cubicBezTo>
                  <a:pt x="7830" y="1510"/>
                  <a:pt x="7759" y="1545"/>
                  <a:pt x="7688" y="1616"/>
                </a:cubicBezTo>
                <a:lnTo>
                  <a:pt x="6901" y="2404"/>
                </a:lnTo>
                <a:cubicBezTo>
                  <a:pt x="6759" y="2530"/>
                  <a:pt x="6578" y="2593"/>
                  <a:pt x="6400" y="2593"/>
                </a:cubicBezTo>
                <a:cubicBezTo>
                  <a:pt x="6223" y="2593"/>
                  <a:pt x="6050" y="2530"/>
                  <a:pt x="5924" y="2404"/>
                </a:cubicBezTo>
                <a:cubicBezTo>
                  <a:pt x="5640" y="2120"/>
                  <a:pt x="5640" y="1679"/>
                  <a:pt x="5924" y="1395"/>
                </a:cubicBezTo>
                <a:lnTo>
                  <a:pt x="6711" y="608"/>
                </a:lnTo>
                <a:cubicBezTo>
                  <a:pt x="6774" y="545"/>
                  <a:pt x="6806" y="419"/>
                  <a:pt x="6774" y="293"/>
                </a:cubicBezTo>
                <a:cubicBezTo>
                  <a:pt x="6743" y="198"/>
                  <a:pt x="6648" y="104"/>
                  <a:pt x="6554" y="72"/>
                </a:cubicBezTo>
                <a:cubicBezTo>
                  <a:pt x="6344" y="23"/>
                  <a:pt x="6139" y="0"/>
                  <a:pt x="59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9" name="Google Shape;1059;p17"/>
          <p:cNvSpPr/>
          <p:nvPr/>
        </p:nvSpPr>
        <p:spPr>
          <a:xfrm>
            <a:off x="4183613" y="3782008"/>
            <a:ext cx="155678" cy="155194"/>
          </a:xfrm>
          <a:custGeom>
            <a:rect b="b" l="l" r="r" t="t"/>
            <a:pathLst>
              <a:path extrusionOk="0" h="4807" w="4822">
                <a:moveTo>
                  <a:pt x="1041" y="0"/>
                </a:moveTo>
                <a:cubicBezTo>
                  <a:pt x="474" y="0"/>
                  <a:pt x="1" y="473"/>
                  <a:pt x="1" y="1040"/>
                </a:cubicBezTo>
                <a:lnTo>
                  <a:pt x="1" y="2426"/>
                </a:lnTo>
                <a:cubicBezTo>
                  <a:pt x="1" y="2962"/>
                  <a:pt x="474" y="3434"/>
                  <a:pt x="1041" y="3434"/>
                </a:cubicBezTo>
                <a:lnTo>
                  <a:pt x="1387" y="3434"/>
                </a:lnTo>
                <a:lnTo>
                  <a:pt x="1387" y="4474"/>
                </a:lnTo>
                <a:cubicBezTo>
                  <a:pt x="1387" y="4631"/>
                  <a:pt x="1482" y="4726"/>
                  <a:pt x="1576" y="4789"/>
                </a:cubicBezTo>
                <a:cubicBezTo>
                  <a:pt x="1618" y="4799"/>
                  <a:pt x="1664" y="4806"/>
                  <a:pt x="1709" y="4806"/>
                </a:cubicBezTo>
                <a:cubicBezTo>
                  <a:pt x="1800" y="4806"/>
                  <a:pt x="1891" y="4778"/>
                  <a:pt x="1954" y="4694"/>
                </a:cubicBezTo>
                <a:lnTo>
                  <a:pt x="3214" y="3434"/>
                </a:lnTo>
                <a:lnTo>
                  <a:pt x="3750" y="3434"/>
                </a:lnTo>
                <a:cubicBezTo>
                  <a:pt x="4317" y="3434"/>
                  <a:pt x="4790" y="2962"/>
                  <a:pt x="4790" y="2426"/>
                </a:cubicBezTo>
                <a:lnTo>
                  <a:pt x="4790" y="1040"/>
                </a:lnTo>
                <a:cubicBezTo>
                  <a:pt x="4821" y="473"/>
                  <a:pt x="4380" y="0"/>
                  <a:pt x="3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0" name="Google Shape;1060;p17"/>
          <p:cNvSpPr/>
          <p:nvPr/>
        </p:nvSpPr>
        <p:spPr>
          <a:xfrm>
            <a:off x="3962911" y="3782008"/>
            <a:ext cx="154645" cy="155194"/>
          </a:xfrm>
          <a:custGeom>
            <a:rect b="b" l="l" r="r" t="t"/>
            <a:pathLst>
              <a:path extrusionOk="0" h="4807" w="4790">
                <a:moveTo>
                  <a:pt x="1009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2395"/>
                </a:lnTo>
                <a:cubicBezTo>
                  <a:pt x="0" y="2962"/>
                  <a:pt x="473" y="3434"/>
                  <a:pt x="1009" y="3434"/>
                </a:cubicBezTo>
                <a:lnTo>
                  <a:pt x="1576" y="3434"/>
                </a:lnTo>
                <a:lnTo>
                  <a:pt x="2836" y="4694"/>
                </a:lnTo>
                <a:cubicBezTo>
                  <a:pt x="2920" y="4778"/>
                  <a:pt x="3018" y="4806"/>
                  <a:pt x="3102" y="4806"/>
                </a:cubicBezTo>
                <a:cubicBezTo>
                  <a:pt x="3144" y="4806"/>
                  <a:pt x="3182" y="4799"/>
                  <a:pt x="3214" y="4789"/>
                </a:cubicBezTo>
                <a:cubicBezTo>
                  <a:pt x="3340" y="4726"/>
                  <a:pt x="3434" y="4568"/>
                  <a:pt x="3434" y="4474"/>
                </a:cubicBezTo>
                <a:lnTo>
                  <a:pt x="3434" y="3434"/>
                </a:lnTo>
                <a:lnTo>
                  <a:pt x="3781" y="3434"/>
                </a:lnTo>
                <a:cubicBezTo>
                  <a:pt x="4348" y="3434"/>
                  <a:pt x="4789" y="2962"/>
                  <a:pt x="4789" y="2395"/>
                </a:cubicBezTo>
                <a:lnTo>
                  <a:pt x="4789" y="1040"/>
                </a:lnTo>
                <a:cubicBezTo>
                  <a:pt x="4789" y="473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1" name="Google Shape;1061;p17"/>
          <p:cNvSpPr/>
          <p:nvPr/>
        </p:nvSpPr>
        <p:spPr>
          <a:xfrm>
            <a:off x="4030032" y="4002710"/>
            <a:ext cx="243138" cy="67153"/>
          </a:xfrm>
          <a:custGeom>
            <a:rect b="b" l="l" r="r" t="t"/>
            <a:pathLst>
              <a:path extrusionOk="0" h="2080" w="7531">
                <a:moveTo>
                  <a:pt x="1" y="1"/>
                </a:moveTo>
                <a:lnTo>
                  <a:pt x="1" y="1040"/>
                </a:lnTo>
                <a:cubicBezTo>
                  <a:pt x="1" y="1607"/>
                  <a:pt x="473" y="2080"/>
                  <a:pt x="1040" y="2080"/>
                </a:cubicBezTo>
                <a:lnTo>
                  <a:pt x="6491" y="2080"/>
                </a:lnTo>
                <a:cubicBezTo>
                  <a:pt x="7058" y="2080"/>
                  <a:pt x="7530" y="1607"/>
                  <a:pt x="7530" y="1040"/>
                </a:cubicBezTo>
                <a:lnTo>
                  <a:pt x="753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2" name="Google Shape;1062;p17"/>
          <p:cNvSpPr/>
          <p:nvPr/>
        </p:nvSpPr>
        <p:spPr>
          <a:xfrm>
            <a:off x="4030032" y="3692481"/>
            <a:ext cx="243138" cy="44779"/>
          </a:xfrm>
          <a:custGeom>
            <a:rect b="b" l="l" r="r" t="t"/>
            <a:pathLst>
              <a:path extrusionOk="0" h="1387" w="7531">
                <a:moveTo>
                  <a:pt x="1040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30" y="1387"/>
                </a:lnTo>
                <a:lnTo>
                  <a:pt x="7530" y="1040"/>
                </a:lnTo>
                <a:cubicBezTo>
                  <a:pt x="7530" y="505"/>
                  <a:pt x="7058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3" name="Google Shape;1063;p17"/>
          <p:cNvSpPr/>
          <p:nvPr/>
        </p:nvSpPr>
        <p:spPr>
          <a:xfrm>
            <a:off x="4029031" y="3759635"/>
            <a:ext cx="243106" cy="220733"/>
          </a:xfrm>
          <a:custGeom>
            <a:rect b="b" l="l" r="r" t="t"/>
            <a:pathLst>
              <a:path extrusionOk="0" h="6837" w="7530">
                <a:moveTo>
                  <a:pt x="1733" y="0"/>
                </a:moveTo>
                <a:cubicBezTo>
                  <a:pt x="2678" y="0"/>
                  <a:pt x="3434" y="756"/>
                  <a:pt x="3434" y="1701"/>
                </a:cubicBezTo>
                <a:lnTo>
                  <a:pt x="3434" y="3056"/>
                </a:lnTo>
                <a:cubicBezTo>
                  <a:pt x="3434" y="3907"/>
                  <a:pt x="2836" y="4568"/>
                  <a:pt x="2048" y="4757"/>
                </a:cubicBezTo>
                <a:lnTo>
                  <a:pt x="2048" y="5167"/>
                </a:lnTo>
                <a:cubicBezTo>
                  <a:pt x="2048" y="5576"/>
                  <a:pt x="1828" y="5954"/>
                  <a:pt x="1418" y="6112"/>
                </a:cubicBezTo>
                <a:cubicBezTo>
                  <a:pt x="1307" y="6162"/>
                  <a:pt x="1184" y="6187"/>
                  <a:pt x="1058" y="6187"/>
                </a:cubicBezTo>
                <a:cubicBezTo>
                  <a:pt x="789" y="6187"/>
                  <a:pt x="508" y="6075"/>
                  <a:pt x="315" y="5860"/>
                </a:cubicBezTo>
                <a:lnTo>
                  <a:pt x="0" y="5545"/>
                </a:lnTo>
                <a:lnTo>
                  <a:pt x="0" y="6837"/>
                </a:lnTo>
                <a:lnTo>
                  <a:pt x="7530" y="6837"/>
                </a:lnTo>
                <a:lnTo>
                  <a:pt x="7530" y="5545"/>
                </a:lnTo>
                <a:lnTo>
                  <a:pt x="7215" y="5860"/>
                </a:lnTo>
                <a:cubicBezTo>
                  <a:pt x="7022" y="6075"/>
                  <a:pt x="6756" y="6187"/>
                  <a:pt x="6496" y="6187"/>
                </a:cubicBezTo>
                <a:cubicBezTo>
                  <a:pt x="6374" y="6187"/>
                  <a:pt x="6254" y="6162"/>
                  <a:pt x="6144" y="6112"/>
                </a:cubicBezTo>
                <a:cubicBezTo>
                  <a:pt x="5734" y="5954"/>
                  <a:pt x="5514" y="5576"/>
                  <a:pt x="5514" y="5167"/>
                </a:cubicBezTo>
                <a:lnTo>
                  <a:pt x="5514" y="4757"/>
                </a:lnTo>
                <a:cubicBezTo>
                  <a:pt x="4726" y="4600"/>
                  <a:pt x="4127" y="3907"/>
                  <a:pt x="4127" y="3056"/>
                </a:cubicBezTo>
                <a:lnTo>
                  <a:pt x="4127" y="1701"/>
                </a:lnTo>
                <a:cubicBezTo>
                  <a:pt x="4127" y="756"/>
                  <a:pt x="4884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4" name="Google Shape;1064;p17"/>
          <p:cNvSpPr/>
          <p:nvPr/>
        </p:nvSpPr>
        <p:spPr>
          <a:xfrm>
            <a:off x="2158430" y="1818318"/>
            <a:ext cx="196325" cy="197358"/>
          </a:xfrm>
          <a:custGeom>
            <a:rect b="b" l="l" r="r" t="t"/>
            <a:pathLst>
              <a:path extrusionOk="0" h="6113" w="6081">
                <a:moveTo>
                  <a:pt x="3025" y="1387"/>
                </a:moveTo>
                <a:cubicBezTo>
                  <a:pt x="3970" y="1387"/>
                  <a:pt x="4726" y="2143"/>
                  <a:pt x="4726" y="3088"/>
                </a:cubicBezTo>
                <a:cubicBezTo>
                  <a:pt x="4726" y="4033"/>
                  <a:pt x="3970" y="4789"/>
                  <a:pt x="3025" y="4789"/>
                </a:cubicBezTo>
                <a:cubicBezTo>
                  <a:pt x="2080" y="4789"/>
                  <a:pt x="1324" y="4033"/>
                  <a:pt x="1324" y="3088"/>
                </a:cubicBezTo>
                <a:cubicBezTo>
                  <a:pt x="1324" y="2143"/>
                  <a:pt x="2080" y="1387"/>
                  <a:pt x="3025" y="1387"/>
                </a:cubicBezTo>
                <a:close/>
                <a:moveTo>
                  <a:pt x="2710" y="0"/>
                </a:moveTo>
                <a:lnTo>
                  <a:pt x="2710" y="442"/>
                </a:lnTo>
                <a:cubicBezTo>
                  <a:pt x="2710" y="599"/>
                  <a:pt x="2584" y="725"/>
                  <a:pt x="2426" y="757"/>
                </a:cubicBezTo>
                <a:cubicBezTo>
                  <a:pt x="2237" y="788"/>
                  <a:pt x="2017" y="914"/>
                  <a:pt x="1859" y="1009"/>
                </a:cubicBezTo>
                <a:cubicBezTo>
                  <a:pt x="1815" y="1031"/>
                  <a:pt x="1762" y="1041"/>
                  <a:pt x="1707" y="1041"/>
                </a:cubicBezTo>
                <a:cubicBezTo>
                  <a:pt x="1607" y="1041"/>
                  <a:pt x="1500" y="1007"/>
                  <a:pt x="1418" y="946"/>
                </a:cubicBezTo>
                <a:lnTo>
                  <a:pt x="1103" y="631"/>
                </a:lnTo>
                <a:lnTo>
                  <a:pt x="631" y="1103"/>
                </a:lnTo>
                <a:lnTo>
                  <a:pt x="946" y="1418"/>
                </a:lnTo>
                <a:cubicBezTo>
                  <a:pt x="1072" y="1544"/>
                  <a:pt x="1072" y="1702"/>
                  <a:pt x="977" y="1859"/>
                </a:cubicBezTo>
                <a:cubicBezTo>
                  <a:pt x="851" y="2048"/>
                  <a:pt x="788" y="2269"/>
                  <a:pt x="757" y="2458"/>
                </a:cubicBezTo>
                <a:cubicBezTo>
                  <a:pt x="694" y="2615"/>
                  <a:pt x="599" y="2710"/>
                  <a:pt x="442" y="2710"/>
                </a:cubicBezTo>
                <a:lnTo>
                  <a:pt x="1" y="2710"/>
                </a:lnTo>
                <a:lnTo>
                  <a:pt x="1" y="3403"/>
                </a:lnTo>
                <a:lnTo>
                  <a:pt x="442" y="3403"/>
                </a:lnTo>
                <a:cubicBezTo>
                  <a:pt x="599" y="3403"/>
                  <a:pt x="694" y="3498"/>
                  <a:pt x="757" y="3655"/>
                </a:cubicBezTo>
                <a:cubicBezTo>
                  <a:pt x="788" y="3876"/>
                  <a:pt x="914" y="4096"/>
                  <a:pt x="977" y="4254"/>
                </a:cubicBezTo>
                <a:cubicBezTo>
                  <a:pt x="1072" y="4380"/>
                  <a:pt x="1009" y="4569"/>
                  <a:pt x="946" y="4695"/>
                </a:cubicBezTo>
                <a:lnTo>
                  <a:pt x="631" y="5010"/>
                </a:lnTo>
                <a:lnTo>
                  <a:pt x="1103" y="5482"/>
                </a:lnTo>
                <a:lnTo>
                  <a:pt x="1418" y="5167"/>
                </a:lnTo>
                <a:cubicBezTo>
                  <a:pt x="1486" y="5100"/>
                  <a:pt x="1562" y="5068"/>
                  <a:pt x="1643" y="5068"/>
                </a:cubicBezTo>
                <a:cubicBezTo>
                  <a:pt x="1713" y="5068"/>
                  <a:pt x="1786" y="5092"/>
                  <a:pt x="1859" y="5136"/>
                </a:cubicBezTo>
                <a:cubicBezTo>
                  <a:pt x="2048" y="5230"/>
                  <a:pt x="2237" y="5325"/>
                  <a:pt x="2426" y="5356"/>
                </a:cubicBezTo>
                <a:cubicBezTo>
                  <a:pt x="2584" y="5419"/>
                  <a:pt x="2710" y="5514"/>
                  <a:pt x="2710" y="5671"/>
                </a:cubicBezTo>
                <a:lnTo>
                  <a:pt x="2710" y="6112"/>
                </a:lnTo>
                <a:lnTo>
                  <a:pt x="3372" y="6112"/>
                </a:lnTo>
                <a:lnTo>
                  <a:pt x="3372" y="5734"/>
                </a:lnTo>
                <a:cubicBezTo>
                  <a:pt x="3372" y="5577"/>
                  <a:pt x="3498" y="5451"/>
                  <a:pt x="3655" y="5419"/>
                </a:cubicBezTo>
                <a:cubicBezTo>
                  <a:pt x="3844" y="5356"/>
                  <a:pt x="4096" y="5262"/>
                  <a:pt x="4254" y="5167"/>
                </a:cubicBezTo>
                <a:cubicBezTo>
                  <a:pt x="4300" y="5133"/>
                  <a:pt x="4355" y="5119"/>
                  <a:pt x="4410" y="5119"/>
                </a:cubicBezTo>
                <a:cubicBezTo>
                  <a:pt x="4506" y="5119"/>
                  <a:pt x="4603" y="5159"/>
                  <a:pt x="4663" y="5199"/>
                </a:cubicBezTo>
                <a:lnTo>
                  <a:pt x="5010" y="5514"/>
                </a:lnTo>
                <a:lnTo>
                  <a:pt x="5451" y="5041"/>
                </a:lnTo>
                <a:lnTo>
                  <a:pt x="5136" y="4726"/>
                </a:lnTo>
                <a:cubicBezTo>
                  <a:pt x="5041" y="4632"/>
                  <a:pt x="5041" y="4474"/>
                  <a:pt x="5104" y="4285"/>
                </a:cubicBezTo>
                <a:cubicBezTo>
                  <a:pt x="5230" y="4096"/>
                  <a:pt x="5293" y="3907"/>
                  <a:pt x="5356" y="3718"/>
                </a:cubicBezTo>
                <a:cubicBezTo>
                  <a:pt x="5388" y="3561"/>
                  <a:pt x="5514" y="3434"/>
                  <a:pt x="5671" y="3434"/>
                </a:cubicBezTo>
                <a:lnTo>
                  <a:pt x="6081" y="3434"/>
                </a:lnTo>
                <a:lnTo>
                  <a:pt x="6081" y="2773"/>
                </a:lnTo>
                <a:lnTo>
                  <a:pt x="5671" y="2773"/>
                </a:lnTo>
                <a:cubicBezTo>
                  <a:pt x="5514" y="2710"/>
                  <a:pt x="5388" y="2615"/>
                  <a:pt x="5356" y="2458"/>
                </a:cubicBezTo>
                <a:cubicBezTo>
                  <a:pt x="5293" y="2269"/>
                  <a:pt x="5199" y="2017"/>
                  <a:pt x="5104" y="1859"/>
                </a:cubicBezTo>
                <a:cubicBezTo>
                  <a:pt x="5041" y="1733"/>
                  <a:pt x="5073" y="1544"/>
                  <a:pt x="5136" y="1418"/>
                </a:cubicBezTo>
                <a:lnTo>
                  <a:pt x="5451" y="1103"/>
                </a:lnTo>
                <a:lnTo>
                  <a:pt x="5010" y="631"/>
                </a:lnTo>
                <a:lnTo>
                  <a:pt x="4663" y="946"/>
                </a:lnTo>
                <a:cubicBezTo>
                  <a:pt x="4608" y="1019"/>
                  <a:pt x="4531" y="1050"/>
                  <a:pt x="4445" y="1050"/>
                </a:cubicBezTo>
                <a:cubicBezTo>
                  <a:pt x="4384" y="1050"/>
                  <a:pt x="4319" y="1035"/>
                  <a:pt x="4254" y="1009"/>
                </a:cubicBezTo>
                <a:cubicBezTo>
                  <a:pt x="4033" y="883"/>
                  <a:pt x="3844" y="788"/>
                  <a:pt x="3655" y="757"/>
                </a:cubicBezTo>
                <a:cubicBezTo>
                  <a:pt x="3498" y="725"/>
                  <a:pt x="3372" y="599"/>
                  <a:pt x="3372" y="442"/>
                </a:cubicBezTo>
                <a:lnTo>
                  <a:pt x="337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5" name="Google Shape;1065;p17"/>
          <p:cNvSpPr/>
          <p:nvPr/>
        </p:nvSpPr>
        <p:spPr>
          <a:xfrm>
            <a:off x="2067902" y="1729824"/>
            <a:ext cx="376379" cy="376379"/>
          </a:xfrm>
          <a:custGeom>
            <a:rect b="b" l="l" r="r" t="t"/>
            <a:pathLst>
              <a:path extrusionOk="0" h="11658" w="11658">
                <a:moveTo>
                  <a:pt x="6522" y="2048"/>
                </a:moveTo>
                <a:cubicBezTo>
                  <a:pt x="6743" y="2048"/>
                  <a:pt x="6900" y="2206"/>
                  <a:pt x="6900" y="2395"/>
                </a:cubicBezTo>
                <a:lnTo>
                  <a:pt x="6900" y="2899"/>
                </a:lnTo>
                <a:cubicBezTo>
                  <a:pt x="6995" y="2962"/>
                  <a:pt x="7089" y="2994"/>
                  <a:pt x="7152" y="3025"/>
                </a:cubicBezTo>
                <a:lnTo>
                  <a:pt x="7530" y="2678"/>
                </a:lnTo>
                <a:cubicBezTo>
                  <a:pt x="7578" y="2615"/>
                  <a:pt x="7664" y="2584"/>
                  <a:pt x="7755" y="2584"/>
                </a:cubicBezTo>
                <a:cubicBezTo>
                  <a:pt x="7845" y="2584"/>
                  <a:pt x="7940" y="2615"/>
                  <a:pt x="8003" y="2678"/>
                </a:cubicBezTo>
                <a:lnTo>
                  <a:pt x="8979" y="3655"/>
                </a:lnTo>
                <a:cubicBezTo>
                  <a:pt x="9106" y="3781"/>
                  <a:pt x="9106" y="4002"/>
                  <a:pt x="8979" y="4128"/>
                </a:cubicBezTo>
                <a:lnTo>
                  <a:pt x="8633" y="4474"/>
                </a:lnTo>
                <a:cubicBezTo>
                  <a:pt x="8664" y="4569"/>
                  <a:pt x="8696" y="4695"/>
                  <a:pt x="8727" y="4758"/>
                </a:cubicBezTo>
                <a:lnTo>
                  <a:pt x="9263" y="4758"/>
                </a:lnTo>
                <a:cubicBezTo>
                  <a:pt x="9452" y="4758"/>
                  <a:pt x="9610" y="4915"/>
                  <a:pt x="9610" y="5104"/>
                </a:cubicBezTo>
                <a:lnTo>
                  <a:pt x="9610" y="6491"/>
                </a:lnTo>
                <a:cubicBezTo>
                  <a:pt x="9610" y="6680"/>
                  <a:pt x="9452" y="6837"/>
                  <a:pt x="9263" y="6837"/>
                </a:cubicBezTo>
                <a:lnTo>
                  <a:pt x="8727" y="6837"/>
                </a:lnTo>
                <a:cubicBezTo>
                  <a:pt x="8696" y="6963"/>
                  <a:pt x="8664" y="7026"/>
                  <a:pt x="8633" y="7121"/>
                </a:cubicBezTo>
                <a:lnTo>
                  <a:pt x="8979" y="7467"/>
                </a:lnTo>
                <a:cubicBezTo>
                  <a:pt x="9106" y="7593"/>
                  <a:pt x="9106" y="7814"/>
                  <a:pt x="8979" y="7940"/>
                </a:cubicBezTo>
                <a:lnTo>
                  <a:pt x="8003" y="8916"/>
                </a:lnTo>
                <a:cubicBezTo>
                  <a:pt x="7940" y="8979"/>
                  <a:pt x="7845" y="9011"/>
                  <a:pt x="7755" y="9011"/>
                </a:cubicBezTo>
                <a:cubicBezTo>
                  <a:pt x="7664" y="9011"/>
                  <a:pt x="7578" y="8979"/>
                  <a:pt x="7530" y="8916"/>
                </a:cubicBezTo>
                <a:lnTo>
                  <a:pt x="7152" y="8570"/>
                </a:lnTo>
                <a:cubicBezTo>
                  <a:pt x="7089" y="8601"/>
                  <a:pt x="6963" y="8664"/>
                  <a:pt x="6900" y="8696"/>
                </a:cubicBezTo>
                <a:lnTo>
                  <a:pt x="6900" y="9200"/>
                </a:lnTo>
                <a:cubicBezTo>
                  <a:pt x="6900" y="9389"/>
                  <a:pt x="6743" y="9547"/>
                  <a:pt x="6522" y="9547"/>
                </a:cubicBezTo>
                <a:lnTo>
                  <a:pt x="5167" y="9547"/>
                </a:lnTo>
                <a:cubicBezTo>
                  <a:pt x="4947" y="9547"/>
                  <a:pt x="4789" y="9389"/>
                  <a:pt x="4789" y="9200"/>
                </a:cubicBezTo>
                <a:lnTo>
                  <a:pt x="4789" y="8696"/>
                </a:lnTo>
                <a:cubicBezTo>
                  <a:pt x="4695" y="8664"/>
                  <a:pt x="4600" y="8601"/>
                  <a:pt x="4537" y="8570"/>
                </a:cubicBezTo>
                <a:lnTo>
                  <a:pt x="4159" y="8916"/>
                </a:lnTo>
                <a:cubicBezTo>
                  <a:pt x="4112" y="8979"/>
                  <a:pt x="4025" y="9011"/>
                  <a:pt x="3935" y="9011"/>
                </a:cubicBezTo>
                <a:cubicBezTo>
                  <a:pt x="3844" y="9011"/>
                  <a:pt x="3750" y="8979"/>
                  <a:pt x="3687" y="8916"/>
                </a:cubicBezTo>
                <a:lnTo>
                  <a:pt x="2710" y="7940"/>
                </a:lnTo>
                <a:cubicBezTo>
                  <a:pt x="2584" y="7814"/>
                  <a:pt x="2584" y="7593"/>
                  <a:pt x="2710" y="7467"/>
                </a:cubicBezTo>
                <a:lnTo>
                  <a:pt x="3057" y="7121"/>
                </a:lnTo>
                <a:cubicBezTo>
                  <a:pt x="3025" y="7026"/>
                  <a:pt x="2994" y="6932"/>
                  <a:pt x="2962" y="6837"/>
                </a:cubicBezTo>
                <a:lnTo>
                  <a:pt x="2426" y="6837"/>
                </a:lnTo>
                <a:cubicBezTo>
                  <a:pt x="2237" y="6837"/>
                  <a:pt x="2080" y="6680"/>
                  <a:pt x="2080" y="6491"/>
                </a:cubicBezTo>
                <a:lnTo>
                  <a:pt x="2080" y="5104"/>
                </a:lnTo>
                <a:cubicBezTo>
                  <a:pt x="2080" y="4915"/>
                  <a:pt x="2237" y="4758"/>
                  <a:pt x="2426" y="4758"/>
                </a:cubicBezTo>
                <a:lnTo>
                  <a:pt x="2962" y="4758"/>
                </a:lnTo>
                <a:cubicBezTo>
                  <a:pt x="2994" y="4632"/>
                  <a:pt x="3025" y="4569"/>
                  <a:pt x="3057" y="4474"/>
                </a:cubicBezTo>
                <a:lnTo>
                  <a:pt x="2710" y="4128"/>
                </a:lnTo>
                <a:cubicBezTo>
                  <a:pt x="2584" y="4002"/>
                  <a:pt x="2584" y="3781"/>
                  <a:pt x="2710" y="3655"/>
                </a:cubicBezTo>
                <a:lnTo>
                  <a:pt x="3687" y="2678"/>
                </a:lnTo>
                <a:cubicBezTo>
                  <a:pt x="3750" y="2615"/>
                  <a:pt x="3844" y="2584"/>
                  <a:pt x="3935" y="2584"/>
                </a:cubicBezTo>
                <a:cubicBezTo>
                  <a:pt x="4025" y="2584"/>
                  <a:pt x="4112" y="2615"/>
                  <a:pt x="4159" y="2678"/>
                </a:cubicBezTo>
                <a:lnTo>
                  <a:pt x="4537" y="3025"/>
                </a:lnTo>
                <a:cubicBezTo>
                  <a:pt x="4600" y="2994"/>
                  <a:pt x="4726" y="2962"/>
                  <a:pt x="4789" y="2899"/>
                </a:cubicBezTo>
                <a:lnTo>
                  <a:pt x="4789" y="2395"/>
                </a:lnTo>
                <a:cubicBezTo>
                  <a:pt x="4789" y="2206"/>
                  <a:pt x="4947" y="2048"/>
                  <a:pt x="5167" y="2048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1" y="6837"/>
                  <a:pt x="284" y="7877"/>
                  <a:pt x="820" y="8790"/>
                </a:cubicBezTo>
                <a:lnTo>
                  <a:pt x="32" y="11185"/>
                </a:lnTo>
                <a:cubicBezTo>
                  <a:pt x="1" y="11311"/>
                  <a:pt x="32" y="11468"/>
                  <a:pt x="127" y="11531"/>
                </a:cubicBezTo>
                <a:cubicBezTo>
                  <a:pt x="174" y="11602"/>
                  <a:pt x="274" y="11638"/>
                  <a:pt x="375" y="11638"/>
                </a:cubicBezTo>
                <a:cubicBezTo>
                  <a:pt x="408" y="11638"/>
                  <a:pt x="442" y="11634"/>
                  <a:pt x="473" y="11626"/>
                </a:cubicBezTo>
                <a:lnTo>
                  <a:pt x="2868" y="10838"/>
                </a:lnTo>
                <a:cubicBezTo>
                  <a:pt x="3781" y="11374"/>
                  <a:pt x="4789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584"/>
                  <a:pt x="9011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6" name="Google Shape;1066;p17"/>
          <p:cNvSpPr/>
          <p:nvPr/>
        </p:nvSpPr>
        <p:spPr>
          <a:xfrm>
            <a:off x="2222516" y="1884438"/>
            <a:ext cx="66152" cy="66152"/>
          </a:xfrm>
          <a:custGeom>
            <a:rect b="b" l="l" r="r" t="t"/>
            <a:pathLst>
              <a:path extrusionOk="0" h="2049" w="2049"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6" y="2048"/>
                  <a:pt x="2048" y="1576"/>
                  <a:pt x="2048" y="1040"/>
                </a:cubicBezTo>
                <a:cubicBezTo>
                  <a:pt x="2048" y="441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7" name="Google Shape;1067;p17"/>
          <p:cNvSpPr/>
          <p:nvPr/>
        </p:nvSpPr>
        <p:spPr>
          <a:xfrm>
            <a:off x="2067263" y="2193251"/>
            <a:ext cx="376379" cy="376346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8" name="Google Shape;1068;p17"/>
          <p:cNvSpPr/>
          <p:nvPr/>
        </p:nvSpPr>
        <p:spPr>
          <a:xfrm>
            <a:off x="636320" y="2697779"/>
            <a:ext cx="89526" cy="376346"/>
          </a:xfrm>
          <a:custGeom>
            <a:rect b="b" l="l" r="r" t="t"/>
            <a:pathLst>
              <a:path extrusionOk="0" h="11657" w="2773">
                <a:moveTo>
                  <a:pt x="1733" y="0"/>
                </a:moveTo>
                <a:cubicBezTo>
                  <a:pt x="1198" y="0"/>
                  <a:pt x="725" y="473"/>
                  <a:pt x="725" y="1040"/>
                </a:cubicBezTo>
                <a:lnTo>
                  <a:pt x="725" y="1386"/>
                </a:lnTo>
                <a:lnTo>
                  <a:pt x="347" y="1386"/>
                </a:lnTo>
                <a:cubicBezTo>
                  <a:pt x="158" y="1386"/>
                  <a:pt x="1" y="1544"/>
                  <a:pt x="1" y="1733"/>
                </a:cubicBezTo>
                <a:cubicBezTo>
                  <a:pt x="1" y="1922"/>
                  <a:pt x="158" y="2079"/>
                  <a:pt x="347" y="2079"/>
                </a:cubicBezTo>
                <a:lnTo>
                  <a:pt x="725" y="2079"/>
                </a:lnTo>
                <a:lnTo>
                  <a:pt x="725" y="3466"/>
                </a:lnTo>
                <a:lnTo>
                  <a:pt x="347" y="3466"/>
                </a:lnTo>
                <a:cubicBezTo>
                  <a:pt x="158" y="3466"/>
                  <a:pt x="1" y="3623"/>
                  <a:pt x="1" y="3812"/>
                </a:cubicBezTo>
                <a:cubicBezTo>
                  <a:pt x="1" y="4033"/>
                  <a:pt x="158" y="4190"/>
                  <a:pt x="347" y="4190"/>
                </a:cubicBezTo>
                <a:lnTo>
                  <a:pt x="725" y="4190"/>
                </a:lnTo>
                <a:lnTo>
                  <a:pt x="725" y="5608"/>
                </a:lnTo>
                <a:lnTo>
                  <a:pt x="347" y="5608"/>
                </a:lnTo>
                <a:cubicBezTo>
                  <a:pt x="158" y="5608"/>
                  <a:pt x="1" y="5765"/>
                  <a:pt x="1" y="5954"/>
                </a:cubicBezTo>
                <a:cubicBezTo>
                  <a:pt x="1" y="6143"/>
                  <a:pt x="158" y="6301"/>
                  <a:pt x="347" y="6301"/>
                </a:cubicBezTo>
                <a:lnTo>
                  <a:pt x="725" y="6301"/>
                </a:lnTo>
                <a:lnTo>
                  <a:pt x="725" y="7687"/>
                </a:lnTo>
                <a:lnTo>
                  <a:pt x="347" y="7687"/>
                </a:lnTo>
                <a:cubicBezTo>
                  <a:pt x="158" y="7687"/>
                  <a:pt x="1" y="7845"/>
                  <a:pt x="1" y="8034"/>
                </a:cubicBezTo>
                <a:cubicBezTo>
                  <a:pt x="1" y="8223"/>
                  <a:pt x="158" y="8380"/>
                  <a:pt x="347" y="8380"/>
                </a:cubicBezTo>
                <a:lnTo>
                  <a:pt x="725" y="8380"/>
                </a:lnTo>
                <a:lnTo>
                  <a:pt x="725" y="9767"/>
                </a:lnTo>
                <a:lnTo>
                  <a:pt x="347" y="9767"/>
                </a:lnTo>
                <a:lnTo>
                  <a:pt x="347" y="9577"/>
                </a:lnTo>
                <a:cubicBezTo>
                  <a:pt x="158" y="9577"/>
                  <a:pt x="1" y="9735"/>
                  <a:pt x="1" y="9924"/>
                </a:cubicBezTo>
                <a:cubicBezTo>
                  <a:pt x="1" y="10113"/>
                  <a:pt x="158" y="10271"/>
                  <a:pt x="347" y="10271"/>
                </a:cubicBezTo>
                <a:lnTo>
                  <a:pt x="725" y="10271"/>
                </a:lnTo>
                <a:lnTo>
                  <a:pt x="725" y="10649"/>
                </a:lnTo>
                <a:cubicBezTo>
                  <a:pt x="725" y="11184"/>
                  <a:pt x="1198" y="11657"/>
                  <a:pt x="1733" y="11657"/>
                </a:cubicBezTo>
                <a:lnTo>
                  <a:pt x="2773" y="11657"/>
                </a:lnTo>
                <a:lnTo>
                  <a:pt x="277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9" name="Google Shape;1069;p17"/>
          <p:cNvSpPr/>
          <p:nvPr/>
        </p:nvSpPr>
        <p:spPr>
          <a:xfrm>
            <a:off x="748221" y="2696746"/>
            <a:ext cx="199392" cy="376379"/>
          </a:xfrm>
          <a:custGeom>
            <a:rect b="b" l="l" r="r" t="t"/>
            <a:pathLst>
              <a:path extrusionOk="0" h="11658" w="6176">
                <a:moveTo>
                  <a:pt x="4096" y="2048"/>
                </a:moveTo>
                <a:cubicBezTo>
                  <a:pt x="4285" y="2048"/>
                  <a:pt x="4442" y="2206"/>
                  <a:pt x="4442" y="2395"/>
                </a:cubicBezTo>
                <a:lnTo>
                  <a:pt x="4442" y="3750"/>
                </a:lnTo>
                <a:cubicBezTo>
                  <a:pt x="4442" y="3939"/>
                  <a:pt x="4285" y="4096"/>
                  <a:pt x="4096" y="4096"/>
                </a:cubicBezTo>
                <a:lnTo>
                  <a:pt x="3088" y="4096"/>
                </a:lnTo>
                <a:lnTo>
                  <a:pt x="3088" y="7562"/>
                </a:lnTo>
                <a:lnTo>
                  <a:pt x="4096" y="7562"/>
                </a:lnTo>
                <a:cubicBezTo>
                  <a:pt x="4285" y="7562"/>
                  <a:pt x="4442" y="7719"/>
                  <a:pt x="4442" y="7908"/>
                </a:cubicBezTo>
                <a:lnTo>
                  <a:pt x="4442" y="9294"/>
                </a:lnTo>
                <a:cubicBezTo>
                  <a:pt x="4442" y="9483"/>
                  <a:pt x="4285" y="9641"/>
                  <a:pt x="4096" y="9641"/>
                </a:cubicBezTo>
                <a:lnTo>
                  <a:pt x="3088" y="9641"/>
                </a:lnTo>
                <a:cubicBezTo>
                  <a:pt x="2332" y="9641"/>
                  <a:pt x="1701" y="9011"/>
                  <a:pt x="1701" y="8255"/>
                </a:cubicBezTo>
                <a:lnTo>
                  <a:pt x="1701" y="3435"/>
                </a:lnTo>
                <a:cubicBezTo>
                  <a:pt x="1701" y="2678"/>
                  <a:pt x="2332" y="2048"/>
                  <a:pt x="3088" y="2048"/>
                </a:cubicBezTo>
                <a:close/>
                <a:moveTo>
                  <a:pt x="0" y="1"/>
                </a:moveTo>
                <a:lnTo>
                  <a:pt x="0" y="11657"/>
                </a:lnTo>
                <a:lnTo>
                  <a:pt x="5167" y="11657"/>
                </a:lnTo>
                <a:cubicBezTo>
                  <a:pt x="5703" y="11657"/>
                  <a:pt x="6175" y="11185"/>
                  <a:pt x="6175" y="10618"/>
                </a:cubicBezTo>
                <a:lnTo>
                  <a:pt x="6175" y="1009"/>
                </a:lnTo>
                <a:cubicBezTo>
                  <a:pt x="6175" y="473"/>
                  <a:pt x="5703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0" name="Google Shape;1070;p17"/>
          <p:cNvSpPr/>
          <p:nvPr/>
        </p:nvSpPr>
        <p:spPr>
          <a:xfrm>
            <a:off x="969956" y="2741493"/>
            <a:ext cx="43746" cy="66152"/>
          </a:xfrm>
          <a:custGeom>
            <a:rect b="b" l="l" r="r" t="t"/>
            <a:pathLst>
              <a:path extrusionOk="0" h="2049" w="1355">
                <a:moveTo>
                  <a:pt x="0" y="1"/>
                </a:moveTo>
                <a:lnTo>
                  <a:pt x="0" y="2049"/>
                </a:lnTo>
                <a:lnTo>
                  <a:pt x="1355" y="2049"/>
                </a:lnTo>
                <a:lnTo>
                  <a:pt x="1355" y="347"/>
                </a:lnTo>
                <a:cubicBezTo>
                  <a:pt x="1355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1" name="Google Shape;1071;p17"/>
          <p:cNvSpPr/>
          <p:nvPr/>
        </p:nvSpPr>
        <p:spPr>
          <a:xfrm>
            <a:off x="969956" y="2828987"/>
            <a:ext cx="43746" cy="45780"/>
          </a:xfrm>
          <a:custGeom>
            <a:rect b="b" l="l" r="r" t="t"/>
            <a:pathLst>
              <a:path extrusionOk="0" h="1418" w="1355">
                <a:moveTo>
                  <a:pt x="0" y="0"/>
                </a:moveTo>
                <a:lnTo>
                  <a:pt x="0" y="1418"/>
                </a:lnTo>
                <a:lnTo>
                  <a:pt x="1355" y="1418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17"/>
          <p:cNvSpPr/>
          <p:nvPr/>
        </p:nvSpPr>
        <p:spPr>
          <a:xfrm>
            <a:off x="969956" y="2896108"/>
            <a:ext cx="43746" cy="66152"/>
          </a:xfrm>
          <a:custGeom>
            <a:rect b="b" l="l" r="r" t="t"/>
            <a:pathLst>
              <a:path extrusionOk="0" h="2049" w="1355">
                <a:moveTo>
                  <a:pt x="0" y="0"/>
                </a:moveTo>
                <a:lnTo>
                  <a:pt x="0" y="2048"/>
                </a:lnTo>
                <a:lnTo>
                  <a:pt x="1008" y="2048"/>
                </a:lnTo>
                <a:cubicBezTo>
                  <a:pt x="1197" y="2048"/>
                  <a:pt x="1355" y="1891"/>
                  <a:pt x="1355" y="170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3" name="Google Shape;1073;p17"/>
          <p:cNvSpPr/>
          <p:nvPr/>
        </p:nvSpPr>
        <p:spPr>
          <a:xfrm>
            <a:off x="635804" y="3530751"/>
            <a:ext cx="378412" cy="43778"/>
          </a:xfrm>
          <a:custGeom>
            <a:rect b="b" l="l" r="r" t="t"/>
            <a:pathLst>
              <a:path extrusionOk="0" h="1356" w="11721">
                <a:moveTo>
                  <a:pt x="662" y="1"/>
                </a:moveTo>
                <a:cubicBezTo>
                  <a:pt x="284" y="1"/>
                  <a:pt x="1" y="316"/>
                  <a:pt x="1" y="662"/>
                </a:cubicBezTo>
                <a:lnTo>
                  <a:pt x="1" y="1009"/>
                </a:lnTo>
                <a:cubicBezTo>
                  <a:pt x="1" y="1198"/>
                  <a:pt x="158" y="1355"/>
                  <a:pt x="347" y="1355"/>
                </a:cubicBezTo>
                <a:lnTo>
                  <a:pt x="11342" y="1355"/>
                </a:lnTo>
                <a:cubicBezTo>
                  <a:pt x="11563" y="1355"/>
                  <a:pt x="11720" y="1198"/>
                  <a:pt x="11720" y="1009"/>
                </a:cubicBezTo>
                <a:lnTo>
                  <a:pt x="11720" y="694"/>
                </a:lnTo>
                <a:cubicBezTo>
                  <a:pt x="11689" y="316"/>
                  <a:pt x="11374" y="1"/>
                  <a:pt x="109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4" name="Google Shape;1074;p17"/>
          <p:cNvSpPr/>
          <p:nvPr/>
        </p:nvSpPr>
        <p:spPr>
          <a:xfrm>
            <a:off x="708025" y="3375137"/>
            <a:ext cx="232969" cy="67153"/>
          </a:xfrm>
          <a:custGeom>
            <a:rect b="b" l="l" r="r" t="t"/>
            <a:pathLst>
              <a:path extrusionOk="0" h="2080" w="7216">
                <a:moveTo>
                  <a:pt x="757" y="1"/>
                </a:moveTo>
                <a:lnTo>
                  <a:pt x="0" y="2080"/>
                </a:lnTo>
                <a:lnTo>
                  <a:pt x="7215" y="2080"/>
                </a:lnTo>
                <a:lnTo>
                  <a:pt x="65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5" name="Google Shape;1075;p17"/>
          <p:cNvSpPr/>
          <p:nvPr/>
        </p:nvSpPr>
        <p:spPr>
          <a:xfrm>
            <a:off x="684619" y="3464631"/>
            <a:ext cx="280783" cy="43778"/>
          </a:xfrm>
          <a:custGeom>
            <a:rect b="b" l="l" r="r" t="t"/>
            <a:pathLst>
              <a:path extrusionOk="0" h="1356" w="8697">
                <a:moveTo>
                  <a:pt x="505" y="1"/>
                </a:moveTo>
                <a:lnTo>
                  <a:pt x="1" y="1356"/>
                </a:lnTo>
                <a:lnTo>
                  <a:pt x="8696" y="1356"/>
                </a:lnTo>
                <a:lnTo>
                  <a:pt x="82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6" name="Google Shape;1076;p17"/>
          <p:cNvSpPr/>
          <p:nvPr/>
        </p:nvSpPr>
        <p:spPr>
          <a:xfrm>
            <a:off x="772112" y="3198149"/>
            <a:ext cx="106831" cy="68186"/>
          </a:xfrm>
          <a:custGeom>
            <a:rect b="b" l="l" r="r" t="t"/>
            <a:pathLst>
              <a:path extrusionOk="0" h="2112" w="3309">
                <a:moveTo>
                  <a:pt x="1639" y="1"/>
                </a:moveTo>
                <a:cubicBezTo>
                  <a:pt x="1103" y="1"/>
                  <a:pt x="599" y="379"/>
                  <a:pt x="441" y="883"/>
                </a:cubicBezTo>
                <a:lnTo>
                  <a:pt x="0" y="2112"/>
                </a:lnTo>
                <a:lnTo>
                  <a:pt x="3308" y="2112"/>
                </a:lnTo>
                <a:lnTo>
                  <a:pt x="2867" y="883"/>
                </a:lnTo>
                <a:cubicBezTo>
                  <a:pt x="2678" y="316"/>
                  <a:pt x="2206" y="1"/>
                  <a:pt x="16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7" name="Google Shape;1077;p17"/>
          <p:cNvSpPr/>
          <p:nvPr/>
        </p:nvSpPr>
        <p:spPr>
          <a:xfrm>
            <a:off x="740570" y="3287675"/>
            <a:ext cx="169884" cy="66120"/>
          </a:xfrm>
          <a:custGeom>
            <a:rect b="b" l="l" r="r" t="t"/>
            <a:pathLst>
              <a:path extrusionOk="0" h="2048" w="5262">
                <a:moveTo>
                  <a:pt x="694" y="0"/>
                </a:moveTo>
                <a:lnTo>
                  <a:pt x="1" y="2048"/>
                </a:lnTo>
                <a:lnTo>
                  <a:pt x="5262" y="2048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8" name="Google Shape;1078;p17"/>
          <p:cNvSpPr/>
          <p:nvPr/>
        </p:nvSpPr>
        <p:spPr>
          <a:xfrm>
            <a:off x="636320" y="3691964"/>
            <a:ext cx="89526" cy="377379"/>
          </a:xfrm>
          <a:custGeom>
            <a:rect b="b" l="l" r="r" t="t"/>
            <a:pathLst>
              <a:path extrusionOk="0" h="11689" w="2773">
                <a:moveTo>
                  <a:pt x="1418" y="0"/>
                </a:moveTo>
                <a:cubicBezTo>
                  <a:pt x="1072" y="0"/>
                  <a:pt x="757" y="315"/>
                  <a:pt x="757" y="662"/>
                </a:cubicBezTo>
                <a:lnTo>
                  <a:pt x="757" y="9578"/>
                </a:lnTo>
                <a:cubicBezTo>
                  <a:pt x="757" y="9830"/>
                  <a:pt x="914" y="10050"/>
                  <a:pt x="1103" y="10176"/>
                </a:cubicBezTo>
                <a:lnTo>
                  <a:pt x="1103" y="10996"/>
                </a:lnTo>
                <a:lnTo>
                  <a:pt x="347" y="10996"/>
                </a:lnTo>
                <a:cubicBezTo>
                  <a:pt x="158" y="10996"/>
                  <a:pt x="1" y="11153"/>
                  <a:pt x="1" y="11342"/>
                </a:cubicBezTo>
                <a:cubicBezTo>
                  <a:pt x="1" y="11531"/>
                  <a:pt x="158" y="11689"/>
                  <a:pt x="347" y="11689"/>
                </a:cubicBezTo>
                <a:lnTo>
                  <a:pt x="2395" y="11689"/>
                </a:lnTo>
                <a:cubicBezTo>
                  <a:pt x="2616" y="11689"/>
                  <a:pt x="2773" y="11531"/>
                  <a:pt x="2773" y="11342"/>
                </a:cubicBezTo>
                <a:cubicBezTo>
                  <a:pt x="2773" y="11153"/>
                  <a:pt x="2616" y="10996"/>
                  <a:pt x="2395" y="10996"/>
                </a:cubicBezTo>
                <a:lnTo>
                  <a:pt x="1733" y="10996"/>
                </a:lnTo>
                <a:lnTo>
                  <a:pt x="1733" y="10176"/>
                </a:lnTo>
                <a:cubicBezTo>
                  <a:pt x="1922" y="10050"/>
                  <a:pt x="2080" y="9861"/>
                  <a:pt x="2080" y="9578"/>
                </a:cubicBezTo>
                <a:lnTo>
                  <a:pt x="2080" y="662"/>
                </a:lnTo>
                <a:cubicBezTo>
                  <a:pt x="2080" y="284"/>
                  <a:pt x="1765" y="0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9" name="Google Shape;1079;p17"/>
          <p:cNvSpPr/>
          <p:nvPr/>
        </p:nvSpPr>
        <p:spPr>
          <a:xfrm>
            <a:off x="903836" y="3837409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190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0" name="Google Shape;1080;p17"/>
          <p:cNvSpPr/>
          <p:nvPr/>
        </p:nvSpPr>
        <p:spPr>
          <a:xfrm>
            <a:off x="903836" y="3892326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221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1" name="Google Shape;1081;p17"/>
          <p:cNvSpPr/>
          <p:nvPr/>
        </p:nvSpPr>
        <p:spPr>
          <a:xfrm>
            <a:off x="903836" y="3946243"/>
            <a:ext cx="87492" cy="33609"/>
          </a:xfrm>
          <a:custGeom>
            <a:rect b="b" l="l" r="r" t="t"/>
            <a:pathLst>
              <a:path extrusionOk="0" h="1041" w="2710">
                <a:moveTo>
                  <a:pt x="505" y="1"/>
                </a:moveTo>
                <a:cubicBezTo>
                  <a:pt x="221" y="1"/>
                  <a:pt x="0" y="253"/>
                  <a:pt x="0" y="536"/>
                </a:cubicBezTo>
                <a:cubicBezTo>
                  <a:pt x="0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58" y="1040"/>
                  <a:pt x="2710" y="788"/>
                  <a:pt x="2710" y="536"/>
                </a:cubicBezTo>
                <a:cubicBezTo>
                  <a:pt x="2710" y="253"/>
                  <a:pt x="2521" y="1"/>
                  <a:pt x="22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2" name="Google Shape;1082;p17"/>
          <p:cNvSpPr/>
          <p:nvPr/>
        </p:nvSpPr>
        <p:spPr>
          <a:xfrm>
            <a:off x="860090" y="3691964"/>
            <a:ext cx="66152" cy="67153"/>
          </a:xfrm>
          <a:custGeom>
            <a:rect b="b" l="l" r="r" t="t"/>
            <a:pathLst>
              <a:path extrusionOk="0" h="2080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2080"/>
                </a:lnTo>
                <a:lnTo>
                  <a:pt x="2049" y="2080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3" name="Google Shape;1083;p17"/>
          <p:cNvSpPr/>
          <p:nvPr/>
        </p:nvSpPr>
        <p:spPr>
          <a:xfrm>
            <a:off x="946550" y="3691964"/>
            <a:ext cx="44779" cy="71221"/>
          </a:xfrm>
          <a:custGeom>
            <a:rect b="b" l="l" r="r" t="t"/>
            <a:pathLst>
              <a:path extrusionOk="0" h="2206" w="1387">
                <a:moveTo>
                  <a:pt x="1" y="0"/>
                </a:moveTo>
                <a:lnTo>
                  <a:pt x="1" y="2111"/>
                </a:lnTo>
                <a:lnTo>
                  <a:pt x="883" y="2111"/>
                </a:lnTo>
                <a:cubicBezTo>
                  <a:pt x="1072" y="2111"/>
                  <a:pt x="1261" y="2143"/>
                  <a:pt x="1387" y="2206"/>
                </a:cubicBezTo>
                <a:lnTo>
                  <a:pt x="1387" y="1040"/>
                </a:lnTo>
                <a:cubicBezTo>
                  <a:pt x="1387" y="473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4" name="Google Shape;1084;p17"/>
          <p:cNvSpPr/>
          <p:nvPr/>
        </p:nvSpPr>
        <p:spPr>
          <a:xfrm>
            <a:off x="723814" y="3781459"/>
            <a:ext cx="267514" cy="198391"/>
          </a:xfrm>
          <a:custGeom>
            <a:rect b="b" l="l" r="r" t="t"/>
            <a:pathLst>
              <a:path extrusionOk="0" h="6145" w="8286">
                <a:moveTo>
                  <a:pt x="0" y="1"/>
                </a:moveTo>
                <a:lnTo>
                  <a:pt x="0" y="6144"/>
                </a:lnTo>
                <a:lnTo>
                  <a:pt x="378" y="6144"/>
                </a:lnTo>
                <a:cubicBezTo>
                  <a:pt x="756" y="6144"/>
                  <a:pt x="1071" y="5892"/>
                  <a:pt x="1260" y="5577"/>
                </a:cubicBezTo>
                <a:lnTo>
                  <a:pt x="2016" y="5955"/>
                </a:lnTo>
                <a:cubicBezTo>
                  <a:pt x="2268" y="6050"/>
                  <a:pt x="2552" y="6144"/>
                  <a:pt x="2773" y="6144"/>
                </a:cubicBezTo>
                <a:lnTo>
                  <a:pt x="3497" y="6144"/>
                </a:lnTo>
                <a:lnTo>
                  <a:pt x="3497" y="3057"/>
                </a:lnTo>
                <a:cubicBezTo>
                  <a:pt x="3214" y="3309"/>
                  <a:pt x="2867" y="3435"/>
                  <a:pt x="2457" y="3435"/>
                </a:cubicBezTo>
                <a:cubicBezTo>
                  <a:pt x="2268" y="3435"/>
                  <a:pt x="2111" y="3277"/>
                  <a:pt x="2111" y="3057"/>
                </a:cubicBezTo>
                <a:cubicBezTo>
                  <a:pt x="2111" y="2868"/>
                  <a:pt x="2268" y="2710"/>
                  <a:pt x="2457" y="2710"/>
                </a:cubicBezTo>
                <a:cubicBezTo>
                  <a:pt x="3025" y="2710"/>
                  <a:pt x="3497" y="2238"/>
                  <a:pt x="3497" y="1702"/>
                </a:cubicBezTo>
                <a:lnTo>
                  <a:pt x="3497" y="1009"/>
                </a:lnTo>
                <a:lnTo>
                  <a:pt x="7782" y="1009"/>
                </a:lnTo>
                <a:cubicBezTo>
                  <a:pt x="8065" y="1009"/>
                  <a:pt x="8286" y="788"/>
                  <a:pt x="8286" y="505"/>
                </a:cubicBezTo>
                <a:cubicBezTo>
                  <a:pt x="8286" y="221"/>
                  <a:pt x="8065" y="1"/>
                  <a:pt x="7782" y="1"/>
                </a:cubicBezTo>
                <a:lnTo>
                  <a:pt x="3560" y="1"/>
                </a:lnTo>
                <a:cubicBezTo>
                  <a:pt x="3308" y="1"/>
                  <a:pt x="2899" y="158"/>
                  <a:pt x="2583" y="442"/>
                </a:cubicBezTo>
                <a:cubicBezTo>
                  <a:pt x="2426" y="599"/>
                  <a:pt x="2205" y="662"/>
                  <a:pt x="1985" y="662"/>
                </a:cubicBezTo>
                <a:lnTo>
                  <a:pt x="1323" y="662"/>
                </a:lnTo>
                <a:cubicBezTo>
                  <a:pt x="1166" y="284"/>
                  <a:pt x="788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5" name="Google Shape;1085;p17"/>
          <p:cNvSpPr/>
          <p:nvPr/>
        </p:nvSpPr>
        <p:spPr>
          <a:xfrm>
            <a:off x="859089" y="3835375"/>
            <a:ext cx="66120" cy="233969"/>
          </a:xfrm>
          <a:custGeom>
            <a:rect b="b" l="l" r="r" t="t"/>
            <a:pathLst>
              <a:path extrusionOk="0" h="7247" w="2048">
                <a:moveTo>
                  <a:pt x="0" y="1"/>
                </a:moveTo>
                <a:lnTo>
                  <a:pt x="0" y="64"/>
                </a:lnTo>
                <a:lnTo>
                  <a:pt x="0" y="5514"/>
                </a:lnTo>
                <a:cubicBezTo>
                  <a:pt x="0" y="6459"/>
                  <a:pt x="756" y="7247"/>
                  <a:pt x="1701" y="7247"/>
                </a:cubicBezTo>
                <a:lnTo>
                  <a:pt x="2048" y="7247"/>
                </a:lnTo>
                <a:lnTo>
                  <a:pt x="2048" y="5167"/>
                </a:lnTo>
                <a:lnTo>
                  <a:pt x="1891" y="5167"/>
                </a:lnTo>
                <a:cubicBezTo>
                  <a:pt x="1229" y="5167"/>
                  <a:pt x="725" y="4632"/>
                  <a:pt x="725" y="4002"/>
                </a:cubicBezTo>
                <a:cubicBezTo>
                  <a:pt x="725" y="3624"/>
                  <a:pt x="882" y="3372"/>
                  <a:pt x="1071" y="3120"/>
                </a:cubicBezTo>
                <a:cubicBezTo>
                  <a:pt x="819" y="2899"/>
                  <a:pt x="725" y="2615"/>
                  <a:pt x="725" y="2269"/>
                </a:cubicBezTo>
                <a:cubicBezTo>
                  <a:pt x="725" y="1922"/>
                  <a:pt x="882" y="1639"/>
                  <a:pt x="1071" y="1387"/>
                </a:cubicBezTo>
                <a:cubicBezTo>
                  <a:pt x="819" y="1166"/>
                  <a:pt x="725" y="883"/>
                  <a:pt x="725" y="536"/>
                </a:cubicBezTo>
                <a:cubicBezTo>
                  <a:pt x="725" y="316"/>
                  <a:pt x="756" y="190"/>
                  <a:pt x="8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6" name="Google Shape;1086;p17"/>
          <p:cNvSpPr/>
          <p:nvPr/>
        </p:nvSpPr>
        <p:spPr>
          <a:xfrm>
            <a:off x="947583" y="3999126"/>
            <a:ext cx="44779" cy="71253"/>
          </a:xfrm>
          <a:custGeom>
            <a:rect b="b" l="l" r="r" t="t"/>
            <a:pathLst>
              <a:path extrusionOk="0" h="2207" w="1387">
                <a:moveTo>
                  <a:pt x="1386" y="1"/>
                </a:moveTo>
                <a:cubicBezTo>
                  <a:pt x="1229" y="64"/>
                  <a:pt x="1071" y="95"/>
                  <a:pt x="882" y="95"/>
                </a:cubicBezTo>
                <a:lnTo>
                  <a:pt x="0" y="95"/>
                </a:lnTo>
                <a:lnTo>
                  <a:pt x="0" y="2206"/>
                </a:lnTo>
                <a:lnTo>
                  <a:pt x="378" y="2206"/>
                </a:lnTo>
                <a:cubicBezTo>
                  <a:pt x="914" y="2206"/>
                  <a:pt x="1386" y="1734"/>
                  <a:pt x="1386" y="1167"/>
                </a:cubicBez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7"/>
          <p:cNvSpPr/>
          <p:nvPr/>
        </p:nvSpPr>
        <p:spPr>
          <a:xfrm>
            <a:off x="3086729" y="2697119"/>
            <a:ext cx="133272" cy="44037"/>
          </a:xfrm>
          <a:custGeom>
            <a:rect b="b" l="l" r="r" t="t"/>
            <a:pathLst>
              <a:path extrusionOk="0" h="1364" w="4128">
                <a:moveTo>
                  <a:pt x="645" y="0"/>
                </a:moveTo>
                <a:cubicBezTo>
                  <a:pt x="263" y="0"/>
                  <a:pt x="0" y="296"/>
                  <a:pt x="0" y="670"/>
                </a:cubicBezTo>
                <a:lnTo>
                  <a:pt x="0" y="1016"/>
                </a:lnTo>
                <a:cubicBezTo>
                  <a:pt x="0" y="1205"/>
                  <a:pt x="158" y="1363"/>
                  <a:pt x="347" y="1363"/>
                </a:cubicBezTo>
                <a:lnTo>
                  <a:pt x="3781" y="1363"/>
                </a:lnTo>
                <a:cubicBezTo>
                  <a:pt x="3970" y="1363"/>
                  <a:pt x="4127" y="1205"/>
                  <a:pt x="4127" y="1016"/>
                </a:cubicBezTo>
                <a:lnTo>
                  <a:pt x="4127" y="670"/>
                </a:lnTo>
                <a:cubicBezTo>
                  <a:pt x="4127" y="260"/>
                  <a:pt x="3812" y="8"/>
                  <a:pt x="3466" y="8"/>
                </a:cubicBezTo>
                <a:lnTo>
                  <a:pt x="756" y="8"/>
                </a:lnTo>
                <a:cubicBezTo>
                  <a:pt x="718" y="3"/>
                  <a:pt x="681" y="0"/>
                  <a:pt x="6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8" name="Google Shape;1088;p17"/>
          <p:cNvSpPr/>
          <p:nvPr/>
        </p:nvSpPr>
        <p:spPr>
          <a:xfrm>
            <a:off x="3075527" y="2893672"/>
            <a:ext cx="21373" cy="23439"/>
          </a:xfrm>
          <a:custGeom>
            <a:rect b="b" l="l" r="r" t="t"/>
            <a:pathLst>
              <a:path extrusionOk="0" h="726" w="662">
                <a:moveTo>
                  <a:pt x="1" y="1"/>
                </a:moveTo>
                <a:lnTo>
                  <a:pt x="1" y="725"/>
                </a:lnTo>
                <a:lnTo>
                  <a:pt x="662" y="725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9" name="Google Shape;1089;p17"/>
          <p:cNvSpPr/>
          <p:nvPr/>
        </p:nvSpPr>
        <p:spPr>
          <a:xfrm>
            <a:off x="3075527" y="2806211"/>
            <a:ext cx="21373" cy="21373"/>
          </a:xfrm>
          <a:custGeom>
            <a:rect b="b" l="l" r="r" t="t"/>
            <a:pathLst>
              <a:path extrusionOk="0" h="662" w="662">
                <a:moveTo>
                  <a:pt x="1" y="0"/>
                </a:moveTo>
                <a:lnTo>
                  <a:pt x="1" y="662"/>
                </a:lnTo>
                <a:lnTo>
                  <a:pt x="662" y="662"/>
                </a:lnTo>
                <a:lnTo>
                  <a:pt x="6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0" name="Google Shape;1090;p17"/>
          <p:cNvSpPr/>
          <p:nvPr/>
        </p:nvSpPr>
        <p:spPr>
          <a:xfrm>
            <a:off x="3075527" y="2984199"/>
            <a:ext cx="21373" cy="21405"/>
          </a:xfrm>
          <a:custGeom>
            <a:rect b="b" l="l" r="r" t="t"/>
            <a:pathLst>
              <a:path extrusionOk="0" h="663" w="662">
                <a:moveTo>
                  <a:pt x="1" y="1"/>
                </a:moveTo>
                <a:lnTo>
                  <a:pt x="1" y="662"/>
                </a:lnTo>
                <a:lnTo>
                  <a:pt x="662" y="662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1" name="Google Shape;1091;p17"/>
          <p:cNvSpPr/>
          <p:nvPr/>
        </p:nvSpPr>
        <p:spPr>
          <a:xfrm>
            <a:off x="3008405" y="2718717"/>
            <a:ext cx="287853" cy="355038"/>
          </a:xfrm>
          <a:custGeom>
            <a:rect b="b" l="l" r="r" t="t"/>
            <a:pathLst>
              <a:path extrusionOk="0" h="10997" w="8916">
                <a:moveTo>
                  <a:pt x="7183" y="2049"/>
                </a:moveTo>
                <a:cubicBezTo>
                  <a:pt x="7404" y="2049"/>
                  <a:pt x="7561" y="2206"/>
                  <a:pt x="7561" y="2395"/>
                </a:cubicBezTo>
                <a:cubicBezTo>
                  <a:pt x="7561" y="2584"/>
                  <a:pt x="7404" y="2742"/>
                  <a:pt x="7183" y="2742"/>
                </a:cubicBezTo>
                <a:lnTo>
                  <a:pt x="4474" y="2742"/>
                </a:lnTo>
                <a:cubicBezTo>
                  <a:pt x="4285" y="2742"/>
                  <a:pt x="4127" y="2584"/>
                  <a:pt x="4127" y="2395"/>
                </a:cubicBezTo>
                <a:cubicBezTo>
                  <a:pt x="4127" y="2206"/>
                  <a:pt x="4285" y="2049"/>
                  <a:pt x="4474" y="2049"/>
                </a:cubicBezTo>
                <a:close/>
                <a:moveTo>
                  <a:pt x="3151" y="2017"/>
                </a:moveTo>
                <a:cubicBezTo>
                  <a:pt x="3340" y="2017"/>
                  <a:pt x="3497" y="2175"/>
                  <a:pt x="3497" y="2364"/>
                </a:cubicBezTo>
                <a:lnTo>
                  <a:pt x="3497" y="3750"/>
                </a:lnTo>
                <a:cubicBezTo>
                  <a:pt x="3497" y="3939"/>
                  <a:pt x="3340" y="4097"/>
                  <a:pt x="3151" y="4097"/>
                </a:cubicBezTo>
                <a:lnTo>
                  <a:pt x="1764" y="4097"/>
                </a:lnTo>
                <a:cubicBezTo>
                  <a:pt x="1575" y="4097"/>
                  <a:pt x="1418" y="3939"/>
                  <a:pt x="1418" y="3750"/>
                </a:cubicBezTo>
                <a:lnTo>
                  <a:pt x="1418" y="2364"/>
                </a:lnTo>
                <a:cubicBezTo>
                  <a:pt x="1418" y="2175"/>
                  <a:pt x="1575" y="2017"/>
                  <a:pt x="1764" y="2017"/>
                </a:cubicBezTo>
                <a:close/>
                <a:moveTo>
                  <a:pt x="5860" y="3372"/>
                </a:moveTo>
                <a:cubicBezTo>
                  <a:pt x="6049" y="3372"/>
                  <a:pt x="6207" y="3529"/>
                  <a:pt x="6207" y="3750"/>
                </a:cubicBezTo>
                <a:cubicBezTo>
                  <a:pt x="6207" y="3939"/>
                  <a:pt x="6049" y="4097"/>
                  <a:pt x="5860" y="4097"/>
                </a:cubicBezTo>
                <a:lnTo>
                  <a:pt x="4474" y="4097"/>
                </a:lnTo>
                <a:cubicBezTo>
                  <a:pt x="4285" y="4097"/>
                  <a:pt x="4127" y="3939"/>
                  <a:pt x="4127" y="3750"/>
                </a:cubicBezTo>
                <a:cubicBezTo>
                  <a:pt x="4127" y="3529"/>
                  <a:pt x="4285" y="3372"/>
                  <a:pt x="4474" y="3372"/>
                </a:cubicBezTo>
                <a:close/>
                <a:moveTo>
                  <a:pt x="7183" y="4758"/>
                </a:moveTo>
                <a:cubicBezTo>
                  <a:pt x="7404" y="4758"/>
                  <a:pt x="7561" y="4916"/>
                  <a:pt x="7561" y="5105"/>
                </a:cubicBezTo>
                <a:cubicBezTo>
                  <a:pt x="7561" y="5325"/>
                  <a:pt x="7404" y="5483"/>
                  <a:pt x="7183" y="5483"/>
                </a:cubicBezTo>
                <a:lnTo>
                  <a:pt x="4474" y="5483"/>
                </a:lnTo>
                <a:cubicBezTo>
                  <a:pt x="4285" y="5483"/>
                  <a:pt x="4127" y="5325"/>
                  <a:pt x="4127" y="5105"/>
                </a:cubicBezTo>
                <a:cubicBezTo>
                  <a:pt x="4127" y="4916"/>
                  <a:pt x="4285" y="4758"/>
                  <a:pt x="4474" y="4758"/>
                </a:cubicBezTo>
                <a:close/>
                <a:moveTo>
                  <a:pt x="3151" y="4758"/>
                </a:moveTo>
                <a:cubicBezTo>
                  <a:pt x="3340" y="4758"/>
                  <a:pt x="3497" y="4916"/>
                  <a:pt x="3497" y="5105"/>
                </a:cubicBezTo>
                <a:lnTo>
                  <a:pt x="3497" y="6491"/>
                </a:lnTo>
                <a:cubicBezTo>
                  <a:pt x="3497" y="6680"/>
                  <a:pt x="3340" y="6837"/>
                  <a:pt x="3151" y="6837"/>
                </a:cubicBezTo>
                <a:lnTo>
                  <a:pt x="1764" y="6837"/>
                </a:lnTo>
                <a:cubicBezTo>
                  <a:pt x="1575" y="6837"/>
                  <a:pt x="1418" y="6680"/>
                  <a:pt x="1418" y="6491"/>
                </a:cubicBezTo>
                <a:lnTo>
                  <a:pt x="1418" y="5105"/>
                </a:lnTo>
                <a:cubicBezTo>
                  <a:pt x="1418" y="4916"/>
                  <a:pt x="1575" y="4758"/>
                  <a:pt x="1764" y="4758"/>
                </a:cubicBezTo>
                <a:close/>
                <a:moveTo>
                  <a:pt x="5860" y="6144"/>
                </a:moveTo>
                <a:cubicBezTo>
                  <a:pt x="6049" y="6144"/>
                  <a:pt x="6207" y="6302"/>
                  <a:pt x="6207" y="6491"/>
                </a:cubicBezTo>
                <a:cubicBezTo>
                  <a:pt x="6207" y="6680"/>
                  <a:pt x="6049" y="6837"/>
                  <a:pt x="5860" y="6837"/>
                </a:cubicBezTo>
                <a:lnTo>
                  <a:pt x="4474" y="6837"/>
                </a:lnTo>
                <a:cubicBezTo>
                  <a:pt x="4285" y="6837"/>
                  <a:pt x="4127" y="6680"/>
                  <a:pt x="4127" y="6491"/>
                </a:cubicBezTo>
                <a:cubicBezTo>
                  <a:pt x="4127" y="6302"/>
                  <a:pt x="4285" y="6144"/>
                  <a:pt x="4474" y="6144"/>
                </a:cubicBezTo>
                <a:close/>
                <a:moveTo>
                  <a:pt x="7183" y="7562"/>
                </a:moveTo>
                <a:cubicBezTo>
                  <a:pt x="7404" y="7562"/>
                  <a:pt x="7561" y="7720"/>
                  <a:pt x="7561" y="7909"/>
                </a:cubicBezTo>
                <a:cubicBezTo>
                  <a:pt x="7561" y="8098"/>
                  <a:pt x="7404" y="8255"/>
                  <a:pt x="7183" y="8255"/>
                </a:cubicBezTo>
                <a:lnTo>
                  <a:pt x="4474" y="8255"/>
                </a:lnTo>
                <a:cubicBezTo>
                  <a:pt x="4285" y="8255"/>
                  <a:pt x="4127" y="8098"/>
                  <a:pt x="4127" y="7909"/>
                </a:cubicBezTo>
                <a:cubicBezTo>
                  <a:pt x="4127" y="7720"/>
                  <a:pt x="4285" y="7562"/>
                  <a:pt x="4474" y="7562"/>
                </a:cubicBezTo>
                <a:close/>
                <a:moveTo>
                  <a:pt x="3151" y="7531"/>
                </a:moveTo>
                <a:cubicBezTo>
                  <a:pt x="3340" y="7531"/>
                  <a:pt x="3497" y="7657"/>
                  <a:pt x="3497" y="7877"/>
                </a:cubicBezTo>
                <a:lnTo>
                  <a:pt x="3497" y="9232"/>
                </a:lnTo>
                <a:cubicBezTo>
                  <a:pt x="3497" y="9452"/>
                  <a:pt x="3340" y="9610"/>
                  <a:pt x="3151" y="9610"/>
                </a:cubicBezTo>
                <a:lnTo>
                  <a:pt x="1764" y="9610"/>
                </a:lnTo>
                <a:cubicBezTo>
                  <a:pt x="1575" y="9610"/>
                  <a:pt x="1418" y="9452"/>
                  <a:pt x="1418" y="9232"/>
                </a:cubicBezTo>
                <a:lnTo>
                  <a:pt x="1418" y="7877"/>
                </a:lnTo>
                <a:cubicBezTo>
                  <a:pt x="1418" y="7657"/>
                  <a:pt x="1575" y="7531"/>
                  <a:pt x="1764" y="7531"/>
                </a:cubicBezTo>
                <a:close/>
                <a:moveTo>
                  <a:pt x="5860" y="8885"/>
                </a:moveTo>
                <a:cubicBezTo>
                  <a:pt x="6049" y="8885"/>
                  <a:pt x="6207" y="9043"/>
                  <a:pt x="6207" y="9232"/>
                </a:cubicBezTo>
                <a:cubicBezTo>
                  <a:pt x="6207" y="9452"/>
                  <a:pt x="6049" y="9610"/>
                  <a:pt x="5860" y="9610"/>
                </a:cubicBezTo>
                <a:lnTo>
                  <a:pt x="4474" y="9610"/>
                </a:lnTo>
                <a:cubicBezTo>
                  <a:pt x="4285" y="9610"/>
                  <a:pt x="4127" y="9452"/>
                  <a:pt x="4127" y="9232"/>
                </a:cubicBezTo>
                <a:cubicBezTo>
                  <a:pt x="4127" y="9043"/>
                  <a:pt x="4285" y="8885"/>
                  <a:pt x="4474" y="8885"/>
                </a:cubicBezTo>
                <a:close/>
                <a:moveTo>
                  <a:pt x="1040" y="1"/>
                </a:moveTo>
                <a:cubicBezTo>
                  <a:pt x="504" y="1"/>
                  <a:pt x="0" y="473"/>
                  <a:pt x="0" y="1009"/>
                </a:cubicBezTo>
                <a:lnTo>
                  <a:pt x="0" y="9956"/>
                </a:lnTo>
                <a:cubicBezTo>
                  <a:pt x="32" y="10524"/>
                  <a:pt x="504" y="10996"/>
                  <a:pt x="1040" y="10996"/>
                </a:cubicBezTo>
                <a:lnTo>
                  <a:pt x="7908" y="10996"/>
                </a:lnTo>
                <a:cubicBezTo>
                  <a:pt x="8444" y="10996"/>
                  <a:pt x="8916" y="10524"/>
                  <a:pt x="8916" y="9956"/>
                </a:cubicBezTo>
                <a:lnTo>
                  <a:pt x="8916" y="1009"/>
                </a:lnTo>
                <a:cubicBezTo>
                  <a:pt x="8916" y="473"/>
                  <a:pt x="8444" y="1"/>
                  <a:pt x="7908" y="1"/>
                </a:cubicBezTo>
                <a:lnTo>
                  <a:pt x="7183" y="1"/>
                </a:lnTo>
                <a:lnTo>
                  <a:pt x="7183" y="347"/>
                </a:lnTo>
                <a:cubicBezTo>
                  <a:pt x="7183" y="915"/>
                  <a:pt x="6711" y="1387"/>
                  <a:pt x="6175" y="1387"/>
                </a:cubicBezTo>
                <a:lnTo>
                  <a:pt x="2741" y="1387"/>
                </a:lnTo>
                <a:cubicBezTo>
                  <a:pt x="2206" y="1387"/>
                  <a:pt x="1733" y="915"/>
                  <a:pt x="1733" y="347"/>
                </a:cubicBezTo>
                <a:lnTo>
                  <a:pt x="173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2" name="Google Shape;1092;p17"/>
          <p:cNvSpPr/>
          <p:nvPr/>
        </p:nvSpPr>
        <p:spPr>
          <a:xfrm>
            <a:off x="3319636" y="2827551"/>
            <a:ext cx="66152" cy="134306"/>
          </a:xfrm>
          <a:custGeom>
            <a:rect b="b" l="l" r="r" t="t"/>
            <a:pathLst>
              <a:path extrusionOk="0" h="4160" w="2049">
                <a:moveTo>
                  <a:pt x="1" y="1"/>
                </a:moveTo>
                <a:lnTo>
                  <a:pt x="1" y="4160"/>
                </a:lnTo>
                <a:lnTo>
                  <a:pt x="2049" y="4160"/>
                </a:lnTo>
                <a:lnTo>
                  <a:pt x="204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3" name="Google Shape;1093;p17"/>
          <p:cNvSpPr/>
          <p:nvPr/>
        </p:nvSpPr>
        <p:spPr>
          <a:xfrm>
            <a:off x="3319636" y="2740091"/>
            <a:ext cx="66152" cy="66152"/>
          </a:xfrm>
          <a:custGeom>
            <a:rect b="b" l="l" r="r" t="t"/>
            <a:pathLst>
              <a:path extrusionOk="0" h="2049" w="2049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2048"/>
                </a:lnTo>
                <a:lnTo>
                  <a:pt x="2049" y="2048"/>
                </a:lnTo>
                <a:lnTo>
                  <a:pt x="2049" y="1040"/>
                </a:lnTo>
                <a:cubicBezTo>
                  <a:pt x="2049" y="473"/>
                  <a:pt x="157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4" name="Google Shape;1094;p17"/>
          <p:cNvSpPr/>
          <p:nvPr/>
        </p:nvSpPr>
        <p:spPr>
          <a:xfrm>
            <a:off x="3321670" y="2984199"/>
            <a:ext cx="60050" cy="66152"/>
          </a:xfrm>
          <a:custGeom>
            <a:rect b="b" l="l" r="r" t="t"/>
            <a:pathLst>
              <a:path extrusionOk="0" h="2049" w="1860">
                <a:moveTo>
                  <a:pt x="1" y="1"/>
                </a:moveTo>
                <a:lnTo>
                  <a:pt x="599" y="1796"/>
                </a:lnTo>
                <a:cubicBezTo>
                  <a:pt x="694" y="1985"/>
                  <a:pt x="788" y="2048"/>
                  <a:pt x="946" y="2048"/>
                </a:cubicBezTo>
                <a:cubicBezTo>
                  <a:pt x="1103" y="2048"/>
                  <a:pt x="1229" y="1985"/>
                  <a:pt x="1261" y="1796"/>
                </a:cubicBezTo>
                <a:lnTo>
                  <a:pt x="18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5" name="Google Shape;1095;p17"/>
          <p:cNvSpPr/>
          <p:nvPr/>
        </p:nvSpPr>
        <p:spPr>
          <a:xfrm>
            <a:off x="3114704" y="3447069"/>
            <a:ext cx="10202" cy="16304"/>
          </a:xfrm>
          <a:custGeom>
            <a:rect b="b" l="l" r="r" t="t"/>
            <a:pathLst>
              <a:path extrusionOk="0" h="505" w="316">
                <a:moveTo>
                  <a:pt x="158" y="1"/>
                </a:moveTo>
                <a:lnTo>
                  <a:pt x="0" y="505"/>
                </a:lnTo>
                <a:lnTo>
                  <a:pt x="315" y="505"/>
                </a:lnTo>
                <a:lnTo>
                  <a:pt x="1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6" name="Google Shape;1096;p17"/>
          <p:cNvSpPr/>
          <p:nvPr/>
        </p:nvSpPr>
        <p:spPr>
          <a:xfrm>
            <a:off x="3008906" y="3351472"/>
            <a:ext cx="221766" cy="223348"/>
          </a:xfrm>
          <a:custGeom>
            <a:rect b="b" l="l" r="r" t="t"/>
            <a:pathLst>
              <a:path extrusionOk="0" h="6918" w="6869">
                <a:moveTo>
                  <a:pt x="3427" y="1449"/>
                </a:moveTo>
                <a:cubicBezTo>
                  <a:pt x="3569" y="1449"/>
                  <a:pt x="3718" y="1512"/>
                  <a:pt x="3781" y="1638"/>
                </a:cubicBezTo>
                <a:lnTo>
                  <a:pt x="4317" y="3466"/>
                </a:lnTo>
                <a:lnTo>
                  <a:pt x="4474" y="3466"/>
                </a:lnTo>
                <a:cubicBezTo>
                  <a:pt x="4695" y="3466"/>
                  <a:pt x="4852" y="3623"/>
                  <a:pt x="4852" y="3812"/>
                </a:cubicBezTo>
                <a:cubicBezTo>
                  <a:pt x="4852" y="3970"/>
                  <a:pt x="4726" y="4127"/>
                  <a:pt x="4537" y="4127"/>
                </a:cubicBezTo>
                <a:lnTo>
                  <a:pt x="4789" y="5072"/>
                </a:lnTo>
                <a:cubicBezTo>
                  <a:pt x="4852" y="5262"/>
                  <a:pt x="4758" y="5419"/>
                  <a:pt x="4569" y="5514"/>
                </a:cubicBezTo>
                <a:cubicBezTo>
                  <a:pt x="4545" y="5518"/>
                  <a:pt x="4521" y="5520"/>
                  <a:pt x="4498" y="5520"/>
                </a:cubicBezTo>
                <a:cubicBezTo>
                  <a:pt x="4341" y="5520"/>
                  <a:pt x="4210" y="5427"/>
                  <a:pt x="4128" y="5262"/>
                </a:cubicBezTo>
                <a:lnTo>
                  <a:pt x="3781" y="4127"/>
                </a:lnTo>
                <a:lnTo>
                  <a:pt x="3057" y="4127"/>
                </a:lnTo>
                <a:lnTo>
                  <a:pt x="2710" y="5262"/>
                </a:lnTo>
                <a:cubicBezTo>
                  <a:pt x="2683" y="5427"/>
                  <a:pt x="2535" y="5520"/>
                  <a:pt x="2351" y="5520"/>
                </a:cubicBezTo>
                <a:cubicBezTo>
                  <a:pt x="2325" y="5520"/>
                  <a:pt x="2297" y="5518"/>
                  <a:pt x="2269" y="5514"/>
                </a:cubicBezTo>
                <a:cubicBezTo>
                  <a:pt x="2080" y="5451"/>
                  <a:pt x="2017" y="5262"/>
                  <a:pt x="2049" y="5072"/>
                </a:cubicBezTo>
                <a:lnTo>
                  <a:pt x="2332" y="4127"/>
                </a:lnTo>
                <a:cubicBezTo>
                  <a:pt x="2175" y="4096"/>
                  <a:pt x="2017" y="3970"/>
                  <a:pt x="2017" y="3812"/>
                </a:cubicBezTo>
                <a:cubicBezTo>
                  <a:pt x="2049" y="3623"/>
                  <a:pt x="2206" y="3466"/>
                  <a:pt x="2395" y="3466"/>
                </a:cubicBezTo>
                <a:lnTo>
                  <a:pt x="2553" y="3466"/>
                </a:lnTo>
                <a:lnTo>
                  <a:pt x="3120" y="1638"/>
                </a:lnTo>
                <a:cubicBezTo>
                  <a:pt x="3151" y="1512"/>
                  <a:pt x="3285" y="1449"/>
                  <a:pt x="3427" y="1449"/>
                </a:cubicBezTo>
                <a:close/>
                <a:moveTo>
                  <a:pt x="3435" y="0"/>
                </a:moveTo>
                <a:cubicBezTo>
                  <a:pt x="1544" y="0"/>
                  <a:pt x="1" y="1544"/>
                  <a:pt x="1" y="3434"/>
                </a:cubicBezTo>
                <a:cubicBezTo>
                  <a:pt x="1" y="5356"/>
                  <a:pt x="1544" y="6900"/>
                  <a:pt x="3435" y="6900"/>
                </a:cubicBezTo>
                <a:cubicBezTo>
                  <a:pt x="4065" y="6900"/>
                  <a:pt x="4632" y="6742"/>
                  <a:pt x="5168" y="6427"/>
                </a:cubicBezTo>
                <a:lnTo>
                  <a:pt x="6365" y="6900"/>
                </a:lnTo>
                <a:cubicBezTo>
                  <a:pt x="6407" y="6910"/>
                  <a:pt x="6449" y="6917"/>
                  <a:pt x="6491" y="6917"/>
                </a:cubicBezTo>
                <a:cubicBezTo>
                  <a:pt x="6575" y="6917"/>
                  <a:pt x="6659" y="6889"/>
                  <a:pt x="6743" y="6805"/>
                </a:cubicBezTo>
                <a:cubicBezTo>
                  <a:pt x="6806" y="6742"/>
                  <a:pt x="6869" y="6616"/>
                  <a:pt x="6869" y="6459"/>
                </a:cubicBezTo>
                <a:lnTo>
                  <a:pt x="6491" y="5009"/>
                </a:lnTo>
                <a:cubicBezTo>
                  <a:pt x="6743" y="4537"/>
                  <a:pt x="6869" y="4001"/>
                  <a:pt x="6869" y="3466"/>
                </a:cubicBezTo>
                <a:cubicBezTo>
                  <a:pt x="6869" y="3119"/>
                  <a:pt x="6774" y="2804"/>
                  <a:pt x="6711" y="2489"/>
                </a:cubicBezTo>
                <a:cubicBezTo>
                  <a:pt x="6617" y="2426"/>
                  <a:pt x="6491" y="2395"/>
                  <a:pt x="6428" y="2363"/>
                </a:cubicBezTo>
                <a:lnTo>
                  <a:pt x="5514" y="2710"/>
                </a:lnTo>
                <a:cubicBezTo>
                  <a:pt x="5389" y="2755"/>
                  <a:pt x="5256" y="2780"/>
                  <a:pt x="5125" y="2780"/>
                </a:cubicBezTo>
                <a:cubicBezTo>
                  <a:pt x="4892" y="2780"/>
                  <a:pt x="4667" y="2702"/>
                  <a:pt x="4506" y="2521"/>
                </a:cubicBezTo>
                <a:cubicBezTo>
                  <a:pt x="4222" y="2269"/>
                  <a:pt x="4096" y="1891"/>
                  <a:pt x="4159" y="1481"/>
                </a:cubicBezTo>
                <a:lnTo>
                  <a:pt x="4443" y="221"/>
                </a:lnTo>
                <a:cubicBezTo>
                  <a:pt x="4443" y="189"/>
                  <a:pt x="4443" y="189"/>
                  <a:pt x="4411" y="158"/>
                </a:cubicBezTo>
                <a:cubicBezTo>
                  <a:pt x="4096" y="63"/>
                  <a:pt x="3781" y="0"/>
                  <a:pt x="34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" name="Google Shape;1097;p17"/>
          <p:cNvSpPr/>
          <p:nvPr/>
        </p:nvSpPr>
        <p:spPr>
          <a:xfrm>
            <a:off x="3264218" y="3286353"/>
            <a:ext cx="20372" cy="33609"/>
          </a:xfrm>
          <a:custGeom>
            <a:rect b="b" l="l" r="r" t="t"/>
            <a:pathLst>
              <a:path extrusionOk="0" h="1041" w="631">
                <a:moveTo>
                  <a:pt x="0" y="1"/>
                </a:moveTo>
                <a:cubicBezTo>
                  <a:pt x="32" y="410"/>
                  <a:pt x="126" y="694"/>
                  <a:pt x="315" y="1041"/>
                </a:cubicBezTo>
                <a:cubicBezTo>
                  <a:pt x="473" y="694"/>
                  <a:pt x="599" y="347"/>
                  <a:pt x="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" name="Google Shape;1098;p17"/>
          <p:cNvSpPr/>
          <p:nvPr/>
        </p:nvSpPr>
        <p:spPr>
          <a:xfrm>
            <a:off x="3162487" y="3197859"/>
            <a:ext cx="222799" cy="222637"/>
          </a:xfrm>
          <a:custGeom>
            <a:rect b="b" l="l" r="r" t="t"/>
            <a:pathLst>
              <a:path extrusionOk="0" h="6896" w="6901">
                <a:moveTo>
                  <a:pt x="3435" y="1356"/>
                </a:moveTo>
                <a:cubicBezTo>
                  <a:pt x="3624" y="1356"/>
                  <a:pt x="3782" y="1513"/>
                  <a:pt x="3782" y="1734"/>
                </a:cubicBezTo>
                <a:lnTo>
                  <a:pt x="3782" y="2080"/>
                </a:lnTo>
                <a:lnTo>
                  <a:pt x="4821" y="2080"/>
                </a:lnTo>
                <a:cubicBezTo>
                  <a:pt x="5010" y="2080"/>
                  <a:pt x="5168" y="2238"/>
                  <a:pt x="5168" y="2427"/>
                </a:cubicBezTo>
                <a:cubicBezTo>
                  <a:pt x="5168" y="2616"/>
                  <a:pt x="5010" y="2742"/>
                  <a:pt x="4821" y="2742"/>
                </a:cubicBezTo>
                <a:lnTo>
                  <a:pt x="4412" y="2742"/>
                </a:lnTo>
                <a:cubicBezTo>
                  <a:pt x="4380" y="3341"/>
                  <a:pt x="4191" y="3876"/>
                  <a:pt x="3876" y="4412"/>
                </a:cubicBezTo>
                <a:cubicBezTo>
                  <a:pt x="3908" y="4443"/>
                  <a:pt x="3908" y="4475"/>
                  <a:pt x="3939" y="4506"/>
                </a:cubicBezTo>
                <a:lnTo>
                  <a:pt x="4349" y="4916"/>
                </a:lnTo>
                <a:cubicBezTo>
                  <a:pt x="4443" y="5042"/>
                  <a:pt x="4443" y="5262"/>
                  <a:pt x="4349" y="5388"/>
                </a:cubicBezTo>
                <a:cubicBezTo>
                  <a:pt x="4286" y="5451"/>
                  <a:pt x="4191" y="5483"/>
                  <a:pt x="4101" y="5483"/>
                </a:cubicBezTo>
                <a:cubicBezTo>
                  <a:pt x="4010" y="5483"/>
                  <a:pt x="3923" y="5451"/>
                  <a:pt x="3876" y="5388"/>
                </a:cubicBezTo>
                <a:lnTo>
                  <a:pt x="3466" y="4979"/>
                </a:lnTo>
                <a:lnTo>
                  <a:pt x="3435" y="4947"/>
                </a:lnTo>
                <a:lnTo>
                  <a:pt x="3403" y="4979"/>
                </a:lnTo>
                <a:lnTo>
                  <a:pt x="2994" y="5388"/>
                </a:lnTo>
                <a:cubicBezTo>
                  <a:pt x="2931" y="5451"/>
                  <a:pt x="2844" y="5483"/>
                  <a:pt x="2758" y="5483"/>
                </a:cubicBezTo>
                <a:cubicBezTo>
                  <a:pt x="2671" y="5483"/>
                  <a:pt x="2584" y="5451"/>
                  <a:pt x="2521" y="5388"/>
                </a:cubicBezTo>
                <a:cubicBezTo>
                  <a:pt x="2395" y="5262"/>
                  <a:pt x="2395" y="5042"/>
                  <a:pt x="2521" y="4916"/>
                </a:cubicBezTo>
                <a:lnTo>
                  <a:pt x="2931" y="4506"/>
                </a:lnTo>
                <a:cubicBezTo>
                  <a:pt x="2962" y="4475"/>
                  <a:pt x="2962" y="4443"/>
                  <a:pt x="2994" y="4412"/>
                </a:cubicBezTo>
                <a:cubicBezTo>
                  <a:pt x="2679" y="3939"/>
                  <a:pt x="2490" y="3341"/>
                  <a:pt x="2458" y="2742"/>
                </a:cubicBezTo>
                <a:lnTo>
                  <a:pt x="2049" y="2742"/>
                </a:lnTo>
                <a:cubicBezTo>
                  <a:pt x="1860" y="2742"/>
                  <a:pt x="1702" y="2584"/>
                  <a:pt x="1702" y="2395"/>
                </a:cubicBezTo>
                <a:cubicBezTo>
                  <a:pt x="1702" y="2206"/>
                  <a:pt x="1860" y="2049"/>
                  <a:pt x="2049" y="2049"/>
                </a:cubicBezTo>
                <a:lnTo>
                  <a:pt x="3088" y="2049"/>
                </a:lnTo>
                <a:lnTo>
                  <a:pt x="3088" y="1734"/>
                </a:lnTo>
                <a:cubicBezTo>
                  <a:pt x="3088" y="1513"/>
                  <a:pt x="3246" y="1356"/>
                  <a:pt x="3435" y="1356"/>
                </a:cubicBezTo>
                <a:close/>
                <a:moveTo>
                  <a:pt x="3466" y="1"/>
                </a:moveTo>
                <a:cubicBezTo>
                  <a:pt x="1576" y="1"/>
                  <a:pt x="32" y="1576"/>
                  <a:pt x="32" y="3467"/>
                </a:cubicBezTo>
                <a:cubicBezTo>
                  <a:pt x="32" y="3971"/>
                  <a:pt x="158" y="4506"/>
                  <a:pt x="411" y="4979"/>
                </a:cubicBezTo>
                <a:lnTo>
                  <a:pt x="32" y="6459"/>
                </a:lnTo>
                <a:cubicBezTo>
                  <a:pt x="1" y="6554"/>
                  <a:pt x="32" y="6680"/>
                  <a:pt x="158" y="6806"/>
                </a:cubicBezTo>
                <a:cubicBezTo>
                  <a:pt x="225" y="6851"/>
                  <a:pt x="324" y="6895"/>
                  <a:pt x="420" y="6895"/>
                </a:cubicBezTo>
                <a:cubicBezTo>
                  <a:pt x="460" y="6895"/>
                  <a:pt x="500" y="6887"/>
                  <a:pt x="537" y="6869"/>
                </a:cubicBezTo>
                <a:lnTo>
                  <a:pt x="1734" y="6396"/>
                </a:lnTo>
                <a:cubicBezTo>
                  <a:pt x="2269" y="6712"/>
                  <a:pt x="2899" y="6869"/>
                  <a:pt x="3466" y="6869"/>
                </a:cubicBezTo>
                <a:cubicBezTo>
                  <a:pt x="5357" y="6869"/>
                  <a:pt x="6901" y="5357"/>
                  <a:pt x="6901" y="3435"/>
                </a:cubicBezTo>
                <a:cubicBezTo>
                  <a:pt x="6901" y="1576"/>
                  <a:pt x="5325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9" name="Google Shape;1099;p17"/>
          <p:cNvSpPr/>
          <p:nvPr/>
        </p:nvSpPr>
        <p:spPr>
          <a:xfrm>
            <a:off x="2146227" y="1502502"/>
            <a:ext cx="108865" cy="44779"/>
          </a:xfrm>
          <a:custGeom>
            <a:rect b="b" l="l" r="r" t="t"/>
            <a:pathLst>
              <a:path extrusionOk="0" h="1387" w="3372">
                <a:moveTo>
                  <a:pt x="1670" y="1"/>
                </a:moveTo>
                <a:cubicBezTo>
                  <a:pt x="883" y="1"/>
                  <a:pt x="158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489" y="1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0" name="Google Shape;1100;p17"/>
          <p:cNvSpPr/>
          <p:nvPr/>
        </p:nvSpPr>
        <p:spPr>
          <a:xfrm>
            <a:off x="2232687" y="1449619"/>
            <a:ext cx="89526" cy="97662"/>
          </a:xfrm>
          <a:custGeom>
            <a:rect b="b" l="l" r="r" t="t"/>
            <a:pathLst>
              <a:path extrusionOk="0" h="3025" w="2773">
                <a:moveTo>
                  <a:pt x="2111" y="0"/>
                </a:moveTo>
                <a:lnTo>
                  <a:pt x="1387" y="221"/>
                </a:lnTo>
                <a:cubicBezTo>
                  <a:pt x="1298" y="265"/>
                  <a:pt x="1179" y="290"/>
                  <a:pt x="1049" y="290"/>
                </a:cubicBezTo>
                <a:cubicBezTo>
                  <a:pt x="808" y="290"/>
                  <a:pt x="531" y="205"/>
                  <a:pt x="347" y="0"/>
                </a:cubicBezTo>
                <a:lnTo>
                  <a:pt x="347" y="0"/>
                </a:lnTo>
                <a:cubicBezTo>
                  <a:pt x="378" y="63"/>
                  <a:pt x="378" y="189"/>
                  <a:pt x="378" y="315"/>
                </a:cubicBezTo>
                <a:cubicBezTo>
                  <a:pt x="378" y="662"/>
                  <a:pt x="221" y="977"/>
                  <a:pt x="0" y="1229"/>
                </a:cubicBezTo>
                <a:cubicBezTo>
                  <a:pt x="725" y="1575"/>
                  <a:pt x="1229" y="2237"/>
                  <a:pt x="1355" y="3025"/>
                </a:cubicBezTo>
                <a:lnTo>
                  <a:pt x="2773" y="3025"/>
                </a:lnTo>
                <a:lnTo>
                  <a:pt x="2773" y="221"/>
                </a:lnTo>
                <a:cubicBezTo>
                  <a:pt x="2521" y="189"/>
                  <a:pt x="2300" y="126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1" name="Google Shape;1101;p17"/>
          <p:cNvSpPr/>
          <p:nvPr/>
        </p:nvSpPr>
        <p:spPr>
          <a:xfrm>
            <a:off x="2082140" y="1326548"/>
            <a:ext cx="162781" cy="220733"/>
          </a:xfrm>
          <a:custGeom>
            <a:rect b="b" l="l" r="r" t="t"/>
            <a:pathLst>
              <a:path extrusionOk="0" h="6837" w="5042">
                <a:moveTo>
                  <a:pt x="1" y="0"/>
                </a:moveTo>
                <a:lnTo>
                  <a:pt x="1" y="6837"/>
                </a:lnTo>
                <a:lnTo>
                  <a:pt x="1418" y="6837"/>
                </a:lnTo>
                <a:cubicBezTo>
                  <a:pt x="1450" y="6018"/>
                  <a:pt x="1954" y="5356"/>
                  <a:pt x="2679" y="4978"/>
                </a:cubicBezTo>
                <a:cubicBezTo>
                  <a:pt x="2427" y="4757"/>
                  <a:pt x="2301" y="4442"/>
                  <a:pt x="2301" y="4064"/>
                </a:cubicBezTo>
                <a:cubicBezTo>
                  <a:pt x="2301" y="3340"/>
                  <a:pt x="2931" y="2710"/>
                  <a:pt x="3687" y="2710"/>
                </a:cubicBezTo>
                <a:cubicBezTo>
                  <a:pt x="4128" y="2710"/>
                  <a:pt x="4474" y="2899"/>
                  <a:pt x="4758" y="3214"/>
                </a:cubicBezTo>
                <a:cubicBezTo>
                  <a:pt x="4726" y="3056"/>
                  <a:pt x="4758" y="2899"/>
                  <a:pt x="4789" y="2741"/>
                </a:cubicBezTo>
                <a:lnTo>
                  <a:pt x="5041" y="2016"/>
                </a:lnTo>
                <a:cubicBezTo>
                  <a:pt x="4821" y="1607"/>
                  <a:pt x="4758" y="1134"/>
                  <a:pt x="4758" y="662"/>
                </a:cubicBezTo>
                <a:cubicBezTo>
                  <a:pt x="4758" y="410"/>
                  <a:pt x="4789" y="189"/>
                  <a:pt x="4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2" name="Google Shape;1102;p17"/>
          <p:cNvSpPr/>
          <p:nvPr/>
        </p:nvSpPr>
        <p:spPr>
          <a:xfrm>
            <a:off x="2179804" y="1436382"/>
            <a:ext cx="43746" cy="43778"/>
          </a:xfrm>
          <a:custGeom>
            <a:rect b="b" l="l" r="r" t="t"/>
            <a:pathLst>
              <a:path extrusionOk="0" h="1356" w="1355">
                <a:moveTo>
                  <a:pt x="662" y="1"/>
                </a:moveTo>
                <a:cubicBezTo>
                  <a:pt x="315" y="1"/>
                  <a:pt x="0" y="316"/>
                  <a:pt x="0" y="694"/>
                </a:cubicBezTo>
                <a:cubicBezTo>
                  <a:pt x="0" y="1040"/>
                  <a:pt x="315" y="1355"/>
                  <a:pt x="662" y="1355"/>
                </a:cubicBezTo>
                <a:cubicBezTo>
                  <a:pt x="1040" y="1355"/>
                  <a:pt x="1355" y="1040"/>
                  <a:pt x="1355" y="694"/>
                </a:cubicBezTo>
                <a:cubicBezTo>
                  <a:pt x="1355" y="316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3" name="Google Shape;1103;p17"/>
          <p:cNvSpPr/>
          <p:nvPr/>
        </p:nvSpPr>
        <p:spPr>
          <a:xfrm>
            <a:off x="2256062" y="1260977"/>
            <a:ext cx="177019" cy="175437"/>
          </a:xfrm>
          <a:custGeom>
            <a:rect b="b" l="l" r="r" t="t"/>
            <a:pathLst>
              <a:path extrusionOk="0" h="5434" w="5483">
                <a:moveTo>
                  <a:pt x="2710" y="992"/>
                </a:moveTo>
                <a:cubicBezTo>
                  <a:pt x="2899" y="992"/>
                  <a:pt x="3057" y="1149"/>
                  <a:pt x="3057" y="1338"/>
                </a:cubicBezTo>
                <a:cubicBezTo>
                  <a:pt x="3057" y="1559"/>
                  <a:pt x="2899" y="1716"/>
                  <a:pt x="2710" y="1716"/>
                </a:cubicBezTo>
                <a:cubicBezTo>
                  <a:pt x="2521" y="1716"/>
                  <a:pt x="2364" y="1559"/>
                  <a:pt x="2364" y="1338"/>
                </a:cubicBezTo>
                <a:cubicBezTo>
                  <a:pt x="2395" y="1149"/>
                  <a:pt x="2553" y="992"/>
                  <a:pt x="2710" y="992"/>
                </a:cubicBezTo>
                <a:close/>
                <a:moveTo>
                  <a:pt x="2742" y="2346"/>
                </a:moveTo>
                <a:cubicBezTo>
                  <a:pt x="2962" y="2346"/>
                  <a:pt x="3120" y="2504"/>
                  <a:pt x="3120" y="2693"/>
                </a:cubicBezTo>
                <a:lnTo>
                  <a:pt x="3120" y="4079"/>
                </a:lnTo>
                <a:cubicBezTo>
                  <a:pt x="3120" y="4268"/>
                  <a:pt x="2962" y="4426"/>
                  <a:pt x="2742" y="4426"/>
                </a:cubicBezTo>
                <a:cubicBezTo>
                  <a:pt x="2553" y="4426"/>
                  <a:pt x="2395" y="4268"/>
                  <a:pt x="2395" y="4079"/>
                </a:cubicBezTo>
                <a:lnTo>
                  <a:pt x="2395" y="2693"/>
                </a:lnTo>
                <a:cubicBezTo>
                  <a:pt x="2395" y="2504"/>
                  <a:pt x="2553" y="2346"/>
                  <a:pt x="2742" y="2346"/>
                </a:cubicBezTo>
                <a:close/>
                <a:moveTo>
                  <a:pt x="2646" y="0"/>
                </a:moveTo>
                <a:cubicBezTo>
                  <a:pt x="1359" y="0"/>
                  <a:pt x="1" y="1099"/>
                  <a:pt x="1" y="2724"/>
                </a:cubicBezTo>
                <a:cubicBezTo>
                  <a:pt x="1" y="3197"/>
                  <a:pt x="127" y="3638"/>
                  <a:pt x="348" y="4016"/>
                </a:cubicBezTo>
                <a:lnTo>
                  <a:pt x="33" y="4961"/>
                </a:lnTo>
                <a:cubicBezTo>
                  <a:pt x="1" y="5087"/>
                  <a:pt x="33" y="5245"/>
                  <a:pt x="127" y="5339"/>
                </a:cubicBezTo>
                <a:cubicBezTo>
                  <a:pt x="167" y="5399"/>
                  <a:pt x="245" y="5421"/>
                  <a:pt x="329" y="5421"/>
                </a:cubicBezTo>
                <a:cubicBezTo>
                  <a:pt x="377" y="5421"/>
                  <a:pt x="427" y="5414"/>
                  <a:pt x="474" y="5402"/>
                </a:cubicBezTo>
                <a:lnTo>
                  <a:pt x="1419" y="5087"/>
                </a:lnTo>
                <a:cubicBezTo>
                  <a:pt x="1797" y="5339"/>
                  <a:pt x="2238" y="5434"/>
                  <a:pt x="2742" y="5434"/>
                </a:cubicBezTo>
                <a:cubicBezTo>
                  <a:pt x="4254" y="5434"/>
                  <a:pt x="5483" y="4237"/>
                  <a:pt x="5483" y="2724"/>
                </a:cubicBezTo>
                <a:cubicBezTo>
                  <a:pt x="5483" y="1275"/>
                  <a:pt x="4317" y="78"/>
                  <a:pt x="2899" y="15"/>
                </a:cubicBezTo>
                <a:cubicBezTo>
                  <a:pt x="2815" y="5"/>
                  <a:pt x="2731" y="0"/>
                  <a:pt x="26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4" name="Google Shape;1104;p17"/>
          <p:cNvSpPr/>
          <p:nvPr/>
        </p:nvSpPr>
        <p:spPr>
          <a:xfrm>
            <a:off x="2079106" y="1568623"/>
            <a:ext cx="243106" cy="68186"/>
          </a:xfrm>
          <a:custGeom>
            <a:rect b="b" l="l" r="r" t="t"/>
            <a:pathLst>
              <a:path extrusionOk="0" h="2112" w="7530">
                <a:moveTo>
                  <a:pt x="0" y="0"/>
                </a:moveTo>
                <a:lnTo>
                  <a:pt x="0" y="1071"/>
                </a:lnTo>
                <a:cubicBezTo>
                  <a:pt x="0" y="1670"/>
                  <a:pt x="473" y="2111"/>
                  <a:pt x="1040" y="2111"/>
                </a:cubicBezTo>
                <a:lnTo>
                  <a:pt x="6490" y="2111"/>
                </a:lnTo>
                <a:cubicBezTo>
                  <a:pt x="7057" y="2111"/>
                  <a:pt x="7530" y="1639"/>
                  <a:pt x="7530" y="1071"/>
                </a:cubicBez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5" name="Google Shape;1105;p17"/>
          <p:cNvSpPr/>
          <p:nvPr/>
        </p:nvSpPr>
        <p:spPr>
          <a:xfrm>
            <a:off x="2080106" y="1260427"/>
            <a:ext cx="198359" cy="43778"/>
          </a:xfrm>
          <a:custGeom>
            <a:rect b="b" l="l" r="r" t="t"/>
            <a:pathLst>
              <a:path extrusionOk="0" h="1356" w="6144">
                <a:moveTo>
                  <a:pt x="1040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1355"/>
                </a:lnTo>
                <a:lnTo>
                  <a:pt x="5104" y="1355"/>
                </a:lnTo>
                <a:cubicBezTo>
                  <a:pt x="5293" y="819"/>
                  <a:pt x="5672" y="347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6" name="Google Shape;1106;p17"/>
          <p:cNvSpPr/>
          <p:nvPr/>
        </p:nvSpPr>
        <p:spPr>
          <a:xfrm>
            <a:off x="3008906" y="3692997"/>
            <a:ext cx="376379" cy="376346"/>
          </a:xfrm>
          <a:custGeom>
            <a:rect b="b" l="l" r="r" t="t"/>
            <a:pathLst>
              <a:path extrusionOk="0" h="11657" w="11658">
                <a:moveTo>
                  <a:pt x="5829" y="0"/>
                </a:moveTo>
                <a:cubicBezTo>
                  <a:pt x="3372" y="0"/>
                  <a:pt x="1261" y="1796"/>
                  <a:pt x="788" y="4159"/>
                </a:cubicBezTo>
                <a:cubicBezTo>
                  <a:pt x="347" y="4285"/>
                  <a:pt x="1" y="4694"/>
                  <a:pt x="1" y="5167"/>
                </a:cubicBezTo>
                <a:lnTo>
                  <a:pt x="1" y="7876"/>
                </a:lnTo>
                <a:cubicBezTo>
                  <a:pt x="1" y="8412"/>
                  <a:pt x="473" y="8885"/>
                  <a:pt x="1009" y="8885"/>
                </a:cubicBezTo>
                <a:lnTo>
                  <a:pt x="1702" y="8885"/>
                </a:lnTo>
                <a:cubicBezTo>
                  <a:pt x="1891" y="8885"/>
                  <a:pt x="2049" y="8727"/>
                  <a:pt x="2049" y="8538"/>
                </a:cubicBezTo>
                <a:lnTo>
                  <a:pt x="2049" y="4442"/>
                </a:lnTo>
                <a:cubicBezTo>
                  <a:pt x="2049" y="4253"/>
                  <a:pt x="1891" y="4096"/>
                  <a:pt x="1702" y="4096"/>
                </a:cubicBezTo>
                <a:lnTo>
                  <a:pt x="1481" y="4096"/>
                </a:lnTo>
                <a:cubicBezTo>
                  <a:pt x="1954" y="2111"/>
                  <a:pt x="3781" y="630"/>
                  <a:pt x="5829" y="630"/>
                </a:cubicBezTo>
                <a:cubicBezTo>
                  <a:pt x="7877" y="630"/>
                  <a:pt x="9673" y="2111"/>
                  <a:pt x="10145" y="4096"/>
                </a:cubicBezTo>
                <a:lnTo>
                  <a:pt x="9956" y="4096"/>
                </a:lnTo>
                <a:cubicBezTo>
                  <a:pt x="9767" y="4096"/>
                  <a:pt x="9610" y="4253"/>
                  <a:pt x="9610" y="4442"/>
                </a:cubicBezTo>
                <a:lnTo>
                  <a:pt x="9610" y="8538"/>
                </a:lnTo>
                <a:cubicBezTo>
                  <a:pt x="9610" y="8727"/>
                  <a:pt x="9767" y="8885"/>
                  <a:pt x="9956" y="8885"/>
                </a:cubicBezTo>
                <a:lnTo>
                  <a:pt x="10271" y="8885"/>
                </a:lnTo>
                <a:cubicBezTo>
                  <a:pt x="10114" y="9672"/>
                  <a:pt x="9421" y="10271"/>
                  <a:pt x="8570" y="10271"/>
                </a:cubicBezTo>
                <a:lnTo>
                  <a:pt x="6774" y="10271"/>
                </a:lnTo>
                <a:cubicBezTo>
                  <a:pt x="6617" y="9893"/>
                  <a:pt x="6270" y="9609"/>
                  <a:pt x="5829" y="9609"/>
                </a:cubicBezTo>
                <a:cubicBezTo>
                  <a:pt x="5262" y="9609"/>
                  <a:pt x="4789" y="10082"/>
                  <a:pt x="4789" y="10617"/>
                </a:cubicBezTo>
                <a:cubicBezTo>
                  <a:pt x="4789" y="11184"/>
                  <a:pt x="5262" y="11657"/>
                  <a:pt x="5829" y="11657"/>
                </a:cubicBezTo>
                <a:cubicBezTo>
                  <a:pt x="6270" y="11657"/>
                  <a:pt x="6648" y="11373"/>
                  <a:pt x="6774" y="10995"/>
                </a:cubicBezTo>
                <a:lnTo>
                  <a:pt x="8570" y="10995"/>
                </a:lnTo>
                <a:cubicBezTo>
                  <a:pt x="9799" y="10995"/>
                  <a:pt x="10775" y="10082"/>
                  <a:pt x="10933" y="8885"/>
                </a:cubicBezTo>
                <a:cubicBezTo>
                  <a:pt x="11342" y="8790"/>
                  <a:pt x="11658" y="8380"/>
                  <a:pt x="11658" y="7908"/>
                </a:cubicBezTo>
                <a:lnTo>
                  <a:pt x="11658" y="5198"/>
                </a:lnTo>
                <a:cubicBezTo>
                  <a:pt x="11658" y="4694"/>
                  <a:pt x="11311" y="4253"/>
                  <a:pt x="10870" y="4159"/>
                </a:cubicBezTo>
                <a:cubicBezTo>
                  <a:pt x="10397" y="1796"/>
                  <a:pt x="8255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7" name="Google Shape;1107;p17"/>
          <p:cNvSpPr/>
          <p:nvPr/>
        </p:nvSpPr>
        <p:spPr>
          <a:xfrm>
            <a:off x="3096398" y="3781491"/>
            <a:ext cx="202427" cy="199198"/>
          </a:xfrm>
          <a:custGeom>
            <a:rect b="b" l="l" r="r" t="t"/>
            <a:pathLst>
              <a:path extrusionOk="0" h="6170" w="6270">
                <a:moveTo>
                  <a:pt x="3119" y="1386"/>
                </a:moveTo>
                <a:cubicBezTo>
                  <a:pt x="3308" y="1386"/>
                  <a:pt x="3466" y="1544"/>
                  <a:pt x="3466" y="1733"/>
                </a:cubicBezTo>
                <a:cubicBezTo>
                  <a:pt x="3466" y="1953"/>
                  <a:pt x="3308" y="2079"/>
                  <a:pt x="3119" y="2079"/>
                </a:cubicBezTo>
                <a:cubicBezTo>
                  <a:pt x="2930" y="2079"/>
                  <a:pt x="2773" y="1953"/>
                  <a:pt x="2773" y="1733"/>
                </a:cubicBezTo>
                <a:cubicBezTo>
                  <a:pt x="2773" y="1544"/>
                  <a:pt x="2930" y="1386"/>
                  <a:pt x="3119" y="1386"/>
                </a:cubicBezTo>
                <a:close/>
                <a:moveTo>
                  <a:pt x="3119" y="2741"/>
                </a:moveTo>
                <a:cubicBezTo>
                  <a:pt x="3308" y="2741"/>
                  <a:pt x="3466" y="2867"/>
                  <a:pt x="3466" y="3088"/>
                </a:cubicBezTo>
                <a:lnTo>
                  <a:pt x="3466" y="4474"/>
                </a:lnTo>
                <a:cubicBezTo>
                  <a:pt x="3466" y="4663"/>
                  <a:pt x="3308" y="4820"/>
                  <a:pt x="3119" y="4820"/>
                </a:cubicBezTo>
                <a:cubicBezTo>
                  <a:pt x="2930" y="4820"/>
                  <a:pt x="2773" y="4663"/>
                  <a:pt x="2773" y="4474"/>
                </a:cubicBezTo>
                <a:lnTo>
                  <a:pt x="2773" y="3088"/>
                </a:lnTo>
                <a:cubicBezTo>
                  <a:pt x="2773" y="2867"/>
                  <a:pt x="2930" y="2741"/>
                  <a:pt x="3119" y="2741"/>
                </a:cubicBezTo>
                <a:close/>
                <a:moveTo>
                  <a:pt x="3151" y="0"/>
                </a:moveTo>
                <a:cubicBezTo>
                  <a:pt x="1449" y="0"/>
                  <a:pt x="63" y="1386"/>
                  <a:pt x="63" y="3088"/>
                </a:cubicBezTo>
                <a:cubicBezTo>
                  <a:pt x="63" y="3592"/>
                  <a:pt x="158" y="4096"/>
                  <a:pt x="441" y="4568"/>
                </a:cubicBezTo>
                <a:lnTo>
                  <a:pt x="63" y="5734"/>
                </a:lnTo>
                <a:cubicBezTo>
                  <a:pt x="0" y="5828"/>
                  <a:pt x="0" y="5955"/>
                  <a:pt x="126" y="6081"/>
                </a:cubicBezTo>
                <a:cubicBezTo>
                  <a:pt x="171" y="6125"/>
                  <a:pt x="263" y="6170"/>
                  <a:pt x="357" y="6170"/>
                </a:cubicBezTo>
                <a:cubicBezTo>
                  <a:pt x="396" y="6170"/>
                  <a:pt x="436" y="6162"/>
                  <a:pt x="473" y="6144"/>
                </a:cubicBezTo>
                <a:lnTo>
                  <a:pt x="1638" y="5765"/>
                </a:lnTo>
                <a:cubicBezTo>
                  <a:pt x="2079" y="6049"/>
                  <a:pt x="2615" y="6144"/>
                  <a:pt x="3151" y="6144"/>
                </a:cubicBezTo>
                <a:cubicBezTo>
                  <a:pt x="4852" y="6144"/>
                  <a:pt x="6270" y="4789"/>
                  <a:pt x="6270" y="3088"/>
                </a:cubicBezTo>
                <a:cubicBezTo>
                  <a:pt x="6270" y="1386"/>
                  <a:pt x="4852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8" name="Google Shape;1108;p17"/>
          <p:cNvSpPr/>
          <p:nvPr/>
        </p:nvSpPr>
        <p:spPr>
          <a:xfrm>
            <a:off x="2198388" y="4402079"/>
            <a:ext cx="241104" cy="43778"/>
          </a:xfrm>
          <a:custGeom>
            <a:rect b="b" l="l" r="r" t="t"/>
            <a:pathLst>
              <a:path extrusionOk="0" h="1356" w="7468">
                <a:moveTo>
                  <a:pt x="568" y="1"/>
                </a:moveTo>
                <a:cubicBezTo>
                  <a:pt x="568" y="505"/>
                  <a:pt x="379" y="977"/>
                  <a:pt x="1" y="1356"/>
                </a:cubicBezTo>
                <a:lnTo>
                  <a:pt x="7467" y="1356"/>
                </a:lnTo>
                <a:lnTo>
                  <a:pt x="74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9" name="Google Shape;1109;p17"/>
          <p:cNvSpPr/>
          <p:nvPr/>
        </p:nvSpPr>
        <p:spPr>
          <a:xfrm>
            <a:off x="2217727" y="4468199"/>
            <a:ext cx="222767" cy="88525"/>
          </a:xfrm>
          <a:custGeom>
            <a:rect b="b" l="l" r="r" t="t"/>
            <a:pathLst>
              <a:path extrusionOk="0" h="2742" w="6900">
                <a:moveTo>
                  <a:pt x="0" y="1"/>
                </a:moveTo>
                <a:cubicBezTo>
                  <a:pt x="662" y="505"/>
                  <a:pt x="1134" y="1292"/>
                  <a:pt x="1292" y="2237"/>
                </a:cubicBezTo>
                <a:cubicBezTo>
                  <a:pt x="1355" y="2395"/>
                  <a:pt x="1292" y="2584"/>
                  <a:pt x="1260" y="2742"/>
                </a:cubicBezTo>
                <a:lnTo>
                  <a:pt x="6553" y="2742"/>
                </a:lnTo>
                <a:cubicBezTo>
                  <a:pt x="6742" y="2742"/>
                  <a:pt x="6900" y="2584"/>
                  <a:pt x="6900" y="2395"/>
                </a:cubicBezTo>
                <a:lnTo>
                  <a:pt x="690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0" name="Google Shape;1110;p17"/>
          <p:cNvSpPr/>
          <p:nvPr/>
        </p:nvSpPr>
        <p:spPr>
          <a:xfrm>
            <a:off x="2305188" y="4179343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74"/>
                  <a:pt x="2773" y="1386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1" name="Google Shape;1111;p17"/>
          <p:cNvSpPr/>
          <p:nvPr/>
        </p:nvSpPr>
        <p:spPr>
          <a:xfrm>
            <a:off x="2261441" y="4290211"/>
            <a:ext cx="178052" cy="88525"/>
          </a:xfrm>
          <a:custGeom>
            <a:rect b="b" l="l" r="r" t="t"/>
            <a:pathLst>
              <a:path extrusionOk="0" h="2742" w="5515">
                <a:moveTo>
                  <a:pt x="2773" y="0"/>
                </a:moveTo>
                <a:cubicBezTo>
                  <a:pt x="1419" y="0"/>
                  <a:pt x="221" y="1040"/>
                  <a:pt x="32" y="2363"/>
                </a:cubicBezTo>
                <a:cubicBezTo>
                  <a:pt x="1" y="2552"/>
                  <a:pt x="158" y="2741"/>
                  <a:pt x="379" y="2741"/>
                </a:cubicBezTo>
                <a:lnTo>
                  <a:pt x="5136" y="2741"/>
                </a:lnTo>
                <a:cubicBezTo>
                  <a:pt x="5357" y="2741"/>
                  <a:pt x="5514" y="2552"/>
                  <a:pt x="5514" y="2363"/>
                </a:cubicBezTo>
                <a:cubicBezTo>
                  <a:pt x="5294" y="1008"/>
                  <a:pt x="4160" y="0"/>
                  <a:pt x="27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7"/>
          <p:cNvSpPr/>
          <p:nvPr/>
        </p:nvSpPr>
        <p:spPr>
          <a:xfrm>
            <a:off x="2105826" y="4357331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1"/>
                </a:moveTo>
                <a:cubicBezTo>
                  <a:pt x="631" y="1"/>
                  <a:pt x="1" y="599"/>
                  <a:pt x="1" y="1387"/>
                </a:cubicBezTo>
                <a:cubicBezTo>
                  <a:pt x="1" y="2143"/>
                  <a:pt x="631" y="2742"/>
                  <a:pt x="1387" y="2742"/>
                </a:cubicBezTo>
                <a:cubicBezTo>
                  <a:pt x="2143" y="2742"/>
                  <a:pt x="2773" y="2143"/>
                  <a:pt x="2773" y="1387"/>
                </a:cubicBez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3" name="Google Shape;1113;p17"/>
          <p:cNvSpPr/>
          <p:nvPr/>
        </p:nvSpPr>
        <p:spPr>
          <a:xfrm>
            <a:off x="2061079" y="4468199"/>
            <a:ext cx="177019" cy="87525"/>
          </a:xfrm>
          <a:custGeom>
            <a:rect b="b" l="l" r="r" t="t"/>
            <a:pathLst>
              <a:path extrusionOk="0" h="2711" w="5483">
                <a:moveTo>
                  <a:pt x="2773" y="1"/>
                </a:moveTo>
                <a:cubicBezTo>
                  <a:pt x="1387" y="1"/>
                  <a:pt x="252" y="1009"/>
                  <a:pt x="63" y="2300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36" y="2710"/>
                </a:lnTo>
                <a:cubicBezTo>
                  <a:pt x="5325" y="2710"/>
                  <a:pt x="5482" y="2521"/>
                  <a:pt x="5482" y="2300"/>
                </a:cubicBezTo>
                <a:cubicBezTo>
                  <a:pt x="5293" y="1009"/>
                  <a:pt x="415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4" name="Google Shape;1114;p17"/>
          <p:cNvSpPr/>
          <p:nvPr/>
        </p:nvSpPr>
        <p:spPr>
          <a:xfrm>
            <a:off x="2707111" y="1260155"/>
            <a:ext cx="208529" cy="208529"/>
          </a:xfrm>
          <a:custGeom>
            <a:rect b="b" l="l" r="r" t="t"/>
            <a:pathLst>
              <a:path extrusionOk="0" h="6459" w="6459">
                <a:moveTo>
                  <a:pt x="3718" y="0"/>
                </a:moveTo>
                <a:cubicBezTo>
                  <a:pt x="3560" y="0"/>
                  <a:pt x="3434" y="63"/>
                  <a:pt x="3403" y="189"/>
                </a:cubicBezTo>
                <a:cubicBezTo>
                  <a:pt x="3340" y="315"/>
                  <a:pt x="3340" y="473"/>
                  <a:pt x="3466" y="536"/>
                </a:cubicBezTo>
                <a:lnTo>
                  <a:pt x="4190" y="1261"/>
                </a:lnTo>
                <a:lnTo>
                  <a:pt x="1260" y="4159"/>
                </a:lnTo>
                <a:lnTo>
                  <a:pt x="567" y="3466"/>
                </a:lnTo>
                <a:cubicBezTo>
                  <a:pt x="496" y="3395"/>
                  <a:pt x="390" y="3360"/>
                  <a:pt x="288" y="3360"/>
                </a:cubicBezTo>
                <a:cubicBezTo>
                  <a:pt x="254" y="3360"/>
                  <a:pt x="221" y="3363"/>
                  <a:pt x="189" y="3371"/>
                </a:cubicBezTo>
                <a:cubicBezTo>
                  <a:pt x="95" y="3403"/>
                  <a:pt x="0" y="3560"/>
                  <a:pt x="0" y="3686"/>
                </a:cubicBezTo>
                <a:lnTo>
                  <a:pt x="0" y="6081"/>
                </a:lnTo>
                <a:cubicBezTo>
                  <a:pt x="0" y="6301"/>
                  <a:pt x="158" y="6459"/>
                  <a:pt x="347" y="6459"/>
                </a:cubicBezTo>
                <a:lnTo>
                  <a:pt x="2773" y="6459"/>
                </a:lnTo>
                <a:cubicBezTo>
                  <a:pt x="2930" y="6459"/>
                  <a:pt x="3025" y="6364"/>
                  <a:pt x="3088" y="6238"/>
                </a:cubicBezTo>
                <a:cubicBezTo>
                  <a:pt x="3119" y="6144"/>
                  <a:pt x="3119" y="5986"/>
                  <a:pt x="2993" y="5892"/>
                </a:cubicBezTo>
                <a:lnTo>
                  <a:pt x="2300" y="5199"/>
                </a:lnTo>
                <a:lnTo>
                  <a:pt x="5198" y="2269"/>
                </a:lnTo>
                <a:lnTo>
                  <a:pt x="5923" y="2993"/>
                </a:lnTo>
                <a:cubicBezTo>
                  <a:pt x="5969" y="3039"/>
                  <a:pt x="6066" y="3069"/>
                  <a:pt x="6164" y="3069"/>
                </a:cubicBezTo>
                <a:cubicBezTo>
                  <a:pt x="6200" y="3069"/>
                  <a:pt x="6236" y="3065"/>
                  <a:pt x="6270" y="3056"/>
                </a:cubicBezTo>
                <a:cubicBezTo>
                  <a:pt x="6396" y="3025"/>
                  <a:pt x="6459" y="2867"/>
                  <a:pt x="6459" y="2741"/>
                </a:cubicBezTo>
                <a:lnTo>
                  <a:pt x="6459" y="347"/>
                </a:lnTo>
                <a:cubicBezTo>
                  <a:pt x="6459" y="158"/>
                  <a:pt x="6301" y="0"/>
                  <a:pt x="6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5" name="Google Shape;1115;p17"/>
          <p:cNvSpPr/>
          <p:nvPr/>
        </p:nvSpPr>
        <p:spPr>
          <a:xfrm>
            <a:off x="2572836" y="1339060"/>
            <a:ext cx="98695" cy="95047"/>
          </a:xfrm>
          <a:custGeom>
            <a:rect b="b" l="l" r="r" t="t"/>
            <a:pathLst>
              <a:path extrusionOk="0" h="2944" w="3057">
                <a:moveTo>
                  <a:pt x="970" y="1"/>
                </a:moveTo>
                <a:cubicBezTo>
                  <a:pt x="685" y="1"/>
                  <a:pt x="405" y="114"/>
                  <a:pt x="221" y="297"/>
                </a:cubicBezTo>
                <a:lnTo>
                  <a:pt x="1" y="549"/>
                </a:lnTo>
                <a:lnTo>
                  <a:pt x="2395" y="2944"/>
                </a:lnTo>
                <a:lnTo>
                  <a:pt x="2678" y="2755"/>
                </a:lnTo>
                <a:cubicBezTo>
                  <a:pt x="3056" y="2345"/>
                  <a:pt x="3056" y="1683"/>
                  <a:pt x="2678" y="1274"/>
                </a:cubicBezTo>
                <a:lnTo>
                  <a:pt x="1670" y="297"/>
                </a:lnTo>
                <a:cubicBezTo>
                  <a:pt x="1478" y="90"/>
                  <a:pt x="1222" y="1"/>
                  <a:pt x="9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6" name="Google Shape;1116;p17"/>
          <p:cNvSpPr/>
          <p:nvPr/>
        </p:nvSpPr>
        <p:spPr>
          <a:xfrm>
            <a:off x="2738621" y="1505813"/>
            <a:ext cx="99728" cy="96112"/>
          </a:xfrm>
          <a:custGeom>
            <a:rect b="b" l="l" r="r" t="t"/>
            <a:pathLst>
              <a:path extrusionOk="0" h="2977" w="3089">
                <a:moveTo>
                  <a:pt x="999" y="0"/>
                </a:moveTo>
                <a:cubicBezTo>
                  <a:pt x="787" y="0"/>
                  <a:pt x="577" y="66"/>
                  <a:pt x="410" y="205"/>
                </a:cubicBezTo>
                <a:cubicBezTo>
                  <a:pt x="379" y="205"/>
                  <a:pt x="316" y="268"/>
                  <a:pt x="284" y="299"/>
                </a:cubicBezTo>
                <a:lnTo>
                  <a:pt x="1" y="583"/>
                </a:lnTo>
                <a:lnTo>
                  <a:pt x="2427" y="2977"/>
                </a:lnTo>
                <a:lnTo>
                  <a:pt x="2679" y="2693"/>
                </a:lnTo>
                <a:cubicBezTo>
                  <a:pt x="3088" y="2315"/>
                  <a:pt x="3088" y="1622"/>
                  <a:pt x="2679" y="1244"/>
                </a:cubicBezTo>
                <a:lnTo>
                  <a:pt x="1734" y="299"/>
                </a:lnTo>
                <a:cubicBezTo>
                  <a:pt x="1540" y="105"/>
                  <a:pt x="1267" y="0"/>
                  <a:pt x="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7" name="Google Shape;1117;p17"/>
          <p:cNvSpPr/>
          <p:nvPr/>
        </p:nvSpPr>
        <p:spPr>
          <a:xfrm>
            <a:off x="2534191" y="1374057"/>
            <a:ext cx="267514" cy="263026"/>
          </a:xfrm>
          <a:custGeom>
            <a:rect b="b" l="l" r="r" t="t"/>
            <a:pathLst>
              <a:path extrusionOk="0" h="8147" w="8286">
                <a:moveTo>
                  <a:pt x="725" y="1"/>
                </a:moveTo>
                <a:cubicBezTo>
                  <a:pt x="95" y="631"/>
                  <a:pt x="0" y="1387"/>
                  <a:pt x="284" y="2017"/>
                </a:cubicBezTo>
                <a:cubicBezTo>
                  <a:pt x="1387" y="4223"/>
                  <a:pt x="3938" y="6774"/>
                  <a:pt x="6270" y="7972"/>
                </a:cubicBezTo>
                <a:cubicBezTo>
                  <a:pt x="6499" y="8086"/>
                  <a:pt x="6745" y="8147"/>
                  <a:pt x="6996" y="8147"/>
                </a:cubicBezTo>
                <a:cubicBezTo>
                  <a:pt x="7434" y="8147"/>
                  <a:pt x="7886" y="7963"/>
                  <a:pt x="8286" y="7562"/>
                </a:cubicBez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8" name="Google Shape;1118;p17"/>
          <p:cNvSpPr/>
          <p:nvPr/>
        </p:nvSpPr>
        <p:spPr>
          <a:xfrm>
            <a:off x="2668433" y="1865003"/>
            <a:ext cx="245172" cy="242589"/>
          </a:xfrm>
          <a:custGeom>
            <a:rect b="b" l="l" r="r" t="t"/>
            <a:pathLst>
              <a:path extrusionOk="0" h="7514" w="7594">
                <a:moveTo>
                  <a:pt x="5487" y="0"/>
                </a:moveTo>
                <a:cubicBezTo>
                  <a:pt x="5380" y="0"/>
                  <a:pt x="5278" y="8"/>
                  <a:pt x="5168" y="24"/>
                </a:cubicBezTo>
                <a:cubicBezTo>
                  <a:pt x="4349" y="181"/>
                  <a:pt x="3656" y="843"/>
                  <a:pt x="3561" y="1630"/>
                </a:cubicBezTo>
                <a:cubicBezTo>
                  <a:pt x="3467" y="2198"/>
                  <a:pt x="3561" y="2513"/>
                  <a:pt x="3719" y="2891"/>
                </a:cubicBezTo>
                <a:lnTo>
                  <a:pt x="285" y="6325"/>
                </a:lnTo>
                <a:cubicBezTo>
                  <a:pt x="1" y="6608"/>
                  <a:pt x="1" y="7049"/>
                  <a:pt x="285" y="7301"/>
                </a:cubicBezTo>
                <a:cubicBezTo>
                  <a:pt x="426" y="7443"/>
                  <a:pt x="600" y="7514"/>
                  <a:pt x="773" y="7514"/>
                </a:cubicBezTo>
                <a:cubicBezTo>
                  <a:pt x="946" y="7514"/>
                  <a:pt x="1119" y="7443"/>
                  <a:pt x="1261" y="7301"/>
                </a:cubicBezTo>
                <a:lnTo>
                  <a:pt x="4695" y="3899"/>
                </a:lnTo>
                <a:cubicBezTo>
                  <a:pt x="5022" y="4016"/>
                  <a:pt x="5280" y="4080"/>
                  <a:pt x="5597" y="4080"/>
                </a:cubicBezTo>
                <a:cubicBezTo>
                  <a:pt x="5708" y="4080"/>
                  <a:pt x="5825" y="4073"/>
                  <a:pt x="5955" y="4056"/>
                </a:cubicBezTo>
                <a:cubicBezTo>
                  <a:pt x="6775" y="3899"/>
                  <a:pt x="7436" y="3206"/>
                  <a:pt x="7562" y="2418"/>
                </a:cubicBezTo>
                <a:cubicBezTo>
                  <a:pt x="7594" y="2198"/>
                  <a:pt x="7594" y="1945"/>
                  <a:pt x="7562" y="1756"/>
                </a:cubicBezTo>
                <a:cubicBezTo>
                  <a:pt x="7562" y="1630"/>
                  <a:pt x="7436" y="1504"/>
                  <a:pt x="7310" y="1473"/>
                </a:cubicBezTo>
                <a:cubicBezTo>
                  <a:pt x="7287" y="1465"/>
                  <a:pt x="7259" y="1461"/>
                  <a:pt x="7229" y="1461"/>
                </a:cubicBezTo>
                <a:cubicBezTo>
                  <a:pt x="7141" y="1461"/>
                  <a:pt x="7034" y="1497"/>
                  <a:pt x="6964" y="1567"/>
                </a:cubicBezTo>
                <a:lnTo>
                  <a:pt x="6491" y="2040"/>
                </a:lnTo>
                <a:cubicBezTo>
                  <a:pt x="6365" y="2166"/>
                  <a:pt x="6192" y="2229"/>
                  <a:pt x="6014" y="2229"/>
                </a:cubicBezTo>
                <a:cubicBezTo>
                  <a:pt x="5837" y="2229"/>
                  <a:pt x="5656" y="2166"/>
                  <a:pt x="5514" y="2040"/>
                </a:cubicBezTo>
                <a:cubicBezTo>
                  <a:pt x="5231" y="1756"/>
                  <a:pt x="5231" y="1315"/>
                  <a:pt x="5514" y="1032"/>
                </a:cubicBezTo>
                <a:lnTo>
                  <a:pt x="6018" y="622"/>
                </a:lnTo>
                <a:cubicBezTo>
                  <a:pt x="6113" y="528"/>
                  <a:pt x="6144" y="370"/>
                  <a:pt x="6113" y="276"/>
                </a:cubicBezTo>
                <a:cubicBezTo>
                  <a:pt x="6050" y="150"/>
                  <a:pt x="5955" y="55"/>
                  <a:pt x="5829" y="24"/>
                </a:cubicBezTo>
                <a:cubicBezTo>
                  <a:pt x="5703" y="8"/>
                  <a:pt x="5593" y="0"/>
                  <a:pt x="54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9" name="Google Shape;1119;p17"/>
          <p:cNvSpPr/>
          <p:nvPr/>
        </p:nvSpPr>
        <p:spPr>
          <a:xfrm>
            <a:off x="2736587" y="1738606"/>
            <a:ext cx="60050" cy="60050"/>
          </a:xfrm>
          <a:custGeom>
            <a:rect b="b" l="l" r="r" t="t"/>
            <a:pathLst>
              <a:path extrusionOk="0" h="1860" w="1860">
                <a:moveTo>
                  <a:pt x="1" y="1"/>
                </a:moveTo>
                <a:lnTo>
                  <a:pt x="1" y="1859"/>
                </a:lnTo>
                <a:lnTo>
                  <a:pt x="1860" y="185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0" name="Google Shape;1120;p17"/>
          <p:cNvSpPr/>
          <p:nvPr/>
        </p:nvSpPr>
        <p:spPr>
          <a:xfrm>
            <a:off x="2536225" y="1728437"/>
            <a:ext cx="266513" cy="357040"/>
          </a:xfrm>
          <a:custGeom>
            <a:rect b="b" l="l" r="r" t="t"/>
            <a:pathLst>
              <a:path extrusionOk="0" h="11059" w="8255">
                <a:moveTo>
                  <a:pt x="3812" y="1450"/>
                </a:moveTo>
                <a:cubicBezTo>
                  <a:pt x="4001" y="1450"/>
                  <a:pt x="4159" y="1607"/>
                  <a:pt x="4159" y="1796"/>
                </a:cubicBezTo>
                <a:cubicBezTo>
                  <a:pt x="4159" y="2017"/>
                  <a:pt x="4001" y="2174"/>
                  <a:pt x="3812" y="2174"/>
                </a:cubicBezTo>
                <a:cubicBezTo>
                  <a:pt x="3623" y="2174"/>
                  <a:pt x="3466" y="2017"/>
                  <a:pt x="3466" y="1796"/>
                </a:cubicBezTo>
                <a:cubicBezTo>
                  <a:pt x="3466" y="1607"/>
                  <a:pt x="3623" y="1450"/>
                  <a:pt x="3812" y="1450"/>
                </a:cubicBezTo>
                <a:close/>
                <a:moveTo>
                  <a:pt x="3812" y="2836"/>
                </a:moveTo>
                <a:cubicBezTo>
                  <a:pt x="4001" y="2836"/>
                  <a:pt x="4159" y="2993"/>
                  <a:pt x="4159" y="3183"/>
                </a:cubicBezTo>
                <a:lnTo>
                  <a:pt x="4159" y="5293"/>
                </a:lnTo>
                <a:cubicBezTo>
                  <a:pt x="4159" y="5482"/>
                  <a:pt x="4001" y="5640"/>
                  <a:pt x="3812" y="5640"/>
                </a:cubicBezTo>
                <a:cubicBezTo>
                  <a:pt x="3623" y="5640"/>
                  <a:pt x="3466" y="5482"/>
                  <a:pt x="3466" y="5293"/>
                </a:cubicBezTo>
                <a:lnTo>
                  <a:pt x="3466" y="3183"/>
                </a:lnTo>
                <a:cubicBezTo>
                  <a:pt x="3466" y="2993"/>
                  <a:pt x="3623" y="2836"/>
                  <a:pt x="3812" y="2836"/>
                </a:cubicBezTo>
                <a:close/>
                <a:moveTo>
                  <a:pt x="5860" y="6301"/>
                </a:moveTo>
                <a:cubicBezTo>
                  <a:pt x="6049" y="6301"/>
                  <a:pt x="6207" y="6459"/>
                  <a:pt x="6207" y="6648"/>
                </a:cubicBezTo>
                <a:cubicBezTo>
                  <a:pt x="6207" y="6837"/>
                  <a:pt x="6049" y="6995"/>
                  <a:pt x="5860" y="6995"/>
                </a:cubicBezTo>
                <a:lnTo>
                  <a:pt x="1733" y="6995"/>
                </a:lnTo>
                <a:cubicBezTo>
                  <a:pt x="1544" y="6995"/>
                  <a:pt x="1387" y="6837"/>
                  <a:pt x="1387" y="6648"/>
                </a:cubicBezTo>
                <a:cubicBezTo>
                  <a:pt x="1387" y="6459"/>
                  <a:pt x="1544" y="6301"/>
                  <a:pt x="1733" y="6301"/>
                </a:cubicBezTo>
                <a:close/>
                <a:moveTo>
                  <a:pt x="4537" y="7688"/>
                </a:moveTo>
                <a:cubicBezTo>
                  <a:pt x="4726" y="7688"/>
                  <a:pt x="4884" y="7845"/>
                  <a:pt x="4884" y="8034"/>
                </a:cubicBezTo>
                <a:cubicBezTo>
                  <a:pt x="4884" y="8223"/>
                  <a:pt x="4726" y="8381"/>
                  <a:pt x="4537" y="8381"/>
                </a:cubicBezTo>
                <a:lnTo>
                  <a:pt x="1733" y="8381"/>
                </a:lnTo>
                <a:cubicBezTo>
                  <a:pt x="1544" y="8381"/>
                  <a:pt x="1387" y="8223"/>
                  <a:pt x="1387" y="8034"/>
                </a:cubicBezTo>
                <a:cubicBezTo>
                  <a:pt x="1387" y="7845"/>
                  <a:pt x="1544" y="7688"/>
                  <a:pt x="1733" y="768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0681"/>
                </a:lnTo>
                <a:cubicBezTo>
                  <a:pt x="0" y="10964"/>
                  <a:pt x="158" y="11059"/>
                  <a:pt x="347" y="11059"/>
                </a:cubicBezTo>
                <a:lnTo>
                  <a:pt x="3466" y="11059"/>
                </a:lnTo>
                <a:cubicBezTo>
                  <a:pt x="3466" y="10712"/>
                  <a:pt x="3592" y="10366"/>
                  <a:pt x="3844" y="10082"/>
                </a:cubicBezTo>
                <a:lnTo>
                  <a:pt x="4254" y="9704"/>
                </a:lnTo>
                <a:lnTo>
                  <a:pt x="1702" y="9704"/>
                </a:lnTo>
                <a:cubicBezTo>
                  <a:pt x="1481" y="9704"/>
                  <a:pt x="1324" y="9546"/>
                  <a:pt x="1324" y="9326"/>
                </a:cubicBezTo>
                <a:cubicBezTo>
                  <a:pt x="1324" y="9137"/>
                  <a:pt x="1481" y="8979"/>
                  <a:pt x="1702" y="8979"/>
                </a:cubicBezTo>
                <a:lnTo>
                  <a:pt x="4915" y="8979"/>
                </a:lnTo>
                <a:lnTo>
                  <a:pt x="6963" y="6932"/>
                </a:lnTo>
                <a:cubicBezTo>
                  <a:pt x="6900" y="6585"/>
                  <a:pt x="6805" y="6238"/>
                  <a:pt x="6931" y="5703"/>
                </a:cubicBezTo>
                <a:cubicBezTo>
                  <a:pt x="7089" y="4915"/>
                  <a:pt x="7562" y="4254"/>
                  <a:pt x="8255" y="3876"/>
                </a:cubicBezTo>
                <a:lnTo>
                  <a:pt x="8255" y="2773"/>
                </a:lnTo>
                <a:lnTo>
                  <a:pt x="5860" y="2773"/>
                </a:lnTo>
                <a:cubicBezTo>
                  <a:pt x="5671" y="2773"/>
                  <a:pt x="5514" y="2615"/>
                  <a:pt x="5514" y="2395"/>
                </a:cubicBezTo>
                <a:lnTo>
                  <a:pt x="551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1" name="Google Shape;1121;p17"/>
          <p:cNvSpPr/>
          <p:nvPr/>
        </p:nvSpPr>
        <p:spPr>
          <a:xfrm>
            <a:off x="2843903" y="2209180"/>
            <a:ext cx="54949" cy="52399"/>
          </a:xfrm>
          <a:custGeom>
            <a:rect b="b" l="l" r="r" t="t"/>
            <a:pathLst>
              <a:path extrusionOk="0" h="1623" w="1702">
                <a:moveTo>
                  <a:pt x="1352" y="0"/>
                </a:moveTo>
                <a:cubicBezTo>
                  <a:pt x="1261" y="0"/>
                  <a:pt x="1167" y="24"/>
                  <a:pt x="1104" y="71"/>
                </a:cubicBezTo>
                <a:lnTo>
                  <a:pt x="127" y="1079"/>
                </a:lnTo>
                <a:cubicBezTo>
                  <a:pt x="1" y="1205"/>
                  <a:pt x="1" y="1426"/>
                  <a:pt x="127" y="1552"/>
                </a:cubicBezTo>
                <a:cubicBezTo>
                  <a:pt x="190" y="1599"/>
                  <a:pt x="284" y="1623"/>
                  <a:pt x="375" y="1623"/>
                </a:cubicBezTo>
                <a:cubicBezTo>
                  <a:pt x="466" y="1623"/>
                  <a:pt x="552" y="1599"/>
                  <a:pt x="599" y="1552"/>
                </a:cubicBezTo>
                <a:lnTo>
                  <a:pt x="1576" y="544"/>
                </a:lnTo>
                <a:cubicBezTo>
                  <a:pt x="1702" y="449"/>
                  <a:pt x="1702" y="260"/>
                  <a:pt x="1576" y="71"/>
                </a:cubicBezTo>
                <a:cubicBezTo>
                  <a:pt x="1529" y="24"/>
                  <a:pt x="1442" y="0"/>
                  <a:pt x="135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2" name="Google Shape;1122;p17"/>
          <p:cNvSpPr/>
          <p:nvPr/>
        </p:nvSpPr>
        <p:spPr>
          <a:xfrm>
            <a:off x="2690322" y="2197493"/>
            <a:ext cx="221766" cy="216406"/>
          </a:xfrm>
          <a:custGeom>
            <a:rect b="b" l="l" r="r" t="t"/>
            <a:pathLst>
              <a:path extrusionOk="0" h="6703" w="6869">
                <a:moveTo>
                  <a:pt x="772" y="0"/>
                </a:moveTo>
                <a:cubicBezTo>
                  <a:pt x="599" y="0"/>
                  <a:pt x="426" y="71"/>
                  <a:pt x="284" y="213"/>
                </a:cubicBezTo>
                <a:cubicBezTo>
                  <a:pt x="1" y="496"/>
                  <a:pt x="1" y="937"/>
                  <a:pt x="284" y="1189"/>
                </a:cubicBezTo>
                <a:lnTo>
                  <a:pt x="5608" y="6514"/>
                </a:lnTo>
                <a:cubicBezTo>
                  <a:pt x="5734" y="6640"/>
                  <a:pt x="5908" y="6703"/>
                  <a:pt x="6085" y="6703"/>
                </a:cubicBezTo>
                <a:cubicBezTo>
                  <a:pt x="6262" y="6703"/>
                  <a:pt x="6443" y="6640"/>
                  <a:pt x="6585" y="6514"/>
                </a:cubicBezTo>
                <a:cubicBezTo>
                  <a:pt x="6869" y="6230"/>
                  <a:pt x="6869" y="5821"/>
                  <a:pt x="6585" y="5537"/>
                </a:cubicBezTo>
                <a:lnTo>
                  <a:pt x="1261" y="213"/>
                </a:lnTo>
                <a:cubicBezTo>
                  <a:pt x="1119" y="71"/>
                  <a:pt x="946" y="0"/>
                  <a:pt x="7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" name="Google Shape;1123;p17"/>
          <p:cNvSpPr/>
          <p:nvPr/>
        </p:nvSpPr>
        <p:spPr>
          <a:xfrm>
            <a:off x="2535707" y="2446670"/>
            <a:ext cx="127171" cy="122844"/>
          </a:xfrm>
          <a:custGeom>
            <a:rect b="b" l="l" r="r" t="t"/>
            <a:pathLst>
              <a:path extrusionOk="0" h="3805" w="3939">
                <a:moveTo>
                  <a:pt x="757" y="1"/>
                </a:moveTo>
                <a:cubicBezTo>
                  <a:pt x="576" y="1"/>
                  <a:pt x="395" y="72"/>
                  <a:pt x="253" y="213"/>
                </a:cubicBezTo>
                <a:cubicBezTo>
                  <a:pt x="1" y="497"/>
                  <a:pt x="1" y="938"/>
                  <a:pt x="253" y="1190"/>
                </a:cubicBezTo>
                <a:lnTo>
                  <a:pt x="2679" y="3616"/>
                </a:lnTo>
                <a:cubicBezTo>
                  <a:pt x="2805" y="3742"/>
                  <a:pt x="2978" y="3805"/>
                  <a:pt x="3155" y="3805"/>
                </a:cubicBezTo>
                <a:cubicBezTo>
                  <a:pt x="3332" y="3805"/>
                  <a:pt x="3514" y="3742"/>
                  <a:pt x="3655" y="3616"/>
                </a:cubicBezTo>
                <a:cubicBezTo>
                  <a:pt x="3939" y="3332"/>
                  <a:pt x="3939" y="2891"/>
                  <a:pt x="3655" y="2608"/>
                </a:cubicBezTo>
                <a:lnTo>
                  <a:pt x="1261" y="213"/>
                </a:lnTo>
                <a:cubicBezTo>
                  <a:pt x="1119" y="72"/>
                  <a:pt x="938" y="1"/>
                  <a:pt x="7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4" name="Google Shape;1124;p17"/>
          <p:cNvSpPr/>
          <p:nvPr/>
        </p:nvSpPr>
        <p:spPr>
          <a:xfrm>
            <a:off x="2589624" y="2254186"/>
            <a:ext cx="263478" cy="263478"/>
          </a:xfrm>
          <a:custGeom>
            <a:rect b="b" l="l" r="r" t="t"/>
            <a:pathLst>
              <a:path extrusionOk="0" h="8161" w="8161">
                <a:moveTo>
                  <a:pt x="2994" y="1"/>
                </a:moveTo>
                <a:lnTo>
                  <a:pt x="2489" y="1576"/>
                </a:lnTo>
                <a:cubicBezTo>
                  <a:pt x="1985" y="3088"/>
                  <a:pt x="1166" y="4474"/>
                  <a:pt x="1" y="5703"/>
                </a:cubicBezTo>
                <a:lnTo>
                  <a:pt x="2458" y="8160"/>
                </a:lnTo>
                <a:cubicBezTo>
                  <a:pt x="3687" y="6995"/>
                  <a:pt x="5104" y="6175"/>
                  <a:pt x="6585" y="5671"/>
                </a:cubicBezTo>
                <a:lnTo>
                  <a:pt x="8160" y="5136"/>
                </a:lnTo>
                <a:lnTo>
                  <a:pt x="29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" name="Google Shape;1125;p17"/>
          <p:cNvSpPr/>
          <p:nvPr/>
        </p:nvSpPr>
        <p:spPr>
          <a:xfrm>
            <a:off x="2801189" y="2193167"/>
            <a:ext cx="22406" cy="43746"/>
          </a:xfrm>
          <a:custGeom>
            <a:rect b="b" l="l" r="r" t="t"/>
            <a:pathLst>
              <a:path extrusionOk="0" h="135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08"/>
                </a:lnTo>
                <a:cubicBezTo>
                  <a:pt x="1" y="1229"/>
                  <a:pt x="158" y="1355"/>
                  <a:pt x="347" y="1355"/>
                </a:cubicBezTo>
                <a:cubicBezTo>
                  <a:pt x="536" y="1355"/>
                  <a:pt x="694" y="1229"/>
                  <a:pt x="694" y="1008"/>
                </a:cubicBez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6" name="Google Shape;1126;p17"/>
          <p:cNvSpPr/>
          <p:nvPr/>
        </p:nvSpPr>
        <p:spPr>
          <a:xfrm>
            <a:off x="2869344" y="2283695"/>
            <a:ext cx="44779" cy="22406"/>
          </a:xfrm>
          <a:custGeom>
            <a:rect b="b" l="l" r="r" t="t"/>
            <a:pathLst>
              <a:path extrusionOk="0" h="694" w="1387">
                <a:moveTo>
                  <a:pt x="379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79" y="693"/>
                </a:cubicBezTo>
                <a:lnTo>
                  <a:pt x="1040" y="693"/>
                </a:lnTo>
                <a:cubicBezTo>
                  <a:pt x="1229" y="693"/>
                  <a:pt x="1387" y="536"/>
                  <a:pt x="1387" y="347"/>
                </a:cubicBezTo>
                <a:cubicBezTo>
                  <a:pt x="1387" y="126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7" name="Google Shape;1127;p17"/>
          <p:cNvSpPr/>
          <p:nvPr/>
        </p:nvSpPr>
        <p:spPr>
          <a:xfrm>
            <a:off x="2700491" y="2447445"/>
            <a:ext cx="150577" cy="88590"/>
          </a:xfrm>
          <a:custGeom>
            <a:rect b="b" l="l" r="r" t="t"/>
            <a:pathLst>
              <a:path extrusionOk="0" h="2744" w="4664">
                <a:moveTo>
                  <a:pt x="4411" y="0"/>
                </a:moveTo>
                <a:lnTo>
                  <a:pt x="3750" y="221"/>
                </a:lnTo>
                <a:cubicBezTo>
                  <a:pt x="3907" y="378"/>
                  <a:pt x="3813" y="631"/>
                  <a:pt x="3624" y="694"/>
                </a:cubicBezTo>
                <a:lnTo>
                  <a:pt x="1072" y="2017"/>
                </a:lnTo>
                <a:cubicBezTo>
                  <a:pt x="1030" y="2038"/>
                  <a:pt x="984" y="2048"/>
                  <a:pt x="938" y="2048"/>
                </a:cubicBezTo>
                <a:cubicBezTo>
                  <a:pt x="844" y="2048"/>
                  <a:pt x="746" y="2006"/>
                  <a:pt x="662" y="1922"/>
                </a:cubicBezTo>
                <a:lnTo>
                  <a:pt x="568" y="1796"/>
                </a:lnTo>
                <a:cubicBezTo>
                  <a:pt x="347" y="1922"/>
                  <a:pt x="190" y="2080"/>
                  <a:pt x="1" y="2237"/>
                </a:cubicBezTo>
                <a:lnTo>
                  <a:pt x="190" y="2426"/>
                </a:lnTo>
                <a:cubicBezTo>
                  <a:pt x="395" y="2632"/>
                  <a:pt x="669" y="2744"/>
                  <a:pt x="947" y="2744"/>
                </a:cubicBezTo>
                <a:cubicBezTo>
                  <a:pt x="1095" y="2744"/>
                  <a:pt x="1245" y="2712"/>
                  <a:pt x="1387" y="2647"/>
                </a:cubicBezTo>
                <a:lnTo>
                  <a:pt x="3939" y="1324"/>
                </a:lnTo>
                <a:cubicBezTo>
                  <a:pt x="4411" y="1103"/>
                  <a:pt x="4663" y="505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8" name="Google Shape;1128;p17"/>
          <p:cNvSpPr/>
          <p:nvPr/>
        </p:nvSpPr>
        <p:spPr>
          <a:xfrm>
            <a:off x="1144247" y="2703349"/>
            <a:ext cx="315328" cy="318395"/>
          </a:xfrm>
          <a:custGeom>
            <a:rect b="b" l="l" r="r" t="t"/>
            <a:pathLst>
              <a:path extrusionOk="0" h="9862" w="9767">
                <a:moveTo>
                  <a:pt x="4883" y="1"/>
                </a:moveTo>
                <a:cubicBezTo>
                  <a:pt x="4505" y="1"/>
                  <a:pt x="4222" y="316"/>
                  <a:pt x="4222" y="662"/>
                </a:cubicBezTo>
                <a:lnTo>
                  <a:pt x="4222" y="4128"/>
                </a:lnTo>
                <a:cubicBezTo>
                  <a:pt x="4159" y="4033"/>
                  <a:pt x="2899" y="1859"/>
                  <a:pt x="2772" y="1702"/>
                </a:cubicBezTo>
                <a:cubicBezTo>
                  <a:pt x="2639" y="1479"/>
                  <a:pt x="2394" y="1350"/>
                  <a:pt x="2151" y="1350"/>
                </a:cubicBezTo>
                <a:cubicBezTo>
                  <a:pt x="2051" y="1350"/>
                  <a:pt x="1951" y="1372"/>
                  <a:pt x="1859" y="1418"/>
                </a:cubicBezTo>
                <a:cubicBezTo>
                  <a:pt x="1512" y="1576"/>
                  <a:pt x="1386" y="2017"/>
                  <a:pt x="1544" y="2332"/>
                </a:cubicBezTo>
                <a:cubicBezTo>
                  <a:pt x="1544" y="2363"/>
                  <a:pt x="2804" y="4947"/>
                  <a:pt x="2836" y="4947"/>
                </a:cubicBezTo>
                <a:cubicBezTo>
                  <a:pt x="3434" y="4947"/>
                  <a:pt x="5261" y="4947"/>
                  <a:pt x="5261" y="6617"/>
                </a:cubicBezTo>
                <a:cubicBezTo>
                  <a:pt x="5261" y="6806"/>
                  <a:pt x="5104" y="6963"/>
                  <a:pt x="4883" y="6963"/>
                </a:cubicBezTo>
                <a:cubicBezTo>
                  <a:pt x="4694" y="6963"/>
                  <a:pt x="4537" y="6806"/>
                  <a:pt x="4537" y="6617"/>
                </a:cubicBezTo>
                <a:cubicBezTo>
                  <a:pt x="4537" y="6018"/>
                  <a:pt x="4253" y="5640"/>
                  <a:pt x="3056" y="5608"/>
                </a:cubicBezTo>
                <a:cubicBezTo>
                  <a:pt x="3056" y="5608"/>
                  <a:pt x="1260" y="4254"/>
                  <a:pt x="1197" y="4191"/>
                </a:cubicBezTo>
                <a:cubicBezTo>
                  <a:pt x="1060" y="4084"/>
                  <a:pt x="901" y="4029"/>
                  <a:pt x="745" y="4029"/>
                </a:cubicBezTo>
                <a:cubicBezTo>
                  <a:pt x="578" y="4029"/>
                  <a:pt x="414" y="4092"/>
                  <a:pt x="284" y="4222"/>
                </a:cubicBezTo>
                <a:cubicBezTo>
                  <a:pt x="0" y="4506"/>
                  <a:pt x="0" y="4915"/>
                  <a:pt x="284" y="5199"/>
                </a:cubicBezTo>
                <a:lnTo>
                  <a:pt x="1859" y="6774"/>
                </a:lnTo>
                <a:cubicBezTo>
                  <a:pt x="2048" y="6963"/>
                  <a:pt x="2142" y="7215"/>
                  <a:pt x="2142" y="7436"/>
                </a:cubicBezTo>
                <a:cubicBezTo>
                  <a:pt x="2142" y="8034"/>
                  <a:pt x="2520" y="8538"/>
                  <a:pt x="3088" y="8759"/>
                </a:cubicBezTo>
                <a:cubicBezTo>
                  <a:pt x="3245" y="8790"/>
                  <a:pt x="3371" y="8948"/>
                  <a:pt x="3434" y="9074"/>
                </a:cubicBezTo>
                <a:cubicBezTo>
                  <a:pt x="2426" y="8979"/>
                  <a:pt x="1260" y="8790"/>
                  <a:pt x="1103" y="8475"/>
                </a:cubicBezTo>
                <a:cubicBezTo>
                  <a:pt x="1103" y="8475"/>
                  <a:pt x="1197" y="8349"/>
                  <a:pt x="1638" y="8192"/>
                </a:cubicBezTo>
                <a:cubicBezTo>
                  <a:pt x="1544" y="8003"/>
                  <a:pt x="1481" y="7751"/>
                  <a:pt x="1481" y="7530"/>
                </a:cubicBezTo>
                <a:cubicBezTo>
                  <a:pt x="756" y="7782"/>
                  <a:pt x="441" y="8066"/>
                  <a:pt x="441" y="8475"/>
                </a:cubicBezTo>
                <a:cubicBezTo>
                  <a:pt x="441" y="9641"/>
                  <a:pt x="3718" y="9862"/>
                  <a:pt x="4883" y="9862"/>
                </a:cubicBezTo>
                <a:cubicBezTo>
                  <a:pt x="6081" y="9862"/>
                  <a:pt x="9357" y="9641"/>
                  <a:pt x="9357" y="8475"/>
                </a:cubicBezTo>
                <a:cubicBezTo>
                  <a:pt x="9357" y="8066"/>
                  <a:pt x="8979" y="7751"/>
                  <a:pt x="8317" y="7530"/>
                </a:cubicBezTo>
                <a:cubicBezTo>
                  <a:pt x="8317" y="7782"/>
                  <a:pt x="8286" y="8003"/>
                  <a:pt x="8160" y="8192"/>
                </a:cubicBezTo>
                <a:cubicBezTo>
                  <a:pt x="8286" y="8255"/>
                  <a:pt x="8349" y="8286"/>
                  <a:pt x="8443" y="8318"/>
                </a:cubicBezTo>
                <a:lnTo>
                  <a:pt x="8664" y="8444"/>
                </a:lnTo>
                <a:cubicBezTo>
                  <a:pt x="8475" y="8790"/>
                  <a:pt x="7372" y="8948"/>
                  <a:pt x="6364" y="9074"/>
                </a:cubicBezTo>
                <a:cubicBezTo>
                  <a:pt x="6427" y="8979"/>
                  <a:pt x="6553" y="8885"/>
                  <a:pt x="6711" y="8822"/>
                </a:cubicBezTo>
                <a:cubicBezTo>
                  <a:pt x="7246" y="8633"/>
                  <a:pt x="7656" y="8129"/>
                  <a:pt x="7656" y="7530"/>
                </a:cubicBezTo>
                <a:lnTo>
                  <a:pt x="7656" y="6428"/>
                </a:lnTo>
                <a:lnTo>
                  <a:pt x="9515" y="4569"/>
                </a:lnTo>
                <a:cubicBezTo>
                  <a:pt x="9767" y="4317"/>
                  <a:pt x="9767" y="3876"/>
                  <a:pt x="9515" y="3592"/>
                </a:cubicBezTo>
                <a:cubicBezTo>
                  <a:pt x="9373" y="3450"/>
                  <a:pt x="9192" y="3379"/>
                  <a:pt x="9010" y="3379"/>
                </a:cubicBezTo>
                <a:cubicBezTo>
                  <a:pt x="8829" y="3379"/>
                  <a:pt x="8648" y="3450"/>
                  <a:pt x="8506" y="3592"/>
                </a:cubicBezTo>
                <a:cubicBezTo>
                  <a:pt x="8191" y="3876"/>
                  <a:pt x="7498" y="4411"/>
                  <a:pt x="7026" y="4789"/>
                </a:cubicBezTo>
                <a:cubicBezTo>
                  <a:pt x="7089" y="4663"/>
                  <a:pt x="8191" y="2426"/>
                  <a:pt x="8254" y="2332"/>
                </a:cubicBezTo>
                <a:cubicBezTo>
                  <a:pt x="8412" y="1985"/>
                  <a:pt x="8286" y="1576"/>
                  <a:pt x="7939" y="1418"/>
                </a:cubicBezTo>
                <a:cubicBezTo>
                  <a:pt x="7847" y="1372"/>
                  <a:pt x="7747" y="1350"/>
                  <a:pt x="7647" y="1350"/>
                </a:cubicBezTo>
                <a:cubicBezTo>
                  <a:pt x="7404" y="1350"/>
                  <a:pt x="7159" y="1479"/>
                  <a:pt x="7026" y="1702"/>
                </a:cubicBezTo>
                <a:cubicBezTo>
                  <a:pt x="6900" y="1859"/>
                  <a:pt x="5639" y="4033"/>
                  <a:pt x="5576" y="4128"/>
                </a:cubicBezTo>
                <a:lnTo>
                  <a:pt x="5576" y="662"/>
                </a:lnTo>
                <a:cubicBezTo>
                  <a:pt x="5576" y="284"/>
                  <a:pt x="5261" y="1"/>
                  <a:pt x="4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9" name="Google Shape;1129;p17"/>
          <p:cNvSpPr/>
          <p:nvPr/>
        </p:nvSpPr>
        <p:spPr>
          <a:xfrm>
            <a:off x="1113705" y="2910847"/>
            <a:ext cx="376379" cy="156679"/>
          </a:xfrm>
          <a:custGeom>
            <a:rect b="b" l="l" r="r" t="t"/>
            <a:pathLst>
              <a:path extrusionOk="0" h="4853" w="11658">
                <a:moveTo>
                  <a:pt x="9578" y="1"/>
                </a:moveTo>
                <a:lnTo>
                  <a:pt x="9263" y="316"/>
                </a:lnTo>
                <a:lnTo>
                  <a:pt x="9263" y="631"/>
                </a:lnTo>
                <a:cubicBezTo>
                  <a:pt x="10335" y="1040"/>
                  <a:pt x="10965" y="1576"/>
                  <a:pt x="10965" y="2143"/>
                </a:cubicBezTo>
                <a:cubicBezTo>
                  <a:pt x="10965" y="3119"/>
                  <a:pt x="8885" y="4191"/>
                  <a:pt x="5829" y="4191"/>
                </a:cubicBezTo>
                <a:cubicBezTo>
                  <a:pt x="2805" y="4191"/>
                  <a:pt x="726" y="3119"/>
                  <a:pt x="726" y="2143"/>
                </a:cubicBezTo>
                <a:cubicBezTo>
                  <a:pt x="726" y="1607"/>
                  <a:pt x="1261" y="1103"/>
                  <a:pt x="2175" y="725"/>
                </a:cubicBezTo>
                <a:lnTo>
                  <a:pt x="1671" y="190"/>
                </a:lnTo>
                <a:cubicBezTo>
                  <a:pt x="631" y="725"/>
                  <a:pt x="1" y="1387"/>
                  <a:pt x="1" y="2111"/>
                </a:cubicBezTo>
                <a:cubicBezTo>
                  <a:pt x="1" y="3655"/>
                  <a:pt x="2584" y="4852"/>
                  <a:pt x="5829" y="4852"/>
                </a:cubicBezTo>
                <a:cubicBezTo>
                  <a:pt x="9106" y="4852"/>
                  <a:pt x="11658" y="3624"/>
                  <a:pt x="11658" y="2111"/>
                </a:cubicBezTo>
                <a:cubicBezTo>
                  <a:pt x="11658" y="1261"/>
                  <a:pt x="10870" y="505"/>
                  <a:pt x="95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0" name="Google Shape;1130;p17"/>
          <p:cNvSpPr/>
          <p:nvPr/>
        </p:nvSpPr>
        <p:spPr>
          <a:xfrm>
            <a:off x="1113205" y="3309016"/>
            <a:ext cx="377379" cy="265512"/>
          </a:xfrm>
          <a:custGeom>
            <a:rect b="b" l="l" r="r" t="t"/>
            <a:pathLst>
              <a:path extrusionOk="0" h="8224" w="11689">
                <a:moveTo>
                  <a:pt x="5860" y="1"/>
                </a:moveTo>
                <a:cubicBezTo>
                  <a:pt x="4506" y="1"/>
                  <a:pt x="3340" y="1040"/>
                  <a:pt x="3151" y="2332"/>
                </a:cubicBezTo>
                <a:cubicBezTo>
                  <a:pt x="3119" y="2521"/>
                  <a:pt x="3277" y="2710"/>
                  <a:pt x="3497" y="2710"/>
                </a:cubicBezTo>
                <a:lnTo>
                  <a:pt x="5514" y="2710"/>
                </a:lnTo>
                <a:lnTo>
                  <a:pt x="5514" y="3435"/>
                </a:lnTo>
                <a:lnTo>
                  <a:pt x="2395" y="3435"/>
                </a:lnTo>
                <a:cubicBezTo>
                  <a:pt x="1859" y="3435"/>
                  <a:pt x="1387" y="3907"/>
                  <a:pt x="1387" y="4443"/>
                </a:cubicBezTo>
                <a:lnTo>
                  <a:pt x="1387" y="4852"/>
                </a:lnTo>
                <a:cubicBezTo>
                  <a:pt x="599" y="5010"/>
                  <a:pt x="0" y="5703"/>
                  <a:pt x="0" y="6554"/>
                </a:cubicBezTo>
                <a:cubicBezTo>
                  <a:pt x="0" y="7499"/>
                  <a:pt x="757" y="8223"/>
                  <a:pt x="1702" y="8223"/>
                </a:cubicBezTo>
                <a:cubicBezTo>
                  <a:pt x="2647" y="8223"/>
                  <a:pt x="3403" y="7499"/>
                  <a:pt x="3403" y="6554"/>
                </a:cubicBezTo>
                <a:cubicBezTo>
                  <a:pt x="3403" y="5703"/>
                  <a:pt x="2804" y="5041"/>
                  <a:pt x="2017" y="4852"/>
                </a:cubicBezTo>
                <a:lnTo>
                  <a:pt x="2017" y="4443"/>
                </a:lnTo>
                <a:cubicBezTo>
                  <a:pt x="2017" y="4254"/>
                  <a:pt x="2174" y="4096"/>
                  <a:pt x="2363" y="4096"/>
                </a:cubicBezTo>
                <a:lnTo>
                  <a:pt x="5482" y="4096"/>
                </a:lnTo>
                <a:lnTo>
                  <a:pt x="5482" y="4821"/>
                </a:lnTo>
                <a:cubicBezTo>
                  <a:pt x="4695" y="4978"/>
                  <a:pt x="4096" y="5672"/>
                  <a:pt x="4096" y="6491"/>
                </a:cubicBezTo>
                <a:cubicBezTo>
                  <a:pt x="4096" y="7436"/>
                  <a:pt x="4852" y="8192"/>
                  <a:pt x="5797" y="8192"/>
                </a:cubicBezTo>
                <a:cubicBezTo>
                  <a:pt x="6742" y="8192"/>
                  <a:pt x="7499" y="7436"/>
                  <a:pt x="7499" y="6491"/>
                </a:cubicBezTo>
                <a:cubicBezTo>
                  <a:pt x="7499" y="5672"/>
                  <a:pt x="6900" y="5010"/>
                  <a:pt x="6112" y="4821"/>
                </a:cubicBezTo>
                <a:lnTo>
                  <a:pt x="6112" y="4096"/>
                </a:lnTo>
                <a:lnTo>
                  <a:pt x="9231" y="4096"/>
                </a:lnTo>
                <a:cubicBezTo>
                  <a:pt x="9420" y="4096"/>
                  <a:pt x="9578" y="4254"/>
                  <a:pt x="9578" y="4443"/>
                </a:cubicBezTo>
                <a:lnTo>
                  <a:pt x="9578" y="4852"/>
                </a:lnTo>
                <a:cubicBezTo>
                  <a:pt x="8790" y="5010"/>
                  <a:pt x="8192" y="5703"/>
                  <a:pt x="8192" y="6554"/>
                </a:cubicBezTo>
                <a:cubicBezTo>
                  <a:pt x="8192" y="7499"/>
                  <a:pt x="8948" y="8223"/>
                  <a:pt x="9893" y="8223"/>
                </a:cubicBezTo>
                <a:cubicBezTo>
                  <a:pt x="10838" y="8223"/>
                  <a:pt x="11594" y="7499"/>
                  <a:pt x="11594" y="6554"/>
                </a:cubicBezTo>
                <a:cubicBezTo>
                  <a:pt x="11689" y="5703"/>
                  <a:pt x="11153" y="5010"/>
                  <a:pt x="10366" y="4852"/>
                </a:cubicBezTo>
                <a:lnTo>
                  <a:pt x="10366" y="4443"/>
                </a:lnTo>
                <a:cubicBezTo>
                  <a:pt x="10366" y="3907"/>
                  <a:pt x="9893" y="3435"/>
                  <a:pt x="9326" y="3435"/>
                </a:cubicBezTo>
                <a:lnTo>
                  <a:pt x="6238" y="3435"/>
                </a:lnTo>
                <a:lnTo>
                  <a:pt x="6238" y="2710"/>
                </a:lnTo>
                <a:lnTo>
                  <a:pt x="8223" y="2710"/>
                </a:lnTo>
                <a:cubicBezTo>
                  <a:pt x="8444" y="2710"/>
                  <a:pt x="8601" y="2521"/>
                  <a:pt x="8601" y="2332"/>
                </a:cubicBezTo>
                <a:cubicBezTo>
                  <a:pt x="8381" y="977"/>
                  <a:pt x="7247" y="1"/>
                  <a:pt x="586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1" name="Google Shape;1131;p17"/>
          <p:cNvSpPr/>
          <p:nvPr/>
        </p:nvSpPr>
        <p:spPr>
          <a:xfrm>
            <a:off x="1258650" y="3198149"/>
            <a:ext cx="88525" cy="89559"/>
          </a:xfrm>
          <a:custGeom>
            <a:rect b="b" l="l" r="r" t="t"/>
            <a:pathLst>
              <a:path extrusionOk="0" h="2774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2" name="Google Shape;1132;p17"/>
          <p:cNvSpPr/>
          <p:nvPr/>
        </p:nvSpPr>
        <p:spPr>
          <a:xfrm>
            <a:off x="1224573" y="3692609"/>
            <a:ext cx="275682" cy="277199"/>
          </a:xfrm>
          <a:custGeom>
            <a:rect b="b" l="l" r="r" t="t"/>
            <a:pathLst>
              <a:path extrusionOk="0" h="8586" w="8539">
                <a:moveTo>
                  <a:pt x="5156" y="1"/>
                </a:moveTo>
                <a:cubicBezTo>
                  <a:pt x="4372" y="1"/>
                  <a:pt x="3593" y="308"/>
                  <a:pt x="2994" y="922"/>
                </a:cubicBezTo>
                <a:lnTo>
                  <a:pt x="1450" y="2466"/>
                </a:lnTo>
                <a:cubicBezTo>
                  <a:pt x="1681" y="2417"/>
                  <a:pt x="1916" y="2392"/>
                  <a:pt x="2152" y="2392"/>
                </a:cubicBezTo>
                <a:cubicBezTo>
                  <a:pt x="2529" y="2392"/>
                  <a:pt x="2909" y="2456"/>
                  <a:pt x="3277" y="2592"/>
                </a:cubicBezTo>
                <a:lnTo>
                  <a:pt x="3939" y="1899"/>
                </a:lnTo>
                <a:cubicBezTo>
                  <a:pt x="4270" y="1568"/>
                  <a:pt x="4703" y="1402"/>
                  <a:pt x="5136" y="1402"/>
                </a:cubicBezTo>
                <a:cubicBezTo>
                  <a:pt x="5569" y="1402"/>
                  <a:pt x="6003" y="1568"/>
                  <a:pt x="6333" y="1899"/>
                </a:cubicBezTo>
                <a:cubicBezTo>
                  <a:pt x="7027" y="2592"/>
                  <a:pt x="7027" y="3631"/>
                  <a:pt x="6333" y="4325"/>
                </a:cubicBezTo>
                <a:lnTo>
                  <a:pt x="3939" y="6719"/>
                </a:lnTo>
                <a:cubicBezTo>
                  <a:pt x="3608" y="7050"/>
                  <a:pt x="3175" y="7215"/>
                  <a:pt x="2742" y="7215"/>
                </a:cubicBezTo>
                <a:cubicBezTo>
                  <a:pt x="2309" y="7215"/>
                  <a:pt x="1875" y="7050"/>
                  <a:pt x="1545" y="6719"/>
                </a:cubicBezTo>
                <a:cubicBezTo>
                  <a:pt x="1261" y="6435"/>
                  <a:pt x="1104" y="6089"/>
                  <a:pt x="1072" y="5742"/>
                </a:cubicBezTo>
                <a:lnTo>
                  <a:pt x="1" y="6782"/>
                </a:lnTo>
                <a:cubicBezTo>
                  <a:pt x="158" y="7097"/>
                  <a:pt x="348" y="7381"/>
                  <a:pt x="600" y="7664"/>
                </a:cubicBezTo>
                <a:cubicBezTo>
                  <a:pt x="1214" y="8278"/>
                  <a:pt x="2002" y="8586"/>
                  <a:pt x="2781" y="8586"/>
                </a:cubicBezTo>
                <a:cubicBezTo>
                  <a:pt x="3561" y="8586"/>
                  <a:pt x="4333" y="8278"/>
                  <a:pt x="4916" y="7664"/>
                </a:cubicBezTo>
                <a:lnTo>
                  <a:pt x="7342" y="5270"/>
                </a:lnTo>
                <a:cubicBezTo>
                  <a:pt x="8539" y="4073"/>
                  <a:pt x="8539" y="2151"/>
                  <a:pt x="7342" y="922"/>
                </a:cubicBezTo>
                <a:cubicBezTo>
                  <a:pt x="6727" y="308"/>
                  <a:pt x="5940" y="1"/>
                  <a:pt x="51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3" name="Google Shape;1133;p17"/>
          <p:cNvSpPr/>
          <p:nvPr/>
        </p:nvSpPr>
        <p:spPr>
          <a:xfrm>
            <a:off x="1103536" y="3790240"/>
            <a:ext cx="278749" cy="279491"/>
          </a:xfrm>
          <a:custGeom>
            <a:rect b="b" l="l" r="r" t="t"/>
            <a:pathLst>
              <a:path extrusionOk="0" h="8657" w="8634">
                <a:moveTo>
                  <a:pt x="5865" y="1"/>
                </a:moveTo>
                <a:cubicBezTo>
                  <a:pt x="5081" y="1"/>
                  <a:pt x="4301" y="308"/>
                  <a:pt x="3718" y="922"/>
                </a:cubicBezTo>
                <a:lnTo>
                  <a:pt x="1230" y="3411"/>
                </a:lnTo>
                <a:cubicBezTo>
                  <a:pt x="1" y="4640"/>
                  <a:pt x="1" y="6562"/>
                  <a:pt x="1230" y="7759"/>
                </a:cubicBezTo>
                <a:cubicBezTo>
                  <a:pt x="1844" y="8358"/>
                  <a:pt x="2632" y="8657"/>
                  <a:pt x="3415" y="8657"/>
                </a:cubicBezTo>
                <a:cubicBezTo>
                  <a:pt x="4199" y="8657"/>
                  <a:pt x="4979" y="8358"/>
                  <a:pt x="5577" y="7759"/>
                </a:cubicBezTo>
                <a:lnTo>
                  <a:pt x="7152" y="6184"/>
                </a:lnTo>
                <a:lnTo>
                  <a:pt x="7152" y="6184"/>
                </a:lnTo>
                <a:cubicBezTo>
                  <a:pt x="6938" y="6218"/>
                  <a:pt x="6719" y="6235"/>
                  <a:pt x="6499" y="6235"/>
                </a:cubicBezTo>
                <a:cubicBezTo>
                  <a:pt x="6106" y="6235"/>
                  <a:pt x="5709" y="6179"/>
                  <a:pt x="5325" y="6058"/>
                </a:cubicBezTo>
                <a:lnTo>
                  <a:pt x="4569" y="6814"/>
                </a:lnTo>
                <a:cubicBezTo>
                  <a:pt x="4238" y="7145"/>
                  <a:pt x="3805" y="7310"/>
                  <a:pt x="3372" y="7310"/>
                </a:cubicBezTo>
                <a:cubicBezTo>
                  <a:pt x="2939" y="7310"/>
                  <a:pt x="2505" y="7145"/>
                  <a:pt x="2175" y="6814"/>
                </a:cubicBezTo>
                <a:cubicBezTo>
                  <a:pt x="1513" y="6121"/>
                  <a:pt x="1513" y="5081"/>
                  <a:pt x="2175" y="4388"/>
                </a:cubicBezTo>
                <a:lnTo>
                  <a:pt x="4664" y="1899"/>
                </a:lnTo>
                <a:cubicBezTo>
                  <a:pt x="4994" y="1568"/>
                  <a:pt x="5428" y="1403"/>
                  <a:pt x="5861" y="1403"/>
                </a:cubicBezTo>
                <a:cubicBezTo>
                  <a:pt x="6294" y="1403"/>
                  <a:pt x="6727" y="1568"/>
                  <a:pt x="7058" y="1899"/>
                </a:cubicBezTo>
                <a:cubicBezTo>
                  <a:pt x="7342" y="2183"/>
                  <a:pt x="7499" y="2561"/>
                  <a:pt x="7531" y="2907"/>
                </a:cubicBezTo>
                <a:lnTo>
                  <a:pt x="8287" y="2151"/>
                </a:lnTo>
                <a:lnTo>
                  <a:pt x="8633" y="1805"/>
                </a:lnTo>
                <a:cubicBezTo>
                  <a:pt x="8476" y="1490"/>
                  <a:pt x="8287" y="1206"/>
                  <a:pt x="8035" y="922"/>
                </a:cubicBezTo>
                <a:cubicBezTo>
                  <a:pt x="7436" y="308"/>
                  <a:pt x="6648" y="1"/>
                  <a:pt x="58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4" name="Google Shape;1134;p17"/>
          <p:cNvSpPr/>
          <p:nvPr/>
        </p:nvSpPr>
        <p:spPr>
          <a:xfrm>
            <a:off x="3583364" y="2696747"/>
            <a:ext cx="226834" cy="288886"/>
          </a:xfrm>
          <a:custGeom>
            <a:rect b="b" l="l" r="r" t="t"/>
            <a:pathLst>
              <a:path extrusionOk="0" h="8948" w="7026">
                <a:moveTo>
                  <a:pt x="2363" y="0"/>
                </a:moveTo>
                <a:cubicBezTo>
                  <a:pt x="2143" y="0"/>
                  <a:pt x="1985" y="158"/>
                  <a:pt x="1985" y="378"/>
                </a:cubicBezTo>
                <a:cubicBezTo>
                  <a:pt x="1985" y="567"/>
                  <a:pt x="2143" y="725"/>
                  <a:pt x="2363" y="725"/>
                </a:cubicBezTo>
                <a:lnTo>
                  <a:pt x="2710" y="725"/>
                </a:lnTo>
                <a:lnTo>
                  <a:pt x="2710" y="1576"/>
                </a:lnTo>
                <a:cubicBezTo>
                  <a:pt x="1135" y="2017"/>
                  <a:pt x="0" y="3466"/>
                  <a:pt x="0" y="5199"/>
                </a:cubicBezTo>
                <a:cubicBezTo>
                  <a:pt x="0" y="7278"/>
                  <a:pt x="1670" y="8948"/>
                  <a:pt x="3718" y="8948"/>
                </a:cubicBezTo>
                <a:cubicBezTo>
                  <a:pt x="3970" y="8948"/>
                  <a:pt x="4159" y="8916"/>
                  <a:pt x="4348" y="8853"/>
                </a:cubicBezTo>
                <a:cubicBezTo>
                  <a:pt x="4159" y="8664"/>
                  <a:pt x="4033" y="8381"/>
                  <a:pt x="4033" y="8066"/>
                </a:cubicBezTo>
                <a:cubicBezTo>
                  <a:pt x="4033" y="7877"/>
                  <a:pt x="4096" y="7687"/>
                  <a:pt x="4191" y="7530"/>
                </a:cubicBezTo>
                <a:lnTo>
                  <a:pt x="4191" y="7530"/>
                </a:lnTo>
                <a:cubicBezTo>
                  <a:pt x="4033" y="7561"/>
                  <a:pt x="3876" y="7561"/>
                  <a:pt x="3686" y="7561"/>
                </a:cubicBezTo>
                <a:cubicBezTo>
                  <a:pt x="2363" y="7561"/>
                  <a:pt x="1292" y="6522"/>
                  <a:pt x="1292" y="5167"/>
                </a:cubicBezTo>
                <a:cubicBezTo>
                  <a:pt x="1292" y="3844"/>
                  <a:pt x="2363" y="2773"/>
                  <a:pt x="3686" y="2773"/>
                </a:cubicBezTo>
                <a:cubicBezTo>
                  <a:pt x="4348" y="2773"/>
                  <a:pt x="4978" y="3088"/>
                  <a:pt x="5451" y="3560"/>
                </a:cubicBezTo>
                <a:cubicBezTo>
                  <a:pt x="5608" y="3466"/>
                  <a:pt x="5766" y="3466"/>
                  <a:pt x="5923" y="3466"/>
                </a:cubicBezTo>
                <a:lnTo>
                  <a:pt x="7026" y="3466"/>
                </a:lnTo>
                <a:cubicBezTo>
                  <a:pt x="6553" y="2584"/>
                  <a:pt x="5734" y="1859"/>
                  <a:pt x="4726" y="1576"/>
                </a:cubicBezTo>
                <a:lnTo>
                  <a:pt x="4726" y="725"/>
                </a:lnTo>
                <a:lnTo>
                  <a:pt x="5073" y="725"/>
                </a:lnTo>
                <a:cubicBezTo>
                  <a:pt x="5262" y="725"/>
                  <a:pt x="5419" y="567"/>
                  <a:pt x="5419" y="378"/>
                </a:cubicBezTo>
                <a:cubicBezTo>
                  <a:pt x="5419" y="158"/>
                  <a:pt x="5262" y="0"/>
                  <a:pt x="50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5" name="Google Shape;1135;p17"/>
          <p:cNvSpPr/>
          <p:nvPr/>
        </p:nvSpPr>
        <p:spPr>
          <a:xfrm>
            <a:off x="3647449" y="2807615"/>
            <a:ext cx="68154" cy="67153"/>
          </a:xfrm>
          <a:custGeom>
            <a:rect b="b" l="l" r="r" t="t"/>
            <a:pathLst>
              <a:path extrusionOk="0" h="2080" w="2111">
                <a:moveTo>
                  <a:pt x="1733" y="0"/>
                </a:moveTo>
                <a:cubicBezTo>
                  <a:pt x="1544" y="32"/>
                  <a:pt x="1386" y="158"/>
                  <a:pt x="1386" y="347"/>
                </a:cubicBezTo>
                <a:lnTo>
                  <a:pt x="1386" y="1387"/>
                </a:lnTo>
                <a:lnTo>
                  <a:pt x="378" y="1387"/>
                </a:lnTo>
                <a:cubicBezTo>
                  <a:pt x="158" y="1387"/>
                  <a:pt x="0" y="1544"/>
                  <a:pt x="0" y="1733"/>
                </a:cubicBezTo>
                <a:cubicBezTo>
                  <a:pt x="0" y="1922"/>
                  <a:pt x="158" y="2080"/>
                  <a:pt x="378" y="2080"/>
                </a:cubicBezTo>
                <a:lnTo>
                  <a:pt x="1733" y="2080"/>
                </a:lnTo>
                <a:cubicBezTo>
                  <a:pt x="1954" y="2080"/>
                  <a:pt x="2111" y="1922"/>
                  <a:pt x="2111" y="1733"/>
                </a:cubicBezTo>
                <a:lnTo>
                  <a:pt x="2111" y="347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6" name="Google Shape;1136;p17"/>
          <p:cNvSpPr/>
          <p:nvPr/>
        </p:nvSpPr>
        <p:spPr>
          <a:xfrm>
            <a:off x="3759318" y="2830989"/>
            <a:ext cx="110899" cy="32608"/>
          </a:xfrm>
          <a:custGeom>
            <a:rect b="b" l="l" r="r" t="t"/>
            <a:pathLst>
              <a:path extrusionOk="0" h="1010" w="3435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cubicBezTo>
                  <a:pt x="1" y="789"/>
                  <a:pt x="253" y="1009"/>
                  <a:pt x="536" y="1009"/>
                </a:cubicBezTo>
                <a:lnTo>
                  <a:pt x="2931" y="1009"/>
                </a:lnTo>
                <a:cubicBezTo>
                  <a:pt x="3214" y="1009"/>
                  <a:pt x="3435" y="789"/>
                  <a:pt x="3435" y="505"/>
                </a:cubicBezTo>
                <a:cubicBezTo>
                  <a:pt x="3435" y="221"/>
                  <a:pt x="3214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7" name="Google Shape;1137;p17"/>
          <p:cNvSpPr/>
          <p:nvPr/>
        </p:nvSpPr>
        <p:spPr>
          <a:xfrm>
            <a:off x="3736945" y="2884905"/>
            <a:ext cx="110899" cy="33609"/>
          </a:xfrm>
          <a:custGeom>
            <a:rect b="b" l="l" r="r" t="t"/>
            <a:pathLst>
              <a:path extrusionOk="0" h="1041" w="3435">
                <a:moveTo>
                  <a:pt x="505" y="1"/>
                </a:moveTo>
                <a:cubicBezTo>
                  <a:pt x="221" y="1"/>
                  <a:pt x="1" y="253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899" y="1040"/>
                </a:lnTo>
                <a:cubicBezTo>
                  <a:pt x="3183" y="1040"/>
                  <a:pt x="3435" y="851"/>
                  <a:pt x="3435" y="536"/>
                </a:cubicBezTo>
                <a:cubicBezTo>
                  <a:pt x="3435" y="253"/>
                  <a:pt x="3183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8" name="Google Shape;1138;p17"/>
          <p:cNvSpPr/>
          <p:nvPr/>
        </p:nvSpPr>
        <p:spPr>
          <a:xfrm>
            <a:off x="3736945" y="2940856"/>
            <a:ext cx="87492" cy="33609"/>
          </a:xfrm>
          <a:custGeom>
            <a:rect b="b" l="l" r="r" t="t"/>
            <a:pathLst>
              <a:path extrusionOk="0" h="1041" w="2710">
                <a:moveTo>
                  <a:pt x="505" y="0"/>
                </a:moveTo>
                <a:cubicBezTo>
                  <a:pt x="221" y="0"/>
                  <a:pt x="1" y="252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90" y="1040"/>
                  <a:pt x="2710" y="788"/>
                  <a:pt x="2710" y="536"/>
                </a:cubicBezTo>
                <a:cubicBezTo>
                  <a:pt x="2710" y="252"/>
                  <a:pt x="2490" y="0"/>
                  <a:pt x="22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9" name="Google Shape;1139;p17"/>
          <p:cNvSpPr/>
          <p:nvPr/>
        </p:nvSpPr>
        <p:spPr>
          <a:xfrm>
            <a:off x="3736945" y="2995773"/>
            <a:ext cx="66152" cy="33609"/>
          </a:xfrm>
          <a:custGeom>
            <a:rect b="b" l="l" r="r" t="t"/>
            <a:pathLst>
              <a:path extrusionOk="0" h="1041" w="2049">
                <a:moveTo>
                  <a:pt x="505" y="1"/>
                </a:moveTo>
                <a:cubicBezTo>
                  <a:pt x="221" y="1"/>
                  <a:pt x="1" y="253"/>
                  <a:pt x="1" y="505"/>
                </a:cubicBezTo>
                <a:cubicBezTo>
                  <a:pt x="1" y="788"/>
                  <a:pt x="221" y="1040"/>
                  <a:pt x="505" y="1040"/>
                </a:cubicBezTo>
                <a:lnTo>
                  <a:pt x="1544" y="1040"/>
                </a:lnTo>
                <a:cubicBezTo>
                  <a:pt x="1796" y="1040"/>
                  <a:pt x="2048" y="788"/>
                  <a:pt x="2048" y="505"/>
                </a:cubicBezTo>
                <a:cubicBezTo>
                  <a:pt x="2048" y="253"/>
                  <a:pt x="1796" y="1"/>
                  <a:pt x="15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0" name="Google Shape;1140;p17"/>
          <p:cNvSpPr/>
          <p:nvPr/>
        </p:nvSpPr>
        <p:spPr>
          <a:xfrm>
            <a:off x="3492836" y="2718313"/>
            <a:ext cx="224800" cy="355813"/>
          </a:xfrm>
          <a:custGeom>
            <a:rect b="b" l="l" r="r" t="t"/>
            <a:pathLst>
              <a:path extrusionOk="0" h="11021" w="6963">
                <a:moveTo>
                  <a:pt x="3803" y="0"/>
                </a:moveTo>
                <a:cubicBezTo>
                  <a:pt x="3716" y="0"/>
                  <a:pt x="3637" y="52"/>
                  <a:pt x="3592" y="120"/>
                </a:cubicBezTo>
                <a:lnTo>
                  <a:pt x="1702" y="2231"/>
                </a:lnTo>
                <a:cubicBezTo>
                  <a:pt x="1544" y="2420"/>
                  <a:pt x="1418" y="2640"/>
                  <a:pt x="1418" y="2892"/>
                </a:cubicBezTo>
                <a:lnTo>
                  <a:pt x="1418" y="5917"/>
                </a:lnTo>
                <a:cubicBezTo>
                  <a:pt x="1418" y="6200"/>
                  <a:pt x="1292" y="6421"/>
                  <a:pt x="1103" y="6641"/>
                </a:cubicBezTo>
                <a:lnTo>
                  <a:pt x="126" y="7618"/>
                </a:lnTo>
                <a:cubicBezTo>
                  <a:pt x="0" y="7744"/>
                  <a:pt x="0" y="7965"/>
                  <a:pt x="126" y="8091"/>
                </a:cubicBezTo>
                <a:lnTo>
                  <a:pt x="2867" y="10926"/>
                </a:lnTo>
                <a:cubicBezTo>
                  <a:pt x="2930" y="10989"/>
                  <a:pt x="3017" y="11021"/>
                  <a:pt x="3104" y="11021"/>
                </a:cubicBezTo>
                <a:cubicBezTo>
                  <a:pt x="3190" y="11021"/>
                  <a:pt x="3277" y="10989"/>
                  <a:pt x="3340" y="10926"/>
                </a:cubicBezTo>
                <a:lnTo>
                  <a:pt x="4317" y="9949"/>
                </a:lnTo>
                <a:cubicBezTo>
                  <a:pt x="4537" y="9729"/>
                  <a:pt x="4758" y="9634"/>
                  <a:pt x="5041" y="9634"/>
                </a:cubicBezTo>
                <a:lnTo>
                  <a:pt x="6963" y="9634"/>
                </a:lnTo>
                <a:cubicBezTo>
                  <a:pt x="6900" y="9477"/>
                  <a:pt x="6837" y="9288"/>
                  <a:pt x="6837" y="9099"/>
                </a:cubicBezTo>
                <a:cubicBezTo>
                  <a:pt x="6837" y="9036"/>
                  <a:pt x="6837" y="8973"/>
                  <a:pt x="6900" y="8910"/>
                </a:cubicBezTo>
                <a:cubicBezTo>
                  <a:pt x="6774" y="8910"/>
                  <a:pt x="6648" y="8941"/>
                  <a:pt x="6522" y="8941"/>
                </a:cubicBezTo>
                <a:cubicBezTo>
                  <a:pt x="4096" y="8941"/>
                  <a:pt x="2080" y="6925"/>
                  <a:pt x="2080" y="4499"/>
                </a:cubicBezTo>
                <a:cubicBezTo>
                  <a:pt x="2080" y="2892"/>
                  <a:pt x="2962" y="1475"/>
                  <a:pt x="4254" y="687"/>
                </a:cubicBezTo>
                <a:cubicBezTo>
                  <a:pt x="4254" y="592"/>
                  <a:pt x="4222" y="529"/>
                  <a:pt x="4222" y="498"/>
                </a:cubicBezTo>
                <a:lnTo>
                  <a:pt x="4128" y="246"/>
                </a:lnTo>
                <a:cubicBezTo>
                  <a:pt x="4096" y="120"/>
                  <a:pt x="4002" y="57"/>
                  <a:pt x="3907" y="25"/>
                </a:cubicBezTo>
                <a:cubicBezTo>
                  <a:pt x="3872" y="8"/>
                  <a:pt x="3837" y="0"/>
                  <a:pt x="38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" name="Google Shape;1141;p17"/>
          <p:cNvSpPr/>
          <p:nvPr/>
        </p:nvSpPr>
        <p:spPr>
          <a:xfrm>
            <a:off x="3649484" y="3331761"/>
            <a:ext cx="220733" cy="242428"/>
          </a:xfrm>
          <a:custGeom>
            <a:rect b="b" l="l" r="r" t="t"/>
            <a:pathLst>
              <a:path extrusionOk="0" h="7509" w="6837">
                <a:moveTo>
                  <a:pt x="5120" y="2079"/>
                </a:moveTo>
                <a:cubicBezTo>
                  <a:pt x="5206" y="2079"/>
                  <a:pt x="5293" y="2111"/>
                  <a:pt x="5356" y="2174"/>
                </a:cubicBezTo>
                <a:cubicBezTo>
                  <a:pt x="5451" y="2268"/>
                  <a:pt x="5451" y="2458"/>
                  <a:pt x="5356" y="2647"/>
                </a:cubicBezTo>
                <a:lnTo>
                  <a:pt x="3308" y="4694"/>
                </a:lnTo>
                <a:cubicBezTo>
                  <a:pt x="3214" y="4757"/>
                  <a:pt x="3151" y="4789"/>
                  <a:pt x="3056" y="4789"/>
                </a:cubicBezTo>
                <a:cubicBezTo>
                  <a:pt x="2993" y="4789"/>
                  <a:pt x="2899" y="4757"/>
                  <a:pt x="2836" y="4694"/>
                </a:cubicBezTo>
                <a:lnTo>
                  <a:pt x="2174" y="4001"/>
                </a:lnTo>
                <a:cubicBezTo>
                  <a:pt x="2048" y="3907"/>
                  <a:pt x="2048" y="3655"/>
                  <a:pt x="2174" y="3529"/>
                </a:cubicBezTo>
                <a:cubicBezTo>
                  <a:pt x="2221" y="3481"/>
                  <a:pt x="2308" y="3458"/>
                  <a:pt x="2399" y="3458"/>
                </a:cubicBezTo>
                <a:cubicBezTo>
                  <a:pt x="2489" y="3458"/>
                  <a:pt x="2584" y="3481"/>
                  <a:pt x="2647" y="3529"/>
                </a:cubicBezTo>
                <a:lnTo>
                  <a:pt x="3056" y="3970"/>
                </a:lnTo>
                <a:lnTo>
                  <a:pt x="4883" y="2174"/>
                </a:lnTo>
                <a:cubicBezTo>
                  <a:pt x="4946" y="2111"/>
                  <a:pt x="5033" y="2079"/>
                  <a:pt x="5120" y="2079"/>
                </a:cubicBezTo>
                <a:close/>
                <a:moveTo>
                  <a:pt x="1701" y="0"/>
                </a:moveTo>
                <a:cubicBezTo>
                  <a:pt x="725" y="0"/>
                  <a:pt x="0" y="756"/>
                  <a:pt x="0" y="1701"/>
                </a:cubicBezTo>
                <a:lnTo>
                  <a:pt x="0" y="4411"/>
                </a:lnTo>
                <a:cubicBezTo>
                  <a:pt x="0" y="5356"/>
                  <a:pt x="725" y="6112"/>
                  <a:pt x="1701" y="6112"/>
                </a:cubicBezTo>
                <a:lnTo>
                  <a:pt x="2048" y="6112"/>
                </a:lnTo>
                <a:lnTo>
                  <a:pt x="2048" y="7152"/>
                </a:lnTo>
                <a:cubicBezTo>
                  <a:pt x="2048" y="7309"/>
                  <a:pt x="2111" y="7435"/>
                  <a:pt x="2237" y="7467"/>
                </a:cubicBezTo>
                <a:cubicBezTo>
                  <a:pt x="2289" y="7493"/>
                  <a:pt x="2347" y="7508"/>
                  <a:pt x="2401" y="7508"/>
                </a:cubicBezTo>
                <a:cubicBezTo>
                  <a:pt x="2477" y="7508"/>
                  <a:pt x="2547" y="7478"/>
                  <a:pt x="2584" y="7404"/>
                </a:cubicBezTo>
                <a:lnTo>
                  <a:pt x="3844" y="6112"/>
                </a:lnTo>
                <a:lnTo>
                  <a:pt x="5073" y="6112"/>
                </a:lnTo>
                <a:cubicBezTo>
                  <a:pt x="6018" y="6112"/>
                  <a:pt x="6805" y="5356"/>
                  <a:pt x="6805" y="4411"/>
                </a:cubicBezTo>
                <a:lnTo>
                  <a:pt x="6805" y="1701"/>
                </a:lnTo>
                <a:cubicBezTo>
                  <a:pt x="6837" y="756"/>
                  <a:pt x="6049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2" name="Google Shape;1142;p17"/>
          <p:cNvSpPr/>
          <p:nvPr/>
        </p:nvSpPr>
        <p:spPr>
          <a:xfrm>
            <a:off x="3492836" y="3198488"/>
            <a:ext cx="243138" cy="264834"/>
          </a:xfrm>
          <a:custGeom>
            <a:rect b="b" l="l" r="r" t="t"/>
            <a:pathLst>
              <a:path extrusionOk="0" h="8203" w="7531">
                <a:moveTo>
                  <a:pt x="3781" y="1356"/>
                </a:moveTo>
                <a:cubicBezTo>
                  <a:pt x="4317" y="1356"/>
                  <a:pt x="4789" y="1828"/>
                  <a:pt x="4789" y="2395"/>
                </a:cubicBezTo>
                <a:cubicBezTo>
                  <a:pt x="4789" y="2710"/>
                  <a:pt x="4632" y="3025"/>
                  <a:pt x="4411" y="3214"/>
                </a:cubicBezTo>
                <a:cubicBezTo>
                  <a:pt x="4254" y="3341"/>
                  <a:pt x="4128" y="3530"/>
                  <a:pt x="4128" y="3782"/>
                </a:cubicBezTo>
                <a:cubicBezTo>
                  <a:pt x="4128" y="3971"/>
                  <a:pt x="3970" y="4128"/>
                  <a:pt x="3781" y="4128"/>
                </a:cubicBezTo>
                <a:cubicBezTo>
                  <a:pt x="3592" y="4128"/>
                  <a:pt x="3434" y="3971"/>
                  <a:pt x="3434" y="3782"/>
                </a:cubicBezTo>
                <a:cubicBezTo>
                  <a:pt x="3434" y="3341"/>
                  <a:pt x="3624" y="2931"/>
                  <a:pt x="3970" y="2679"/>
                </a:cubicBezTo>
                <a:cubicBezTo>
                  <a:pt x="4065" y="2584"/>
                  <a:pt x="4096" y="2521"/>
                  <a:pt x="4096" y="2395"/>
                </a:cubicBezTo>
                <a:cubicBezTo>
                  <a:pt x="4096" y="2206"/>
                  <a:pt x="3939" y="2049"/>
                  <a:pt x="3750" y="2049"/>
                </a:cubicBezTo>
                <a:cubicBezTo>
                  <a:pt x="3529" y="2049"/>
                  <a:pt x="3371" y="2206"/>
                  <a:pt x="3371" y="2395"/>
                </a:cubicBezTo>
                <a:cubicBezTo>
                  <a:pt x="3371" y="2584"/>
                  <a:pt x="3214" y="2742"/>
                  <a:pt x="3025" y="2742"/>
                </a:cubicBezTo>
                <a:cubicBezTo>
                  <a:pt x="2836" y="2742"/>
                  <a:pt x="2678" y="2584"/>
                  <a:pt x="2678" y="2395"/>
                </a:cubicBezTo>
                <a:cubicBezTo>
                  <a:pt x="2741" y="1828"/>
                  <a:pt x="3214" y="1356"/>
                  <a:pt x="3781" y="1356"/>
                </a:cubicBezTo>
                <a:close/>
                <a:moveTo>
                  <a:pt x="3781" y="4758"/>
                </a:moveTo>
                <a:cubicBezTo>
                  <a:pt x="3970" y="4758"/>
                  <a:pt x="4128" y="4916"/>
                  <a:pt x="4128" y="5105"/>
                </a:cubicBezTo>
                <a:cubicBezTo>
                  <a:pt x="4128" y="5294"/>
                  <a:pt x="3970" y="5451"/>
                  <a:pt x="3781" y="5451"/>
                </a:cubicBezTo>
                <a:cubicBezTo>
                  <a:pt x="3592" y="5451"/>
                  <a:pt x="3434" y="5294"/>
                  <a:pt x="3434" y="5105"/>
                </a:cubicBezTo>
                <a:cubicBezTo>
                  <a:pt x="3434" y="4916"/>
                  <a:pt x="3592" y="4758"/>
                  <a:pt x="3781" y="4758"/>
                </a:cubicBezTo>
                <a:close/>
                <a:moveTo>
                  <a:pt x="1733" y="1"/>
                </a:moveTo>
                <a:cubicBezTo>
                  <a:pt x="788" y="1"/>
                  <a:pt x="0" y="789"/>
                  <a:pt x="0" y="1734"/>
                </a:cubicBezTo>
                <a:lnTo>
                  <a:pt x="0" y="5136"/>
                </a:lnTo>
                <a:cubicBezTo>
                  <a:pt x="0" y="5987"/>
                  <a:pt x="631" y="6649"/>
                  <a:pt x="1418" y="6806"/>
                </a:cubicBezTo>
                <a:lnTo>
                  <a:pt x="1418" y="7846"/>
                </a:lnTo>
                <a:cubicBezTo>
                  <a:pt x="1418" y="8003"/>
                  <a:pt x="1481" y="8129"/>
                  <a:pt x="1607" y="8161"/>
                </a:cubicBezTo>
                <a:cubicBezTo>
                  <a:pt x="1659" y="8187"/>
                  <a:pt x="1717" y="8202"/>
                  <a:pt x="1771" y="8202"/>
                </a:cubicBezTo>
                <a:cubicBezTo>
                  <a:pt x="1848" y="8202"/>
                  <a:pt x="1917" y="8172"/>
                  <a:pt x="1954" y="8098"/>
                </a:cubicBezTo>
                <a:lnTo>
                  <a:pt x="3214" y="6838"/>
                </a:lnTo>
                <a:lnTo>
                  <a:pt x="4096" y="6838"/>
                </a:lnTo>
                <a:lnTo>
                  <a:pt x="4096" y="5798"/>
                </a:lnTo>
                <a:cubicBezTo>
                  <a:pt x="4096" y="4475"/>
                  <a:pt x="5167" y="3404"/>
                  <a:pt x="6490" y="3404"/>
                </a:cubicBezTo>
                <a:lnTo>
                  <a:pt x="7530" y="3404"/>
                </a:lnTo>
                <a:lnTo>
                  <a:pt x="7530" y="1734"/>
                </a:lnTo>
                <a:cubicBezTo>
                  <a:pt x="7530" y="789"/>
                  <a:pt x="6774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3" name="Google Shape;1143;p17"/>
          <p:cNvSpPr/>
          <p:nvPr/>
        </p:nvSpPr>
        <p:spPr>
          <a:xfrm>
            <a:off x="3559957" y="3760103"/>
            <a:ext cx="243138" cy="241104"/>
          </a:xfrm>
          <a:custGeom>
            <a:rect b="b" l="l" r="r" t="t"/>
            <a:pathLst>
              <a:path extrusionOk="0" h="7468" w="7531">
                <a:moveTo>
                  <a:pt x="3750" y="663"/>
                </a:moveTo>
                <a:cubicBezTo>
                  <a:pt x="3939" y="663"/>
                  <a:pt x="4096" y="820"/>
                  <a:pt x="4096" y="1009"/>
                </a:cubicBezTo>
                <a:lnTo>
                  <a:pt x="4096" y="3624"/>
                </a:lnTo>
                <a:lnTo>
                  <a:pt x="5357" y="4884"/>
                </a:lnTo>
                <a:cubicBezTo>
                  <a:pt x="5514" y="5042"/>
                  <a:pt x="5514" y="5231"/>
                  <a:pt x="5357" y="5357"/>
                </a:cubicBezTo>
                <a:cubicBezTo>
                  <a:pt x="5294" y="5420"/>
                  <a:pt x="5207" y="5451"/>
                  <a:pt x="5120" y="5451"/>
                </a:cubicBezTo>
                <a:cubicBezTo>
                  <a:pt x="5034" y="5451"/>
                  <a:pt x="4947" y="5420"/>
                  <a:pt x="4884" y="5357"/>
                </a:cubicBezTo>
                <a:lnTo>
                  <a:pt x="3498" y="3971"/>
                </a:lnTo>
                <a:cubicBezTo>
                  <a:pt x="3435" y="3908"/>
                  <a:pt x="3403" y="3813"/>
                  <a:pt x="3403" y="3719"/>
                </a:cubicBezTo>
                <a:lnTo>
                  <a:pt x="3403" y="1009"/>
                </a:lnTo>
                <a:cubicBezTo>
                  <a:pt x="3403" y="820"/>
                  <a:pt x="3561" y="663"/>
                  <a:pt x="3750" y="663"/>
                </a:cubicBezTo>
                <a:close/>
                <a:moveTo>
                  <a:pt x="3750" y="1"/>
                </a:moveTo>
                <a:cubicBezTo>
                  <a:pt x="1671" y="1"/>
                  <a:pt x="1" y="1702"/>
                  <a:pt x="1" y="3750"/>
                </a:cubicBezTo>
                <a:cubicBezTo>
                  <a:pt x="1" y="5829"/>
                  <a:pt x="1702" y="7468"/>
                  <a:pt x="3750" y="7468"/>
                </a:cubicBezTo>
                <a:cubicBezTo>
                  <a:pt x="5798" y="7468"/>
                  <a:pt x="7499" y="5798"/>
                  <a:pt x="7499" y="3750"/>
                </a:cubicBezTo>
                <a:cubicBezTo>
                  <a:pt x="7530" y="1702"/>
                  <a:pt x="5829" y="1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4" name="Google Shape;1144;p17"/>
          <p:cNvSpPr/>
          <p:nvPr/>
        </p:nvSpPr>
        <p:spPr>
          <a:xfrm>
            <a:off x="3492836" y="3692981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1355"/>
                </a:moveTo>
                <a:cubicBezTo>
                  <a:pt x="8286" y="1355"/>
                  <a:pt x="10271" y="3372"/>
                  <a:pt x="10271" y="5829"/>
                </a:cubicBezTo>
                <a:cubicBezTo>
                  <a:pt x="10271" y="8286"/>
                  <a:pt x="8318" y="10271"/>
                  <a:pt x="5829" y="10271"/>
                </a:cubicBezTo>
                <a:cubicBezTo>
                  <a:pt x="3403" y="10271"/>
                  <a:pt x="1387" y="8255"/>
                  <a:pt x="1387" y="5829"/>
                </a:cubicBezTo>
                <a:cubicBezTo>
                  <a:pt x="1387" y="3372"/>
                  <a:pt x="3371" y="1355"/>
                  <a:pt x="5829" y="1355"/>
                </a:cubicBezTo>
                <a:close/>
                <a:moveTo>
                  <a:pt x="5829" y="1"/>
                </a:moveTo>
                <a:cubicBezTo>
                  <a:pt x="2647" y="1"/>
                  <a:pt x="0" y="2616"/>
                  <a:pt x="0" y="5829"/>
                </a:cubicBezTo>
                <a:cubicBezTo>
                  <a:pt x="0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89" y="2616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5" name="Google Shape;1145;p17"/>
          <p:cNvSpPr/>
          <p:nvPr/>
        </p:nvSpPr>
        <p:spPr>
          <a:xfrm>
            <a:off x="2538288" y="4179456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6" name="Google Shape;1146;p17"/>
          <p:cNvSpPr txBox="1"/>
          <p:nvPr/>
        </p:nvSpPr>
        <p:spPr>
          <a:xfrm>
            <a:off x="635795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Quattrocento Sans"/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Help &amp; Support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1147" name="Google Shape;1147;p17"/>
          <p:cNvSpPr txBox="1"/>
          <p:nvPr/>
        </p:nvSpPr>
        <p:spPr>
          <a:xfrm>
            <a:off x="4902248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Teamwork Icons</a:t>
            </a:r>
            <a:endParaRPr sz="1100"/>
          </a:p>
        </p:txBody>
      </p:sp>
      <p:sp>
        <p:nvSpPr>
          <p:cNvPr id="1148" name="Google Shape;1148;p17"/>
          <p:cNvSpPr/>
          <p:nvPr/>
        </p:nvSpPr>
        <p:spPr>
          <a:xfrm>
            <a:off x="4947980" y="1400234"/>
            <a:ext cx="112430" cy="109430"/>
          </a:xfrm>
          <a:custGeom>
            <a:rect b="b" l="l" r="r" t="t"/>
            <a:pathLst>
              <a:path extrusionOk="0" h="3466" w="3561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9" name="Google Shape;1149;p17"/>
          <p:cNvSpPr/>
          <p:nvPr/>
        </p:nvSpPr>
        <p:spPr>
          <a:xfrm>
            <a:off x="5080297" y="1269937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0" name="Google Shape;1150;p17"/>
          <p:cNvSpPr/>
          <p:nvPr/>
        </p:nvSpPr>
        <p:spPr>
          <a:xfrm>
            <a:off x="4903243" y="1504673"/>
            <a:ext cx="198970" cy="13727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1" name="Google Shape;1151;p17"/>
          <p:cNvSpPr/>
          <p:nvPr/>
        </p:nvSpPr>
        <p:spPr>
          <a:xfrm>
            <a:off x="4938050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" name="Google Shape;1152;p17"/>
          <p:cNvSpPr/>
          <p:nvPr/>
        </p:nvSpPr>
        <p:spPr>
          <a:xfrm>
            <a:off x="5013665" y="1738903"/>
            <a:ext cx="155179" cy="131941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3" name="Google Shape;1153;p17"/>
          <p:cNvSpPr/>
          <p:nvPr/>
        </p:nvSpPr>
        <p:spPr>
          <a:xfrm>
            <a:off x="4902248" y="1870210"/>
            <a:ext cx="179079" cy="242508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4" name="Google Shape;1154;p17"/>
          <p:cNvSpPr/>
          <p:nvPr/>
        </p:nvSpPr>
        <p:spPr>
          <a:xfrm>
            <a:off x="5179763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5" name="Google Shape;1155;p17"/>
          <p:cNvSpPr/>
          <p:nvPr/>
        </p:nvSpPr>
        <p:spPr>
          <a:xfrm>
            <a:off x="5101181" y="1871221"/>
            <a:ext cx="179079" cy="243235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6" name="Google Shape;1156;p17"/>
          <p:cNvSpPr/>
          <p:nvPr/>
        </p:nvSpPr>
        <p:spPr>
          <a:xfrm>
            <a:off x="5045459" y="2216688"/>
            <a:ext cx="89571" cy="86572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7" name="Google Shape;1157;p17"/>
          <p:cNvSpPr/>
          <p:nvPr/>
        </p:nvSpPr>
        <p:spPr>
          <a:xfrm>
            <a:off x="4937041" y="2414643"/>
            <a:ext cx="87582" cy="86540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8" name="Google Shape;1158;p17"/>
          <p:cNvSpPr/>
          <p:nvPr/>
        </p:nvSpPr>
        <p:spPr>
          <a:xfrm>
            <a:off x="5157854" y="2415622"/>
            <a:ext cx="86572" cy="86572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9" name="Google Shape;1159;p17"/>
          <p:cNvSpPr/>
          <p:nvPr/>
        </p:nvSpPr>
        <p:spPr>
          <a:xfrm>
            <a:off x="4904238" y="2500171"/>
            <a:ext cx="154200" cy="90550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0" name="Google Shape;1160;p17"/>
          <p:cNvSpPr/>
          <p:nvPr/>
        </p:nvSpPr>
        <p:spPr>
          <a:xfrm>
            <a:off x="5013634" y="2301237"/>
            <a:ext cx="155210" cy="9152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1" name="Google Shape;1161;p17"/>
          <p:cNvSpPr/>
          <p:nvPr/>
        </p:nvSpPr>
        <p:spPr>
          <a:xfrm>
            <a:off x="5124041" y="2500171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2" name="Google Shape;1162;p17"/>
          <p:cNvSpPr/>
          <p:nvPr/>
        </p:nvSpPr>
        <p:spPr>
          <a:xfrm>
            <a:off x="5041481" y="2414643"/>
            <a:ext cx="97527" cy="81583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3" name="Google Shape;1163;p17"/>
          <p:cNvSpPr/>
          <p:nvPr/>
        </p:nvSpPr>
        <p:spPr>
          <a:xfrm>
            <a:off x="7398015" y="1445240"/>
            <a:ext cx="109430" cy="65671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4" name="Google Shape;1164;p17"/>
          <p:cNvSpPr/>
          <p:nvPr/>
        </p:nvSpPr>
        <p:spPr>
          <a:xfrm>
            <a:off x="7429839" y="1379602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5" name="Google Shape;1165;p17"/>
          <p:cNvSpPr/>
          <p:nvPr/>
        </p:nvSpPr>
        <p:spPr>
          <a:xfrm>
            <a:off x="7289598" y="1269670"/>
            <a:ext cx="328259" cy="372555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6" name="Google Shape;1166;p17"/>
          <p:cNvSpPr/>
          <p:nvPr/>
        </p:nvSpPr>
        <p:spPr>
          <a:xfrm>
            <a:off x="7265225" y="1937111"/>
            <a:ext cx="66650" cy="17510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7" name="Google Shape;1167;p17"/>
          <p:cNvSpPr/>
          <p:nvPr/>
        </p:nvSpPr>
        <p:spPr>
          <a:xfrm>
            <a:off x="7332852" y="1741146"/>
            <a:ext cx="240740" cy="202948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8" name="Google Shape;1168;p17"/>
          <p:cNvSpPr/>
          <p:nvPr/>
        </p:nvSpPr>
        <p:spPr>
          <a:xfrm>
            <a:off x="7353752" y="1930639"/>
            <a:ext cx="288478" cy="158683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9" name="Google Shape;1169;p17"/>
          <p:cNvSpPr/>
          <p:nvPr/>
        </p:nvSpPr>
        <p:spPr>
          <a:xfrm>
            <a:off x="7266219" y="2217194"/>
            <a:ext cx="277554" cy="283521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0" name="Google Shape;1170;p17"/>
          <p:cNvSpPr/>
          <p:nvPr/>
        </p:nvSpPr>
        <p:spPr>
          <a:xfrm>
            <a:off x="7399484" y="2303385"/>
            <a:ext cx="241751" cy="110598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1" name="Google Shape;1171;p17"/>
          <p:cNvSpPr/>
          <p:nvPr/>
        </p:nvSpPr>
        <p:spPr>
          <a:xfrm>
            <a:off x="7291066" y="2510621"/>
            <a:ext cx="238751" cy="79594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2" name="Google Shape;1172;p17"/>
          <p:cNvSpPr/>
          <p:nvPr/>
        </p:nvSpPr>
        <p:spPr>
          <a:xfrm>
            <a:off x="7332836" y="2281853"/>
            <a:ext cx="145265" cy="154200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3" name="Google Shape;1173;p17"/>
          <p:cNvSpPr/>
          <p:nvPr/>
        </p:nvSpPr>
        <p:spPr>
          <a:xfrm>
            <a:off x="6034988" y="2910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4" name="Google Shape;1174;p17"/>
          <p:cNvSpPr/>
          <p:nvPr/>
        </p:nvSpPr>
        <p:spPr>
          <a:xfrm>
            <a:off x="6014087" y="2976739"/>
            <a:ext cx="88561" cy="43791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7"/>
          <p:cNvSpPr/>
          <p:nvPr/>
        </p:nvSpPr>
        <p:spPr>
          <a:xfrm>
            <a:off x="5959373" y="2867312"/>
            <a:ext cx="197991" cy="219871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6" name="Google Shape;1176;p17"/>
          <p:cNvSpPr/>
          <p:nvPr/>
        </p:nvSpPr>
        <p:spPr>
          <a:xfrm>
            <a:off x="5937494" y="2713147"/>
            <a:ext cx="241751" cy="44801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7" name="Google Shape;1177;p17"/>
          <p:cNvSpPr/>
          <p:nvPr/>
        </p:nvSpPr>
        <p:spPr>
          <a:xfrm>
            <a:off x="5870846" y="2780774"/>
            <a:ext cx="373061" cy="174122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8" name="Google Shape;1178;p17"/>
          <p:cNvSpPr/>
          <p:nvPr/>
        </p:nvSpPr>
        <p:spPr>
          <a:xfrm>
            <a:off x="5868368" y="3203722"/>
            <a:ext cx="378018" cy="283521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" name="Google Shape;1179;p17"/>
          <p:cNvSpPr/>
          <p:nvPr/>
        </p:nvSpPr>
        <p:spPr>
          <a:xfrm>
            <a:off x="5952917" y="3510061"/>
            <a:ext cx="198970" cy="4382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" name="Google Shape;1180;p17"/>
          <p:cNvSpPr/>
          <p:nvPr/>
        </p:nvSpPr>
        <p:spPr>
          <a:xfrm>
            <a:off x="6022043" y="3700949"/>
            <a:ext cx="67660" cy="64692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" name="Google Shape;1181;p17"/>
          <p:cNvSpPr/>
          <p:nvPr/>
        </p:nvSpPr>
        <p:spPr>
          <a:xfrm>
            <a:off x="5934527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" name="Google Shape;1182;p17"/>
          <p:cNvSpPr/>
          <p:nvPr/>
        </p:nvSpPr>
        <p:spPr>
          <a:xfrm>
            <a:off x="6111581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" name="Google Shape;1183;p17"/>
          <p:cNvSpPr/>
          <p:nvPr/>
        </p:nvSpPr>
        <p:spPr>
          <a:xfrm>
            <a:off x="5868857" y="3854135"/>
            <a:ext cx="377039" cy="154200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" name="Google Shape;1184;p17"/>
          <p:cNvSpPr/>
          <p:nvPr/>
        </p:nvSpPr>
        <p:spPr>
          <a:xfrm>
            <a:off x="6080735" y="3995354"/>
            <a:ext cx="131342" cy="78616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" name="Google Shape;1185;p17"/>
          <p:cNvSpPr/>
          <p:nvPr/>
        </p:nvSpPr>
        <p:spPr>
          <a:xfrm>
            <a:off x="5990219" y="3775553"/>
            <a:ext cx="132320" cy="55725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" name="Google Shape;1186;p17"/>
          <p:cNvSpPr/>
          <p:nvPr/>
        </p:nvSpPr>
        <p:spPr>
          <a:xfrm>
            <a:off x="5903680" y="3995354"/>
            <a:ext cx="129353" cy="78616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" name="Google Shape;1187;p17"/>
          <p:cNvSpPr/>
          <p:nvPr/>
        </p:nvSpPr>
        <p:spPr>
          <a:xfrm>
            <a:off x="8435385" y="2915050"/>
            <a:ext cx="86540" cy="106462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" name="Google Shape;1188;p17"/>
          <p:cNvSpPr/>
          <p:nvPr/>
        </p:nvSpPr>
        <p:spPr>
          <a:xfrm>
            <a:off x="8383640" y="2981697"/>
            <a:ext cx="78616" cy="38834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" name="Google Shape;1189;p17"/>
          <p:cNvSpPr/>
          <p:nvPr/>
        </p:nvSpPr>
        <p:spPr>
          <a:xfrm>
            <a:off x="8324948" y="2913061"/>
            <a:ext cx="87582" cy="107473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7"/>
          <p:cNvSpPr/>
          <p:nvPr/>
        </p:nvSpPr>
        <p:spPr>
          <a:xfrm>
            <a:off x="8303069" y="304237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" name="Google Shape;1191;p17"/>
          <p:cNvSpPr/>
          <p:nvPr/>
        </p:nvSpPr>
        <p:spPr>
          <a:xfrm>
            <a:off x="8303069" y="271314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" name="Google Shape;1192;p17"/>
          <p:cNvSpPr/>
          <p:nvPr/>
        </p:nvSpPr>
        <p:spPr>
          <a:xfrm>
            <a:off x="8325958" y="2777807"/>
            <a:ext cx="195971" cy="45022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" name="Google Shape;1193;p17"/>
          <p:cNvSpPr/>
          <p:nvPr/>
        </p:nvSpPr>
        <p:spPr>
          <a:xfrm>
            <a:off x="8323969" y="2817587"/>
            <a:ext cx="196981" cy="93518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" name="Google Shape;1194;p17"/>
          <p:cNvSpPr/>
          <p:nvPr/>
        </p:nvSpPr>
        <p:spPr>
          <a:xfrm>
            <a:off x="5377785" y="1268943"/>
            <a:ext cx="264641" cy="330248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" name="Google Shape;1195;p17"/>
          <p:cNvSpPr/>
          <p:nvPr/>
        </p:nvSpPr>
        <p:spPr>
          <a:xfrm>
            <a:off x="5428521" y="1319647"/>
            <a:ext cx="59735" cy="60714"/>
          </a:xfrm>
          <a:custGeom>
            <a:rect b="b" l="l" r="r" t="t"/>
            <a:pathLst>
              <a:path extrusionOk="0" h="1923" w="1892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6" name="Google Shape;1196;p17"/>
          <p:cNvSpPr/>
          <p:nvPr/>
        </p:nvSpPr>
        <p:spPr>
          <a:xfrm>
            <a:off x="5511080" y="1403217"/>
            <a:ext cx="154200" cy="153221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" name="Google Shape;1197;p17"/>
          <p:cNvSpPr/>
          <p:nvPr/>
        </p:nvSpPr>
        <p:spPr>
          <a:xfrm>
            <a:off x="5420564" y="1314690"/>
            <a:ext cx="242729" cy="306380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" name="Google Shape;1198;p17"/>
          <p:cNvSpPr/>
          <p:nvPr/>
        </p:nvSpPr>
        <p:spPr>
          <a:xfrm>
            <a:off x="5640398" y="1530515"/>
            <a:ext cx="114419" cy="112430"/>
          </a:xfrm>
          <a:custGeom>
            <a:rect b="b" l="l" r="r" t="t"/>
            <a:pathLst>
              <a:path extrusionOk="0" h="3561" w="3624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" name="Google Shape;1199;p17"/>
          <p:cNvSpPr/>
          <p:nvPr/>
        </p:nvSpPr>
        <p:spPr>
          <a:xfrm>
            <a:off x="5400691" y="1741145"/>
            <a:ext cx="262620" cy="371072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" name="Google Shape;1200;p17"/>
          <p:cNvSpPr/>
          <p:nvPr/>
        </p:nvSpPr>
        <p:spPr>
          <a:xfrm>
            <a:off x="5681174" y="1827683"/>
            <a:ext cx="72648" cy="70659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1" name="Google Shape;1201;p17"/>
          <p:cNvSpPr/>
          <p:nvPr/>
        </p:nvSpPr>
        <p:spPr>
          <a:xfrm>
            <a:off x="5557981" y="1963946"/>
            <a:ext cx="58567" cy="56862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2" name="Google Shape;1202;p17"/>
          <p:cNvSpPr/>
          <p:nvPr/>
        </p:nvSpPr>
        <p:spPr>
          <a:xfrm>
            <a:off x="5588669" y="1868473"/>
            <a:ext cx="123385" cy="123385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3" name="Google Shape;1203;p17"/>
          <p:cNvSpPr/>
          <p:nvPr/>
        </p:nvSpPr>
        <p:spPr>
          <a:xfrm>
            <a:off x="5598614" y="1746133"/>
            <a:ext cx="59704" cy="59704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4" name="Google Shape;1204;p17"/>
          <p:cNvSpPr/>
          <p:nvPr/>
        </p:nvSpPr>
        <p:spPr>
          <a:xfrm>
            <a:off x="5378780" y="2069395"/>
            <a:ext cx="209926" cy="42812"/>
          </a:xfrm>
          <a:custGeom>
            <a:rect b="b" l="l" r="r" t="t"/>
            <a:pathLst>
              <a:path extrusionOk="0" h="1356" w="6649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5" name="Google Shape;1205;p17"/>
          <p:cNvSpPr/>
          <p:nvPr/>
        </p:nvSpPr>
        <p:spPr>
          <a:xfrm>
            <a:off x="5378291" y="2216199"/>
            <a:ext cx="376028" cy="375018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6" name="Google Shape;1206;p17"/>
          <p:cNvSpPr/>
          <p:nvPr/>
        </p:nvSpPr>
        <p:spPr>
          <a:xfrm>
            <a:off x="5521532" y="2436002"/>
            <a:ext cx="91560" cy="65671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7" name="Google Shape;1207;p17"/>
          <p:cNvSpPr/>
          <p:nvPr/>
        </p:nvSpPr>
        <p:spPr>
          <a:xfrm>
            <a:off x="5544421" y="2370364"/>
            <a:ext cx="44801" cy="44801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8" name="Google Shape;1208;p17"/>
          <p:cNvSpPr/>
          <p:nvPr/>
        </p:nvSpPr>
        <p:spPr>
          <a:xfrm>
            <a:off x="5468807" y="2303716"/>
            <a:ext cx="196981" cy="173112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9" name="Google Shape;1209;p17"/>
          <p:cNvSpPr/>
          <p:nvPr/>
        </p:nvSpPr>
        <p:spPr>
          <a:xfrm>
            <a:off x="7891120" y="1269433"/>
            <a:ext cx="86572" cy="87551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0" name="Google Shape;1210;p17"/>
          <p:cNvSpPr/>
          <p:nvPr/>
        </p:nvSpPr>
        <p:spPr>
          <a:xfrm>
            <a:off x="7857306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1" name="Google Shape;1211;p17"/>
          <p:cNvSpPr/>
          <p:nvPr/>
        </p:nvSpPr>
        <p:spPr>
          <a:xfrm>
            <a:off x="7900086" y="1533025"/>
            <a:ext cx="22890" cy="43791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2" name="Google Shape;1212;p17"/>
          <p:cNvSpPr/>
          <p:nvPr/>
        </p:nvSpPr>
        <p:spPr>
          <a:xfrm>
            <a:off x="7813548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3" name="Google Shape;1213;p17"/>
          <p:cNvSpPr/>
          <p:nvPr/>
        </p:nvSpPr>
        <p:spPr>
          <a:xfrm>
            <a:off x="7943845" y="1533025"/>
            <a:ext cx="43791" cy="43791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7"/>
          <p:cNvSpPr/>
          <p:nvPr/>
        </p:nvSpPr>
        <p:spPr>
          <a:xfrm>
            <a:off x="7746900" y="1468366"/>
            <a:ext cx="308369" cy="174091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7"/>
          <p:cNvSpPr/>
          <p:nvPr/>
        </p:nvSpPr>
        <p:spPr>
          <a:xfrm>
            <a:off x="8077140" y="1512125"/>
            <a:ext cx="43791" cy="86572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6" name="Google Shape;1216;p17"/>
          <p:cNvSpPr/>
          <p:nvPr/>
        </p:nvSpPr>
        <p:spPr>
          <a:xfrm>
            <a:off x="7857306" y="1353982"/>
            <a:ext cx="154200" cy="92539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7" name="Google Shape;1217;p17"/>
          <p:cNvSpPr/>
          <p:nvPr/>
        </p:nvSpPr>
        <p:spPr>
          <a:xfrm>
            <a:off x="7911515" y="1848064"/>
            <a:ext cx="44801" cy="44801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8" name="Google Shape;1218;p17"/>
          <p:cNvSpPr/>
          <p:nvPr/>
        </p:nvSpPr>
        <p:spPr>
          <a:xfrm>
            <a:off x="7892635" y="1914712"/>
            <a:ext cx="84583" cy="42812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9" name="Google Shape;1219;p17"/>
          <p:cNvSpPr/>
          <p:nvPr/>
        </p:nvSpPr>
        <p:spPr>
          <a:xfrm>
            <a:off x="7856801" y="1805315"/>
            <a:ext cx="154232" cy="124364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0" name="Google Shape;1220;p17"/>
          <p:cNvSpPr/>
          <p:nvPr/>
        </p:nvSpPr>
        <p:spPr>
          <a:xfrm>
            <a:off x="7788196" y="1740467"/>
            <a:ext cx="289488" cy="326460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" name="Google Shape;1221;p17"/>
          <p:cNvSpPr/>
          <p:nvPr/>
        </p:nvSpPr>
        <p:spPr>
          <a:xfrm>
            <a:off x="7769285" y="2004249"/>
            <a:ext cx="329270" cy="10864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" name="Google Shape;1222;p17"/>
          <p:cNvSpPr/>
          <p:nvPr/>
        </p:nvSpPr>
        <p:spPr>
          <a:xfrm>
            <a:off x="7859312" y="2282359"/>
            <a:ext cx="154200" cy="88561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3" name="Google Shape;1223;p17"/>
          <p:cNvSpPr/>
          <p:nvPr/>
        </p:nvSpPr>
        <p:spPr>
          <a:xfrm>
            <a:off x="7812554" y="2501182"/>
            <a:ext cx="242729" cy="89540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17"/>
          <p:cNvSpPr/>
          <p:nvPr/>
        </p:nvSpPr>
        <p:spPr>
          <a:xfrm>
            <a:off x="7893125" y="2216690"/>
            <a:ext cx="86572" cy="44801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17"/>
          <p:cNvSpPr/>
          <p:nvPr/>
        </p:nvSpPr>
        <p:spPr>
          <a:xfrm>
            <a:off x="7860322" y="2391755"/>
            <a:ext cx="150222" cy="88561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6" name="Google Shape;1226;p17"/>
          <p:cNvSpPr/>
          <p:nvPr/>
        </p:nvSpPr>
        <p:spPr>
          <a:xfrm>
            <a:off x="6427700" y="2911085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7" name="Google Shape;1227;p17"/>
          <p:cNvSpPr/>
          <p:nvPr/>
        </p:nvSpPr>
        <p:spPr>
          <a:xfrm>
            <a:off x="6406799" y="2977733"/>
            <a:ext cx="87582" cy="43791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8" name="Google Shape;1228;p17"/>
          <p:cNvSpPr/>
          <p:nvPr/>
        </p:nvSpPr>
        <p:spPr>
          <a:xfrm>
            <a:off x="6342172" y="2846426"/>
            <a:ext cx="373029" cy="239762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9" name="Google Shape;1229;p17"/>
          <p:cNvSpPr/>
          <p:nvPr/>
        </p:nvSpPr>
        <p:spPr>
          <a:xfrm>
            <a:off x="6450589" y="2779779"/>
            <a:ext cx="154200" cy="88561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17"/>
          <p:cNvSpPr/>
          <p:nvPr/>
        </p:nvSpPr>
        <p:spPr>
          <a:xfrm>
            <a:off x="6472468" y="2714141"/>
            <a:ext cx="109430" cy="44801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7"/>
          <p:cNvSpPr/>
          <p:nvPr/>
        </p:nvSpPr>
        <p:spPr>
          <a:xfrm>
            <a:off x="6406814" y="3301689"/>
            <a:ext cx="21911" cy="10946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2" name="Google Shape;1232;p17"/>
          <p:cNvSpPr/>
          <p:nvPr/>
        </p:nvSpPr>
        <p:spPr>
          <a:xfrm>
            <a:off x="6627627" y="3301689"/>
            <a:ext cx="22922" cy="10946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3" name="Google Shape;1233;p17"/>
          <p:cNvSpPr/>
          <p:nvPr/>
        </p:nvSpPr>
        <p:spPr>
          <a:xfrm>
            <a:off x="6406814" y="3432996"/>
            <a:ext cx="21911" cy="131342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4" name="Google Shape;1234;p17"/>
          <p:cNvSpPr/>
          <p:nvPr/>
        </p:nvSpPr>
        <p:spPr>
          <a:xfrm>
            <a:off x="6627627" y="3432996"/>
            <a:ext cx="22922" cy="131342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5" name="Google Shape;1235;p17"/>
          <p:cNvSpPr/>
          <p:nvPr/>
        </p:nvSpPr>
        <p:spPr>
          <a:xfrm>
            <a:off x="6342155" y="3301689"/>
            <a:ext cx="43791" cy="10946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6" name="Google Shape;1236;p17"/>
          <p:cNvSpPr/>
          <p:nvPr/>
        </p:nvSpPr>
        <p:spPr>
          <a:xfrm>
            <a:off x="6451583" y="3301689"/>
            <a:ext cx="154200" cy="10946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7" name="Google Shape;1237;p17"/>
          <p:cNvSpPr/>
          <p:nvPr/>
        </p:nvSpPr>
        <p:spPr>
          <a:xfrm>
            <a:off x="6671385" y="3417083"/>
            <a:ext cx="43823" cy="148233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8" name="Google Shape;1238;p17"/>
          <p:cNvSpPr/>
          <p:nvPr/>
        </p:nvSpPr>
        <p:spPr>
          <a:xfrm>
            <a:off x="6342155" y="3417083"/>
            <a:ext cx="43791" cy="14725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9" name="Google Shape;1239;p17"/>
          <p:cNvSpPr/>
          <p:nvPr/>
        </p:nvSpPr>
        <p:spPr>
          <a:xfrm>
            <a:off x="6517220" y="3432996"/>
            <a:ext cx="21911" cy="22922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0" name="Google Shape;1240;p17"/>
          <p:cNvSpPr/>
          <p:nvPr/>
        </p:nvSpPr>
        <p:spPr>
          <a:xfrm>
            <a:off x="6671385" y="3301689"/>
            <a:ext cx="43823" cy="10946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17"/>
          <p:cNvSpPr/>
          <p:nvPr/>
        </p:nvSpPr>
        <p:spPr>
          <a:xfrm>
            <a:off x="6451583" y="3432996"/>
            <a:ext cx="154200" cy="131342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17"/>
          <p:cNvSpPr/>
          <p:nvPr/>
        </p:nvSpPr>
        <p:spPr>
          <a:xfrm>
            <a:off x="6450572" y="3192293"/>
            <a:ext cx="154200" cy="87551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3" name="Google Shape;1243;p17"/>
          <p:cNvSpPr/>
          <p:nvPr/>
        </p:nvSpPr>
        <p:spPr>
          <a:xfrm>
            <a:off x="6627153" y="3943167"/>
            <a:ext cx="65671" cy="131310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4" name="Google Shape;1244;p17"/>
          <p:cNvSpPr/>
          <p:nvPr/>
        </p:nvSpPr>
        <p:spPr>
          <a:xfrm>
            <a:off x="6452088" y="3943167"/>
            <a:ext cx="153190" cy="63934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5" name="Google Shape;1245;p17"/>
          <p:cNvSpPr/>
          <p:nvPr/>
        </p:nvSpPr>
        <p:spPr>
          <a:xfrm>
            <a:off x="6452088" y="4013793"/>
            <a:ext cx="153190" cy="60682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6" name="Google Shape;1246;p17"/>
          <p:cNvSpPr/>
          <p:nvPr/>
        </p:nvSpPr>
        <p:spPr>
          <a:xfrm>
            <a:off x="6364540" y="3942157"/>
            <a:ext cx="65702" cy="132320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7" name="Google Shape;1247;p17"/>
          <p:cNvSpPr/>
          <p:nvPr/>
        </p:nvSpPr>
        <p:spPr>
          <a:xfrm>
            <a:off x="6462033" y="3809871"/>
            <a:ext cx="131310" cy="133331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8" name="Google Shape;1248;p17"/>
          <p:cNvSpPr/>
          <p:nvPr/>
        </p:nvSpPr>
        <p:spPr>
          <a:xfrm>
            <a:off x="6406309" y="3700444"/>
            <a:ext cx="240772" cy="219871"/>
          </a:xfrm>
          <a:custGeom>
            <a:rect b="b" l="l" r="r" t="t"/>
            <a:pathLst>
              <a:path extrusionOk="0" h="6964" w="7626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9" name="Google Shape;1249;p17"/>
          <p:cNvSpPr/>
          <p:nvPr/>
        </p:nvSpPr>
        <p:spPr>
          <a:xfrm>
            <a:off x="8237431" y="3366854"/>
            <a:ext cx="373029" cy="197960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0" name="Google Shape;1250;p17"/>
          <p:cNvSpPr/>
          <p:nvPr/>
        </p:nvSpPr>
        <p:spPr>
          <a:xfrm>
            <a:off x="8367727" y="3433502"/>
            <a:ext cx="111419" cy="21911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1" name="Google Shape;1251;p17"/>
          <p:cNvSpPr/>
          <p:nvPr/>
        </p:nvSpPr>
        <p:spPr>
          <a:xfrm>
            <a:off x="8259310" y="3192799"/>
            <a:ext cx="109430" cy="43791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2" name="Google Shape;1252;p17"/>
          <p:cNvSpPr/>
          <p:nvPr/>
        </p:nvSpPr>
        <p:spPr>
          <a:xfrm>
            <a:off x="8258300" y="3257426"/>
            <a:ext cx="109462" cy="87582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17"/>
          <p:cNvSpPr/>
          <p:nvPr/>
        </p:nvSpPr>
        <p:spPr>
          <a:xfrm>
            <a:off x="8481101" y="3213668"/>
            <a:ext cx="108452" cy="87582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17"/>
          <p:cNvSpPr/>
          <p:nvPr/>
        </p:nvSpPr>
        <p:spPr>
          <a:xfrm>
            <a:off x="8479112" y="3324074"/>
            <a:ext cx="109462" cy="21911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5" name="Google Shape;1255;p17"/>
          <p:cNvSpPr/>
          <p:nvPr/>
        </p:nvSpPr>
        <p:spPr>
          <a:xfrm>
            <a:off x="8389607" y="3236557"/>
            <a:ext cx="67660" cy="109430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" name="Google Shape;1256;p17"/>
          <p:cNvSpPr/>
          <p:nvPr/>
        </p:nvSpPr>
        <p:spPr>
          <a:xfrm>
            <a:off x="5996819" y="1403217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7" name="Google Shape;1257;p17"/>
          <p:cNvSpPr/>
          <p:nvPr/>
        </p:nvSpPr>
        <p:spPr>
          <a:xfrm>
            <a:off x="5853610" y="1268943"/>
            <a:ext cx="375018" cy="37400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8" name="Google Shape;1258;p17"/>
          <p:cNvSpPr/>
          <p:nvPr/>
        </p:nvSpPr>
        <p:spPr>
          <a:xfrm>
            <a:off x="5966984" y="1487766"/>
            <a:ext cx="147254" cy="66681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17"/>
          <p:cNvSpPr/>
          <p:nvPr/>
        </p:nvSpPr>
        <p:spPr>
          <a:xfrm>
            <a:off x="5855127" y="1741277"/>
            <a:ext cx="372050" cy="371040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7"/>
          <p:cNvSpPr/>
          <p:nvPr/>
        </p:nvSpPr>
        <p:spPr>
          <a:xfrm>
            <a:off x="5853104" y="2215837"/>
            <a:ext cx="376028" cy="375744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1" name="Google Shape;1261;p17"/>
          <p:cNvSpPr/>
          <p:nvPr/>
        </p:nvSpPr>
        <p:spPr>
          <a:xfrm>
            <a:off x="6029148" y="2350112"/>
            <a:ext cx="21911" cy="65671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2" name="Google Shape;1262;p17"/>
          <p:cNvSpPr/>
          <p:nvPr/>
        </p:nvSpPr>
        <p:spPr>
          <a:xfrm>
            <a:off x="5941631" y="2393870"/>
            <a:ext cx="21911" cy="21911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3" name="Google Shape;1263;p17"/>
          <p:cNvSpPr/>
          <p:nvPr/>
        </p:nvSpPr>
        <p:spPr>
          <a:xfrm>
            <a:off x="6116696" y="2306353"/>
            <a:ext cx="22890" cy="109430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4" name="Google Shape;1264;p17"/>
          <p:cNvSpPr/>
          <p:nvPr/>
        </p:nvSpPr>
        <p:spPr>
          <a:xfrm>
            <a:off x="8272840" y="1269433"/>
            <a:ext cx="284531" cy="262620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5" name="Google Shape;1265;p17"/>
          <p:cNvSpPr/>
          <p:nvPr/>
        </p:nvSpPr>
        <p:spPr>
          <a:xfrm>
            <a:off x="8393223" y="1334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17"/>
          <p:cNvSpPr/>
          <p:nvPr/>
        </p:nvSpPr>
        <p:spPr>
          <a:xfrm>
            <a:off x="8339488" y="1553894"/>
            <a:ext cx="153221" cy="44801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7" name="Google Shape;1267;p17"/>
          <p:cNvSpPr/>
          <p:nvPr/>
        </p:nvSpPr>
        <p:spPr>
          <a:xfrm>
            <a:off x="8361367" y="1401718"/>
            <a:ext cx="109462" cy="65671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8" name="Google Shape;1268;p17"/>
          <p:cNvSpPr/>
          <p:nvPr/>
        </p:nvSpPr>
        <p:spPr>
          <a:xfrm>
            <a:off x="8361367" y="1620542"/>
            <a:ext cx="110441" cy="21911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9" name="Google Shape;1269;p17"/>
          <p:cNvSpPr/>
          <p:nvPr/>
        </p:nvSpPr>
        <p:spPr>
          <a:xfrm>
            <a:off x="8218713" y="1739414"/>
            <a:ext cx="392951" cy="374766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17"/>
          <p:cNvSpPr/>
          <p:nvPr/>
        </p:nvSpPr>
        <p:spPr>
          <a:xfrm>
            <a:off x="8227093" y="2347507"/>
            <a:ext cx="376028" cy="242729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17"/>
          <p:cNvSpPr/>
          <p:nvPr/>
        </p:nvSpPr>
        <p:spPr>
          <a:xfrm>
            <a:off x="8391203" y="2282848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2" name="Google Shape;1272;p17"/>
          <p:cNvSpPr/>
          <p:nvPr/>
        </p:nvSpPr>
        <p:spPr>
          <a:xfrm>
            <a:off x="8315620" y="2217179"/>
            <a:ext cx="195971" cy="171123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3" name="Google Shape;1273;p17"/>
          <p:cNvSpPr/>
          <p:nvPr/>
        </p:nvSpPr>
        <p:spPr>
          <a:xfrm>
            <a:off x="6925386" y="2800506"/>
            <a:ext cx="154200" cy="125374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4" name="Google Shape;1274;p17"/>
          <p:cNvSpPr/>
          <p:nvPr/>
        </p:nvSpPr>
        <p:spPr>
          <a:xfrm>
            <a:off x="6981079" y="2845274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5" name="Google Shape;1275;p17"/>
          <p:cNvSpPr/>
          <p:nvPr/>
        </p:nvSpPr>
        <p:spPr>
          <a:xfrm>
            <a:off x="6839858" y="2712484"/>
            <a:ext cx="327281" cy="32977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6" name="Google Shape;1276;p17"/>
          <p:cNvSpPr/>
          <p:nvPr/>
        </p:nvSpPr>
        <p:spPr>
          <a:xfrm>
            <a:off x="6961189" y="2910944"/>
            <a:ext cx="84583" cy="43791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7" name="Google Shape;1277;p17"/>
          <p:cNvSpPr/>
          <p:nvPr/>
        </p:nvSpPr>
        <p:spPr>
          <a:xfrm>
            <a:off x="7070616" y="2975571"/>
            <a:ext cx="120386" cy="109841"/>
          </a:xfrm>
          <a:custGeom>
            <a:rect b="b" l="l" r="r" t="t"/>
            <a:pathLst>
              <a:path extrusionOk="0" h="3479" w="3813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" name="Google Shape;1278;p17"/>
          <p:cNvSpPr/>
          <p:nvPr/>
        </p:nvSpPr>
        <p:spPr>
          <a:xfrm>
            <a:off x="6816969" y="2977560"/>
            <a:ext cx="120386" cy="110283"/>
          </a:xfrm>
          <a:custGeom>
            <a:rect b="b" l="l" r="r" t="t"/>
            <a:pathLst>
              <a:path extrusionOk="0" h="3493" w="3813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9" name="Google Shape;1279;p17"/>
          <p:cNvSpPr/>
          <p:nvPr/>
        </p:nvSpPr>
        <p:spPr>
          <a:xfrm>
            <a:off x="6915441" y="3367358"/>
            <a:ext cx="176080" cy="17608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0" name="Google Shape;1280;p17"/>
          <p:cNvSpPr/>
          <p:nvPr/>
        </p:nvSpPr>
        <p:spPr>
          <a:xfrm>
            <a:off x="7080561" y="3214172"/>
            <a:ext cx="87551" cy="87551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1" name="Google Shape;1281;p17"/>
          <p:cNvSpPr/>
          <p:nvPr/>
        </p:nvSpPr>
        <p:spPr>
          <a:xfrm>
            <a:off x="6839858" y="3214172"/>
            <a:ext cx="86540" cy="87551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17"/>
          <p:cNvSpPr/>
          <p:nvPr/>
        </p:nvSpPr>
        <p:spPr>
          <a:xfrm>
            <a:off x="6816969" y="3301689"/>
            <a:ext cx="132320" cy="65702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17"/>
          <p:cNvSpPr/>
          <p:nvPr/>
        </p:nvSpPr>
        <p:spPr>
          <a:xfrm>
            <a:off x="7059661" y="3301689"/>
            <a:ext cx="131342" cy="65702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4" name="Google Shape;1284;p17"/>
          <p:cNvSpPr/>
          <p:nvPr/>
        </p:nvSpPr>
        <p:spPr>
          <a:xfrm>
            <a:off x="7064649" y="3389237"/>
            <a:ext cx="126353" cy="66681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5" name="Google Shape;1285;p17"/>
          <p:cNvSpPr/>
          <p:nvPr/>
        </p:nvSpPr>
        <p:spPr>
          <a:xfrm>
            <a:off x="6816969" y="3389237"/>
            <a:ext cx="127363" cy="65671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6" name="Google Shape;1286;p17"/>
          <p:cNvSpPr/>
          <p:nvPr/>
        </p:nvSpPr>
        <p:spPr>
          <a:xfrm>
            <a:off x="7023858" y="3801394"/>
            <a:ext cx="84583" cy="132352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7" name="Google Shape;1287;p17"/>
          <p:cNvSpPr/>
          <p:nvPr/>
        </p:nvSpPr>
        <p:spPr>
          <a:xfrm>
            <a:off x="6910453" y="3700933"/>
            <a:ext cx="111451" cy="65702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17"/>
          <p:cNvSpPr/>
          <p:nvPr/>
        </p:nvSpPr>
        <p:spPr>
          <a:xfrm>
            <a:off x="6899529" y="3788481"/>
            <a:ext cx="131342" cy="285510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7"/>
          <p:cNvSpPr/>
          <p:nvPr/>
        </p:nvSpPr>
        <p:spPr>
          <a:xfrm>
            <a:off x="8302073" y="3988410"/>
            <a:ext cx="22922" cy="22890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0" name="Google Shape;1290;p17"/>
          <p:cNvSpPr/>
          <p:nvPr/>
        </p:nvSpPr>
        <p:spPr>
          <a:xfrm>
            <a:off x="8236435" y="3745718"/>
            <a:ext cx="287499" cy="328259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1" name="Google Shape;1291;p17"/>
          <p:cNvSpPr/>
          <p:nvPr/>
        </p:nvSpPr>
        <p:spPr>
          <a:xfrm>
            <a:off x="8312018" y="3700950"/>
            <a:ext cx="134309" cy="67660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2" name="Google Shape;1292;p17"/>
          <p:cNvSpPr/>
          <p:nvPr/>
        </p:nvSpPr>
        <p:spPr>
          <a:xfrm>
            <a:off x="8543786" y="3855115"/>
            <a:ext cx="65671" cy="133331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3" name="Google Shape;1293;p17"/>
          <p:cNvSpPr/>
          <p:nvPr/>
        </p:nvSpPr>
        <p:spPr>
          <a:xfrm>
            <a:off x="8545775" y="3789477"/>
            <a:ext cx="65671" cy="43791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4" name="Google Shape;1294;p17"/>
          <p:cNvSpPr/>
          <p:nvPr/>
        </p:nvSpPr>
        <p:spPr>
          <a:xfrm>
            <a:off x="8550732" y="3999334"/>
            <a:ext cx="54747" cy="54747"/>
          </a:xfrm>
          <a:custGeom>
            <a:rect b="b" l="l" r="r" t="t"/>
            <a:pathLst>
              <a:path extrusionOk="0" h="1734" w="1734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17"/>
          <p:cNvSpPr/>
          <p:nvPr/>
        </p:nvSpPr>
        <p:spPr>
          <a:xfrm>
            <a:off x="6348813" y="1385152"/>
            <a:ext cx="351149" cy="249707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6" name="Google Shape;1296;p17"/>
          <p:cNvSpPr/>
          <p:nvPr/>
        </p:nvSpPr>
        <p:spPr>
          <a:xfrm>
            <a:off x="6327944" y="1261833"/>
            <a:ext cx="350139" cy="249928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7" name="Google Shape;1297;p17"/>
          <p:cNvSpPr/>
          <p:nvPr/>
        </p:nvSpPr>
        <p:spPr>
          <a:xfrm>
            <a:off x="6394561" y="1328481"/>
            <a:ext cx="238783" cy="238751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8" name="Google Shape;1298;p17"/>
          <p:cNvSpPr/>
          <p:nvPr/>
        </p:nvSpPr>
        <p:spPr>
          <a:xfrm>
            <a:off x="6523346" y="1979890"/>
            <a:ext cx="22922" cy="44770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17"/>
          <p:cNvSpPr/>
          <p:nvPr/>
        </p:nvSpPr>
        <p:spPr>
          <a:xfrm>
            <a:off x="6479588" y="1913242"/>
            <a:ext cx="22890" cy="44770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17"/>
          <p:cNvSpPr/>
          <p:nvPr/>
        </p:nvSpPr>
        <p:spPr>
          <a:xfrm>
            <a:off x="6343324" y="1740166"/>
            <a:ext cx="341204" cy="37302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1" name="Google Shape;1301;p17"/>
          <p:cNvSpPr/>
          <p:nvPr/>
        </p:nvSpPr>
        <p:spPr>
          <a:xfrm>
            <a:off x="6483077" y="2217194"/>
            <a:ext cx="64692" cy="64692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" name="Google Shape;1302;p17"/>
          <p:cNvSpPr/>
          <p:nvPr/>
        </p:nvSpPr>
        <p:spPr>
          <a:xfrm>
            <a:off x="6325913" y="2355446"/>
            <a:ext cx="376028" cy="23477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3" name="Google Shape;1303;p17"/>
          <p:cNvSpPr/>
          <p:nvPr/>
        </p:nvSpPr>
        <p:spPr>
          <a:xfrm>
            <a:off x="6460187" y="2303732"/>
            <a:ext cx="109462" cy="87551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4" name="Google Shape;1304;p17"/>
          <p:cNvSpPr/>
          <p:nvPr/>
        </p:nvSpPr>
        <p:spPr>
          <a:xfrm>
            <a:off x="5070647" y="2855378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5" name="Google Shape;1305;p17"/>
          <p:cNvSpPr/>
          <p:nvPr/>
        </p:nvSpPr>
        <p:spPr>
          <a:xfrm>
            <a:off x="4971196" y="2713147"/>
            <a:ext cx="109430" cy="10946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6" name="Google Shape;1306;p17"/>
          <p:cNvSpPr/>
          <p:nvPr/>
        </p:nvSpPr>
        <p:spPr>
          <a:xfrm>
            <a:off x="5147240" y="271314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7" name="Google Shape;1307;p17"/>
          <p:cNvSpPr/>
          <p:nvPr/>
        </p:nvSpPr>
        <p:spPr>
          <a:xfrm>
            <a:off x="5086558" y="2958838"/>
            <a:ext cx="52758" cy="31857"/>
          </a:xfrm>
          <a:custGeom>
            <a:rect b="b" l="l" r="r" t="t"/>
            <a:pathLst>
              <a:path extrusionOk="0" h="1009" w="1671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8" name="Google Shape;1308;p17"/>
          <p:cNvSpPr/>
          <p:nvPr/>
        </p:nvSpPr>
        <p:spPr>
          <a:xfrm>
            <a:off x="5015933" y="2951860"/>
            <a:ext cx="88561" cy="134309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9" name="Google Shape;1309;p17"/>
          <p:cNvSpPr/>
          <p:nvPr/>
        </p:nvSpPr>
        <p:spPr>
          <a:xfrm>
            <a:off x="5125361" y="2952871"/>
            <a:ext cx="88561" cy="134309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0" name="Google Shape;1310;p17"/>
          <p:cNvSpPr/>
          <p:nvPr/>
        </p:nvSpPr>
        <p:spPr>
          <a:xfrm>
            <a:off x="5128360" y="2818596"/>
            <a:ext cx="174091" cy="13727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7"/>
          <p:cNvSpPr/>
          <p:nvPr/>
        </p:nvSpPr>
        <p:spPr>
          <a:xfrm>
            <a:off x="4928416" y="2817586"/>
            <a:ext cx="172102" cy="137309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7"/>
          <p:cNvSpPr/>
          <p:nvPr/>
        </p:nvSpPr>
        <p:spPr>
          <a:xfrm>
            <a:off x="5095020" y="3360397"/>
            <a:ext cx="22922" cy="20901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3" name="Google Shape;1313;p17"/>
          <p:cNvSpPr/>
          <p:nvPr/>
        </p:nvSpPr>
        <p:spPr>
          <a:xfrm>
            <a:off x="5046305" y="3316355"/>
            <a:ext cx="119376" cy="10946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" name="Google Shape;1314;p17"/>
          <p:cNvSpPr/>
          <p:nvPr/>
        </p:nvSpPr>
        <p:spPr>
          <a:xfrm>
            <a:off x="5152733" y="3205222"/>
            <a:ext cx="149212" cy="150222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" name="Google Shape;1315;p17"/>
          <p:cNvSpPr/>
          <p:nvPr/>
        </p:nvSpPr>
        <p:spPr>
          <a:xfrm>
            <a:off x="5098019" y="3424046"/>
            <a:ext cx="130331" cy="129321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6" name="Google Shape;1316;p17"/>
          <p:cNvSpPr/>
          <p:nvPr/>
        </p:nvSpPr>
        <p:spPr>
          <a:xfrm>
            <a:off x="5174612" y="3363364"/>
            <a:ext cx="113408" cy="112461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7" name="Google Shape;1317;p17"/>
          <p:cNvSpPr/>
          <p:nvPr/>
        </p:nvSpPr>
        <p:spPr>
          <a:xfrm>
            <a:off x="4938866" y="3415079"/>
            <a:ext cx="152211" cy="14924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8" name="Google Shape;1318;p17"/>
          <p:cNvSpPr/>
          <p:nvPr/>
        </p:nvSpPr>
        <p:spPr>
          <a:xfrm>
            <a:off x="5098019" y="3193288"/>
            <a:ext cx="131342" cy="106462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9" name="Google Shape;1319;p17"/>
          <p:cNvSpPr/>
          <p:nvPr/>
        </p:nvSpPr>
        <p:spPr>
          <a:xfrm>
            <a:off x="4928921" y="3357398"/>
            <a:ext cx="106462" cy="135320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0" name="Google Shape;1320;p17"/>
          <p:cNvSpPr/>
          <p:nvPr/>
        </p:nvSpPr>
        <p:spPr>
          <a:xfrm>
            <a:off x="5134832" y="3802404"/>
            <a:ext cx="167113" cy="195971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7"/>
          <p:cNvSpPr/>
          <p:nvPr/>
        </p:nvSpPr>
        <p:spPr>
          <a:xfrm>
            <a:off x="5125865" y="3700933"/>
            <a:ext cx="144255" cy="16815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7"/>
          <p:cNvSpPr/>
          <p:nvPr/>
        </p:nvSpPr>
        <p:spPr>
          <a:xfrm>
            <a:off x="4928921" y="3700933"/>
            <a:ext cx="323302" cy="373061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3" name="Google Shape;1323;p17"/>
          <p:cNvSpPr/>
          <p:nvPr/>
        </p:nvSpPr>
        <p:spPr>
          <a:xfrm>
            <a:off x="7479776" y="2713921"/>
            <a:ext cx="21911" cy="55725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4" name="Google Shape;1324;p17"/>
          <p:cNvSpPr/>
          <p:nvPr/>
        </p:nvSpPr>
        <p:spPr>
          <a:xfrm>
            <a:off x="7546424" y="2737537"/>
            <a:ext cx="44770" cy="43065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5" name="Google Shape;1325;p17"/>
          <p:cNvSpPr/>
          <p:nvPr/>
        </p:nvSpPr>
        <p:spPr>
          <a:xfrm>
            <a:off x="7611050" y="2868086"/>
            <a:ext cx="44801" cy="22922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6" name="Google Shape;1326;p17"/>
          <p:cNvSpPr/>
          <p:nvPr/>
        </p:nvSpPr>
        <p:spPr>
          <a:xfrm>
            <a:off x="7305689" y="2868085"/>
            <a:ext cx="44801" cy="21911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7"/>
          <p:cNvSpPr/>
          <p:nvPr/>
        </p:nvSpPr>
        <p:spPr>
          <a:xfrm>
            <a:off x="7392227" y="2737537"/>
            <a:ext cx="44801" cy="43065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7"/>
          <p:cNvSpPr/>
          <p:nvPr/>
        </p:nvSpPr>
        <p:spPr>
          <a:xfrm>
            <a:off x="7325579" y="2780379"/>
            <a:ext cx="46790" cy="32804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9" name="Google Shape;1329;p17"/>
          <p:cNvSpPr/>
          <p:nvPr/>
        </p:nvSpPr>
        <p:spPr>
          <a:xfrm>
            <a:off x="7588193" y="2780758"/>
            <a:ext cx="46759" cy="33846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0" name="Google Shape;1330;p17"/>
          <p:cNvSpPr/>
          <p:nvPr/>
        </p:nvSpPr>
        <p:spPr>
          <a:xfrm>
            <a:off x="7365392" y="2778580"/>
            <a:ext cx="223817" cy="307832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1" name="Google Shape;1331;p17"/>
          <p:cNvSpPr/>
          <p:nvPr/>
        </p:nvSpPr>
        <p:spPr>
          <a:xfrm>
            <a:off x="7293251" y="3323079"/>
            <a:ext cx="44801" cy="241751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2" name="Google Shape;1332;p17"/>
          <p:cNvSpPr/>
          <p:nvPr/>
        </p:nvSpPr>
        <p:spPr>
          <a:xfrm>
            <a:off x="7336030" y="3411606"/>
            <a:ext cx="155210" cy="15521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3" name="Google Shape;1333;p17"/>
          <p:cNvSpPr/>
          <p:nvPr/>
        </p:nvSpPr>
        <p:spPr>
          <a:xfrm>
            <a:off x="7511096" y="3190793"/>
            <a:ext cx="133299" cy="44770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7"/>
          <p:cNvSpPr/>
          <p:nvPr/>
        </p:nvSpPr>
        <p:spPr>
          <a:xfrm>
            <a:off x="7533953" y="3258420"/>
            <a:ext cx="132352" cy="44801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5" name="Google Shape;1335;p17"/>
          <p:cNvSpPr/>
          <p:nvPr/>
        </p:nvSpPr>
        <p:spPr>
          <a:xfrm>
            <a:off x="7513085" y="3388717"/>
            <a:ext cx="154200" cy="44801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6" name="Google Shape;1336;p17"/>
          <p:cNvSpPr/>
          <p:nvPr/>
        </p:nvSpPr>
        <p:spPr>
          <a:xfrm>
            <a:off x="7490195" y="3323079"/>
            <a:ext cx="177090" cy="42812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7" name="Google Shape;1337;p17"/>
          <p:cNvSpPr/>
          <p:nvPr/>
        </p:nvSpPr>
        <p:spPr>
          <a:xfrm>
            <a:off x="7513085" y="3456374"/>
            <a:ext cx="155210" cy="110441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7"/>
          <p:cNvSpPr/>
          <p:nvPr/>
        </p:nvSpPr>
        <p:spPr>
          <a:xfrm>
            <a:off x="7359899" y="3257441"/>
            <a:ext cx="109462" cy="131310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7"/>
          <p:cNvSpPr/>
          <p:nvPr/>
        </p:nvSpPr>
        <p:spPr>
          <a:xfrm>
            <a:off x="7297734" y="3766586"/>
            <a:ext cx="366083" cy="112430"/>
          </a:xfrm>
          <a:custGeom>
            <a:rect b="b" l="l" r="r" t="t"/>
            <a:pathLst>
              <a:path extrusionOk="0" h="3561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0" name="Google Shape;1340;p17"/>
          <p:cNvSpPr/>
          <p:nvPr/>
        </p:nvSpPr>
        <p:spPr>
          <a:xfrm>
            <a:off x="7469831" y="3875003"/>
            <a:ext cx="21911" cy="22922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1" name="Google Shape;1341;p17"/>
          <p:cNvSpPr/>
          <p:nvPr/>
        </p:nvSpPr>
        <p:spPr>
          <a:xfrm>
            <a:off x="7426041" y="3844190"/>
            <a:ext cx="109462" cy="98506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2" name="Google Shape;1342;p17"/>
          <p:cNvSpPr/>
          <p:nvPr/>
        </p:nvSpPr>
        <p:spPr>
          <a:xfrm>
            <a:off x="7302722" y="3853124"/>
            <a:ext cx="356138" cy="15521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3" name="Google Shape;1343;p17"/>
          <p:cNvSpPr/>
          <p:nvPr/>
        </p:nvSpPr>
        <p:spPr>
          <a:xfrm>
            <a:off x="6540529" y="4175289"/>
            <a:ext cx="21911" cy="54747"/>
          </a:xfrm>
          <a:custGeom>
            <a:rect b="b" l="l" r="r" t="t"/>
            <a:pathLst>
              <a:path extrusionOk="0" h="173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4" name="Google Shape;1344;p17"/>
          <p:cNvSpPr/>
          <p:nvPr/>
        </p:nvSpPr>
        <p:spPr>
          <a:xfrm>
            <a:off x="6452981" y="4218289"/>
            <a:ext cx="44801" cy="4382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5" name="Google Shape;1345;p17"/>
          <p:cNvSpPr/>
          <p:nvPr/>
        </p:nvSpPr>
        <p:spPr>
          <a:xfrm>
            <a:off x="6605155" y="4218668"/>
            <a:ext cx="44801" cy="43444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6" name="Google Shape;1346;p17"/>
          <p:cNvSpPr/>
          <p:nvPr/>
        </p:nvSpPr>
        <p:spPr>
          <a:xfrm>
            <a:off x="6694693" y="4327465"/>
            <a:ext cx="44801" cy="153221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" name="Google Shape;1347;p17"/>
          <p:cNvSpPr/>
          <p:nvPr/>
        </p:nvSpPr>
        <p:spPr>
          <a:xfrm>
            <a:off x="6364454" y="4328348"/>
            <a:ext cx="44801" cy="153316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8" name="Google Shape;1348;p17"/>
          <p:cNvSpPr/>
          <p:nvPr/>
        </p:nvSpPr>
        <p:spPr>
          <a:xfrm>
            <a:off x="6489793" y="4339399"/>
            <a:ext cx="181068" cy="131342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9" name="Google Shape;1349;p17"/>
          <p:cNvSpPr/>
          <p:nvPr/>
        </p:nvSpPr>
        <p:spPr>
          <a:xfrm>
            <a:off x="6429113" y="4284685"/>
            <a:ext cx="221860" cy="238341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7"/>
          <p:cNvSpPr/>
          <p:nvPr/>
        </p:nvSpPr>
        <p:spPr>
          <a:xfrm>
            <a:off x="6832113" y="126892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7"/>
          <p:cNvSpPr/>
          <p:nvPr/>
        </p:nvSpPr>
        <p:spPr>
          <a:xfrm>
            <a:off x="6976333" y="1313696"/>
            <a:ext cx="131342" cy="8581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2" name="Google Shape;1352;p17"/>
          <p:cNvSpPr/>
          <p:nvPr/>
        </p:nvSpPr>
        <p:spPr>
          <a:xfrm>
            <a:off x="6840070" y="1509094"/>
            <a:ext cx="134309" cy="87235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3" name="Google Shape;1353;p17"/>
          <p:cNvSpPr/>
          <p:nvPr/>
        </p:nvSpPr>
        <p:spPr>
          <a:xfrm>
            <a:off x="7029058" y="1422113"/>
            <a:ext cx="112430" cy="108452"/>
          </a:xfrm>
          <a:custGeom>
            <a:rect b="b" l="l" r="r" t="t"/>
            <a:pathLst>
              <a:path extrusionOk="0" h="3435" w="3561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4" name="Google Shape;1354;p17"/>
          <p:cNvSpPr/>
          <p:nvPr/>
        </p:nvSpPr>
        <p:spPr>
          <a:xfrm>
            <a:off x="6799279" y="1376365"/>
            <a:ext cx="175101" cy="111419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5" name="Google Shape;1355;p17"/>
          <p:cNvSpPr/>
          <p:nvPr/>
        </p:nvSpPr>
        <p:spPr>
          <a:xfrm>
            <a:off x="6996224" y="1529520"/>
            <a:ext cx="177090" cy="113440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7"/>
          <p:cNvSpPr/>
          <p:nvPr/>
        </p:nvSpPr>
        <p:spPr>
          <a:xfrm>
            <a:off x="7000201" y="1871584"/>
            <a:ext cx="87582" cy="42812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7"/>
          <p:cNvSpPr/>
          <p:nvPr/>
        </p:nvSpPr>
        <p:spPr>
          <a:xfrm>
            <a:off x="7021101" y="1804937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8" name="Google Shape;1358;p17"/>
          <p:cNvSpPr/>
          <p:nvPr/>
        </p:nvSpPr>
        <p:spPr>
          <a:xfrm>
            <a:off x="6911674" y="1740278"/>
            <a:ext cx="263630" cy="263630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9" name="Google Shape;1359;p17"/>
          <p:cNvSpPr/>
          <p:nvPr/>
        </p:nvSpPr>
        <p:spPr>
          <a:xfrm>
            <a:off x="6888816" y="1934254"/>
            <a:ext cx="92539" cy="9152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0" name="Google Shape;1360;p17"/>
          <p:cNvSpPr/>
          <p:nvPr/>
        </p:nvSpPr>
        <p:spPr>
          <a:xfrm>
            <a:off x="6797290" y="1990956"/>
            <a:ext cx="126353" cy="122122"/>
          </a:xfrm>
          <a:custGeom>
            <a:rect b="b" l="l" r="r" t="t"/>
            <a:pathLst>
              <a:path extrusionOk="0" h="3868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1" name="Google Shape;1361;p17"/>
          <p:cNvSpPr/>
          <p:nvPr/>
        </p:nvSpPr>
        <p:spPr>
          <a:xfrm>
            <a:off x="6843069" y="2348468"/>
            <a:ext cx="111419" cy="10946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2" name="Google Shape;1362;p17"/>
          <p:cNvSpPr/>
          <p:nvPr/>
        </p:nvSpPr>
        <p:spPr>
          <a:xfrm>
            <a:off x="6974344" y="2217194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7"/>
          <p:cNvSpPr/>
          <p:nvPr/>
        </p:nvSpPr>
        <p:spPr>
          <a:xfrm>
            <a:off x="6799279" y="2452907"/>
            <a:ext cx="198970" cy="137309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4" name="Google Shape;1364;p17"/>
          <p:cNvSpPr/>
          <p:nvPr/>
        </p:nvSpPr>
        <p:spPr>
          <a:xfrm>
            <a:off x="5712605" y="2878772"/>
            <a:ext cx="55757" cy="22890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5" name="Google Shape;1365;p17"/>
          <p:cNvSpPr/>
          <p:nvPr/>
        </p:nvSpPr>
        <p:spPr>
          <a:xfrm>
            <a:off x="5699693" y="2923541"/>
            <a:ext cx="46790" cy="42781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" name="Google Shape;1366;p17"/>
          <p:cNvSpPr/>
          <p:nvPr/>
        </p:nvSpPr>
        <p:spPr>
          <a:xfrm>
            <a:off x="5701682" y="2813103"/>
            <a:ext cx="44801" cy="43570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7"/>
          <p:cNvSpPr/>
          <p:nvPr/>
        </p:nvSpPr>
        <p:spPr>
          <a:xfrm>
            <a:off x="5394331" y="2813103"/>
            <a:ext cx="133299" cy="132352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7"/>
          <p:cNvSpPr/>
          <p:nvPr/>
        </p:nvSpPr>
        <p:spPr>
          <a:xfrm>
            <a:off x="5634055" y="2747465"/>
            <a:ext cx="44770" cy="263630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9" name="Google Shape;1369;p17"/>
          <p:cNvSpPr/>
          <p:nvPr/>
        </p:nvSpPr>
        <p:spPr>
          <a:xfrm>
            <a:off x="5459969" y="2965310"/>
            <a:ext cx="64692" cy="87551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0" name="Google Shape;1370;p17"/>
          <p:cNvSpPr/>
          <p:nvPr/>
        </p:nvSpPr>
        <p:spPr>
          <a:xfrm>
            <a:off x="5548496" y="2774333"/>
            <a:ext cx="65671" cy="206926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1" name="Google Shape;1371;p17"/>
          <p:cNvSpPr/>
          <p:nvPr/>
        </p:nvSpPr>
        <p:spPr>
          <a:xfrm>
            <a:off x="5614637" y="3411591"/>
            <a:ext cx="154232" cy="154232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2" name="Google Shape;1372;p17"/>
          <p:cNvSpPr/>
          <p:nvPr/>
        </p:nvSpPr>
        <p:spPr>
          <a:xfrm>
            <a:off x="5394836" y="3302195"/>
            <a:ext cx="329270" cy="218861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3" name="Google Shape;1373;p17"/>
          <p:cNvSpPr/>
          <p:nvPr/>
        </p:nvSpPr>
        <p:spPr>
          <a:xfrm>
            <a:off x="5393825" y="3191788"/>
            <a:ext cx="330280" cy="89540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4" name="Google Shape;1374;p17"/>
          <p:cNvSpPr/>
          <p:nvPr/>
        </p:nvSpPr>
        <p:spPr>
          <a:xfrm>
            <a:off x="5537572" y="3700444"/>
            <a:ext cx="86540" cy="86572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17"/>
          <p:cNvSpPr/>
          <p:nvPr/>
        </p:nvSpPr>
        <p:spPr>
          <a:xfrm>
            <a:off x="5503727" y="3784993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7"/>
          <p:cNvSpPr/>
          <p:nvPr/>
        </p:nvSpPr>
        <p:spPr>
          <a:xfrm>
            <a:off x="5679802" y="3941178"/>
            <a:ext cx="88561" cy="132320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7" name="Google Shape;1377;p17"/>
          <p:cNvSpPr/>
          <p:nvPr/>
        </p:nvSpPr>
        <p:spPr>
          <a:xfrm>
            <a:off x="5394331" y="3984937"/>
            <a:ext cx="88561" cy="88561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8" name="Google Shape;1378;p17"/>
          <p:cNvSpPr/>
          <p:nvPr/>
        </p:nvSpPr>
        <p:spPr>
          <a:xfrm>
            <a:off x="5503727" y="3898399"/>
            <a:ext cx="154232" cy="17608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9" name="Google Shape;1379;p17"/>
          <p:cNvSpPr/>
          <p:nvPr/>
        </p:nvSpPr>
        <p:spPr>
          <a:xfrm>
            <a:off x="7761103" y="2807136"/>
            <a:ext cx="173112" cy="185046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0" name="Google Shape;1380;p17"/>
          <p:cNvSpPr/>
          <p:nvPr/>
        </p:nvSpPr>
        <p:spPr>
          <a:xfrm>
            <a:off x="7858596" y="2713652"/>
            <a:ext cx="184036" cy="169102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1" name="Google Shape;1381;p17"/>
          <p:cNvSpPr/>
          <p:nvPr/>
        </p:nvSpPr>
        <p:spPr>
          <a:xfrm>
            <a:off x="7967992" y="2807136"/>
            <a:ext cx="173112" cy="184036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17"/>
          <p:cNvSpPr/>
          <p:nvPr/>
        </p:nvSpPr>
        <p:spPr>
          <a:xfrm>
            <a:off x="7858596" y="2916563"/>
            <a:ext cx="186025" cy="17011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3" name="Google Shape;1383;p17"/>
          <p:cNvSpPr/>
          <p:nvPr/>
        </p:nvSpPr>
        <p:spPr>
          <a:xfrm>
            <a:off x="7972980" y="3400666"/>
            <a:ext cx="154200" cy="153221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4" name="Google Shape;1384;p17"/>
          <p:cNvSpPr/>
          <p:nvPr/>
        </p:nvSpPr>
        <p:spPr>
          <a:xfrm>
            <a:off x="7775025" y="3279305"/>
            <a:ext cx="44801" cy="273576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5" name="Google Shape;1385;p17"/>
          <p:cNvSpPr/>
          <p:nvPr/>
        </p:nvSpPr>
        <p:spPr>
          <a:xfrm>
            <a:off x="7840663" y="3290260"/>
            <a:ext cx="220881" cy="262620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17"/>
          <p:cNvSpPr/>
          <p:nvPr/>
        </p:nvSpPr>
        <p:spPr>
          <a:xfrm>
            <a:off x="7885432" y="3421535"/>
            <a:ext cx="83604" cy="21911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17"/>
          <p:cNvSpPr/>
          <p:nvPr/>
        </p:nvSpPr>
        <p:spPr>
          <a:xfrm>
            <a:off x="7775025" y="3203722"/>
            <a:ext cx="285510" cy="64692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8" name="Google Shape;1388;p17"/>
          <p:cNvSpPr/>
          <p:nvPr/>
        </p:nvSpPr>
        <p:spPr>
          <a:xfrm>
            <a:off x="7786976" y="3940673"/>
            <a:ext cx="153190" cy="133299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9" name="Google Shape;1389;p17"/>
          <p:cNvSpPr/>
          <p:nvPr/>
        </p:nvSpPr>
        <p:spPr>
          <a:xfrm>
            <a:off x="7909316" y="3959552"/>
            <a:ext cx="84583" cy="42812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0" name="Google Shape;1390;p17"/>
          <p:cNvSpPr/>
          <p:nvPr/>
        </p:nvSpPr>
        <p:spPr>
          <a:xfrm>
            <a:off x="7963019" y="3940673"/>
            <a:ext cx="152211" cy="133299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1" name="Google Shape;1391;p17"/>
          <p:cNvSpPr/>
          <p:nvPr/>
        </p:nvSpPr>
        <p:spPr>
          <a:xfrm>
            <a:off x="7809833" y="3700949"/>
            <a:ext cx="283521" cy="194992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2" name="Google Shape;1392;p17"/>
          <p:cNvSpPr/>
          <p:nvPr/>
        </p:nvSpPr>
        <p:spPr>
          <a:xfrm>
            <a:off x="7875503" y="3744707"/>
            <a:ext cx="87551" cy="65702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17"/>
          <p:cNvSpPr/>
          <p:nvPr/>
        </p:nvSpPr>
        <p:spPr>
          <a:xfrm>
            <a:off x="7984898" y="3745717"/>
            <a:ext cx="43791" cy="64692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4" name="Google Shape;1394;p17"/>
          <p:cNvSpPr/>
          <p:nvPr/>
        </p:nvSpPr>
        <p:spPr>
          <a:xfrm>
            <a:off x="7875503" y="3809366"/>
            <a:ext cx="153190" cy="131342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5" name="Google Shape;1395;p17"/>
          <p:cNvSpPr/>
          <p:nvPr/>
        </p:nvSpPr>
        <p:spPr>
          <a:xfrm>
            <a:off x="6947711" y="4181017"/>
            <a:ext cx="109430" cy="109430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6" name="Google Shape;1396;p17"/>
          <p:cNvSpPr/>
          <p:nvPr/>
        </p:nvSpPr>
        <p:spPr>
          <a:xfrm>
            <a:off x="6816405" y="4399841"/>
            <a:ext cx="375050" cy="15521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7" name="Google Shape;1397;p17"/>
          <p:cNvSpPr/>
          <p:nvPr/>
        </p:nvSpPr>
        <p:spPr>
          <a:xfrm>
            <a:off x="7072041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8" name="Google Shape;1398;p17"/>
          <p:cNvSpPr/>
          <p:nvPr/>
        </p:nvSpPr>
        <p:spPr>
          <a:xfrm>
            <a:off x="6838284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9" name="Google Shape;1399;p17"/>
          <p:cNvSpPr/>
          <p:nvPr/>
        </p:nvSpPr>
        <p:spPr>
          <a:xfrm>
            <a:off x="7011360" y="4286435"/>
            <a:ext cx="89571" cy="8957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0" name="Google Shape;1400;p17"/>
          <p:cNvSpPr/>
          <p:nvPr/>
        </p:nvSpPr>
        <p:spPr>
          <a:xfrm>
            <a:off x="6901964" y="4287445"/>
            <a:ext cx="89540" cy="92539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4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5" name="Google Shape;1405;p18"/>
          <p:cNvGrpSpPr/>
          <p:nvPr/>
        </p:nvGrpSpPr>
        <p:grpSpPr>
          <a:xfrm>
            <a:off x="301656" y="1112310"/>
            <a:ext cx="8541118" cy="3360977"/>
            <a:chOff x="763946" y="1376167"/>
            <a:chExt cx="10664400" cy="4196501"/>
          </a:xfrm>
        </p:grpSpPr>
        <p:grpSp>
          <p:nvGrpSpPr>
            <p:cNvPr id="1406" name="Google Shape;1406;p18"/>
            <p:cNvGrpSpPr/>
            <p:nvPr/>
          </p:nvGrpSpPr>
          <p:grpSpPr>
            <a:xfrm>
              <a:off x="763946" y="1376167"/>
              <a:ext cx="10664400" cy="1739382"/>
              <a:chOff x="763946" y="1687298"/>
              <a:chExt cx="10664400" cy="1739382"/>
            </a:xfrm>
          </p:grpSpPr>
          <p:grpSp>
            <p:nvGrpSpPr>
              <p:cNvPr id="1407" name="Google Shape;1407;p18"/>
              <p:cNvGrpSpPr/>
              <p:nvPr/>
            </p:nvGrpSpPr>
            <p:grpSpPr>
              <a:xfrm>
                <a:off x="763946" y="1689283"/>
                <a:ext cx="505949" cy="497962"/>
                <a:chOff x="683125" y="1955275"/>
                <a:chExt cx="299325" cy="294600"/>
              </a:xfrm>
            </p:grpSpPr>
            <p:sp>
              <p:nvSpPr>
                <p:cNvPr id="1408" name="Google Shape;1408;p18"/>
                <p:cNvSpPr/>
                <p:nvPr/>
              </p:nvSpPr>
              <p:spPr>
                <a:xfrm>
                  <a:off x="876875" y="1989925"/>
                  <a:ext cx="52800" cy="63825"/>
                </a:xfrm>
                <a:custGeom>
                  <a:rect b="b" l="l" r="r" t="t"/>
                  <a:pathLst>
                    <a:path extrusionOk="0" h="2553" w="2112">
                      <a:moveTo>
                        <a:pt x="1072" y="0"/>
                      </a:moveTo>
                      <a:cubicBezTo>
                        <a:pt x="473" y="0"/>
                        <a:pt x="64" y="473"/>
                        <a:pt x="64" y="1009"/>
                      </a:cubicBezTo>
                      <a:cubicBezTo>
                        <a:pt x="1" y="1229"/>
                        <a:pt x="158" y="1324"/>
                        <a:pt x="379" y="1324"/>
                      </a:cubicBezTo>
                      <a:cubicBezTo>
                        <a:pt x="568" y="1324"/>
                        <a:pt x="725" y="1166"/>
                        <a:pt x="725" y="977"/>
                      </a:cubicBezTo>
                      <a:cubicBezTo>
                        <a:pt x="725" y="788"/>
                        <a:pt x="883" y="631"/>
                        <a:pt x="1072" y="631"/>
                      </a:cubicBezTo>
                      <a:cubicBezTo>
                        <a:pt x="1261" y="631"/>
                        <a:pt x="1418" y="788"/>
                        <a:pt x="1418" y="977"/>
                      </a:cubicBezTo>
                      <a:cubicBezTo>
                        <a:pt x="1418" y="1103"/>
                        <a:pt x="1355" y="1198"/>
                        <a:pt x="1229" y="1292"/>
                      </a:cubicBezTo>
                      <a:cubicBezTo>
                        <a:pt x="914" y="1450"/>
                        <a:pt x="725" y="1796"/>
                        <a:pt x="725" y="2206"/>
                      </a:cubicBezTo>
                      <a:cubicBezTo>
                        <a:pt x="725" y="2395"/>
                        <a:pt x="883" y="2552"/>
                        <a:pt x="1072" y="2552"/>
                      </a:cubicBezTo>
                      <a:cubicBezTo>
                        <a:pt x="1261" y="2552"/>
                        <a:pt x="1418" y="2395"/>
                        <a:pt x="1418" y="2206"/>
                      </a:cubicBezTo>
                      <a:cubicBezTo>
                        <a:pt x="1418" y="2080"/>
                        <a:pt x="1481" y="1954"/>
                        <a:pt x="1544" y="1922"/>
                      </a:cubicBezTo>
                      <a:cubicBezTo>
                        <a:pt x="1891" y="1733"/>
                        <a:pt x="2111" y="1355"/>
                        <a:pt x="2111" y="1009"/>
                      </a:cubicBezTo>
                      <a:cubicBezTo>
                        <a:pt x="2111" y="410"/>
                        <a:pt x="1639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9" name="Google Shape;1409;p18"/>
                <p:cNvSpPr/>
                <p:nvPr/>
              </p:nvSpPr>
              <p:spPr>
                <a:xfrm>
                  <a:off x="683125" y="2058450"/>
                  <a:ext cx="159900" cy="191425"/>
                </a:xfrm>
                <a:custGeom>
                  <a:rect b="b" l="l" r="r" t="t"/>
                  <a:pathLst>
                    <a:path extrusionOk="0" h="7657" w="6396">
                      <a:moveTo>
                        <a:pt x="3245" y="693"/>
                      </a:moveTo>
                      <a:cubicBezTo>
                        <a:pt x="3812" y="693"/>
                        <a:pt x="4285" y="1166"/>
                        <a:pt x="4285" y="1702"/>
                      </a:cubicBezTo>
                      <a:cubicBezTo>
                        <a:pt x="4285" y="2269"/>
                        <a:pt x="3812" y="2710"/>
                        <a:pt x="3245" y="2710"/>
                      </a:cubicBezTo>
                      <a:cubicBezTo>
                        <a:pt x="2647" y="2710"/>
                        <a:pt x="2174" y="2269"/>
                        <a:pt x="2174" y="1702"/>
                      </a:cubicBezTo>
                      <a:cubicBezTo>
                        <a:pt x="2174" y="1166"/>
                        <a:pt x="2678" y="693"/>
                        <a:pt x="3245" y="693"/>
                      </a:cubicBezTo>
                      <a:close/>
                      <a:moveTo>
                        <a:pt x="3245" y="3434"/>
                      </a:moveTo>
                      <a:cubicBezTo>
                        <a:pt x="4569" y="3434"/>
                        <a:pt x="5671" y="4537"/>
                        <a:pt x="5671" y="5892"/>
                      </a:cubicBezTo>
                      <a:lnTo>
                        <a:pt x="5671" y="6994"/>
                      </a:lnTo>
                      <a:lnTo>
                        <a:pt x="788" y="6994"/>
                      </a:lnTo>
                      <a:lnTo>
                        <a:pt x="788" y="5892"/>
                      </a:lnTo>
                      <a:cubicBezTo>
                        <a:pt x="788" y="4537"/>
                        <a:pt x="1891" y="3434"/>
                        <a:pt x="3245" y="3434"/>
                      </a:cubicBezTo>
                      <a:close/>
                      <a:moveTo>
                        <a:pt x="3182" y="0"/>
                      </a:moveTo>
                      <a:cubicBezTo>
                        <a:pt x="2237" y="0"/>
                        <a:pt x="1418" y="788"/>
                        <a:pt x="1418" y="1733"/>
                      </a:cubicBezTo>
                      <a:cubicBezTo>
                        <a:pt x="1418" y="2206"/>
                        <a:pt x="1607" y="2678"/>
                        <a:pt x="1985" y="2993"/>
                      </a:cubicBezTo>
                      <a:cubicBezTo>
                        <a:pt x="819" y="3466"/>
                        <a:pt x="0" y="4569"/>
                        <a:pt x="0" y="5892"/>
                      </a:cubicBezTo>
                      <a:lnTo>
                        <a:pt x="0" y="7309"/>
                      </a:lnTo>
                      <a:cubicBezTo>
                        <a:pt x="126" y="7499"/>
                        <a:pt x="284" y="7656"/>
                        <a:pt x="441" y="7656"/>
                      </a:cubicBezTo>
                      <a:lnTo>
                        <a:pt x="6018" y="7656"/>
                      </a:lnTo>
                      <a:cubicBezTo>
                        <a:pt x="6238" y="7656"/>
                        <a:pt x="6396" y="7499"/>
                        <a:pt x="6396" y="7309"/>
                      </a:cubicBezTo>
                      <a:lnTo>
                        <a:pt x="6396" y="5892"/>
                      </a:lnTo>
                      <a:cubicBezTo>
                        <a:pt x="6396" y="4569"/>
                        <a:pt x="5545" y="3466"/>
                        <a:pt x="4411" y="2993"/>
                      </a:cubicBezTo>
                      <a:cubicBezTo>
                        <a:pt x="4758" y="2647"/>
                        <a:pt x="4978" y="2206"/>
                        <a:pt x="4978" y="1733"/>
                      </a:cubicBezTo>
                      <a:cubicBezTo>
                        <a:pt x="4978" y="788"/>
                        <a:pt x="4190" y="0"/>
                        <a:pt x="3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0" name="Google Shape;1410;p18"/>
                <p:cNvSpPr/>
                <p:nvPr/>
              </p:nvSpPr>
              <p:spPr>
                <a:xfrm>
                  <a:off x="824900" y="1955275"/>
                  <a:ext cx="157550" cy="155975"/>
                </a:xfrm>
                <a:custGeom>
                  <a:rect b="b" l="l" r="r" t="t"/>
                  <a:pathLst>
                    <a:path extrusionOk="0" h="6239" w="6302">
                      <a:moveTo>
                        <a:pt x="3151" y="662"/>
                      </a:moveTo>
                      <a:cubicBezTo>
                        <a:pt x="4505" y="662"/>
                        <a:pt x="5608" y="1765"/>
                        <a:pt x="5608" y="3119"/>
                      </a:cubicBezTo>
                      <a:cubicBezTo>
                        <a:pt x="5608" y="4442"/>
                        <a:pt x="4505" y="5545"/>
                        <a:pt x="3151" y="5545"/>
                      </a:cubicBezTo>
                      <a:cubicBezTo>
                        <a:pt x="2710" y="5545"/>
                        <a:pt x="2332" y="5451"/>
                        <a:pt x="1954" y="5230"/>
                      </a:cubicBezTo>
                      <a:cubicBezTo>
                        <a:pt x="1890" y="5199"/>
                        <a:pt x="1796" y="5199"/>
                        <a:pt x="1733" y="5199"/>
                      </a:cubicBezTo>
                      <a:lnTo>
                        <a:pt x="945" y="5388"/>
                      </a:lnTo>
                      <a:lnTo>
                        <a:pt x="1166" y="4694"/>
                      </a:lnTo>
                      <a:cubicBezTo>
                        <a:pt x="1229" y="4568"/>
                        <a:pt x="1166" y="4505"/>
                        <a:pt x="1134" y="4411"/>
                      </a:cubicBezTo>
                      <a:cubicBezTo>
                        <a:pt x="914" y="4033"/>
                        <a:pt x="756" y="3592"/>
                        <a:pt x="756" y="3119"/>
                      </a:cubicBezTo>
                      <a:cubicBezTo>
                        <a:pt x="725" y="1733"/>
                        <a:pt x="1827" y="662"/>
                        <a:pt x="3151" y="662"/>
                      </a:cubicBezTo>
                      <a:close/>
                      <a:moveTo>
                        <a:pt x="3182" y="0"/>
                      </a:moveTo>
                      <a:cubicBezTo>
                        <a:pt x="1449" y="0"/>
                        <a:pt x="95" y="1418"/>
                        <a:pt x="95" y="3119"/>
                      </a:cubicBezTo>
                      <a:cubicBezTo>
                        <a:pt x="95" y="3655"/>
                        <a:pt x="189" y="4190"/>
                        <a:pt x="473" y="4663"/>
                      </a:cubicBezTo>
                      <a:lnTo>
                        <a:pt x="32" y="5766"/>
                      </a:lnTo>
                      <a:cubicBezTo>
                        <a:pt x="0" y="5860"/>
                        <a:pt x="32" y="5986"/>
                        <a:pt x="126" y="6112"/>
                      </a:cubicBezTo>
                      <a:cubicBezTo>
                        <a:pt x="189" y="6175"/>
                        <a:pt x="315" y="6238"/>
                        <a:pt x="473" y="6238"/>
                      </a:cubicBezTo>
                      <a:lnTo>
                        <a:pt x="1764" y="5923"/>
                      </a:lnTo>
                      <a:cubicBezTo>
                        <a:pt x="2206" y="6144"/>
                        <a:pt x="2678" y="6238"/>
                        <a:pt x="3182" y="6238"/>
                      </a:cubicBezTo>
                      <a:cubicBezTo>
                        <a:pt x="4915" y="6238"/>
                        <a:pt x="6301" y="4820"/>
                        <a:pt x="6301" y="3119"/>
                      </a:cubicBezTo>
                      <a:cubicBezTo>
                        <a:pt x="6301" y="1386"/>
                        <a:pt x="4883" y="0"/>
                        <a:pt x="3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1" name="Google Shape;1411;p18"/>
                <p:cNvSpPr/>
                <p:nvPr/>
              </p:nvSpPr>
              <p:spPr>
                <a:xfrm>
                  <a:off x="895000" y="2058450"/>
                  <a:ext cx="17350" cy="18125"/>
                </a:xfrm>
                <a:custGeom>
                  <a:rect b="b" l="l" r="r" t="t"/>
                  <a:pathLst>
                    <a:path extrusionOk="0" h="725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cubicBezTo>
                        <a:pt x="536" y="725"/>
                        <a:pt x="693" y="567"/>
                        <a:pt x="693" y="378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12" name="Google Shape;1412;p18"/>
              <p:cNvGrpSpPr/>
              <p:nvPr/>
            </p:nvGrpSpPr>
            <p:grpSpPr>
              <a:xfrm>
                <a:off x="765276" y="2281040"/>
                <a:ext cx="503287" cy="500667"/>
                <a:chOff x="685475" y="2318350"/>
                <a:chExt cx="297750" cy="296200"/>
              </a:xfrm>
            </p:grpSpPr>
            <p:sp>
              <p:nvSpPr>
                <p:cNvPr id="1413" name="Google Shape;1413;p18"/>
                <p:cNvSpPr/>
                <p:nvPr/>
              </p:nvSpPr>
              <p:spPr>
                <a:xfrm>
                  <a:off x="685475" y="2371925"/>
                  <a:ext cx="142600" cy="241975"/>
                </a:xfrm>
                <a:custGeom>
                  <a:rect b="b" l="l" r="r" t="t"/>
                  <a:pathLst>
                    <a:path extrusionOk="0" h="9679" w="5704">
                      <a:moveTo>
                        <a:pt x="2080" y="662"/>
                      </a:moveTo>
                      <a:cubicBezTo>
                        <a:pt x="2458" y="662"/>
                        <a:pt x="2773" y="977"/>
                        <a:pt x="2773" y="1387"/>
                      </a:cubicBezTo>
                      <a:cubicBezTo>
                        <a:pt x="2773" y="1765"/>
                        <a:pt x="2458" y="2080"/>
                        <a:pt x="2080" y="2080"/>
                      </a:cubicBezTo>
                      <a:cubicBezTo>
                        <a:pt x="1671" y="2080"/>
                        <a:pt x="1356" y="1765"/>
                        <a:pt x="1356" y="1387"/>
                      </a:cubicBezTo>
                      <a:cubicBezTo>
                        <a:pt x="1356" y="977"/>
                        <a:pt x="1734" y="662"/>
                        <a:pt x="2080" y="662"/>
                      </a:cubicBezTo>
                      <a:close/>
                      <a:moveTo>
                        <a:pt x="2962" y="6900"/>
                      </a:moveTo>
                      <a:lnTo>
                        <a:pt x="3120" y="7593"/>
                      </a:lnTo>
                      <a:lnTo>
                        <a:pt x="1135" y="7593"/>
                      </a:lnTo>
                      <a:lnTo>
                        <a:pt x="1293" y="6900"/>
                      </a:lnTo>
                      <a:close/>
                      <a:moveTo>
                        <a:pt x="1742" y="2767"/>
                      </a:moveTo>
                      <a:cubicBezTo>
                        <a:pt x="1866" y="2767"/>
                        <a:pt x="1991" y="2831"/>
                        <a:pt x="2049" y="2962"/>
                      </a:cubicBezTo>
                      <a:lnTo>
                        <a:pt x="2553" y="3938"/>
                      </a:lnTo>
                      <a:cubicBezTo>
                        <a:pt x="2584" y="4064"/>
                        <a:pt x="2742" y="4127"/>
                        <a:pt x="2868" y="4127"/>
                      </a:cubicBezTo>
                      <a:lnTo>
                        <a:pt x="3813" y="4127"/>
                      </a:lnTo>
                      <a:cubicBezTo>
                        <a:pt x="4002" y="4127"/>
                        <a:pt x="4159" y="4285"/>
                        <a:pt x="4159" y="4474"/>
                      </a:cubicBezTo>
                      <a:cubicBezTo>
                        <a:pt x="4159" y="4695"/>
                        <a:pt x="4002" y="4852"/>
                        <a:pt x="3813" y="4852"/>
                      </a:cubicBezTo>
                      <a:lnTo>
                        <a:pt x="2427" y="4852"/>
                      </a:lnTo>
                      <a:cubicBezTo>
                        <a:pt x="2301" y="4852"/>
                        <a:pt x="2175" y="4758"/>
                        <a:pt x="2112" y="4631"/>
                      </a:cubicBezTo>
                      <a:cubicBezTo>
                        <a:pt x="2042" y="4515"/>
                        <a:pt x="1919" y="4450"/>
                        <a:pt x="1784" y="4450"/>
                      </a:cubicBezTo>
                      <a:cubicBezTo>
                        <a:pt x="1737" y="4450"/>
                        <a:pt x="1688" y="4458"/>
                        <a:pt x="1639" y="4474"/>
                      </a:cubicBezTo>
                      <a:cubicBezTo>
                        <a:pt x="1482" y="4568"/>
                        <a:pt x="1387" y="4758"/>
                        <a:pt x="1482" y="4947"/>
                      </a:cubicBezTo>
                      <a:cubicBezTo>
                        <a:pt x="1671" y="5325"/>
                        <a:pt x="2017" y="5545"/>
                        <a:pt x="2427" y="5545"/>
                      </a:cubicBezTo>
                      <a:lnTo>
                        <a:pt x="3813" y="5545"/>
                      </a:lnTo>
                      <a:cubicBezTo>
                        <a:pt x="3970" y="5545"/>
                        <a:pt x="4128" y="5671"/>
                        <a:pt x="4159" y="5829"/>
                      </a:cubicBezTo>
                      <a:lnTo>
                        <a:pt x="4853" y="8570"/>
                      </a:lnTo>
                      <a:cubicBezTo>
                        <a:pt x="4916" y="8790"/>
                        <a:pt x="4790" y="8979"/>
                        <a:pt x="4632" y="9011"/>
                      </a:cubicBezTo>
                      <a:cubicBezTo>
                        <a:pt x="4608" y="9015"/>
                        <a:pt x="4584" y="9017"/>
                        <a:pt x="4560" y="9017"/>
                      </a:cubicBezTo>
                      <a:cubicBezTo>
                        <a:pt x="4403" y="9017"/>
                        <a:pt x="4273" y="8927"/>
                        <a:pt x="4191" y="8790"/>
                      </a:cubicBezTo>
                      <a:lnTo>
                        <a:pt x="3655" y="6522"/>
                      </a:lnTo>
                      <a:cubicBezTo>
                        <a:pt x="3592" y="6364"/>
                        <a:pt x="3498" y="6270"/>
                        <a:pt x="3277" y="6270"/>
                      </a:cubicBezTo>
                      <a:lnTo>
                        <a:pt x="1040" y="6270"/>
                      </a:lnTo>
                      <a:cubicBezTo>
                        <a:pt x="914" y="6270"/>
                        <a:pt x="851" y="6207"/>
                        <a:pt x="757" y="6144"/>
                      </a:cubicBezTo>
                      <a:cubicBezTo>
                        <a:pt x="694" y="5986"/>
                        <a:pt x="694" y="5892"/>
                        <a:pt x="694" y="5797"/>
                      </a:cubicBezTo>
                      <a:lnTo>
                        <a:pt x="1419" y="3025"/>
                      </a:lnTo>
                      <a:cubicBezTo>
                        <a:pt x="1453" y="2855"/>
                        <a:pt x="1597" y="2767"/>
                        <a:pt x="1742" y="2767"/>
                      </a:cubicBezTo>
                      <a:close/>
                      <a:moveTo>
                        <a:pt x="2143" y="0"/>
                      </a:moveTo>
                      <a:cubicBezTo>
                        <a:pt x="1419" y="0"/>
                        <a:pt x="788" y="630"/>
                        <a:pt x="788" y="1387"/>
                      </a:cubicBezTo>
                      <a:cubicBezTo>
                        <a:pt x="788" y="1733"/>
                        <a:pt x="946" y="2080"/>
                        <a:pt x="1135" y="2332"/>
                      </a:cubicBezTo>
                      <a:cubicBezTo>
                        <a:pt x="977" y="2426"/>
                        <a:pt x="851" y="2647"/>
                        <a:pt x="788" y="2867"/>
                      </a:cubicBezTo>
                      <a:lnTo>
                        <a:pt x="64" y="5640"/>
                      </a:lnTo>
                      <a:cubicBezTo>
                        <a:pt x="1" y="5955"/>
                        <a:pt x="64" y="6270"/>
                        <a:pt x="253" y="6522"/>
                      </a:cubicBezTo>
                      <a:cubicBezTo>
                        <a:pt x="347" y="6648"/>
                        <a:pt x="473" y="6774"/>
                        <a:pt x="631" y="6805"/>
                      </a:cubicBezTo>
                      <a:lnTo>
                        <a:pt x="32" y="9263"/>
                      </a:lnTo>
                      <a:cubicBezTo>
                        <a:pt x="1" y="9452"/>
                        <a:pt x="95" y="9609"/>
                        <a:pt x="253" y="9672"/>
                      </a:cubicBezTo>
                      <a:cubicBezTo>
                        <a:pt x="281" y="9676"/>
                        <a:pt x="309" y="9678"/>
                        <a:pt x="335" y="9678"/>
                      </a:cubicBezTo>
                      <a:cubicBezTo>
                        <a:pt x="513" y="9678"/>
                        <a:pt x="639" y="9589"/>
                        <a:pt x="694" y="9452"/>
                      </a:cubicBezTo>
                      <a:lnTo>
                        <a:pt x="977" y="8318"/>
                      </a:lnTo>
                      <a:lnTo>
                        <a:pt x="3372" y="8318"/>
                      </a:lnTo>
                      <a:lnTo>
                        <a:pt x="3529" y="8885"/>
                      </a:lnTo>
                      <a:cubicBezTo>
                        <a:pt x="3661" y="9359"/>
                        <a:pt x="4079" y="9679"/>
                        <a:pt x="4526" y="9679"/>
                      </a:cubicBezTo>
                      <a:cubicBezTo>
                        <a:pt x="4613" y="9679"/>
                        <a:pt x="4702" y="9667"/>
                        <a:pt x="4790" y="9641"/>
                      </a:cubicBezTo>
                      <a:cubicBezTo>
                        <a:pt x="5357" y="9483"/>
                        <a:pt x="5703" y="8916"/>
                        <a:pt x="5546" y="8381"/>
                      </a:cubicBezTo>
                      <a:lnTo>
                        <a:pt x="4821" y="5640"/>
                      </a:lnTo>
                      <a:cubicBezTo>
                        <a:pt x="4790" y="5482"/>
                        <a:pt x="4727" y="5325"/>
                        <a:pt x="4601" y="5199"/>
                      </a:cubicBezTo>
                      <a:cubicBezTo>
                        <a:pt x="4758" y="5010"/>
                        <a:pt x="4884" y="4758"/>
                        <a:pt x="4884" y="4474"/>
                      </a:cubicBezTo>
                      <a:cubicBezTo>
                        <a:pt x="4884" y="3907"/>
                        <a:pt x="4412" y="3466"/>
                        <a:pt x="3844" y="3466"/>
                      </a:cubicBezTo>
                      <a:lnTo>
                        <a:pt x="3088" y="3466"/>
                      </a:lnTo>
                      <a:lnTo>
                        <a:pt x="2710" y="2647"/>
                      </a:lnTo>
                      <a:cubicBezTo>
                        <a:pt x="3183" y="2395"/>
                        <a:pt x="3529" y="1922"/>
                        <a:pt x="3529" y="1387"/>
                      </a:cubicBezTo>
                      <a:cubicBezTo>
                        <a:pt x="3529" y="630"/>
                        <a:pt x="2899" y="0"/>
                        <a:pt x="21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" name="Google Shape;1414;p18"/>
                <p:cNvSpPr/>
                <p:nvPr/>
              </p:nvSpPr>
              <p:spPr>
                <a:xfrm>
                  <a:off x="839850" y="2371925"/>
                  <a:ext cx="143375" cy="242625"/>
                </a:xfrm>
                <a:custGeom>
                  <a:rect b="b" l="l" r="r" t="t"/>
                  <a:pathLst>
                    <a:path extrusionOk="0" h="9705" w="5735">
                      <a:moveTo>
                        <a:pt x="3624" y="662"/>
                      </a:moveTo>
                      <a:cubicBezTo>
                        <a:pt x="4002" y="662"/>
                        <a:pt x="4317" y="977"/>
                        <a:pt x="4317" y="1355"/>
                      </a:cubicBezTo>
                      <a:cubicBezTo>
                        <a:pt x="4317" y="1765"/>
                        <a:pt x="4002" y="2080"/>
                        <a:pt x="3624" y="2080"/>
                      </a:cubicBezTo>
                      <a:cubicBezTo>
                        <a:pt x="3214" y="2080"/>
                        <a:pt x="2899" y="1765"/>
                        <a:pt x="2899" y="1355"/>
                      </a:cubicBezTo>
                      <a:cubicBezTo>
                        <a:pt x="2899" y="977"/>
                        <a:pt x="3214" y="662"/>
                        <a:pt x="3624" y="662"/>
                      </a:cubicBezTo>
                      <a:close/>
                      <a:moveTo>
                        <a:pt x="4317" y="6900"/>
                      </a:moveTo>
                      <a:lnTo>
                        <a:pt x="4474" y="7593"/>
                      </a:lnTo>
                      <a:lnTo>
                        <a:pt x="2490" y="7593"/>
                      </a:lnTo>
                      <a:lnTo>
                        <a:pt x="2647" y="6900"/>
                      </a:lnTo>
                      <a:close/>
                      <a:moveTo>
                        <a:pt x="3962" y="2731"/>
                      </a:moveTo>
                      <a:cubicBezTo>
                        <a:pt x="4108" y="2731"/>
                        <a:pt x="4250" y="2818"/>
                        <a:pt x="4285" y="2993"/>
                      </a:cubicBezTo>
                      <a:lnTo>
                        <a:pt x="4979" y="5734"/>
                      </a:lnTo>
                      <a:cubicBezTo>
                        <a:pt x="5010" y="6018"/>
                        <a:pt x="4853" y="6207"/>
                        <a:pt x="4632" y="6207"/>
                      </a:cubicBezTo>
                      <a:lnTo>
                        <a:pt x="2395" y="6207"/>
                      </a:lnTo>
                      <a:cubicBezTo>
                        <a:pt x="2238" y="6207"/>
                        <a:pt x="2080" y="6333"/>
                        <a:pt x="2049" y="6490"/>
                      </a:cubicBezTo>
                      <a:lnTo>
                        <a:pt x="1482" y="8727"/>
                      </a:lnTo>
                      <a:cubicBezTo>
                        <a:pt x="1456" y="8883"/>
                        <a:pt x="1323" y="8996"/>
                        <a:pt x="1154" y="8996"/>
                      </a:cubicBezTo>
                      <a:cubicBezTo>
                        <a:pt x="1118" y="8996"/>
                        <a:pt x="1080" y="8990"/>
                        <a:pt x="1040" y="8979"/>
                      </a:cubicBezTo>
                      <a:cubicBezTo>
                        <a:pt x="851" y="8916"/>
                        <a:pt x="725" y="8727"/>
                        <a:pt x="820" y="8538"/>
                      </a:cubicBezTo>
                      <a:lnTo>
                        <a:pt x="1513" y="5766"/>
                      </a:lnTo>
                      <a:cubicBezTo>
                        <a:pt x="1576" y="5608"/>
                        <a:pt x="1671" y="5514"/>
                        <a:pt x="1891" y="5514"/>
                      </a:cubicBezTo>
                      <a:lnTo>
                        <a:pt x="3246" y="5514"/>
                      </a:lnTo>
                      <a:cubicBezTo>
                        <a:pt x="3655" y="5514"/>
                        <a:pt x="4002" y="5262"/>
                        <a:pt x="4222" y="4915"/>
                      </a:cubicBezTo>
                      <a:cubicBezTo>
                        <a:pt x="4285" y="4758"/>
                        <a:pt x="4222" y="4537"/>
                        <a:pt x="4033" y="4442"/>
                      </a:cubicBezTo>
                      <a:cubicBezTo>
                        <a:pt x="3993" y="4426"/>
                        <a:pt x="3948" y="4418"/>
                        <a:pt x="3902" y="4418"/>
                      </a:cubicBezTo>
                      <a:cubicBezTo>
                        <a:pt x="3770" y="4418"/>
                        <a:pt x="3631" y="4483"/>
                        <a:pt x="3561" y="4600"/>
                      </a:cubicBezTo>
                      <a:cubicBezTo>
                        <a:pt x="3529" y="4726"/>
                        <a:pt x="3372" y="4789"/>
                        <a:pt x="3246" y="4789"/>
                      </a:cubicBezTo>
                      <a:lnTo>
                        <a:pt x="1891" y="4789"/>
                      </a:lnTo>
                      <a:cubicBezTo>
                        <a:pt x="1671" y="4789"/>
                        <a:pt x="1513" y="4631"/>
                        <a:pt x="1513" y="4442"/>
                      </a:cubicBezTo>
                      <a:cubicBezTo>
                        <a:pt x="1513" y="4253"/>
                        <a:pt x="1671" y="4096"/>
                        <a:pt x="1891" y="4096"/>
                      </a:cubicBezTo>
                      <a:lnTo>
                        <a:pt x="2836" y="4096"/>
                      </a:lnTo>
                      <a:cubicBezTo>
                        <a:pt x="2931" y="4096"/>
                        <a:pt x="3057" y="4001"/>
                        <a:pt x="3151" y="3907"/>
                      </a:cubicBezTo>
                      <a:cubicBezTo>
                        <a:pt x="3151" y="3844"/>
                        <a:pt x="3655" y="2899"/>
                        <a:pt x="3655" y="2899"/>
                      </a:cubicBezTo>
                      <a:cubicBezTo>
                        <a:pt x="3725" y="2787"/>
                        <a:pt x="3845" y="2731"/>
                        <a:pt x="3962" y="2731"/>
                      </a:cubicBezTo>
                      <a:close/>
                      <a:moveTo>
                        <a:pt x="3529" y="0"/>
                      </a:moveTo>
                      <a:cubicBezTo>
                        <a:pt x="2805" y="0"/>
                        <a:pt x="2175" y="630"/>
                        <a:pt x="2175" y="1355"/>
                      </a:cubicBezTo>
                      <a:cubicBezTo>
                        <a:pt x="2175" y="1922"/>
                        <a:pt x="2490" y="2395"/>
                        <a:pt x="2994" y="2615"/>
                      </a:cubicBezTo>
                      <a:lnTo>
                        <a:pt x="2584" y="3466"/>
                      </a:lnTo>
                      <a:lnTo>
                        <a:pt x="1860" y="3466"/>
                      </a:lnTo>
                      <a:cubicBezTo>
                        <a:pt x="1261" y="3466"/>
                        <a:pt x="820" y="3938"/>
                        <a:pt x="820" y="4474"/>
                      </a:cubicBezTo>
                      <a:cubicBezTo>
                        <a:pt x="820" y="4758"/>
                        <a:pt x="946" y="4978"/>
                        <a:pt x="1103" y="5199"/>
                      </a:cubicBezTo>
                      <a:cubicBezTo>
                        <a:pt x="977" y="5325"/>
                        <a:pt x="914" y="5451"/>
                        <a:pt x="851" y="5608"/>
                      </a:cubicBezTo>
                      <a:lnTo>
                        <a:pt x="158" y="8381"/>
                      </a:lnTo>
                      <a:cubicBezTo>
                        <a:pt x="1" y="8916"/>
                        <a:pt x="347" y="9483"/>
                        <a:pt x="914" y="9641"/>
                      </a:cubicBezTo>
                      <a:cubicBezTo>
                        <a:pt x="1002" y="9667"/>
                        <a:pt x="1091" y="9679"/>
                        <a:pt x="1178" y="9679"/>
                      </a:cubicBezTo>
                      <a:cubicBezTo>
                        <a:pt x="1624" y="9679"/>
                        <a:pt x="2038" y="9359"/>
                        <a:pt x="2143" y="8885"/>
                      </a:cubicBezTo>
                      <a:lnTo>
                        <a:pt x="2332" y="8286"/>
                      </a:lnTo>
                      <a:lnTo>
                        <a:pt x="4695" y="8286"/>
                      </a:lnTo>
                      <a:lnTo>
                        <a:pt x="4947" y="9452"/>
                      </a:lnTo>
                      <a:cubicBezTo>
                        <a:pt x="4995" y="9597"/>
                        <a:pt x="5118" y="9704"/>
                        <a:pt x="5257" y="9704"/>
                      </a:cubicBezTo>
                      <a:cubicBezTo>
                        <a:pt x="5300" y="9704"/>
                        <a:pt x="5344" y="9694"/>
                        <a:pt x="5388" y="9672"/>
                      </a:cubicBezTo>
                      <a:cubicBezTo>
                        <a:pt x="5577" y="9641"/>
                        <a:pt x="5703" y="9452"/>
                        <a:pt x="5609" y="9231"/>
                      </a:cubicBezTo>
                      <a:lnTo>
                        <a:pt x="5042" y="6805"/>
                      </a:lnTo>
                      <a:cubicBezTo>
                        <a:pt x="5514" y="6616"/>
                        <a:pt x="5735" y="6144"/>
                        <a:pt x="5640" y="5640"/>
                      </a:cubicBezTo>
                      <a:lnTo>
                        <a:pt x="4916" y="2867"/>
                      </a:lnTo>
                      <a:cubicBezTo>
                        <a:pt x="4884" y="2647"/>
                        <a:pt x="4758" y="2489"/>
                        <a:pt x="4569" y="2332"/>
                      </a:cubicBezTo>
                      <a:cubicBezTo>
                        <a:pt x="4790" y="2080"/>
                        <a:pt x="4916" y="1733"/>
                        <a:pt x="4916" y="1355"/>
                      </a:cubicBezTo>
                      <a:cubicBezTo>
                        <a:pt x="4916" y="630"/>
                        <a:pt x="4285" y="0"/>
                        <a:pt x="352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" name="Google Shape;1415;p18"/>
                <p:cNvSpPr/>
                <p:nvPr/>
              </p:nvSpPr>
              <p:spPr>
                <a:xfrm>
                  <a:off x="772900" y="2318350"/>
                  <a:ext cx="122125" cy="105075"/>
                </a:xfrm>
                <a:custGeom>
                  <a:rect b="b" l="l" r="r" t="t"/>
                  <a:pathLst>
                    <a:path extrusionOk="0" h="4203" w="4885">
                      <a:moveTo>
                        <a:pt x="3844" y="631"/>
                      </a:moveTo>
                      <a:cubicBezTo>
                        <a:pt x="4034" y="631"/>
                        <a:pt x="4223" y="789"/>
                        <a:pt x="4223" y="978"/>
                      </a:cubicBezTo>
                      <a:lnTo>
                        <a:pt x="4223" y="1734"/>
                      </a:lnTo>
                      <a:cubicBezTo>
                        <a:pt x="4223" y="1923"/>
                        <a:pt x="4034" y="2112"/>
                        <a:pt x="3844" y="2112"/>
                      </a:cubicBezTo>
                      <a:cubicBezTo>
                        <a:pt x="3655" y="2143"/>
                        <a:pt x="3498" y="2301"/>
                        <a:pt x="3498" y="2458"/>
                      </a:cubicBezTo>
                      <a:lnTo>
                        <a:pt x="3498" y="2994"/>
                      </a:lnTo>
                      <a:lnTo>
                        <a:pt x="2679" y="2206"/>
                      </a:lnTo>
                      <a:cubicBezTo>
                        <a:pt x="2584" y="2143"/>
                        <a:pt x="2521" y="2112"/>
                        <a:pt x="2427" y="2112"/>
                      </a:cubicBezTo>
                      <a:lnTo>
                        <a:pt x="1009" y="2112"/>
                      </a:lnTo>
                      <a:cubicBezTo>
                        <a:pt x="820" y="2112"/>
                        <a:pt x="662" y="1923"/>
                        <a:pt x="662" y="1734"/>
                      </a:cubicBezTo>
                      <a:lnTo>
                        <a:pt x="662" y="978"/>
                      </a:lnTo>
                      <a:cubicBezTo>
                        <a:pt x="662" y="789"/>
                        <a:pt x="820" y="631"/>
                        <a:pt x="1009" y="631"/>
                      </a:cubicBezTo>
                      <a:close/>
                      <a:moveTo>
                        <a:pt x="1009" y="1"/>
                      </a:moveTo>
                      <a:cubicBezTo>
                        <a:pt x="442" y="1"/>
                        <a:pt x="1" y="474"/>
                        <a:pt x="1" y="1041"/>
                      </a:cubicBezTo>
                      <a:lnTo>
                        <a:pt x="1" y="1765"/>
                      </a:lnTo>
                      <a:cubicBezTo>
                        <a:pt x="1" y="2364"/>
                        <a:pt x="473" y="2805"/>
                        <a:pt x="1009" y="2805"/>
                      </a:cubicBezTo>
                      <a:lnTo>
                        <a:pt x="2269" y="2805"/>
                      </a:lnTo>
                      <a:lnTo>
                        <a:pt x="3592" y="4097"/>
                      </a:lnTo>
                      <a:cubicBezTo>
                        <a:pt x="3663" y="4167"/>
                        <a:pt x="3770" y="4203"/>
                        <a:pt x="3872" y="4203"/>
                      </a:cubicBezTo>
                      <a:cubicBezTo>
                        <a:pt x="3906" y="4203"/>
                        <a:pt x="3939" y="4199"/>
                        <a:pt x="3970" y="4191"/>
                      </a:cubicBezTo>
                      <a:cubicBezTo>
                        <a:pt x="4097" y="4160"/>
                        <a:pt x="4160" y="4002"/>
                        <a:pt x="4160" y="3876"/>
                      </a:cubicBezTo>
                      <a:lnTo>
                        <a:pt x="4160" y="2773"/>
                      </a:lnTo>
                      <a:cubicBezTo>
                        <a:pt x="4569" y="2616"/>
                        <a:pt x="4884" y="2238"/>
                        <a:pt x="4884" y="1765"/>
                      </a:cubicBezTo>
                      <a:lnTo>
                        <a:pt x="4884" y="1041"/>
                      </a:lnTo>
                      <a:cubicBezTo>
                        <a:pt x="4884" y="442"/>
                        <a:pt x="4412" y="1"/>
                        <a:pt x="384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16" name="Google Shape;1416;p18"/>
              <p:cNvSpPr/>
              <p:nvPr/>
            </p:nvSpPr>
            <p:spPr>
              <a:xfrm>
                <a:off x="767248" y="2924655"/>
                <a:ext cx="499272" cy="500582"/>
              </a:xfrm>
              <a:custGeom>
                <a:rect b="b" l="l" r="r" t="t"/>
                <a:pathLst>
                  <a:path extrusionOk="0" h="11846" w="11815">
                    <a:moveTo>
                      <a:pt x="5829" y="693"/>
                    </a:moveTo>
                    <a:cubicBezTo>
                      <a:pt x="6238" y="693"/>
                      <a:pt x="6553" y="1008"/>
                      <a:pt x="6553" y="1418"/>
                    </a:cubicBezTo>
                    <a:cubicBezTo>
                      <a:pt x="6553" y="1796"/>
                      <a:pt x="6238" y="2111"/>
                      <a:pt x="5829" y="2111"/>
                    </a:cubicBezTo>
                    <a:cubicBezTo>
                      <a:pt x="5451" y="2111"/>
                      <a:pt x="5136" y="1796"/>
                      <a:pt x="5136" y="1418"/>
                    </a:cubicBezTo>
                    <a:cubicBezTo>
                      <a:pt x="5136" y="1008"/>
                      <a:pt x="5482" y="693"/>
                      <a:pt x="5829" y="693"/>
                    </a:cubicBezTo>
                    <a:close/>
                    <a:moveTo>
                      <a:pt x="5829" y="2773"/>
                    </a:moveTo>
                    <a:cubicBezTo>
                      <a:pt x="6774" y="2773"/>
                      <a:pt x="7562" y="3560"/>
                      <a:pt x="7562" y="4568"/>
                    </a:cubicBezTo>
                    <a:lnTo>
                      <a:pt x="7562" y="4915"/>
                    </a:lnTo>
                    <a:lnTo>
                      <a:pt x="4096" y="4915"/>
                    </a:lnTo>
                    <a:lnTo>
                      <a:pt x="4096" y="4568"/>
                    </a:lnTo>
                    <a:cubicBezTo>
                      <a:pt x="4096" y="3560"/>
                      <a:pt x="4884" y="2773"/>
                      <a:pt x="5829" y="2773"/>
                    </a:cubicBezTo>
                    <a:close/>
                    <a:moveTo>
                      <a:pt x="2363" y="6963"/>
                    </a:moveTo>
                    <a:cubicBezTo>
                      <a:pt x="2773" y="6963"/>
                      <a:pt x="3088" y="7278"/>
                      <a:pt x="3088" y="7656"/>
                    </a:cubicBezTo>
                    <a:cubicBezTo>
                      <a:pt x="3088" y="8065"/>
                      <a:pt x="2773" y="8380"/>
                      <a:pt x="2363" y="8380"/>
                    </a:cubicBezTo>
                    <a:cubicBezTo>
                      <a:pt x="1985" y="8380"/>
                      <a:pt x="1670" y="8065"/>
                      <a:pt x="1670" y="7656"/>
                    </a:cubicBezTo>
                    <a:cubicBezTo>
                      <a:pt x="1670" y="7278"/>
                      <a:pt x="1985" y="6963"/>
                      <a:pt x="2363" y="6963"/>
                    </a:cubicBezTo>
                    <a:close/>
                    <a:moveTo>
                      <a:pt x="9357" y="6963"/>
                    </a:moveTo>
                    <a:cubicBezTo>
                      <a:pt x="9735" y="6963"/>
                      <a:pt x="10050" y="7278"/>
                      <a:pt x="10050" y="7656"/>
                    </a:cubicBezTo>
                    <a:cubicBezTo>
                      <a:pt x="10050" y="8065"/>
                      <a:pt x="9735" y="8380"/>
                      <a:pt x="9357" y="8380"/>
                    </a:cubicBezTo>
                    <a:cubicBezTo>
                      <a:pt x="8948" y="8380"/>
                      <a:pt x="8633" y="8065"/>
                      <a:pt x="8633" y="7656"/>
                    </a:cubicBezTo>
                    <a:cubicBezTo>
                      <a:pt x="8633" y="7278"/>
                      <a:pt x="8948" y="6963"/>
                      <a:pt x="9357" y="6963"/>
                    </a:cubicBezTo>
                    <a:close/>
                    <a:moveTo>
                      <a:pt x="2363" y="9042"/>
                    </a:moveTo>
                    <a:cubicBezTo>
                      <a:pt x="3308" y="9042"/>
                      <a:pt x="4096" y="9830"/>
                      <a:pt x="4096" y="10806"/>
                    </a:cubicBezTo>
                    <a:lnTo>
                      <a:pt x="4096" y="11184"/>
                    </a:lnTo>
                    <a:lnTo>
                      <a:pt x="630" y="11184"/>
                    </a:lnTo>
                    <a:lnTo>
                      <a:pt x="630" y="10806"/>
                    </a:lnTo>
                    <a:cubicBezTo>
                      <a:pt x="630" y="9830"/>
                      <a:pt x="1418" y="9042"/>
                      <a:pt x="2363" y="9042"/>
                    </a:cubicBezTo>
                    <a:close/>
                    <a:moveTo>
                      <a:pt x="9357" y="9042"/>
                    </a:moveTo>
                    <a:cubicBezTo>
                      <a:pt x="10302" y="9042"/>
                      <a:pt x="11090" y="9830"/>
                      <a:pt x="11090" y="10806"/>
                    </a:cubicBezTo>
                    <a:lnTo>
                      <a:pt x="11090" y="11184"/>
                    </a:lnTo>
                    <a:lnTo>
                      <a:pt x="7625" y="11184"/>
                    </a:lnTo>
                    <a:lnTo>
                      <a:pt x="7625" y="10806"/>
                    </a:lnTo>
                    <a:cubicBezTo>
                      <a:pt x="7625" y="9830"/>
                      <a:pt x="8412" y="9042"/>
                      <a:pt x="9357" y="9042"/>
                    </a:cubicBezTo>
                    <a:close/>
                    <a:moveTo>
                      <a:pt x="5892" y="0"/>
                    </a:moveTo>
                    <a:cubicBezTo>
                      <a:pt x="5136" y="0"/>
                      <a:pt x="4506" y="630"/>
                      <a:pt x="4506" y="1355"/>
                    </a:cubicBezTo>
                    <a:cubicBezTo>
                      <a:pt x="4506" y="1733"/>
                      <a:pt x="4632" y="2016"/>
                      <a:pt x="4852" y="2300"/>
                    </a:cubicBezTo>
                    <a:cubicBezTo>
                      <a:pt x="4033" y="2710"/>
                      <a:pt x="3466" y="3529"/>
                      <a:pt x="3466" y="4505"/>
                    </a:cubicBezTo>
                    <a:lnTo>
                      <a:pt x="3466" y="5230"/>
                    </a:lnTo>
                    <a:cubicBezTo>
                      <a:pt x="3466" y="5419"/>
                      <a:pt x="3623" y="5577"/>
                      <a:pt x="3844" y="5577"/>
                    </a:cubicBezTo>
                    <a:lnTo>
                      <a:pt x="5577" y="5577"/>
                    </a:lnTo>
                    <a:lnTo>
                      <a:pt x="5577" y="7152"/>
                    </a:lnTo>
                    <a:lnTo>
                      <a:pt x="3875" y="8822"/>
                    </a:lnTo>
                    <a:cubicBezTo>
                      <a:pt x="3749" y="8696"/>
                      <a:pt x="3592" y="8601"/>
                      <a:pt x="3434" y="8569"/>
                    </a:cubicBezTo>
                    <a:cubicBezTo>
                      <a:pt x="3686" y="8349"/>
                      <a:pt x="3781" y="8034"/>
                      <a:pt x="3781" y="7624"/>
                    </a:cubicBezTo>
                    <a:cubicBezTo>
                      <a:pt x="3781" y="6868"/>
                      <a:pt x="3151" y="6238"/>
                      <a:pt x="2426" y="6238"/>
                    </a:cubicBezTo>
                    <a:cubicBezTo>
                      <a:pt x="1670" y="6238"/>
                      <a:pt x="1040" y="6868"/>
                      <a:pt x="1040" y="7624"/>
                    </a:cubicBezTo>
                    <a:cubicBezTo>
                      <a:pt x="1040" y="7971"/>
                      <a:pt x="1166" y="8286"/>
                      <a:pt x="1387" y="8569"/>
                    </a:cubicBezTo>
                    <a:cubicBezTo>
                      <a:pt x="567" y="8979"/>
                      <a:pt x="0" y="9798"/>
                      <a:pt x="0" y="10775"/>
                    </a:cubicBezTo>
                    <a:lnTo>
                      <a:pt x="0" y="11499"/>
                    </a:lnTo>
                    <a:cubicBezTo>
                      <a:pt x="0" y="11688"/>
                      <a:pt x="158" y="11846"/>
                      <a:pt x="378" y="11846"/>
                    </a:cubicBezTo>
                    <a:lnTo>
                      <a:pt x="4474" y="11846"/>
                    </a:lnTo>
                    <a:cubicBezTo>
                      <a:pt x="4663" y="11846"/>
                      <a:pt x="4821" y="11688"/>
                      <a:pt x="4821" y="11499"/>
                    </a:cubicBezTo>
                    <a:lnTo>
                      <a:pt x="4821" y="10775"/>
                    </a:lnTo>
                    <a:cubicBezTo>
                      <a:pt x="4821" y="10239"/>
                      <a:pt x="4632" y="9704"/>
                      <a:pt x="4348" y="9326"/>
                    </a:cubicBezTo>
                    <a:lnTo>
                      <a:pt x="5860" y="7782"/>
                    </a:lnTo>
                    <a:lnTo>
                      <a:pt x="7404" y="9326"/>
                    </a:lnTo>
                    <a:cubicBezTo>
                      <a:pt x="7089" y="9704"/>
                      <a:pt x="6931" y="10239"/>
                      <a:pt x="6931" y="10775"/>
                    </a:cubicBezTo>
                    <a:lnTo>
                      <a:pt x="6931" y="11499"/>
                    </a:lnTo>
                    <a:cubicBezTo>
                      <a:pt x="6931" y="11688"/>
                      <a:pt x="7089" y="11846"/>
                      <a:pt x="7309" y="11846"/>
                    </a:cubicBezTo>
                    <a:lnTo>
                      <a:pt x="11468" y="11846"/>
                    </a:lnTo>
                    <a:cubicBezTo>
                      <a:pt x="11657" y="11846"/>
                      <a:pt x="11815" y="11688"/>
                      <a:pt x="11815" y="11499"/>
                    </a:cubicBezTo>
                    <a:lnTo>
                      <a:pt x="11815" y="10775"/>
                    </a:lnTo>
                    <a:cubicBezTo>
                      <a:pt x="11783" y="9830"/>
                      <a:pt x="11185" y="8979"/>
                      <a:pt x="10365" y="8569"/>
                    </a:cubicBezTo>
                    <a:cubicBezTo>
                      <a:pt x="10586" y="8349"/>
                      <a:pt x="10712" y="8034"/>
                      <a:pt x="10712" y="7624"/>
                    </a:cubicBezTo>
                    <a:cubicBezTo>
                      <a:pt x="10712" y="6868"/>
                      <a:pt x="10082" y="6238"/>
                      <a:pt x="9357" y="6238"/>
                    </a:cubicBezTo>
                    <a:cubicBezTo>
                      <a:pt x="8601" y="6238"/>
                      <a:pt x="7971" y="6868"/>
                      <a:pt x="7971" y="7624"/>
                    </a:cubicBezTo>
                    <a:cubicBezTo>
                      <a:pt x="7971" y="7971"/>
                      <a:pt x="8097" y="8286"/>
                      <a:pt x="8318" y="8569"/>
                    </a:cubicBezTo>
                    <a:cubicBezTo>
                      <a:pt x="8160" y="8664"/>
                      <a:pt x="8034" y="8727"/>
                      <a:pt x="7877" y="8822"/>
                    </a:cubicBezTo>
                    <a:lnTo>
                      <a:pt x="6207" y="7152"/>
                    </a:lnTo>
                    <a:lnTo>
                      <a:pt x="6207" y="5577"/>
                    </a:lnTo>
                    <a:lnTo>
                      <a:pt x="7940" y="5577"/>
                    </a:lnTo>
                    <a:cubicBezTo>
                      <a:pt x="8129" y="5577"/>
                      <a:pt x="8286" y="5419"/>
                      <a:pt x="8286" y="5230"/>
                    </a:cubicBezTo>
                    <a:lnTo>
                      <a:pt x="8286" y="4505"/>
                    </a:lnTo>
                    <a:cubicBezTo>
                      <a:pt x="8286" y="3529"/>
                      <a:pt x="7688" y="2710"/>
                      <a:pt x="6900" y="2300"/>
                    </a:cubicBezTo>
                    <a:cubicBezTo>
                      <a:pt x="7152" y="2080"/>
                      <a:pt x="7246" y="1764"/>
                      <a:pt x="7246" y="1355"/>
                    </a:cubicBezTo>
                    <a:cubicBezTo>
                      <a:pt x="7246" y="630"/>
                      <a:pt x="6616" y="0"/>
                      <a:pt x="58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17" name="Google Shape;1417;p18"/>
              <p:cNvGrpSpPr/>
              <p:nvPr/>
            </p:nvGrpSpPr>
            <p:grpSpPr>
              <a:xfrm>
                <a:off x="3957287" y="1688946"/>
                <a:ext cx="443408" cy="498639"/>
                <a:chOff x="2523000" y="1954875"/>
                <a:chExt cx="262325" cy="295000"/>
              </a:xfrm>
            </p:grpSpPr>
            <p:sp>
              <p:nvSpPr>
                <p:cNvPr id="1418" name="Google Shape;1418;p18"/>
                <p:cNvSpPr/>
                <p:nvPr/>
              </p:nvSpPr>
              <p:spPr>
                <a:xfrm>
                  <a:off x="2523000" y="1954875"/>
                  <a:ext cx="262325" cy="295000"/>
                </a:xfrm>
                <a:custGeom>
                  <a:rect b="b" l="l" r="r" t="t"/>
                  <a:pathLst>
                    <a:path extrusionOk="0" h="11800" w="10493">
                      <a:moveTo>
                        <a:pt x="5294" y="709"/>
                      </a:moveTo>
                      <a:cubicBezTo>
                        <a:pt x="6350" y="1316"/>
                        <a:pt x="7422" y="1602"/>
                        <a:pt x="8487" y="1602"/>
                      </a:cubicBezTo>
                      <a:cubicBezTo>
                        <a:pt x="8915" y="1602"/>
                        <a:pt x="9343" y="1556"/>
                        <a:pt x="9767" y="1465"/>
                      </a:cubicBezTo>
                      <a:lnTo>
                        <a:pt x="9767" y="5026"/>
                      </a:lnTo>
                      <a:cubicBezTo>
                        <a:pt x="9767" y="7798"/>
                        <a:pt x="7940" y="10287"/>
                        <a:pt x="5294" y="11137"/>
                      </a:cubicBezTo>
                      <a:cubicBezTo>
                        <a:pt x="2647" y="10350"/>
                        <a:pt x="789" y="7798"/>
                        <a:pt x="789" y="5026"/>
                      </a:cubicBezTo>
                      <a:lnTo>
                        <a:pt x="789" y="1465"/>
                      </a:lnTo>
                      <a:cubicBezTo>
                        <a:pt x="1222" y="1556"/>
                        <a:pt x="1654" y="1602"/>
                        <a:pt x="2084" y="1602"/>
                      </a:cubicBezTo>
                      <a:cubicBezTo>
                        <a:pt x="3153" y="1602"/>
                        <a:pt x="4215" y="1316"/>
                        <a:pt x="5294" y="709"/>
                      </a:cubicBezTo>
                      <a:close/>
                      <a:moveTo>
                        <a:pt x="5266" y="0"/>
                      </a:moveTo>
                      <a:cubicBezTo>
                        <a:pt x="5207" y="0"/>
                        <a:pt x="5152" y="16"/>
                        <a:pt x="5105" y="48"/>
                      </a:cubicBezTo>
                      <a:cubicBezTo>
                        <a:pt x="4065" y="646"/>
                        <a:pt x="3057" y="930"/>
                        <a:pt x="2017" y="930"/>
                      </a:cubicBezTo>
                      <a:cubicBezTo>
                        <a:pt x="1513" y="930"/>
                        <a:pt x="1009" y="835"/>
                        <a:pt x="473" y="678"/>
                      </a:cubicBezTo>
                      <a:cubicBezTo>
                        <a:pt x="440" y="669"/>
                        <a:pt x="408" y="665"/>
                        <a:pt x="378" y="665"/>
                      </a:cubicBezTo>
                      <a:cubicBezTo>
                        <a:pt x="297" y="665"/>
                        <a:pt x="228" y="695"/>
                        <a:pt x="158" y="741"/>
                      </a:cubicBezTo>
                      <a:cubicBezTo>
                        <a:pt x="95" y="804"/>
                        <a:pt x="1" y="898"/>
                        <a:pt x="1" y="993"/>
                      </a:cubicBezTo>
                      <a:lnTo>
                        <a:pt x="1" y="4994"/>
                      </a:lnTo>
                      <a:cubicBezTo>
                        <a:pt x="127" y="8176"/>
                        <a:pt x="2206" y="10917"/>
                        <a:pt x="5199" y="11799"/>
                      </a:cubicBezTo>
                      <a:lnTo>
                        <a:pt x="5357" y="11799"/>
                      </a:lnTo>
                      <a:cubicBezTo>
                        <a:pt x="8350" y="10917"/>
                        <a:pt x="10492" y="8176"/>
                        <a:pt x="10492" y="5026"/>
                      </a:cubicBezTo>
                      <a:lnTo>
                        <a:pt x="10492" y="1056"/>
                      </a:lnTo>
                      <a:cubicBezTo>
                        <a:pt x="10492" y="930"/>
                        <a:pt x="10429" y="835"/>
                        <a:pt x="10335" y="772"/>
                      </a:cubicBezTo>
                      <a:cubicBezTo>
                        <a:pt x="10282" y="720"/>
                        <a:pt x="10230" y="697"/>
                        <a:pt x="10173" y="697"/>
                      </a:cubicBezTo>
                      <a:cubicBezTo>
                        <a:pt x="10126" y="697"/>
                        <a:pt x="10076" y="713"/>
                        <a:pt x="10019" y="741"/>
                      </a:cubicBezTo>
                      <a:cubicBezTo>
                        <a:pt x="9509" y="876"/>
                        <a:pt x="9006" y="946"/>
                        <a:pt x="8504" y="946"/>
                      </a:cubicBezTo>
                      <a:cubicBezTo>
                        <a:pt x="7490" y="946"/>
                        <a:pt x="6485" y="659"/>
                        <a:pt x="5451" y="48"/>
                      </a:cubicBezTo>
                      <a:cubicBezTo>
                        <a:pt x="5388" y="16"/>
                        <a:pt x="5325" y="0"/>
                        <a:pt x="526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" name="Google Shape;1419;p18"/>
                <p:cNvSpPr/>
                <p:nvPr/>
              </p:nvSpPr>
              <p:spPr>
                <a:xfrm>
                  <a:off x="2595475" y="2024575"/>
                  <a:ext cx="122100" cy="138650"/>
                </a:xfrm>
                <a:custGeom>
                  <a:rect b="b" l="l" r="r" t="t"/>
                  <a:pathLst>
                    <a:path extrusionOk="0" h="5546" w="4884">
                      <a:moveTo>
                        <a:pt x="2426" y="694"/>
                      </a:moveTo>
                      <a:cubicBezTo>
                        <a:pt x="2836" y="694"/>
                        <a:pt x="3151" y="1009"/>
                        <a:pt x="3151" y="1418"/>
                      </a:cubicBezTo>
                      <a:cubicBezTo>
                        <a:pt x="3151" y="1796"/>
                        <a:pt x="2836" y="2111"/>
                        <a:pt x="2426" y="2111"/>
                      </a:cubicBezTo>
                      <a:cubicBezTo>
                        <a:pt x="2048" y="2111"/>
                        <a:pt x="1733" y="1796"/>
                        <a:pt x="1733" y="1418"/>
                      </a:cubicBezTo>
                      <a:cubicBezTo>
                        <a:pt x="1733" y="1009"/>
                        <a:pt x="2048" y="694"/>
                        <a:pt x="2426" y="694"/>
                      </a:cubicBezTo>
                      <a:close/>
                      <a:moveTo>
                        <a:pt x="2426" y="2742"/>
                      </a:moveTo>
                      <a:cubicBezTo>
                        <a:pt x="3371" y="2742"/>
                        <a:pt x="4159" y="3529"/>
                        <a:pt x="4159" y="4474"/>
                      </a:cubicBezTo>
                      <a:lnTo>
                        <a:pt x="4159" y="4821"/>
                      </a:lnTo>
                      <a:lnTo>
                        <a:pt x="693" y="4821"/>
                      </a:lnTo>
                      <a:lnTo>
                        <a:pt x="693" y="4474"/>
                      </a:lnTo>
                      <a:cubicBezTo>
                        <a:pt x="693" y="3529"/>
                        <a:pt x="1481" y="2742"/>
                        <a:pt x="2426" y="2742"/>
                      </a:cubicBezTo>
                      <a:close/>
                      <a:moveTo>
                        <a:pt x="2458" y="1"/>
                      </a:moveTo>
                      <a:cubicBezTo>
                        <a:pt x="1733" y="1"/>
                        <a:pt x="1103" y="599"/>
                        <a:pt x="1103" y="1355"/>
                      </a:cubicBezTo>
                      <a:cubicBezTo>
                        <a:pt x="1103" y="1733"/>
                        <a:pt x="1198" y="2048"/>
                        <a:pt x="1450" y="2269"/>
                      </a:cubicBezTo>
                      <a:cubicBezTo>
                        <a:pt x="630" y="2647"/>
                        <a:pt x="63" y="3498"/>
                        <a:pt x="63" y="4474"/>
                      </a:cubicBezTo>
                      <a:lnTo>
                        <a:pt x="63" y="5199"/>
                      </a:lnTo>
                      <a:cubicBezTo>
                        <a:pt x="0" y="5388"/>
                        <a:pt x="158" y="5546"/>
                        <a:pt x="347" y="5546"/>
                      </a:cubicBezTo>
                      <a:lnTo>
                        <a:pt x="4506" y="5546"/>
                      </a:lnTo>
                      <a:cubicBezTo>
                        <a:pt x="4726" y="5546"/>
                        <a:pt x="4884" y="5388"/>
                        <a:pt x="4884" y="5199"/>
                      </a:cubicBezTo>
                      <a:lnTo>
                        <a:pt x="4884" y="4474"/>
                      </a:lnTo>
                      <a:cubicBezTo>
                        <a:pt x="4884" y="3498"/>
                        <a:pt x="4317" y="2647"/>
                        <a:pt x="3497" y="2269"/>
                      </a:cubicBezTo>
                      <a:cubicBezTo>
                        <a:pt x="3718" y="2048"/>
                        <a:pt x="3844" y="1702"/>
                        <a:pt x="3844" y="1355"/>
                      </a:cubicBezTo>
                      <a:cubicBezTo>
                        <a:pt x="3844" y="599"/>
                        <a:pt x="3214" y="1"/>
                        <a:pt x="24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20" name="Google Shape;1420;p18"/>
              <p:cNvGrpSpPr/>
              <p:nvPr/>
            </p:nvGrpSpPr>
            <p:grpSpPr>
              <a:xfrm>
                <a:off x="3927343" y="2281714"/>
                <a:ext cx="503287" cy="499315"/>
                <a:chOff x="2508825" y="2318350"/>
                <a:chExt cx="297750" cy="295400"/>
              </a:xfrm>
            </p:grpSpPr>
            <p:sp>
              <p:nvSpPr>
                <p:cNvPr id="1421" name="Google Shape;1421;p18"/>
                <p:cNvSpPr/>
                <p:nvPr/>
              </p:nvSpPr>
              <p:spPr>
                <a:xfrm>
                  <a:off x="2508825" y="2318350"/>
                  <a:ext cx="297750" cy="295400"/>
                </a:xfrm>
                <a:custGeom>
                  <a:rect b="b" l="l" r="r" t="t"/>
                  <a:pathLst>
                    <a:path extrusionOk="0" h="11816" w="11910">
                      <a:moveTo>
                        <a:pt x="5892" y="694"/>
                      </a:moveTo>
                      <a:cubicBezTo>
                        <a:pt x="7625" y="694"/>
                        <a:pt x="9043" y="2112"/>
                        <a:pt x="9043" y="3845"/>
                      </a:cubicBezTo>
                      <a:cubicBezTo>
                        <a:pt x="9043" y="5483"/>
                        <a:pt x="7751" y="6838"/>
                        <a:pt x="6081" y="6932"/>
                      </a:cubicBezTo>
                      <a:cubicBezTo>
                        <a:pt x="6018" y="6932"/>
                        <a:pt x="5987" y="6901"/>
                        <a:pt x="5924" y="6869"/>
                      </a:cubicBezTo>
                      <a:lnTo>
                        <a:pt x="5766" y="6711"/>
                      </a:lnTo>
                      <a:cubicBezTo>
                        <a:pt x="5297" y="6298"/>
                        <a:pt x="4683" y="6101"/>
                        <a:pt x="4072" y="6101"/>
                      </a:cubicBezTo>
                      <a:cubicBezTo>
                        <a:pt x="3985" y="6101"/>
                        <a:pt x="3899" y="6105"/>
                        <a:pt x="3813" y="6113"/>
                      </a:cubicBezTo>
                      <a:cubicBezTo>
                        <a:pt x="3151" y="5577"/>
                        <a:pt x="2773" y="4727"/>
                        <a:pt x="2773" y="3845"/>
                      </a:cubicBezTo>
                      <a:cubicBezTo>
                        <a:pt x="2773" y="2112"/>
                        <a:pt x="4191" y="694"/>
                        <a:pt x="5892" y="694"/>
                      </a:cubicBezTo>
                      <a:close/>
                      <a:moveTo>
                        <a:pt x="4171" y="6822"/>
                      </a:moveTo>
                      <a:cubicBezTo>
                        <a:pt x="4577" y="6822"/>
                        <a:pt x="4979" y="6964"/>
                        <a:pt x="5294" y="7247"/>
                      </a:cubicBezTo>
                      <a:cubicBezTo>
                        <a:pt x="5420" y="7373"/>
                        <a:pt x="5735" y="7657"/>
                        <a:pt x="5892" y="7657"/>
                      </a:cubicBezTo>
                      <a:lnTo>
                        <a:pt x="7972" y="7657"/>
                      </a:lnTo>
                      <a:cubicBezTo>
                        <a:pt x="8192" y="7657"/>
                        <a:pt x="8350" y="7814"/>
                        <a:pt x="8350" y="8003"/>
                      </a:cubicBezTo>
                      <a:cubicBezTo>
                        <a:pt x="8350" y="8192"/>
                        <a:pt x="8192" y="8350"/>
                        <a:pt x="7972" y="8350"/>
                      </a:cubicBezTo>
                      <a:lnTo>
                        <a:pt x="5514" y="8350"/>
                      </a:lnTo>
                      <a:cubicBezTo>
                        <a:pt x="5294" y="8350"/>
                        <a:pt x="5136" y="8507"/>
                        <a:pt x="5136" y="8728"/>
                      </a:cubicBezTo>
                      <a:cubicBezTo>
                        <a:pt x="5136" y="8917"/>
                        <a:pt x="5294" y="9074"/>
                        <a:pt x="5514" y="9074"/>
                      </a:cubicBezTo>
                      <a:lnTo>
                        <a:pt x="8224" y="9074"/>
                      </a:lnTo>
                      <a:cubicBezTo>
                        <a:pt x="8507" y="9074"/>
                        <a:pt x="8759" y="8948"/>
                        <a:pt x="8980" y="8759"/>
                      </a:cubicBezTo>
                      <a:lnTo>
                        <a:pt x="10492" y="7090"/>
                      </a:lnTo>
                      <a:cubicBezTo>
                        <a:pt x="10568" y="7033"/>
                        <a:pt x="10666" y="6987"/>
                        <a:pt x="10766" y="6987"/>
                      </a:cubicBezTo>
                      <a:cubicBezTo>
                        <a:pt x="10833" y="6987"/>
                        <a:pt x="10902" y="7008"/>
                        <a:pt x="10965" y="7058"/>
                      </a:cubicBezTo>
                      <a:cubicBezTo>
                        <a:pt x="11122" y="7184"/>
                        <a:pt x="11185" y="7373"/>
                        <a:pt x="11059" y="7531"/>
                      </a:cubicBezTo>
                      <a:lnTo>
                        <a:pt x="9389" y="9767"/>
                      </a:lnTo>
                      <a:cubicBezTo>
                        <a:pt x="9074" y="10209"/>
                        <a:pt x="8570" y="10492"/>
                        <a:pt x="8035" y="10492"/>
                      </a:cubicBezTo>
                      <a:lnTo>
                        <a:pt x="2773" y="10492"/>
                      </a:lnTo>
                      <a:lnTo>
                        <a:pt x="2773" y="7468"/>
                      </a:lnTo>
                      <a:lnTo>
                        <a:pt x="3025" y="7247"/>
                      </a:lnTo>
                      <a:cubicBezTo>
                        <a:pt x="3356" y="6964"/>
                        <a:pt x="3766" y="6822"/>
                        <a:pt x="4171" y="6822"/>
                      </a:cubicBezTo>
                      <a:close/>
                      <a:moveTo>
                        <a:pt x="1734" y="6932"/>
                      </a:moveTo>
                      <a:cubicBezTo>
                        <a:pt x="1923" y="6932"/>
                        <a:pt x="2080" y="7090"/>
                        <a:pt x="2080" y="7310"/>
                      </a:cubicBezTo>
                      <a:lnTo>
                        <a:pt x="2080" y="10807"/>
                      </a:lnTo>
                      <a:cubicBezTo>
                        <a:pt x="2080" y="10996"/>
                        <a:pt x="1923" y="11154"/>
                        <a:pt x="1734" y="11154"/>
                      </a:cubicBezTo>
                      <a:lnTo>
                        <a:pt x="662" y="11154"/>
                      </a:lnTo>
                      <a:lnTo>
                        <a:pt x="662" y="6932"/>
                      </a:lnTo>
                      <a:close/>
                      <a:moveTo>
                        <a:pt x="5924" y="1"/>
                      </a:moveTo>
                      <a:cubicBezTo>
                        <a:pt x="3844" y="1"/>
                        <a:pt x="2112" y="1734"/>
                        <a:pt x="2112" y="3845"/>
                      </a:cubicBezTo>
                      <a:cubicBezTo>
                        <a:pt x="2112" y="4790"/>
                        <a:pt x="2458" y="5672"/>
                        <a:pt x="3088" y="6396"/>
                      </a:cubicBezTo>
                      <a:cubicBezTo>
                        <a:pt x="2931" y="6459"/>
                        <a:pt x="2773" y="6585"/>
                        <a:pt x="2616" y="6711"/>
                      </a:cubicBezTo>
                      <a:cubicBezTo>
                        <a:pt x="2427" y="6428"/>
                        <a:pt x="2112" y="6270"/>
                        <a:pt x="1765" y="6270"/>
                      </a:cubicBezTo>
                      <a:lnTo>
                        <a:pt x="347" y="6270"/>
                      </a:lnTo>
                      <a:cubicBezTo>
                        <a:pt x="158" y="6270"/>
                        <a:pt x="1" y="6428"/>
                        <a:pt x="1" y="6585"/>
                      </a:cubicBezTo>
                      <a:lnTo>
                        <a:pt x="1" y="11469"/>
                      </a:lnTo>
                      <a:cubicBezTo>
                        <a:pt x="1" y="11658"/>
                        <a:pt x="158" y="11815"/>
                        <a:pt x="347" y="11815"/>
                      </a:cubicBezTo>
                      <a:lnTo>
                        <a:pt x="1765" y="11815"/>
                      </a:lnTo>
                      <a:cubicBezTo>
                        <a:pt x="2238" y="11815"/>
                        <a:pt x="2584" y="11563"/>
                        <a:pt x="2742" y="11122"/>
                      </a:cubicBezTo>
                      <a:lnTo>
                        <a:pt x="8035" y="11122"/>
                      </a:lnTo>
                      <a:cubicBezTo>
                        <a:pt x="8759" y="11122"/>
                        <a:pt x="9515" y="10776"/>
                        <a:pt x="9956" y="10146"/>
                      </a:cubicBezTo>
                      <a:lnTo>
                        <a:pt x="11595" y="7877"/>
                      </a:lnTo>
                      <a:cubicBezTo>
                        <a:pt x="11910" y="7468"/>
                        <a:pt x="11878" y="6838"/>
                        <a:pt x="11437" y="6459"/>
                      </a:cubicBezTo>
                      <a:cubicBezTo>
                        <a:pt x="11249" y="6301"/>
                        <a:pt x="11015" y="6221"/>
                        <a:pt x="10780" y="6221"/>
                      </a:cubicBezTo>
                      <a:cubicBezTo>
                        <a:pt x="10503" y="6221"/>
                        <a:pt x="10224" y="6332"/>
                        <a:pt x="10019" y="6554"/>
                      </a:cubicBezTo>
                      <a:lnTo>
                        <a:pt x="9011" y="7657"/>
                      </a:lnTo>
                      <a:cubicBezTo>
                        <a:pt x="8885" y="7247"/>
                        <a:pt x="8539" y="6932"/>
                        <a:pt x="8098" y="6932"/>
                      </a:cubicBezTo>
                      <a:cubicBezTo>
                        <a:pt x="8287" y="6838"/>
                        <a:pt x="8444" y="6680"/>
                        <a:pt x="8602" y="6522"/>
                      </a:cubicBezTo>
                      <a:cubicBezTo>
                        <a:pt x="9358" y="5798"/>
                        <a:pt x="9767" y="4821"/>
                        <a:pt x="9767" y="3845"/>
                      </a:cubicBezTo>
                      <a:cubicBezTo>
                        <a:pt x="9767" y="1734"/>
                        <a:pt x="8035" y="1"/>
                        <a:pt x="592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" name="Google Shape;1422;p18"/>
                <p:cNvSpPr/>
                <p:nvPr/>
              </p:nvSpPr>
              <p:spPr>
                <a:xfrm>
                  <a:off x="2629350" y="2353025"/>
                  <a:ext cx="54350" cy="121300"/>
                </a:xfrm>
                <a:custGeom>
                  <a:rect b="b" l="l" r="r" t="t"/>
                  <a:pathLst>
                    <a:path extrusionOk="0" h="4852" w="2174">
                      <a:moveTo>
                        <a:pt x="1071" y="0"/>
                      </a:moveTo>
                      <a:cubicBezTo>
                        <a:pt x="882" y="0"/>
                        <a:pt x="725" y="158"/>
                        <a:pt x="725" y="347"/>
                      </a:cubicBezTo>
                      <a:lnTo>
                        <a:pt x="725" y="756"/>
                      </a:lnTo>
                      <a:cubicBezTo>
                        <a:pt x="315" y="914"/>
                        <a:pt x="63" y="1292"/>
                        <a:pt x="63" y="1733"/>
                      </a:cubicBezTo>
                      <a:cubicBezTo>
                        <a:pt x="0" y="2332"/>
                        <a:pt x="473" y="2804"/>
                        <a:pt x="1071" y="2804"/>
                      </a:cubicBezTo>
                      <a:cubicBezTo>
                        <a:pt x="1260" y="2804"/>
                        <a:pt x="1418" y="2962"/>
                        <a:pt x="1418" y="3151"/>
                      </a:cubicBezTo>
                      <a:cubicBezTo>
                        <a:pt x="1418" y="3308"/>
                        <a:pt x="1355" y="3434"/>
                        <a:pt x="1229" y="3466"/>
                      </a:cubicBezTo>
                      <a:cubicBezTo>
                        <a:pt x="1185" y="3492"/>
                        <a:pt x="1140" y="3503"/>
                        <a:pt x="1093" y="3503"/>
                      </a:cubicBezTo>
                      <a:cubicBezTo>
                        <a:pt x="970" y="3503"/>
                        <a:pt x="839" y="3422"/>
                        <a:pt x="725" y="3308"/>
                      </a:cubicBezTo>
                      <a:cubicBezTo>
                        <a:pt x="662" y="3245"/>
                        <a:pt x="575" y="3214"/>
                        <a:pt x="488" y="3214"/>
                      </a:cubicBezTo>
                      <a:cubicBezTo>
                        <a:pt x="402" y="3214"/>
                        <a:pt x="315" y="3245"/>
                        <a:pt x="252" y="3308"/>
                      </a:cubicBezTo>
                      <a:cubicBezTo>
                        <a:pt x="126" y="3434"/>
                        <a:pt x="126" y="3655"/>
                        <a:pt x="252" y="3781"/>
                      </a:cubicBezTo>
                      <a:cubicBezTo>
                        <a:pt x="410" y="3938"/>
                        <a:pt x="567" y="4064"/>
                        <a:pt x="756" y="4096"/>
                      </a:cubicBezTo>
                      <a:lnTo>
                        <a:pt x="756" y="4505"/>
                      </a:lnTo>
                      <a:cubicBezTo>
                        <a:pt x="756" y="4694"/>
                        <a:pt x="914" y="4852"/>
                        <a:pt x="1103" y="4852"/>
                      </a:cubicBezTo>
                      <a:cubicBezTo>
                        <a:pt x="1323" y="4852"/>
                        <a:pt x="1481" y="4694"/>
                        <a:pt x="1481" y="4505"/>
                      </a:cubicBezTo>
                      <a:lnTo>
                        <a:pt x="1481" y="4096"/>
                      </a:lnTo>
                      <a:cubicBezTo>
                        <a:pt x="1481" y="4096"/>
                        <a:pt x="1512" y="4096"/>
                        <a:pt x="1512" y="4064"/>
                      </a:cubicBezTo>
                      <a:cubicBezTo>
                        <a:pt x="1890" y="3907"/>
                        <a:pt x="2142" y="3497"/>
                        <a:pt x="2142" y="3119"/>
                      </a:cubicBezTo>
                      <a:cubicBezTo>
                        <a:pt x="2142" y="2521"/>
                        <a:pt x="1670" y="2079"/>
                        <a:pt x="1103" y="2079"/>
                      </a:cubicBezTo>
                      <a:cubicBezTo>
                        <a:pt x="914" y="2079"/>
                        <a:pt x="756" y="1922"/>
                        <a:pt x="756" y="1733"/>
                      </a:cubicBezTo>
                      <a:cubicBezTo>
                        <a:pt x="756" y="1575"/>
                        <a:pt x="851" y="1449"/>
                        <a:pt x="1008" y="1418"/>
                      </a:cubicBezTo>
                      <a:cubicBezTo>
                        <a:pt x="1047" y="1405"/>
                        <a:pt x="1085" y="1399"/>
                        <a:pt x="1124" y="1399"/>
                      </a:cubicBezTo>
                      <a:cubicBezTo>
                        <a:pt x="1273" y="1399"/>
                        <a:pt x="1418" y="1494"/>
                        <a:pt x="1544" y="1670"/>
                      </a:cubicBezTo>
                      <a:cubicBezTo>
                        <a:pt x="1610" y="1753"/>
                        <a:pt x="1703" y="1792"/>
                        <a:pt x="1795" y="1792"/>
                      </a:cubicBezTo>
                      <a:cubicBezTo>
                        <a:pt x="1876" y="1792"/>
                        <a:pt x="1957" y="1761"/>
                        <a:pt x="2016" y="1701"/>
                      </a:cubicBezTo>
                      <a:cubicBezTo>
                        <a:pt x="2174" y="1575"/>
                        <a:pt x="2174" y="1323"/>
                        <a:pt x="2048" y="1229"/>
                      </a:cubicBezTo>
                      <a:cubicBezTo>
                        <a:pt x="1859" y="977"/>
                        <a:pt x="1670" y="819"/>
                        <a:pt x="1418" y="756"/>
                      </a:cubicBezTo>
                      <a:lnTo>
                        <a:pt x="1418" y="347"/>
                      </a:ln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23" name="Google Shape;1423;p18"/>
              <p:cNvSpPr/>
              <p:nvPr/>
            </p:nvSpPr>
            <p:spPr>
              <a:xfrm>
                <a:off x="3928551" y="2924655"/>
                <a:ext cx="500625" cy="500582"/>
              </a:xfrm>
              <a:custGeom>
                <a:rect b="b" l="l" r="r" t="t"/>
                <a:pathLst>
                  <a:path extrusionOk="0" h="11846" w="11847">
                    <a:moveTo>
                      <a:pt x="10744" y="3718"/>
                    </a:moveTo>
                    <a:lnTo>
                      <a:pt x="10428" y="4348"/>
                    </a:lnTo>
                    <a:cubicBezTo>
                      <a:pt x="10397" y="4442"/>
                      <a:pt x="10397" y="4568"/>
                      <a:pt x="10428" y="4663"/>
                    </a:cubicBezTo>
                    <a:lnTo>
                      <a:pt x="10744" y="5293"/>
                    </a:lnTo>
                    <a:lnTo>
                      <a:pt x="9483" y="4915"/>
                    </a:lnTo>
                    <a:lnTo>
                      <a:pt x="9105" y="4505"/>
                    </a:lnTo>
                    <a:lnTo>
                      <a:pt x="9483" y="4127"/>
                    </a:lnTo>
                    <a:lnTo>
                      <a:pt x="10744" y="3718"/>
                    </a:lnTo>
                    <a:close/>
                    <a:moveTo>
                      <a:pt x="4443" y="3497"/>
                    </a:moveTo>
                    <a:cubicBezTo>
                      <a:pt x="4884" y="3497"/>
                      <a:pt x="5262" y="3781"/>
                      <a:pt x="5419" y="4190"/>
                    </a:cubicBezTo>
                    <a:lnTo>
                      <a:pt x="4443" y="4190"/>
                    </a:lnTo>
                    <a:cubicBezTo>
                      <a:pt x="4253" y="4190"/>
                      <a:pt x="4096" y="4348"/>
                      <a:pt x="4096" y="4568"/>
                    </a:cubicBezTo>
                    <a:cubicBezTo>
                      <a:pt x="4096" y="4663"/>
                      <a:pt x="4253" y="4820"/>
                      <a:pt x="4443" y="4820"/>
                    </a:cubicBezTo>
                    <a:lnTo>
                      <a:pt x="5419" y="4820"/>
                    </a:lnTo>
                    <a:cubicBezTo>
                      <a:pt x="5262" y="5230"/>
                      <a:pt x="4915" y="5545"/>
                      <a:pt x="4443" y="5545"/>
                    </a:cubicBezTo>
                    <a:cubicBezTo>
                      <a:pt x="3844" y="5545"/>
                      <a:pt x="3434" y="5072"/>
                      <a:pt x="3434" y="4505"/>
                    </a:cubicBezTo>
                    <a:cubicBezTo>
                      <a:pt x="3434" y="3970"/>
                      <a:pt x="3907" y="3497"/>
                      <a:pt x="4443" y="3497"/>
                    </a:cubicBezTo>
                    <a:close/>
                    <a:moveTo>
                      <a:pt x="4443" y="2080"/>
                    </a:moveTo>
                    <a:cubicBezTo>
                      <a:pt x="5671" y="2080"/>
                      <a:pt x="6679" y="2993"/>
                      <a:pt x="6837" y="4159"/>
                    </a:cubicBezTo>
                    <a:lnTo>
                      <a:pt x="6144" y="4159"/>
                    </a:lnTo>
                    <a:cubicBezTo>
                      <a:pt x="5986" y="3371"/>
                      <a:pt x="5262" y="2773"/>
                      <a:pt x="4443" y="2773"/>
                    </a:cubicBezTo>
                    <a:cubicBezTo>
                      <a:pt x="3497" y="2773"/>
                      <a:pt x="2710" y="3560"/>
                      <a:pt x="2710" y="4505"/>
                    </a:cubicBezTo>
                    <a:cubicBezTo>
                      <a:pt x="2710" y="5451"/>
                      <a:pt x="3497" y="6238"/>
                      <a:pt x="4443" y="6238"/>
                    </a:cubicBezTo>
                    <a:cubicBezTo>
                      <a:pt x="5262" y="6238"/>
                      <a:pt x="5986" y="5671"/>
                      <a:pt x="6144" y="4883"/>
                    </a:cubicBezTo>
                    <a:lnTo>
                      <a:pt x="6837" y="4883"/>
                    </a:lnTo>
                    <a:cubicBezTo>
                      <a:pt x="6679" y="6049"/>
                      <a:pt x="5671" y="6963"/>
                      <a:pt x="4443" y="6963"/>
                    </a:cubicBezTo>
                    <a:cubicBezTo>
                      <a:pt x="3119" y="6963"/>
                      <a:pt x="2017" y="5860"/>
                      <a:pt x="2017" y="4505"/>
                    </a:cubicBezTo>
                    <a:cubicBezTo>
                      <a:pt x="2017" y="3182"/>
                      <a:pt x="3119" y="2080"/>
                      <a:pt x="4443" y="2080"/>
                    </a:cubicBezTo>
                    <a:close/>
                    <a:moveTo>
                      <a:pt x="4474" y="662"/>
                    </a:moveTo>
                    <a:cubicBezTo>
                      <a:pt x="6459" y="662"/>
                      <a:pt x="8097" y="2206"/>
                      <a:pt x="8255" y="4127"/>
                    </a:cubicBezTo>
                    <a:lnTo>
                      <a:pt x="7562" y="4127"/>
                    </a:lnTo>
                    <a:cubicBezTo>
                      <a:pt x="7372" y="2584"/>
                      <a:pt x="6049" y="1355"/>
                      <a:pt x="4443" y="1355"/>
                    </a:cubicBezTo>
                    <a:cubicBezTo>
                      <a:pt x="2710" y="1355"/>
                      <a:pt x="1324" y="2773"/>
                      <a:pt x="1324" y="4474"/>
                    </a:cubicBezTo>
                    <a:cubicBezTo>
                      <a:pt x="1324" y="6175"/>
                      <a:pt x="2741" y="7593"/>
                      <a:pt x="4443" y="7593"/>
                    </a:cubicBezTo>
                    <a:cubicBezTo>
                      <a:pt x="6049" y="7593"/>
                      <a:pt x="7372" y="6364"/>
                      <a:pt x="7562" y="4820"/>
                    </a:cubicBezTo>
                    <a:lnTo>
                      <a:pt x="8255" y="4820"/>
                    </a:lnTo>
                    <a:cubicBezTo>
                      <a:pt x="8097" y="6774"/>
                      <a:pt x="6459" y="8286"/>
                      <a:pt x="4474" y="8286"/>
                    </a:cubicBezTo>
                    <a:cubicBezTo>
                      <a:pt x="2395" y="8286"/>
                      <a:pt x="662" y="6616"/>
                      <a:pt x="662" y="4474"/>
                    </a:cubicBezTo>
                    <a:cubicBezTo>
                      <a:pt x="662" y="2363"/>
                      <a:pt x="2363" y="662"/>
                      <a:pt x="4474" y="662"/>
                    </a:cubicBezTo>
                    <a:close/>
                    <a:moveTo>
                      <a:pt x="5734" y="8822"/>
                    </a:moveTo>
                    <a:lnTo>
                      <a:pt x="6049" y="9767"/>
                    </a:lnTo>
                    <a:lnTo>
                      <a:pt x="2836" y="9767"/>
                    </a:lnTo>
                    <a:lnTo>
                      <a:pt x="3151" y="8822"/>
                    </a:lnTo>
                    <a:cubicBezTo>
                      <a:pt x="3529" y="8916"/>
                      <a:pt x="4001" y="9011"/>
                      <a:pt x="4443" y="9011"/>
                    </a:cubicBezTo>
                    <a:cubicBezTo>
                      <a:pt x="4884" y="9011"/>
                      <a:pt x="5356" y="8916"/>
                      <a:pt x="5734" y="8822"/>
                    </a:cubicBezTo>
                    <a:close/>
                    <a:moveTo>
                      <a:pt x="6522" y="10428"/>
                    </a:moveTo>
                    <a:cubicBezTo>
                      <a:pt x="6963" y="10428"/>
                      <a:pt x="7372" y="10680"/>
                      <a:pt x="7530" y="11121"/>
                    </a:cubicBezTo>
                    <a:lnTo>
                      <a:pt x="1418" y="11121"/>
                    </a:lnTo>
                    <a:cubicBezTo>
                      <a:pt x="1576" y="10743"/>
                      <a:pt x="1922" y="10428"/>
                      <a:pt x="2395" y="10428"/>
                    </a:cubicBezTo>
                    <a:close/>
                    <a:moveTo>
                      <a:pt x="4474" y="0"/>
                    </a:moveTo>
                    <a:cubicBezTo>
                      <a:pt x="1985" y="0"/>
                      <a:pt x="0" y="1985"/>
                      <a:pt x="0" y="4474"/>
                    </a:cubicBezTo>
                    <a:cubicBezTo>
                      <a:pt x="0" y="6238"/>
                      <a:pt x="1040" y="7813"/>
                      <a:pt x="2552" y="8538"/>
                    </a:cubicBezTo>
                    <a:lnTo>
                      <a:pt x="2143" y="9767"/>
                    </a:lnTo>
                    <a:cubicBezTo>
                      <a:pt x="1324" y="9861"/>
                      <a:pt x="693" y="10586"/>
                      <a:pt x="693" y="11499"/>
                    </a:cubicBezTo>
                    <a:cubicBezTo>
                      <a:pt x="693" y="11688"/>
                      <a:pt x="851" y="11846"/>
                      <a:pt x="1040" y="11846"/>
                    </a:cubicBezTo>
                    <a:lnTo>
                      <a:pt x="7971" y="11846"/>
                    </a:lnTo>
                    <a:cubicBezTo>
                      <a:pt x="8192" y="11846"/>
                      <a:pt x="8349" y="11688"/>
                      <a:pt x="8349" y="11499"/>
                    </a:cubicBezTo>
                    <a:cubicBezTo>
                      <a:pt x="8349" y="10617"/>
                      <a:pt x="7719" y="9924"/>
                      <a:pt x="6900" y="9767"/>
                    </a:cubicBezTo>
                    <a:lnTo>
                      <a:pt x="6490" y="8538"/>
                    </a:lnTo>
                    <a:cubicBezTo>
                      <a:pt x="7782" y="7908"/>
                      <a:pt x="8727" y="6679"/>
                      <a:pt x="8979" y="5230"/>
                    </a:cubicBezTo>
                    <a:lnTo>
                      <a:pt x="9137" y="5388"/>
                    </a:lnTo>
                    <a:cubicBezTo>
                      <a:pt x="9168" y="5419"/>
                      <a:pt x="9200" y="5451"/>
                      <a:pt x="9263" y="5451"/>
                    </a:cubicBezTo>
                    <a:lnTo>
                      <a:pt x="11374" y="6175"/>
                    </a:lnTo>
                    <a:cubicBezTo>
                      <a:pt x="11403" y="6183"/>
                      <a:pt x="11435" y="6186"/>
                      <a:pt x="11466" y="6186"/>
                    </a:cubicBezTo>
                    <a:cubicBezTo>
                      <a:pt x="11569" y="6186"/>
                      <a:pt x="11672" y="6145"/>
                      <a:pt x="11720" y="6049"/>
                    </a:cubicBezTo>
                    <a:cubicBezTo>
                      <a:pt x="11815" y="5923"/>
                      <a:pt x="11846" y="5766"/>
                      <a:pt x="11783" y="5671"/>
                    </a:cubicBezTo>
                    <a:lnTo>
                      <a:pt x="11153" y="4442"/>
                    </a:lnTo>
                    <a:lnTo>
                      <a:pt x="11783" y="3214"/>
                    </a:lnTo>
                    <a:cubicBezTo>
                      <a:pt x="11815" y="3151"/>
                      <a:pt x="11783" y="2993"/>
                      <a:pt x="11689" y="2899"/>
                    </a:cubicBezTo>
                    <a:cubicBezTo>
                      <a:pt x="11641" y="2802"/>
                      <a:pt x="11519" y="2761"/>
                      <a:pt x="11422" y="2761"/>
                    </a:cubicBezTo>
                    <a:cubicBezTo>
                      <a:pt x="11392" y="2761"/>
                      <a:pt x="11364" y="2765"/>
                      <a:pt x="11342" y="2773"/>
                    </a:cubicBezTo>
                    <a:lnTo>
                      <a:pt x="9200" y="3497"/>
                    </a:lnTo>
                    <a:cubicBezTo>
                      <a:pt x="9168" y="3497"/>
                      <a:pt x="9105" y="3529"/>
                      <a:pt x="9105" y="3560"/>
                    </a:cubicBezTo>
                    <a:lnTo>
                      <a:pt x="8916" y="3718"/>
                    </a:lnTo>
                    <a:cubicBezTo>
                      <a:pt x="8570" y="1607"/>
                      <a:pt x="6742" y="0"/>
                      <a:pt x="44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24" name="Google Shape;1424;p18"/>
              <p:cNvGrpSpPr/>
              <p:nvPr/>
            </p:nvGrpSpPr>
            <p:grpSpPr>
              <a:xfrm>
                <a:off x="7113700" y="1688629"/>
                <a:ext cx="497962" cy="499272"/>
                <a:chOff x="4321150" y="1946600"/>
                <a:chExt cx="294600" cy="295375"/>
              </a:xfrm>
            </p:grpSpPr>
            <p:sp>
              <p:nvSpPr>
                <p:cNvPr id="1425" name="Google Shape;1425;p18"/>
                <p:cNvSpPr/>
                <p:nvPr/>
              </p:nvSpPr>
              <p:spPr>
                <a:xfrm>
                  <a:off x="4321150" y="1946600"/>
                  <a:ext cx="294600" cy="295375"/>
                </a:xfrm>
                <a:custGeom>
                  <a:rect b="b" l="l" r="r" t="t"/>
                  <a:pathLst>
                    <a:path extrusionOk="0" h="11815" w="11784">
                      <a:moveTo>
                        <a:pt x="9043" y="662"/>
                      </a:moveTo>
                      <a:lnTo>
                        <a:pt x="9043" y="2080"/>
                      </a:lnTo>
                      <a:lnTo>
                        <a:pt x="2742" y="2080"/>
                      </a:lnTo>
                      <a:lnTo>
                        <a:pt x="2742" y="662"/>
                      </a:lnTo>
                      <a:close/>
                      <a:moveTo>
                        <a:pt x="10775" y="2742"/>
                      </a:moveTo>
                      <a:cubicBezTo>
                        <a:pt x="10996" y="2742"/>
                        <a:pt x="11153" y="2899"/>
                        <a:pt x="11153" y="3120"/>
                      </a:cubicBezTo>
                      <a:lnTo>
                        <a:pt x="11153" y="6554"/>
                      </a:lnTo>
                      <a:cubicBezTo>
                        <a:pt x="11153" y="6774"/>
                        <a:pt x="10996" y="6932"/>
                        <a:pt x="10775" y="6932"/>
                      </a:cubicBezTo>
                      <a:lnTo>
                        <a:pt x="9767" y="6932"/>
                      </a:lnTo>
                      <a:lnTo>
                        <a:pt x="9767" y="4474"/>
                      </a:lnTo>
                      <a:cubicBezTo>
                        <a:pt x="9767" y="4285"/>
                        <a:pt x="9610" y="4128"/>
                        <a:pt x="9421" y="4128"/>
                      </a:cubicBezTo>
                      <a:lnTo>
                        <a:pt x="2427" y="4128"/>
                      </a:lnTo>
                      <a:cubicBezTo>
                        <a:pt x="2238" y="4128"/>
                        <a:pt x="2080" y="4285"/>
                        <a:pt x="2080" y="4474"/>
                      </a:cubicBezTo>
                      <a:lnTo>
                        <a:pt x="2080" y="6932"/>
                      </a:lnTo>
                      <a:lnTo>
                        <a:pt x="1009" y="6932"/>
                      </a:lnTo>
                      <a:cubicBezTo>
                        <a:pt x="820" y="6932"/>
                        <a:pt x="662" y="6774"/>
                        <a:pt x="662" y="6554"/>
                      </a:cubicBezTo>
                      <a:lnTo>
                        <a:pt x="662" y="3120"/>
                      </a:lnTo>
                      <a:cubicBezTo>
                        <a:pt x="662" y="2899"/>
                        <a:pt x="820" y="2742"/>
                        <a:pt x="1009" y="2742"/>
                      </a:cubicBezTo>
                      <a:close/>
                      <a:moveTo>
                        <a:pt x="9011" y="4821"/>
                      </a:moveTo>
                      <a:lnTo>
                        <a:pt x="9011" y="11090"/>
                      </a:lnTo>
                      <a:lnTo>
                        <a:pt x="2710" y="11090"/>
                      </a:lnTo>
                      <a:lnTo>
                        <a:pt x="2710" y="4821"/>
                      </a:lnTo>
                      <a:close/>
                      <a:moveTo>
                        <a:pt x="2395" y="1"/>
                      </a:moveTo>
                      <a:cubicBezTo>
                        <a:pt x="2206" y="1"/>
                        <a:pt x="2049" y="158"/>
                        <a:pt x="2049" y="347"/>
                      </a:cubicBezTo>
                      <a:lnTo>
                        <a:pt x="2049" y="2112"/>
                      </a:lnTo>
                      <a:lnTo>
                        <a:pt x="1009" y="2112"/>
                      </a:lnTo>
                      <a:cubicBezTo>
                        <a:pt x="442" y="2112"/>
                        <a:pt x="1" y="2584"/>
                        <a:pt x="1" y="3151"/>
                      </a:cubicBezTo>
                      <a:lnTo>
                        <a:pt x="1" y="6617"/>
                      </a:lnTo>
                      <a:cubicBezTo>
                        <a:pt x="1" y="7215"/>
                        <a:pt x="473" y="7625"/>
                        <a:pt x="1009" y="7625"/>
                      </a:cubicBezTo>
                      <a:lnTo>
                        <a:pt x="2049" y="7625"/>
                      </a:lnTo>
                      <a:lnTo>
                        <a:pt x="2049" y="11468"/>
                      </a:lnTo>
                      <a:cubicBezTo>
                        <a:pt x="2049" y="11657"/>
                        <a:pt x="2206" y="11815"/>
                        <a:pt x="2395" y="11815"/>
                      </a:cubicBezTo>
                      <a:lnTo>
                        <a:pt x="9358" y="11815"/>
                      </a:lnTo>
                      <a:cubicBezTo>
                        <a:pt x="9578" y="11815"/>
                        <a:pt x="9736" y="11657"/>
                        <a:pt x="9736" y="11468"/>
                      </a:cubicBezTo>
                      <a:lnTo>
                        <a:pt x="9736" y="7625"/>
                      </a:lnTo>
                      <a:lnTo>
                        <a:pt x="10744" y="7625"/>
                      </a:lnTo>
                      <a:cubicBezTo>
                        <a:pt x="11343" y="7625"/>
                        <a:pt x="11784" y="7152"/>
                        <a:pt x="11784" y="6617"/>
                      </a:cubicBezTo>
                      <a:lnTo>
                        <a:pt x="11784" y="3151"/>
                      </a:lnTo>
                      <a:cubicBezTo>
                        <a:pt x="11784" y="2553"/>
                        <a:pt x="11311" y="2112"/>
                        <a:pt x="10744" y="2112"/>
                      </a:cubicBezTo>
                      <a:lnTo>
                        <a:pt x="9736" y="2112"/>
                      </a:lnTo>
                      <a:lnTo>
                        <a:pt x="9736" y="347"/>
                      </a:lnTo>
                      <a:cubicBezTo>
                        <a:pt x="9736" y="158"/>
                        <a:pt x="9578" y="1"/>
                        <a:pt x="93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" name="Google Shape;1426;p18"/>
                <p:cNvSpPr/>
                <p:nvPr/>
              </p:nvSpPr>
              <p:spPr>
                <a:xfrm>
                  <a:off x="4564525" y="2031675"/>
                  <a:ext cx="17350" cy="18125"/>
                </a:xfrm>
                <a:custGeom>
                  <a:rect b="b" l="l" r="r" t="t"/>
                  <a:pathLst>
                    <a:path extrusionOk="0" h="725" w="694">
                      <a:moveTo>
                        <a:pt x="347" y="0"/>
                      </a:moveTo>
                      <a:cubicBezTo>
                        <a:pt x="158" y="0"/>
                        <a:pt x="1" y="189"/>
                        <a:pt x="1" y="378"/>
                      </a:cubicBezTo>
                      <a:cubicBezTo>
                        <a:pt x="1" y="599"/>
                        <a:pt x="158" y="725"/>
                        <a:pt x="347" y="725"/>
                      </a:cubicBezTo>
                      <a:cubicBezTo>
                        <a:pt x="536" y="725"/>
                        <a:pt x="694" y="567"/>
                        <a:pt x="694" y="378"/>
                      </a:cubicBezTo>
                      <a:cubicBezTo>
                        <a:pt x="694" y="189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" name="Google Shape;1427;p18"/>
                <p:cNvSpPr/>
                <p:nvPr/>
              </p:nvSpPr>
              <p:spPr>
                <a:xfrm>
                  <a:off x="4414100" y="2084450"/>
                  <a:ext cx="106350" cy="122100"/>
                </a:xfrm>
                <a:custGeom>
                  <a:rect b="b" l="l" r="r" t="t"/>
                  <a:pathLst>
                    <a:path extrusionOk="0" h="4884" w="4254">
                      <a:moveTo>
                        <a:pt x="2174" y="693"/>
                      </a:moveTo>
                      <a:cubicBezTo>
                        <a:pt x="2584" y="693"/>
                        <a:pt x="2899" y="1008"/>
                        <a:pt x="2899" y="1418"/>
                      </a:cubicBezTo>
                      <a:cubicBezTo>
                        <a:pt x="2899" y="1796"/>
                        <a:pt x="2584" y="2111"/>
                        <a:pt x="2174" y="2111"/>
                      </a:cubicBezTo>
                      <a:cubicBezTo>
                        <a:pt x="1796" y="2111"/>
                        <a:pt x="1481" y="1796"/>
                        <a:pt x="1481" y="1418"/>
                      </a:cubicBezTo>
                      <a:cubicBezTo>
                        <a:pt x="1481" y="1008"/>
                        <a:pt x="1796" y="693"/>
                        <a:pt x="2174" y="693"/>
                      </a:cubicBezTo>
                      <a:close/>
                      <a:moveTo>
                        <a:pt x="2174" y="2804"/>
                      </a:moveTo>
                      <a:cubicBezTo>
                        <a:pt x="2930" y="2804"/>
                        <a:pt x="3592" y="3403"/>
                        <a:pt x="3592" y="4190"/>
                      </a:cubicBezTo>
                      <a:lnTo>
                        <a:pt x="756" y="4190"/>
                      </a:lnTo>
                      <a:cubicBezTo>
                        <a:pt x="756" y="3403"/>
                        <a:pt x="1387" y="2804"/>
                        <a:pt x="2174" y="2804"/>
                      </a:cubicBezTo>
                      <a:close/>
                      <a:moveTo>
                        <a:pt x="2143" y="0"/>
                      </a:moveTo>
                      <a:cubicBezTo>
                        <a:pt x="1387" y="0"/>
                        <a:pt x="725" y="630"/>
                        <a:pt x="725" y="1386"/>
                      </a:cubicBezTo>
                      <a:cubicBezTo>
                        <a:pt x="725" y="1733"/>
                        <a:pt x="882" y="2079"/>
                        <a:pt x="1103" y="2331"/>
                      </a:cubicBezTo>
                      <a:cubicBezTo>
                        <a:pt x="473" y="2678"/>
                        <a:pt x="0" y="3340"/>
                        <a:pt x="0" y="4159"/>
                      </a:cubicBezTo>
                      <a:lnTo>
                        <a:pt x="0" y="4537"/>
                      </a:lnTo>
                      <a:cubicBezTo>
                        <a:pt x="63" y="4726"/>
                        <a:pt x="221" y="4883"/>
                        <a:pt x="410" y="4883"/>
                      </a:cubicBezTo>
                      <a:lnTo>
                        <a:pt x="3907" y="4883"/>
                      </a:lnTo>
                      <a:cubicBezTo>
                        <a:pt x="4127" y="4883"/>
                        <a:pt x="4253" y="4726"/>
                        <a:pt x="4253" y="4537"/>
                      </a:cubicBezTo>
                      <a:lnTo>
                        <a:pt x="4253" y="4159"/>
                      </a:lnTo>
                      <a:cubicBezTo>
                        <a:pt x="4253" y="3371"/>
                        <a:pt x="3844" y="2709"/>
                        <a:pt x="3151" y="2331"/>
                      </a:cubicBezTo>
                      <a:cubicBezTo>
                        <a:pt x="3403" y="2048"/>
                        <a:pt x="3560" y="1733"/>
                        <a:pt x="3560" y="1386"/>
                      </a:cubicBezTo>
                      <a:cubicBezTo>
                        <a:pt x="3560" y="599"/>
                        <a:pt x="2930" y="0"/>
                        <a:pt x="21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28" name="Google Shape;1428;p18"/>
              <p:cNvSpPr/>
              <p:nvPr/>
            </p:nvSpPr>
            <p:spPr>
              <a:xfrm>
                <a:off x="7108806" y="2297591"/>
                <a:ext cx="507301" cy="467368"/>
              </a:xfrm>
              <a:custGeom>
                <a:rect b="b" l="l" r="r" t="t"/>
                <a:pathLst>
                  <a:path extrusionOk="0" h="11060" w="12005">
                    <a:moveTo>
                      <a:pt x="2049" y="2049"/>
                    </a:moveTo>
                    <a:cubicBezTo>
                      <a:pt x="2238" y="2049"/>
                      <a:pt x="2395" y="2206"/>
                      <a:pt x="2395" y="2395"/>
                    </a:cubicBezTo>
                    <a:cubicBezTo>
                      <a:pt x="2395" y="2584"/>
                      <a:pt x="2238" y="2742"/>
                      <a:pt x="2049" y="2742"/>
                    </a:cubicBezTo>
                    <a:cubicBezTo>
                      <a:pt x="1860" y="2742"/>
                      <a:pt x="1702" y="2584"/>
                      <a:pt x="1702" y="2395"/>
                    </a:cubicBezTo>
                    <a:cubicBezTo>
                      <a:pt x="1734" y="2206"/>
                      <a:pt x="1860" y="2049"/>
                      <a:pt x="2049" y="2049"/>
                    </a:cubicBezTo>
                    <a:close/>
                    <a:moveTo>
                      <a:pt x="9736" y="2049"/>
                    </a:moveTo>
                    <a:cubicBezTo>
                      <a:pt x="9925" y="2049"/>
                      <a:pt x="10082" y="2206"/>
                      <a:pt x="10082" y="2395"/>
                    </a:cubicBezTo>
                    <a:cubicBezTo>
                      <a:pt x="10082" y="2584"/>
                      <a:pt x="9925" y="2742"/>
                      <a:pt x="9736" y="2742"/>
                    </a:cubicBezTo>
                    <a:cubicBezTo>
                      <a:pt x="9515" y="2742"/>
                      <a:pt x="9358" y="2584"/>
                      <a:pt x="9358" y="2395"/>
                    </a:cubicBezTo>
                    <a:cubicBezTo>
                      <a:pt x="9358" y="2206"/>
                      <a:pt x="9515" y="2049"/>
                      <a:pt x="9736" y="2049"/>
                    </a:cubicBezTo>
                    <a:close/>
                    <a:moveTo>
                      <a:pt x="2049" y="3719"/>
                    </a:moveTo>
                    <a:lnTo>
                      <a:pt x="3151" y="5514"/>
                    </a:lnTo>
                    <a:lnTo>
                      <a:pt x="946" y="5514"/>
                    </a:lnTo>
                    <a:lnTo>
                      <a:pt x="2049" y="3719"/>
                    </a:lnTo>
                    <a:close/>
                    <a:moveTo>
                      <a:pt x="9736" y="3719"/>
                    </a:moveTo>
                    <a:lnTo>
                      <a:pt x="10838" y="5514"/>
                    </a:lnTo>
                    <a:lnTo>
                      <a:pt x="8633" y="5514"/>
                    </a:lnTo>
                    <a:lnTo>
                      <a:pt x="9736" y="3719"/>
                    </a:lnTo>
                    <a:close/>
                    <a:moveTo>
                      <a:pt x="3435" y="6207"/>
                    </a:moveTo>
                    <a:cubicBezTo>
                      <a:pt x="3466" y="6964"/>
                      <a:pt x="2836" y="7594"/>
                      <a:pt x="2049" y="7594"/>
                    </a:cubicBezTo>
                    <a:cubicBezTo>
                      <a:pt x="1292" y="7594"/>
                      <a:pt x="662" y="6964"/>
                      <a:pt x="662" y="6207"/>
                    </a:cubicBezTo>
                    <a:close/>
                    <a:moveTo>
                      <a:pt x="11090" y="6207"/>
                    </a:moveTo>
                    <a:cubicBezTo>
                      <a:pt x="11090" y="6964"/>
                      <a:pt x="10460" y="7594"/>
                      <a:pt x="9736" y="7594"/>
                    </a:cubicBezTo>
                    <a:cubicBezTo>
                      <a:pt x="8980" y="7594"/>
                      <a:pt x="8350" y="6964"/>
                      <a:pt x="8350" y="6207"/>
                    </a:cubicBezTo>
                    <a:close/>
                    <a:moveTo>
                      <a:pt x="5892" y="663"/>
                    </a:moveTo>
                    <a:cubicBezTo>
                      <a:pt x="6113" y="663"/>
                      <a:pt x="6270" y="820"/>
                      <a:pt x="6270" y="1009"/>
                    </a:cubicBezTo>
                    <a:lnTo>
                      <a:pt x="6270" y="8980"/>
                    </a:lnTo>
                    <a:lnTo>
                      <a:pt x="5546" y="8980"/>
                    </a:lnTo>
                    <a:lnTo>
                      <a:pt x="5546" y="1009"/>
                    </a:lnTo>
                    <a:cubicBezTo>
                      <a:pt x="5546" y="820"/>
                      <a:pt x="5703" y="663"/>
                      <a:pt x="5892" y="663"/>
                    </a:cubicBezTo>
                    <a:close/>
                    <a:moveTo>
                      <a:pt x="8003" y="9673"/>
                    </a:moveTo>
                    <a:cubicBezTo>
                      <a:pt x="8192" y="9673"/>
                      <a:pt x="8350" y="9830"/>
                      <a:pt x="8350" y="10020"/>
                    </a:cubicBezTo>
                    <a:lnTo>
                      <a:pt x="8350" y="10398"/>
                    </a:lnTo>
                    <a:lnTo>
                      <a:pt x="3466" y="10398"/>
                    </a:lnTo>
                    <a:lnTo>
                      <a:pt x="3466" y="10020"/>
                    </a:lnTo>
                    <a:cubicBezTo>
                      <a:pt x="3466" y="9830"/>
                      <a:pt x="3624" y="9673"/>
                      <a:pt x="3813" y="9673"/>
                    </a:cubicBezTo>
                    <a:close/>
                    <a:moveTo>
                      <a:pt x="5955" y="1"/>
                    </a:moveTo>
                    <a:cubicBezTo>
                      <a:pt x="5357" y="1"/>
                      <a:pt x="4916" y="474"/>
                      <a:pt x="4916" y="1009"/>
                    </a:cubicBezTo>
                    <a:lnTo>
                      <a:pt x="4916" y="1167"/>
                    </a:lnTo>
                    <a:cubicBezTo>
                      <a:pt x="3970" y="1671"/>
                      <a:pt x="3655" y="1891"/>
                      <a:pt x="3057" y="1954"/>
                    </a:cubicBezTo>
                    <a:cubicBezTo>
                      <a:pt x="2899" y="1608"/>
                      <a:pt x="2553" y="1324"/>
                      <a:pt x="2112" y="1324"/>
                    </a:cubicBezTo>
                    <a:cubicBezTo>
                      <a:pt x="1734" y="1324"/>
                      <a:pt x="1387" y="1576"/>
                      <a:pt x="1166" y="1923"/>
                    </a:cubicBezTo>
                    <a:cubicBezTo>
                      <a:pt x="946" y="1891"/>
                      <a:pt x="694" y="1797"/>
                      <a:pt x="505" y="1734"/>
                    </a:cubicBezTo>
                    <a:cubicBezTo>
                      <a:pt x="454" y="1708"/>
                      <a:pt x="404" y="1697"/>
                      <a:pt x="355" y="1697"/>
                    </a:cubicBezTo>
                    <a:cubicBezTo>
                      <a:pt x="224" y="1697"/>
                      <a:pt x="110" y="1784"/>
                      <a:pt x="64" y="1923"/>
                    </a:cubicBezTo>
                    <a:cubicBezTo>
                      <a:pt x="1" y="2112"/>
                      <a:pt x="64" y="2301"/>
                      <a:pt x="284" y="2364"/>
                    </a:cubicBezTo>
                    <a:cubicBezTo>
                      <a:pt x="536" y="2458"/>
                      <a:pt x="820" y="2553"/>
                      <a:pt x="1135" y="2616"/>
                    </a:cubicBezTo>
                    <a:cubicBezTo>
                      <a:pt x="1229" y="2899"/>
                      <a:pt x="1387" y="3151"/>
                      <a:pt x="1607" y="3277"/>
                    </a:cubicBezTo>
                    <a:lnTo>
                      <a:pt x="127" y="5703"/>
                    </a:lnTo>
                    <a:cubicBezTo>
                      <a:pt x="64" y="5735"/>
                      <a:pt x="64" y="5829"/>
                      <a:pt x="64" y="5892"/>
                    </a:cubicBezTo>
                    <a:lnTo>
                      <a:pt x="64" y="6239"/>
                    </a:lnTo>
                    <a:cubicBezTo>
                      <a:pt x="64" y="7405"/>
                      <a:pt x="1009" y="8350"/>
                      <a:pt x="2175" y="8350"/>
                    </a:cubicBezTo>
                    <a:cubicBezTo>
                      <a:pt x="3309" y="8350"/>
                      <a:pt x="4254" y="7405"/>
                      <a:pt x="4254" y="6239"/>
                    </a:cubicBezTo>
                    <a:lnTo>
                      <a:pt x="4254" y="5892"/>
                    </a:lnTo>
                    <a:cubicBezTo>
                      <a:pt x="4254" y="5829"/>
                      <a:pt x="4254" y="5766"/>
                      <a:pt x="4222" y="5703"/>
                    </a:cubicBezTo>
                    <a:lnTo>
                      <a:pt x="2710" y="3277"/>
                    </a:lnTo>
                    <a:cubicBezTo>
                      <a:pt x="2962" y="3183"/>
                      <a:pt x="3120" y="2931"/>
                      <a:pt x="3183" y="2647"/>
                    </a:cubicBezTo>
                    <a:cubicBezTo>
                      <a:pt x="3844" y="2553"/>
                      <a:pt x="4222" y="2332"/>
                      <a:pt x="4947" y="1954"/>
                    </a:cubicBezTo>
                    <a:lnTo>
                      <a:pt x="4947" y="8980"/>
                    </a:lnTo>
                    <a:lnTo>
                      <a:pt x="3939" y="8980"/>
                    </a:lnTo>
                    <a:cubicBezTo>
                      <a:pt x="3340" y="8980"/>
                      <a:pt x="2899" y="9421"/>
                      <a:pt x="2899" y="9988"/>
                    </a:cubicBezTo>
                    <a:lnTo>
                      <a:pt x="2899" y="10713"/>
                    </a:lnTo>
                    <a:cubicBezTo>
                      <a:pt x="2899" y="10902"/>
                      <a:pt x="3057" y="11059"/>
                      <a:pt x="3246" y="11059"/>
                    </a:cubicBezTo>
                    <a:lnTo>
                      <a:pt x="8822" y="11059"/>
                    </a:lnTo>
                    <a:cubicBezTo>
                      <a:pt x="9011" y="11059"/>
                      <a:pt x="9169" y="10902"/>
                      <a:pt x="9169" y="10713"/>
                    </a:cubicBezTo>
                    <a:lnTo>
                      <a:pt x="9169" y="9988"/>
                    </a:lnTo>
                    <a:cubicBezTo>
                      <a:pt x="9169" y="9389"/>
                      <a:pt x="8696" y="8980"/>
                      <a:pt x="8129" y="8980"/>
                    </a:cubicBezTo>
                    <a:lnTo>
                      <a:pt x="7089" y="8980"/>
                    </a:lnTo>
                    <a:lnTo>
                      <a:pt x="7089" y="1954"/>
                    </a:lnTo>
                    <a:cubicBezTo>
                      <a:pt x="7814" y="2332"/>
                      <a:pt x="8224" y="2553"/>
                      <a:pt x="8885" y="2647"/>
                    </a:cubicBezTo>
                    <a:cubicBezTo>
                      <a:pt x="8980" y="2931"/>
                      <a:pt x="9137" y="3120"/>
                      <a:pt x="9358" y="3277"/>
                    </a:cubicBezTo>
                    <a:lnTo>
                      <a:pt x="7877" y="5703"/>
                    </a:lnTo>
                    <a:cubicBezTo>
                      <a:pt x="7814" y="5735"/>
                      <a:pt x="7814" y="5829"/>
                      <a:pt x="7814" y="5892"/>
                    </a:cubicBezTo>
                    <a:lnTo>
                      <a:pt x="7814" y="6239"/>
                    </a:lnTo>
                    <a:cubicBezTo>
                      <a:pt x="7814" y="7405"/>
                      <a:pt x="8759" y="8350"/>
                      <a:pt x="9925" y="8350"/>
                    </a:cubicBezTo>
                    <a:cubicBezTo>
                      <a:pt x="11059" y="8350"/>
                      <a:pt x="12004" y="7405"/>
                      <a:pt x="12004" y="6239"/>
                    </a:cubicBezTo>
                    <a:lnTo>
                      <a:pt x="12004" y="5892"/>
                    </a:lnTo>
                    <a:cubicBezTo>
                      <a:pt x="12004" y="5829"/>
                      <a:pt x="12004" y="5766"/>
                      <a:pt x="11973" y="5703"/>
                    </a:cubicBezTo>
                    <a:lnTo>
                      <a:pt x="10460" y="3277"/>
                    </a:lnTo>
                    <a:cubicBezTo>
                      <a:pt x="10523" y="3151"/>
                      <a:pt x="10681" y="2899"/>
                      <a:pt x="10744" y="2616"/>
                    </a:cubicBezTo>
                    <a:cubicBezTo>
                      <a:pt x="11027" y="2553"/>
                      <a:pt x="11343" y="2458"/>
                      <a:pt x="11626" y="2364"/>
                    </a:cubicBezTo>
                    <a:cubicBezTo>
                      <a:pt x="11815" y="2269"/>
                      <a:pt x="11878" y="2080"/>
                      <a:pt x="11815" y="1923"/>
                    </a:cubicBezTo>
                    <a:cubicBezTo>
                      <a:pt x="11746" y="1784"/>
                      <a:pt x="11626" y="1697"/>
                      <a:pt x="11505" y="1697"/>
                    </a:cubicBezTo>
                    <a:cubicBezTo>
                      <a:pt x="11461" y="1697"/>
                      <a:pt x="11416" y="1708"/>
                      <a:pt x="11374" y="1734"/>
                    </a:cubicBezTo>
                    <a:cubicBezTo>
                      <a:pt x="11122" y="1797"/>
                      <a:pt x="10933" y="1891"/>
                      <a:pt x="10712" y="1923"/>
                    </a:cubicBezTo>
                    <a:cubicBezTo>
                      <a:pt x="10555" y="1576"/>
                      <a:pt x="10208" y="1324"/>
                      <a:pt x="9767" y="1324"/>
                    </a:cubicBezTo>
                    <a:cubicBezTo>
                      <a:pt x="9326" y="1324"/>
                      <a:pt x="8980" y="1576"/>
                      <a:pt x="8822" y="1954"/>
                    </a:cubicBezTo>
                    <a:cubicBezTo>
                      <a:pt x="8224" y="1828"/>
                      <a:pt x="7908" y="1639"/>
                      <a:pt x="6963" y="1167"/>
                    </a:cubicBezTo>
                    <a:lnTo>
                      <a:pt x="6963" y="1009"/>
                    </a:lnTo>
                    <a:cubicBezTo>
                      <a:pt x="6963" y="411"/>
                      <a:pt x="6491" y="1"/>
                      <a:pt x="59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9" name="Google Shape;1429;p18"/>
              <p:cNvSpPr/>
              <p:nvPr/>
            </p:nvSpPr>
            <p:spPr>
              <a:xfrm>
                <a:off x="7109482" y="2925310"/>
                <a:ext cx="505949" cy="499272"/>
              </a:xfrm>
              <a:custGeom>
                <a:rect b="b" l="l" r="r" t="t"/>
                <a:pathLst>
                  <a:path extrusionOk="0" h="11815" w="11973">
                    <a:moveTo>
                      <a:pt x="5986" y="631"/>
                    </a:moveTo>
                    <a:cubicBezTo>
                      <a:pt x="6396" y="631"/>
                      <a:pt x="6711" y="946"/>
                      <a:pt x="6711" y="1324"/>
                    </a:cubicBezTo>
                    <a:cubicBezTo>
                      <a:pt x="6711" y="1733"/>
                      <a:pt x="6396" y="2048"/>
                      <a:pt x="5986" y="2048"/>
                    </a:cubicBezTo>
                    <a:cubicBezTo>
                      <a:pt x="5608" y="2048"/>
                      <a:pt x="5293" y="1733"/>
                      <a:pt x="5293" y="1324"/>
                    </a:cubicBezTo>
                    <a:cubicBezTo>
                      <a:pt x="5293" y="946"/>
                      <a:pt x="5608" y="631"/>
                      <a:pt x="5986" y="631"/>
                    </a:cubicBezTo>
                    <a:close/>
                    <a:moveTo>
                      <a:pt x="5986" y="2710"/>
                    </a:moveTo>
                    <a:cubicBezTo>
                      <a:pt x="6931" y="2710"/>
                      <a:pt x="7719" y="3498"/>
                      <a:pt x="7719" y="4443"/>
                    </a:cubicBezTo>
                    <a:lnTo>
                      <a:pt x="7719" y="4789"/>
                    </a:lnTo>
                    <a:lnTo>
                      <a:pt x="4253" y="4789"/>
                    </a:lnTo>
                    <a:lnTo>
                      <a:pt x="4253" y="4443"/>
                    </a:lnTo>
                    <a:cubicBezTo>
                      <a:pt x="4253" y="3498"/>
                      <a:pt x="5041" y="2710"/>
                      <a:pt x="5986" y="2710"/>
                    </a:cubicBezTo>
                    <a:close/>
                    <a:moveTo>
                      <a:pt x="3245" y="6900"/>
                    </a:moveTo>
                    <a:cubicBezTo>
                      <a:pt x="3623" y="6900"/>
                      <a:pt x="3938" y="7215"/>
                      <a:pt x="3938" y="7593"/>
                    </a:cubicBezTo>
                    <a:cubicBezTo>
                      <a:pt x="3938" y="8003"/>
                      <a:pt x="3623" y="8318"/>
                      <a:pt x="3245" y="8318"/>
                    </a:cubicBezTo>
                    <a:cubicBezTo>
                      <a:pt x="2836" y="8255"/>
                      <a:pt x="2521" y="7940"/>
                      <a:pt x="2521" y="7593"/>
                    </a:cubicBezTo>
                    <a:cubicBezTo>
                      <a:pt x="2521" y="7215"/>
                      <a:pt x="2836" y="6900"/>
                      <a:pt x="3245" y="6900"/>
                    </a:cubicBezTo>
                    <a:close/>
                    <a:moveTo>
                      <a:pt x="8759" y="6900"/>
                    </a:moveTo>
                    <a:cubicBezTo>
                      <a:pt x="9137" y="6900"/>
                      <a:pt x="9452" y="7215"/>
                      <a:pt x="9452" y="7593"/>
                    </a:cubicBezTo>
                    <a:cubicBezTo>
                      <a:pt x="9452" y="8003"/>
                      <a:pt x="9137" y="8318"/>
                      <a:pt x="8759" y="8318"/>
                    </a:cubicBezTo>
                    <a:cubicBezTo>
                      <a:pt x="8349" y="8318"/>
                      <a:pt x="8034" y="7940"/>
                      <a:pt x="8034" y="7593"/>
                    </a:cubicBezTo>
                    <a:cubicBezTo>
                      <a:pt x="8034" y="7215"/>
                      <a:pt x="8349" y="6900"/>
                      <a:pt x="8759" y="6900"/>
                    </a:cubicBezTo>
                    <a:close/>
                    <a:moveTo>
                      <a:pt x="10365" y="5545"/>
                    </a:moveTo>
                    <a:cubicBezTo>
                      <a:pt x="10523" y="5545"/>
                      <a:pt x="10680" y="5672"/>
                      <a:pt x="10712" y="5829"/>
                    </a:cubicBezTo>
                    <a:lnTo>
                      <a:pt x="11216" y="8570"/>
                    </a:lnTo>
                    <a:cubicBezTo>
                      <a:pt x="11247" y="8790"/>
                      <a:pt x="11027" y="8980"/>
                      <a:pt x="10838" y="8980"/>
                    </a:cubicBezTo>
                    <a:lnTo>
                      <a:pt x="10460" y="8980"/>
                    </a:lnTo>
                    <a:cubicBezTo>
                      <a:pt x="10239" y="8790"/>
                      <a:pt x="10019" y="8633"/>
                      <a:pt x="9767" y="8507"/>
                    </a:cubicBezTo>
                    <a:cubicBezTo>
                      <a:pt x="10019" y="8255"/>
                      <a:pt x="10145" y="7940"/>
                      <a:pt x="10145" y="7562"/>
                    </a:cubicBezTo>
                    <a:cubicBezTo>
                      <a:pt x="10145" y="6806"/>
                      <a:pt x="9515" y="6176"/>
                      <a:pt x="8759" y="6176"/>
                    </a:cubicBezTo>
                    <a:cubicBezTo>
                      <a:pt x="8002" y="6176"/>
                      <a:pt x="7372" y="6806"/>
                      <a:pt x="7372" y="7562"/>
                    </a:cubicBezTo>
                    <a:cubicBezTo>
                      <a:pt x="7372" y="7908"/>
                      <a:pt x="7498" y="8223"/>
                      <a:pt x="7719" y="8507"/>
                    </a:cubicBezTo>
                    <a:cubicBezTo>
                      <a:pt x="7498" y="8633"/>
                      <a:pt x="7246" y="8790"/>
                      <a:pt x="7057" y="8980"/>
                    </a:cubicBezTo>
                    <a:lnTo>
                      <a:pt x="4883" y="8980"/>
                    </a:lnTo>
                    <a:cubicBezTo>
                      <a:pt x="4694" y="8790"/>
                      <a:pt x="4442" y="8633"/>
                      <a:pt x="4222" y="8507"/>
                    </a:cubicBezTo>
                    <a:cubicBezTo>
                      <a:pt x="4474" y="8255"/>
                      <a:pt x="4568" y="7940"/>
                      <a:pt x="4568" y="7562"/>
                    </a:cubicBezTo>
                    <a:cubicBezTo>
                      <a:pt x="4568" y="6806"/>
                      <a:pt x="3938" y="6176"/>
                      <a:pt x="3214" y="6176"/>
                    </a:cubicBezTo>
                    <a:cubicBezTo>
                      <a:pt x="2458" y="6176"/>
                      <a:pt x="1828" y="6806"/>
                      <a:pt x="1828" y="7562"/>
                    </a:cubicBezTo>
                    <a:cubicBezTo>
                      <a:pt x="1828" y="7908"/>
                      <a:pt x="1954" y="8223"/>
                      <a:pt x="2174" y="8507"/>
                    </a:cubicBezTo>
                    <a:cubicBezTo>
                      <a:pt x="1922" y="8633"/>
                      <a:pt x="1701" y="8790"/>
                      <a:pt x="1512" y="8980"/>
                    </a:cubicBezTo>
                    <a:lnTo>
                      <a:pt x="1103" y="8980"/>
                    </a:lnTo>
                    <a:cubicBezTo>
                      <a:pt x="882" y="8980"/>
                      <a:pt x="725" y="8790"/>
                      <a:pt x="756" y="8570"/>
                    </a:cubicBezTo>
                    <a:lnTo>
                      <a:pt x="1260" y="5829"/>
                    </a:lnTo>
                    <a:cubicBezTo>
                      <a:pt x="1323" y="5672"/>
                      <a:pt x="1418" y="5545"/>
                      <a:pt x="1638" y="5545"/>
                    </a:cubicBezTo>
                    <a:close/>
                    <a:moveTo>
                      <a:pt x="3214" y="8948"/>
                    </a:moveTo>
                    <a:cubicBezTo>
                      <a:pt x="4127" y="8948"/>
                      <a:pt x="4915" y="9736"/>
                      <a:pt x="4915" y="10712"/>
                    </a:cubicBezTo>
                    <a:lnTo>
                      <a:pt x="4915" y="11059"/>
                    </a:lnTo>
                    <a:lnTo>
                      <a:pt x="1481" y="11059"/>
                    </a:lnTo>
                    <a:lnTo>
                      <a:pt x="1481" y="10712"/>
                    </a:lnTo>
                    <a:cubicBezTo>
                      <a:pt x="1481" y="9736"/>
                      <a:pt x="2269" y="8948"/>
                      <a:pt x="3214" y="8948"/>
                    </a:cubicBezTo>
                    <a:close/>
                    <a:moveTo>
                      <a:pt x="8759" y="8948"/>
                    </a:moveTo>
                    <a:cubicBezTo>
                      <a:pt x="9704" y="8948"/>
                      <a:pt x="10491" y="9736"/>
                      <a:pt x="10491" y="10712"/>
                    </a:cubicBezTo>
                    <a:lnTo>
                      <a:pt x="10491" y="11059"/>
                    </a:lnTo>
                    <a:lnTo>
                      <a:pt x="7026" y="11059"/>
                    </a:lnTo>
                    <a:lnTo>
                      <a:pt x="7026" y="10712"/>
                    </a:lnTo>
                    <a:cubicBezTo>
                      <a:pt x="7026" y="9736"/>
                      <a:pt x="7813" y="8948"/>
                      <a:pt x="8759" y="8948"/>
                    </a:cubicBezTo>
                    <a:close/>
                    <a:moveTo>
                      <a:pt x="5986" y="1"/>
                    </a:moveTo>
                    <a:cubicBezTo>
                      <a:pt x="5262" y="1"/>
                      <a:pt x="4631" y="631"/>
                      <a:pt x="4631" y="1387"/>
                    </a:cubicBezTo>
                    <a:cubicBezTo>
                      <a:pt x="4631" y="1733"/>
                      <a:pt x="4726" y="2048"/>
                      <a:pt x="4978" y="2269"/>
                    </a:cubicBezTo>
                    <a:cubicBezTo>
                      <a:pt x="4127" y="2679"/>
                      <a:pt x="3592" y="3498"/>
                      <a:pt x="3592" y="4474"/>
                    </a:cubicBezTo>
                    <a:lnTo>
                      <a:pt x="3592" y="4852"/>
                    </a:lnTo>
                    <a:lnTo>
                      <a:pt x="1670" y="4852"/>
                    </a:lnTo>
                    <a:cubicBezTo>
                      <a:pt x="1166" y="4852"/>
                      <a:pt x="725" y="5199"/>
                      <a:pt x="630" y="5703"/>
                    </a:cubicBezTo>
                    <a:lnTo>
                      <a:pt x="126" y="8475"/>
                    </a:lnTo>
                    <a:cubicBezTo>
                      <a:pt x="0" y="9043"/>
                      <a:pt x="473" y="9610"/>
                      <a:pt x="1071" y="9673"/>
                    </a:cubicBezTo>
                    <a:cubicBezTo>
                      <a:pt x="914" y="9988"/>
                      <a:pt x="819" y="10366"/>
                      <a:pt x="819" y="10744"/>
                    </a:cubicBezTo>
                    <a:lnTo>
                      <a:pt x="819" y="11468"/>
                    </a:lnTo>
                    <a:cubicBezTo>
                      <a:pt x="819" y="11657"/>
                      <a:pt x="977" y="11815"/>
                      <a:pt x="1197" y="11815"/>
                    </a:cubicBezTo>
                    <a:lnTo>
                      <a:pt x="5356" y="11815"/>
                    </a:lnTo>
                    <a:cubicBezTo>
                      <a:pt x="5545" y="11815"/>
                      <a:pt x="5703" y="11657"/>
                      <a:pt x="5703" y="11468"/>
                    </a:cubicBezTo>
                    <a:lnTo>
                      <a:pt x="5703" y="10744"/>
                    </a:lnTo>
                    <a:cubicBezTo>
                      <a:pt x="5703" y="10366"/>
                      <a:pt x="5640" y="9988"/>
                      <a:pt x="5482" y="9673"/>
                    </a:cubicBezTo>
                    <a:lnTo>
                      <a:pt x="6648" y="9673"/>
                    </a:lnTo>
                    <a:cubicBezTo>
                      <a:pt x="6490" y="9988"/>
                      <a:pt x="6427" y="10366"/>
                      <a:pt x="6427" y="10744"/>
                    </a:cubicBezTo>
                    <a:lnTo>
                      <a:pt x="6427" y="11468"/>
                    </a:lnTo>
                    <a:cubicBezTo>
                      <a:pt x="6427" y="11657"/>
                      <a:pt x="6585" y="11815"/>
                      <a:pt x="6774" y="11815"/>
                    </a:cubicBezTo>
                    <a:lnTo>
                      <a:pt x="10838" y="11815"/>
                    </a:lnTo>
                    <a:cubicBezTo>
                      <a:pt x="11027" y="11815"/>
                      <a:pt x="11184" y="11657"/>
                      <a:pt x="11184" y="11468"/>
                    </a:cubicBezTo>
                    <a:lnTo>
                      <a:pt x="11184" y="10744"/>
                    </a:lnTo>
                    <a:cubicBezTo>
                      <a:pt x="11184" y="10366"/>
                      <a:pt x="11121" y="9988"/>
                      <a:pt x="10964" y="9673"/>
                    </a:cubicBezTo>
                    <a:cubicBezTo>
                      <a:pt x="11563" y="9610"/>
                      <a:pt x="11972" y="9043"/>
                      <a:pt x="11878" y="8475"/>
                    </a:cubicBezTo>
                    <a:lnTo>
                      <a:pt x="11342" y="5703"/>
                    </a:lnTo>
                    <a:cubicBezTo>
                      <a:pt x="11279" y="5199"/>
                      <a:pt x="10838" y="4852"/>
                      <a:pt x="10334" y="4852"/>
                    </a:cubicBezTo>
                    <a:lnTo>
                      <a:pt x="8412" y="4852"/>
                    </a:lnTo>
                    <a:lnTo>
                      <a:pt x="8412" y="4474"/>
                    </a:lnTo>
                    <a:cubicBezTo>
                      <a:pt x="8412" y="3498"/>
                      <a:pt x="7845" y="2679"/>
                      <a:pt x="7026" y="2269"/>
                    </a:cubicBezTo>
                    <a:cubicBezTo>
                      <a:pt x="7246" y="2048"/>
                      <a:pt x="7372" y="1733"/>
                      <a:pt x="7372" y="1387"/>
                    </a:cubicBezTo>
                    <a:cubicBezTo>
                      <a:pt x="7372" y="631"/>
                      <a:pt x="6742" y="1"/>
                      <a:pt x="5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0" name="Google Shape;1430;p18"/>
              <p:cNvSpPr/>
              <p:nvPr/>
            </p:nvSpPr>
            <p:spPr>
              <a:xfrm>
                <a:off x="10369466" y="1689879"/>
                <a:ext cx="320903" cy="496610"/>
              </a:xfrm>
              <a:custGeom>
                <a:rect b="b" l="l" r="r" t="t"/>
                <a:pathLst>
                  <a:path extrusionOk="0" h="11752" w="7594">
                    <a:moveTo>
                      <a:pt x="6585" y="662"/>
                    </a:moveTo>
                    <a:cubicBezTo>
                      <a:pt x="6774" y="662"/>
                      <a:pt x="6932" y="819"/>
                      <a:pt x="6932" y="1008"/>
                    </a:cubicBezTo>
                    <a:cubicBezTo>
                      <a:pt x="6932" y="1197"/>
                      <a:pt x="6774" y="1355"/>
                      <a:pt x="6585" y="1355"/>
                    </a:cubicBezTo>
                    <a:lnTo>
                      <a:pt x="1040" y="1355"/>
                    </a:lnTo>
                    <a:cubicBezTo>
                      <a:pt x="820" y="1355"/>
                      <a:pt x="662" y="1197"/>
                      <a:pt x="662" y="1008"/>
                    </a:cubicBezTo>
                    <a:cubicBezTo>
                      <a:pt x="662" y="819"/>
                      <a:pt x="820" y="662"/>
                      <a:pt x="1040" y="662"/>
                    </a:cubicBezTo>
                    <a:close/>
                    <a:moveTo>
                      <a:pt x="6175" y="2048"/>
                    </a:moveTo>
                    <a:lnTo>
                      <a:pt x="6175" y="2867"/>
                    </a:lnTo>
                    <a:cubicBezTo>
                      <a:pt x="5435" y="3277"/>
                      <a:pt x="4600" y="3481"/>
                      <a:pt x="3765" y="3481"/>
                    </a:cubicBezTo>
                    <a:cubicBezTo>
                      <a:pt x="2930" y="3481"/>
                      <a:pt x="2096" y="3277"/>
                      <a:pt x="1355" y="2867"/>
                    </a:cubicBezTo>
                    <a:lnTo>
                      <a:pt x="1355" y="2048"/>
                    </a:lnTo>
                    <a:close/>
                    <a:moveTo>
                      <a:pt x="1418" y="3686"/>
                    </a:moveTo>
                    <a:lnTo>
                      <a:pt x="1418" y="3686"/>
                    </a:lnTo>
                    <a:cubicBezTo>
                      <a:pt x="2174" y="4001"/>
                      <a:pt x="2962" y="4190"/>
                      <a:pt x="3781" y="4190"/>
                    </a:cubicBezTo>
                    <a:cubicBezTo>
                      <a:pt x="4600" y="4190"/>
                      <a:pt x="5388" y="4033"/>
                      <a:pt x="6144" y="3686"/>
                    </a:cubicBezTo>
                    <a:lnTo>
                      <a:pt x="6144" y="3686"/>
                    </a:lnTo>
                    <a:cubicBezTo>
                      <a:pt x="5860" y="4757"/>
                      <a:pt x="4915" y="5545"/>
                      <a:pt x="3781" y="5545"/>
                    </a:cubicBezTo>
                    <a:cubicBezTo>
                      <a:pt x="2647" y="5545"/>
                      <a:pt x="1702" y="4757"/>
                      <a:pt x="1418" y="3686"/>
                    </a:cubicBezTo>
                    <a:close/>
                    <a:moveTo>
                      <a:pt x="3435" y="6238"/>
                    </a:moveTo>
                    <a:lnTo>
                      <a:pt x="3435" y="7813"/>
                    </a:lnTo>
                    <a:lnTo>
                      <a:pt x="1544" y="9704"/>
                    </a:lnTo>
                    <a:lnTo>
                      <a:pt x="1355" y="9704"/>
                    </a:lnTo>
                    <a:lnTo>
                      <a:pt x="1355" y="8695"/>
                    </a:lnTo>
                    <a:cubicBezTo>
                      <a:pt x="1355" y="7467"/>
                      <a:pt x="2237" y="6427"/>
                      <a:pt x="3435" y="6238"/>
                    </a:cubicBezTo>
                    <a:close/>
                    <a:moveTo>
                      <a:pt x="3781" y="8443"/>
                    </a:moveTo>
                    <a:lnTo>
                      <a:pt x="5041" y="9704"/>
                    </a:lnTo>
                    <a:lnTo>
                      <a:pt x="2552" y="9704"/>
                    </a:lnTo>
                    <a:lnTo>
                      <a:pt x="3781" y="8443"/>
                    </a:lnTo>
                    <a:close/>
                    <a:moveTo>
                      <a:pt x="4128" y="6238"/>
                    </a:moveTo>
                    <a:cubicBezTo>
                      <a:pt x="5325" y="6396"/>
                      <a:pt x="6207" y="7435"/>
                      <a:pt x="6207" y="8695"/>
                    </a:cubicBezTo>
                    <a:lnTo>
                      <a:pt x="6207" y="9704"/>
                    </a:lnTo>
                    <a:lnTo>
                      <a:pt x="6018" y="9704"/>
                    </a:lnTo>
                    <a:lnTo>
                      <a:pt x="4128" y="7813"/>
                    </a:lnTo>
                    <a:lnTo>
                      <a:pt x="4128" y="6238"/>
                    </a:lnTo>
                    <a:close/>
                    <a:moveTo>
                      <a:pt x="6553" y="10397"/>
                    </a:moveTo>
                    <a:cubicBezTo>
                      <a:pt x="6743" y="10428"/>
                      <a:pt x="6900" y="10586"/>
                      <a:pt x="6900" y="10743"/>
                    </a:cubicBezTo>
                    <a:cubicBezTo>
                      <a:pt x="6900" y="10932"/>
                      <a:pt x="6743" y="11090"/>
                      <a:pt x="6553" y="11090"/>
                    </a:cubicBezTo>
                    <a:lnTo>
                      <a:pt x="977" y="11090"/>
                    </a:lnTo>
                    <a:cubicBezTo>
                      <a:pt x="788" y="11090"/>
                      <a:pt x="631" y="10932"/>
                      <a:pt x="631" y="10743"/>
                    </a:cubicBezTo>
                    <a:cubicBezTo>
                      <a:pt x="631" y="10554"/>
                      <a:pt x="788" y="10397"/>
                      <a:pt x="977" y="10397"/>
                    </a:cubicBezTo>
                    <a:close/>
                    <a:moveTo>
                      <a:pt x="1009" y="0"/>
                    </a:moveTo>
                    <a:cubicBezTo>
                      <a:pt x="442" y="0"/>
                      <a:pt x="0" y="473"/>
                      <a:pt x="0" y="1008"/>
                    </a:cubicBezTo>
                    <a:cubicBezTo>
                      <a:pt x="0" y="1449"/>
                      <a:pt x="284" y="1827"/>
                      <a:pt x="694" y="1985"/>
                    </a:cubicBezTo>
                    <a:lnTo>
                      <a:pt x="694" y="3088"/>
                    </a:lnTo>
                    <a:cubicBezTo>
                      <a:pt x="694" y="4316"/>
                      <a:pt x="1387" y="5356"/>
                      <a:pt x="2395" y="5860"/>
                    </a:cubicBezTo>
                    <a:cubicBezTo>
                      <a:pt x="1387" y="6364"/>
                      <a:pt x="694" y="7435"/>
                      <a:pt x="694" y="8664"/>
                    </a:cubicBezTo>
                    <a:lnTo>
                      <a:pt x="694" y="9767"/>
                    </a:lnTo>
                    <a:cubicBezTo>
                      <a:pt x="316" y="9924"/>
                      <a:pt x="0" y="10271"/>
                      <a:pt x="0" y="10743"/>
                    </a:cubicBezTo>
                    <a:cubicBezTo>
                      <a:pt x="0" y="11342"/>
                      <a:pt x="473" y="11751"/>
                      <a:pt x="1009" y="11751"/>
                    </a:cubicBezTo>
                    <a:lnTo>
                      <a:pt x="6585" y="11751"/>
                    </a:lnTo>
                    <a:cubicBezTo>
                      <a:pt x="7152" y="11751"/>
                      <a:pt x="7593" y="11279"/>
                      <a:pt x="7593" y="10743"/>
                    </a:cubicBezTo>
                    <a:cubicBezTo>
                      <a:pt x="7593" y="10302"/>
                      <a:pt x="7310" y="9924"/>
                      <a:pt x="6900" y="9767"/>
                    </a:cubicBezTo>
                    <a:lnTo>
                      <a:pt x="6900" y="8664"/>
                    </a:lnTo>
                    <a:cubicBezTo>
                      <a:pt x="6900" y="7435"/>
                      <a:pt x="6207" y="6364"/>
                      <a:pt x="5199" y="5860"/>
                    </a:cubicBezTo>
                    <a:cubicBezTo>
                      <a:pt x="6207" y="5387"/>
                      <a:pt x="6900" y="4316"/>
                      <a:pt x="6900" y="3088"/>
                    </a:cubicBezTo>
                    <a:lnTo>
                      <a:pt x="6900" y="1985"/>
                    </a:lnTo>
                    <a:cubicBezTo>
                      <a:pt x="7278" y="1827"/>
                      <a:pt x="7593" y="1481"/>
                      <a:pt x="7593" y="1008"/>
                    </a:cubicBezTo>
                    <a:cubicBezTo>
                      <a:pt x="7593" y="410"/>
                      <a:pt x="7121" y="0"/>
                      <a:pt x="6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1" name="Google Shape;1431;p18"/>
              <p:cNvSpPr/>
              <p:nvPr/>
            </p:nvSpPr>
            <p:spPr>
              <a:xfrm>
                <a:off x="1401076" y="1687873"/>
                <a:ext cx="503245" cy="500625"/>
              </a:xfrm>
              <a:custGeom>
                <a:rect b="b" l="l" r="r" t="t"/>
                <a:pathLst>
                  <a:path extrusionOk="0" h="11847" w="11909">
                    <a:moveTo>
                      <a:pt x="3560" y="2647"/>
                    </a:moveTo>
                    <a:lnTo>
                      <a:pt x="3560" y="3561"/>
                    </a:lnTo>
                    <a:lnTo>
                      <a:pt x="2615" y="3561"/>
                    </a:lnTo>
                    <a:lnTo>
                      <a:pt x="3560" y="2647"/>
                    </a:lnTo>
                    <a:close/>
                    <a:moveTo>
                      <a:pt x="6616" y="4222"/>
                    </a:moveTo>
                    <a:cubicBezTo>
                      <a:pt x="7971" y="4285"/>
                      <a:pt x="9074" y="5325"/>
                      <a:pt x="9074" y="6680"/>
                    </a:cubicBezTo>
                    <a:cubicBezTo>
                      <a:pt x="9074" y="8003"/>
                      <a:pt x="7971" y="9106"/>
                      <a:pt x="6616" y="9106"/>
                    </a:cubicBezTo>
                    <a:cubicBezTo>
                      <a:pt x="5293" y="9106"/>
                      <a:pt x="4190" y="8003"/>
                      <a:pt x="4190" y="6680"/>
                    </a:cubicBezTo>
                    <a:cubicBezTo>
                      <a:pt x="4190" y="5325"/>
                      <a:pt x="5293" y="4222"/>
                      <a:pt x="6616" y="4222"/>
                    </a:cubicBezTo>
                    <a:close/>
                    <a:moveTo>
                      <a:pt x="7687" y="757"/>
                    </a:moveTo>
                    <a:lnTo>
                      <a:pt x="7687" y="1513"/>
                    </a:lnTo>
                    <a:lnTo>
                      <a:pt x="3875" y="1513"/>
                    </a:lnTo>
                    <a:cubicBezTo>
                      <a:pt x="3781" y="1513"/>
                      <a:pt x="3655" y="1544"/>
                      <a:pt x="3623" y="1639"/>
                    </a:cubicBezTo>
                    <a:lnTo>
                      <a:pt x="1512" y="3718"/>
                    </a:lnTo>
                    <a:cubicBezTo>
                      <a:pt x="1418" y="3813"/>
                      <a:pt x="1386" y="3876"/>
                      <a:pt x="1386" y="3939"/>
                    </a:cubicBezTo>
                    <a:lnTo>
                      <a:pt x="1386" y="9862"/>
                    </a:lnTo>
                    <a:lnTo>
                      <a:pt x="662" y="9862"/>
                    </a:lnTo>
                    <a:lnTo>
                      <a:pt x="662" y="757"/>
                    </a:lnTo>
                    <a:close/>
                    <a:moveTo>
                      <a:pt x="8380" y="2175"/>
                    </a:moveTo>
                    <a:lnTo>
                      <a:pt x="8380" y="4128"/>
                    </a:lnTo>
                    <a:cubicBezTo>
                      <a:pt x="7876" y="3813"/>
                      <a:pt x="7278" y="3592"/>
                      <a:pt x="6648" y="3592"/>
                    </a:cubicBezTo>
                    <a:cubicBezTo>
                      <a:pt x="4915" y="3592"/>
                      <a:pt x="3560" y="5010"/>
                      <a:pt x="3560" y="6711"/>
                    </a:cubicBezTo>
                    <a:cubicBezTo>
                      <a:pt x="3560" y="8444"/>
                      <a:pt x="4946" y="9830"/>
                      <a:pt x="6648" y="9830"/>
                    </a:cubicBezTo>
                    <a:cubicBezTo>
                      <a:pt x="7120" y="9830"/>
                      <a:pt x="7593" y="9704"/>
                      <a:pt x="8002" y="9515"/>
                    </a:cubicBezTo>
                    <a:lnTo>
                      <a:pt x="8380" y="9893"/>
                    </a:lnTo>
                    <a:lnTo>
                      <a:pt x="8380" y="10492"/>
                    </a:lnTo>
                    <a:lnTo>
                      <a:pt x="2079" y="10492"/>
                    </a:lnTo>
                    <a:lnTo>
                      <a:pt x="2079" y="4285"/>
                    </a:lnTo>
                    <a:lnTo>
                      <a:pt x="3875" y="4285"/>
                    </a:lnTo>
                    <a:cubicBezTo>
                      <a:pt x="4064" y="4285"/>
                      <a:pt x="4222" y="4128"/>
                      <a:pt x="4222" y="3907"/>
                    </a:cubicBezTo>
                    <a:lnTo>
                      <a:pt x="4222" y="2175"/>
                    </a:lnTo>
                    <a:close/>
                    <a:moveTo>
                      <a:pt x="9074" y="8633"/>
                    </a:moveTo>
                    <a:lnTo>
                      <a:pt x="11027" y="10618"/>
                    </a:lnTo>
                    <a:cubicBezTo>
                      <a:pt x="11153" y="10744"/>
                      <a:pt x="11153" y="10964"/>
                      <a:pt x="11027" y="11090"/>
                    </a:cubicBezTo>
                    <a:cubicBezTo>
                      <a:pt x="10964" y="11153"/>
                      <a:pt x="10877" y="11185"/>
                      <a:pt x="10791" y="11185"/>
                    </a:cubicBezTo>
                    <a:cubicBezTo>
                      <a:pt x="10704" y="11185"/>
                      <a:pt x="10617" y="11153"/>
                      <a:pt x="10554" y="11090"/>
                    </a:cubicBezTo>
                    <a:lnTo>
                      <a:pt x="8601" y="9106"/>
                    </a:lnTo>
                    <a:cubicBezTo>
                      <a:pt x="8790" y="9011"/>
                      <a:pt x="8948" y="8791"/>
                      <a:pt x="9074" y="8633"/>
                    </a:cubicBezTo>
                    <a:close/>
                    <a:moveTo>
                      <a:pt x="347" y="1"/>
                    </a:moveTo>
                    <a:cubicBezTo>
                      <a:pt x="158" y="1"/>
                      <a:pt x="0" y="190"/>
                      <a:pt x="0" y="379"/>
                    </a:cubicBezTo>
                    <a:lnTo>
                      <a:pt x="0" y="10145"/>
                    </a:lnTo>
                    <a:cubicBezTo>
                      <a:pt x="0" y="10334"/>
                      <a:pt x="158" y="10492"/>
                      <a:pt x="347" y="10492"/>
                    </a:cubicBezTo>
                    <a:lnTo>
                      <a:pt x="1386" y="10492"/>
                    </a:lnTo>
                    <a:lnTo>
                      <a:pt x="1386" y="10838"/>
                    </a:lnTo>
                    <a:cubicBezTo>
                      <a:pt x="1386" y="11059"/>
                      <a:pt x="1544" y="11216"/>
                      <a:pt x="1733" y="11216"/>
                    </a:cubicBezTo>
                    <a:lnTo>
                      <a:pt x="8695" y="11216"/>
                    </a:lnTo>
                    <a:cubicBezTo>
                      <a:pt x="8916" y="11216"/>
                      <a:pt x="9074" y="11059"/>
                      <a:pt x="9074" y="10838"/>
                    </a:cubicBezTo>
                    <a:lnTo>
                      <a:pt x="9074" y="10586"/>
                    </a:lnTo>
                    <a:lnTo>
                      <a:pt x="10050" y="11563"/>
                    </a:lnTo>
                    <a:cubicBezTo>
                      <a:pt x="10239" y="11752"/>
                      <a:pt x="10507" y="11847"/>
                      <a:pt x="10775" y="11847"/>
                    </a:cubicBezTo>
                    <a:cubicBezTo>
                      <a:pt x="11043" y="11847"/>
                      <a:pt x="11310" y="11752"/>
                      <a:pt x="11499" y="11563"/>
                    </a:cubicBezTo>
                    <a:cubicBezTo>
                      <a:pt x="11909" y="11153"/>
                      <a:pt x="11909" y="10492"/>
                      <a:pt x="11499" y="10114"/>
                    </a:cubicBezTo>
                    <a:lnTo>
                      <a:pt x="9420" y="8003"/>
                    </a:lnTo>
                    <a:cubicBezTo>
                      <a:pt x="9609" y="7625"/>
                      <a:pt x="9735" y="7152"/>
                      <a:pt x="9735" y="6680"/>
                    </a:cubicBezTo>
                    <a:cubicBezTo>
                      <a:pt x="9735" y="5924"/>
                      <a:pt x="9452" y="5262"/>
                      <a:pt x="9011" y="4695"/>
                    </a:cubicBezTo>
                    <a:lnTo>
                      <a:pt x="9011" y="1828"/>
                    </a:lnTo>
                    <a:cubicBezTo>
                      <a:pt x="9011" y="1639"/>
                      <a:pt x="8853" y="1481"/>
                      <a:pt x="8664" y="1481"/>
                    </a:cubicBezTo>
                    <a:lnTo>
                      <a:pt x="8317" y="1481"/>
                    </a:lnTo>
                    <a:lnTo>
                      <a:pt x="8317" y="379"/>
                    </a:lnTo>
                    <a:cubicBezTo>
                      <a:pt x="8317" y="190"/>
                      <a:pt x="8160" y="1"/>
                      <a:pt x="79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32" name="Google Shape;1432;p18"/>
              <p:cNvGrpSpPr/>
              <p:nvPr/>
            </p:nvGrpSpPr>
            <p:grpSpPr>
              <a:xfrm>
                <a:off x="1400455" y="2281714"/>
                <a:ext cx="504597" cy="499315"/>
                <a:chOff x="1049375" y="2318350"/>
                <a:chExt cx="298525" cy="295400"/>
              </a:xfrm>
            </p:grpSpPr>
            <p:sp>
              <p:nvSpPr>
                <p:cNvPr id="1433" name="Google Shape;1433;p18"/>
                <p:cNvSpPr/>
                <p:nvPr/>
              </p:nvSpPr>
              <p:spPr>
                <a:xfrm>
                  <a:off x="1101350" y="2492325"/>
                  <a:ext cx="70125" cy="50525"/>
                </a:xfrm>
                <a:custGeom>
                  <a:rect b="b" l="l" r="r" t="t"/>
                  <a:pathLst>
                    <a:path extrusionOk="0" h="2021" w="2805">
                      <a:moveTo>
                        <a:pt x="2473" y="0"/>
                      </a:moveTo>
                      <a:cubicBezTo>
                        <a:pt x="2377" y="0"/>
                        <a:pt x="2273" y="32"/>
                        <a:pt x="2206" y="99"/>
                      </a:cubicBezTo>
                      <a:lnTo>
                        <a:pt x="1072" y="1233"/>
                      </a:lnTo>
                      <a:lnTo>
                        <a:pt x="599" y="761"/>
                      </a:lnTo>
                      <a:cubicBezTo>
                        <a:pt x="536" y="713"/>
                        <a:pt x="449" y="690"/>
                        <a:pt x="363" y="690"/>
                      </a:cubicBezTo>
                      <a:cubicBezTo>
                        <a:pt x="276" y="690"/>
                        <a:pt x="189" y="713"/>
                        <a:pt x="126" y="761"/>
                      </a:cubicBezTo>
                      <a:cubicBezTo>
                        <a:pt x="0" y="887"/>
                        <a:pt x="0" y="1139"/>
                        <a:pt x="126" y="1233"/>
                      </a:cubicBezTo>
                      <a:lnTo>
                        <a:pt x="820" y="1958"/>
                      </a:lnTo>
                      <a:cubicBezTo>
                        <a:pt x="914" y="2021"/>
                        <a:pt x="977" y="2021"/>
                        <a:pt x="1072" y="2021"/>
                      </a:cubicBezTo>
                      <a:cubicBezTo>
                        <a:pt x="1135" y="2021"/>
                        <a:pt x="1261" y="1989"/>
                        <a:pt x="1292" y="1926"/>
                      </a:cubicBezTo>
                      <a:lnTo>
                        <a:pt x="2678" y="540"/>
                      </a:lnTo>
                      <a:cubicBezTo>
                        <a:pt x="2804" y="414"/>
                        <a:pt x="2804" y="162"/>
                        <a:pt x="2678" y="68"/>
                      </a:cubicBezTo>
                      <a:cubicBezTo>
                        <a:pt x="2634" y="24"/>
                        <a:pt x="2557" y="0"/>
                        <a:pt x="247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34" name="Google Shape;1434;p18"/>
                <p:cNvSpPr/>
                <p:nvPr/>
              </p:nvSpPr>
              <p:spPr>
                <a:xfrm>
                  <a:off x="1101350" y="2440525"/>
                  <a:ext cx="70125" cy="51150"/>
                </a:xfrm>
                <a:custGeom>
                  <a:rect b="b" l="l" r="r" t="t"/>
                  <a:pathLst>
                    <a:path extrusionOk="0" h="2046" w="2805">
                      <a:moveTo>
                        <a:pt x="2469" y="1"/>
                      </a:moveTo>
                      <a:cubicBezTo>
                        <a:pt x="2374" y="1"/>
                        <a:pt x="2272" y="40"/>
                        <a:pt x="2206" y="123"/>
                      </a:cubicBezTo>
                      <a:lnTo>
                        <a:pt x="1072" y="1257"/>
                      </a:lnTo>
                      <a:lnTo>
                        <a:pt x="599" y="785"/>
                      </a:lnTo>
                      <a:cubicBezTo>
                        <a:pt x="536" y="738"/>
                        <a:pt x="449" y="714"/>
                        <a:pt x="363" y="714"/>
                      </a:cubicBezTo>
                      <a:cubicBezTo>
                        <a:pt x="276" y="714"/>
                        <a:pt x="189" y="738"/>
                        <a:pt x="126" y="785"/>
                      </a:cubicBezTo>
                      <a:cubicBezTo>
                        <a:pt x="0" y="911"/>
                        <a:pt x="0" y="1163"/>
                        <a:pt x="126" y="1257"/>
                      </a:cubicBezTo>
                      <a:lnTo>
                        <a:pt x="820" y="1982"/>
                      </a:lnTo>
                      <a:cubicBezTo>
                        <a:pt x="914" y="2045"/>
                        <a:pt x="977" y="2045"/>
                        <a:pt x="1072" y="2045"/>
                      </a:cubicBezTo>
                      <a:cubicBezTo>
                        <a:pt x="1135" y="2045"/>
                        <a:pt x="1261" y="2014"/>
                        <a:pt x="1292" y="1951"/>
                      </a:cubicBezTo>
                      <a:lnTo>
                        <a:pt x="2678" y="564"/>
                      </a:lnTo>
                      <a:cubicBezTo>
                        <a:pt x="2804" y="438"/>
                        <a:pt x="2804" y="186"/>
                        <a:pt x="2678" y="92"/>
                      </a:cubicBezTo>
                      <a:cubicBezTo>
                        <a:pt x="2634" y="32"/>
                        <a:pt x="2554" y="1"/>
                        <a:pt x="246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35" name="Google Shape;1435;p18"/>
                <p:cNvSpPr/>
                <p:nvPr/>
              </p:nvSpPr>
              <p:spPr>
                <a:xfrm>
                  <a:off x="1101350" y="2388550"/>
                  <a:ext cx="70125" cy="51125"/>
                </a:xfrm>
                <a:custGeom>
                  <a:rect b="b" l="l" r="r" t="t"/>
                  <a:pathLst>
                    <a:path extrusionOk="0" h="2045" w="2805">
                      <a:moveTo>
                        <a:pt x="2469" y="1"/>
                      </a:moveTo>
                      <a:cubicBezTo>
                        <a:pt x="2374" y="1"/>
                        <a:pt x="2272" y="40"/>
                        <a:pt x="2206" y="123"/>
                      </a:cubicBezTo>
                      <a:lnTo>
                        <a:pt x="1072" y="1257"/>
                      </a:lnTo>
                      <a:lnTo>
                        <a:pt x="599" y="785"/>
                      </a:lnTo>
                      <a:cubicBezTo>
                        <a:pt x="536" y="722"/>
                        <a:pt x="449" y="690"/>
                        <a:pt x="363" y="690"/>
                      </a:cubicBezTo>
                      <a:cubicBezTo>
                        <a:pt x="276" y="690"/>
                        <a:pt x="189" y="722"/>
                        <a:pt x="126" y="785"/>
                      </a:cubicBezTo>
                      <a:cubicBezTo>
                        <a:pt x="0" y="911"/>
                        <a:pt x="0" y="1131"/>
                        <a:pt x="126" y="1257"/>
                      </a:cubicBezTo>
                      <a:lnTo>
                        <a:pt x="820" y="1982"/>
                      </a:lnTo>
                      <a:cubicBezTo>
                        <a:pt x="914" y="2045"/>
                        <a:pt x="977" y="2045"/>
                        <a:pt x="1072" y="2045"/>
                      </a:cubicBezTo>
                      <a:cubicBezTo>
                        <a:pt x="1135" y="2045"/>
                        <a:pt x="1261" y="2013"/>
                        <a:pt x="1292" y="1919"/>
                      </a:cubicBezTo>
                      <a:lnTo>
                        <a:pt x="2678" y="532"/>
                      </a:lnTo>
                      <a:cubicBezTo>
                        <a:pt x="2804" y="438"/>
                        <a:pt x="2804" y="186"/>
                        <a:pt x="2678" y="91"/>
                      </a:cubicBezTo>
                      <a:cubicBezTo>
                        <a:pt x="2634" y="32"/>
                        <a:pt x="2554" y="1"/>
                        <a:pt x="246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36" name="Google Shape;1436;p18"/>
                <p:cNvSpPr/>
                <p:nvPr/>
              </p:nvSpPr>
              <p:spPr>
                <a:xfrm>
                  <a:off x="1049375" y="2318350"/>
                  <a:ext cx="298525" cy="295400"/>
                </a:xfrm>
                <a:custGeom>
                  <a:rect b="b" l="l" r="r" t="t"/>
                  <a:pathLst>
                    <a:path extrusionOk="0" h="11816" w="11941">
                      <a:moveTo>
                        <a:pt x="6963" y="1198"/>
                      </a:moveTo>
                      <a:lnTo>
                        <a:pt x="7876" y="2143"/>
                      </a:lnTo>
                      <a:lnTo>
                        <a:pt x="6963" y="2143"/>
                      </a:lnTo>
                      <a:lnTo>
                        <a:pt x="6963" y="1198"/>
                      </a:lnTo>
                      <a:close/>
                      <a:moveTo>
                        <a:pt x="10286" y="3498"/>
                      </a:moveTo>
                      <a:cubicBezTo>
                        <a:pt x="10373" y="3498"/>
                        <a:pt x="10460" y="3530"/>
                        <a:pt x="10523" y="3593"/>
                      </a:cubicBezTo>
                      <a:lnTo>
                        <a:pt x="10995" y="4065"/>
                      </a:lnTo>
                      <a:cubicBezTo>
                        <a:pt x="11184" y="4223"/>
                        <a:pt x="11184" y="4475"/>
                        <a:pt x="11027" y="4569"/>
                      </a:cubicBezTo>
                      <a:lnTo>
                        <a:pt x="10806" y="4821"/>
                      </a:lnTo>
                      <a:lnTo>
                        <a:pt x="9798" y="3845"/>
                      </a:lnTo>
                      <a:lnTo>
                        <a:pt x="10050" y="3593"/>
                      </a:lnTo>
                      <a:cubicBezTo>
                        <a:pt x="10113" y="3530"/>
                        <a:pt x="10200" y="3498"/>
                        <a:pt x="10286" y="3498"/>
                      </a:cubicBezTo>
                      <a:close/>
                      <a:moveTo>
                        <a:pt x="9294" y="4349"/>
                      </a:moveTo>
                      <a:lnTo>
                        <a:pt x="10271" y="5325"/>
                      </a:lnTo>
                      <a:lnTo>
                        <a:pt x="7845" y="7783"/>
                      </a:lnTo>
                      <a:lnTo>
                        <a:pt x="6868" y="6774"/>
                      </a:lnTo>
                      <a:lnTo>
                        <a:pt x="9294" y="4349"/>
                      </a:lnTo>
                      <a:close/>
                      <a:moveTo>
                        <a:pt x="6585" y="7499"/>
                      </a:moveTo>
                      <a:lnTo>
                        <a:pt x="7183" y="8098"/>
                      </a:lnTo>
                      <a:lnTo>
                        <a:pt x="6427" y="8255"/>
                      </a:lnTo>
                      <a:lnTo>
                        <a:pt x="6585" y="7499"/>
                      </a:lnTo>
                      <a:close/>
                      <a:moveTo>
                        <a:pt x="6994" y="10398"/>
                      </a:moveTo>
                      <a:lnTo>
                        <a:pt x="6994" y="10776"/>
                      </a:lnTo>
                      <a:cubicBezTo>
                        <a:pt x="6994" y="10870"/>
                        <a:pt x="7057" y="10996"/>
                        <a:pt x="7089" y="11122"/>
                      </a:cubicBezTo>
                      <a:lnTo>
                        <a:pt x="1071" y="11122"/>
                      </a:lnTo>
                      <a:cubicBezTo>
                        <a:pt x="882" y="11122"/>
                        <a:pt x="693" y="10965"/>
                        <a:pt x="693" y="10776"/>
                      </a:cubicBezTo>
                      <a:lnTo>
                        <a:pt x="693" y="10398"/>
                      </a:lnTo>
                      <a:close/>
                      <a:moveTo>
                        <a:pt x="6270" y="663"/>
                      </a:moveTo>
                      <a:lnTo>
                        <a:pt x="6270" y="2458"/>
                      </a:lnTo>
                      <a:cubicBezTo>
                        <a:pt x="6270" y="2647"/>
                        <a:pt x="6427" y="2805"/>
                        <a:pt x="6616" y="2805"/>
                      </a:cubicBezTo>
                      <a:lnTo>
                        <a:pt x="8349" y="2805"/>
                      </a:lnTo>
                      <a:lnTo>
                        <a:pt x="8349" y="4286"/>
                      </a:lnTo>
                      <a:lnTo>
                        <a:pt x="6112" y="6554"/>
                      </a:lnTo>
                      <a:cubicBezTo>
                        <a:pt x="6081" y="6585"/>
                        <a:pt x="6018" y="6680"/>
                        <a:pt x="6018" y="6711"/>
                      </a:cubicBezTo>
                      <a:lnTo>
                        <a:pt x="5608" y="8633"/>
                      </a:lnTo>
                      <a:cubicBezTo>
                        <a:pt x="5545" y="8759"/>
                        <a:pt x="5608" y="8885"/>
                        <a:pt x="5671" y="8948"/>
                      </a:cubicBezTo>
                      <a:cubicBezTo>
                        <a:pt x="5742" y="9019"/>
                        <a:pt x="5813" y="9055"/>
                        <a:pt x="5897" y="9055"/>
                      </a:cubicBezTo>
                      <a:cubicBezTo>
                        <a:pt x="5925" y="9055"/>
                        <a:pt x="5955" y="9051"/>
                        <a:pt x="5986" y="9043"/>
                      </a:cubicBezTo>
                      <a:lnTo>
                        <a:pt x="7908" y="8602"/>
                      </a:lnTo>
                      <a:cubicBezTo>
                        <a:pt x="8002" y="8602"/>
                        <a:pt x="8034" y="8570"/>
                        <a:pt x="8065" y="8507"/>
                      </a:cubicBezTo>
                      <a:lnTo>
                        <a:pt x="8349" y="8255"/>
                      </a:lnTo>
                      <a:lnTo>
                        <a:pt x="8349" y="10807"/>
                      </a:lnTo>
                      <a:lnTo>
                        <a:pt x="8380" y="10807"/>
                      </a:lnTo>
                      <a:cubicBezTo>
                        <a:pt x="8380" y="10996"/>
                        <a:pt x="8223" y="11154"/>
                        <a:pt x="8034" y="11154"/>
                      </a:cubicBezTo>
                      <a:cubicBezTo>
                        <a:pt x="7845" y="11154"/>
                        <a:pt x="7687" y="10996"/>
                        <a:pt x="7687" y="10807"/>
                      </a:cubicBezTo>
                      <a:lnTo>
                        <a:pt x="7687" y="10083"/>
                      </a:lnTo>
                      <a:cubicBezTo>
                        <a:pt x="7687" y="9893"/>
                        <a:pt x="7530" y="9736"/>
                        <a:pt x="7309" y="9736"/>
                      </a:cubicBezTo>
                      <a:lnTo>
                        <a:pt x="1386" y="9736"/>
                      </a:lnTo>
                      <a:lnTo>
                        <a:pt x="1386" y="663"/>
                      </a:lnTo>
                      <a:close/>
                      <a:moveTo>
                        <a:pt x="1071" y="1"/>
                      </a:moveTo>
                      <a:cubicBezTo>
                        <a:pt x="882" y="1"/>
                        <a:pt x="693" y="158"/>
                        <a:pt x="693" y="379"/>
                      </a:cubicBezTo>
                      <a:lnTo>
                        <a:pt x="693" y="9736"/>
                      </a:lnTo>
                      <a:lnTo>
                        <a:pt x="347" y="9736"/>
                      </a:lnTo>
                      <a:cubicBezTo>
                        <a:pt x="158" y="9736"/>
                        <a:pt x="0" y="9893"/>
                        <a:pt x="0" y="10083"/>
                      </a:cubicBezTo>
                      <a:lnTo>
                        <a:pt x="0" y="10807"/>
                      </a:lnTo>
                      <a:cubicBezTo>
                        <a:pt x="0" y="11406"/>
                        <a:pt x="473" y="11815"/>
                        <a:pt x="1008" y="11815"/>
                      </a:cubicBezTo>
                      <a:lnTo>
                        <a:pt x="8002" y="11815"/>
                      </a:lnTo>
                      <a:cubicBezTo>
                        <a:pt x="8569" y="11815"/>
                        <a:pt x="9011" y="11343"/>
                        <a:pt x="9011" y="10807"/>
                      </a:cubicBezTo>
                      <a:lnTo>
                        <a:pt x="9011" y="7562"/>
                      </a:lnTo>
                      <a:lnTo>
                        <a:pt x="11499" y="5105"/>
                      </a:lnTo>
                      <a:cubicBezTo>
                        <a:pt x="11940" y="4664"/>
                        <a:pt x="11940" y="4034"/>
                        <a:pt x="11531" y="3593"/>
                      </a:cubicBezTo>
                      <a:lnTo>
                        <a:pt x="11058" y="3120"/>
                      </a:lnTo>
                      <a:cubicBezTo>
                        <a:pt x="10869" y="2931"/>
                        <a:pt x="10609" y="2836"/>
                        <a:pt x="10346" y="2836"/>
                      </a:cubicBezTo>
                      <a:cubicBezTo>
                        <a:pt x="10082" y="2836"/>
                        <a:pt x="9814" y="2931"/>
                        <a:pt x="9609" y="3120"/>
                      </a:cubicBezTo>
                      <a:lnTo>
                        <a:pt x="9105" y="3624"/>
                      </a:lnTo>
                      <a:lnTo>
                        <a:pt x="9105" y="2490"/>
                      </a:lnTo>
                      <a:cubicBezTo>
                        <a:pt x="9105" y="2427"/>
                        <a:pt x="9074" y="2332"/>
                        <a:pt x="8979" y="2269"/>
                      </a:cubicBezTo>
                      <a:lnTo>
                        <a:pt x="6900" y="127"/>
                      </a:lnTo>
                      <a:cubicBezTo>
                        <a:pt x="6805" y="64"/>
                        <a:pt x="6742" y="1"/>
                        <a:pt x="66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37" name="Google Shape;1437;p18"/>
              <p:cNvGrpSpPr/>
              <p:nvPr/>
            </p:nvGrpSpPr>
            <p:grpSpPr>
              <a:xfrm>
                <a:off x="1401131" y="2923435"/>
                <a:ext cx="503245" cy="503245"/>
                <a:chOff x="1049375" y="2680675"/>
                <a:chExt cx="297725" cy="297725"/>
              </a:xfrm>
            </p:grpSpPr>
            <p:sp>
              <p:nvSpPr>
                <p:cNvPr id="1438" name="Google Shape;1438;p18"/>
                <p:cNvSpPr/>
                <p:nvPr/>
              </p:nvSpPr>
              <p:spPr>
                <a:xfrm>
                  <a:off x="1113175" y="2752350"/>
                  <a:ext cx="161475" cy="155975"/>
                </a:xfrm>
                <a:custGeom>
                  <a:rect b="b" l="l" r="r" t="t"/>
                  <a:pathLst>
                    <a:path extrusionOk="0" h="6239" w="6459">
                      <a:moveTo>
                        <a:pt x="3403" y="2079"/>
                      </a:moveTo>
                      <a:cubicBezTo>
                        <a:pt x="3781" y="2079"/>
                        <a:pt x="4096" y="2394"/>
                        <a:pt x="4096" y="2773"/>
                      </a:cubicBezTo>
                      <a:cubicBezTo>
                        <a:pt x="4096" y="3182"/>
                        <a:pt x="3781" y="3497"/>
                        <a:pt x="3403" y="3497"/>
                      </a:cubicBezTo>
                      <a:cubicBezTo>
                        <a:pt x="2993" y="3434"/>
                        <a:pt x="2678" y="3119"/>
                        <a:pt x="2678" y="2773"/>
                      </a:cubicBezTo>
                      <a:cubicBezTo>
                        <a:pt x="2678" y="2394"/>
                        <a:pt x="2993" y="2079"/>
                        <a:pt x="3403" y="2079"/>
                      </a:cubicBezTo>
                      <a:close/>
                      <a:moveTo>
                        <a:pt x="3371" y="693"/>
                      </a:moveTo>
                      <a:cubicBezTo>
                        <a:pt x="4694" y="693"/>
                        <a:pt x="5765" y="1796"/>
                        <a:pt x="5765" y="3119"/>
                      </a:cubicBezTo>
                      <a:cubicBezTo>
                        <a:pt x="5765" y="3686"/>
                        <a:pt x="5545" y="4222"/>
                        <a:pt x="5198" y="4663"/>
                      </a:cubicBezTo>
                      <a:cubicBezTo>
                        <a:pt x="5072" y="4442"/>
                        <a:pt x="4915" y="4190"/>
                        <a:pt x="4694" y="4001"/>
                      </a:cubicBezTo>
                      <a:cubicBezTo>
                        <a:pt x="4568" y="3907"/>
                        <a:pt x="4442" y="3812"/>
                        <a:pt x="4348" y="3749"/>
                      </a:cubicBezTo>
                      <a:cubicBezTo>
                        <a:pt x="4568" y="3529"/>
                        <a:pt x="4726" y="3182"/>
                        <a:pt x="4726" y="2804"/>
                      </a:cubicBezTo>
                      <a:cubicBezTo>
                        <a:pt x="4726" y="2079"/>
                        <a:pt x="4096" y="1449"/>
                        <a:pt x="3340" y="1449"/>
                      </a:cubicBezTo>
                      <a:cubicBezTo>
                        <a:pt x="2615" y="1449"/>
                        <a:pt x="1985" y="2079"/>
                        <a:pt x="1985" y="2804"/>
                      </a:cubicBezTo>
                      <a:cubicBezTo>
                        <a:pt x="1985" y="3182"/>
                        <a:pt x="2142" y="3529"/>
                        <a:pt x="2363" y="3749"/>
                      </a:cubicBezTo>
                      <a:lnTo>
                        <a:pt x="2016" y="4001"/>
                      </a:lnTo>
                      <a:cubicBezTo>
                        <a:pt x="1827" y="4190"/>
                        <a:pt x="1607" y="4442"/>
                        <a:pt x="1512" y="4663"/>
                      </a:cubicBezTo>
                      <a:cubicBezTo>
                        <a:pt x="1040" y="4064"/>
                        <a:pt x="882" y="3434"/>
                        <a:pt x="945" y="2773"/>
                      </a:cubicBezTo>
                      <a:cubicBezTo>
                        <a:pt x="1103" y="1670"/>
                        <a:pt x="2111" y="693"/>
                        <a:pt x="3371" y="693"/>
                      </a:cubicBezTo>
                      <a:close/>
                      <a:moveTo>
                        <a:pt x="3371" y="4159"/>
                      </a:moveTo>
                      <a:cubicBezTo>
                        <a:pt x="4001" y="4159"/>
                        <a:pt x="4505" y="4600"/>
                        <a:pt x="4694" y="5135"/>
                      </a:cubicBezTo>
                      <a:cubicBezTo>
                        <a:pt x="4316" y="5387"/>
                        <a:pt x="3875" y="5545"/>
                        <a:pt x="3371" y="5545"/>
                      </a:cubicBezTo>
                      <a:cubicBezTo>
                        <a:pt x="2898" y="5545"/>
                        <a:pt x="2426" y="5387"/>
                        <a:pt x="2016" y="5135"/>
                      </a:cubicBezTo>
                      <a:cubicBezTo>
                        <a:pt x="2174" y="4537"/>
                        <a:pt x="2741" y="4159"/>
                        <a:pt x="3371" y="4159"/>
                      </a:cubicBezTo>
                      <a:close/>
                      <a:moveTo>
                        <a:pt x="3308" y="0"/>
                      </a:moveTo>
                      <a:cubicBezTo>
                        <a:pt x="1701" y="0"/>
                        <a:pt x="441" y="1229"/>
                        <a:pt x="252" y="2710"/>
                      </a:cubicBezTo>
                      <a:cubicBezTo>
                        <a:pt x="0" y="4600"/>
                        <a:pt x="1512" y="6238"/>
                        <a:pt x="3371" y="6238"/>
                      </a:cubicBezTo>
                      <a:cubicBezTo>
                        <a:pt x="5104" y="6238"/>
                        <a:pt x="6459" y="4820"/>
                        <a:pt x="6459" y="3119"/>
                      </a:cubicBezTo>
                      <a:cubicBezTo>
                        <a:pt x="6459" y="1386"/>
                        <a:pt x="5041" y="0"/>
                        <a:pt x="33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39" name="Google Shape;1439;p18"/>
                <p:cNvSpPr/>
                <p:nvPr/>
              </p:nvSpPr>
              <p:spPr>
                <a:xfrm>
                  <a:off x="1049375" y="2680675"/>
                  <a:ext cx="297725" cy="297725"/>
                </a:xfrm>
                <a:custGeom>
                  <a:rect b="b" l="l" r="r" t="t"/>
                  <a:pathLst>
                    <a:path extrusionOk="0" h="11909" w="11909">
                      <a:moveTo>
                        <a:pt x="6270" y="1512"/>
                      </a:moveTo>
                      <a:cubicBezTo>
                        <a:pt x="8475" y="1670"/>
                        <a:pt x="10239" y="3434"/>
                        <a:pt x="10397" y="5640"/>
                      </a:cubicBezTo>
                      <a:lnTo>
                        <a:pt x="10082" y="5640"/>
                      </a:lnTo>
                      <a:cubicBezTo>
                        <a:pt x="9893" y="5640"/>
                        <a:pt x="9735" y="5797"/>
                        <a:pt x="9735" y="5986"/>
                      </a:cubicBezTo>
                      <a:cubicBezTo>
                        <a:pt x="9735" y="6207"/>
                        <a:pt x="9893" y="6364"/>
                        <a:pt x="10082" y="6364"/>
                      </a:cubicBezTo>
                      <a:lnTo>
                        <a:pt x="10397" y="6364"/>
                      </a:lnTo>
                      <a:cubicBezTo>
                        <a:pt x="10239" y="8569"/>
                        <a:pt x="8475" y="10334"/>
                        <a:pt x="6270" y="10491"/>
                      </a:cubicBezTo>
                      <a:lnTo>
                        <a:pt x="6270" y="10176"/>
                      </a:lnTo>
                      <a:cubicBezTo>
                        <a:pt x="6270" y="9987"/>
                        <a:pt x="6112" y="9830"/>
                        <a:pt x="5923" y="9830"/>
                      </a:cubicBezTo>
                      <a:cubicBezTo>
                        <a:pt x="5703" y="9830"/>
                        <a:pt x="5545" y="9987"/>
                        <a:pt x="5545" y="10176"/>
                      </a:cubicBezTo>
                      <a:lnTo>
                        <a:pt x="5545" y="10491"/>
                      </a:lnTo>
                      <a:cubicBezTo>
                        <a:pt x="3340" y="10334"/>
                        <a:pt x="1575" y="8569"/>
                        <a:pt x="1418" y="6364"/>
                      </a:cubicBezTo>
                      <a:lnTo>
                        <a:pt x="1733" y="6364"/>
                      </a:lnTo>
                      <a:cubicBezTo>
                        <a:pt x="1922" y="6364"/>
                        <a:pt x="2079" y="6207"/>
                        <a:pt x="2079" y="5986"/>
                      </a:cubicBezTo>
                      <a:cubicBezTo>
                        <a:pt x="2142" y="5797"/>
                        <a:pt x="1985" y="5640"/>
                        <a:pt x="1764" y="5640"/>
                      </a:cubicBezTo>
                      <a:lnTo>
                        <a:pt x="1418" y="5640"/>
                      </a:lnTo>
                      <a:cubicBezTo>
                        <a:pt x="1575" y="3434"/>
                        <a:pt x="3340" y="1670"/>
                        <a:pt x="5545" y="1512"/>
                      </a:cubicBezTo>
                      <a:lnTo>
                        <a:pt x="5545" y="1827"/>
                      </a:lnTo>
                      <a:cubicBezTo>
                        <a:pt x="5545" y="2016"/>
                        <a:pt x="5703" y="2174"/>
                        <a:pt x="5923" y="2174"/>
                      </a:cubicBezTo>
                      <a:cubicBezTo>
                        <a:pt x="6112" y="2174"/>
                        <a:pt x="6270" y="2016"/>
                        <a:pt x="6270" y="1827"/>
                      </a:cubicBezTo>
                      <a:lnTo>
                        <a:pt x="6270" y="1512"/>
                      </a:lnTo>
                      <a:close/>
                      <a:moveTo>
                        <a:pt x="5955" y="0"/>
                      </a:moveTo>
                      <a:cubicBezTo>
                        <a:pt x="5766" y="0"/>
                        <a:pt x="5608" y="158"/>
                        <a:pt x="5608" y="347"/>
                      </a:cubicBezTo>
                      <a:lnTo>
                        <a:pt x="5608" y="756"/>
                      </a:lnTo>
                      <a:cubicBezTo>
                        <a:pt x="2993" y="914"/>
                        <a:pt x="914" y="2993"/>
                        <a:pt x="756" y="5608"/>
                      </a:cubicBezTo>
                      <a:lnTo>
                        <a:pt x="347" y="5608"/>
                      </a:lnTo>
                      <a:cubicBezTo>
                        <a:pt x="158" y="5608"/>
                        <a:pt x="0" y="5766"/>
                        <a:pt x="0" y="5955"/>
                      </a:cubicBezTo>
                      <a:cubicBezTo>
                        <a:pt x="0" y="6144"/>
                        <a:pt x="158" y="6301"/>
                        <a:pt x="347" y="6301"/>
                      </a:cubicBezTo>
                      <a:lnTo>
                        <a:pt x="756" y="6301"/>
                      </a:lnTo>
                      <a:cubicBezTo>
                        <a:pt x="914" y="8916"/>
                        <a:pt x="2993" y="10995"/>
                        <a:pt x="5608" y="11153"/>
                      </a:cubicBezTo>
                      <a:lnTo>
                        <a:pt x="5608" y="11562"/>
                      </a:lnTo>
                      <a:cubicBezTo>
                        <a:pt x="5608" y="11751"/>
                        <a:pt x="5766" y="11909"/>
                        <a:pt x="5955" y="11909"/>
                      </a:cubicBezTo>
                      <a:cubicBezTo>
                        <a:pt x="6144" y="11909"/>
                        <a:pt x="6301" y="11751"/>
                        <a:pt x="6301" y="11562"/>
                      </a:cubicBezTo>
                      <a:lnTo>
                        <a:pt x="6301" y="11153"/>
                      </a:lnTo>
                      <a:cubicBezTo>
                        <a:pt x="8916" y="10995"/>
                        <a:pt x="10995" y="8916"/>
                        <a:pt x="11153" y="6301"/>
                      </a:cubicBezTo>
                      <a:lnTo>
                        <a:pt x="11531" y="6301"/>
                      </a:lnTo>
                      <a:cubicBezTo>
                        <a:pt x="11751" y="6301"/>
                        <a:pt x="11909" y="6144"/>
                        <a:pt x="11909" y="5955"/>
                      </a:cubicBezTo>
                      <a:cubicBezTo>
                        <a:pt x="11909" y="5766"/>
                        <a:pt x="11751" y="5608"/>
                        <a:pt x="11531" y="5608"/>
                      </a:cubicBezTo>
                      <a:lnTo>
                        <a:pt x="11153" y="5608"/>
                      </a:lnTo>
                      <a:cubicBezTo>
                        <a:pt x="10995" y="2993"/>
                        <a:pt x="8916" y="914"/>
                        <a:pt x="6301" y="756"/>
                      </a:cubicBezTo>
                      <a:lnTo>
                        <a:pt x="6301" y="347"/>
                      </a:lnTo>
                      <a:cubicBezTo>
                        <a:pt x="6301" y="158"/>
                        <a:pt x="6144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40" name="Google Shape;1440;p18"/>
              <p:cNvGrpSpPr/>
              <p:nvPr/>
            </p:nvGrpSpPr>
            <p:grpSpPr>
              <a:xfrm>
                <a:off x="4572073" y="1688609"/>
                <a:ext cx="499272" cy="499315"/>
                <a:chOff x="2872725" y="1954475"/>
                <a:chExt cx="295375" cy="295400"/>
              </a:xfrm>
            </p:grpSpPr>
            <p:sp>
              <p:nvSpPr>
                <p:cNvPr id="1441" name="Google Shape;1441;p18"/>
                <p:cNvSpPr/>
                <p:nvPr/>
              </p:nvSpPr>
              <p:spPr>
                <a:xfrm>
                  <a:off x="2959350" y="1954475"/>
                  <a:ext cx="122100" cy="139450"/>
                </a:xfrm>
                <a:custGeom>
                  <a:rect b="b" l="l" r="r" t="t"/>
                  <a:pathLst>
                    <a:path extrusionOk="0" h="5578" w="4884">
                      <a:moveTo>
                        <a:pt x="2395" y="694"/>
                      </a:moveTo>
                      <a:cubicBezTo>
                        <a:pt x="2805" y="694"/>
                        <a:pt x="3120" y="1009"/>
                        <a:pt x="3120" y="1418"/>
                      </a:cubicBezTo>
                      <a:cubicBezTo>
                        <a:pt x="3120" y="1797"/>
                        <a:pt x="2805" y="2112"/>
                        <a:pt x="2395" y="2112"/>
                      </a:cubicBezTo>
                      <a:cubicBezTo>
                        <a:pt x="2017" y="2112"/>
                        <a:pt x="1702" y="1797"/>
                        <a:pt x="1702" y="1418"/>
                      </a:cubicBezTo>
                      <a:cubicBezTo>
                        <a:pt x="1733" y="1009"/>
                        <a:pt x="2048" y="694"/>
                        <a:pt x="2395" y="694"/>
                      </a:cubicBezTo>
                      <a:close/>
                      <a:moveTo>
                        <a:pt x="2395" y="2742"/>
                      </a:moveTo>
                      <a:cubicBezTo>
                        <a:pt x="3340" y="2742"/>
                        <a:pt x="4128" y="3529"/>
                        <a:pt x="4128" y="4537"/>
                      </a:cubicBezTo>
                      <a:lnTo>
                        <a:pt x="4128" y="4884"/>
                      </a:lnTo>
                      <a:lnTo>
                        <a:pt x="662" y="4884"/>
                      </a:lnTo>
                      <a:lnTo>
                        <a:pt x="662" y="4537"/>
                      </a:lnTo>
                      <a:cubicBezTo>
                        <a:pt x="662" y="3529"/>
                        <a:pt x="1450" y="2742"/>
                        <a:pt x="2395" y="2742"/>
                      </a:cubicBezTo>
                      <a:close/>
                      <a:moveTo>
                        <a:pt x="2490" y="1"/>
                      </a:moveTo>
                      <a:cubicBezTo>
                        <a:pt x="1733" y="1"/>
                        <a:pt x="1103" y="631"/>
                        <a:pt x="1103" y="1387"/>
                      </a:cubicBezTo>
                      <a:cubicBezTo>
                        <a:pt x="1103" y="1734"/>
                        <a:pt x="1229" y="2049"/>
                        <a:pt x="1450" y="2332"/>
                      </a:cubicBezTo>
                      <a:cubicBezTo>
                        <a:pt x="568" y="2710"/>
                        <a:pt x="1" y="3529"/>
                        <a:pt x="1" y="4537"/>
                      </a:cubicBezTo>
                      <a:lnTo>
                        <a:pt x="1" y="5231"/>
                      </a:lnTo>
                      <a:cubicBezTo>
                        <a:pt x="1" y="5420"/>
                        <a:pt x="158" y="5577"/>
                        <a:pt x="347" y="5577"/>
                      </a:cubicBezTo>
                      <a:lnTo>
                        <a:pt x="4537" y="5577"/>
                      </a:lnTo>
                      <a:cubicBezTo>
                        <a:pt x="4726" y="5577"/>
                        <a:pt x="4884" y="5420"/>
                        <a:pt x="4884" y="5231"/>
                      </a:cubicBezTo>
                      <a:lnTo>
                        <a:pt x="4884" y="4537"/>
                      </a:lnTo>
                      <a:cubicBezTo>
                        <a:pt x="4884" y="3529"/>
                        <a:pt x="4317" y="2710"/>
                        <a:pt x="3498" y="2332"/>
                      </a:cubicBezTo>
                      <a:cubicBezTo>
                        <a:pt x="3750" y="2080"/>
                        <a:pt x="3844" y="1765"/>
                        <a:pt x="3844" y="1387"/>
                      </a:cubicBezTo>
                      <a:cubicBezTo>
                        <a:pt x="3844" y="631"/>
                        <a:pt x="3214" y="1"/>
                        <a:pt x="24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42" name="Google Shape;1442;p18"/>
                <p:cNvSpPr/>
                <p:nvPr/>
              </p:nvSpPr>
              <p:spPr>
                <a:xfrm>
                  <a:off x="2906575" y="2146650"/>
                  <a:ext cx="191425" cy="69350"/>
                </a:xfrm>
                <a:custGeom>
                  <a:rect b="b" l="l" r="r" t="t"/>
                  <a:pathLst>
                    <a:path extrusionOk="0" h="2774" w="7657">
                      <a:moveTo>
                        <a:pt x="1419" y="694"/>
                      </a:moveTo>
                      <a:lnTo>
                        <a:pt x="1419" y="2080"/>
                      </a:lnTo>
                      <a:lnTo>
                        <a:pt x="694" y="2080"/>
                      </a:lnTo>
                      <a:lnTo>
                        <a:pt x="694" y="694"/>
                      </a:lnTo>
                      <a:close/>
                      <a:moveTo>
                        <a:pt x="2773" y="694"/>
                      </a:moveTo>
                      <a:lnTo>
                        <a:pt x="2773" y="2080"/>
                      </a:lnTo>
                      <a:lnTo>
                        <a:pt x="2080" y="2080"/>
                      </a:lnTo>
                      <a:lnTo>
                        <a:pt x="2080" y="694"/>
                      </a:lnTo>
                      <a:close/>
                      <a:moveTo>
                        <a:pt x="4159" y="694"/>
                      </a:moveTo>
                      <a:lnTo>
                        <a:pt x="4159" y="2080"/>
                      </a:lnTo>
                      <a:lnTo>
                        <a:pt x="3466" y="2080"/>
                      </a:lnTo>
                      <a:lnTo>
                        <a:pt x="3466" y="694"/>
                      </a:lnTo>
                      <a:close/>
                      <a:moveTo>
                        <a:pt x="6995" y="694"/>
                      </a:moveTo>
                      <a:lnTo>
                        <a:pt x="6995" y="2080"/>
                      </a:lnTo>
                      <a:lnTo>
                        <a:pt x="4884" y="2080"/>
                      </a:lnTo>
                      <a:lnTo>
                        <a:pt x="4884" y="694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lnTo>
                        <a:pt x="1" y="2427"/>
                      </a:lnTo>
                      <a:cubicBezTo>
                        <a:pt x="1" y="2616"/>
                        <a:pt x="158" y="2773"/>
                        <a:pt x="347" y="2773"/>
                      </a:cubicBezTo>
                      <a:lnTo>
                        <a:pt x="7310" y="2773"/>
                      </a:lnTo>
                      <a:cubicBezTo>
                        <a:pt x="7499" y="2773"/>
                        <a:pt x="7657" y="2616"/>
                        <a:pt x="7657" y="2427"/>
                      </a:cubicBezTo>
                      <a:lnTo>
                        <a:pt x="7657" y="347"/>
                      </a:lnTo>
                      <a:cubicBezTo>
                        <a:pt x="7657" y="127"/>
                        <a:pt x="7499" y="1"/>
                        <a:pt x="731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43" name="Google Shape;1443;p18"/>
                <p:cNvSpPr/>
                <p:nvPr/>
              </p:nvSpPr>
              <p:spPr>
                <a:xfrm>
                  <a:off x="2872725" y="2112000"/>
                  <a:ext cx="295375" cy="137875"/>
                </a:xfrm>
                <a:custGeom>
                  <a:rect b="b" l="l" r="r" t="t"/>
                  <a:pathLst>
                    <a:path extrusionOk="0" h="5515" w="11815">
                      <a:moveTo>
                        <a:pt x="11121" y="2080"/>
                      </a:moveTo>
                      <a:lnTo>
                        <a:pt x="11121" y="3466"/>
                      </a:lnTo>
                      <a:lnTo>
                        <a:pt x="10397" y="3466"/>
                      </a:lnTo>
                      <a:lnTo>
                        <a:pt x="10397" y="2080"/>
                      </a:lnTo>
                      <a:close/>
                      <a:moveTo>
                        <a:pt x="9389" y="662"/>
                      </a:moveTo>
                      <a:cubicBezTo>
                        <a:pt x="9578" y="662"/>
                        <a:pt x="9735" y="820"/>
                        <a:pt x="9735" y="1009"/>
                      </a:cubicBezTo>
                      <a:lnTo>
                        <a:pt x="9735" y="4474"/>
                      </a:lnTo>
                      <a:cubicBezTo>
                        <a:pt x="9735" y="4663"/>
                        <a:pt x="9578" y="4852"/>
                        <a:pt x="9389" y="4852"/>
                      </a:cubicBezTo>
                      <a:lnTo>
                        <a:pt x="1040" y="4852"/>
                      </a:lnTo>
                      <a:cubicBezTo>
                        <a:pt x="819" y="4852"/>
                        <a:pt x="662" y="4663"/>
                        <a:pt x="662" y="4474"/>
                      </a:cubicBezTo>
                      <a:lnTo>
                        <a:pt x="662" y="1009"/>
                      </a:lnTo>
                      <a:cubicBezTo>
                        <a:pt x="662" y="820"/>
                        <a:pt x="819" y="662"/>
                        <a:pt x="1040" y="662"/>
                      </a:cubicBezTo>
                      <a:close/>
                      <a:moveTo>
                        <a:pt x="1040" y="1"/>
                      </a:moveTo>
                      <a:cubicBezTo>
                        <a:pt x="441" y="1"/>
                        <a:pt x="0" y="473"/>
                        <a:pt x="0" y="1009"/>
                      </a:cubicBezTo>
                      <a:lnTo>
                        <a:pt x="0" y="4474"/>
                      </a:lnTo>
                      <a:cubicBezTo>
                        <a:pt x="0" y="5073"/>
                        <a:pt x="473" y="5514"/>
                        <a:pt x="1040" y="5514"/>
                      </a:cubicBezTo>
                      <a:lnTo>
                        <a:pt x="9357" y="5514"/>
                      </a:lnTo>
                      <a:cubicBezTo>
                        <a:pt x="9956" y="5514"/>
                        <a:pt x="10397" y="5041"/>
                        <a:pt x="10397" y="4474"/>
                      </a:cubicBezTo>
                      <a:lnTo>
                        <a:pt x="10397" y="4128"/>
                      </a:lnTo>
                      <a:lnTo>
                        <a:pt x="11436" y="4128"/>
                      </a:lnTo>
                      <a:cubicBezTo>
                        <a:pt x="11625" y="4128"/>
                        <a:pt x="11783" y="3970"/>
                        <a:pt x="11783" y="3781"/>
                      </a:cubicBezTo>
                      <a:lnTo>
                        <a:pt x="11783" y="1702"/>
                      </a:lnTo>
                      <a:cubicBezTo>
                        <a:pt x="11814" y="1513"/>
                        <a:pt x="11657" y="1387"/>
                        <a:pt x="11468" y="1387"/>
                      </a:cubicBezTo>
                      <a:lnTo>
                        <a:pt x="10397" y="1387"/>
                      </a:lnTo>
                      <a:lnTo>
                        <a:pt x="10397" y="1009"/>
                      </a:lnTo>
                      <a:cubicBezTo>
                        <a:pt x="10397" y="442"/>
                        <a:pt x="9924" y="1"/>
                        <a:pt x="935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44" name="Google Shape;1444;p18"/>
              <p:cNvGrpSpPr/>
              <p:nvPr/>
            </p:nvGrpSpPr>
            <p:grpSpPr>
              <a:xfrm>
                <a:off x="4602680" y="2280384"/>
                <a:ext cx="438041" cy="501977"/>
                <a:chOff x="2890050" y="2318350"/>
                <a:chExt cx="259150" cy="296975"/>
              </a:xfrm>
            </p:grpSpPr>
            <p:sp>
              <p:nvSpPr>
                <p:cNvPr id="1445" name="Google Shape;1445;p18"/>
                <p:cNvSpPr/>
                <p:nvPr/>
              </p:nvSpPr>
              <p:spPr>
                <a:xfrm>
                  <a:off x="2936525" y="2353025"/>
                  <a:ext cx="160700" cy="155975"/>
                </a:xfrm>
                <a:custGeom>
                  <a:rect b="b" l="l" r="r" t="t"/>
                  <a:pathLst>
                    <a:path extrusionOk="0" h="6239" w="6428">
                      <a:moveTo>
                        <a:pt x="3371" y="2048"/>
                      </a:moveTo>
                      <a:cubicBezTo>
                        <a:pt x="3749" y="2048"/>
                        <a:pt x="4064" y="2363"/>
                        <a:pt x="4064" y="2773"/>
                      </a:cubicBezTo>
                      <a:cubicBezTo>
                        <a:pt x="4064" y="3151"/>
                        <a:pt x="3749" y="3466"/>
                        <a:pt x="3371" y="3466"/>
                      </a:cubicBezTo>
                      <a:cubicBezTo>
                        <a:pt x="2961" y="3466"/>
                        <a:pt x="2646" y="3151"/>
                        <a:pt x="2646" y="2773"/>
                      </a:cubicBezTo>
                      <a:cubicBezTo>
                        <a:pt x="2646" y="2363"/>
                        <a:pt x="2961" y="2048"/>
                        <a:pt x="3371" y="2048"/>
                      </a:cubicBezTo>
                      <a:close/>
                      <a:moveTo>
                        <a:pt x="3308" y="662"/>
                      </a:moveTo>
                      <a:cubicBezTo>
                        <a:pt x="4663" y="662"/>
                        <a:pt x="5734" y="1764"/>
                        <a:pt x="5734" y="3119"/>
                      </a:cubicBezTo>
                      <a:cubicBezTo>
                        <a:pt x="5734" y="3655"/>
                        <a:pt x="5513" y="4159"/>
                        <a:pt x="5167" y="4663"/>
                      </a:cubicBezTo>
                      <a:cubicBezTo>
                        <a:pt x="4978" y="4253"/>
                        <a:pt x="4694" y="3938"/>
                        <a:pt x="4316" y="3686"/>
                      </a:cubicBezTo>
                      <a:cubicBezTo>
                        <a:pt x="4537" y="3466"/>
                        <a:pt x="4694" y="3119"/>
                        <a:pt x="4694" y="2741"/>
                      </a:cubicBezTo>
                      <a:cubicBezTo>
                        <a:pt x="4694" y="2016"/>
                        <a:pt x="4064" y="1386"/>
                        <a:pt x="3308" y="1386"/>
                      </a:cubicBezTo>
                      <a:cubicBezTo>
                        <a:pt x="2583" y="1386"/>
                        <a:pt x="1953" y="2016"/>
                        <a:pt x="1953" y="2741"/>
                      </a:cubicBezTo>
                      <a:cubicBezTo>
                        <a:pt x="1953" y="3119"/>
                        <a:pt x="2111" y="3466"/>
                        <a:pt x="2331" y="3686"/>
                      </a:cubicBezTo>
                      <a:cubicBezTo>
                        <a:pt x="1953" y="3907"/>
                        <a:pt x="1670" y="4253"/>
                        <a:pt x="1481" y="4663"/>
                      </a:cubicBezTo>
                      <a:cubicBezTo>
                        <a:pt x="1008" y="4096"/>
                        <a:pt x="851" y="3434"/>
                        <a:pt x="914" y="2773"/>
                      </a:cubicBezTo>
                      <a:cubicBezTo>
                        <a:pt x="1071" y="1670"/>
                        <a:pt x="2048" y="662"/>
                        <a:pt x="3308" y="662"/>
                      </a:cubicBezTo>
                      <a:close/>
                      <a:moveTo>
                        <a:pt x="3308" y="4190"/>
                      </a:moveTo>
                      <a:cubicBezTo>
                        <a:pt x="3938" y="4190"/>
                        <a:pt x="4442" y="4600"/>
                        <a:pt x="4663" y="5167"/>
                      </a:cubicBezTo>
                      <a:cubicBezTo>
                        <a:pt x="4253" y="5387"/>
                        <a:pt x="3844" y="5545"/>
                        <a:pt x="3308" y="5545"/>
                      </a:cubicBezTo>
                      <a:cubicBezTo>
                        <a:pt x="2835" y="5545"/>
                        <a:pt x="2363" y="5387"/>
                        <a:pt x="1985" y="5167"/>
                      </a:cubicBezTo>
                      <a:cubicBezTo>
                        <a:pt x="2142" y="4568"/>
                        <a:pt x="2678" y="4190"/>
                        <a:pt x="3308" y="4190"/>
                      </a:cubicBezTo>
                      <a:close/>
                      <a:moveTo>
                        <a:pt x="3308" y="0"/>
                      </a:moveTo>
                      <a:cubicBezTo>
                        <a:pt x="1701" y="0"/>
                        <a:pt x="410" y="1229"/>
                        <a:pt x="252" y="2678"/>
                      </a:cubicBezTo>
                      <a:cubicBezTo>
                        <a:pt x="0" y="4600"/>
                        <a:pt x="1481" y="6238"/>
                        <a:pt x="3308" y="6238"/>
                      </a:cubicBezTo>
                      <a:cubicBezTo>
                        <a:pt x="5041" y="6238"/>
                        <a:pt x="6427" y="4820"/>
                        <a:pt x="6427" y="3119"/>
                      </a:cubicBezTo>
                      <a:cubicBezTo>
                        <a:pt x="6427" y="1386"/>
                        <a:pt x="5009" y="0"/>
                        <a:pt x="33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46" name="Google Shape;1446;p18"/>
                <p:cNvSpPr/>
                <p:nvPr/>
              </p:nvSpPr>
              <p:spPr>
                <a:xfrm>
                  <a:off x="2890050" y="2318350"/>
                  <a:ext cx="259150" cy="296975"/>
                </a:xfrm>
                <a:custGeom>
                  <a:rect b="b" l="l" r="r" t="t"/>
                  <a:pathLst>
                    <a:path extrusionOk="0" h="11879" w="10366">
                      <a:moveTo>
                        <a:pt x="5167" y="694"/>
                      </a:moveTo>
                      <a:cubicBezTo>
                        <a:pt x="7309" y="694"/>
                        <a:pt x="9011" y="2427"/>
                        <a:pt x="9011" y="4506"/>
                      </a:cubicBezTo>
                      <a:cubicBezTo>
                        <a:pt x="9011" y="5640"/>
                        <a:pt x="8475" y="6711"/>
                        <a:pt x="7656" y="7405"/>
                      </a:cubicBezTo>
                      <a:lnTo>
                        <a:pt x="5167" y="9547"/>
                      </a:lnTo>
                      <a:lnTo>
                        <a:pt x="2710" y="7405"/>
                      </a:lnTo>
                      <a:cubicBezTo>
                        <a:pt x="1796" y="6585"/>
                        <a:pt x="1229" y="5420"/>
                        <a:pt x="1386" y="4034"/>
                      </a:cubicBezTo>
                      <a:cubicBezTo>
                        <a:pt x="1575" y="2206"/>
                        <a:pt x="3151" y="694"/>
                        <a:pt x="5167" y="694"/>
                      </a:cubicBezTo>
                      <a:close/>
                      <a:moveTo>
                        <a:pt x="8475" y="8980"/>
                      </a:moveTo>
                      <a:lnTo>
                        <a:pt x="9546" y="11122"/>
                      </a:lnTo>
                      <a:lnTo>
                        <a:pt x="977" y="11122"/>
                      </a:lnTo>
                      <a:lnTo>
                        <a:pt x="2017" y="8980"/>
                      </a:lnTo>
                      <a:lnTo>
                        <a:pt x="3529" y="8980"/>
                      </a:lnTo>
                      <a:lnTo>
                        <a:pt x="4978" y="10240"/>
                      </a:lnTo>
                      <a:cubicBezTo>
                        <a:pt x="5073" y="10272"/>
                        <a:pt x="5136" y="10335"/>
                        <a:pt x="5230" y="10335"/>
                      </a:cubicBezTo>
                      <a:cubicBezTo>
                        <a:pt x="5293" y="10335"/>
                        <a:pt x="5388" y="10272"/>
                        <a:pt x="5451" y="10240"/>
                      </a:cubicBezTo>
                      <a:lnTo>
                        <a:pt x="6900" y="8980"/>
                      </a:lnTo>
                      <a:close/>
                      <a:moveTo>
                        <a:pt x="5107" y="1"/>
                      </a:moveTo>
                      <a:cubicBezTo>
                        <a:pt x="2772" y="1"/>
                        <a:pt x="912" y="1815"/>
                        <a:pt x="662" y="3939"/>
                      </a:cubicBezTo>
                      <a:cubicBezTo>
                        <a:pt x="441" y="5483"/>
                        <a:pt x="1040" y="6932"/>
                        <a:pt x="2174" y="7940"/>
                      </a:cubicBezTo>
                      <a:lnTo>
                        <a:pt x="2615" y="8318"/>
                      </a:lnTo>
                      <a:lnTo>
                        <a:pt x="1638" y="8318"/>
                      </a:lnTo>
                      <a:cubicBezTo>
                        <a:pt x="1575" y="8318"/>
                        <a:pt x="1481" y="8413"/>
                        <a:pt x="1449" y="8507"/>
                      </a:cubicBezTo>
                      <a:lnTo>
                        <a:pt x="63" y="11343"/>
                      </a:lnTo>
                      <a:cubicBezTo>
                        <a:pt x="0" y="11469"/>
                        <a:pt x="0" y="11595"/>
                        <a:pt x="63" y="11721"/>
                      </a:cubicBezTo>
                      <a:cubicBezTo>
                        <a:pt x="126" y="11815"/>
                        <a:pt x="221" y="11878"/>
                        <a:pt x="347" y="11878"/>
                      </a:cubicBezTo>
                      <a:lnTo>
                        <a:pt x="10019" y="11878"/>
                      </a:lnTo>
                      <a:cubicBezTo>
                        <a:pt x="10145" y="11878"/>
                        <a:pt x="10271" y="11784"/>
                        <a:pt x="10302" y="11721"/>
                      </a:cubicBezTo>
                      <a:cubicBezTo>
                        <a:pt x="10365" y="11595"/>
                        <a:pt x="10365" y="11469"/>
                        <a:pt x="10302" y="11343"/>
                      </a:cubicBezTo>
                      <a:lnTo>
                        <a:pt x="8916" y="8507"/>
                      </a:lnTo>
                      <a:cubicBezTo>
                        <a:pt x="8885" y="8413"/>
                        <a:pt x="8727" y="8318"/>
                        <a:pt x="8601" y="8318"/>
                      </a:cubicBezTo>
                      <a:lnTo>
                        <a:pt x="7624" y="8318"/>
                      </a:lnTo>
                      <a:lnTo>
                        <a:pt x="8065" y="7940"/>
                      </a:lnTo>
                      <a:cubicBezTo>
                        <a:pt x="9042" y="7090"/>
                        <a:pt x="9641" y="5829"/>
                        <a:pt x="9641" y="4506"/>
                      </a:cubicBezTo>
                      <a:cubicBezTo>
                        <a:pt x="9641" y="2049"/>
                        <a:pt x="7656" y="1"/>
                        <a:pt x="5167" y="1"/>
                      </a:cubicBezTo>
                      <a:cubicBezTo>
                        <a:pt x="5147" y="1"/>
                        <a:pt x="5127" y="1"/>
                        <a:pt x="510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47" name="Google Shape;1447;p18"/>
              <p:cNvSpPr/>
              <p:nvPr/>
            </p:nvSpPr>
            <p:spPr>
              <a:xfrm>
                <a:off x="4659775" y="2923979"/>
                <a:ext cx="323566" cy="501935"/>
              </a:xfrm>
              <a:custGeom>
                <a:rect b="b" l="l" r="r" t="t"/>
                <a:pathLst>
                  <a:path extrusionOk="0" h="11878" w="7657">
                    <a:moveTo>
                      <a:pt x="3813" y="1387"/>
                    </a:moveTo>
                    <a:cubicBezTo>
                      <a:pt x="4254" y="1387"/>
                      <a:pt x="4664" y="1670"/>
                      <a:pt x="4821" y="2112"/>
                    </a:cubicBezTo>
                    <a:lnTo>
                      <a:pt x="2836" y="2112"/>
                    </a:lnTo>
                    <a:cubicBezTo>
                      <a:pt x="2994" y="1702"/>
                      <a:pt x="3372" y="1387"/>
                      <a:pt x="3813" y="1387"/>
                    </a:cubicBezTo>
                    <a:close/>
                    <a:moveTo>
                      <a:pt x="4947" y="2805"/>
                    </a:moveTo>
                    <a:cubicBezTo>
                      <a:pt x="5199" y="2805"/>
                      <a:pt x="5357" y="3057"/>
                      <a:pt x="5294" y="3277"/>
                    </a:cubicBezTo>
                    <a:lnTo>
                      <a:pt x="4947" y="4222"/>
                    </a:lnTo>
                    <a:lnTo>
                      <a:pt x="2679" y="4222"/>
                    </a:lnTo>
                    <a:lnTo>
                      <a:pt x="2364" y="3277"/>
                    </a:lnTo>
                    <a:cubicBezTo>
                      <a:pt x="2332" y="3025"/>
                      <a:pt x="2490" y="2805"/>
                      <a:pt x="2710" y="2805"/>
                    </a:cubicBezTo>
                    <a:close/>
                    <a:moveTo>
                      <a:pt x="4916" y="4852"/>
                    </a:moveTo>
                    <a:lnTo>
                      <a:pt x="5514" y="8381"/>
                    </a:lnTo>
                    <a:lnTo>
                      <a:pt x="2175" y="8381"/>
                    </a:lnTo>
                    <a:lnTo>
                      <a:pt x="2773" y="4852"/>
                    </a:lnTo>
                    <a:close/>
                    <a:moveTo>
                      <a:pt x="5955" y="9074"/>
                    </a:moveTo>
                    <a:cubicBezTo>
                      <a:pt x="6144" y="9074"/>
                      <a:pt x="6302" y="9232"/>
                      <a:pt x="6302" y="9421"/>
                    </a:cubicBezTo>
                    <a:lnTo>
                      <a:pt x="6302" y="9799"/>
                    </a:lnTo>
                    <a:lnTo>
                      <a:pt x="1450" y="9799"/>
                    </a:lnTo>
                    <a:lnTo>
                      <a:pt x="1450" y="9421"/>
                    </a:lnTo>
                    <a:cubicBezTo>
                      <a:pt x="1419" y="9232"/>
                      <a:pt x="1576" y="9074"/>
                      <a:pt x="1765" y="9074"/>
                    </a:cubicBezTo>
                    <a:close/>
                    <a:moveTo>
                      <a:pt x="6648" y="10460"/>
                    </a:moveTo>
                    <a:cubicBezTo>
                      <a:pt x="6806" y="10460"/>
                      <a:pt x="6964" y="10618"/>
                      <a:pt x="6964" y="10807"/>
                    </a:cubicBezTo>
                    <a:lnTo>
                      <a:pt x="6964" y="11153"/>
                    </a:lnTo>
                    <a:lnTo>
                      <a:pt x="757" y="11153"/>
                    </a:lnTo>
                    <a:lnTo>
                      <a:pt x="757" y="10807"/>
                    </a:lnTo>
                    <a:cubicBezTo>
                      <a:pt x="757" y="10618"/>
                      <a:pt x="915" y="10460"/>
                      <a:pt x="1104" y="10460"/>
                    </a:cubicBezTo>
                    <a:close/>
                    <a:moveTo>
                      <a:pt x="3782" y="1"/>
                    </a:moveTo>
                    <a:cubicBezTo>
                      <a:pt x="3592" y="1"/>
                      <a:pt x="3435" y="158"/>
                      <a:pt x="3435" y="379"/>
                    </a:cubicBezTo>
                    <a:lnTo>
                      <a:pt x="3435" y="757"/>
                    </a:lnTo>
                    <a:cubicBezTo>
                      <a:pt x="2679" y="914"/>
                      <a:pt x="2143" y="1544"/>
                      <a:pt x="2049" y="2301"/>
                    </a:cubicBezTo>
                    <a:cubicBezTo>
                      <a:pt x="1702" y="2521"/>
                      <a:pt x="1545" y="3025"/>
                      <a:pt x="1671" y="3466"/>
                    </a:cubicBezTo>
                    <a:lnTo>
                      <a:pt x="1891" y="4191"/>
                    </a:lnTo>
                    <a:lnTo>
                      <a:pt x="1702" y="4191"/>
                    </a:lnTo>
                    <a:cubicBezTo>
                      <a:pt x="1513" y="4191"/>
                      <a:pt x="1356" y="4348"/>
                      <a:pt x="1356" y="4537"/>
                    </a:cubicBezTo>
                    <a:cubicBezTo>
                      <a:pt x="1356" y="4758"/>
                      <a:pt x="1513" y="4915"/>
                      <a:pt x="1702" y="4915"/>
                    </a:cubicBezTo>
                    <a:lnTo>
                      <a:pt x="1986" y="4915"/>
                    </a:lnTo>
                    <a:lnTo>
                      <a:pt x="1387" y="8444"/>
                    </a:lnTo>
                    <a:cubicBezTo>
                      <a:pt x="1009" y="8570"/>
                      <a:pt x="726" y="8948"/>
                      <a:pt x="726" y="9421"/>
                    </a:cubicBezTo>
                    <a:lnTo>
                      <a:pt x="726" y="9830"/>
                    </a:lnTo>
                    <a:cubicBezTo>
                      <a:pt x="316" y="9988"/>
                      <a:pt x="1" y="10334"/>
                      <a:pt x="1" y="10807"/>
                    </a:cubicBezTo>
                    <a:lnTo>
                      <a:pt x="1" y="11531"/>
                    </a:lnTo>
                    <a:cubicBezTo>
                      <a:pt x="1" y="11720"/>
                      <a:pt x="158" y="11878"/>
                      <a:pt x="347" y="11878"/>
                    </a:cubicBezTo>
                    <a:lnTo>
                      <a:pt x="7279" y="11878"/>
                    </a:lnTo>
                    <a:cubicBezTo>
                      <a:pt x="7499" y="11878"/>
                      <a:pt x="7657" y="11720"/>
                      <a:pt x="7657" y="11531"/>
                    </a:cubicBezTo>
                    <a:lnTo>
                      <a:pt x="7657" y="10807"/>
                    </a:lnTo>
                    <a:cubicBezTo>
                      <a:pt x="7657" y="10366"/>
                      <a:pt x="7373" y="9988"/>
                      <a:pt x="6932" y="9830"/>
                    </a:cubicBezTo>
                    <a:lnTo>
                      <a:pt x="6932" y="9421"/>
                    </a:lnTo>
                    <a:cubicBezTo>
                      <a:pt x="6932" y="8948"/>
                      <a:pt x="6617" y="8570"/>
                      <a:pt x="6176" y="8444"/>
                    </a:cubicBezTo>
                    <a:lnTo>
                      <a:pt x="5609" y="4915"/>
                    </a:lnTo>
                    <a:lnTo>
                      <a:pt x="5861" y="4915"/>
                    </a:lnTo>
                    <a:cubicBezTo>
                      <a:pt x="6081" y="4915"/>
                      <a:pt x="6207" y="4758"/>
                      <a:pt x="6207" y="4537"/>
                    </a:cubicBezTo>
                    <a:cubicBezTo>
                      <a:pt x="6207" y="4348"/>
                      <a:pt x="6081" y="4191"/>
                      <a:pt x="5861" y="4191"/>
                    </a:cubicBezTo>
                    <a:lnTo>
                      <a:pt x="5672" y="4191"/>
                    </a:lnTo>
                    <a:lnTo>
                      <a:pt x="5924" y="3466"/>
                    </a:lnTo>
                    <a:cubicBezTo>
                      <a:pt x="6081" y="3025"/>
                      <a:pt x="5861" y="2584"/>
                      <a:pt x="5514" y="2301"/>
                    </a:cubicBezTo>
                    <a:cubicBezTo>
                      <a:pt x="5451" y="1513"/>
                      <a:pt x="4884" y="914"/>
                      <a:pt x="4128" y="757"/>
                    </a:cubicBezTo>
                    <a:lnTo>
                      <a:pt x="4128" y="379"/>
                    </a:lnTo>
                    <a:cubicBezTo>
                      <a:pt x="4128" y="158"/>
                      <a:pt x="3971" y="1"/>
                      <a:pt x="3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48" name="Google Shape;1448;p18"/>
              <p:cNvGrpSpPr/>
              <p:nvPr/>
            </p:nvGrpSpPr>
            <p:grpSpPr>
              <a:xfrm>
                <a:off x="7744561" y="1689309"/>
                <a:ext cx="497920" cy="497920"/>
                <a:chOff x="4685050" y="1945825"/>
                <a:chExt cx="294575" cy="294575"/>
              </a:xfrm>
            </p:grpSpPr>
            <p:sp>
              <p:nvSpPr>
                <p:cNvPr id="1449" name="Google Shape;1449;p18"/>
                <p:cNvSpPr/>
                <p:nvPr/>
              </p:nvSpPr>
              <p:spPr>
                <a:xfrm>
                  <a:off x="4720475" y="2086025"/>
                  <a:ext cx="104775" cy="121300"/>
                </a:xfrm>
                <a:custGeom>
                  <a:rect b="b" l="l" r="r" t="t"/>
                  <a:pathLst>
                    <a:path extrusionOk="0" h="4852" w="4191">
                      <a:moveTo>
                        <a:pt x="2017" y="693"/>
                      </a:moveTo>
                      <a:cubicBezTo>
                        <a:pt x="2427" y="693"/>
                        <a:pt x="2742" y="1008"/>
                        <a:pt x="2742" y="1386"/>
                      </a:cubicBezTo>
                      <a:cubicBezTo>
                        <a:pt x="2742" y="1796"/>
                        <a:pt x="2427" y="2111"/>
                        <a:pt x="2017" y="2111"/>
                      </a:cubicBezTo>
                      <a:cubicBezTo>
                        <a:pt x="1639" y="2111"/>
                        <a:pt x="1324" y="1796"/>
                        <a:pt x="1324" y="1386"/>
                      </a:cubicBezTo>
                      <a:cubicBezTo>
                        <a:pt x="1324" y="1008"/>
                        <a:pt x="1639" y="693"/>
                        <a:pt x="2017" y="693"/>
                      </a:cubicBezTo>
                      <a:close/>
                      <a:moveTo>
                        <a:pt x="2017" y="2772"/>
                      </a:moveTo>
                      <a:cubicBezTo>
                        <a:pt x="2773" y="2772"/>
                        <a:pt x="3403" y="3403"/>
                        <a:pt x="3403" y="4127"/>
                      </a:cubicBezTo>
                      <a:lnTo>
                        <a:pt x="631" y="4127"/>
                      </a:lnTo>
                      <a:cubicBezTo>
                        <a:pt x="631" y="3403"/>
                        <a:pt x="1261" y="2772"/>
                        <a:pt x="2017" y="2772"/>
                      </a:cubicBezTo>
                      <a:close/>
                      <a:moveTo>
                        <a:pt x="2049" y="0"/>
                      </a:moveTo>
                      <a:cubicBezTo>
                        <a:pt x="1324" y="0"/>
                        <a:pt x="694" y="630"/>
                        <a:pt x="694" y="1386"/>
                      </a:cubicBezTo>
                      <a:cubicBezTo>
                        <a:pt x="694" y="1733"/>
                        <a:pt x="851" y="2111"/>
                        <a:pt x="1072" y="2331"/>
                      </a:cubicBezTo>
                      <a:cubicBezTo>
                        <a:pt x="442" y="2678"/>
                        <a:pt x="1" y="3340"/>
                        <a:pt x="1" y="4127"/>
                      </a:cubicBezTo>
                      <a:lnTo>
                        <a:pt x="1" y="4505"/>
                      </a:lnTo>
                      <a:cubicBezTo>
                        <a:pt x="1" y="4694"/>
                        <a:pt x="158" y="4852"/>
                        <a:pt x="379" y="4852"/>
                      </a:cubicBezTo>
                      <a:lnTo>
                        <a:pt x="3844" y="4852"/>
                      </a:lnTo>
                      <a:cubicBezTo>
                        <a:pt x="4033" y="4852"/>
                        <a:pt x="4191" y="4694"/>
                        <a:pt x="4191" y="4505"/>
                      </a:cubicBezTo>
                      <a:lnTo>
                        <a:pt x="4191" y="4127"/>
                      </a:lnTo>
                      <a:cubicBezTo>
                        <a:pt x="4096" y="3340"/>
                        <a:pt x="3687" y="2678"/>
                        <a:pt x="3057" y="2331"/>
                      </a:cubicBezTo>
                      <a:cubicBezTo>
                        <a:pt x="3277" y="2111"/>
                        <a:pt x="3435" y="1733"/>
                        <a:pt x="3435" y="1386"/>
                      </a:cubicBezTo>
                      <a:cubicBezTo>
                        <a:pt x="3435" y="630"/>
                        <a:pt x="2805" y="0"/>
                        <a:pt x="204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0" name="Google Shape;1450;p18"/>
                <p:cNvSpPr/>
                <p:nvPr/>
              </p:nvSpPr>
              <p:spPr>
                <a:xfrm>
                  <a:off x="4685050" y="1945825"/>
                  <a:ext cx="294575" cy="294575"/>
                </a:xfrm>
                <a:custGeom>
                  <a:rect b="b" l="l" r="r" t="t"/>
                  <a:pathLst>
                    <a:path extrusionOk="0" h="11783" w="11783">
                      <a:moveTo>
                        <a:pt x="6900" y="693"/>
                      </a:moveTo>
                      <a:lnTo>
                        <a:pt x="6900" y="1418"/>
                      </a:lnTo>
                      <a:lnTo>
                        <a:pt x="4820" y="1418"/>
                      </a:lnTo>
                      <a:lnTo>
                        <a:pt x="4820" y="693"/>
                      </a:lnTo>
                      <a:close/>
                      <a:moveTo>
                        <a:pt x="7215" y="2111"/>
                      </a:moveTo>
                      <a:cubicBezTo>
                        <a:pt x="7404" y="2111"/>
                        <a:pt x="7561" y="2269"/>
                        <a:pt x="7561" y="2458"/>
                      </a:cubicBezTo>
                      <a:cubicBezTo>
                        <a:pt x="7561" y="2678"/>
                        <a:pt x="7404" y="2836"/>
                        <a:pt x="7215" y="2836"/>
                      </a:cubicBezTo>
                      <a:lnTo>
                        <a:pt x="4474" y="2836"/>
                      </a:lnTo>
                      <a:cubicBezTo>
                        <a:pt x="4253" y="2836"/>
                        <a:pt x="4096" y="2678"/>
                        <a:pt x="4096" y="2458"/>
                      </a:cubicBezTo>
                      <a:cubicBezTo>
                        <a:pt x="4096" y="2269"/>
                        <a:pt x="4316" y="2111"/>
                        <a:pt x="4474" y="2111"/>
                      </a:cubicBezTo>
                      <a:close/>
                      <a:moveTo>
                        <a:pt x="6900" y="3497"/>
                      </a:moveTo>
                      <a:lnTo>
                        <a:pt x="6900" y="4568"/>
                      </a:lnTo>
                      <a:cubicBezTo>
                        <a:pt x="6900" y="4757"/>
                        <a:pt x="6742" y="4915"/>
                        <a:pt x="6553" y="4915"/>
                      </a:cubicBezTo>
                      <a:lnTo>
                        <a:pt x="5167" y="4915"/>
                      </a:lnTo>
                      <a:cubicBezTo>
                        <a:pt x="4978" y="4915"/>
                        <a:pt x="4820" y="4757"/>
                        <a:pt x="4820" y="4568"/>
                      </a:cubicBezTo>
                      <a:lnTo>
                        <a:pt x="4820" y="3497"/>
                      </a:lnTo>
                      <a:close/>
                      <a:moveTo>
                        <a:pt x="10775" y="4883"/>
                      </a:moveTo>
                      <a:cubicBezTo>
                        <a:pt x="10964" y="4883"/>
                        <a:pt x="11121" y="5041"/>
                        <a:pt x="11121" y="5230"/>
                      </a:cubicBezTo>
                      <a:lnTo>
                        <a:pt x="11121" y="10775"/>
                      </a:lnTo>
                      <a:cubicBezTo>
                        <a:pt x="11121" y="10964"/>
                        <a:pt x="10964" y="11121"/>
                        <a:pt x="10775" y="11121"/>
                      </a:cubicBezTo>
                      <a:lnTo>
                        <a:pt x="1008" y="11121"/>
                      </a:lnTo>
                      <a:cubicBezTo>
                        <a:pt x="788" y="11121"/>
                        <a:pt x="630" y="10964"/>
                        <a:pt x="630" y="10775"/>
                      </a:cubicBezTo>
                      <a:lnTo>
                        <a:pt x="630" y="5230"/>
                      </a:lnTo>
                      <a:cubicBezTo>
                        <a:pt x="630" y="5041"/>
                        <a:pt x="788" y="4883"/>
                        <a:pt x="1008" y="4883"/>
                      </a:cubicBezTo>
                      <a:lnTo>
                        <a:pt x="4190" y="4883"/>
                      </a:lnTo>
                      <a:cubicBezTo>
                        <a:pt x="4348" y="5261"/>
                        <a:pt x="4694" y="5577"/>
                        <a:pt x="5167" y="5577"/>
                      </a:cubicBezTo>
                      <a:lnTo>
                        <a:pt x="6553" y="5577"/>
                      </a:lnTo>
                      <a:cubicBezTo>
                        <a:pt x="6994" y="5577"/>
                        <a:pt x="7372" y="5293"/>
                        <a:pt x="7530" y="4883"/>
                      </a:cubicBezTo>
                      <a:close/>
                      <a:moveTo>
                        <a:pt x="4505" y="0"/>
                      </a:moveTo>
                      <a:cubicBezTo>
                        <a:pt x="4316" y="0"/>
                        <a:pt x="4159" y="158"/>
                        <a:pt x="4159" y="347"/>
                      </a:cubicBezTo>
                      <a:lnTo>
                        <a:pt x="4159" y="1449"/>
                      </a:lnTo>
                      <a:cubicBezTo>
                        <a:pt x="3749" y="1607"/>
                        <a:pt x="3434" y="1953"/>
                        <a:pt x="3434" y="2426"/>
                      </a:cubicBezTo>
                      <a:cubicBezTo>
                        <a:pt x="3434" y="2867"/>
                        <a:pt x="3718" y="3245"/>
                        <a:pt x="4159" y="3403"/>
                      </a:cubicBezTo>
                      <a:lnTo>
                        <a:pt x="4159" y="4190"/>
                      </a:lnTo>
                      <a:lnTo>
                        <a:pt x="1040" y="4190"/>
                      </a:lnTo>
                      <a:cubicBezTo>
                        <a:pt x="441" y="4190"/>
                        <a:pt x="0" y="4663"/>
                        <a:pt x="0" y="5230"/>
                      </a:cubicBezTo>
                      <a:lnTo>
                        <a:pt x="0" y="10775"/>
                      </a:lnTo>
                      <a:cubicBezTo>
                        <a:pt x="0" y="11373"/>
                        <a:pt x="473" y="11783"/>
                        <a:pt x="1040" y="11783"/>
                      </a:cubicBezTo>
                      <a:lnTo>
                        <a:pt x="10775" y="11783"/>
                      </a:lnTo>
                      <a:cubicBezTo>
                        <a:pt x="11342" y="11783"/>
                        <a:pt x="11783" y="11310"/>
                        <a:pt x="11783" y="10775"/>
                      </a:cubicBezTo>
                      <a:lnTo>
                        <a:pt x="11783" y="5230"/>
                      </a:lnTo>
                      <a:cubicBezTo>
                        <a:pt x="11783" y="4663"/>
                        <a:pt x="11342" y="4190"/>
                        <a:pt x="10775" y="4190"/>
                      </a:cubicBezTo>
                      <a:lnTo>
                        <a:pt x="7624" y="4190"/>
                      </a:lnTo>
                      <a:lnTo>
                        <a:pt x="7624" y="3403"/>
                      </a:lnTo>
                      <a:cubicBezTo>
                        <a:pt x="8002" y="3245"/>
                        <a:pt x="8317" y="2899"/>
                        <a:pt x="8317" y="2426"/>
                      </a:cubicBezTo>
                      <a:cubicBezTo>
                        <a:pt x="8317" y="1985"/>
                        <a:pt x="8034" y="1607"/>
                        <a:pt x="7624" y="1449"/>
                      </a:cubicBezTo>
                      <a:lnTo>
                        <a:pt x="7624" y="347"/>
                      </a:lnTo>
                      <a:cubicBezTo>
                        <a:pt x="7624" y="158"/>
                        <a:pt x="7467" y="0"/>
                        <a:pt x="724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1" name="Google Shape;1451;p18"/>
                <p:cNvSpPr/>
                <p:nvPr/>
              </p:nvSpPr>
              <p:spPr>
                <a:xfrm>
                  <a:off x="4840200" y="2103350"/>
                  <a:ext cx="104775" cy="17350"/>
                </a:xfrm>
                <a:custGeom>
                  <a:rect b="b" l="l" r="r" t="t"/>
                  <a:pathLst>
                    <a:path extrusionOk="0" h="694" w="4191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3844" y="693"/>
                      </a:lnTo>
                      <a:cubicBezTo>
                        <a:pt x="4033" y="693"/>
                        <a:pt x="4191" y="536"/>
                        <a:pt x="4191" y="347"/>
                      </a:cubicBezTo>
                      <a:cubicBezTo>
                        <a:pt x="4191" y="158"/>
                        <a:pt x="4033" y="0"/>
                        <a:pt x="38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2" name="Google Shape;1452;p18"/>
                <p:cNvSpPr/>
                <p:nvPr/>
              </p:nvSpPr>
              <p:spPr>
                <a:xfrm>
                  <a:off x="4840200" y="2137200"/>
                  <a:ext cx="104775" cy="18150"/>
                </a:xfrm>
                <a:custGeom>
                  <a:rect b="b" l="l" r="r" t="t"/>
                  <a:pathLst>
                    <a:path extrusionOk="0" h="726" w="4191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lnTo>
                        <a:pt x="3844" y="725"/>
                      </a:lnTo>
                      <a:cubicBezTo>
                        <a:pt x="4033" y="725"/>
                        <a:pt x="4191" y="568"/>
                        <a:pt x="4191" y="379"/>
                      </a:cubicBezTo>
                      <a:cubicBezTo>
                        <a:pt x="4191" y="158"/>
                        <a:pt x="4033" y="1"/>
                        <a:pt x="384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3" name="Google Shape;1453;p18"/>
                <p:cNvSpPr/>
                <p:nvPr/>
              </p:nvSpPr>
              <p:spPr>
                <a:xfrm>
                  <a:off x="4840200" y="2171875"/>
                  <a:ext cx="104775" cy="18125"/>
                </a:xfrm>
                <a:custGeom>
                  <a:rect b="b" l="l" r="r" t="t"/>
                  <a:pathLst>
                    <a:path extrusionOk="0" h="725" w="4191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3844" y="725"/>
                      </a:lnTo>
                      <a:cubicBezTo>
                        <a:pt x="4033" y="725"/>
                        <a:pt x="4191" y="567"/>
                        <a:pt x="4191" y="347"/>
                      </a:cubicBezTo>
                      <a:cubicBezTo>
                        <a:pt x="4191" y="158"/>
                        <a:pt x="4033" y="0"/>
                        <a:pt x="38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54" name="Google Shape;1454;p18"/>
              <p:cNvSpPr/>
              <p:nvPr/>
            </p:nvSpPr>
            <p:spPr>
              <a:xfrm>
                <a:off x="7743630" y="2282294"/>
                <a:ext cx="499272" cy="497962"/>
              </a:xfrm>
              <a:custGeom>
                <a:rect b="b" l="l" r="r" t="t"/>
                <a:pathLst>
                  <a:path extrusionOk="0" h="11784" w="11815">
                    <a:moveTo>
                      <a:pt x="5923" y="2080"/>
                    </a:moveTo>
                    <a:cubicBezTo>
                      <a:pt x="6459" y="2080"/>
                      <a:pt x="6932" y="2552"/>
                      <a:pt x="6932" y="3119"/>
                    </a:cubicBezTo>
                    <a:lnTo>
                      <a:pt x="6932" y="3466"/>
                    </a:lnTo>
                    <a:lnTo>
                      <a:pt x="4884" y="3466"/>
                    </a:lnTo>
                    <a:lnTo>
                      <a:pt x="4884" y="3119"/>
                    </a:lnTo>
                    <a:cubicBezTo>
                      <a:pt x="4884" y="2521"/>
                      <a:pt x="5356" y="2080"/>
                      <a:pt x="5923" y="2080"/>
                    </a:cubicBezTo>
                    <a:close/>
                    <a:moveTo>
                      <a:pt x="5923" y="662"/>
                    </a:moveTo>
                    <a:cubicBezTo>
                      <a:pt x="7247" y="662"/>
                      <a:pt x="8349" y="1765"/>
                      <a:pt x="8349" y="3119"/>
                    </a:cubicBezTo>
                    <a:lnTo>
                      <a:pt x="8349" y="3466"/>
                    </a:lnTo>
                    <a:lnTo>
                      <a:pt x="7656" y="3466"/>
                    </a:lnTo>
                    <a:lnTo>
                      <a:pt x="7656" y="3119"/>
                    </a:lnTo>
                    <a:cubicBezTo>
                      <a:pt x="7656" y="2174"/>
                      <a:pt x="6869" y="1387"/>
                      <a:pt x="5923" y="1387"/>
                    </a:cubicBezTo>
                    <a:cubicBezTo>
                      <a:pt x="4978" y="1387"/>
                      <a:pt x="4191" y="2174"/>
                      <a:pt x="4191" y="3119"/>
                    </a:cubicBezTo>
                    <a:lnTo>
                      <a:pt x="4191" y="3466"/>
                    </a:lnTo>
                    <a:lnTo>
                      <a:pt x="3466" y="3466"/>
                    </a:lnTo>
                    <a:lnTo>
                      <a:pt x="3466" y="3119"/>
                    </a:lnTo>
                    <a:cubicBezTo>
                      <a:pt x="3466" y="1765"/>
                      <a:pt x="4569" y="662"/>
                      <a:pt x="5923" y="662"/>
                    </a:cubicBezTo>
                    <a:close/>
                    <a:moveTo>
                      <a:pt x="1387" y="4191"/>
                    </a:moveTo>
                    <a:lnTo>
                      <a:pt x="1387" y="6742"/>
                    </a:lnTo>
                    <a:cubicBezTo>
                      <a:pt x="946" y="6490"/>
                      <a:pt x="662" y="6018"/>
                      <a:pt x="662" y="5545"/>
                    </a:cubicBezTo>
                    <a:lnTo>
                      <a:pt x="662" y="4537"/>
                    </a:lnTo>
                    <a:cubicBezTo>
                      <a:pt x="662" y="4348"/>
                      <a:pt x="820" y="4191"/>
                      <a:pt x="1040" y="4191"/>
                    </a:cubicBezTo>
                    <a:close/>
                    <a:moveTo>
                      <a:pt x="10775" y="4128"/>
                    </a:moveTo>
                    <a:cubicBezTo>
                      <a:pt x="10996" y="4128"/>
                      <a:pt x="11153" y="4285"/>
                      <a:pt x="11153" y="4506"/>
                    </a:cubicBezTo>
                    <a:lnTo>
                      <a:pt x="11153" y="5545"/>
                    </a:lnTo>
                    <a:cubicBezTo>
                      <a:pt x="11153" y="6081"/>
                      <a:pt x="10870" y="6490"/>
                      <a:pt x="10429" y="6742"/>
                    </a:cubicBezTo>
                    <a:lnTo>
                      <a:pt x="10429" y="4128"/>
                    </a:lnTo>
                    <a:close/>
                    <a:moveTo>
                      <a:pt x="8349" y="4191"/>
                    </a:moveTo>
                    <a:lnTo>
                      <a:pt x="8349" y="6931"/>
                    </a:lnTo>
                    <a:lnTo>
                      <a:pt x="3498" y="6931"/>
                    </a:lnTo>
                    <a:lnTo>
                      <a:pt x="3498" y="4191"/>
                    </a:lnTo>
                    <a:close/>
                    <a:moveTo>
                      <a:pt x="6270" y="7593"/>
                    </a:moveTo>
                    <a:lnTo>
                      <a:pt x="6270" y="7971"/>
                    </a:lnTo>
                    <a:cubicBezTo>
                      <a:pt x="6270" y="8160"/>
                      <a:pt x="6112" y="8318"/>
                      <a:pt x="5923" y="8318"/>
                    </a:cubicBezTo>
                    <a:cubicBezTo>
                      <a:pt x="5703" y="8318"/>
                      <a:pt x="5545" y="8160"/>
                      <a:pt x="5545" y="7971"/>
                    </a:cubicBezTo>
                    <a:lnTo>
                      <a:pt x="5545" y="7593"/>
                    </a:lnTo>
                    <a:close/>
                    <a:moveTo>
                      <a:pt x="662" y="7089"/>
                    </a:moveTo>
                    <a:cubicBezTo>
                      <a:pt x="883" y="7278"/>
                      <a:pt x="1103" y="7404"/>
                      <a:pt x="1387" y="7467"/>
                    </a:cubicBezTo>
                    <a:lnTo>
                      <a:pt x="1387" y="11153"/>
                    </a:lnTo>
                    <a:lnTo>
                      <a:pt x="1040" y="11153"/>
                    </a:lnTo>
                    <a:cubicBezTo>
                      <a:pt x="820" y="11153"/>
                      <a:pt x="662" y="10996"/>
                      <a:pt x="662" y="10807"/>
                    </a:cubicBezTo>
                    <a:lnTo>
                      <a:pt x="662" y="7089"/>
                    </a:lnTo>
                    <a:close/>
                    <a:moveTo>
                      <a:pt x="2804" y="4191"/>
                    </a:moveTo>
                    <a:lnTo>
                      <a:pt x="2804" y="11153"/>
                    </a:lnTo>
                    <a:lnTo>
                      <a:pt x="2080" y="11153"/>
                    </a:lnTo>
                    <a:lnTo>
                      <a:pt x="2080" y="4191"/>
                    </a:lnTo>
                    <a:close/>
                    <a:moveTo>
                      <a:pt x="8318" y="7656"/>
                    </a:moveTo>
                    <a:lnTo>
                      <a:pt x="8318" y="11153"/>
                    </a:lnTo>
                    <a:lnTo>
                      <a:pt x="3498" y="11153"/>
                    </a:lnTo>
                    <a:lnTo>
                      <a:pt x="3498" y="7656"/>
                    </a:lnTo>
                    <a:lnTo>
                      <a:pt x="4884" y="7656"/>
                    </a:lnTo>
                    <a:lnTo>
                      <a:pt x="4884" y="8003"/>
                    </a:lnTo>
                    <a:cubicBezTo>
                      <a:pt x="4884" y="8601"/>
                      <a:pt x="5356" y="9011"/>
                      <a:pt x="5923" y="9011"/>
                    </a:cubicBezTo>
                    <a:cubicBezTo>
                      <a:pt x="6459" y="9011"/>
                      <a:pt x="6932" y="8538"/>
                      <a:pt x="6932" y="8003"/>
                    </a:cubicBezTo>
                    <a:lnTo>
                      <a:pt x="6932" y="7656"/>
                    </a:lnTo>
                    <a:close/>
                    <a:moveTo>
                      <a:pt x="9767" y="4191"/>
                    </a:moveTo>
                    <a:lnTo>
                      <a:pt x="9767" y="11153"/>
                    </a:lnTo>
                    <a:lnTo>
                      <a:pt x="9074" y="11153"/>
                    </a:lnTo>
                    <a:lnTo>
                      <a:pt x="9074" y="4191"/>
                    </a:lnTo>
                    <a:close/>
                    <a:moveTo>
                      <a:pt x="11153" y="7120"/>
                    </a:moveTo>
                    <a:lnTo>
                      <a:pt x="11153" y="10807"/>
                    </a:lnTo>
                    <a:cubicBezTo>
                      <a:pt x="11153" y="10996"/>
                      <a:pt x="10996" y="11153"/>
                      <a:pt x="10807" y="11153"/>
                    </a:cubicBezTo>
                    <a:lnTo>
                      <a:pt x="10429" y="11153"/>
                    </a:lnTo>
                    <a:lnTo>
                      <a:pt x="10429" y="7530"/>
                    </a:lnTo>
                    <a:cubicBezTo>
                      <a:pt x="10712" y="7436"/>
                      <a:pt x="10964" y="7278"/>
                      <a:pt x="11153" y="7120"/>
                    </a:cubicBezTo>
                    <a:close/>
                    <a:moveTo>
                      <a:pt x="5923" y="0"/>
                    </a:moveTo>
                    <a:cubicBezTo>
                      <a:pt x="4191" y="0"/>
                      <a:pt x="2804" y="1418"/>
                      <a:pt x="2804" y="3119"/>
                    </a:cubicBezTo>
                    <a:lnTo>
                      <a:pt x="2804" y="3466"/>
                    </a:lnTo>
                    <a:lnTo>
                      <a:pt x="1040" y="3466"/>
                    </a:lnTo>
                    <a:cubicBezTo>
                      <a:pt x="442" y="3466"/>
                      <a:pt x="1" y="3939"/>
                      <a:pt x="1" y="4474"/>
                    </a:cubicBezTo>
                    <a:lnTo>
                      <a:pt x="1" y="5514"/>
                    </a:lnTo>
                    <a:lnTo>
                      <a:pt x="1" y="10744"/>
                    </a:lnTo>
                    <a:cubicBezTo>
                      <a:pt x="1" y="11342"/>
                      <a:pt x="473" y="11783"/>
                      <a:pt x="1040" y="11783"/>
                    </a:cubicBezTo>
                    <a:lnTo>
                      <a:pt x="10807" y="11783"/>
                    </a:lnTo>
                    <a:cubicBezTo>
                      <a:pt x="11374" y="11783"/>
                      <a:pt x="11815" y="11311"/>
                      <a:pt x="11815" y="10744"/>
                    </a:cubicBezTo>
                    <a:lnTo>
                      <a:pt x="11815" y="5514"/>
                    </a:lnTo>
                    <a:lnTo>
                      <a:pt x="11815" y="4474"/>
                    </a:lnTo>
                    <a:cubicBezTo>
                      <a:pt x="11815" y="3939"/>
                      <a:pt x="11374" y="3466"/>
                      <a:pt x="10807" y="3466"/>
                    </a:cubicBezTo>
                    <a:lnTo>
                      <a:pt x="9011" y="3466"/>
                    </a:lnTo>
                    <a:lnTo>
                      <a:pt x="9011" y="3119"/>
                    </a:lnTo>
                    <a:cubicBezTo>
                      <a:pt x="9011" y="1387"/>
                      <a:pt x="7593" y="0"/>
                      <a:pt x="59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5" name="Google Shape;1455;p18"/>
              <p:cNvSpPr/>
              <p:nvPr/>
            </p:nvSpPr>
            <p:spPr>
              <a:xfrm>
                <a:off x="7773590" y="2923979"/>
                <a:ext cx="439351" cy="501935"/>
              </a:xfrm>
              <a:custGeom>
                <a:rect b="b" l="l" r="r" t="t"/>
                <a:pathLst>
                  <a:path extrusionOk="0" h="11878" w="10397">
                    <a:moveTo>
                      <a:pt x="5135" y="725"/>
                    </a:moveTo>
                    <a:cubicBezTo>
                      <a:pt x="6868" y="725"/>
                      <a:pt x="8254" y="2142"/>
                      <a:pt x="8254" y="3844"/>
                    </a:cubicBezTo>
                    <a:lnTo>
                      <a:pt x="8254" y="5923"/>
                    </a:lnTo>
                    <a:cubicBezTo>
                      <a:pt x="8254" y="6112"/>
                      <a:pt x="8097" y="6270"/>
                      <a:pt x="7908" y="6270"/>
                    </a:cubicBezTo>
                    <a:lnTo>
                      <a:pt x="7498" y="6270"/>
                    </a:lnTo>
                    <a:cubicBezTo>
                      <a:pt x="7561" y="6144"/>
                      <a:pt x="7561" y="6049"/>
                      <a:pt x="7561" y="5923"/>
                    </a:cubicBezTo>
                    <a:lnTo>
                      <a:pt x="7561" y="3844"/>
                    </a:lnTo>
                    <a:cubicBezTo>
                      <a:pt x="7561" y="3623"/>
                      <a:pt x="7404" y="3466"/>
                      <a:pt x="7183" y="3466"/>
                    </a:cubicBezTo>
                    <a:lnTo>
                      <a:pt x="6490" y="3466"/>
                    </a:lnTo>
                    <a:cubicBezTo>
                      <a:pt x="5892" y="3466"/>
                      <a:pt x="5450" y="2993"/>
                      <a:pt x="5450" y="2458"/>
                    </a:cubicBezTo>
                    <a:lnTo>
                      <a:pt x="5450" y="1733"/>
                    </a:lnTo>
                    <a:cubicBezTo>
                      <a:pt x="5450" y="1544"/>
                      <a:pt x="5293" y="1386"/>
                      <a:pt x="5104" y="1386"/>
                    </a:cubicBezTo>
                    <a:cubicBezTo>
                      <a:pt x="4915" y="1386"/>
                      <a:pt x="4757" y="1544"/>
                      <a:pt x="4757" y="1733"/>
                    </a:cubicBezTo>
                    <a:lnTo>
                      <a:pt x="4757" y="2458"/>
                    </a:lnTo>
                    <a:cubicBezTo>
                      <a:pt x="4757" y="3056"/>
                      <a:pt x="4285" y="3466"/>
                      <a:pt x="3718" y="3466"/>
                    </a:cubicBezTo>
                    <a:lnTo>
                      <a:pt x="3088" y="3466"/>
                    </a:lnTo>
                    <a:cubicBezTo>
                      <a:pt x="2899" y="3466"/>
                      <a:pt x="2741" y="3623"/>
                      <a:pt x="2741" y="3844"/>
                    </a:cubicBezTo>
                    <a:lnTo>
                      <a:pt x="2741" y="5923"/>
                    </a:lnTo>
                    <a:cubicBezTo>
                      <a:pt x="2741" y="6049"/>
                      <a:pt x="2741" y="6144"/>
                      <a:pt x="2773" y="6270"/>
                    </a:cubicBezTo>
                    <a:lnTo>
                      <a:pt x="2395" y="6270"/>
                    </a:lnTo>
                    <a:cubicBezTo>
                      <a:pt x="2205" y="6270"/>
                      <a:pt x="2048" y="6112"/>
                      <a:pt x="2048" y="5923"/>
                    </a:cubicBezTo>
                    <a:lnTo>
                      <a:pt x="2048" y="3844"/>
                    </a:lnTo>
                    <a:cubicBezTo>
                      <a:pt x="2048" y="2111"/>
                      <a:pt x="3466" y="725"/>
                      <a:pt x="5135" y="725"/>
                    </a:cubicBezTo>
                    <a:close/>
                    <a:moveTo>
                      <a:pt x="5230" y="3466"/>
                    </a:moveTo>
                    <a:cubicBezTo>
                      <a:pt x="5545" y="3907"/>
                      <a:pt x="6049" y="4190"/>
                      <a:pt x="6585" y="4190"/>
                    </a:cubicBezTo>
                    <a:lnTo>
                      <a:pt x="6963" y="4190"/>
                    </a:lnTo>
                    <a:lnTo>
                      <a:pt x="6963" y="5955"/>
                    </a:lnTo>
                    <a:lnTo>
                      <a:pt x="6931" y="5955"/>
                    </a:lnTo>
                    <a:cubicBezTo>
                      <a:pt x="6931" y="6553"/>
                      <a:pt x="6459" y="6994"/>
                      <a:pt x="5892" y="6994"/>
                    </a:cubicBezTo>
                    <a:lnTo>
                      <a:pt x="4505" y="6994"/>
                    </a:lnTo>
                    <a:cubicBezTo>
                      <a:pt x="3938" y="6994"/>
                      <a:pt x="3497" y="6522"/>
                      <a:pt x="3497" y="5955"/>
                    </a:cubicBezTo>
                    <a:lnTo>
                      <a:pt x="3497" y="4190"/>
                    </a:lnTo>
                    <a:lnTo>
                      <a:pt x="3844" y="4190"/>
                    </a:lnTo>
                    <a:cubicBezTo>
                      <a:pt x="4379" y="4190"/>
                      <a:pt x="4915" y="3907"/>
                      <a:pt x="5230" y="3466"/>
                    </a:cubicBezTo>
                    <a:close/>
                    <a:moveTo>
                      <a:pt x="6301" y="7624"/>
                    </a:moveTo>
                    <a:cubicBezTo>
                      <a:pt x="6396" y="8034"/>
                      <a:pt x="6805" y="8349"/>
                      <a:pt x="7278" y="8349"/>
                    </a:cubicBezTo>
                    <a:lnTo>
                      <a:pt x="7624" y="8349"/>
                    </a:lnTo>
                    <a:lnTo>
                      <a:pt x="7624" y="9200"/>
                    </a:lnTo>
                    <a:cubicBezTo>
                      <a:pt x="6852" y="9546"/>
                      <a:pt x="6025" y="9719"/>
                      <a:pt x="5198" y="9719"/>
                    </a:cubicBezTo>
                    <a:cubicBezTo>
                      <a:pt x="4371" y="9719"/>
                      <a:pt x="3544" y="9546"/>
                      <a:pt x="2773" y="9200"/>
                    </a:cubicBezTo>
                    <a:lnTo>
                      <a:pt x="2773" y="8349"/>
                    </a:lnTo>
                    <a:lnTo>
                      <a:pt x="3119" y="8349"/>
                    </a:lnTo>
                    <a:cubicBezTo>
                      <a:pt x="3560" y="8349"/>
                      <a:pt x="3970" y="8034"/>
                      <a:pt x="4127" y="7624"/>
                    </a:cubicBezTo>
                    <a:cubicBezTo>
                      <a:pt x="4253" y="7656"/>
                      <a:pt x="4411" y="7656"/>
                      <a:pt x="4505" y="7656"/>
                    </a:cubicBezTo>
                    <a:lnTo>
                      <a:pt x="5892" y="7656"/>
                    </a:lnTo>
                    <a:cubicBezTo>
                      <a:pt x="6018" y="7656"/>
                      <a:pt x="6175" y="7656"/>
                      <a:pt x="6301" y="7624"/>
                    </a:cubicBezTo>
                    <a:close/>
                    <a:moveTo>
                      <a:pt x="2079" y="8349"/>
                    </a:moveTo>
                    <a:lnTo>
                      <a:pt x="2079" y="11153"/>
                    </a:lnTo>
                    <a:lnTo>
                      <a:pt x="693" y="11153"/>
                    </a:lnTo>
                    <a:lnTo>
                      <a:pt x="693" y="9389"/>
                    </a:lnTo>
                    <a:cubicBezTo>
                      <a:pt x="693" y="8790"/>
                      <a:pt x="1166" y="8349"/>
                      <a:pt x="1733" y="8349"/>
                    </a:cubicBezTo>
                    <a:close/>
                    <a:moveTo>
                      <a:pt x="7656" y="9924"/>
                    </a:moveTo>
                    <a:lnTo>
                      <a:pt x="7656" y="11153"/>
                    </a:lnTo>
                    <a:lnTo>
                      <a:pt x="2773" y="11153"/>
                    </a:lnTo>
                    <a:lnTo>
                      <a:pt x="2773" y="9924"/>
                    </a:lnTo>
                    <a:cubicBezTo>
                      <a:pt x="3560" y="10239"/>
                      <a:pt x="4411" y="10397"/>
                      <a:pt x="5230" y="10397"/>
                    </a:cubicBezTo>
                    <a:cubicBezTo>
                      <a:pt x="6049" y="10397"/>
                      <a:pt x="6868" y="10239"/>
                      <a:pt x="7656" y="9924"/>
                    </a:cubicBezTo>
                    <a:close/>
                    <a:moveTo>
                      <a:pt x="8664" y="8349"/>
                    </a:moveTo>
                    <a:cubicBezTo>
                      <a:pt x="9231" y="8349"/>
                      <a:pt x="9672" y="8821"/>
                      <a:pt x="9672" y="9389"/>
                    </a:cubicBezTo>
                    <a:lnTo>
                      <a:pt x="9672" y="11153"/>
                    </a:lnTo>
                    <a:lnTo>
                      <a:pt x="8286" y="11153"/>
                    </a:lnTo>
                    <a:lnTo>
                      <a:pt x="8286" y="8349"/>
                    </a:lnTo>
                    <a:close/>
                    <a:moveTo>
                      <a:pt x="5198" y="0"/>
                    </a:moveTo>
                    <a:cubicBezTo>
                      <a:pt x="3088" y="0"/>
                      <a:pt x="1355" y="1701"/>
                      <a:pt x="1355" y="3844"/>
                    </a:cubicBezTo>
                    <a:lnTo>
                      <a:pt x="1355" y="5923"/>
                    </a:lnTo>
                    <a:cubicBezTo>
                      <a:pt x="1355" y="6522"/>
                      <a:pt x="1827" y="6931"/>
                      <a:pt x="2395" y="6931"/>
                    </a:cubicBezTo>
                    <a:lnTo>
                      <a:pt x="3088" y="6931"/>
                    </a:lnTo>
                    <a:cubicBezTo>
                      <a:pt x="3182" y="7057"/>
                      <a:pt x="3308" y="7183"/>
                      <a:pt x="3466" y="7309"/>
                    </a:cubicBezTo>
                    <a:cubicBezTo>
                      <a:pt x="3466" y="7530"/>
                      <a:pt x="3308" y="7687"/>
                      <a:pt x="3088" y="7687"/>
                    </a:cubicBezTo>
                    <a:lnTo>
                      <a:pt x="1733" y="7687"/>
                    </a:lnTo>
                    <a:cubicBezTo>
                      <a:pt x="788" y="7687"/>
                      <a:pt x="0" y="8475"/>
                      <a:pt x="0" y="9420"/>
                    </a:cubicBezTo>
                    <a:lnTo>
                      <a:pt x="0" y="11499"/>
                    </a:lnTo>
                    <a:cubicBezTo>
                      <a:pt x="0" y="11720"/>
                      <a:pt x="158" y="11877"/>
                      <a:pt x="347" y="11877"/>
                    </a:cubicBezTo>
                    <a:lnTo>
                      <a:pt x="10019" y="11877"/>
                    </a:lnTo>
                    <a:cubicBezTo>
                      <a:pt x="10239" y="11877"/>
                      <a:pt x="10397" y="11720"/>
                      <a:pt x="10397" y="11499"/>
                    </a:cubicBezTo>
                    <a:lnTo>
                      <a:pt x="10397" y="9420"/>
                    </a:lnTo>
                    <a:cubicBezTo>
                      <a:pt x="10397" y="8475"/>
                      <a:pt x="9609" y="7687"/>
                      <a:pt x="8664" y="7687"/>
                    </a:cubicBezTo>
                    <a:lnTo>
                      <a:pt x="7278" y="7687"/>
                    </a:lnTo>
                    <a:cubicBezTo>
                      <a:pt x="7089" y="7687"/>
                      <a:pt x="6931" y="7530"/>
                      <a:pt x="6931" y="7341"/>
                    </a:cubicBezTo>
                    <a:cubicBezTo>
                      <a:pt x="7026" y="7246"/>
                      <a:pt x="7152" y="7152"/>
                      <a:pt x="7278" y="6994"/>
                    </a:cubicBezTo>
                    <a:lnTo>
                      <a:pt x="7971" y="6994"/>
                    </a:lnTo>
                    <a:cubicBezTo>
                      <a:pt x="8569" y="6994"/>
                      <a:pt x="9011" y="6522"/>
                      <a:pt x="9011" y="5955"/>
                    </a:cubicBezTo>
                    <a:lnTo>
                      <a:pt x="9011" y="3844"/>
                    </a:lnTo>
                    <a:cubicBezTo>
                      <a:pt x="9011" y="1733"/>
                      <a:pt x="7309" y="0"/>
                      <a:pt x="5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56" name="Google Shape;1456;p18"/>
              <p:cNvGrpSpPr/>
              <p:nvPr/>
            </p:nvGrpSpPr>
            <p:grpSpPr>
              <a:xfrm>
                <a:off x="10280603" y="2282389"/>
                <a:ext cx="499272" cy="497962"/>
                <a:chOff x="6131900" y="2301825"/>
                <a:chExt cx="295375" cy="294600"/>
              </a:xfrm>
            </p:grpSpPr>
            <p:sp>
              <p:nvSpPr>
                <p:cNvPr id="1457" name="Google Shape;1457;p18"/>
                <p:cNvSpPr/>
                <p:nvPr/>
              </p:nvSpPr>
              <p:spPr>
                <a:xfrm>
                  <a:off x="6131900" y="2301825"/>
                  <a:ext cx="295375" cy="294600"/>
                </a:xfrm>
                <a:custGeom>
                  <a:rect b="b" l="l" r="r" t="t"/>
                  <a:pathLst>
                    <a:path extrusionOk="0" h="11784" w="11815">
                      <a:moveTo>
                        <a:pt x="3813" y="630"/>
                      </a:moveTo>
                      <a:cubicBezTo>
                        <a:pt x="4002" y="630"/>
                        <a:pt x="4159" y="788"/>
                        <a:pt x="4159" y="977"/>
                      </a:cubicBezTo>
                      <a:lnTo>
                        <a:pt x="4159" y="1355"/>
                      </a:lnTo>
                      <a:lnTo>
                        <a:pt x="1387" y="1355"/>
                      </a:lnTo>
                      <a:lnTo>
                        <a:pt x="1387" y="977"/>
                      </a:lnTo>
                      <a:lnTo>
                        <a:pt x="1355" y="977"/>
                      </a:lnTo>
                      <a:cubicBezTo>
                        <a:pt x="1355" y="788"/>
                        <a:pt x="1513" y="630"/>
                        <a:pt x="1733" y="630"/>
                      </a:cubicBezTo>
                      <a:close/>
                      <a:moveTo>
                        <a:pt x="10114" y="1355"/>
                      </a:moveTo>
                      <a:cubicBezTo>
                        <a:pt x="10303" y="1355"/>
                        <a:pt x="10460" y="1513"/>
                        <a:pt x="10460" y="1702"/>
                      </a:cubicBezTo>
                      <a:lnTo>
                        <a:pt x="10460" y="3434"/>
                      </a:lnTo>
                      <a:lnTo>
                        <a:pt x="7688" y="3434"/>
                      </a:lnTo>
                      <a:cubicBezTo>
                        <a:pt x="7656" y="3277"/>
                        <a:pt x="7656" y="1859"/>
                        <a:pt x="7656" y="1702"/>
                      </a:cubicBezTo>
                      <a:cubicBezTo>
                        <a:pt x="7656" y="1513"/>
                        <a:pt x="7814" y="1355"/>
                        <a:pt x="8034" y="1355"/>
                      </a:cubicBezTo>
                      <a:close/>
                      <a:moveTo>
                        <a:pt x="4128" y="2048"/>
                      </a:moveTo>
                      <a:lnTo>
                        <a:pt x="4128" y="4821"/>
                      </a:lnTo>
                      <a:lnTo>
                        <a:pt x="1355" y="4821"/>
                      </a:lnTo>
                      <a:lnTo>
                        <a:pt x="1355" y="2048"/>
                      </a:lnTo>
                      <a:close/>
                      <a:moveTo>
                        <a:pt x="6617" y="2048"/>
                      </a:moveTo>
                      <a:cubicBezTo>
                        <a:pt x="6806" y="2048"/>
                        <a:pt x="6963" y="2206"/>
                        <a:pt x="6963" y="2395"/>
                      </a:cubicBezTo>
                      <a:lnTo>
                        <a:pt x="6963" y="4852"/>
                      </a:lnTo>
                      <a:lnTo>
                        <a:pt x="4821" y="4852"/>
                      </a:lnTo>
                      <a:lnTo>
                        <a:pt x="4821" y="2395"/>
                      </a:lnTo>
                      <a:cubicBezTo>
                        <a:pt x="4821" y="2206"/>
                        <a:pt x="4978" y="2048"/>
                        <a:pt x="5167" y="2048"/>
                      </a:cubicBezTo>
                      <a:close/>
                      <a:moveTo>
                        <a:pt x="10429" y="4127"/>
                      </a:moveTo>
                      <a:lnTo>
                        <a:pt x="10429" y="4852"/>
                      </a:lnTo>
                      <a:lnTo>
                        <a:pt x="7656" y="4852"/>
                      </a:lnTo>
                      <a:lnTo>
                        <a:pt x="7656" y="4127"/>
                      </a:lnTo>
                      <a:close/>
                      <a:moveTo>
                        <a:pt x="10775" y="5514"/>
                      </a:moveTo>
                      <a:cubicBezTo>
                        <a:pt x="10964" y="5514"/>
                        <a:pt x="11122" y="5671"/>
                        <a:pt x="11122" y="5860"/>
                      </a:cubicBezTo>
                      <a:lnTo>
                        <a:pt x="11122" y="10744"/>
                      </a:lnTo>
                      <a:cubicBezTo>
                        <a:pt x="11122" y="10964"/>
                        <a:pt x="10964" y="11122"/>
                        <a:pt x="10775" y="11122"/>
                      </a:cubicBezTo>
                      <a:lnTo>
                        <a:pt x="1009" y="11122"/>
                      </a:lnTo>
                      <a:cubicBezTo>
                        <a:pt x="820" y="11122"/>
                        <a:pt x="662" y="10964"/>
                        <a:pt x="662" y="10744"/>
                      </a:cubicBezTo>
                      <a:lnTo>
                        <a:pt x="662" y="5860"/>
                      </a:lnTo>
                      <a:cubicBezTo>
                        <a:pt x="662" y="5671"/>
                        <a:pt x="820" y="5514"/>
                        <a:pt x="1009" y="5514"/>
                      </a:cubicBezTo>
                      <a:close/>
                      <a:moveTo>
                        <a:pt x="1733" y="0"/>
                      </a:moveTo>
                      <a:cubicBezTo>
                        <a:pt x="1135" y="0"/>
                        <a:pt x="694" y="473"/>
                        <a:pt x="694" y="1040"/>
                      </a:cubicBezTo>
                      <a:lnTo>
                        <a:pt x="694" y="4884"/>
                      </a:lnTo>
                      <a:cubicBezTo>
                        <a:pt x="316" y="5041"/>
                        <a:pt x="1" y="5388"/>
                        <a:pt x="1" y="5860"/>
                      </a:cubicBezTo>
                      <a:lnTo>
                        <a:pt x="1" y="10744"/>
                      </a:lnTo>
                      <a:cubicBezTo>
                        <a:pt x="1" y="11342"/>
                        <a:pt x="473" y="11783"/>
                        <a:pt x="1009" y="11783"/>
                      </a:cubicBezTo>
                      <a:lnTo>
                        <a:pt x="10775" y="11783"/>
                      </a:lnTo>
                      <a:cubicBezTo>
                        <a:pt x="11374" y="11783"/>
                        <a:pt x="11815" y="11311"/>
                        <a:pt x="11815" y="10744"/>
                      </a:cubicBezTo>
                      <a:lnTo>
                        <a:pt x="11815" y="5860"/>
                      </a:lnTo>
                      <a:cubicBezTo>
                        <a:pt x="11815" y="5388"/>
                        <a:pt x="11531" y="5010"/>
                        <a:pt x="11122" y="4884"/>
                      </a:cubicBezTo>
                      <a:lnTo>
                        <a:pt x="11122" y="1702"/>
                      </a:lnTo>
                      <a:cubicBezTo>
                        <a:pt x="11122" y="1103"/>
                        <a:pt x="10649" y="662"/>
                        <a:pt x="10114" y="662"/>
                      </a:cubicBezTo>
                      <a:lnTo>
                        <a:pt x="8034" y="662"/>
                      </a:lnTo>
                      <a:cubicBezTo>
                        <a:pt x="7530" y="662"/>
                        <a:pt x="7152" y="977"/>
                        <a:pt x="7026" y="1418"/>
                      </a:cubicBezTo>
                      <a:cubicBezTo>
                        <a:pt x="6932" y="1387"/>
                        <a:pt x="6806" y="1355"/>
                        <a:pt x="6648" y="1355"/>
                      </a:cubicBezTo>
                      <a:lnTo>
                        <a:pt x="5230" y="1355"/>
                      </a:lnTo>
                      <a:cubicBezTo>
                        <a:pt x="5104" y="1355"/>
                        <a:pt x="4978" y="1387"/>
                        <a:pt x="4884" y="1418"/>
                      </a:cubicBezTo>
                      <a:lnTo>
                        <a:pt x="4884" y="1040"/>
                      </a:lnTo>
                      <a:cubicBezTo>
                        <a:pt x="4884" y="441"/>
                        <a:pt x="4380" y="0"/>
                        <a:pt x="38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8" name="Google Shape;1458;p18"/>
                <p:cNvSpPr/>
                <p:nvPr/>
              </p:nvSpPr>
              <p:spPr>
                <a:xfrm>
                  <a:off x="6218550" y="2456200"/>
                  <a:ext cx="122100" cy="51225"/>
                </a:xfrm>
                <a:custGeom>
                  <a:rect b="b" l="l" r="r" t="t"/>
                  <a:pathLst>
                    <a:path extrusionOk="0" h="2049" w="4884">
                      <a:moveTo>
                        <a:pt x="3844" y="725"/>
                      </a:moveTo>
                      <a:cubicBezTo>
                        <a:pt x="4033" y="725"/>
                        <a:pt x="4190" y="882"/>
                        <a:pt x="4190" y="1071"/>
                      </a:cubicBezTo>
                      <a:cubicBezTo>
                        <a:pt x="4190" y="1260"/>
                        <a:pt x="4033" y="1418"/>
                        <a:pt x="3844" y="1418"/>
                      </a:cubicBezTo>
                      <a:lnTo>
                        <a:pt x="1008" y="1418"/>
                      </a:lnTo>
                      <a:cubicBezTo>
                        <a:pt x="819" y="1418"/>
                        <a:pt x="662" y="1260"/>
                        <a:pt x="662" y="1071"/>
                      </a:cubicBezTo>
                      <a:cubicBezTo>
                        <a:pt x="662" y="882"/>
                        <a:pt x="819" y="725"/>
                        <a:pt x="1008" y="725"/>
                      </a:cubicBezTo>
                      <a:close/>
                      <a:moveTo>
                        <a:pt x="1008" y="0"/>
                      </a:moveTo>
                      <a:cubicBezTo>
                        <a:pt x="410" y="0"/>
                        <a:pt x="0" y="473"/>
                        <a:pt x="0" y="1040"/>
                      </a:cubicBezTo>
                      <a:cubicBezTo>
                        <a:pt x="0" y="1639"/>
                        <a:pt x="473" y="2048"/>
                        <a:pt x="1008" y="2048"/>
                      </a:cubicBezTo>
                      <a:lnTo>
                        <a:pt x="3844" y="2048"/>
                      </a:lnTo>
                      <a:cubicBezTo>
                        <a:pt x="4442" y="2048"/>
                        <a:pt x="4883" y="1576"/>
                        <a:pt x="4883" y="1040"/>
                      </a:cubicBezTo>
                      <a:cubicBezTo>
                        <a:pt x="4852" y="473"/>
                        <a:pt x="4411" y="0"/>
                        <a:pt x="38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59" name="Google Shape;1459;p18"/>
                <p:cNvSpPr/>
                <p:nvPr/>
              </p:nvSpPr>
              <p:spPr>
                <a:xfrm>
                  <a:off x="6340625" y="2353025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1040" y="725"/>
                      </a:lnTo>
                      <a:cubicBezTo>
                        <a:pt x="1261" y="725"/>
                        <a:pt x="1418" y="567"/>
                        <a:pt x="1418" y="347"/>
                      </a:cubicBezTo>
                      <a:cubicBezTo>
                        <a:pt x="1355" y="158"/>
                        <a:pt x="1198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60" name="Google Shape;1460;p18"/>
                <p:cNvSpPr/>
                <p:nvPr/>
              </p:nvSpPr>
              <p:spPr>
                <a:xfrm>
                  <a:off x="6183100" y="2369550"/>
                  <a:ext cx="35475" cy="18150"/>
                </a:xfrm>
                <a:custGeom>
                  <a:rect b="b" l="l" r="r" t="t"/>
                  <a:pathLst>
                    <a:path extrusionOk="0" h="726" w="1419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lnTo>
                        <a:pt x="1040" y="725"/>
                      </a:lnTo>
                      <a:cubicBezTo>
                        <a:pt x="1261" y="725"/>
                        <a:pt x="1418" y="568"/>
                        <a:pt x="1418" y="379"/>
                      </a:cubicBezTo>
                      <a:cubicBezTo>
                        <a:pt x="1418" y="158"/>
                        <a:pt x="1261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61" name="Google Shape;1461;p18"/>
              <p:cNvGrpSpPr/>
              <p:nvPr/>
            </p:nvGrpSpPr>
            <p:grpSpPr>
              <a:xfrm>
                <a:off x="2036625" y="1687960"/>
                <a:ext cx="503287" cy="500625"/>
                <a:chOff x="1412450" y="1954475"/>
                <a:chExt cx="297750" cy="296175"/>
              </a:xfrm>
            </p:grpSpPr>
            <p:sp>
              <p:nvSpPr>
                <p:cNvPr id="1462" name="Google Shape;1462;p18"/>
                <p:cNvSpPr/>
                <p:nvPr/>
              </p:nvSpPr>
              <p:spPr>
                <a:xfrm>
                  <a:off x="1483350" y="2023800"/>
                  <a:ext cx="155975" cy="155975"/>
                </a:xfrm>
                <a:custGeom>
                  <a:rect b="b" l="l" r="r" t="t"/>
                  <a:pathLst>
                    <a:path extrusionOk="0" h="6239" w="6239">
                      <a:moveTo>
                        <a:pt x="3119" y="2079"/>
                      </a:moveTo>
                      <a:cubicBezTo>
                        <a:pt x="3529" y="2079"/>
                        <a:pt x="3844" y="2395"/>
                        <a:pt x="3844" y="2773"/>
                      </a:cubicBezTo>
                      <a:cubicBezTo>
                        <a:pt x="3844" y="3182"/>
                        <a:pt x="3529" y="3497"/>
                        <a:pt x="3119" y="3497"/>
                      </a:cubicBezTo>
                      <a:cubicBezTo>
                        <a:pt x="2741" y="3497"/>
                        <a:pt x="2426" y="3182"/>
                        <a:pt x="2426" y="2773"/>
                      </a:cubicBezTo>
                      <a:cubicBezTo>
                        <a:pt x="2426" y="2395"/>
                        <a:pt x="2741" y="2079"/>
                        <a:pt x="3119" y="2079"/>
                      </a:cubicBezTo>
                      <a:close/>
                      <a:moveTo>
                        <a:pt x="3119" y="725"/>
                      </a:moveTo>
                      <a:cubicBezTo>
                        <a:pt x="4474" y="725"/>
                        <a:pt x="5577" y="1827"/>
                        <a:pt x="5577" y="3182"/>
                      </a:cubicBezTo>
                      <a:cubicBezTo>
                        <a:pt x="5577" y="3686"/>
                        <a:pt x="5388" y="4159"/>
                        <a:pt x="5136" y="4537"/>
                      </a:cubicBezTo>
                      <a:cubicBezTo>
                        <a:pt x="4884" y="4190"/>
                        <a:pt x="4537" y="3907"/>
                        <a:pt x="4191" y="3718"/>
                      </a:cubicBezTo>
                      <a:cubicBezTo>
                        <a:pt x="4411" y="3497"/>
                        <a:pt x="4537" y="3182"/>
                        <a:pt x="4537" y="2804"/>
                      </a:cubicBezTo>
                      <a:cubicBezTo>
                        <a:pt x="4537" y="2079"/>
                        <a:pt x="3907" y="1449"/>
                        <a:pt x="3151" y="1449"/>
                      </a:cubicBezTo>
                      <a:cubicBezTo>
                        <a:pt x="2426" y="1449"/>
                        <a:pt x="1796" y="2079"/>
                        <a:pt x="1796" y="2804"/>
                      </a:cubicBezTo>
                      <a:cubicBezTo>
                        <a:pt x="1796" y="3182"/>
                        <a:pt x="1891" y="3497"/>
                        <a:pt x="2143" y="3718"/>
                      </a:cubicBezTo>
                      <a:cubicBezTo>
                        <a:pt x="1733" y="3907"/>
                        <a:pt x="1418" y="4190"/>
                        <a:pt x="1198" y="4537"/>
                      </a:cubicBezTo>
                      <a:cubicBezTo>
                        <a:pt x="914" y="4159"/>
                        <a:pt x="756" y="3686"/>
                        <a:pt x="756" y="3182"/>
                      </a:cubicBezTo>
                      <a:cubicBezTo>
                        <a:pt x="662" y="1796"/>
                        <a:pt x="1796" y="725"/>
                        <a:pt x="3119" y="725"/>
                      </a:cubicBezTo>
                      <a:close/>
                      <a:moveTo>
                        <a:pt x="3119" y="4190"/>
                      </a:moveTo>
                      <a:cubicBezTo>
                        <a:pt x="3749" y="4190"/>
                        <a:pt x="4317" y="4505"/>
                        <a:pt x="4632" y="5041"/>
                      </a:cubicBezTo>
                      <a:cubicBezTo>
                        <a:pt x="4222" y="5387"/>
                        <a:pt x="3686" y="5577"/>
                        <a:pt x="3119" y="5577"/>
                      </a:cubicBezTo>
                      <a:cubicBezTo>
                        <a:pt x="2584" y="5577"/>
                        <a:pt x="2017" y="5387"/>
                        <a:pt x="1639" y="5041"/>
                      </a:cubicBezTo>
                      <a:cubicBezTo>
                        <a:pt x="1954" y="4505"/>
                        <a:pt x="2489" y="4190"/>
                        <a:pt x="3119" y="4190"/>
                      </a:cubicBezTo>
                      <a:close/>
                      <a:moveTo>
                        <a:pt x="3119" y="0"/>
                      </a:moveTo>
                      <a:cubicBezTo>
                        <a:pt x="1387" y="0"/>
                        <a:pt x="0" y="1418"/>
                        <a:pt x="0" y="3119"/>
                      </a:cubicBezTo>
                      <a:cubicBezTo>
                        <a:pt x="0" y="4852"/>
                        <a:pt x="1387" y="6238"/>
                        <a:pt x="3119" y="6238"/>
                      </a:cubicBezTo>
                      <a:cubicBezTo>
                        <a:pt x="4852" y="6238"/>
                        <a:pt x="6238" y="4820"/>
                        <a:pt x="6238" y="3119"/>
                      </a:cubicBezTo>
                      <a:cubicBezTo>
                        <a:pt x="6238" y="1386"/>
                        <a:pt x="4821" y="0"/>
                        <a:pt x="31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63" name="Google Shape;1463;p18"/>
                <p:cNvSpPr/>
                <p:nvPr/>
              </p:nvSpPr>
              <p:spPr>
                <a:xfrm>
                  <a:off x="1412450" y="1954475"/>
                  <a:ext cx="297750" cy="296175"/>
                </a:xfrm>
                <a:custGeom>
                  <a:rect b="b" l="l" r="r" t="t"/>
                  <a:pathLst>
                    <a:path extrusionOk="0" h="11847" w="11910">
                      <a:moveTo>
                        <a:pt x="6365" y="662"/>
                      </a:moveTo>
                      <a:lnTo>
                        <a:pt x="6522" y="1513"/>
                      </a:lnTo>
                      <a:cubicBezTo>
                        <a:pt x="6554" y="1702"/>
                        <a:pt x="6617" y="1765"/>
                        <a:pt x="6774" y="1797"/>
                      </a:cubicBezTo>
                      <a:cubicBezTo>
                        <a:pt x="7342" y="1923"/>
                        <a:pt x="7814" y="2112"/>
                        <a:pt x="8287" y="2427"/>
                      </a:cubicBezTo>
                      <a:cubicBezTo>
                        <a:pt x="8350" y="2474"/>
                        <a:pt x="8421" y="2498"/>
                        <a:pt x="8488" y="2498"/>
                      </a:cubicBezTo>
                      <a:cubicBezTo>
                        <a:pt x="8554" y="2498"/>
                        <a:pt x="8618" y="2474"/>
                        <a:pt x="8665" y="2427"/>
                      </a:cubicBezTo>
                      <a:lnTo>
                        <a:pt x="9389" y="1923"/>
                      </a:lnTo>
                      <a:lnTo>
                        <a:pt x="9925" y="2490"/>
                      </a:lnTo>
                      <a:lnTo>
                        <a:pt x="9421" y="3183"/>
                      </a:lnTo>
                      <a:cubicBezTo>
                        <a:pt x="9358" y="3309"/>
                        <a:pt x="9358" y="3466"/>
                        <a:pt x="9421" y="3592"/>
                      </a:cubicBezTo>
                      <a:cubicBezTo>
                        <a:pt x="9736" y="4065"/>
                        <a:pt x="9925" y="4537"/>
                        <a:pt x="10051" y="5073"/>
                      </a:cubicBezTo>
                      <a:cubicBezTo>
                        <a:pt x="10082" y="5231"/>
                        <a:pt x="10209" y="5294"/>
                        <a:pt x="10335" y="5357"/>
                      </a:cubicBezTo>
                      <a:lnTo>
                        <a:pt x="11185" y="5514"/>
                      </a:lnTo>
                      <a:lnTo>
                        <a:pt x="11185" y="6302"/>
                      </a:lnTo>
                      <a:lnTo>
                        <a:pt x="10335" y="6459"/>
                      </a:lnTo>
                      <a:cubicBezTo>
                        <a:pt x="10177" y="6491"/>
                        <a:pt x="10082" y="6585"/>
                        <a:pt x="10051" y="6743"/>
                      </a:cubicBezTo>
                      <a:cubicBezTo>
                        <a:pt x="9925" y="7278"/>
                        <a:pt x="9736" y="7751"/>
                        <a:pt x="9421" y="8224"/>
                      </a:cubicBezTo>
                      <a:cubicBezTo>
                        <a:pt x="9358" y="8350"/>
                        <a:pt x="9358" y="8507"/>
                        <a:pt x="9421" y="8633"/>
                      </a:cubicBezTo>
                      <a:lnTo>
                        <a:pt x="9925" y="9326"/>
                      </a:lnTo>
                      <a:lnTo>
                        <a:pt x="9389" y="9893"/>
                      </a:lnTo>
                      <a:lnTo>
                        <a:pt x="8665" y="9358"/>
                      </a:lnTo>
                      <a:cubicBezTo>
                        <a:pt x="8618" y="9326"/>
                        <a:pt x="8554" y="9310"/>
                        <a:pt x="8488" y="9310"/>
                      </a:cubicBezTo>
                      <a:cubicBezTo>
                        <a:pt x="8421" y="9310"/>
                        <a:pt x="8350" y="9326"/>
                        <a:pt x="8287" y="9358"/>
                      </a:cubicBezTo>
                      <a:cubicBezTo>
                        <a:pt x="7814" y="9673"/>
                        <a:pt x="7342" y="9893"/>
                        <a:pt x="6774" y="9988"/>
                      </a:cubicBezTo>
                      <a:cubicBezTo>
                        <a:pt x="6617" y="10051"/>
                        <a:pt x="6554" y="10145"/>
                        <a:pt x="6522" y="10271"/>
                      </a:cubicBezTo>
                      <a:lnTo>
                        <a:pt x="6365" y="11153"/>
                      </a:lnTo>
                      <a:lnTo>
                        <a:pt x="5577" y="11153"/>
                      </a:lnTo>
                      <a:lnTo>
                        <a:pt x="5420" y="10271"/>
                      </a:lnTo>
                      <a:cubicBezTo>
                        <a:pt x="5357" y="10114"/>
                        <a:pt x="5294" y="10051"/>
                        <a:pt x="5136" y="9988"/>
                      </a:cubicBezTo>
                      <a:cubicBezTo>
                        <a:pt x="4569" y="9893"/>
                        <a:pt x="4097" y="9673"/>
                        <a:pt x="3624" y="9358"/>
                      </a:cubicBezTo>
                      <a:cubicBezTo>
                        <a:pt x="3561" y="9326"/>
                        <a:pt x="3498" y="9310"/>
                        <a:pt x="3435" y="9310"/>
                      </a:cubicBezTo>
                      <a:cubicBezTo>
                        <a:pt x="3372" y="9310"/>
                        <a:pt x="3309" y="9326"/>
                        <a:pt x="3246" y="9358"/>
                      </a:cubicBezTo>
                      <a:lnTo>
                        <a:pt x="2521" y="9893"/>
                      </a:lnTo>
                      <a:lnTo>
                        <a:pt x="1986" y="9326"/>
                      </a:lnTo>
                      <a:lnTo>
                        <a:pt x="2490" y="8633"/>
                      </a:lnTo>
                      <a:cubicBezTo>
                        <a:pt x="2584" y="8507"/>
                        <a:pt x="2584" y="8350"/>
                        <a:pt x="2490" y="8224"/>
                      </a:cubicBezTo>
                      <a:cubicBezTo>
                        <a:pt x="2175" y="7751"/>
                        <a:pt x="1986" y="7278"/>
                        <a:pt x="1860" y="6743"/>
                      </a:cubicBezTo>
                      <a:cubicBezTo>
                        <a:pt x="1828" y="6585"/>
                        <a:pt x="1702" y="6491"/>
                        <a:pt x="1576" y="6459"/>
                      </a:cubicBezTo>
                      <a:lnTo>
                        <a:pt x="726" y="6302"/>
                      </a:lnTo>
                      <a:lnTo>
                        <a:pt x="726" y="5514"/>
                      </a:lnTo>
                      <a:lnTo>
                        <a:pt x="1576" y="5357"/>
                      </a:lnTo>
                      <a:cubicBezTo>
                        <a:pt x="1734" y="5325"/>
                        <a:pt x="1828" y="5231"/>
                        <a:pt x="1860" y="5073"/>
                      </a:cubicBezTo>
                      <a:cubicBezTo>
                        <a:pt x="1986" y="4506"/>
                        <a:pt x="2175" y="4065"/>
                        <a:pt x="2490" y="3592"/>
                      </a:cubicBezTo>
                      <a:cubicBezTo>
                        <a:pt x="2584" y="3466"/>
                        <a:pt x="2584" y="3309"/>
                        <a:pt x="2490" y="3183"/>
                      </a:cubicBezTo>
                      <a:lnTo>
                        <a:pt x="1986" y="2490"/>
                      </a:lnTo>
                      <a:lnTo>
                        <a:pt x="2521" y="1923"/>
                      </a:lnTo>
                      <a:lnTo>
                        <a:pt x="3246" y="2427"/>
                      </a:lnTo>
                      <a:cubicBezTo>
                        <a:pt x="3309" y="2474"/>
                        <a:pt x="3372" y="2498"/>
                        <a:pt x="3435" y="2498"/>
                      </a:cubicBezTo>
                      <a:cubicBezTo>
                        <a:pt x="3498" y="2498"/>
                        <a:pt x="3561" y="2474"/>
                        <a:pt x="3624" y="2427"/>
                      </a:cubicBezTo>
                      <a:cubicBezTo>
                        <a:pt x="4097" y="2112"/>
                        <a:pt x="4569" y="1923"/>
                        <a:pt x="5136" y="1797"/>
                      </a:cubicBezTo>
                      <a:cubicBezTo>
                        <a:pt x="5294" y="1765"/>
                        <a:pt x="5357" y="1639"/>
                        <a:pt x="5420" y="1513"/>
                      </a:cubicBezTo>
                      <a:lnTo>
                        <a:pt x="5577" y="662"/>
                      </a:lnTo>
                      <a:close/>
                      <a:moveTo>
                        <a:pt x="5262" y="1"/>
                      </a:moveTo>
                      <a:cubicBezTo>
                        <a:pt x="5073" y="1"/>
                        <a:pt x="4916" y="127"/>
                        <a:pt x="4884" y="284"/>
                      </a:cubicBezTo>
                      <a:lnTo>
                        <a:pt x="4727" y="1166"/>
                      </a:lnTo>
                      <a:cubicBezTo>
                        <a:pt x="4254" y="1292"/>
                        <a:pt x="3813" y="1481"/>
                        <a:pt x="3435" y="1734"/>
                      </a:cubicBezTo>
                      <a:lnTo>
                        <a:pt x="2679" y="1229"/>
                      </a:lnTo>
                      <a:cubicBezTo>
                        <a:pt x="2610" y="1174"/>
                        <a:pt x="2541" y="1149"/>
                        <a:pt x="2474" y="1149"/>
                      </a:cubicBezTo>
                      <a:cubicBezTo>
                        <a:pt x="2389" y="1149"/>
                        <a:pt x="2309" y="1190"/>
                        <a:pt x="2238" y="1261"/>
                      </a:cubicBezTo>
                      <a:lnTo>
                        <a:pt x="1261" y="2238"/>
                      </a:lnTo>
                      <a:cubicBezTo>
                        <a:pt x="1135" y="2364"/>
                        <a:pt x="1135" y="2553"/>
                        <a:pt x="1230" y="2679"/>
                      </a:cubicBezTo>
                      <a:lnTo>
                        <a:pt x="1734" y="3435"/>
                      </a:lnTo>
                      <a:cubicBezTo>
                        <a:pt x="1513" y="3813"/>
                        <a:pt x="1324" y="4254"/>
                        <a:pt x="1198" y="4726"/>
                      </a:cubicBezTo>
                      <a:lnTo>
                        <a:pt x="284" y="4884"/>
                      </a:lnTo>
                      <a:cubicBezTo>
                        <a:pt x="127" y="4915"/>
                        <a:pt x="1" y="5042"/>
                        <a:pt x="1" y="5231"/>
                      </a:cubicBezTo>
                      <a:lnTo>
                        <a:pt x="1" y="6617"/>
                      </a:lnTo>
                      <a:cubicBezTo>
                        <a:pt x="64" y="6774"/>
                        <a:pt x="158" y="6932"/>
                        <a:pt x="316" y="6963"/>
                      </a:cubicBezTo>
                      <a:lnTo>
                        <a:pt x="1230" y="7121"/>
                      </a:lnTo>
                      <a:cubicBezTo>
                        <a:pt x="1356" y="7593"/>
                        <a:pt x="1545" y="8034"/>
                        <a:pt x="1797" y="8413"/>
                      </a:cubicBezTo>
                      <a:lnTo>
                        <a:pt x="1261" y="9169"/>
                      </a:lnTo>
                      <a:cubicBezTo>
                        <a:pt x="1167" y="9295"/>
                        <a:pt x="1198" y="9484"/>
                        <a:pt x="1324" y="9610"/>
                      </a:cubicBezTo>
                      <a:lnTo>
                        <a:pt x="2301" y="10586"/>
                      </a:lnTo>
                      <a:cubicBezTo>
                        <a:pt x="2368" y="10654"/>
                        <a:pt x="2454" y="10685"/>
                        <a:pt x="2533" y="10685"/>
                      </a:cubicBezTo>
                      <a:cubicBezTo>
                        <a:pt x="2602" y="10685"/>
                        <a:pt x="2666" y="10662"/>
                        <a:pt x="2710" y="10618"/>
                      </a:cubicBezTo>
                      <a:lnTo>
                        <a:pt x="3466" y="10114"/>
                      </a:lnTo>
                      <a:cubicBezTo>
                        <a:pt x="3876" y="10366"/>
                        <a:pt x="4286" y="10555"/>
                        <a:pt x="4790" y="10681"/>
                      </a:cubicBezTo>
                      <a:lnTo>
                        <a:pt x="4947" y="11563"/>
                      </a:lnTo>
                      <a:cubicBezTo>
                        <a:pt x="4979" y="11721"/>
                        <a:pt x="5105" y="11847"/>
                        <a:pt x="5294" y="11847"/>
                      </a:cubicBezTo>
                      <a:lnTo>
                        <a:pt x="6680" y="11847"/>
                      </a:lnTo>
                      <a:cubicBezTo>
                        <a:pt x="6837" y="11847"/>
                        <a:pt x="6995" y="11721"/>
                        <a:pt x="7027" y="11563"/>
                      </a:cubicBezTo>
                      <a:lnTo>
                        <a:pt x="7184" y="10681"/>
                      </a:lnTo>
                      <a:cubicBezTo>
                        <a:pt x="7657" y="10555"/>
                        <a:pt x="8098" y="10366"/>
                        <a:pt x="8476" y="10114"/>
                      </a:cubicBezTo>
                      <a:lnTo>
                        <a:pt x="9232" y="10618"/>
                      </a:lnTo>
                      <a:cubicBezTo>
                        <a:pt x="9301" y="10673"/>
                        <a:pt x="9370" y="10698"/>
                        <a:pt x="9436" y="10698"/>
                      </a:cubicBezTo>
                      <a:cubicBezTo>
                        <a:pt x="9521" y="10698"/>
                        <a:pt x="9602" y="10657"/>
                        <a:pt x="9673" y="10586"/>
                      </a:cubicBezTo>
                      <a:lnTo>
                        <a:pt x="10650" y="9610"/>
                      </a:lnTo>
                      <a:cubicBezTo>
                        <a:pt x="10776" y="9484"/>
                        <a:pt x="10776" y="9295"/>
                        <a:pt x="10681" y="9169"/>
                      </a:cubicBezTo>
                      <a:lnTo>
                        <a:pt x="10177" y="8413"/>
                      </a:lnTo>
                      <a:cubicBezTo>
                        <a:pt x="10398" y="8034"/>
                        <a:pt x="10618" y="7593"/>
                        <a:pt x="10713" y="7121"/>
                      </a:cubicBezTo>
                      <a:lnTo>
                        <a:pt x="11626" y="6963"/>
                      </a:lnTo>
                      <a:cubicBezTo>
                        <a:pt x="11784" y="6932"/>
                        <a:pt x="11910" y="6806"/>
                        <a:pt x="11910" y="6617"/>
                      </a:cubicBezTo>
                      <a:lnTo>
                        <a:pt x="11910" y="5231"/>
                      </a:lnTo>
                      <a:cubicBezTo>
                        <a:pt x="11910" y="5073"/>
                        <a:pt x="11784" y="4915"/>
                        <a:pt x="11626" y="4884"/>
                      </a:cubicBezTo>
                      <a:lnTo>
                        <a:pt x="10713" y="4726"/>
                      </a:lnTo>
                      <a:cubicBezTo>
                        <a:pt x="10618" y="4254"/>
                        <a:pt x="10398" y="3813"/>
                        <a:pt x="10177" y="3403"/>
                      </a:cubicBezTo>
                      <a:lnTo>
                        <a:pt x="10681" y="2679"/>
                      </a:lnTo>
                      <a:cubicBezTo>
                        <a:pt x="10807" y="2553"/>
                        <a:pt x="10776" y="2364"/>
                        <a:pt x="10650" y="2238"/>
                      </a:cubicBezTo>
                      <a:lnTo>
                        <a:pt x="9673" y="1261"/>
                      </a:lnTo>
                      <a:cubicBezTo>
                        <a:pt x="9605" y="1193"/>
                        <a:pt x="9520" y="1162"/>
                        <a:pt x="9435" y="1162"/>
                      </a:cubicBezTo>
                      <a:cubicBezTo>
                        <a:pt x="9362" y="1162"/>
                        <a:pt x="9290" y="1186"/>
                        <a:pt x="9232" y="1229"/>
                      </a:cubicBezTo>
                      <a:lnTo>
                        <a:pt x="8476" y="1734"/>
                      </a:lnTo>
                      <a:cubicBezTo>
                        <a:pt x="8098" y="1481"/>
                        <a:pt x="7657" y="1292"/>
                        <a:pt x="7184" y="1166"/>
                      </a:cubicBezTo>
                      <a:lnTo>
                        <a:pt x="6995" y="284"/>
                      </a:lnTo>
                      <a:cubicBezTo>
                        <a:pt x="6932" y="127"/>
                        <a:pt x="6837" y="1"/>
                        <a:pt x="66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64" name="Google Shape;1464;p18"/>
              <p:cNvSpPr/>
              <p:nvPr/>
            </p:nvSpPr>
            <p:spPr>
              <a:xfrm>
                <a:off x="2038541" y="2283625"/>
                <a:ext cx="499315" cy="495300"/>
              </a:xfrm>
              <a:custGeom>
                <a:rect b="b" l="l" r="r" t="t"/>
                <a:pathLst>
                  <a:path extrusionOk="0" h="11721" w="11816">
                    <a:moveTo>
                      <a:pt x="2395" y="631"/>
                    </a:moveTo>
                    <a:cubicBezTo>
                      <a:pt x="2584" y="631"/>
                      <a:pt x="2742" y="789"/>
                      <a:pt x="2742" y="978"/>
                    </a:cubicBezTo>
                    <a:cubicBezTo>
                      <a:pt x="2742" y="1167"/>
                      <a:pt x="2584" y="1324"/>
                      <a:pt x="2395" y="1324"/>
                    </a:cubicBezTo>
                    <a:lnTo>
                      <a:pt x="1009" y="1324"/>
                    </a:lnTo>
                    <a:cubicBezTo>
                      <a:pt x="820" y="1324"/>
                      <a:pt x="663" y="1167"/>
                      <a:pt x="663" y="978"/>
                    </a:cubicBezTo>
                    <a:cubicBezTo>
                      <a:pt x="663" y="789"/>
                      <a:pt x="820" y="631"/>
                      <a:pt x="1009" y="631"/>
                    </a:cubicBezTo>
                    <a:close/>
                    <a:moveTo>
                      <a:pt x="6554" y="631"/>
                    </a:moveTo>
                    <a:cubicBezTo>
                      <a:pt x="6774" y="631"/>
                      <a:pt x="6932" y="789"/>
                      <a:pt x="6932" y="978"/>
                    </a:cubicBezTo>
                    <a:cubicBezTo>
                      <a:pt x="6932" y="1167"/>
                      <a:pt x="6774" y="1324"/>
                      <a:pt x="6554" y="1324"/>
                    </a:cubicBezTo>
                    <a:lnTo>
                      <a:pt x="5199" y="1324"/>
                    </a:lnTo>
                    <a:cubicBezTo>
                      <a:pt x="4979" y="1324"/>
                      <a:pt x="4821" y="1167"/>
                      <a:pt x="4821" y="978"/>
                    </a:cubicBezTo>
                    <a:cubicBezTo>
                      <a:pt x="4821" y="789"/>
                      <a:pt x="4979" y="631"/>
                      <a:pt x="5199" y="631"/>
                    </a:cubicBezTo>
                    <a:close/>
                    <a:moveTo>
                      <a:pt x="10776" y="631"/>
                    </a:moveTo>
                    <a:cubicBezTo>
                      <a:pt x="10965" y="631"/>
                      <a:pt x="11122" y="789"/>
                      <a:pt x="11122" y="978"/>
                    </a:cubicBezTo>
                    <a:cubicBezTo>
                      <a:pt x="11122" y="1167"/>
                      <a:pt x="10965" y="1324"/>
                      <a:pt x="10776" y="1324"/>
                    </a:cubicBezTo>
                    <a:lnTo>
                      <a:pt x="9389" y="1324"/>
                    </a:lnTo>
                    <a:cubicBezTo>
                      <a:pt x="9200" y="1324"/>
                      <a:pt x="9043" y="1167"/>
                      <a:pt x="9043" y="978"/>
                    </a:cubicBezTo>
                    <a:cubicBezTo>
                      <a:pt x="9043" y="789"/>
                      <a:pt x="9200" y="631"/>
                      <a:pt x="9389" y="631"/>
                    </a:cubicBezTo>
                    <a:close/>
                    <a:moveTo>
                      <a:pt x="7279" y="4790"/>
                    </a:moveTo>
                    <a:cubicBezTo>
                      <a:pt x="7468" y="4790"/>
                      <a:pt x="7625" y="4947"/>
                      <a:pt x="7625" y="5136"/>
                    </a:cubicBezTo>
                    <a:lnTo>
                      <a:pt x="7625" y="6554"/>
                    </a:lnTo>
                    <a:cubicBezTo>
                      <a:pt x="7625" y="6775"/>
                      <a:pt x="7468" y="6932"/>
                      <a:pt x="7279" y="6932"/>
                    </a:cubicBezTo>
                    <a:lnTo>
                      <a:pt x="4506" y="6932"/>
                    </a:lnTo>
                    <a:cubicBezTo>
                      <a:pt x="4317" y="6932"/>
                      <a:pt x="4160" y="6775"/>
                      <a:pt x="4160" y="6554"/>
                    </a:cubicBezTo>
                    <a:lnTo>
                      <a:pt x="4160" y="5136"/>
                    </a:lnTo>
                    <a:cubicBezTo>
                      <a:pt x="4160" y="4947"/>
                      <a:pt x="4317" y="4790"/>
                      <a:pt x="4506" y="4790"/>
                    </a:cubicBezTo>
                    <a:close/>
                    <a:moveTo>
                      <a:pt x="2395" y="10398"/>
                    </a:moveTo>
                    <a:cubicBezTo>
                      <a:pt x="2584" y="10398"/>
                      <a:pt x="2742" y="10555"/>
                      <a:pt x="2742" y="10744"/>
                    </a:cubicBezTo>
                    <a:cubicBezTo>
                      <a:pt x="2742" y="10933"/>
                      <a:pt x="2584" y="11091"/>
                      <a:pt x="2395" y="11091"/>
                    </a:cubicBezTo>
                    <a:lnTo>
                      <a:pt x="1009" y="11091"/>
                    </a:lnTo>
                    <a:cubicBezTo>
                      <a:pt x="820" y="11091"/>
                      <a:pt x="663" y="10933"/>
                      <a:pt x="663" y="10744"/>
                    </a:cubicBezTo>
                    <a:cubicBezTo>
                      <a:pt x="663" y="10555"/>
                      <a:pt x="820" y="10398"/>
                      <a:pt x="1009" y="10398"/>
                    </a:cubicBezTo>
                    <a:close/>
                    <a:moveTo>
                      <a:pt x="6585" y="10398"/>
                    </a:moveTo>
                    <a:cubicBezTo>
                      <a:pt x="6806" y="10398"/>
                      <a:pt x="6964" y="10555"/>
                      <a:pt x="6964" y="10744"/>
                    </a:cubicBezTo>
                    <a:cubicBezTo>
                      <a:pt x="6964" y="10933"/>
                      <a:pt x="6806" y="11091"/>
                      <a:pt x="6585" y="11091"/>
                    </a:cubicBezTo>
                    <a:lnTo>
                      <a:pt x="5231" y="11091"/>
                    </a:lnTo>
                    <a:cubicBezTo>
                      <a:pt x="5010" y="11091"/>
                      <a:pt x="4853" y="10933"/>
                      <a:pt x="4853" y="10744"/>
                    </a:cubicBezTo>
                    <a:cubicBezTo>
                      <a:pt x="4853" y="10555"/>
                      <a:pt x="5010" y="10398"/>
                      <a:pt x="5231" y="10398"/>
                    </a:cubicBezTo>
                    <a:close/>
                    <a:moveTo>
                      <a:pt x="10776" y="10398"/>
                    </a:moveTo>
                    <a:cubicBezTo>
                      <a:pt x="10965" y="10398"/>
                      <a:pt x="11122" y="10555"/>
                      <a:pt x="11122" y="10744"/>
                    </a:cubicBezTo>
                    <a:cubicBezTo>
                      <a:pt x="11122" y="10933"/>
                      <a:pt x="10965" y="11091"/>
                      <a:pt x="10776" y="11091"/>
                    </a:cubicBezTo>
                    <a:lnTo>
                      <a:pt x="9389" y="11091"/>
                    </a:lnTo>
                    <a:cubicBezTo>
                      <a:pt x="9200" y="11091"/>
                      <a:pt x="9043" y="10933"/>
                      <a:pt x="9043" y="10744"/>
                    </a:cubicBezTo>
                    <a:cubicBezTo>
                      <a:pt x="9043" y="10555"/>
                      <a:pt x="9200" y="10398"/>
                      <a:pt x="9389" y="10398"/>
                    </a:cubicBezTo>
                    <a:close/>
                    <a:moveTo>
                      <a:pt x="1009" y="1"/>
                    </a:moveTo>
                    <a:cubicBezTo>
                      <a:pt x="410" y="1"/>
                      <a:pt x="1" y="474"/>
                      <a:pt x="1" y="1009"/>
                    </a:cubicBezTo>
                    <a:cubicBezTo>
                      <a:pt x="1" y="1608"/>
                      <a:pt x="473" y="2049"/>
                      <a:pt x="1009" y="2049"/>
                    </a:cubicBezTo>
                    <a:lnTo>
                      <a:pt x="1356" y="2049"/>
                    </a:lnTo>
                    <a:lnTo>
                      <a:pt x="1356" y="2395"/>
                    </a:lnTo>
                    <a:cubicBezTo>
                      <a:pt x="1356" y="2994"/>
                      <a:pt x="1828" y="3403"/>
                      <a:pt x="2395" y="3403"/>
                    </a:cubicBezTo>
                    <a:lnTo>
                      <a:pt x="5546" y="3403"/>
                    </a:lnTo>
                    <a:lnTo>
                      <a:pt x="5546" y="4128"/>
                    </a:lnTo>
                    <a:lnTo>
                      <a:pt x="4506" y="4128"/>
                    </a:lnTo>
                    <a:cubicBezTo>
                      <a:pt x="3939" y="4128"/>
                      <a:pt x="3466" y="4601"/>
                      <a:pt x="3466" y="5136"/>
                    </a:cubicBezTo>
                    <a:lnTo>
                      <a:pt x="3466" y="6554"/>
                    </a:lnTo>
                    <a:cubicBezTo>
                      <a:pt x="3466" y="7153"/>
                      <a:pt x="3939" y="7594"/>
                      <a:pt x="4506" y="7594"/>
                    </a:cubicBezTo>
                    <a:lnTo>
                      <a:pt x="5546" y="7594"/>
                    </a:lnTo>
                    <a:lnTo>
                      <a:pt x="5546" y="8287"/>
                    </a:lnTo>
                    <a:lnTo>
                      <a:pt x="2395" y="8287"/>
                    </a:lnTo>
                    <a:cubicBezTo>
                      <a:pt x="1797" y="8287"/>
                      <a:pt x="1356" y="8759"/>
                      <a:pt x="1356" y="9326"/>
                    </a:cubicBezTo>
                    <a:lnTo>
                      <a:pt x="1356" y="9673"/>
                    </a:lnTo>
                    <a:lnTo>
                      <a:pt x="1009" y="9673"/>
                    </a:lnTo>
                    <a:cubicBezTo>
                      <a:pt x="410" y="9673"/>
                      <a:pt x="1" y="10146"/>
                      <a:pt x="1" y="10713"/>
                    </a:cubicBezTo>
                    <a:cubicBezTo>
                      <a:pt x="1" y="11280"/>
                      <a:pt x="473" y="11721"/>
                      <a:pt x="1009" y="11721"/>
                    </a:cubicBezTo>
                    <a:lnTo>
                      <a:pt x="2395" y="11721"/>
                    </a:lnTo>
                    <a:cubicBezTo>
                      <a:pt x="2994" y="11721"/>
                      <a:pt x="3403" y="11248"/>
                      <a:pt x="3403" y="10713"/>
                    </a:cubicBezTo>
                    <a:cubicBezTo>
                      <a:pt x="3403" y="10114"/>
                      <a:pt x="2931" y="9673"/>
                      <a:pt x="2395" y="9673"/>
                    </a:cubicBezTo>
                    <a:lnTo>
                      <a:pt x="2049" y="9673"/>
                    </a:lnTo>
                    <a:lnTo>
                      <a:pt x="2049" y="9326"/>
                    </a:lnTo>
                    <a:cubicBezTo>
                      <a:pt x="2049" y="9137"/>
                      <a:pt x="2206" y="8980"/>
                      <a:pt x="2395" y="8980"/>
                    </a:cubicBezTo>
                    <a:lnTo>
                      <a:pt x="5546" y="8980"/>
                    </a:lnTo>
                    <a:lnTo>
                      <a:pt x="5546" y="9673"/>
                    </a:lnTo>
                    <a:lnTo>
                      <a:pt x="5199" y="9673"/>
                    </a:lnTo>
                    <a:cubicBezTo>
                      <a:pt x="4601" y="9673"/>
                      <a:pt x="4160" y="10146"/>
                      <a:pt x="4160" y="10713"/>
                    </a:cubicBezTo>
                    <a:cubicBezTo>
                      <a:pt x="4160" y="11280"/>
                      <a:pt x="4632" y="11721"/>
                      <a:pt x="5199" y="11721"/>
                    </a:cubicBezTo>
                    <a:lnTo>
                      <a:pt x="6554" y="11721"/>
                    </a:lnTo>
                    <a:cubicBezTo>
                      <a:pt x="7153" y="11721"/>
                      <a:pt x="7594" y="11248"/>
                      <a:pt x="7594" y="10713"/>
                    </a:cubicBezTo>
                    <a:cubicBezTo>
                      <a:pt x="7594" y="10114"/>
                      <a:pt x="7121" y="9673"/>
                      <a:pt x="6554" y="9673"/>
                    </a:cubicBezTo>
                    <a:lnTo>
                      <a:pt x="6207" y="9673"/>
                    </a:lnTo>
                    <a:lnTo>
                      <a:pt x="6207" y="8980"/>
                    </a:lnTo>
                    <a:lnTo>
                      <a:pt x="9358" y="8980"/>
                    </a:lnTo>
                    <a:cubicBezTo>
                      <a:pt x="9547" y="8980"/>
                      <a:pt x="9704" y="9137"/>
                      <a:pt x="9704" y="9326"/>
                    </a:cubicBezTo>
                    <a:lnTo>
                      <a:pt x="9704" y="9673"/>
                    </a:lnTo>
                    <a:lnTo>
                      <a:pt x="9358" y="9673"/>
                    </a:lnTo>
                    <a:cubicBezTo>
                      <a:pt x="8759" y="9673"/>
                      <a:pt x="8350" y="10146"/>
                      <a:pt x="8350" y="10713"/>
                    </a:cubicBezTo>
                    <a:cubicBezTo>
                      <a:pt x="8350" y="11280"/>
                      <a:pt x="8791" y="11721"/>
                      <a:pt x="9358" y="11721"/>
                    </a:cubicBezTo>
                    <a:lnTo>
                      <a:pt x="10744" y="11721"/>
                    </a:lnTo>
                    <a:cubicBezTo>
                      <a:pt x="11311" y="11721"/>
                      <a:pt x="11752" y="11248"/>
                      <a:pt x="11752" y="10713"/>
                    </a:cubicBezTo>
                    <a:cubicBezTo>
                      <a:pt x="11752" y="10114"/>
                      <a:pt x="11280" y="9673"/>
                      <a:pt x="10744" y="9673"/>
                    </a:cubicBezTo>
                    <a:lnTo>
                      <a:pt x="10366" y="9673"/>
                    </a:lnTo>
                    <a:lnTo>
                      <a:pt x="10366" y="9326"/>
                    </a:lnTo>
                    <a:cubicBezTo>
                      <a:pt x="10366" y="8728"/>
                      <a:pt x="9925" y="8287"/>
                      <a:pt x="9358" y="8287"/>
                    </a:cubicBezTo>
                    <a:lnTo>
                      <a:pt x="6207" y="8287"/>
                    </a:lnTo>
                    <a:lnTo>
                      <a:pt x="6207" y="7594"/>
                    </a:lnTo>
                    <a:lnTo>
                      <a:pt x="7216" y="7594"/>
                    </a:lnTo>
                    <a:cubicBezTo>
                      <a:pt x="7814" y="7594"/>
                      <a:pt x="8287" y="7121"/>
                      <a:pt x="8287" y="6554"/>
                    </a:cubicBezTo>
                    <a:lnTo>
                      <a:pt x="8287" y="5136"/>
                    </a:lnTo>
                    <a:cubicBezTo>
                      <a:pt x="8287" y="4569"/>
                      <a:pt x="7814" y="4128"/>
                      <a:pt x="7216" y="4128"/>
                    </a:cubicBezTo>
                    <a:lnTo>
                      <a:pt x="6207" y="4128"/>
                    </a:lnTo>
                    <a:lnTo>
                      <a:pt x="6207" y="3403"/>
                    </a:lnTo>
                    <a:lnTo>
                      <a:pt x="9389" y="3403"/>
                    </a:lnTo>
                    <a:cubicBezTo>
                      <a:pt x="9988" y="3403"/>
                      <a:pt x="10429" y="2931"/>
                      <a:pt x="10429" y="2395"/>
                    </a:cubicBezTo>
                    <a:lnTo>
                      <a:pt x="10429" y="2049"/>
                    </a:lnTo>
                    <a:lnTo>
                      <a:pt x="10776" y="2049"/>
                    </a:lnTo>
                    <a:cubicBezTo>
                      <a:pt x="11374" y="2049"/>
                      <a:pt x="11815" y="1576"/>
                      <a:pt x="11815" y="1009"/>
                    </a:cubicBezTo>
                    <a:cubicBezTo>
                      <a:pt x="11815" y="411"/>
                      <a:pt x="11343" y="1"/>
                      <a:pt x="10776" y="1"/>
                    </a:cubicBezTo>
                    <a:lnTo>
                      <a:pt x="9389" y="1"/>
                    </a:lnTo>
                    <a:cubicBezTo>
                      <a:pt x="8822" y="1"/>
                      <a:pt x="8381" y="474"/>
                      <a:pt x="8381" y="1009"/>
                    </a:cubicBezTo>
                    <a:cubicBezTo>
                      <a:pt x="8381" y="1608"/>
                      <a:pt x="8854" y="2049"/>
                      <a:pt x="9389" y="2049"/>
                    </a:cubicBezTo>
                    <a:lnTo>
                      <a:pt x="9767" y="2049"/>
                    </a:lnTo>
                    <a:lnTo>
                      <a:pt x="9767" y="2395"/>
                    </a:lnTo>
                    <a:cubicBezTo>
                      <a:pt x="9767" y="2584"/>
                      <a:pt x="9610" y="2742"/>
                      <a:pt x="9389" y="2742"/>
                    </a:cubicBezTo>
                    <a:lnTo>
                      <a:pt x="6239" y="2742"/>
                    </a:lnTo>
                    <a:lnTo>
                      <a:pt x="6239" y="2049"/>
                    </a:lnTo>
                    <a:lnTo>
                      <a:pt x="6617" y="2049"/>
                    </a:lnTo>
                    <a:cubicBezTo>
                      <a:pt x="7184" y="2049"/>
                      <a:pt x="7625" y="1576"/>
                      <a:pt x="7625" y="1009"/>
                    </a:cubicBezTo>
                    <a:cubicBezTo>
                      <a:pt x="7625" y="411"/>
                      <a:pt x="7153" y="1"/>
                      <a:pt x="6617" y="1"/>
                    </a:cubicBezTo>
                    <a:lnTo>
                      <a:pt x="5231" y="1"/>
                    </a:lnTo>
                    <a:cubicBezTo>
                      <a:pt x="4632" y="1"/>
                      <a:pt x="4191" y="474"/>
                      <a:pt x="4191" y="1009"/>
                    </a:cubicBezTo>
                    <a:cubicBezTo>
                      <a:pt x="4191" y="1608"/>
                      <a:pt x="4664" y="2049"/>
                      <a:pt x="5231" y="2049"/>
                    </a:cubicBezTo>
                    <a:lnTo>
                      <a:pt x="5577" y="2049"/>
                    </a:lnTo>
                    <a:lnTo>
                      <a:pt x="5577" y="2742"/>
                    </a:lnTo>
                    <a:lnTo>
                      <a:pt x="2427" y="2742"/>
                    </a:lnTo>
                    <a:cubicBezTo>
                      <a:pt x="2238" y="2742"/>
                      <a:pt x="2080" y="2584"/>
                      <a:pt x="2080" y="2395"/>
                    </a:cubicBezTo>
                    <a:lnTo>
                      <a:pt x="2080" y="2049"/>
                    </a:lnTo>
                    <a:lnTo>
                      <a:pt x="2427" y="2049"/>
                    </a:lnTo>
                    <a:cubicBezTo>
                      <a:pt x="3025" y="2049"/>
                      <a:pt x="3466" y="1576"/>
                      <a:pt x="3466" y="1009"/>
                    </a:cubicBezTo>
                    <a:cubicBezTo>
                      <a:pt x="3466" y="411"/>
                      <a:pt x="2994" y="1"/>
                      <a:pt x="24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65" name="Google Shape;1465;p18"/>
              <p:cNvGrpSpPr/>
              <p:nvPr/>
            </p:nvGrpSpPr>
            <p:grpSpPr>
              <a:xfrm>
                <a:off x="2036625" y="2923613"/>
                <a:ext cx="503287" cy="502907"/>
                <a:chOff x="1413250" y="2680675"/>
                <a:chExt cx="297750" cy="297525"/>
              </a:xfrm>
            </p:grpSpPr>
            <p:sp>
              <p:nvSpPr>
                <p:cNvPr id="1466" name="Google Shape;1466;p18"/>
                <p:cNvSpPr/>
                <p:nvPr/>
              </p:nvSpPr>
              <p:spPr>
                <a:xfrm>
                  <a:off x="1413250" y="2680675"/>
                  <a:ext cx="297750" cy="297525"/>
                </a:xfrm>
                <a:custGeom>
                  <a:rect b="b" l="l" r="r" t="t"/>
                  <a:pathLst>
                    <a:path extrusionOk="0" h="11901" w="11910">
                      <a:moveTo>
                        <a:pt x="10460" y="1418"/>
                      </a:moveTo>
                      <a:lnTo>
                        <a:pt x="10460" y="7719"/>
                      </a:lnTo>
                      <a:lnTo>
                        <a:pt x="1387" y="7719"/>
                      </a:lnTo>
                      <a:lnTo>
                        <a:pt x="1387" y="1418"/>
                      </a:lnTo>
                      <a:close/>
                      <a:moveTo>
                        <a:pt x="5577" y="8380"/>
                      </a:moveTo>
                      <a:lnTo>
                        <a:pt x="5577" y="9105"/>
                      </a:lnTo>
                      <a:lnTo>
                        <a:pt x="5167" y="9105"/>
                      </a:lnTo>
                      <a:lnTo>
                        <a:pt x="5451" y="8380"/>
                      </a:lnTo>
                      <a:close/>
                      <a:moveTo>
                        <a:pt x="6396" y="8380"/>
                      </a:moveTo>
                      <a:lnTo>
                        <a:pt x="6679" y="9105"/>
                      </a:lnTo>
                      <a:lnTo>
                        <a:pt x="6270" y="9105"/>
                      </a:lnTo>
                      <a:lnTo>
                        <a:pt x="6270" y="8380"/>
                      </a:lnTo>
                      <a:close/>
                      <a:moveTo>
                        <a:pt x="5955" y="0"/>
                      </a:moveTo>
                      <a:cubicBezTo>
                        <a:pt x="5766" y="0"/>
                        <a:pt x="5608" y="158"/>
                        <a:pt x="5608" y="347"/>
                      </a:cubicBezTo>
                      <a:lnTo>
                        <a:pt x="5608" y="725"/>
                      </a:lnTo>
                      <a:lnTo>
                        <a:pt x="378" y="725"/>
                      </a:lnTo>
                      <a:cubicBezTo>
                        <a:pt x="158" y="725"/>
                        <a:pt x="0" y="882"/>
                        <a:pt x="0" y="1071"/>
                      </a:cubicBezTo>
                      <a:cubicBezTo>
                        <a:pt x="0" y="1260"/>
                        <a:pt x="158" y="1418"/>
                        <a:pt x="378" y="1418"/>
                      </a:cubicBezTo>
                      <a:lnTo>
                        <a:pt x="725" y="1418"/>
                      </a:lnTo>
                      <a:lnTo>
                        <a:pt x="725" y="7719"/>
                      </a:lnTo>
                      <a:lnTo>
                        <a:pt x="378" y="7719"/>
                      </a:lnTo>
                      <a:cubicBezTo>
                        <a:pt x="189" y="7719"/>
                        <a:pt x="32" y="7876"/>
                        <a:pt x="32" y="8097"/>
                      </a:cubicBezTo>
                      <a:cubicBezTo>
                        <a:pt x="32" y="8286"/>
                        <a:pt x="189" y="8443"/>
                        <a:pt x="378" y="8443"/>
                      </a:cubicBezTo>
                      <a:lnTo>
                        <a:pt x="4758" y="8443"/>
                      </a:lnTo>
                      <a:lnTo>
                        <a:pt x="3560" y="11436"/>
                      </a:lnTo>
                      <a:cubicBezTo>
                        <a:pt x="3497" y="11625"/>
                        <a:pt x="3560" y="11814"/>
                        <a:pt x="3749" y="11877"/>
                      </a:cubicBezTo>
                      <a:cubicBezTo>
                        <a:pt x="3803" y="11893"/>
                        <a:pt x="3855" y="11901"/>
                        <a:pt x="3903" y="11901"/>
                      </a:cubicBezTo>
                      <a:cubicBezTo>
                        <a:pt x="4052" y="11901"/>
                        <a:pt x="4167" y="11824"/>
                        <a:pt x="4191" y="11657"/>
                      </a:cubicBezTo>
                      <a:lnTo>
                        <a:pt x="4947" y="9830"/>
                      </a:lnTo>
                      <a:lnTo>
                        <a:pt x="5608" y="9830"/>
                      </a:lnTo>
                      <a:lnTo>
                        <a:pt x="5608" y="10838"/>
                      </a:lnTo>
                      <a:cubicBezTo>
                        <a:pt x="5608" y="11027"/>
                        <a:pt x="5766" y="11184"/>
                        <a:pt x="5955" y="11184"/>
                      </a:cubicBezTo>
                      <a:cubicBezTo>
                        <a:pt x="6175" y="11184"/>
                        <a:pt x="6333" y="11027"/>
                        <a:pt x="6333" y="10838"/>
                      </a:cubicBezTo>
                      <a:lnTo>
                        <a:pt x="6333" y="9830"/>
                      </a:lnTo>
                      <a:lnTo>
                        <a:pt x="6995" y="9830"/>
                      </a:lnTo>
                      <a:lnTo>
                        <a:pt x="7751" y="11657"/>
                      </a:lnTo>
                      <a:cubicBezTo>
                        <a:pt x="7798" y="11824"/>
                        <a:pt x="7918" y="11901"/>
                        <a:pt x="8042" y="11901"/>
                      </a:cubicBezTo>
                      <a:cubicBezTo>
                        <a:pt x="8082" y="11901"/>
                        <a:pt x="8122" y="11893"/>
                        <a:pt x="8160" y="11877"/>
                      </a:cubicBezTo>
                      <a:cubicBezTo>
                        <a:pt x="8381" y="11783"/>
                        <a:pt x="8444" y="11594"/>
                        <a:pt x="8381" y="11436"/>
                      </a:cubicBezTo>
                      <a:lnTo>
                        <a:pt x="7184" y="8443"/>
                      </a:lnTo>
                      <a:lnTo>
                        <a:pt x="11563" y="8443"/>
                      </a:lnTo>
                      <a:cubicBezTo>
                        <a:pt x="11752" y="8443"/>
                        <a:pt x="11909" y="8286"/>
                        <a:pt x="11909" y="8097"/>
                      </a:cubicBezTo>
                      <a:cubicBezTo>
                        <a:pt x="11909" y="7876"/>
                        <a:pt x="11752" y="7719"/>
                        <a:pt x="11563" y="7719"/>
                      </a:cubicBezTo>
                      <a:lnTo>
                        <a:pt x="11185" y="7719"/>
                      </a:lnTo>
                      <a:lnTo>
                        <a:pt x="11185" y="1418"/>
                      </a:lnTo>
                      <a:lnTo>
                        <a:pt x="11563" y="1418"/>
                      </a:lnTo>
                      <a:cubicBezTo>
                        <a:pt x="11752" y="1418"/>
                        <a:pt x="11909" y="1260"/>
                        <a:pt x="11909" y="1071"/>
                      </a:cubicBezTo>
                      <a:cubicBezTo>
                        <a:pt x="11909" y="882"/>
                        <a:pt x="11752" y="725"/>
                        <a:pt x="11563" y="725"/>
                      </a:cubicBezTo>
                      <a:lnTo>
                        <a:pt x="6301" y="725"/>
                      </a:lnTo>
                      <a:lnTo>
                        <a:pt x="6301" y="347"/>
                      </a:lnTo>
                      <a:cubicBezTo>
                        <a:pt x="6301" y="158"/>
                        <a:pt x="6144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67" name="Google Shape;1467;p18"/>
                <p:cNvSpPr/>
                <p:nvPr/>
              </p:nvSpPr>
              <p:spPr>
                <a:xfrm>
                  <a:off x="1465225" y="2805100"/>
                  <a:ext cx="52800" cy="52025"/>
                </a:xfrm>
                <a:custGeom>
                  <a:rect b="b" l="l" r="r" t="t"/>
                  <a:pathLst>
                    <a:path extrusionOk="0" h="2081" w="2112">
                      <a:moveTo>
                        <a:pt x="1387" y="663"/>
                      </a:moveTo>
                      <a:lnTo>
                        <a:pt x="1387" y="1387"/>
                      </a:lnTo>
                      <a:lnTo>
                        <a:pt x="694" y="1387"/>
                      </a:lnTo>
                      <a:lnTo>
                        <a:pt x="694" y="663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lnTo>
                        <a:pt x="1" y="1734"/>
                      </a:lnTo>
                      <a:cubicBezTo>
                        <a:pt x="1" y="1923"/>
                        <a:pt x="158" y="2080"/>
                        <a:pt x="347" y="2080"/>
                      </a:cubicBezTo>
                      <a:lnTo>
                        <a:pt x="1765" y="2080"/>
                      </a:lnTo>
                      <a:cubicBezTo>
                        <a:pt x="1954" y="2080"/>
                        <a:pt x="2112" y="1923"/>
                        <a:pt x="2112" y="1734"/>
                      </a:cubicBezTo>
                      <a:lnTo>
                        <a:pt x="2112" y="347"/>
                      </a:lnTo>
                      <a:cubicBezTo>
                        <a:pt x="2112" y="158"/>
                        <a:pt x="1954" y="1"/>
                        <a:pt x="17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68" name="Google Shape;1468;p18"/>
                <p:cNvSpPr/>
                <p:nvPr/>
              </p:nvSpPr>
              <p:spPr>
                <a:xfrm>
                  <a:off x="1535325" y="2769675"/>
                  <a:ext cx="52800" cy="87450"/>
                </a:xfrm>
                <a:custGeom>
                  <a:rect b="b" l="l" r="r" t="t"/>
                  <a:pathLst>
                    <a:path extrusionOk="0" h="3498" w="2112">
                      <a:moveTo>
                        <a:pt x="1387" y="662"/>
                      </a:moveTo>
                      <a:lnTo>
                        <a:pt x="1387" y="2741"/>
                      </a:lnTo>
                      <a:lnTo>
                        <a:pt x="694" y="2741"/>
                      </a:lnTo>
                      <a:lnTo>
                        <a:pt x="694" y="662"/>
                      </a:lnTo>
                      <a:close/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lnTo>
                        <a:pt x="1" y="3151"/>
                      </a:lnTo>
                      <a:cubicBezTo>
                        <a:pt x="1" y="3340"/>
                        <a:pt x="158" y="3497"/>
                        <a:pt x="379" y="3497"/>
                      </a:cubicBezTo>
                      <a:lnTo>
                        <a:pt x="1733" y="3497"/>
                      </a:lnTo>
                      <a:lnTo>
                        <a:pt x="1733" y="3466"/>
                      </a:lnTo>
                      <a:cubicBezTo>
                        <a:pt x="1954" y="3466"/>
                        <a:pt x="2112" y="3308"/>
                        <a:pt x="2112" y="3119"/>
                      </a:cubicBezTo>
                      <a:lnTo>
                        <a:pt x="2112" y="347"/>
                      </a:lnTo>
                      <a:cubicBezTo>
                        <a:pt x="2112" y="158"/>
                        <a:pt x="1954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69" name="Google Shape;1469;p18"/>
                <p:cNvSpPr/>
                <p:nvPr/>
              </p:nvSpPr>
              <p:spPr>
                <a:xfrm>
                  <a:off x="1604650" y="2733425"/>
                  <a:ext cx="52775" cy="122900"/>
                </a:xfrm>
                <a:custGeom>
                  <a:rect b="b" l="l" r="r" t="t"/>
                  <a:pathLst>
                    <a:path extrusionOk="0" h="4916" w="2111">
                      <a:moveTo>
                        <a:pt x="1418" y="726"/>
                      </a:moveTo>
                      <a:lnTo>
                        <a:pt x="1418" y="4254"/>
                      </a:lnTo>
                      <a:lnTo>
                        <a:pt x="725" y="4254"/>
                      </a:lnTo>
                      <a:lnTo>
                        <a:pt x="725" y="726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0" y="159"/>
                        <a:pt x="0" y="348"/>
                      </a:cubicBezTo>
                      <a:lnTo>
                        <a:pt x="0" y="4569"/>
                      </a:lnTo>
                      <a:cubicBezTo>
                        <a:pt x="0" y="4758"/>
                        <a:pt x="158" y="4916"/>
                        <a:pt x="347" y="4916"/>
                      </a:cubicBezTo>
                      <a:lnTo>
                        <a:pt x="1764" y="4916"/>
                      </a:lnTo>
                      <a:cubicBezTo>
                        <a:pt x="1953" y="4916"/>
                        <a:pt x="2111" y="4758"/>
                        <a:pt x="2111" y="4569"/>
                      </a:cubicBezTo>
                      <a:lnTo>
                        <a:pt x="2111" y="348"/>
                      </a:lnTo>
                      <a:cubicBezTo>
                        <a:pt x="2111" y="159"/>
                        <a:pt x="1953" y="1"/>
                        <a:pt x="176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70" name="Google Shape;1470;p18"/>
              <p:cNvSpPr/>
              <p:nvPr/>
            </p:nvSpPr>
            <p:spPr>
              <a:xfrm>
                <a:off x="5271859" y="1687892"/>
                <a:ext cx="387459" cy="500582"/>
              </a:xfrm>
              <a:custGeom>
                <a:rect b="b" l="l" r="r" t="t"/>
                <a:pathLst>
                  <a:path extrusionOk="0" h="11846" w="9169">
                    <a:moveTo>
                      <a:pt x="4695" y="2079"/>
                    </a:moveTo>
                    <a:cubicBezTo>
                      <a:pt x="5073" y="2079"/>
                      <a:pt x="5388" y="2394"/>
                      <a:pt x="5388" y="2772"/>
                    </a:cubicBezTo>
                    <a:cubicBezTo>
                      <a:pt x="5388" y="3181"/>
                      <a:pt x="5073" y="3496"/>
                      <a:pt x="4695" y="3496"/>
                    </a:cubicBezTo>
                    <a:cubicBezTo>
                      <a:pt x="4285" y="3496"/>
                      <a:pt x="3970" y="3181"/>
                      <a:pt x="3970" y="2772"/>
                    </a:cubicBezTo>
                    <a:cubicBezTo>
                      <a:pt x="3970" y="2394"/>
                      <a:pt x="4285" y="2079"/>
                      <a:pt x="4695" y="2079"/>
                    </a:cubicBezTo>
                    <a:close/>
                    <a:moveTo>
                      <a:pt x="4695" y="4189"/>
                    </a:moveTo>
                    <a:cubicBezTo>
                      <a:pt x="5640" y="4189"/>
                      <a:pt x="6428" y="4977"/>
                      <a:pt x="6428" y="5922"/>
                    </a:cubicBezTo>
                    <a:lnTo>
                      <a:pt x="6428" y="6300"/>
                    </a:lnTo>
                    <a:lnTo>
                      <a:pt x="2962" y="6300"/>
                    </a:lnTo>
                    <a:lnTo>
                      <a:pt x="2962" y="5922"/>
                    </a:lnTo>
                    <a:cubicBezTo>
                      <a:pt x="2962" y="4945"/>
                      <a:pt x="3750" y="4189"/>
                      <a:pt x="4695" y="4189"/>
                    </a:cubicBezTo>
                    <a:close/>
                    <a:moveTo>
                      <a:pt x="4730" y="664"/>
                    </a:moveTo>
                    <a:cubicBezTo>
                      <a:pt x="6870" y="664"/>
                      <a:pt x="8538" y="2418"/>
                      <a:pt x="8538" y="4473"/>
                    </a:cubicBezTo>
                    <a:cubicBezTo>
                      <a:pt x="8538" y="5544"/>
                      <a:pt x="8097" y="6552"/>
                      <a:pt x="7310" y="7277"/>
                    </a:cubicBezTo>
                    <a:cubicBezTo>
                      <a:pt x="7215" y="7403"/>
                      <a:pt x="7121" y="7466"/>
                      <a:pt x="6995" y="7497"/>
                    </a:cubicBezTo>
                    <a:cubicBezTo>
                      <a:pt x="6774" y="7718"/>
                      <a:pt x="6522" y="7907"/>
                      <a:pt x="6459" y="8285"/>
                    </a:cubicBezTo>
                    <a:lnTo>
                      <a:pt x="5041" y="8285"/>
                    </a:lnTo>
                    <a:lnTo>
                      <a:pt x="5041" y="6993"/>
                    </a:lnTo>
                    <a:lnTo>
                      <a:pt x="6774" y="6993"/>
                    </a:lnTo>
                    <a:cubicBezTo>
                      <a:pt x="6963" y="6993"/>
                      <a:pt x="7121" y="6836"/>
                      <a:pt x="7121" y="6647"/>
                    </a:cubicBezTo>
                    <a:lnTo>
                      <a:pt x="7121" y="5922"/>
                    </a:lnTo>
                    <a:cubicBezTo>
                      <a:pt x="7121" y="4945"/>
                      <a:pt x="6585" y="4126"/>
                      <a:pt x="5734" y="3717"/>
                    </a:cubicBezTo>
                    <a:cubicBezTo>
                      <a:pt x="5987" y="3496"/>
                      <a:pt x="6113" y="3181"/>
                      <a:pt x="6113" y="2835"/>
                    </a:cubicBezTo>
                    <a:cubicBezTo>
                      <a:pt x="6113" y="2079"/>
                      <a:pt x="5482" y="1448"/>
                      <a:pt x="4726" y="1448"/>
                    </a:cubicBezTo>
                    <a:cubicBezTo>
                      <a:pt x="3970" y="1448"/>
                      <a:pt x="3340" y="2079"/>
                      <a:pt x="3340" y="2835"/>
                    </a:cubicBezTo>
                    <a:cubicBezTo>
                      <a:pt x="3340" y="3181"/>
                      <a:pt x="3466" y="3496"/>
                      <a:pt x="3687" y="3717"/>
                    </a:cubicBezTo>
                    <a:cubicBezTo>
                      <a:pt x="2868" y="4126"/>
                      <a:pt x="2332" y="4945"/>
                      <a:pt x="2332" y="5922"/>
                    </a:cubicBezTo>
                    <a:lnTo>
                      <a:pt x="2332" y="6647"/>
                    </a:lnTo>
                    <a:cubicBezTo>
                      <a:pt x="2332" y="6836"/>
                      <a:pt x="2489" y="6993"/>
                      <a:pt x="2679" y="6993"/>
                    </a:cubicBezTo>
                    <a:lnTo>
                      <a:pt x="4411" y="6993"/>
                    </a:lnTo>
                    <a:lnTo>
                      <a:pt x="4411" y="8411"/>
                    </a:lnTo>
                    <a:lnTo>
                      <a:pt x="2931" y="8411"/>
                    </a:lnTo>
                    <a:lnTo>
                      <a:pt x="2931" y="8380"/>
                    </a:lnTo>
                    <a:cubicBezTo>
                      <a:pt x="2836" y="7938"/>
                      <a:pt x="2615" y="7749"/>
                      <a:pt x="2363" y="7560"/>
                    </a:cubicBezTo>
                    <a:cubicBezTo>
                      <a:pt x="2300" y="7466"/>
                      <a:pt x="2174" y="7403"/>
                      <a:pt x="2048" y="7277"/>
                    </a:cubicBezTo>
                    <a:cubicBezTo>
                      <a:pt x="1135" y="6395"/>
                      <a:pt x="757" y="5135"/>
                      <a:pt x="946" y="3874"/>
                    </a:cubicBezTo>
                    <a:cubicBezTo>
                      <a:pt x="1198" y="2236"/>
                      <a:pt x="2615" y="881"/>
                      <a:pt x="4254" y="692"/>
                    </a:cubicBezTo>
                    <a:cubicBezTo>
                      <a:pt x="4415" y="673"/>
                      <a:pt x="4574" y="664"/>
                      <a:pt x="4730" y="664"/>
                    </a:cubicBezTo>
                    <a:close/>
                    <a:moveTo>
                      <a:pt x="6428" y="9073"/>
                    </a:moveTo>
                    <a:lnTo>
                      <a:pt x="6428" y="9419"/>
                    </a:lnTo>
                    <a:cubicBezTo>
                      <a:pt x="6428" y="9640"/>
                      <a:pt x="6270" y="9797"/>
                      <a:pt x="6081" y="9797"/>
                    </a:cubicBezTo>
                    <a:lnTo>
                      <a:pt x="3309" y="9797"/>
                    </a:lnTo>
                    <a:cubicBezTo>
                      <a:pt x="3120" y="9797"/>
                      <a:pt x="2962" y="9640"/>
                      <a:pt x="2962" y="9419"/>
                    </a:cubicBezTo>
                    <a:lnTo>
                      <a:pt x="2962" y="9073"/>
                    </a:lnTo>
                    <a:close/>
                    <a:moveTo>
                      <a:pt x="5703" y="10459"/>
                    </a:moveTo>
                    <a:lnTo>
                      <a:pt x="5703" y="10805"/>
                    </a:lnTo>
                    <a:cubicBezTo>
                      <a:pt x="5703" y="10994"/>
                      <a:pt x="5545" y="11183"/>
                      <a:pt x="5356" y="11183"/>
                    </a:cubicBezTo>
                    <a:lnTo>
                      <a:pt x="3970" y="11183"/>
                    </a:lnTo>
                    <a:cubicBezTo>
                      <a:pt x="3781" y="11183"/>
                      <a:pt x="3624" y="10994"/>
                      <a:pt x="3624" y="10805"/>
                    </a:cubicBezTo>
                    <a:lnTo>
                      <a:pt x="3624" y="10459"/>
                    </a:lnTo>
                    <a:close/>
                    <a:moveTo>
                      <a:pt x="4662" y="0"/>
                    </a:moveTo>
                    <a:cubicBezTo>
                      <a:pt x="4486" y="0"/>
                      <a:pt x="4308" y="10"/>
                      <a:pt x="4128" y="31"/>
                    </a:cubicBezTo>
                    <a:cubicBezTo>
                      <a:pt x="2174" y="251"/>
                      <a:pt x="568" y="1827"/>
                      <a:pt x="253" y="3780"/>
                    </a:cubicBezTo>
                    <a:cubicBezTo>
                      <a:pt x="1" y="5229"/>
                      <a:pt x="505" y="6710"/>
                      <a:pt x="1576" y="7749"/>
                    </a:cubicBezTo>
                    <a:cubicBezTo>
                      <a:pt x="1733" y="7875"/>
                      <a:pt x="1859" y="7970"/>
                      <a:pt x="1922" y="8064"/>
                    </a:cubicBezTo>
                    <a:cubicBezTo>
                      <a:pt x="2206" y="8285"/>
                      <a:pt x="2237" y="8348"/>
                      <a:pt x="2237" y="8695"/>
                    </a:cubicBezTo>
                    <a:lnTo>
                      <a:pt x="2237" y="9388"/>
                    </a:lnTo>
                    <a:cubicBezTo>
                      <a:pt x="2237" y="9829"/>
                      <a:pt x="2521" y="10238"/>
                      <a:pt x="2962" y="10396"/>
                    </a:cubicBezTo>
                    <a:lnTo>
                      <a:pt x="2962" y="10774"/>
                    </a:lnTo>
                    <a:cubicBezTo>
                      <a:pt x="2962" y="11404"/>
                      <a:pt x="3435" y="11845"/>
                      <a:pt x="3970" y="11845"/>
                    </a:cubicBezTo>
                    <a:lnTo>
                      <a:pt x="5356" y="11845"/>
                    </a:lnTo>
                    <a:cubicBezTo>
                      <a:pt x="5955" y="11845"/>
                      <a:pt x="6396" y="11372"/>
                      <a:pt x="6396" y="10805"/>
                    </a:cubicBezTo>
                    <a:lnTo>
                      <a:pt x="6396" y="10427"/>
                    </a:lnTo>
                    <a:cubicBezTo>
                      <a:pt x="6774" y="10270"/>
                      <a:pt x="7089" y="9923"/>
                      <a:pt x="7089" y="9451"/>
                    </a:cubicBezTo>
                    <a:lnTo>
                      <a:pt x="7089" y="8726"/>
                    </a:lnTo>
                    <a:cubicBezTo>
                      <a:pt x="7089" y="8380"/>
                      <a:pt x="7121" y="8348"/>
                      <a:pt x="7404" y="8096"/>
                    </a:cubicBezTo>
                    <a:cubicBezTo>
                      <a:pt x="7499" y="8033"/>
                      <a:pt x="7593" y="7938"/>
                      <a:pt x="7751" y="7812"/>
                    </a:cubicBezTo>
                    <a:cubicBezTo>
                      <a:pt x="8664" y="6962"/>
                      <a:pt x="9169" y="5765"/>
                      <a:pt x="9169" y="4504"/>
                    </a:cubicBezTo>
                    <a:cubicBezTo>
                      <a:pt x="9169" y="2060"/>
                      <a:pt x="7186" y="0"/>
                      <a:pt x="4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1" name="Google Shape;1471;p18"/>
              <p:cNvSpPr/>
              <p:nvPr/>
            </p:nvSpPr>
            <p:spPr>
              <a:xfrm>
                <a:off x="5203298" y="2281976"/>
                <a:ext cx="524585" cy="498596"/>
              </a:xfrm>
              <a:custGeom>
                <a:rect b="b" l="l" r="r" t="t"/>
                <a:pathLst>
                  <a:path extrusionOk="0" h="11799" w="12414">
                    <a:moveTo>
                      <a:pt x="8979" y="2127"/>
                    </a:moveTo>
                    <a:cubicBezTo>
                      <a:pt x="9247" y="2127"/>
                      <a:pt x="9515" y="2229"/>
                      <a:pt x="9704" y="2434"/>
                    </a:cubicBezTo>
                    <a:cubicBezTo>
                      <a:pt x="10113" y="2812"/>
                      <a:pt x="10113" y="3473"/>
                      <a:pt x="9704" y="3883"/>
                    </a:cubicBezTo>
                    <a:lnTo>
                      <a:pt x="8885" y="4702"/>
                    </a:lnTo>
                    <a:cubicBezTo>
                      <a:pt x="8790" y="4765"/>
                      <a:pt x="8696" y="4860"/>
                      <a:pt x="8601" y="4891"/>
                    </a:cubicBezTo>
                    <a:cubicBezTo>
                      <a:pt x="8790" y="4513"/>
                      <a:pt x="8727" y="4041"/>
                      <a:pt x="8412" y="3726"/>
                    </a:cubicBezTo>
                    <a:cubicBezTo>
                      <a:pt x="8206" y="3520"/>
                      <a:pt x="7933" y="3408"/>
                      <a:pt x="7654" y="3408"/>
                    </a:cubicBezTo>
                    <a:cubicBezTo>
                      <a:pt x="7507" y="3408"/>
                      <a:pt x="7357" y="3439"/>
                      <a:pt x="7215" y="3505"/>
                    </a:cubicBezTo>
                    <a:cubicBezTo>
                      <a:pt x="7278" y="3410"/>
                      <a:pt x="7341" y="3316"/>
                      <a:pt x="7436" y="3253"/>
                    </a:cubicBezTo>
                    <a:lnTo>
                      <a:pt x="8255" y="2434"/>
                    </a:lnTo>
                    <a:cubicBezTo>
                      <a:pt x="8444" y="2229"/>
                      <a:pt x="8711" y="2127"/>
                      <a:pt x="8979" y="2127"/>
                    </a:cubicBezTo>
                    <a:close/>
                    <a:moveTo>
                      <a:pt x="9027" y="685"/>
                    </a:moveTo>
                    <a:cubicBezTo>
                      <a:pt x="9649" y="685"/>
                      <a:pt x="10271" y="922"/>
                      <a:pt x="10744" y="1394"/>
                    </a:cubicBezTo>
                    <a:cubicBezTo>
                      <a:pt x="11689" y="2339"/>
                      <a:pt x="11689" y="3883"/>
                      <a:pt x="10744" y="4828"/>
                    </a:cubicBezTo>
                    <a:lnTo>
                      <a:pt x="9893" y="5647"/>
                    </a:lnTo>
                    <a:cubicBezTo>
                      <a:pt x="9431" y="6109"/>
                      <a:pt x="8816" y="6356"/>
                      <a:pt x="8187" y="6356"/>
                    </a:cubicBezTo>
                    <a:cubicBezTo>
                      <a:pt x="7914" y="6356"/>
                      <a:pt x="7639" y="6310"/>
                      <a:pt x="7373" y="6214"/>
                    </a:cubicBezTo>
                    <a:lnTo>
                      <a:pt x="7940" y="5647"/>
                    </a:lnTo>
                    <a:cubicBezTo>
                      <a:pt x="8008" y="5655"/>
                      <a:pt x="8077" y="5659"/>
                      <a:pt x="8146" y="5659"/>
                    </a:cubicBezTo>
                    <a:cubicBezTo>
                      <a:pt x="8617" y="5659"/>
                      <a:pt x="9087" y="5477"/>
                      <a:pt x="9389" y="5175"/>
                    </a:cubicBezTo>
                    <a:lnTo>
                      <a:pt x="10208" y="4356"/>
                    </a:lnTo>
                    <a:cubicBezTo>
                      <a:pt x="10901" y="3694"/>
                      <a:pt x="10901" y="2591"/>
                      <a:pt x="10208" y="1898"/>
                    </a:cubicBezTo>
                    <a:cubicBezTo>
                      <a:pt x="9877" y="1567"/>
                      <a:pt x="9436" y="1402"/>
                      <a:pt x="8995" y="1402"/>
                    </a:cubicBezTo>
                    <a:cubicBezTo>
                      <a:pt x="8554" y="1402"/>
                      <a:pt x="8113" y="1567"/>
                      <a:pt x="7782" y="1898"/>
                    </a:cubicBezTo>
                    <a:lnTo>
                      <a:pt x="6931" y="2749"/>
                    </a:lnTo>
                    <a:cubicBezTo>
                      <a:pt x="6553" y="3127"/>
                      <a:pt x="6396" y="3694"/>
                      <a:pt x="6490" y="4198"/>
                    </a:cubicBezTo>
                    <a:lnTo>
                      <a:pt x="5923" y="4734"/>
                    </a:lnTo>
                    <a:cubicBezTo>
                      <a:pt x="5608" y="3883"/>
                      <a:pt x="5797" y="2906"/>
                      <a:pt x="6490" y="2213"/>
                    </a:cubicBezTo>
                    <a:lnTo>
                      <a:pt x="7309" y="1394"/>
                    </a:lnTo>
                    <a:cubicBezTo>
                      <a:pt x="7782" y="922"/>
                      <a:pt x="8404" y="685"/>
                      <a:pt x="9027" y="685"/>
                    </a:cubicBezTo>
                    <a:close/>
                    <a:moveTo>
                      <a:pt x="7703" y="4104"/>
                    </a:moveTo>
                    <a:cubicBezTo>
                      <a:pt x="7790" y="4104"/>
                      <a:pt x="7877" y="4135"/>
                      <a:pt x="7940" y="4198"/>
                    </a:cubicBezTo>
                    <a:cubicBezTo>
                      <a:pt x="8066" y="4324"/>
                      <a:pt x="8066" y="4545"/>
                      <a:pt x="7940" y="4671"/>
                    </a:cubicBezTo>
                    <a:lnTo>
                      <a:pt x="4978" y="7632"/>
                    </a:lnTo>
                    <a:cubicBezTo>
                      <a:pt x="4915" y="7679"/>
                      <a:pt x="4828" y="7703"/>
                      <a:pt x="4742" y="7703"/>
                    </a:cubicBezTo>
                    <a:cubicBezTo>
                      <a:pt x="4655" y="7703"/>
                      <a:pt x="4569" y="7679"/>
                      <a:pt x="4506" y="7632"/>
                    </a:cubicBezTo>
                    <a:cubicBezTo>
                      <a:pt x="4380" y="7506"/>
                      <a:pt x="4380" y="7254"/>
                      <a:pt x="4506" y="7160"/>
                    </a:cubicBezTo>
                    <a:lnTo>
                      <a:pt x="7467" y="4198"/>
                    </a:lnTo>
                    <a:cubicBezTo>
                      <a:pt x="7530" y="4135"/>
                      <a:pt x="7617" y="4104"/>
                      <a:pt x="7703" y="4104"/>
                    </a:cubicBezTo>
                    <a:close/>
                    <a:moveTo>
                      <a:pt x="3781" y="6939"/>
                    </a:moveTo>
                    <a:lnTo>
                      <a:pt x="3781" y="6939"/>
                    </a:lnTo>
                    <a:cubicBezTo>
                      <a:pt x="3592" y="7349"/>
                      <a:pt x="3686" y="7821"/>
                      <a:pt x="4001" y="8136"/>
                    </a:cubicBezTo>
                    <a:cubicBezTo>
                      <a:pt x="4198" y="8333"/>
                      <a:pt x="4457" y="8432"/>
                      <a:pt x="4715" y="8432"/>
                    </a:cubicBezTo>
                    <a:cubicBezTo>
                      <a:pt x="4870" y="8432"/>
                      <a:pt x="5025" y="8396"/>
                      <a:pt x="5167" y="8325"/>
                    </a:cubicBezTo>
                    <a:lnTo>
                      <a:pt x="5167" y="8325"/>
                    </a:lnTo>
                    <a:cubicBezTo>
                      <a:pt x="5136" y="8451"/>
                      <a:pt x="5041" y="8514"/>
                      <a:pt x="4978" y="8609"/>
                    </a:cubicBezTo>
                    <a:lnTo>
                      <a:pt x="4159" y="9428"/>
                    </a:lnTo>
                    <a:cubicBezTo>
                      <a:pt x="3954" y="9633"/>
                      <a:pt x="3686" y="9735"/>
                      <a:pt x="3419" y="9735"/>
                    </a:cubicBezTo>
                    <a:cubicBezTo>
                      <a:pt x="3151" y="9735"/>
                      <a:pt x="2883" y="9633"/>
                      <a:pt x="2678" y="9428"/>
                    </a:cubicBezTo>
                    <a:cubicBezTo>
                      <a:pt x="2300" y="9050"/>
                      <a:pt x="2300" y="8357"/>
                      <a:pt x="2678" y="7979"/>
                    </a:cubicBezTo>
                    <a:lnTo>
                      <a:pt x="3529" y="7160"/>
                    </a:lnTo>
                    <a:cubicBezTo>
                      <a:pt x="3592" y="7065"/>
                      <a:pt x="3718" y="7002"/>
                      <a:pt x="3781" y="6939"/>
                    </a:cubicBezTo>
                    <a:close/>
                    <a:moveTo>
                      <a:pt x="4212" y="5467"/>
                    </a:moveTo>
                    <a:cubicBezTo>
                      <a:pt x="4492" y="5467"/>
                      <a:pt x="4773" y="5516"/>
                      <a:pt x="5041" y="5616"/>
                    </a:cubicBezTo>
                    <a:lnTo>
                      <a:pt x="4506" y="6151"/>
                    </a:lnTo>
                    <a:cubicBezTo>
                      <a:pt x="4437" y="6143"/>
                      <a:pt x="4368" y="6139"/>
                      <a:pt x="4299" y="6139"/>
                    </a:cubicBezTo>
                    <a:cubicBezTo>
                      <a:pt x="3828" y="6139"/>
                      <a:pt x="3358" y="6322"/>
                      <a:pt x="3056" y="6624"/>
                    </a:cubicBezTo>
                    <a:lnTo>
                      <a:pt x="2206" y="7475"/>
                    </a:lnTo>
                    <a:cubicBezTo>
                      <a:pt x="1544" y="8136"/>
                      <a:pt x="1544" y="9239"/>
                      <a:pt x="2206" y="9900"/>
                    </a:cubicBezTo>
                    <a:cubicBezTo>
                      <a:pt x="2552" y="10231"/>
                      <a:pt x="3001" y="10397"/>
                      <a:pt x="3446" y="10397"/>
                    </a:cubicBezTo>
                    <a:cubicBezTo>
                      <a:pt x="3891" y="10397"/>
                      <a:pt x="4332" y="10231"/>
                      <a:pt x="4663" y="9900"/>
                    </a:cubicBezTo>
                    <a:lnTo>
                      <a:pt x="5482" y="9081"/>
                    </a:lnTo>
                    <a:cubicBezTo>
                      <a:pt x="5892" y="8672"/>
                      <a:pt x="6049" y="8136"/>
                      <a:pt x="5955" y="7632"/>
                    </a:cubicBezTo>
                    <a:lnTo>
                      <a:pt x="6522" y="7065"/>
                    </a:lnTo>
                    <a:lnTo>
                      <a:pt x="6522" y="7065"/>
                    </a:lnTo>
                    <a:cubicBezTo>
                      <a:pt x="6837" y="7947"/>
                      <a:pt x="6648" y="8924"/>
                      <a:pt x="5955" y="9585"/>
                    </a:cubicBezTo>
                    <a:lnTo>
                      <a:pt x="5136" y="10405"/>
                    </a:lnTo>
                    <a:cubicBezTo>
                      <a:pt x="4663" y="10877"/>
                      <a:pt x="4041" y="11113"/>
                      <a:pt x="3419" y="11113"/>
                    </a:cubicBezTo>
                    <a:cubicBezTo>
                      <a:pt x="2796" y="11113"/>
                      <a:pt x="2174" y="10877"/>
                      <a:pt x="1702" y="10405"/>
                    </a:cubicBezTo>
                    <a:cubicBezTo>
                      <a:pt x="756" y="9459"/>
                      <a:pt x="756" y="7916"/>
                      <a:pt x="1702" y="7002"/>
                    </a:cubicBezTo>
                    <a:lnTo>
                      <a:pt x="2552" y="6151"/>
                    </a:lnTo>
                    <a:cubicBezTo>
                      <a:pt x="3005" y="5699"/>
                      <a:pt x="3605" y="5467"/>
                      <a:pt x="4212" y="5467"/>
                    </a:cubicBezTo>
                    <a:close/>
                    <a:moveTo>
                      <a:pt x="8999" y="0"/>
                    </a:moveTo>
                    <a:cubicBezTo>
                      <a:pt x="8200" y="0"/>
                      <a:pt x="7404" y="307"/>
                      <a:pt x="6805" y="922"/>
                    </a:cubicBezTo>
                    <a:lnTo>
                      <a:pt x="5955" y="1741"/>
                    </a:lnTo>
                    <a:cubicBezTo>
                      <a:pt x="5136" y="2560"/>
                      <a:pt x="4852" y="3789"/>
                      <a:pt x="5230" y="4891"/>
                    </a:cubicBezTo>
                    <a:cubicBezTo>
                      <a:pt x="4920" y="4794"/>
                      <a:pt x="4601" y="4746"/>
                      <a:pt x="4283" y="4746"/>
                    </a:cubicBezTo>
                    <a:cubicBezTo>
                      <a:pt x="3469" y="4746"/>
                      <a:pt x="2669" y="5058"/>
                      <a:pt x="2080" y="5647"/>
                    </a:cubicBezTo>
                    <a:lnTo>
                      <a:pt x="1229" y="6466"/>
                    </a:lnTo>
                    <a:cubicBezTo>
                      <a:pt x="0" y="7695"/>
                      <a:pt x="0" y="9680"/>
                      <a:pt x="1229" y="10877"/>
                    </a:cubicBezTo>
                    <a:cubicBezTo>
                      <a:pt x="1843" y="11491"/>
                      <a:pt x="2647" y="11799"/>
                      <a:pt x="3446" y="11799"/>
                    </a:cubicBezTo>
                    <a:cubicBezTo>
                      <a:pt x="4246" y="11799"/>
                      <a:pt x="5041" y="11491"/>
                      <a:pt x="5640" y="10877"/>
                    </a:cubicBezTo>
                    <a:lnTo>
                      <a:pt x="6490" y="10058"/>
                    </a:lnTo>
                    <a:cubicBezTo>
                      <a:pt x="7309" y="9239"/>
                      <a:pt x="7593" y="8010"/>
                      <a:pt x="7215" y="6908"/>
                    </a:cubicBezTo>
                    <a:lnTo>
                      <a:pt x="7215" y="6908"/>
                    </a:lnTo>
                    <a:cubicBezTo>
                      <a:pt x="7525" y="7005"/>
                      <a:pt x="7844" y="7053"/>
                      <a:pt x="8162" y="7053"/>
                    </a:cubicBezTo>
                    <a:cubicBezTo>
                      <a:pt x="8976" y="7053"/>
                      <a:pt x="9776" y="6740"/>
                      <a:pt x="10365" y="6151"/>
                    </a:cubicBezTo>
                    <a:lnTo>
                      <a:pt x="11216" y="5332"/>
                    </a:lnTo>
                    <a:cubicBezTo>
                      <a:pt x="12413" y="4104"/>
                      <a:pt x="12413" y="2150"/>
                      <a:pt x="11216" y="922"/>
                    </a:cubicBezTo>
                    <a:cubicBezTo>
                      <a:pt x="10602" y="307"/>
                      <a:pt x="9798" y="0"/>
                      <a:pt x="89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2" name="Google Shape;1472;p18"/>
              <p:cNvSpPr/>
              <p:nvPr/>
            </p:nvSpPr>
            <p:spPr>
              <a:xfrm>
                <a:off x="5213946" y="2924655"/>
                <a:ext cx="503287" cy="500582"/>
              </a:xfrm>
              <a:custGeom>
                <a:rect b="b" l="l" r="r" t="t"/>
                <a:pathLst>
                  <a:path extrusionOk="0" h="11846" w="11910">
                    <a:moveTo>
                      <a:pt x="5924" y="2080"/>
                    </a:moveTo>
                    <a:cubicBezTo>
                      <a:pt x="6302" y="2080"/>
                      <a:pt x="6617" y="2395"/>
                      <a:pt x="6617" y="2773"/>
                    </a:cubicBezTo>
                    <a:cubicBezTo>
                      <a:pt x="6617" y="3182"/>
                      <a:pt x="6302" y="3497"/>
                      <a:pt x="5924" y="3497"/>
                    </a:cubicBezTo>
                    <a:cubicBezTo>
                      <a:pt x="5514" y="3497"/>
                      <a:pt x="5199" y="3182"/>
                      <a:pt x="5199" y="2773"/>
                    </a:cubicBezTo>
                    <a:cubicBezTo>
                      <a:pt x="5199" y="2395"/>
                      <a:pt x="5514" y="2080"/>
                      <a:pt x="5924" y="2080"/>
                    </a:cubicBezTo>
                    <a:close/>
                    <a:moveTo>
                      <a:pt x="5924" y="662"/>
                    </a:moveTo>
                    <a:cubicBezTo>
                      <a:pt x="7247" y="662"/>
                      <a:pt x="8318" y="1764"/>
                      <a:pt x="8318" y="3088"/>
                    </a:cubicBezTo>
                    <a:cubicBezTo>
                      <a:pt x="8318" y="3655"/>
                      <a:pt x="8129" y="4190"/>
                      <a:pt x="7783" y="4631"/>
                    </a:cubicBezTo>
                    <a:cubicBezTo>
                      <a:pt x="7562" y="4222"/>
                      <a:pt x="7310" y="3907"/>
                      <a:pt x="6900" y="3686"/>
                    </a:cubicBezTo>
                    <a:cubicBezTo>
                      <a:pt x="7153" y="3434"/>
                      <a:pt x="7310" y="3088"/>
                      <a:pt x="7310" y="2741"/>
                    </a:cubicBezTo>
                    <a:cubicBezTo>
                      <a:pt x="7310" y="1985"/>
                      <a:pt x="6680" y="1355"/>
                      <a:pt x="5924" y="1355"/>
                    </a:cubicBezTo>
                    <a:cubicBezTo>
                      <a:pt x="5168" y="1355"/>
                      <a:pt x="4538" y="1985"/>
                      <a:pt x="4538" y="2741"/>
                    </a:cubicBezTo>
                    <a:cubicBezTo>
                      <a:pt x="4538" y="3088"/>
                      <a:pt x="4695" y="3434"/>
                      <a:pt x="4947" y="3686"/>
                    </a:cubicBezTo>
                    <a:cubicBezTo>
                      <a:pt x="4538" y="3938"/>
                      <a:pt x="4223" y="4285"/>
                      <a:pt x="4034" y="4631"/>
                    </a:cubicBezTo>
                    <a:cubicBezTo>
                      <a:pt x="3592" y="4096"/>
                      <a:pt x="3403" y="3403"/>
                      <a:pt x="3498" y="2741"/>
                    </a:cubicBezTo>
                    <a:cubicBezTo>
                      <a:pt x="3655" y="1638"/>
                      <a:pt x="4664" y="662"/>
                      <a:pt x="5924" y="662"/>
                    </a:cubicBezTo>
                    <a:close/>
                    <a:moveTo>
                      <a:pt x="5924" y="4159"/>
                    </a:moveTo>
                    <a:cubicBezTo>
                      <a:pt x="6554" y="4159"/>
                      <a:pt x="7058" y="4600"/>
                      <a:pt x="7247" y="5135"/>
                    </a:cubicBezTo>
                    <a:cubicBezTo>
                      <a:pt x="6869" y="5388"/>
                      <a:pt x="6428" y="5545"/>
                      <a:pt x="5924" y="5545"/>
                    </a:cubicBezTo>
                    <a:cubicBezTo>
                      <a:pt x="5451" y="5545"/>
                      <a:pt x="4979" y="5388"/>
                      <a:pt x="4569" y="5135"/>
                    </a:cubicBezTo>
                    <a:cubicBezTo>
                      <a:pt x="4727" y="4568"/>
                      <a:pt x="5294" y="4159"/>
                      <a:pt x="5924" y="4159"/>
                    </a:cubicBezTo>
                    <a:close/>
                    <a:moveTo>
                      <a:pt x="1734" y="9042"/>
                    </a:moveTo>
                    <a:cubicBezTo>
                      <a:pt x="2301" y="9042"/>
                      <a:pt x="2773" y="9483"/>
                      <a:pt x="2773" y="10082"/>
                    </a:cubicBezTo>
                    <a:cubicBezTo>
                      <a:pt x="2773" y="10649"/>
                      <a:pt x="2301" y="11121"/>
                      <a:pt x="1734" y="11121"/>
                    </a:cubicBezTo>
                    <a:cubicBezTo>
                      <a:pt x="1198" y="11121"/>
                      <a:pt x="726" y="10649"/>
                      <a:pt x="726" y="10082"/>
                    </a:cubicBezTo>
                    <a:cubicBezTo>
                      <a:pt x="726" y="9483"/>
                      <a:pt x="1198" y="9042"/>
                      <a:pt x="1734" y="9042"/>
                    </a:cubicBezTo>
                    <a:close/>
                    <a:moveTo>
                      <a:pt x="5924" y="9042"/>
                    </a:moveTo>
                    <a:cubicBezTo>
                      <a:pt x="6522" y="9042"/>
                      <a:pt x="6932" y="9515"/>
                      <a:pt x="6932" y="10082"/>
                    </a:cubicBezTo>
                    <a:cubicBezTo>
                      <a:pt x="6932" y="10649"/>
                      <a:pt x="6459" y="11121"/>
                      <a:pt x="5924" y="11121"/>
                    </a:cubicBezTo>
                    <a:cubicBezTo>
                      <a:pt x="5357" y="11121"/>
                      <a:pt x="4884" y="10649"/>
                      <a:pt x="4884" y="10082"/>
                    </a:cubicBezTo>
                    <a:cubicBezTo>
                      <a:pt x="4884" y="9483"/>
                      <a:pt x="5325" y="9042"/>
                      <a:pt x="5924" y="9042"/>
                    </a:cubicBezTo>
                    <a:close/>
                    <a:moveTo>
                      <a:pt x="10145" y="9042"/>
                    </a:moveTo>
                    <a:cubicBezTo>
                      <a:pt x="10681" y="9042"/>
                      <a:pt x="11154" y="9483"/>
                      <a:pt x="11154" y="10082"/>
                    </a:cubicBezTo>
                    <a:cubicBezTo>
                      <a:pt x="11154" y="10649"/>
                      <a:pt x="10681" y="11121"/>
                      <a:pt x="10145" y="11121"/>
                    </a:cubicBezTo>
                    <a:cubicBezTo>
                      <a:pt x="9578" y="11121"/>
                      <a:pt x="9106" y="10649"/>
                      <a:pt x="9106" y="10082"/>
                    </a:cubicBezTo>
                    <a:cubicBezTo>
                      <a:pt x="9106" y="9483"/>
                      <a:pt x="9578" y="9042"/>
                      <a:pt x="10145" y="9042"/>
                    </a:cubicBezTo>
                    <a:close/>
                    <a:moveTo>
                      <a:pt x="5955" y="0"/>
                    </a:moveTo>
                    <a:cubicBezTo>
                      <a:pt x="4349" y="0"/>
                      <a:pt x="3088" y="1197"/>
                      <a:pt x="2868" y="2678"/>
                    </a:cubicBezTo>
                    <a:cubicBezTo>
                      <a:pt x="2647" y="4442"/>
                      <a:pt x="3908" y="6018"/>
                      <a:pt x="5640" y="6207"/>
                    </a:cubicBezTo>
                    <a:lnTo>
                      <a:pt x="5640" y="6963"/>
                    </a:lnTo>
                    <a:lnTo>
                      <a:pt x="2427" y="6963"/>
                    </a:lnTo>
                    <a:cubicBezTo>
                      <a:pt x="1828" y="6963"/>
                      <a:pt x="1387" y="7435"/>
                      <a:pt x="1387" y="7971"/>
                    </a:cubicBezTo>
                    <a:lnTo>
                      <a:pt x="1387" y="8380"/>
                    </a:lnTo>
                    <a:cubicBezTo>
                      <a:pt x="599" y="8538"/>
                      <a:pt x="1" y="9231"/>
                      <a:pt x="1" y="10082"/>
                    </a:cubicBezTo>
                    <a:cubicBezTo>
                      <a:pt x="1" y="11027"/>
                      <a:pt x="789" y="11846"/>
                      <a:pt x="1734" y="11846"/>
                    </a:cubicBezTo>
                    <a:cubicBezTo>
                      <a:pt x="2679" y="11846"/>
                      <a:pt x="3466" y="11058"/>
                      <a:pt x="3466" y="10082"/>
                    </a:cubicBezTo>
                    <a:cubicBezTo>
                      <a:pt x="3466" y="9231"/>
                      <a:pt x="2868" y="8538"/>
                      <a:pt x="2080" y="8380"/>
                    </a:cubicBezTo>
                    <a:lnTo>
                      <a:pt x="2080" y="7971"/>
                    </a:lnTo>
                    <a:cubicBezTo>
                      <a:pt x="2080" y="7782"/>
                      <a:pt x="2238" y="7624"/>
                      <a:pt x="2458" y="7624"/>
                    </a:cubicBezTo>
                    <a:lnTo>
                      <a:pt x="5609" y="7624"/>
                    </a:lnTo>
                    <a:lnTo>
                      <a:pt x="5609" y="8349"/>
                    </a:lnTo>
                    <a:cubicBezTo>
                      <a:pt x="4821" y="8506"/>
                      <a:pt x="4223" y="9200"/>
                      <a:pt x="4223" y="10019"/>
                    </a:cubicBezTo>
                    <a:cubicBezTo>
                      <a:pt x="4223" y="10964"/>
                      <a:pt x="5010" y="11814"/>
                      <a:pt x="5955" y="11814"/>
                    </a:cubicBezTo>
                    <a:cubicBezTo>
                      <a:pt x="6900" y="11814"/>
                      <a:pt x="7688" y="11027"/>
                      <a:pt x="7688" y="10019"/>
                    </a:cubicBezTo>
                    <a:cubicBezTo>
                      <a:pt x="7688" y="9200"/>
                      <a:pt x="7090" y="8506"/>
                      <a:pt x="6302" y="8349"/>
                    </a:cubicBezTo>
                    <a:lnTo>
                      <a:pt x="6302" y="7624"/>
                    </a:lnTo>
                    <a:lnTo>
                      <a:pt x="9452" y="7624"/>
                    </a:lnTo>
                    <a:cubicBezTo>
                      <a:pt x="9641" y="7624"/>
                      <a:pt x="9799" y="7782"/>
                      <a:pt x="9799" y="7971"/>
                    </a:cubicBezTo>
                    <a:lnTo>
                      <a:pt x="9799" y="8380"/>
                    </a:lnTo>
                    <a:cubicBezTo>
                      <a:pt x="9011" y="8538"/>
                      <a:pt x="8444" y="9231"/>
                      <a:pt x="8444" y="10082"/>
                    </a:cubicBezTo>
                    <a:cubicBezTo>
                      <a:pt x="8444" y="11027"/>
                      <a:pt x="9232" y="11846"/>
                      <a:pt x="10177" y="11846"/>
                    </a:cubicBezTo>
                    <a:cubicBezTo>
                      <a:pt x="11122" y="11846"/>
                      <a:pt x="11910" y="11058"/>
                      <a:pt x="11910" y="10082"/>
                    </a:cubicBezTo>
                    <a:cubicBezTo>
                      <a:pt x="11910" y="9231"/>
                      <a:pt x="11311" y="8538"/>
                      <a:pt x="10524" y="8380"/>
                    </a:cubicBezTo>
                    <a:lnTo>
                      <a:pt x="10524" y="7971"/>
                    </a:lnTo>
                    <a:cubicBezTo>
                      <a:pt x="10524" y="7404"/>
                      <a:pt x="10051" y="6963"/>
                      <a:pt x="9484" y="6963"/>
                    </a:cubicBezTo>
                    <a:lnTo>
                      <a:pt x="6333" y="6963"/>
                    </a:lnTo>
                    <a:lnTo>
                      <a:pt x="6333" y="6207"/>
                    </a:lnTo>
                    <a:cubicBezTo>
                      <a:pt x="7909" y="6049"/>
                      <a:pt x="9106" y="4726"/>
                      <a:pt x="9106" y="3088"/>
                    </a:cubicBezTo>
                    <a:cubicBezTo>
                      <a:pt x="9106" y="1355"/>
                      <a:pt x="7688" y="0"/>
                      <a:pt x="59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73" name="Google Shape;1473;p18"/>
              <p:cNvGrpSpPr/>
              <p:nvPr/>
            </p:nvGrpSpPr>
            <p:grpSpPr>
              <a:xfrm>
                <a:off x="8378717" y="1688816"/>
                <a:ext cx="501935" cy="498892"/>
                <a:chOff x="5045775" y="1946400"/>
                <a:chExt cx="296950" cy="295150"/>
              </a:xfrm>
            </p:grpSpPr>
            <p:sp>
              <p:nvSpPr>
                <p:cNvPr id="1474" name="Google Shape;1474;p18"/>
                <p:cNvSpPr/>
                <p:nvPr/>
              </p:nvSpPr>
              <p:spPr>
                <a:xfrm>
                  <a:off x="5113500" y="1998600"/>
                  <a:ext cx="160700" cy="155950"/>
                </a:xfrm>
                <a:custGeom>
                  <a:rect b="b" l="l" r="r" t="t"/>
                  <a:pathLst>
                    <a:path extrusionOk="0" h="6238" w="6428">
                      <a:moveTo>
                        <a:pt x="3309" y="2079"/>
                      </a:moveTo>
                      <a:cubicBezTo>
                        <a:pt x="3718" y="2079"/>
                        <a:pt x="4033" y="2394"/>
                        <a:pt x="4033" y="2804"/>
                      </a:cubicBezTo>
                      <a:cubicBezTo>
                        <a:pt x="4033" y="3182"/>
                        <a:pt x="3718" y="3497"/>
                        <a:pt x="3309" y="3497"/>
                      </a:cubicBezTo>
                      <a:cubicBezTo>
                        <a:pt x="2931" y="3497"/>
                        <a:pt x="2616" y="3150"/>
                        <a:pt x="2616" y="2804"/>
                      </a:cubicBezTo>
                      <a:cubicBezTo>
                        <a:pt x="2616" y="2394"/>
                        <a:pt x="2931" y="2079"/>
                        <a:pt x="3309" y="2079"/>
                      </a:cubicBezTo>
                      <a:close/>
                      <a:moveTo>
                        <a:pt x="3403" y="662"/>
                      </a:moveTo>
                      <a:cubicBezTo>
                        <a:pt x="4726" y="662"/>
                        <a:pt x="5798" y="1764"/>
                        <a:pt x="5798" y="3119"/>
                      </a:cubicBezTo>
                      <a:cubicBezTo>
                        <a:pt x="5703" y="3655"/>
                        <a:pt x="5546" y="4222"/>
                        <a:pt x="5199" y="4663"/>
                      </a:cubicBezTo>
                      <a:cubicBezTo>
                        <a:pt x="5010" y="4253"/>
                        <a:pt x="4726" y="3938"/>
                        <a:pt x="4348" y="3686"/>
                      </a:cubicBezTo>
                      <a:cubicBezTo>
                        <a:pt x="4569" y="3466"/>
                        <a:pt x="4726" y="3119"/>
                        <a:pt x="4726" y="2741"/>
                      </a:cubicBezTo>
                      <a:cubicBezTo>
                        <a:pt x="4726" y="2016"/>
                        <a:pt x="4096" y="1386"/>
                        <a:pt x="3340" y="1386"/>
                      </a:cubicBezTo>
                      <a:cubicBezTo>
                        <a:pt x="2616" y="1386"/>
                        <a:pt x="1986" y="2016"/>
                        <a:pt x="1986" y="2741"/>
                      </a:cubicBezTo>
                      <a:cubicBezTo>
                        <a:pt x="1986" y="3119"/>
                        <a:pt x="2143" y="3466"/>
                        <a:pt x="2364" y="3686"/>
                      </a:cubicBezTo>
                      <a:cubicBezTo>
                        <a:pt x="1986" y="3907"/>
                        <a:pt x="1702" y="4253"/>
                        <a:pt x="1513" y="4663"/>
                      </a:cubicBezTo>
                      <a:cubicBezTo>
                        <a:pt x="1072" y="4096"/>
                        <a:pt x="883" y="3434"/>
                        <a:pt x="977" y="2772"/>
                      </a:cubicBezTo>
                      <a:cubicBezTo>
                        <a:pt x="1135" y="1670"/>
                        <a:pt x="2143" y="662"/>
                        <a:pt x="3403" y="662"/>
                      </a:cubicBezTo>
                      <a:close/>
                      <a:moveTo>
                        <a:pt x="3309" y="4190"/>
                      </a:moveTo>
                      <a:cubicBezTo>
                        <a:pt x="3939" y="4190"/>
                        <a:pt x="4443" y="4600"/>
                        <a:pt x="4663" y="5167"/>
                      </a:cubicBezTo>
                      <a:cubicBezTo>
                        <a:pt x="4254" y="5450"/>
                        <a:pt x="3781" y="5545"/>
                        <a:pt x="3309" y="5545"/>
                      </a:cubicBezTo>
                      <a:cubicBezTo>
                        <a:pt x="2836" y="5545"/>
                        <a:pt x="2364" y="5387"/>
                        <a:pt x="1986" y="5167"/>
                      </a:cubicBezTo>
                      <a:cubicBezTo>
                        <a:pt x="2143" y="4568"/>
                        <a:pt x="2679" y="4190"/>
                        <a:pt x="3309" y="4190"/>
                      </a:cubicBezTo>
                      <a:close/>
                      <a:moveTo>
                        <a:pt x="3309" y="0"/>
                      </a:moveTo>
                      <a:cubicBezTo>
                        <a:pt x="1733" y="0"/>
                        <a:pt x="410" y="1229"/>
                        <a:pt x="253" y="2678"/>
                      </a:cubicBezTo>
                      <a:cubicBezTo>
                        <a:pt x="1" y="4600"/>
                        <a:pt x="1450" y="6238"/>
                        <a:pt x="3309" y="6238"/>
                      </a:cubicBezTo>
                      <a:cubicBezTo>
                        <a:pt x="5042" y="6238"/>
                        <a:pt x="6428" y="4820"/>
                        <a:pt x="6428" y="3119"/>
                      </a:cubicBezTo>
                      <a:cubicBezTo>
                        <a:pt x="6428" y="1418"/>
                        <a:pt x="5042" y="0"/>
                        <a:pt x="33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75" name="Google Shape;1475;p18"/>
                <p:cNvSpPr/>
                <p:nvPr/>
              </p:nvSpPr>
              <p:spPr>
                <a:xfrm>
                  <a:off x="5045775" y="1946400"/>
                  <a:ext cx="296950" cy="295150"/>
                </a:xfrm>
                <a:custGeom>
                  <a:rect b="b" l="l" r="r" t="t"/>
                  <a:pathLst>
                    <a:path extrusionOk="0" h="11806" w="11878">
                      <a:moveTo>
                        <a:pt x="6018" y="765"/>
                      </a:moveTo>
                      <a:lnTo>
                        <a:pt x="6868" y="1426"/>
                      </a:lnTo>
                      <a:cubicBezTo>
                        <a:pt x="6963" y="1458"/>
                        <a:pt x="7026" y="1489"/>
                        <a:pt x="7152" y="1489"/>
                      </a:cubicBezTo>
                      <a:lnTo>
                        <a:pt x="8223" y="1332"/>
                      </a:lnTo>
                      <a:lnTo>
                        <a:pt x="8664" y="2372"/>
                      </a:lnTo>
                      <a:cubicBezTo>
                        <a:pt x="8696" y="2435"/>
                        <a:pt x="8790" y="2529"/>
                        <a:pt x="8853" y="2561"/>
                      </a:cubicBezTo>
                      <a:lnTo>
                        <a:pt x="9893" y="2970"/>
                      </a:lnTo>
                      <a:lnTo>
                        <a:pt x="9735" y="4073"/>
                      </a:lnTo>
                      <a:cubicBezTo>
                        <a:pt x="9735" y="4136"/>
                        <a:pt x="9735" y="4262"/>
                        <a:pt x="9798" y="4325"/>
                      </a:cubicBezTo>
                      <a:lnTo>
                        <a:pt x="10460" y="5207"/>
                      </a:lnTo>
                      <a:lnTo>
                        <a:pt x="9798" y="6058"/>
                      </a:lnTo>
                      <a:cubicBezTo>
                        <a:pt x="9767" y="6152"/>
                        <a:pt x="9735" y="6215"/>
                        <a:pt x="9735" y="6341"/>
                      </a:cubicBezTo>
                      <a:lnTo>
                        <a:pt x="9893" y="7444"/>
                      </a:lnTo>
                      <a:lnTo>
                        <a:pt x="8853" y="7853"/>
                      </a:lnTo>
                      <a:cubicBezTo>
                        <a:pt x="8790" y="7885"/>
                        <a:pt x="8696" y="7948"/>
                        <a:pt x="8664" y="8042"/>
                      </a:cubicBezTo>
                      <a:lnTo>
                        <a:pt x="8255" y="9051"/>
                      </a:lnTo>
                      <a:lnTo>
                        <a:pt x="7120" y="8893"/>
                      </a:lnTo>
                      <a:cubicBezTo>
                        <a:pt x="7057" y="8893"/>
                        <a:pt x="6931" y="8893"/>
                        <a:pt x="6837" y="8988"/>
                      </a:cubicBezTo>
                      <a:lnTo>
                        <a:pt x="5986" y="9649"/>
                      </a:lnTo>
                      <a:lnTo>
                        <a:pt x="5104" y="8988"/>
                      </a:lnTo>
                      <a:cubicBezTo>
                        <a:pt x="5041" y="8925"/>
                        <a:pt x="5010" y="8893"/>
                        <a:pt x="4915" y="8893"/>
                      </a:cubicBezTo>
                      <a:lnTo>
                        <a:pt x="4884" y="8893"/>
                      </a:lnTo>
                      <a:lnTo>
                        <a:pt x="3781" y="9051"/>
                      </a:lnTo>
                      <a:lnTo>
                        <a:pt x="3371" y="8042"/>
                      </a:lnTo>
                      <a:cubicBezTo>
                        <a:pt x="3340" y="7948"/>
                        <a:pt x="3277" y="7885"/>
                        <a:pt x="3182" y="7853"/>
                      </a:cubicBezTo>
                      <a:lnTo>
                        <a:pt x="2143" y="7444"/>
                      </a:lnTo>
                      <a:lnTo>
                        <a:pt x="2300" y="6341"/>
                      </a:lnTo>
                      <a:cubicBezTo>
                        <a:pt x="2300" y="6278"/>
                        <a:pt x="2300" y="6152"/>
                        <a:pt x="2237" y="6058"/>
                      </a:cubicBezTo>
                      <a:lnTo>
                        <a:pt x="1576" y="5207"/>
                      </a:lnTo>
                      <a:lnTo>
                        <a:pt x="2237" y="4325"/>
                      </a:lnTo>
                      <a:cubicBezTo>
                        <a:pt x="2269" y="4262"/>
                        <a:pt x="2300" y="4167"/>
                        <a:pt x="2300" y="4073"/>
                      </a:cubicBezTo>
                      <a:lnTo>
                        <a:pt x="2143" y="2970"/>
                      </a:lnTo>
                      <a:lnTo>
                        <a:pt x="3182" y="2561"/>
                      </a:lnTo>
                      <a:cubicBezTo>
                        <a:pt x="3277" y="2529"/>
                        <a:pt x="3340" y="2435"/>
                        <a:pt x="3371" y="2372"/>
                      </a:cubicBezTo>
                      <a:lnTo>
                        <a:pt x="3812" y="1332"/>
                      </a:lnTo>
                      <a:lnTo>
                        <a:pt x="4884" y="1489"/>
                      </a:lnTo>
                      <a:cubicBezTo>
                        <a:pt x="4947" y="1489"/>
                        <a:pt x="5073" y="1489"/>
                        <a:pt x="5167" y="1426"/>
                      </a:cubicBezTo>
                      <a:lnTo>
                        <a:pt x="6018" y="765"/>
                      </a:lnTo>
                      <a:close/>
                      <a:moveTo>
                        <a:pt x="2174" y="8168"/>
                      </a:moveTo>
                      <a:lnTo>
                        <a:pt x="2804" y="8420"/>
                      </a:lnTo>
                      <a:lnTo>
                        <a:pt x="3277" y="9586"/>
                      </a:lnTo>
                      <a:cubicBezTo>
                        <a:pt x="3308" y="9681"/>
                        <a:pt x="3434" y="9775"/>
                        <a:pt x="3529" y="9775"/>
                      </a:cubicBezTo>
                      <a:lnTo>
                        <a:pt x="2647" y="10720"/>
                      </a:lnTo>
                      <a:lnTo>
                        <a:pt x="2426" y="9649"/>
                      </a:lnTo>
                      <a:cubicBezTo>
                        <a:pt x="2395" y="9523"/>
                        <a:pt x="2332" y="9429"/>
                        <a:pt x="2174" y="9366"/>
                      </a:cubicBezTo>
                      <a:lnTo>
                        <a:pt x="1134" y="9177"/>
                      </a:lnTo>
                      <a:lnTo>
                        <a:pt x="2174" y="8168"/>
                      </a:lnTo>
                      <a:close/>
                      <a:moveTo>
                        <a:pt x="9861" y="8105"/>
                      </a:moveTo>
                      <a:lnTo>
                        <a:pt x="10901" y="9145"/>
                      </a:lnTo>
                      <a:lnTo>
                        <a:pt x="9893" y="9366"/>
                      </a:lnTo>
                      <a:cubicBezTo>
                        <a:pt x="9767" y="9429"/>
                        <a:pt x="9641" y="9492"/>
                        <a:pt x="9609" y="9649"/>
                      </a:cubicBezTo>
                      <a:lnTo>
                        <a:pt x="9389" y="10720"/>
                      </a:lnTo>
                      <a:lnTo>
                        <a:pt x="8507" y="9712"/>
                      </a:lnTo>
                      <a:cubicBezTo>
                        <a:pt x="8601" y="9712"/>
                        <a:pt x="8727" y="9649"/>
                        <a:pt x="8759" y="9523"/>
                      </a:cubicBezTo>
                      <a:lnTo>
                        <a:pt x="9231" y="8389"/>
                      </a:lnTo>
                      <a:lnTo>
                        <a:pt x="9861" y="8105"/>
                      </a:lnTo>
                      <a:close/>
                      <a:moveTo>
                        <a:pt x="6002" y="1"/>
                      </a:moveTo>
                      <a:cubicBezTo>
                        <a:pt x="5923" y="1"/>
                        <a:pt x="5844" y="24"/>
                        <a:pt x="5797" y="72"/>
                      </a:cubicBezTo>
                      <a:lnTo>
                        <a:pt x="4852" y="828"/>
                      </a:lnTo>
                      <a:lnTo>
                        <a:pt x="3623" y="670"/>
                      </a:lnTo>
                      <a:cubicBezTo>
                        <a:pt x="3607" y="667"/>
                        <a:pt x="3590" y="665"/>
                        <a:pt x="3573" y="665"/>
                      </a:cubicBezTo>
                      <a:cubicBezTo>
                        <a:pt x="3434" y="665"/>
                        <a:pt x="3305" y="775"/>
                        <a:pt x="3277" y="859"/>
                      </a:cubicBezTo>
                      <a:lnTo>
                        <a:pt x="2804" y="2025"/>
                      </a:lnTo>
                      <a:lnTo>
                        <a:pt x="1639" y="2498"/>
                      </a:lnTo>
                      <a:cubicBezTo>
                        <a:pt x="1481" y="2561"/>
                        <a:pt x="1418" y="2687"/>
                        <a:pt x="1450" y="2844"/>
                      </a:cubicBezTo>
                      <a:lnTo>
                        <a:pt x="1607" y="4073"/>
                      </a:lnTo>
                      <a:lnTo>
                        <a:pt x="851" y="5018"/>
                      </a:lnTo>
                      <a:cubicBezTo>
                        <a:pt x="788" y="5112"/>
                        <a:pt x="788" y="5333"/>
                        <a:pt x="851" y="5428"/>
                      </a:cubicBezTo>
                      <a:lnTo>
                        <a:pt x="1607" y="6373"/>
                      </a:lnTo>
                      <a:lnTo>
                        <a:pt x="1450" y="7601"/>
                      </a:lnTo>
                      <a:cubicBezTo>
                        <a:pt x="1450" y="7696"/>
                        <a:pt x="1450" y="7759"/>
                        <a:pt x="1481" y="7853"/>
                      </a:cubicBezTo>
                      <a:lnTo>
                        <a:pt x="189" y="9145"/>
                      </a:lnTo>
                      <a:cubicBezTo>
                        <a:pt x="0" y="9334"/>
                        <a:pt x="126" y="9649"/>
                        <a:pt x="347" y="9744"/>
                      </a:cubicBezTo>
                      <a:lnTo>
                        <a:pt x="1765" y="10059"/>
                      </a:lnTo>
                      <a:lnTo>
                        <a:pt x="2080" y="11539"/>
                      </a:lnTo>
                      <a:cubicBezTo>
                        <a:pt x="2099" y="11714"/>
                        <a:pt x="2250" y="11805"/>
                        <a:pt x="2407" y="11805"/>
                      </a:cubicBezTo>
                      <a:cubicBezTo>
                        <a:pt x="2505" y="11805"/>
                        <a:pt x="2606" y="11770"/>
                        <a:pt x="2678" y="11697"/>
                      </a:cubicBezTo>
                      <a:cubicBezTo>
                        <a:pt x="4410" y="9858"/>
                        <a:pt x="4587" y="9665"/>
                        <a:pt x="4601" y="9649"/>
                      </a:cubicBezTo>
                      <a:lnTo>
                        <a:pt x="4601" y="9649"/>
                      </a:lnTo>
                      <a:lnTo>
                        <a:pt x="4789" y="9618"/>
                      </a:lnTo>
                      <a:lnTo>
                        <a:pt x="5734" y="10374"/>
                      </a:lnTo>
                      <a:cubicBezTo>
                        <a:pt x="5829" y="10405"/>
                        <a:pt x="5860" y="10437"/>
                        <a:pt x="5955" y="10437"/>
                      </a:cubicBezTo>
                      <a:cubicBezTo>
                        <a:pt x="6018" y="10437"/>
                        <a:pt x="6112" y="10405"/>
                        <a:pt x="6144" y="10374"/>
                      </a:cubicBezTo>
                      <a:lnTo>
                        <a:pt x="7089" y="9618"/>
                      </a:lnTo>
                      <a:lnTo>
                        <a:pt x="7278" y="9649"/>
                      </a:lnTo>
                      <a:lnTo>
                        <a:pt x="9200" y="11697"/>
                      </a:lnTo>
                      <a:cubicBezTo>
                        <a:pt x="9284" y="11770"/>
                        <a:pt x="9388" y="11805"/>
                        <a:pt x="9485" y="11805"/>
                      </a:cubicBezTo>
                      <a:cubicBezTo>
                        <a:pt x="9640" y="11805"/>
                        <a:pt x="9779" y="11714"/>
                        <a:pt x="9798" y="11539"/>
                      </a:cubicBezTo>
                      <a:lnTo>
                        <a:pt x="10113" y="10059"/>
                      </a:lnTo>
                      <a:lnTo>
                        <a:pt x="11531" y="9744"/>
                      </a:lnTo>
                      <a:cubicBezTo>
                        <a:pt x="11815" y="9681"/>
                        <a:pt x="11878" y="9334"/>
                        <a:pt x="11689" y="9145"/>
                      </a:cubicBezTo>
                      <a:lnTo>
                        <a:pt x="10523" y="7853"/>
                      </a:lnTo>
                      <a:cubicBezTo>
                        <a:pt x="10554" y="7759"/>
                        <a:pt x="10586" y="7696"/>
                        <a:pt x="10554" y="7601"/>
                      </a:cubicBezTo>
                      <a:lnTo>
                        <a:pt x="10397" y="6373"/>
                      </a:lnTo>
                      <a:lnTo>
                        <a:pt x="11153" y="5428"/>
                      </a:lnTo>
                      <a:cubicBezTo>
                        <a:pt x="11216" y="5333"/>
                        <a:pt x="11216" y="5112"/>
                        <a:pt x="11153" y="5018"/>
                      </a:cubicBezTo>
                      <a:lnTo>
                        <a:pt x="10397" y="4073"/>
                      </a:lnTo>
                      <a:lnTo>
                        <a:pt x="10554" y="2844"/>
                      </a:lnTo>
                      <a:cubicBezTo>
                        <a:pt x="10586" y="2687"/>
                        <a:pt x="10460" y="2529"/>
                        <a:pt x="10365" y="2498"/>
                      </a:cubicBezTo>
                      <a:lnTo>
                        <a:pt x="9200" y="2025"/>
                      </a:lnTo>
                      <a:lnTo>
                        <a:pt x="8727" y="859"/>
                      </a:lnTo>
                      <a:cubicBezTo>
                        <a:pt x="8675" y="728"/>
                        <a:pt x="8578" y="662"/>
                        <a:pt x="8457" y="662"/>
                      </a:cubicBezTo>
                      <a:cubicBezTo>
                        <a:pt x="8432" y="662"/>
                        <a:pt x="8407" y="665"/>
                        <a:pt x="8381" y="670"/>
                      </a:cubicBezTo>
                      <a:lnTo>
                        <a:pt x="7152" y="828"/>
                      </a:lnTo>
                      <a:lnTo>
                        <a:pt x="6207" y="72"/>
                      </a:lnTo>
                      <a:cubicBezTo>
                        <a:pt x="6160" y="24"/>
                        <a:pt x="6081" y="1"/>
                        <a:pt x="600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76" name="Google Shape;1476;p18"/>
              <p:cNvGrpSpPr/>
              <p:nvPr/>
            </p:nvGrpSpPr>
            <p:grpSpPr>
              <a:xfrm>
                <a:off x="8376717" y="2310347"/>
                <a:ext cx="505949" cy="442056"/>
                <a:chOff x="5046550" y="2327025"/>
                <a:chExt cx="299325" cy="261525"/>
              </a:xfrm>
            </p:grpSpPr>
            <p:sp>
              <p:nvSpPr>
                <p:cNvPr id="1477" name="Google Shape;1477;p18"/>
                <p:cNvSpPr/>
                <p:nvPr/>
              </p:nvSpPr>
              <p:spPr>
                <a:xfrm>
                  <a:off x="5046550" y="2448325"/>
                  <a:ext cx="297750" cy="140225"/>
                </a:xfrm>
                <a:custGeom>
                  <a:rect b="b" l="l" r="r" t="t"/>
                  <a:pathLst>
                    <a:path extrusionOk="0" h="5609" w="11910">
                      <a:moveTo>
                        <a:pt x="4569" y="1386"/>
                      </a:moveTo>
                      <a:cubicBezTo>
                        <a:pt x="4538" y="1575"/>
                        <a:pt x="4506" y="1828"/>
                        <a:pt x="4443" y="2111"/>
                      </a:cubicBezTo>
                      <a:lnTo>
                        <a:pt x="757" y="2111"/>
                      </a:lnTo>
                      <a:lnTo>
                        <a:pt x="757" y="1386"/>
                      </a:lnTo>
                      <a:close/>
                      <a:moveTo>
                        <a:pt x="11185" y="1386"/>
                      </a:moveTo>
                      <a:lnTo>
                        <a:pt x="11185" y="2111"/>
                      </a:lnTo>
                      <a:lnTo>
                        <a:pt x="7530" y="2111"/>
                      </a:lnTo>
                      <a:cubicBezTo>
                        <a:pt x="7467" y="1828"/>
                        <a:pt x="7436" y="1575"/>
                        <a:pt x="7373" y="1386"/>
                      </a:cubicBezTo>
                      <a:close/>
                      <a:moveTo>
                        <a:pt x="5955" y="725"/>
                      </a:moveTo>
                      <a:cubicBezTo>
                        <a:pt x="6270" y="725"/>
                        <a:pt x="6396" y="788"/>
                        <a:pt x="6491" y="1071"/>
                      </a:cubicBezTo>
                      <a:cubicBezTo>
                        <a:pt x="6743" y="1639"/>
                        <a:pt x="6900" y="2804"/>
                        <a:pt x="7247" y="4852"/>
                      </a:cubicBezTo>
                      <a:lnTo>
                        <a:pt x="4664" y="4852"/>
                      </a:lnTo>
                      <a:cubicBezTo>
                        <a:pt x="5010" y="2804"/>
                        <a:pt x="5168" y="1639"/>
                        <a:pt x="5388" y="1071"/>
                      </a:cubicBezTo>
                      <a:cubicBezTo>
                        <a:pt x="5514" y="788"/>
                        <a:pt x="5640" y="725"/>
                        <a:pt x="5955" y="725"/>
                      </a:cubicBezTo>
                      <a:close/>
                      <a:moveTo>
                        <a:pt x="5955" y="0"/>
                      </a:moveTo>
                      <a:cubicBezTo>
                        <a:pt x="5357" y="0"/>
                        <a:pt x="5010" y="221"/>
                        <a:pt x="4758" y="725"/>
                      </a:cubicBezTo>
                      <a:lnTo>
                        <a:pt x="347" y="725"/>
                      </a:lnTo>
                      <a:cubicBezTo>
                        <a:pt x="158" y="725"/>
                        <a:pt x="1" y="882"/>
                        <a:pt x="1" y="1071"/>
                      </a:cubicBezTo>
                      <a:lnTo>
                        <a:pt x="1" y="2458"/>
                      </a:lnTo>
                      <a:cubicBezTo>
                        <a:pt x="1" y="2647"/>
                        <a:pt x="158" y="2804"/>
                        <a:pt x="347" y="2804"/>
                      </a:cubicBezTo>
                      <a:lnTo>
                        <a:pt x="4254" y="2804"/>
                      </a:lnTo>
                      <a:cubicBezTo>
                        <a:pt x="4191" y="3371"/>
                        <a:pt x="4065" y="4064"/>
                        <a:pt x="3907" y="4884"/>
                      </a:cubicBezTo>
                      <a:lnTo>
                        <a:pt x="3498" y="4884"/>
                      </a:lnTo>
                      <a:cubicBezTo>
                        <a:pt x="3309" y="4884"/>
                        <a:pt x="3151" y="5041"/>
                        <a:pt x="3151" y="5262"/>
                      </a:cubicBezTo>
                      <a:cubicBezTo>
                        <a:pt x="3151" y="5451"/>
                        <a:pt x="3309" y="5608"/>
                        <a:pt x="3498" y="5608"/>
                      </a:cubicBezTo>
                      <a:lnTo>
                        <a:pt x="8350" y="5608"/>
                      </a:lnTo>
                      <a:cubicBezTo>
                        <a:pt x="8539" y="5608"/>
                        <a:pt x="8696" y="5451"/>
                        <a:pt x="8696" y="5262"/>
                      </a:cubicBezTo>
                      <a:cubicBezTo>
                        <a:pt x="8696" y="5041"/>
                        <a:pt x="8539" y="4884"/>
                        <a:pt x="8350" y="4884"/>
                      </a:cubicBezTo>
                      <a:lnTo>
                        <a:pt x="7972" y="4884"/>
                      </a:lnTo>
                      <a:cubicBezTo>
                        <a:pt x="7814" y="4064"/>
                        <a:pt x="7688" y="3403"/>
                        <a:pt x="7593" y="2804"/>
                      </a:cubicBezTo>
                      <a:lnTo>
                        <a:pt x="11500" y="2804"/>
                      </a:lnTo>
                      <a:cubicBezTo>
                        <a:pt x="11689" y="2804"/>
                        <a:pt x="11847" y="2647"/>
                        <a:pt x="11847" y="2458"/>
                      </a:cubicBezTo>
                      <a:lnTo>
                        <a:pt x="11847" y="1071"/>
                      </a:lnTo>
                      <a:cubicBezTo>
                        <a:pt x="11910" y="882"/>
                        <a:pt x="11752" y="725"/>
                        <a:pt x="11532" y="725"/>
                      </a:cubicBezTo>
                      <a:lnTo>
                        <a:pt x="7121" y="725"/>
                      </a:lnTo>
                      <a:cubicBezTo>
                        <a:pt x="6900" y="252"/>
                        <a:pt x="6554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78" name="Google Shape;1478;p18"/>
                <p:cNvSpPr/>
                <p:nvPr/>
              </p:nvSpPr>
              <p:spPr>
                <a:xfrm>
                  <a:off x="5241900" y="2327025"/>
                  <a:ext cx="103975" cy="121325"/>
                </a:xfrm>
                <a:custGeom>
                  <a:rect b="b" l="l" r="r" t="t"/>
                  <a:pathLst>
                    <a:path extrusionOk="0" h="4853" w="4159">
                      <a:moveTo>
                        <a:pt x="1985" y="725"/>
                      </a:moveTo>
                      <a:cubicBezTo>
                        <a:pt x="2394" y="725"/>
                        <a:pt x="2709" y="1040"/>
                        <a:pt x="2709" y="1450"/>
                      </a:cubicBezTo>
                      <a:cubicBezTo>
                        <a:pt x="2709" y="1828"/>
                        <a:pt x="2394" y="2143"/>
                        <a:pt x="1985" y="2143"/>
                      </a:cubicBezTo>
                      <a:cubicBezTo>
                        <a:pt x="1607" y="2143"/>
                        <a:pt x="1292" y="1828"/>
                        <a:pt x="1292" y="1450"/>
                      </a:cubicBezTo>
                      <a:cubicBezTo>
                        <a:pt x="1292" y="1040"/>
                        <a:pt x="1638" y="725"/>
                        <a:pt x="1985" y="725"/>
                      </a:cubicBezTo>
                      <a:close/>
                      <a:moveTo>
                        <a:pt x="1985" y="2804"/>
                      </a:moveTo>
                      <a:cubicBezTo>
                        <a:pt x="2741" y="2804"/>
                        <a:pt x="3371" y="3435"/>
                        <a:pt x="3371" y="4191"/>
                      </a:cubicBezTo>
                      <a:lnTo>
                        <a:pt x="630" y="4191"/>
                      </a:lnTo>
                      <a:cubicBezTo>
                        <a:pt x="630" y="3435"/>
                        <a:pt x="1260" y="2804"/>
                        <a:pt x="1985" y="2804"/>
                      </a:cubicBezTo>
                      <a:close/>
                      <a:moveTo>
                        <a:pt x="2048" y="1"/>
                      </a:moveTo>
                      <a:cubicBezTo>
                        <a:pt x="1292" y="1"/>
                        <a:pt x="662" y="631"/>
                        <a:pt x="662" y="1387"/>
                      </a:cubicBezTo>
                      <a:cubicBezTo>
                        <a:pt x="662" y="1765"/>
                        <a:pt x="819" y="2111"/>
                        <a:pt x="1040" y="2332"/>
                      </a:cubicBezTo>
                      <a:cubicBezTo>
                        <a:pt x="410" y="2710"/>
                        <a:pt x="0" y="3372"/>
                        <a:pt x="0" y="4159"/>
                      </a:cubicBezTo>
                      <a:lnTo>
                        <a:pt x="0" y="4506"/>
                      </a:lnTo>
                      <a:cubicBezTo>
                        <a:pt x="0" y="4695"/>
                        <a:pt x="158" y="4852"/>
                        <a:pt x="347" y="4852"/>
                      </a:cubicBezTo>
                      <a:lnTo>
                        <a:pt x="3812" y="4852"/>
                      </a:lnTo>
                      <a:cubicBezTo>
                        <a:pt x="4001" y="4852"/>
                        <a:pt x="4159" y="4695"/>
                        <a:pt x="4159" y="4506"/>
                      </a:cubicBezTo>
                      <a:lnTo>
                        <a:pt x="4159" y="4159"/>
                      </a:lnTo>
                      <a:cubicBezTo>
                        <a:pt x="4096" y="3403"/>
                        <a:pt x="3655" y="2710"/>
                        <a:pt x="3025" y="2332"/>
                      </a:cubicBezTo>
                      <a:cubicBezTo>
                        <a:pt x="3245" y="2111"/>
                        <a:pt x="3403" y="1765"/>
                        <a:pt x="3403" y="1387"/>
                      </a:cubicBezTo>
                      <a:cubicBezTo>
                        <a:pt x="3403" y="631"/>
                        <a:pt x="2772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79" name="Google Shape;1479;p18"/>
                <p:cNvSpPr/>
                <p:nvPr/>
              </p:nvSpPr>
              <p:spPr>
                <a:xfrm>
                  <a:off x="5048925" y="2328600"/>
                  <a:ext cx="103975" cy="121325"/>
                </a:xfrm>
                <a:custGeom>
                  <a:rect b="b" l="l" r="r" t="t"/>
                  <a:pathLst>
                    <a:path extrusionOk="0" h="4853" w="4159">
                      <a:moveTo>
                        <a:pt x="2048" y="662"/>
                      </a:moveTo>
                      <a:cubicBezTo>
                        <a:pt x="2426" y="662"/>
                        <a:pt x="2741" y="977"/>
                        <a:pt x="2741" y="1387"/>
                      </a:cubicBezTo>
                      <a:cubicBezTo>
                        <a:pt x="2741" y="1765"/>
                        <a:pt x="2426" y="2080"/>
                        <a:pt x="2048" y="2080"/>
                      </a:cubicBezTo>
                      <a:cubicBezTo>
                        <a:pt x="1639" y="2080"/>
                        <a:pt x="1324" y="1765"/>
                        <a:pt x="1324" y="1387"/>
                      </a:cubicBezTo>
                      <a:cubicBezTo>
                        <a:pt x="1324" y="977"/>
                        <a:pt x="1670" y="662"/>
                        <a:pt x="2048" y="662"/>
                      </a:cubicBezTo>
                      <a:close/>
                      <a:moveTo>
                        <a:pt x="2048" y="2710"/>
                      </a:moveTo>
                      <a:cubicBezTo>
                        <a:pt x="2773" y="2710"/>
                        <a:pt x="3403" y="3340"/>
                        <a:pt x="3403" y="4096"/>
                      </a:cubicBezTo>
                      <a:lnTo>
                        <a:pt x="662" y="4096"/>
                      </a:lnTo>
                      <a:cubicBezTo>
                        <a:pt x="662" y="3340"/>
                        <a:pt x="1292" y="2710"/>
                        <a:pt x="2048" y="2710"/>
                      </a:cubicBezTo>
                      <a:close/>
                      <a:moveTo>
                        <a:pt x="2111" y="1"/>
                      </a:moveTo>
                      <a:cubicBezTo>
                        <a:pt x="1355" y="1"/>
                        <a:pt x="725" y="631"/>
                        <a:pt x="725" y="1387"/>
                      </a:cubicBezTo>
                      <a:cubicBezTo>
                        <a:pt x="725" y="1733"/>
                        <a:pt x="882" y="2080"/>
                        <a:pt x="1134" y="2332"/>
                      </a:cubicBezTo>
                      <a:cubicBezTo>
                        <a:pt x="410" y="2647"/>
                        <a:pt x="0" y="3340"/>
                        <a:pt x="0" y="4128"/>
                      </a:cubicBezTo>
                      <a:lnTo>
                        <a:pt x="0" y="4474"/>
                      </a:lnTo>
                      <a:cubicBezTo>
                        <a:pt x="0" y="4695"/>
                        <a:pt x="158" y="4852"/>
                        <a:pt x="347" y="4852"/>
                      </a:cubicBezTo>
                      <a:lnTo>
                        <a:pt x="3812" y="4852"/>
                      </a:lnTo>
                      <a:cubicBezTo>
                        <a:pt x="4001" y="4852"/>
                        <a:pt x="4159" y="4695"/>
                        <a:pt x="4159" y="4474"/>
                      </a:cubicBezTo>
                      <a:lnTo>
                        <a:pt x="4159" y="4128"/>
                      </a:lnTo>
                      <a:cubicBezTo>
                        <a:pt x="4159" y="3340"/>
                        <a:pt x="3718" y="2678"/>
                        <a:pt x="3088" y="2332"/>
                      </a:cubicBezTo>
                      <a:cubicBezTo>
                        <a:pt x="3340" y="2080"/>
                        <a:pt x="3497" y="1733"/>
                        <a:pt x="3497" y="1387"/>
                      </a:cubicBezTo>
                      <a:cubicBezTo>
                        <a:pt x="3497" y="631"/>
                        <a:pt x="2867" y="1"/>
                        <a:pt x="211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80" name="Google Shape;1480;p18"/>
              <p:cNvSpPr/>
              <p:nvPr/>
            </p:nvSpPr>
            <p:spPr>
              <a:xfrm>
                <a:off x="8489608" y="2923979"/>
                <a:ext cx="279618" cy="501935"/>
              </a:xfrm>
              <a:custGeom>
                <a:rect b="b" l="l" r="r" t="t"/>
                <a:pathLst>
                  <a:path extrusionOk="0" h="11878" w="6617">
                    <a:moveTo>
                      <a:pt x="2962" y="725"/>
                    </a:moveTo>
                    <a:lnTo>
                      <a:pt x="2489" y="2111"/>
                    </a:lnTo>
                    <a:lnTo>
                      <a:pt x="1575" y="2111"/>
                    </a:lnTo>
                    <a:lnTo>
                      <a:pt x="1103" y="725"/>
                    </a:lnTo>
                    <a:close/>
                    <a:moveTo>
                      <a:pt x="3277" y="3529"/>
                    </a:moveTo>
                    <a:lnTo>
                      <a:pt x="5892" y="6144"/>
                    </a:lnTo>
                    <a:lnTo>
                      <a:pt x="5892" y="6616"/>
                    </a:lnTo>
                    <a:lnTo>
                      <a:pt x="5419" y="6616"/>
                    </a:lnTo>
                    <a:lnTo>
                      <a:pt x="3434" y="4663"/>
                    </a:lnTo>
                    <a:lnTo>
                      <a:pt x="3277" y="3529"/>
                    </a:lnTo>
                    <a:close/>
                    <a:moveTo>
                      <a:pt x="2458" y="2804"/>
                    </a:moveTo>
                    <a:lnTo>
                      <a:pt x="3434" y="9357"/>
                    </a:lnTo>
                    <a:lnTo>
                      <a:pt x="2048" y="10964"/>
                    </a:lnTo>
                    <a:lnTo>
                      <a:pt x="693" y="9357"/>
                    </a:lnTo>
                    <a:lnTo>
                      <a:pt x="1670" y="2804"/>
                    </a:lnTo>
                    <a:close/>
                    <a:moveTo>
                      <a:pt x="693" y="0"/>
                    </a:moveTo>
                    <a:cubicBezTo>
                      <a:pt x="567" y="0"/>
                      <a:pt x="473" y="32"/>
                      <a:pt x="410" y="158"/>
                    </a:cubicBezTo>
                    <a:cubicBezTo>
                      <a:pt x="315" y="252"/>
                      <a:pt x="315" y="378"/>
                      <a:pt x="378" y="473"/>
                    </a:cubicBezTo>
                    <a:lnTo>
                      <a:pt x="1040" y="2489"/>
                    </a:lnTo>
                    <a:lnTo>
                      <a:pt x="0" y="9389"/>
                    </a:lnTo>
                    <a:cubicBezTo>
                      <a:pt x="0" y="9452"/>
                      <a:pt x="0" y="9578"/>
                      <a:pt x="95" y="9672"/>
                    </a:cubicBezTo>
                    <a:lnTo>
                      <a:pt x="1828" y="11751"/>
                    </a:lnTo>
                    <a:cubicBezTo>
                      <a:pt x="1891" y="11814"/>
                      <a:pt x="1985" y="11877"/>
                      <a:pt x="2080" y="11877"/>
                    </a:cubicBezTo>
                    <a:cubicBezTo>
                      <a:pt x="2206" y="11877"/>
                      <a:pt x="2300" y="11814"/>
                      <a:pt x="2363" y="11751"/>
                    </a:cubicBezTo>
                    <a:lnTo>
                      <a:pt x="4096" y="9672"/>
                    </a:lnTo>
                    <a:cubicBezTo>
                      <a:pt x="4190" y="9578"/>
                      <a:pt x="4190" y="9483"/>
                      <a:pt x="4190" y="9389"/>
                    </a:cubicBezTo>
                    <a:lnTo>
                      <a:pt x="3623" y="5797"/>
                    </a:lnTo>
                    <a:lnTo>
                      <a:pt x="5041" y="7183"/>
                    </a:lnTo>
                    <a:cubicBezTo>
                      <a:pt x="5136" y="7246"/>
                      <a:pt x="5199" y="7309"/>
                      <a:pt x="5293" y="7309"/>
                    </a:cubicBezTo>
                    <a:lnTo>
                      <a:pt x="6270" y="7309"/>
                    </a:lnTo>
                    <a:cubicBezTo>
                      <a:pt x="6459" y="7309"/>
                      <a:pt x="6616" y="7152"/>
                      <a:pt x="6616" y="6931"/>
                    </a:cubicBezTo>
                    <a:lnTo>
                      <a:pt x="6616" y="5955"/>
                    </a:lnTo>
                    <a:cubicBezTo>
                      <a:pt x="6616" y="5892"/>
                      <a:pt x="6585" y="5766"/>
                      <a:pt x="6490" y="5734"/>
                    </a:cubicBezTo>
                    <a:lnTo>
                      <a:pt x="3119" y="2426"/>
                    </a:lnTo>
                    <a:lnTo>
                      <a:pt x="3749" y="473"/>
                    </a:lnTo>
                    <a:cubicBezTo>
                      <a:pt x="3781" y="378"/>
                      <a:pt x="3749" y="252"/>
                      <a:pt x="3718" y="158"/>
                    </a:cubicBezTo>
                    <a:cubicBezTo>
                      <a:pt x="3623" y="95"/>
                      <a:pt x="3560" y="0"/>
                      <a:pt x="34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81" name="Google Shape;1481;p18"/>
              <p:cNvGrpSpPr/>
              <p:nvPr/>
            </p:nvGrpSpPr>
            <p:grpSpPr>
              <a:xfrm>
                <a:off x="10278584" y="2925419"/>
                <a:ext cx="503287" cy="499272"/>
                <a:chOff x="6167350" y="2672800"/>
                <a:chExt cx="297750" cy="295375"/>
              </a:xfrm>
            </p:grpSpPr>
            <p:sp>
              <p:nvSpPr>
                <p:cNvPr id="1482" name="Google Shape;1482;p18"/>
                <p:cNvSpPr/>
                <p:nvPr/>
              </p:nvSpPr>
              <p:spPr>
                <a:xfrm>
                  <a:off x="6167350" y="2672800"/>
                  <a:ext cx="226850" cy="295375"/>
                </a:xfrm>
                <a:custGeom>
                  <a:rect b="b" l="l" r="r" t="t"/>
                  <a:pathLst>
                    <a:path extrusionOk="0" h="11815" w="9074">
                      <a:moveTo>
                        <a:pt x="4537" y="725"/>
                      </a:moveTo>
                      <a:cubicBezTo>
                        <a:pt x="4758" y="725"/>
                        <a:pt x="4915" y="882"/>
                        <a:pt x="4915" y="1071"/>
                      </a:cubicBezTo>
                      <a:cubicBezTo>
                        <a:pt x="4915" y="1260"/>
                        <a:pt x="5073" y="1418"/>
                        <a:pt x="5262" y="1418"/>
                      </a:cubicBezTo>
                      <a:lnTo>
                        <a:pt x="5955" y="1418"/>
                      </a:lnTo>
                      <a:cubicBezTo>
                        <a:pt x="6175" y="1418"/>
                        <a:pt x="6333" y="1575"/>
                        <a:pt x="6333" y="1796"/>
                      </a:cubicBezTo>
                      <a:cubicBezTo>
                        <a:pt x="6333" y="1985"/>
                        <a:pt x="6175" y="2142"/>
                        <a:pt x="5955" y="2142"/>
                      </a:cubicBezTo>
                      <a:lnTo>
                        <a:pt x="3119" y="2142"/>
                      </a:lnTo>
                      <a:cubicBezTo>
                        <a:pt x="2930" y="2142"/>
                        <a:pt x="2773" y="1985"/>
                        <a:pt x="2773" y="1796"/>
                      </a:cubicBezTo>
                      <a:cubicBezTo>
                        <a:pt x="2773" y="1575"/>
                        <a:pt x="2930" y="1418"/>
                        <a:pt x="3151" y="1418"/>
                      </a:cubicBezTo>
                      <a:lnTo>
                        <a:pt x="3844" y="1418"/>
                      </a:lnTo>
                      <a:cubicBezTo>
                        <a:pt x="4033" y="1418"/>
                        <a:pt x="4191" y="1260"/>
                        <a:pt x="4191" y="1071"/>
                      </a:cubicBezTo>
                      <a:cubicBezTo>
                        <a:pt x="4191" y="882"/>
                        <a:pt x="4348" y="725"/>
                        <a:pt x="4537" y="725"/>
                      </a:cubicBezTo>
                      <a:close/>
                      <a:moveTo>
                        <a:pt x="8066" y="2111"/>
                      </a:moveTo>
                      <a:cubicBezTo>
                        <a:pt x="8255" y="2111"/>
                        <a:pt x="8412" y="2268"/>
                        <a:pt x="8412" y="2458"/>
                      </a:cubicBezTo>
                      <a:lnTo>
                        <a:pt x="8412" y="10806"/>
                      </a:lnTo>
                      <a:lnTo>
                        <a:pt x="8381" y="10806"/>
                      </a:lnTo>
                      <a:cubicBezTo>
                        <a:pt x="8381" y="10995"/>
                        <a:pt x="8223" y="11153"/>
                        <a:pt x="8034" y="11153"/>
                      </a:cubicBezTo>
                      <a:lnTo>
                        <a:pt x="1040" y="11153"/>
                      </a:lnTo>
                      <a:cubicBezTo>
                        <a:pt x="851" y="11153"/>
                        <a:pt x="693" y="10995"/>
                        <a:pt x="693" y="10806"/>
                      </a:cubicBezTo>
                      <a:lnTo>
                        <a:pt x="693" y="2458"/>
                      </a:lnTo>
                      <a:cubicBezTo>
                        <a:pt x="693" y="2268"/>
                        <a:pt x="851" y="2111"/>
                        <a:pt x="1040" y="2111"/>
                      </a:cubicBezTo>
                      <a:lnTo>
                        <a:pt x="2143" y="2111"/>
                      </a:lnTo>
                      <a:cubicBezTo>
                        <a:pt x="2300" y="2489"/>
                        <a:pt x="2647" y="2804"/>
                        <a:pt x="3119" y="2804"/>
                      </a:cubicBezTo>
                      <a:lnTo>
                        <a:pt x="5986" y="2804"/>
                      </a:lnTo>
                      <a:cubicBezTo>
                        <a:pt x="6396" y="2804"/>
                        <a:pt x="6805" y="2521"/>
                        <a:pt x="6963" y="2111"/>
                      </a:cubicBezTo>
                      <a:close/>
                      <a:moveTo>
                        <a:pt x="4506" y="0"/>
                      </a:moveTo>
                      <a:cubicBezTo>
                        <a:pt x="4096" y="0"/>
                        <a:pt x="3686" y="284"/>
                        <a:pt x="3529" y="725"/>
                      </a:cubicBezTo>
                      <a:lnTo>
                        <a:pt x="3088" y="725"/>
                      </a:lnTo>
                      <a:cubicBezTo>
                        <a:pt x="2678" y="725"/>
                        <a:pt x="2269" y="1008"/>
                        <a:pt x="2111" y="1418"/>
                      </a:cubicBezTo>
                      <a:lnTo>
                        <a:pt x="1009" y="1418"/>
                      </a:lnTo>
                      <a:cubicBezTo>
                        <a:pt x="410" y="1418"/>
                        <a:pt x="0" y="1890"/>
                        <a:pt x="0" y="2458"/>
                      </a:cubicBezTo>
                      <a:lnTo>
                        <a:pt x="0" y="10806"/>
                      </a:lnTo>
                      <a:cubicBezTo>
                        <a:pt x="0" y="11405"/>
                        <a:pt x="473" y="11814"/>
                        <a:pt x="1009" y="11814"/>
                      </a:cubicBezTo>
                      <a:lnTo>
                        <a:pt x="7971" y="11814"/>
                      </a:lnTo>
                      <a:cubicBezTo>
                        <a:pt x="8570" y="11814"/>
                        <a:pt x="9011" y="11342"/>
                        <a:pt x="9011" y="10806"/>
                      </a:cubicBezTo>
                      <a:lnTo>
                        <a:pt x="9011" y="2458"/>
                      </a:lnTo>
                      <a:cubicBezTo>
                        <a:pt x="9074" y="1859"/>
                        <a:pt x="8601" y="1418"/>
                        <a:pt x="8034" y="1418"/>
                      </a:cubicBezTo>
                      <a:lnTo>
                        <a:pt x="6931" y="1418"/>
                      </a:lnTo>
                      <a:cubicBezTo>
                        <a:pt x="6774" y="1040"/>
                        <a:pt x="6396" y="725"/>
                        <a:pt x="5923" y="725"/>
                      </a:cubicBezTo>
                      <a:lnTo>
                        <a:pt x="5545" y="725"/>
                      </a:lnTo>
                      <a:cubicBezTo>
                        <a:pt x="5514" y="567"/>
                        <a:pt x="5388" y="441"/>
                        <a:pt x="5262" y="315"/>
                      </a:cubicBezTo>
                      <a:cubicBezTo>
                        <a:pt x="5073" y="126"/>
                        <a:pt x="4789" y="0"/>
                        <a:pt x="450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83" name="Google Shape;1483;p18"/>
                <p:cNvSpPr/>
                <p:nvPr/>
              </p:nvSpPr>
              <p:spPr>
                <a:xfrm>
                  <a:off x="6201225" y="2762575"/>
                  <a:ext cx="52775" cy="49650"/>
                </a:xfrm>
                <a:custGeom>
                  <a:rect b="b" l="l" r="r" t="t"/>
                  <a:pathLst>
                    <a:path extrusionOk="0" h="1986" w="2111">
                      <a:moveTo>
                        <a:pt x="406" y="1"/>
                      </a:moveTo>
                      <a:cubicBezTo>
                        <a:pt x="315" y="1"/>
                        <a:pt x="221" y="32"/>
                        <a:pt x="158" y="95"/>
                      </a:cubicBezTo>
                      <a:cubicBezTo>
                        <a:pt x="63" y="190"/>
                        <a:pt x="63" y="442"/>
                        <a:pt x="158" y="568"/>
                      </a:cubicBezTo>
                      <a:lnTo>
                        <a:pt x="599" y="977"/>
                      </a:lnTo>
                      <a:lnTo>
                        <a:pt x="158" y="1418"/>
                      </a:lnTo>
                      <a:cubicBezTo>
                        <a:pt x="0" y="1544"/>
                        <a:pt x="0" y="1733"/>
                        <a:pt x="158" y="1891"/>
                      </a:cubicBezTo>
                      <a:cubicBezTo>
                        <a:pt x="221" y="1954"/>
                        <a:pt x="315" y="1985"/>
                        <a:pt x="406" y="1985"/>
                      </a:cubicBezTo>
                      <a:cubicBezTo>
                        <a:pt x="496" y="1985"/>
                        <a:pt x="583" y="1954"/>
                        <a:pt x="630" y="1891"/>
                      </a:cubicBezTo>
                      <a:lnTo>
                        <a:pt x="1071" y="1450"/>
                      </a:lnTo>
                      <a:lnTo>
                        <a:pt x="1512" y="1891"/>
                      </a:lnTo>
                      <a:cubicBezTo>
                        <a:pt x="1575" y="1954"/>
                        <a:pt x="1662" y="1985"/>
                        <a:pt x="1749" y="1985"/>
                      </a:cubicBezTo>
                      <a:cubicBezTo>
                        <a:pt x="1835" y="1985"/>
                        <a:pt x="1922" y="1954"/>
                        <a:pt x="1985" y="1891"/>
                      </a:cubicBezTo>
                      <a:cubicBezTo>
                        <a:pt x="2111" y="1765"/>
                        <a:pt x="2111" y="1544"/>
                        <a:pt x="1985" y="1418"/>
                      </a:cubicBezTo>
                      <a:lnTo>
                        <a:pt x="1544" y="977"/>
                      </a:lnTo>
                      <a:lnTo>
                        <a:pt x="1985" y="568"/>
                      </a:lnTo>
                      <a:cubicBezTo>
                        <a:pt x="2111" y="442"/>
                        <a:pt x="2111" y="190"/>
                        <a:pt x="1985" y="95"/>
                      </a:cubicBezTo>
                      <a:cubicBezTo>
                        <a:pt x="1922" y="32"/>
                        <a:pt x="1835" y="1"/>
                        <a:pt x="1749" y="1"/>
                      </a:cubicBezTo>
                      <a:cubicBezTo>
                        <a:pt x="1662" y="1"/>
                        <a:pt x="1575" y="32"/>
                        <a:pt x="1512" y="95"/>
                      </a:cubicBezTo>
                      <a:lnTo>
                        <a:pt x="1071" y="505"/>
                      </a:lnTo>
                      <a:lnTo>
                        <a:pt x="630" y="95"/>
                      </a:lnTo>
                      <a:cubicBezTo>
                        <a:pt x="583" y="32"/>
                        <a:pt x="496" y="1"/>
                        <a:pt x="40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84" name="Google Shape;1484;p18"/>
                <p:cNvSpPr/>
                <p:nvPr/>
              </p:nvSpPr>
              <p:spPr>
                <a:xfrm>
                  <a:off x="6308325" y="2882300"/>
                  <a:ext cx="51225" cy="49650"/>
                </a:xfrm>
                <a:custGeom>
                  <a:rect b="b" l="l" r="r" t="t"/>
                  <a:pathLst>
                    <a:path extrusionOk="0" h="1986" w="2049">
                      <a:moveTo>
                        <a:pt x="363" y="0"/>
                      </a:moveTo>
                      <a:cubicBezTo>
                        <a:pt x="276" y="0"/>
                        <a:pt x="190" y="32"/>
                        <a:pt x="127" y="95"/>
                      </a:cubicBezTo>
                      <a:cubicBezTo>
                        <a:pt x="1" y="221"/>
                        <a:pt x="1" y="441"/>
                        <a:pt x="127" y="567"/>
                      </a:cubicBezTo>
                      <a:lnTo>
                        <a:pt x="568" y="1009"/>
                      </a:lnTo>
                      <a:lnTo>
                        <a:pt x="127" y="1450"/>
                      </a:lnTo>
                      <a:cubicBezTo>
                        <a:pt x="1" y="1544"/>
                        <a:pt x="1" y="1796"/>
                        <a:pt x="127" y="1891"/>
                      </a:cubicBezTo>
                      <a:cubicBezTo>
                        <a:pt x="190" y="1954"/>
                        <a:pt x="276" y="1985"/>
                        <a:pt x="363" y="1985"/>
                      </a:cubicBezTo>
                      <a:cubicBezTo>
                        <a:pt x="450" y="1985"/>
                        <a:pt x="536" y="1954"/>
                        <a:pt x="599" y="1891"/>
                      </a:cubicBezTo>
                      <a:lnTo>
                        <a:pt x="1040" y="1481"/>
                      </a:lnTo>
                      <a:lnTo>
                        <a:pt x="1481" y="1891"/>
                      </a:lnTo>
                      <a:cubicBezTo>
                        <a:pt x="1529" y="1954"/>
                        <a:pt x="1615" y="1985"/>
                        <a:pt x="1706" y="1985"/>
                      </a:cubicBezTo>
                      <a:cubicBezTo>
                        <a:pt x="1797" y="1985"/>
                        <a:pt x="1891" y="1954"/>
                        <a:pt x="1954" y="1891"/>
                      </a:cubicBezTo>
                      <a:cubicBezTo>
                        <a:pt x="2049" y="1796"/>
                        <a:pt x="2049" y="1544"/>
                        <a:pt x="1954" y="1450"/>
                      </a:cubicBezTo>
                      <a:lnTo>
                        <a:pt x="1513" y="1009"/>
                      </a:lnTo>
                      <a:lnTo>
                        <a:pt x="1954" y="567"/>
                      </a:lnTo>
                      <a:cubicBezTo>
                        <a:pt x="2049" y="441"/>
                        <a:pt x="2049" y="252"/>
                        <a:pt x="1954" y="95"/>
                      </a:cubicBezTo>
                      <a:cubicBezTo>
                        <a:pt x="1891" y="32"/>
                        <a:pt x="1804" y="0"/>
                        <a:pt x="1718" y="0"/>
                      </a:cubicBezTo>
                      <a:cubicBezTo>
                        <a:pt x="1631" y="0"/>
                        <a:pt x="1544" y="32"/>
                        <a:pt x="1481" y="95"/>
                      </a:cubicBezTo>
                      <a:lnTo>
                        <a:pt x="1040" y="536"/>
                      </a:lnTo>
                      <a:lnTo>
                        <a:pt x="599" y="95"/>
                      </a:lnTo>
                      <a:cubicBezTo>
                        <a:pt x="536" y="32"/>
                        <a:pt x="450" y="0"/>
                        <a:pt x="36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85" name="Google Shape;1485;p18"/>
                <p:cNvSpPr/>
                <p:nvPr/>
              </p:nvSpPr>
              <p:spPr>
                <a:xfrm>
                  <a:off x="6200425" y="2759425"/>
                  <a:ext cx="156775" cy="174875"/>
                </a:xfrm>
                <a:custGeom>
                  <a:rect b="b" l="l" r="r" t="t"/>
                  <a:pathLst>
                    <a:path extrusionOk="0" h="6995" w="6271">
                      <a:moveTo>
                        <a:pt x="1103" y="5609"/>
                      </a:moveTo>
                      <a:cubicBezTo>
                        <a:pt x="1292" y="5609"/>
                        <a:pt x="1450" y="5766"/>
                        <a:pt x="1450" y="5955"/>
                      </a:cubicBezTo>
                      <a:cubicBezTo>
                        <a:pt x="1450" y="6144"/>
                        <a:pt x="1292" y="6302"/>
                        <a:pt x="1103" y="6302"/>
                      </a:cubicBezTo>
                      <a:cubicBezTo>
                        <a:pt x="914" y="6302"/>
                        <a:pt x="757" y="6144"/>
                        <a:pt x="757" y="5955"/>
                      </a:cubicBezTo>
                      <a:cubicBezTo>
                        <a:pt x="757" y="5766"/>
                        <a:pt x="914" y="5609"/>
                        <a:pt x="1103" y="5609"/>
                      </a:cubicBezTo>
                      <a:close/>
                      <a:moveTo>
                        <a:pt x="5325" y="1"/>
                      </a:moveTo>
                      <a:cubicBezTo>
                        <a:pt x="5230" y="1"/>
                        <a:pt x="5136" y="64"/>
                        <a:pt x="5073" y="127"/>
                      </a:cubicBezTo>
                      <a:lnTo>
                        <a:pt x="4380" y="851"/>
                      </a:lnTo>
                      <a:cubicBezTo>
                        <a:pt x="4254" y="946"/>
                        <a:pt x="4254" y="1198"/>
                        <a:pt x="4380" y="1324"/>
                      </a:cubicBezTo>
                      <a:cubicBezTo>
                        <a:pt x="4443" y="1371"/>
                        <a:pt x="4529" y="1395"/>
                        <a:pt x="4616" y="1395"/>
                      </a:cubicBezTo>
                      <a:cubicBezTo>
                        <a:pt x="4703" y="1395"/>
                        <a:pt x="4789" y="1371"/>
                        <a:pt x="4852" y="1324"/>
                      </a:cubicBezTo>
                      <a:lnTo>
                        <a:pt x="4978" y="1198"/>
                      </a:lnTo>
                      <a:lnTo>
                        <a:pt x="4978" y="2458"/>
                      </a:lnTo>
                      <a:cubicBezTo>
                        <a:pt x="4978" y="2647"/>
                        <a:pt x="4821" y="2805"/>
                        <a:pt x="4600" y="2805"/>
                      </a:cubicBezTo>
                      <a:lnTo>
                        <a:pt x="1765" y="2805"/>
                      </a:lnTo>
                      <a:cubicBezTo>
                        <a:pt x="1513" y="2805"/>
                        <a:pt x="1229" y="2931"/>
                        <a:pt x="1040" y="3120"/>
                      </a:cubicBezTo>
                      <a:cubicBezTo>
                        <a:pt x="820" y="3309"/>
                        <a:pt x="725" y="3592"/>
                        <a:pt x="725" y="3876"/>
                      </a:cubicBezTo>
                      <a:lnTo>
                        <a:pt x="725" y="4978"/>
                      </a:lnTo>
                      <a:cubicBezTo>
                        <a:pt x="316" y="5136"/>
                        <a:pt x="1" y="5482"/>
                        <a:pt x="1" y="5955"/>
                      </a:cubicBezTo>
                      <a:cubicBezTo>
                        <a:pt x="1" y="6554"/>
                        <a:pt x="473" y="6995"/>
                        <a:pt x="1040" y="6995"/>
                      </a:cubicBezTo>
                      <a:cubicBezTo>
                        <a:pt x="1607" y="6995"/>
                        <a:pt x="2048" y="6522"/>
                        <a:pt x="2048" y="5955"/>
                      </a:cubicBezTo>
                      <a:cubicBezTo>
                        <a:pt x="2048" y="5514"/>
                        <a:pt x="1765" y="5136"/>
                        <a:pt x="1355" y="4978"/>
                      </a:cubicBezTo>
                      <a:lnTo>
                        <a:pt x="1355" y="3876"/>
                      </a:lnTo>
                      <a:cubicBezTo>
                        <a:pt x="1355" y="3687"/>
                        <a:pt x="1513" y="3529"/>
                        <a:pt x="1702" y="3529"/>
                      </a:cubicBezTo>
                      <a:lnTo>
                        <a:pt x="4537" y="3529"/>
                      </a:lnTo>
                      <a:cubicBezTo>
                        <a:pt x="5136" y="3529"/>
                        <a:pt x="5545" y="3057"/>
                        <a:pt x="5545" y="2490"/>
                      </a:cubicBezTo>
                      <a:lnTo>
                        <a:pt x="5545" y="1229"/>
                      </a:lnTo>
                      <a:lnTo>
                        <a:pt x="5671" y="1355"/>
                      </a:lnTo>
                      <a:cubicBezTo>
                        <a:pt x="5734" y="1418"/>
                        <a:pt x="5821" y="1450"/>
                        <a:pt x="5908" y="1450"/>
                      </a:cubicBezTo>
                      <a:cubicBezTo>
                        <a:pt x="5994" y="1450"/>
                        <a:pt x="6081" y="1418"/>
                        <a:pt x="6144" y="1355"/>
                      </a:cubicBezTo>
                      <a:cubicBezTo>
                        <a:pt x="6270" y="1229"/>
                        <a:pt x="6270" y="1009"/>
                        <a:pt x="6144" y="883"/>
                      </a:cubicBezTo>
                      <a:lnTo>
                        <a:pt x="5545" y="127"/>
                      </a:lnTo>
                      <a:cubicBezTo>
                        <a:pt x="5482" y="64"/>
                        <a:pt x="5388" y="1"/>
                        <a:pt x="53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86" name="Google Shape;1486;p18"/>
                <p:cNvSpPr/>
                <p:nvPr/>
              </p:nvSpPr>
              <p:spPr>
                <a:xfrm>
                  <a:off x="6412300" y="2742900"/>
                  <a:ext cx="52800" cy="208725"/>
                </a:xfrm>
                <a:custGeom>
                  <a:rect b="b" l="l" r="r" t="t"/>
                  <a:pathLst>
                    <a:path extrusionOk="0" h="8349" w="2112">
                      <a:moveTo>
                        <a:pt x="1009" y="662"/>
                      </a:moveTo>
                      <a:cubicBezTo>
                        <a:pt x="1229" y="662"/>
                        <a:pt x="1387" y="819"/>
                        <a:pt x="1387" y="1040"/>
                      </a:cubicBezTo>
                      <a:lnTo>
                        <a:pt x="1387" y="1386"/>
                      </a:lnTo>
                      <a:lnTo>
                        <a:pt x="662" y="1386"/>
                      </a:lnTo>
                      <a:lnTo>
                        <a:pt x="662" y="1040"/>
                      </a:lnTo>
                      <a:cubicBezTo>
                        <a:pt x="662" y="819"/>
                        <a:pt x="820" y="662"/>
                        <a:pt x="1009" y="662"/>
                      </a:cubicBezTo>
                      <a:close/>
                      <a:moveTo>
                        <a:pt x="1387" y="2048"/>
                      </a:moveTo>
                      <a:lnTo>
                        <a:pt x="1387" y="6017"/>
                      </a:lnTo>
                      <a:cubicBezTo>
                        <a:pt x="1261" y="5986"/>
                        <a:pt x="1142" y="5970"/>
                        <a:pt x="1024" y="5970"/>
                      </a:cubicBezTo>
                      <a:cubicBezTo>
                        <a:pt x="906" y="5970"/>
                        <a:pt x="788" y="5986"/>
                        <a:pt x="662" y="6017"/>
                      </a:cubicBezTo>
                      <a:lnTo>
                        <a:pt x="662" y="2048"/>
                      </a:lnTo>
                      <a:close/>
                      <a:moveTo>
                        <a:pt x="1009" y="6711"/>
                      </a:moveTo>
                      <a:cubicBezTo>
                        <a:pt x="1103" y="6711"/>
                        <a:pt x="1166" y="6711"/>
                        <a:pt x="1261" y="6742"/>
                      </a:cubicBezTo>
                      <a:lnTo>
                        <a:pt x="1009" y="7246"/>
                      </a:lnTo>
                      <a:lnTo>
                        <a:pt x="788" y="6742"/>
                      </a:lnTo>
                      <a:cubicBezTo>
                        <a:pt x="851" y="6711"/>
                        <a:pt x="946" y="6711"/>
                        <a:pt x="1009" y="6711"/>
                      </a:cubicBezTo>
                      <a:close/>
                      <a:moveTo>
                        <a:pt x="1009" y="0"/>
                      </a:moveTo>
                      <a:cubicBezTo>
                        <a:pt x="441" y="0"/>
                        <a:pt x="0" y="473"/>
                        <a:pt x="0" y="1040"/>
                      </a:cubicBezTo>
                      <a:lnTo>
                        <a:pt x="0" y="6616"/>
                      </a:lnTo>
                      <a:cubicBezTo>
                        <a:pt x="0" y="6648"/>
                        <a:pt x="0" y="6742"/>
                        <a:pt x="32" y="6774"/>
                      </a:cubicBezTo>
                      <a:lnTo>
                        <a:pt x="757" y="8160"/>
                      </a:lnTo>
                      <a:cubicBezTo>
                        <a:pt x="788" y="8286"/>
                        <a:pt x="946" y="8349"/>
                        <a:pt x="1040" y="8349"/>
                      </a:cubicBezTo>
                      <a:cubicBezTo>
                        <a:pt x="1166" y="8349"/>
                        <a:pt x="1292" y="8286"/>
                        <a:pt x="1355" y="8160"/>
                      </a:cubicBezTo>
                      <a:lnTo>
                        <a:pt x="2080" y="6774"/>
                      </a:lnTo>
                      <a:cubicBezTo>
                        <a:pt x="2111" y="6742"/>
                        <a:pt x="2111" y="6648"/>
                        <a:pt x="2111" y="6616"/>
                      </a:cubicBezTo>
                      <a:lnTo>
                        <a:pt x="2111" y="1040"/>
                      </a:lnTo>
                      <a:cubicBezTo>
                        <a:pt x="2048" y="473"/>
                        <a:pt x="1576" y="0"/>
                        <a:pt x="10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87" name="Google Shape;1487;p18"/>
              <p:cNvGrpSpPr/>
              <p:nvPr/>
            </p:nvGrpSpPr>
            <p:grpSpPr>
              <a:xfrm>
                <a:off x="2672125" y="1687298"/>
                <a:ext cx="497962" cy="501935"/>
                <a:chOff x="1777925" y="1953700"/>
                <a:chExt cx="294600" cy="296950"/>
              </a:xfrm>
            </p:grpSpPr>
            <p:sp>
              <p:nvSpPr>
                <p:cNvPr id="1488" name="Google Shape;1488;p18"/>
                <p:cNvSpPr/>
                <p:nvPr/>
              </p:nvSpPr>
              <p:spPr>
                <a:xfrm>
                  <a:off x="1794450" y="2052125"/>
                  <a:ext cx="278075" cy="198525"/>
                </a:xfrm>
                <a:custGeom>
                  <a:rect b="b" l="l" r="r" t="t"/>
                  <a:pathLst>
                    <a:path extrusionOk="0" h="7941" w="11123">
                      <a:moveTo>
                        <a:pt x="10545" y="1"/>
                      </a:moveTo>
                      <a:cubicBezTo>
                        <a:pt x="10499" y="1"/>
                        <a:pt x="10449" y="11"/>
                        <a:pt x="10397" y="33"/>
                      </a:cubicBezTo>
                      <a:cubicBezTo>
                        <a:pt x="10208" y="64"/>
                        <a:pt x="10145" y="253"/>
                        <a:pt x="10177" y="474"/>
                      </a:cubicBezTo>
                      <a:cubicBezTo>
                        <a:pt x="10334" y="1009"/>
                        <a:pt x="10460" y="1514"/>
                        <a:pt x="10460" y="1986"/>
                      </a:cubicBezTo>
                      <a:cubicBezTo>
                        <a:pt x="10460" y="4885"/>
                        <a:pt x="8129" y="7247"/>
                        <a:pt x="5199" y="7247"/>
                      </a:cubicBezTo>
                      <a:cubicBezTo>
                        <a:pt x="3561" y="7247"/>
                        <a:pt x="2017" y="6460"/>
                        <a:pt x="1040" y="5137"/>
                      </a:cubicBezTo>
                      <a:lnTo>
                        <a:pt x="1734" y="5137"/>
                      </a:lnTo>
                      <a:cubicBezTo>
                        <a:pt x="1954" y="5137"/>
                        <a:pt x="2112" y="4979"/>
                        <a:pt x="2112" y="4790"/>
                      </a:cubicBezTo>
                      <a:cubicBezTo>
                        <a:pt x="2112" y="4601"/>
                        <a:pt x="1954" y="4444"/>
                        <a:pt x="1734" y="4444"/>
                      </a:cubicBezTo>
                      <a:lnTo>
                        <a:pt x="379" y="4444"/>
                      </a:lnTo>
                      <a:cubicBezTo>
                        <a:pt x="158" y="4444"/>
                        <a:pt x="1" y="4601"/>
                        <a:pt x="1" y="4790"/>
                      </a:cubicBezTo>
                      <a:lnTo>
                        <a:pt x="1" y="6176"/>
                      </a:lnTo>
                      <a:cubicBezTo>
                        <a:pt x="1" y="6365"/>
                        <a:pt x="158" y="6523"/>
                        <a:pt x="379" y="6523"/>
                      </a:cubicBezTo>
                      <a:cubicBezTo>
                        <a:pt x="568" y="6523"/>
                        <a:pt x="725" y="6365"/>
                        <a:pt x="725" y="6176"/>
                      </a:cubicBezTo>
                      <a:lnTo>
                        <a:pt x="725" y="5830"/>
                      </a:lnTo>
                      <a:cubicBezTo>
                        <a:pt x="1860" y="7184"/>
                        <a:pt x="3529" y="7941"/>
                        <a:pt x="5199" y="7941"/>
                      </a:cubicBezTo>
                      <a:cubicBezTo>
                        <a:pt x="8476" y="7941"/>
                        <a:pt x="11122" y="5294"/>
                        <a:pt x="11122" y="2049"/>
                      </a:cubicBezTo>
                      <a:cubicBezTo>
                        <a:pt x="11122" y="1482"/>
                        <a:pt x="11028" y="883"/>
                        <a:pt x="10839" y="253"/>
                      </a:cubicBezTo>
                      <a:cubicBezTo>
                        <a:pt x="10814" y="109"/>
                        <a:pt x="10698" y="1"/>
                        <a:pt x="105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89" name="Google Shape;1489;p18"/>
                <p:cNvSpPr/>
                <p:nvPr/>
              </p:nvSpPr>
              <p:spPr>
                <a:xfrm>
                  <a:off x="1777925" y="1953700"/>
                  <a:ext cx="278050" cy="198675"/>
                </a:xfrm>
                <a:custGeom>
                  <a:rect b="b" l="l" r="r" t="t"/>
                  <a:pathLst>
                    <a:path extrusionOk="0" h="7947" w="11122">
                      <a:moveTo>
                        <a:pt x="5892" y="0"/>
                      </a:moveTo>
                      <a:cubicBezTo>
                        <a:pt x="2647" y="0"/>
                        <a:pt x="0" y="2615"/>
                        <a:pt x="0" y="5892"/>
                      </a:cubicBezTo>
                      <a:cubicBezTo>
                        <a:pt x="0" y="6459"/>
                        <a:pt x="63" y="7026"/>
                        <a:pt x="284" y="7656"/>
                      </a:cubicBezTo>
                      <a:cubicBezTo>
                        <a:pt x="310" y="7869"/>
                        <a:pt x="450" y="7947"/>
                        <a:pt x="606" y="7947"/>
                      </a:cubicBezTo>
                      <a:cubicBezTo>
                        <a:pt x="635" y="7947"/>
                        <a:pt x="664" y="7944"/>
                        <a:pt x="693" y="7939"/>
                      </a:cubicBezTo>
                      <a:cubicBezTo>
                        <a:pt x="914" y="7908"/>
                        <a:pt x="977" y="7719"/>
                        <a:pt x="945" y="7498"/>
                      </a:cubicBezTo>
                      <a:cubicBezTo>
                        <a:pt x="788" y="6963"/>
                        <a:pt x="662" y="6459"/>
                        <a:pt x="662" y="5923"/>
                      </a:cubicBezTo>
                      <a:cubicBezTo>
                        <a:pt x="662" y="3056"/>
                        <a:pt x="2993" y="693"/>
                        <a:pt x="5923" y="693"/>
                      </a:cubicBezTo>
                      <a:cubicBezTo>
                        <a:pt x="7561" y="693"/>
                        <a:pt x="9105" y="1481"/>
                        <a:pt x="10082" y="2773"/>
                      </a:cubicBezTo>
                      <a:lnTo>
                        <a:pt x="9389" y="2773"/>
                      </a:lnTo>
                      <a:cubicBezTo>
                        <a:pt x="9168" y="2773"/>
                        <a:pt x="9011" y="2930"/>
                        <a:pt x="9011" y="3151"/>
                      </a:cubicBezTo>
                      <a:cubicBezTo>
                        <a:pt x="9011" y="3340"/>
                        <a:pt x="9168" y="3497"/>
                        <a:pt x="9389" y="3497"/>
                      </a:cubicBezTo>
                      <a:lnTo>
                        <a:pt x="10743" y="3497"/>
                      </a:lnTo>
                      <a:cubicBezTo>
                        <a:pt x="10964" y="3497"/>
                        <a:pt x="11121" y="3340"/>
                        <a:pt x="11121" y="3151"/>
                      </a:cubicBezTo>
                      <a:lnTo>
                        <a:pt x="11121" y="1765"/>
                      </a:lnTo>
                      <a:cubicBezTo>
                        <a:pt x="11121" y="1575"/>
                        <a:pt x="10964" y="1418"/>
                        <a:pt x="10743" y="1418"/>
                      </a:cubicBezTo>
                      <a:cubicBezTo>
                        <a:pt x="10554" y="1418"/>
                        <a:pt x="10397" y="1575"/>
                        <a:pt x="10397" y="1765"/>
                      </a:cubicBezTo>
                      <a:lnTo>
                        <a:pt x="10397" y="2111"/>
                      </a:lnTo>
                      <a:cubicBezTo>
                        <a:pt x="9263" y="725"/>
                        <a:pt x="7593" y="0"/>
                        <a:pt x="589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90" name="Google Shape;1490;p18"/>
                <p:cNvSpPr/>
                <p:nvPr/>
              </p:nvSpPr>
              <p:spPr>
                <a:xfrm>
                  <a:off x="1829125" y="2006475"/>
                  <a:ext cx="191400" cy="191400"/>
                </a:xfrm>
                <a:custGeom>
                  <a:rect b="b" l="l" r="r" t="t"/>
                  <a:pathLst>
                    <a:path extrusionOk="0" h="7656" w="7656">
                      <a:moveTo>
                        <a:pt x="4190" y="693"/>
                      </a:moveTo>
                      <a:cubicBezTo>
                        <a:pt x="4757" y="788"/>
                        <a:pt x="5324" y="1008"/>
                        <a:pt x="5797" y="1386"/>
                      </a:cubicBezTo>
                      <a:lnTo>
                        <a:pt x="5545" y="1607"/>
                      </a:lnTo>
                      <a:cubicBezTo>
                        <a:pt x="5450" y="1733"/>
                        <a:pt x="5450" y="1953"/>
                        <a:pt x="5545" y="2079"/>
                      </a:cubicBezTo>
                      <a:cubicBezTo>
                        <a:pt x="5608" y="2142"/>
                        <a:pt x="5702" y="2174"/>
                        <a:pt x="5793" y="2174"/>
                      </a:cubicBezTo>
                      <a:cubicBezTo>
                        <a:pt x="5884" y="2174"/>
                        <a:pt x="5970" y="2142"/>
                        <a:pt x="6017" y="2079"/>
                      </a:cubicBezTo>
                      <a:lnTo>
                        <a:pt x="6270" y="1859"/>
                      </a:lnTo>
                      <a:cubicBezTo>
                        <a:pt x="6616" y="2268"/>
                        <a:pt x="6868" y="2835"/>
                        <a:pt x="6931" y="3466"/>
                      </a:cubicBezTo>
                      <a:lnTo>
                        <a:pt x="6616" y="3466"/>
                      </a:lnTo>
                      <a:cubicBezTo>
                        <a:pt x="6427" y="3466"/>
                        <a:pt x="6270" y="3623"/>
                        <a:pt x="6270" y="3812"/>
                      </a:cubicBezTo>
                      <a:cubicBezTo>
                        <a:pt x="6270" y="4001"/>
                        <a:pt x="6427" y="4159"/>
                        <a:pt x="6616" y="4159"/>
                      </a:cubicBezTo>
                      <a:lnTo>
                        <a:pt x="6931" y="4159"/>
                      </a:lnTo>
                      <a:cubicBezTo>
                        <a:pt x="6868" y="4757"/>
                        <a:pt x="6616" y="5324"/>
                        <a:pt x="6270" y="5797"/>
                      </a:cubicBezTo>
                      <a:lnTo>
                        <a:pt x="6017" y="5545"/>
                      </a:lnTo>
                      <a:cubicBezTo>
                        <a:pt x="5970" y="5482"/>
                        <a:pt x="5884" y="5450"/>
                        <a:pt x="5793" y="5450"/>
                      </a:cubicBezTo>
                      <a:cubicBezTo>
                        <a:pt x="5702" y="5450"/>
                        <a:pt x="5608" y="5482"/>
                        <a:pt x="5545" y="5545"/>
                      </a:cubicBezTo>
                      <a:cubicBezTo>
                        <a:pt x="5450" y="5671"/>
                        <a:pt x="5450" y="5923"/>
                        <a:pt x="5545" y="6017"/>
                      </a:cubicBezTo>
                      <a:lnTo>
                        <a:pt x="5797" y="6270"/>
                      </a:lnTo>
                      <a:cubicBezTo>
                        <a:pt x="5356" y="6616"/>
                        <a:pt x="4820" y="6837"/>
                        <a:pt x="4190" y="6931"/>
                      </a:cubicBezTo>
                      <a:lnTo>
                        <a:pt x="4190" y="6616"/>
                      </a:lnTo>
                      <a:cubicBezTo>
                        <a:pt x="4190" y="6427"/>
                        <a:pt x="4033" y="6270"/>
                        <a:pt x="3812" y="6270"/>
                      </a:cubicBezTo>
                      <a:cubicBezTo>
                        <a:pt x="3623" y="6270"/>
                        <a:pt x="3466" y="6427"/>
                        <a:pt x="3466" y="6616"/>
                      </a:cubicBezTo>
                      <a:lnTo>
                        <a:pt x="3466" y="6931"/>
                      </a:lnTo>
                      <a:cubicBezTo>
                        <a:pt x="2867" y="6837"/>
                        <a:pt x="2331" y="6616"/>
                        <a:pt x="1859" y="6270"/>
                      </a:cubicBezTo>
                      <a:lnTo>
                        <a:pt x="2079" y="6017"/>
                      </a:lnTo>
                      <a:cubicBezTo>
                        <a:pt x="2205" y="5891"/>
                        <a:pt x="2205" y="5671"/>
                        <a:pt x="2079" y="5545"/>
                      </a:cubicBezTo>
                      <a:cubicBezTo>
                        <a:pt x="2032" y="5482"/>
                        <a:pt x="1945" y="5450"/>
                        <a:pt x="1855" y="5450"/>
                      </a:cubicBezTo>
                      <a:cubicBezTo>
                        <a:pt x="1764" y="5450"/>
                        <a:pt x="1670" y="5482"/>
                        <a:pt x="1607" y="5545"/>
                      </a:cubicBezTo>
                      <a:lnTo>
                        <a:pt x="1386" y="5797"/>
                      </a:lnTo>
                      <a:cubicBezTo>
                        <a:pt x="1040" y="5356"/>
                        <a:pt x="788" y="4789"/>
                        <a:pt x="725" y="4159"/>
                      </a:cubicBezTo>
                      <a:lnTo>
                        <a:pt x="1040" y="4159"/>
                      </a:lnTo>
                      <a:cubicBezTo>
                        <a:pt x="1229" y="4159"/>
                        <a:pt x="1386" y="4001"/>
                        <a:pt x="1386" y="3812"/>
                      </a:cubicBezTo>
                      <a:cubicBezTo>
                        <a:pt x="1386" y="3623"/>
                        <a:pt x="1229" y="3466"/>
                        <a:pt x="1040" y="3466"/>
                      </a:cubicBezTo>
                      <a:lnTo>
                        <a:pt x="725" y="3466"/>
                      </a:lnTo>
                      <a:cubicBezTo>
                        <a:pt x="788" y="2867"/>
                        <a:pt x="1040" y="2331"/>
                        <a:pt x="1386" y="1859"/>
                      </a:cubicBezTo>
                      <a:lnTo>
                        <a:pt x="1607" y="2079"/>
                      </a:lnTo>
                      <a:cubicBezTo>
                        <a:pt x="1701" y="2174"/>
                        <a:pt x="1764" y="2205"/>
                        <a:pt x="1859" y="2205"/>
                      </a:cubicBezTo>
                      <a:cubicBezTo>
                        <a:pt x="1922" y="2205"/>
                        <a:pt x="2048" y="2174"/>
                        <a:pt x="2079" y="2079"/>
                      </a:cubicBezTo>
                      <a:cubicBezTo>
                        <a:pt x="2205" y="1953"/>
                        <a:pt x="2205" y="1733"/>
                        <a:pt x="2079" y="1607"/>
                      </a:cubicBezTo>
                      <a:lnTo>
                        <a:pt x="1859" y="1386"/>
                      </a:lnTo>
                      <a:cubicBezTo>
                        <a:pt x="2300" y="1008"/>
                        <a:pt x="2835" y="788"/>
                        <a:pt x="3466" y="693"/>
                      </a:cubicBezTo>
                      <a:lnTo>
                        <a:pt x="3466" y="1008"/>
                      </a:lnTo>
                      <a:cubicBezTo>
                        <a:pt x="3466" y="1229"/>
                        <a:pt x="3623" y="1386"/>
                        <a:pt x="3812" y="1386"/>
                      </a:cubicBezTo>
                      <a:cubicBezTo>
                        <a:pt x="4033" y="1386"/>
                        <a:pt x="4190" y="1229"/>
                        <a:pt x="4190" y="1008"/>
                      </a:cubicBezTo>
                      <a:lnTo>
                        <a:pt x="4190" y="693"/>
                      </a:lnTo>
                      <a:close/>
                      <a:moveTo>
                        <a:pt x="3812" y="0"/>
                      </a:moveTo>
                      <a:cubicBezTo>
                        <a:pt x="1733" y="0"/>
                        <a:pt x="0" y="1701"/>
                        <a:pt x="0" y="3812"/>
                      </a:cubicBezTo>
                      <a:cubicBezTo>
                        <a:pt x="0" y="5923"/>
                        <a:pt x="1701" y="7656"/>
                        <a:pt x="3812" y="7656"/>
                      </a:cubicBezTo>
                      <a:cubicBezTo>
                        <a:pt x="5923" y="7656"/>
                        <a:pt x="7656" y="5954"/>
                        <a:pt x="7656" y="3812"/>
                      </a:cubicBezTo>
                      <a:cubicBezTo>
                        <a:pt x="7656" y="1733"/>
                        <a:pt x="5954" y="0"/>
                        <a:pt x="38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91" name="Google Shape;1491;p18"/>
                <p:cNvSpPr/>
                <p:nvPr/>
              </p:nvSpPr>
              <p:spPr>
                <a:xfrm>
                  <a:off x="1915750" y="2058450"/>
                  <a:ext cx="35475" cy="52800"/>
                </a:xfrm>
                <a:custGeom>
                  <a:rect b="b" l="l" r="r" t="t"/>
                  <a:pathLst>
                    <a:path extrusionOk="0" h="2112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lnTo>
                        <a:pt x="1" y="1733"/>
                      </a:lnTo>
                      <a:cubicBezTo>
                        <a:pt x="1" y="1954"/>
                        <a:pt x="158" y="2111"/>
                        <a:pt x="347" y="2111"/>
                      </a:cubicBezTo>
                      <a:lnTo>
                        <a:pt x="1072" y="2111"/>
                      </a:lnTo>
                      <a:cubicBezTo>
                        <a:pt x="1261" y="2111"/>
                        <a:pt x="1418" y="1954"/>
                        <a:pt x="1418" y="1733"/>
                      </a:cubicBezTo>
                      <a:cubicBezTo>
                        <a:pt x="1418" y="1544"/>
                        <a:pt x="1261" y="1387"/>
                        <a:pt x="1072" y="1387"/>
                      </a:cubicBezTo>
                      <a:lnTo>
                        <a:pt x="725" y="1387"/>
                      </a:lnTo>
                      <a:lnTo>
                        <a:pt x="725" y="378"/>
                      </a:lnTo>
                      <a:cubicBezTo>
                        <a:pt x="725" y="158"/>
                        <a:pt x="568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92" name="Google Shape;1492;p18"/>
              <p:cNvGrpSpPr/>
              <p:nvPr/>
            </p:nvGrpSpPr>
            <p:grpSpPr>
              <a:xfrm>
                <a:off x="2694774" y="2282390"/>
                <a:ext cx="452662" cy="497962"/>
                <a:chOff x="1790525" y="2319150"/>
                <a:chExt cx="267800" cy="294600"/>
              </a:xfrm>
            </p:grpSpPr>
            <p:sp>
              <p:nvSpPr>
                <p:cNvPr id="1493" name="Google Shape;1493;p18"/>
                <p:cNvSpPr/>
                <p:nvPr/>
              </p:nvSpPr>
              <p:spPr>
                <a:xfrm>
                  <a:off x="1881100" y="2423125"/>
                  <a:ext cx="88225" cy="155175"/>
                </a:xfrm>
                <a:custGeom>
                  <a:rect b="b" l="l" r="r" t="t"/>
                  <a:pathLst>
                    <a:path extrusionOk="0" h="6207" w="3529">
                      <a:moveTo>
                        <a:pt x="1418" y="1323"/>
                      </a:moveTo>
                      <a:lnTo>
                        <a:pt x="1418" y="2741"/>
                      </a:lnTo>
                      <a:lnTo>
                        <a:pt x="1072" y="2741"/>
                      </a:lnTo>
                      <a:cubicBezTo>
                        <a:pt x="882" y="2741"/>
                        <a:pt x="725" y="2583"/>
                        <a:pt x="725" y="2394"/>
                      </a:cubicBezTo>
                      <a:lnTo>
                        <a:pt x="725" y="1701"/>
                      </a:lnTo>
                      <a:cubicBezTo>
                        <a:pt x="725" y="1481"/>
                        <a:pt x="882" y="1323"/>
                        <a:pt x="1072" y="1323"/>
                      </a:cubicBezTo>
                      <a:close/>
                      <a:moveTo>
                        <a:pt x="2458" y="3466"/>
                      </a:moveTo>
                      <a:cubicBezTo>
                        <a:pt x="2647" y="3466"/>
                        <a:pt x="2804" y="3623"/>
                        <a:pt x="2804" y="3812"/>
                      </a:cubicBezTo>
                      <a:lnTo>
                        <a:pt x="2804" y="4537"/>
                      </a:lnTo>
                      <a:cubicBezTo>
                        <a:pt x="2804" y="4726"/>
                        <a:pt x="2647" y="4883"/>
                        <a:pt x="2458" y="4883"/>
                      </a:cubicBezTo>
                      <a:lnTo>
                        <a:pt x="2111" y="4883"/>
                      </a:lnTo>
                      <a:lnTo>
                        <a:pt x="2111" y="3466"/>
                      </a:lnTo>
                      <a:close/>
                      <a:moveTo>
                        <a:pt x="1796" y="0"/>
                      </a:moveTo>
                      <a:cubicBezTo>
                        <a:pt x="1576" y="0"/>
                        <a:pt x="1418" y="158"/>
                        <a:pt x="1418" y="347"/>
                      </a:cubicBezTo>
                      <a:lnTo>
                        <a:pt x="1418" y="693"/>
                      </a:lnTo>
                      <a:lnTo>
                        <a:pt x="1072" y="693"/>
                      </a:lnTo>
                      <a:cubicBezTo>
                        <a:pt x="473" y="693"/>
                        <a:pt x="63" y="1166"/>
                        <a:pt x="63" y="1733"/>
                      </a:cubicBezTo>
                      <a:lnTo>
                        <a:pt x="63" y="2426"/>
                      </a:lnTo>
                      <a:cubicBezTo>
                        <a:pt x="63" y="3025"/>
                        <a:pt x="536" y="3466"/>
                        <a:pt x="1072" y="3466"/>
                      </a:cubicBezTo>
                      <a:lnTo>
                        <a:pt x="1418" y="3466"/>
                      </a:lnTo>
                      <a:lnTo>
                        <a:pt x="1418" y="4852"/>
                      </a:lnTo>
                      <a:lnTo>
                        <a:pt x="1072" y="4852"/>
                      </a:lnTo>
                      <a:cubicBezTo>
                        <a:pt x="882" y="4852"/>
                        <a:pt x="725" y="4694"/>
                        <a:pt x="725" y="4474"/>
                      </a:cubicBezTo>
                      <a:cubicBezTo>
                        <a:pt x="725" y="4285"/>
                        <a:pt x="567" y="4127"/>
                        <a:pt x="378" y="4127"/>
                      </a:cubicBezTo>
                      <a:cubicBezTo>
                        <a:pt x="158" y="4127"/>
                        <a:pt x="0" y="4285"/>
                        <a:pt x="0" y="4474"/>
                      </a:cubicBezTo>
                      <a:cubicBezTo>
                        <a:pt x="0" y="5072"/>
                        <a:pt x="473" y="5513"/>
                        <a:pt x="1040" y="5513"/>
                      </a:cubicBezTo>
                      <a:lnTo>
                        <a:pt x="1387" y="5513"/>
                      </a:lnTo>
                      <a:lnTo>
                        <a:pt x="1387" y="5860"/>
                      </a:lnTo>
                      <a:cubicBezTo>
                        <a:pt x="1387" y="6049"/>
                        <a:pt x="1544" y="6207"/>
                        <a:pt x="1733" y="6207"/>
                      </a:cubicBezTo>
                      <a:cubicBezTo>
                        <a:pt x="1954" y="6207"/>
                        <a:pt x="2111" y="6049"/>
                        <a:pt x="2111" y="5860"/>
                      </a:cubicBezTo>
                      <a:lnTo>
                        <a:pt x="2111" y="5545"/>
                      </a:lnTo>
                      <a:lnTo>
                        <a:pt x="2458" y="5545"/>
                      </a:lnTo>
                      <a:cubicBezTo>
                        <a:pt x="3056" y="5545"/>
                        <a:pt x="3466" y="5072"/>
                        <a:pt x="3466" y="4537"/>
                      </a:cubicBezTo>
                      <a:lnTo>
                        <a:pt x="3466" y="3812"/>
                      </a:lnTo>
                      <a:cubicBezTo>
                        <a:pt x="3466" y="3214"/>
                        <a:pt x="2993" y="2804"/>
                        <a:pt x="2458" y="2804"/>
                      </a:cubicBezTo>
                      <a:lnTo>
                        <a:pt x="2111" y="2804"/>
                      </a:lnTo>
                      <a:lnTo>
                        <a:pt x="2111" y="1386"/>
                      </a:lnTo>
                      <a:lnTo>
                        <a:pt x="2458" y="1386"/>
                      </a:lnTo>
                      <a:cubicBezTo>
                        <a:pt x="2647" y="1386"/>
                        <a:pt x="2804" y="1544"/>
                        <a:pt x="2804" y="1733"/>
                      </a:cubicBezTo>
                      <a:cubicBezTo>
                        <a:pt x="2804" y="1922"/>
                        <a:pt x="2962" y="2079"/>
                        <a:pt x="3151" y="2079"/>
                      </a:cubicBezTo>
                      <a:cubicBezTo>
                        <a:pt x="3371" y="2079"/>
                        <a:pt x="3529" y="1922"/>
                        <a:pt x="3529" y="1733"/>
                      </a:cubicBezTo>
                      <a:cubicBezTo>
                        <a:pt x="3529" y="1134"/>
                        <a:pt x="3056" y="693"/>
                        <a:pt x="2489" y="693"/>
                      </a:cubicBezTo>
                      <a:lnTo>
                        <a:pt x="2143" y="693"/>
                      </a:lnTo>
                      <a:lnTo>
                        <a:pt x="2143" y="347"/>
                      </a:lnTo>
                      <a:cubicBezTo>
                        <a:pt x="2143" y="158"/>
                        <a:pt x="1985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94" name="Google Shape;1494;p18"/>
                <p:cNvSpPr/>
                <p:nvPr/>
              </p:nvSpPr>
              <p:spPr>
                <a:xfrm>
                  <a:off x="1790525" y="2319150"/>
                  <a:ext cx="267800" cy="294600"/>
                </a:xfrm>
                <a:custGeom>
                  <a:rect b="b" l="l" r="r" t="t"/>
                  <a:pathLst>
                    <a:path extrusionOk="0" h="11784" w="10712">
                      <a:moveTo>
                        <a:pt x="6427" y="662"/>
                      </a:moveTo>
                      <a:cubicBezTo>
                        <a:pt x="6837" y="662"/>
                        <a:pt x="7152" y="977"/>
                        <a:pt x="7152" y="1355"/>
                      </a:cubicBezTo>
                      <a:cubicBezTo>
                        <a:pt x="7152" y="1765"/>
                        <a:pt x="6837" y="2080"/>
                        <a:pt x="6427" y="2080"/>
                      </a:cubicBezTo>
                      <a:lnTo>
                        <a:pt x="6427" y="1702"/>
                      </a:lnTo>
                      <a:cubicBezTo>
                        <a:pt x="6427" y="1513"/>
                        <a:pt x="6270" y="1355"/>
                        <a:pt x="6081" y="1355"/>
                      </a:cubicBezTo>
                      <a:lnTo>
                        <a:pt x="4695" y="1355"/>
                      </a:lnTo>
                      <a:cubicBezTo>
                        <a:pt x="4505" y="1355"/>
                        <a:pt x="4348" y="1513"/>
                        <a:pt x="4348" y="1702"/>
                      </a:cubicBezTo>
                      <a:lnTo>
                        <a:pt x="4348" y="2080"/>
                      </a:lnTo>
                      <a:cubicBezTo>
                        <a:pt x="3938" y="2017"/>
                        <a:pt x="3623" y="1765"/>
                        <a:pt x="3623" y="1355"/>
                      </a:cubicBezTo>
                      <a:cubicBezTo>
                        <a:pt x="3623" y="977"/>
                        <a:pt x="3938" y="662"/>
                        <a:pt x="4348" y="662"/>
                      </a:cubicBezTo>
                      <a:close/>
                      <a:moveTo>
                        <a:pt x="5734" y="2017"/>
                      </a:moveTo>
                      <a:lnTo>
                        <a:pt x="5734" y="2741"/>
                      </a:lnTo>
                      <a:lnTo>
                        <a:pt x="5010" y="2741"/>
                      </a:lnTo>
                      <a:lnTo>
                        <a:pt x="5010" y="2017"/>
                      </a:lnTo>
                      <a:close/>
                      <a:moveTo>
                        <a:pt x="1418" y="1985"/>
                      </a:moveTo>
                      <a:lnTo>
                        <a:pt x="1859" y="2489"/>
                      </a:lnTo>
                      <a:lnTo>
                        <a:pt x="1355" y="2930"/>
                      </a:lnTo>
                      <a:lnTo>
                        <a:pt x="914" y="2426"/>
                      </a:lnTo>
                      <a:lnTo>
                        <a:pt x="1418" y="1985"/>
                      </a:lnTo>
                      <a:close/>
                      <a:moveTo>
                        <a:pt x="9357" y="1985"/>
                      </a:moveTo>
                      <a:lnTo>
                        <a:pt x="9861" y="2426"/>
                      </a:lnTo>
                      <a:lnTo>
                        <a:pt x="9420" y="2930"/>
                      </a:lnTo>
                      <a:lnTo>
                        <a:pt x="8916" y="2489"/>
                      </a:lnTo>
                      <a:lnTo>
                        <a:pt x="9357" y="1985"/>
                      </a:lnTo>
                      <a:close/>
                      <a:moveTo>
                        <a:pt x="5356" y="3434"/>
                      </a:moveTo>
                      <a:cubicBezTo>
                        <a:pt x="7467" y="3434"/>
                        <a:pt x="9200" y="5167"/>
                        <a:pt x="9200" y="7278"/>
                      </a:cubicBezTo>
                      <a:cubicBezTo>
                        <a:pt x="9200" y="9389"/>
                        <a:pt x="7498" y="11090"/>
                        <a:pt x="5356" y="11090"/>
                      </a:cubicBezTo>
                      <a:cubicBezTo>
                        <a:pt x="3277" y="11090"/>
                        <a:pt x="1544" y="9357"/>
                        <a:pt x="1544" y="7278"/>
                      </a:cubicBezTo>
                      <a:cubicBezTo>
                        <a:pt x="1576" y="5136"/>
                        <a:pt x="3277" y="3434"/>
                        <a:pt x="5356" y="3434"/>
                      </a:cubicBezTo>
                      <a:close/>
                      <a:moveTo>
                        <a:pt x="4316" y="0"/>
                      </a:moveTo>
                      <a:cubicBezTo>
                        <a:pt x="3560" y="0"/>
                        <a:pt x="2930" y="631"/>
                        <a:pt x="2930" y="1387"/>
                      </a:cubicBezTo>
                      <a:cubicBezTo>
                        <a:pt x="2930" y="2143"/>
                        <a:pt x="3560" y="2773"/>
                        <a:pt x="4316" y="2773"/>
                      </a:cubicBezTo>
                      <a:lnTo>
                        <a:pt x="4316" y="2899"/>
                      </a:lnTo>
                      <a:cubicBezTo>
                        <a:pt x="3749" y="3025"/>
                        <a:pt x="3214" y="3277"/>
                        <a:pt x="2741" y="3592"/>
                      </a:cubicBezTo>
                      <a:lnTo>
                        <a:pt x="2269" y="3056"/>
                      </a:lnTo>
                      <a:lnTo>
                        <a:pt x="2521" y="2804"/>
                      </a:lnTo>
                      <a:cubicBezTo>
                        <a:pt x="2741" y="2678"/>
                        <a:pt x="2741" y="2458"/>
                        <a:pt x="2615" y="2332"/>
                      </a:cubicBezTo>
                      <a:lnTo>
                        <a:pt x="1702" y="1292"/>
                      </a:lnTo>
                      <a:cubicBezTo>
                        <a:pt x="1631" y="1203"/>
                        <a:pt x="1530" y="1165"/>
                        <a:pt x="1432" y="1165"/>
                      </a:cubicBezTo>
                      <a:cubicBezTo>
                        <a:pt x="1357" y="1165"/>
                        <a:pt x="1284" y="1188"/>
                        <a:pt x="1229" y="1229"/>
                      </a:cubicBezTo>
                      <a:lnTo>
                        <a:pt x="158" y="2143"/>
                      </a:lnTo>
                      <a:cubicBezTo>
                        <a:pt x="0" y="2269"/>
                        <a:pt x="0" y="2489"/>
                        <a:pt x="126" y="2615"/>
                      </a:cubicBezTo>
                      <a:lnTo>
                        <a:pt x="1040" y="3687"/>
                      </a:lnTo>
                      <a:cubicBezTo>
                        <a:pt x="1106" y="3770"/>
                        <a:pt x="1199" y="3809"/>
                        <a:pt x="1291" y="3809"/>
                      </a:cubicBezTo>
                      <a:cubicBezTo>
                        <a:pt x="1372" y="3809"/>
                        <a:pt x="1453" y="3778"/>
                        <a:pt x="1513" y="3718"/>
                      </a:cubicBezTo>
                      <a:lnTo>
                        <a:pt x="1796" y="3498"/>
                      </a:lnTo>
                      <a:lnTo>
                        <a:pt x="2269" y="4033"/>
                      </a:lnTo>
                      <a:cubicBezTo>
                        <a:pt x="1387" y="4852"/>
                        <a:pt x="882" y="6018"/>
                        <a:pt x="882" y="7278"/>
                      </a:cubicBezTo>
                      <a:cubicBezTo>
                        <a:pt x="882" y="9735"/>
                        <a:pt x="2899" y="11783"/>
                        <a:pt x="5356" y="11783"/>
                      </a:cubicBezTo>
                      <a:cubicBezTo>
                        <a:pt x="7845" y="11783"/>
                        <a:pt x="9861" y="9735"/>
                        <a:pt x="9861" y="7278"/>
                      </a:cubicBezTo>
                      <a:cubicBezTo>
                        <a:pt x="9861" y="6081"/>
                        <a:pt x="9389" y="4915"/>
                        <a:pt x="8475" y="4033"/>
                      </a:cubicBezTo>
                      <a:lnTo>
                        <a:pt x="8948" y="3498"/>
                      </a:lnTo>
                      <a:lnTo>
                        <a:pt x="9231" y="3718"/>
                      </a:lnTo>
                      <a:cubicBezTo>
                        <a:pt x="9306" y="3778"/>
                        <a:pt x="9387" y="3809"/>
                        <a:pt x="9465" y="3809"/>
                      </a:cubicBezTo>
                      <a:cubicBezTo>
                        <a:pt x="9553" y="3809"/>
                        <a:pt x="9637" y="3770"/>
                        <a:pt x="9704" y="3687"/>
                      </a:cubicBezTo>
                      <a:lnTo>
                        <a:pt x="10617" y="2615"/>
                      </a:lnTo>
                      <a:cubicBezTo>
                        <a:pt x="10712" y="2458"/>
                        <a:pt x="10712" y="2269"/>
                        <a:pt x="10554" y="2143"/>
                      </a:cubicBezTo>
                      <a:lnTo>
                        <a:pt x="9515" y="1229"/>
                      </a:lnTo>
                      <a:cubicBezTo>
                        <a:pt x="9446" y="1188"/>
                        <a:pt x="9365" y="1165"/>
                        <a:pt x="9288" y="1165"/>
                      </a:cubicBezTo>
                      <a:cubicBezTo>
                        <a:pt x="9189" y="1165"/>
                        <a:pt x="9095" y="1203"/>
                        <a:pt x="9042" y="1292"/>
                      </a:cubicBezTo>
                      <a:lnTo>
                        <a:pt x="8129" y="2332"/>
                      </a:lnTo>
                      <a:cubicBezTo>
                        <a:pt x="8003" y="2489"/>
                        <a:pt x="8003" y="2710"/>
                        <a:pt x="8160" y="2804"/>
                      </a:cubicBezTo>
                      <a:lnTo>
                        <a:pt x="8444" y="3056"/>
                      </a:lnTo>
                      <a:lnTo>
                        <a:pt x="7971" y="3592"/>
                      </a:lnTo>
                      <a:cubicBezTo>
                        <a:pt x="7498" y="3245"/>
                        <a:pt x="6931" y="3025"/>
                        <a:pt x="6396" y="2899"/>
                      </a:cubicBezTo>
                      <a:lnTo>
                        <a:pt x="6396" y="2773"/>
                      </a:lnTo>
                      <a:cubicBezTo>
                        <a:pt x="7152" y="2773"/>
                        <a:pt x="7782" y="2143"/>
                        <a:pt x="7782" y="1387"/>
                      </a:cubicBezTo>
                      <a:cubicBezTo>
                        <a:pt x="7782" y="631"/>
                        <a:pt x="7152" y="0"/>
                        <a:pt x="639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495" name="Google Shape;1495;p18"/>
              <p:cNvSpPr/>
              <p:nvPr/>
            </p:nvSpPr>
            <p:spPr>
              <a:xfrm>
                <a:off x="2670025" y="2923979"/>
                <a:ext cx="501977" cy="501935"/>
              </a:xfrm>
              <a:custGeom>
                <a:rect b="b" l="l" r="r" t="t"/>
                <a:pathLst>
                  <a:path extrusionOk="0" h="11878" w="11879">
                    <a:moveTo>
                      <a:pt x="5892" y="693"/>
                    </a:moveTo>
                    <a:cubicBezTo>
                      <a:pt x="6302" y="693"/>
                      <a:pt x="6617" y="1008"/>
                      <a:pt x="6617" y="1418"/>
                    </a:cubicBezTo>
                    <a:cubicBezTo>
                      <a:pt x="6617" y="1796"/>
                      <a:pt x="6302" y="2111"/>
                      <a:pt x="5892" y="2111"/>
                    </a:cubicBezTo>
                    <a:cubicBezTo>
                      <a:pt x="5514" y="2111"/>
                      <a:pt x="5199" y="1796"/>
                      <a:pt x="5199" y="1418"/>
                    </a:cubicBezTo>
                    <a:cubicBezTo>
                      <a:pt x="5231" y="1008"/>
                      <a:pt x="5546" y="693"/>
                      <a:pt x="5892" y="693"/>
                    </a:cubicBezTo>
                    <a:close/>
                    <a:moveTo>
                      <a:pt x="5892" y="2741"/>
                    </a:moveTo>
                    <a:cubicBezTo>
                      <a:pt x="6837" y="2741"/>
                      <a:pt x="7625" y="3529"/>
                      <a:pt x="7625" y="4505"/>
                    </a:cubicBezTo>
                    <a:lnTo>
                      <a:pt x="7625" y="5545"/>
                    </a:lnTo>
                    <a:lnTo>
                      <a:pt x="4159" y="5545"/>
                    </a:lnTo>
                    <a:lnTo>
                      <a:pt x="4159" y="4505"/>
                    </a:lnTo>
                    <a:cubicBezTo>
                      <a:pt x="4159" y="3529"/>
                      <a:pt x="4947" y="2741"/>
                      <a:pt x="5892" y="2741"/>
                    </a:cubicBezTo>
                    <a:close/>
                    <a:moveTo>
                      <a:pt x="8381" y="5104"/>
                    </a:moveTo>
                    <a:cubicBezTo>
                      <a:pt x="9326" y="5356"/>
                      <a:pt x="9767" y="5703"/>
                      <a:pt x="9767" y="5892"/>
                    </a:cubicBezTo>
                    <a:cubicBezTo>
                      <a:pt x="9767" y="6238"/>
                      <a:pt x="8381" y="6931"/>
                      <a:pt x="5955" y="6931"/>
                    </a:cubicBezTo>
                    <a:cubicBezTo>
                      <a:pt x="5898" y="6932"/>
                      <a:pt x="5842" y="6932"/>
                      <a:pt x="5787" y="6932"/>
                    </a:cubicBezTo>
                    <a:cubicBezTo>
                      <a:pt x="3434" y="6932"/>
                      <a:pt x="2112" y="6292"/>
                      <a:pt x="2112" y="5892"/>
                    </a:cubicBezTo>
                    <a:cubicBezTo>
                      <a:pt x="2112" y="5703"/>
                      <a:pt x="2553" y="5388"/>
                      <a:pt x="3498" y="5104"/>
                    </a:cubicBezTo>
                    <a:lnTo>
                      <a:pt x="3498" y="5892"/>
                    </a:lnTo>
                    <a:cubicBezTo>
                      <a:pt x="3498" y="6081"/>
                      <a:pt x="3655" y="6238"/>
                      <a:pt x="3844" y="6238"/>
                    </a:cubicBezTo>
                    <a:lnTo>
                      <a:pt x="8034" y="6238"/>
                    </a:lnTo>
                    <a:cubicBezTo>
                      <a:pt x="8223" y="6238"/>
                      <a:pt x="8381" y="6081"/>
                      <a:pt x="8381" y="5892"/>
                    </a:cubicBezTo>
                    <a:lnTo>
                      <a:pt x="8381" y="5104"/>
                    </a:lnTo>
                    <a:close/>
                    <a:moveTo>
                      <a:pt x="1765" y="10428"/>
                    </a:moveTo>
                    <a:cubicBezTo>
                      <a:pt x="2427" y="10428"/>
                      <a:pt x="2805" y="10680"/>
                      <a:pt x="2805" y="10775"/>
                    </a:cubicBezTo>
                    <a:cubicBezTo>
                      <a:pt x="2805" y="10869"/>
                      <a:pt x="2427" y="11121"/>
                      <a:pt x="1765" y="11121"/>
                    </a:cubicBezTo>
                    <a:cubicBezTo>
                      <a:pt x="1072" y="11121"/>
                      <a:pt x="694" y="10869"/>
                      <a:pt x="694" y="10775"/>
                    </a:cubicBezTo>
                    <a:cubicBezTo>
                      <a:pt x="694" y="10712"/>
                      <a:pt x="1072" y="10428"/>
                      <a:pt x="1765" y="10428"/>
                    </a:cubicBezTo>
                    <a:close/>
                    <a:moveTo>
                      <a:pt x="5955" y="10428"/>
                    </a:moveTo>
                    <a:cubicBezTo>
                      <a:pt x="6617" y="10428"/>
                      <a:pt x="6963" y="10712"/>
                      <a:pt x="6963" y="10775"/>
                    </a:cubicBezTo>
                    <a:cubicBezTo>
                      <a:pt x="6963" y="10869"/>
                      <a:pt x="6617" y="11121"/>
                      <a:pt x="5955" y="11121"/>
                    </a:cubicBezTo>
                    <a:cubicBezTo>
                      <a:pt x="5262" y="11121"/>
                      <a:pt x="4915" y="10869"/>
                      <a:pt x="4915" y="10775"/>
                    </a:cubicBezTo>
                    <a:cubicBezTo>
                      <a:pt x="4915" y="10712"/>
                      <a:pt x="5262" y="10428"/>
                      <a:pt x="5955" y="10428"/>
                    </a:cubicBezTo>
                    <a:close/>
                    <a:moveTo>
                      <a:pt x="10082" y="10428"/>
                    </a:moveTo>
                    <a:cubicBezTo>
                      <a:pt x="10775" y="10428"/>
                      <a:pt x="11153" y="10680"/>
                      <a:pt x="11153" y="10775"/>
                    </a:cubicBezTo>
                    <a:cubicBezTo>
                      <a:pt x="11153" y="10869"/>
                      <a:pt x="10775" y="11121"/>
                      <a:pt x="10082" y="11121"/>
                    </a:cubicBezTo>
                    <a:cubicBezTo>
                      <a:pt x="9421" y="11121"/>
                      <a:pt x="9043" y="10869"/>
                      <a:pt x="9043" y="10775"/>
                    </a:cubicBezTo>
                    <a:cubicBezTo>
                      <a:pt x="9043" y="10712"/>
                      <a:pt x="9421" y="10428"/>
                      <a:pt x="10082" y="10428"/>
                    </a:cubicBezTo>
                    <a:close/>
                    <a:moveTo>
                      <a:pt x="5987" y="0"/>
                    </a:moveTo>
                    <a:cubicBezTo>
                      <a:pt x="5231" y="0"/>
                      <a:pt x="4600" y="630"/>
                      <a:pt x="4600" y="1355"/>
                    </a:cubicBezTo>
                    <a:cubicBezTo>
                      <a:pt x="4600" y="1733"/>
                      <a:pt x="4726" y="2016"/>
                      <a:pt x="4947" y="2300"/>
                    </a:cubicBezTo>
                    <a:cubicBezTo>
                      <a:pt x="4159" y="2710"/>
                      <a:pt x="3624" y="3497"/>
                      <a:pt x="3561" y="4442"/>
                    </a:cubicBezTo>
                    <a:cubicBezTo>
                      <a:pt x="2742" y="4631"/>
                      <a:pt x="1481" y="5072"/>
                      <a:pt x="1481" y="5923"/>
                    </a:cubicBezTo>
                    <a:cubicBezTo>
                      <a:pt x="1481" y="6679"/>
                      <a:pt x="2427" y="7120"/>
                      <a:pt x="3151" y="7309"/>
                    </a:cubicBezTo>
                    <a:lnTo>
                      <a:pt x="1954" y="9798"/>
                    </a:lnTo>
                    <a:lnTo>
                      <a:pt x="1828" y="9798"/>
                    </a:lnTo>
                    <a:cubicBezTo>
                      <a:pt x="851" y="9798"/>
                      <a:pt x="64" y="10239"/>
                      <a:pt x="64" y="10806"/>
                    </a:cubicBezTo>
                    <a:cubicBezTo>
                      <a:pt x="1" y="11373"/>
                      <a:pt x="725" y="11846"/>
                      <a:pt x="1765" y="11846"/>
                    </a:cubicBezTo>
                    <a:cubicBezTo>
                      <a:pt x="2679" y="11846"/>
                      <a:pt x="3498" y="11436"/>
                      <a:pt x="3498" y="10806"/>
                    </a:cubicBezTo>
                    <a:cubicBezTo>
                      <a:pt x="3498" y="10334"/>
                      <a:pt x="3057" y="10019"/>
                      <a:pt x="2584" y="9924"/>
                    </a:cubicBezTo>
                    <a:lnTo>
                      <a:pt x="3781" y="7498"/>
                    </a:lnTo>
                    <a:cubicBezTo>
                      <a:pt x="4317" y="7624"/>
                      <a:pt x="4947" y="7656"/>
                      <a:pt x="5577" y="7719"/>
                    </a:cubicBezTo>
                    <a:lnTo>
                      <a:pt x="5577" y="9830"/>
                    </a:lnTo>
                    <a:cubicBezTo>
                      <a:pt x="4947" y="9924"/>
                      <a:pt x="4222" y="10239"/>
                      <a:pt x="4222" y="10869"/>
                    </a:cubicBezTo>
                    <a:cubicBezTo>
                      <a:pt x="4222" y="11499"/>
                      <a:pt x="5041" y="11877"/>
                      <a:pt x="5955" y="11877"/>
                    </a:cubicBezTo>
                    <a:cubicBezTo>
                      <a:pt x="6837" y="11877"/>
                      <a:pt x="7688" y="11499"/>
                      <a:pt x="7688" y="10869"/>
                    </a:cubicBezTo>
                    <a:cubicBezTo>
                      <a:pt x="7688" y="10239"/>
                      <a:pt x="6932" y="9924"/>
                      <a:pt x="6302" y="9830"/>
                    </a:cubicBezTo>
                    <a:lnTo>
                      <a:pt x="6302" y="7719"/>
                    </a:lnTo>
                    <a:cubicBezTo>
                      <a:pt x="6932" y="7719"/>
                      <a:pt x="7562" y="7624"/>
                      <a:pt x="8097" y="7498"/>
                    </a:cubicBezTo>
                    <a:lnTo>
                      <a:pt x="9295" y="9924"/>
                    </a:lnTo>
                    <a:cubicBezTo>
                      <a:pt x="8822" y="10082"/>
                      <a:pt x="8381" y="10334"/>
                      <a:pt x="8381" y="10806"/>
                    </a:cubicBezTo>
                    <a:cubicBezTo>
                      <a:pt x="8381" y="11436"/>
                      <a:pt x="9200" y="11846"/>
                      <a:pt x="10114" y="11846"/>
                    </a:cubicBezTo>
                    <a:cubicBezTo>
                      <a:pt x="11090" y="11846"/>
                      <a:pt x="11878" y="11405"/>
                      <a:pt x="11878" y="10806"/>
                    </a:cubicBezTo>
                    <a:cubicBezTo>
                      <a:pt x="11878" y="10239"/>
                      <a:pt x="11153" y="9798"/>
                      <a:pt x="10114" y="9798"/>
                    </a:cubicBezTo>
                    <a:lnTo>
                      <a:pt x="9988" y="9798"/>
                    </a:lnTo>
                    <a:lnTo>
                      <a:pt x="8822" y="7309"/>
                    </a:lnTo>
                    <a:cubicBezTo>
                      <a:pt x="9515" y="7120"/>
                      <a:pt x="10460" y="6679"/>
                      <a:pt x="10460" y="5923"/>
                    </a:cubicBezTo>
                    <a:cubicBezTo>
                      <a:pt x="10460" y="5072"/>
                      <a:pt x="9200" y="4631"/>
                      <a:pt x="8381" y="4442"/>
                    </a:cubicBezTo>
                    <a:cubicBezTo>
                      <a:pt x="8350" y="3497"/>
                      <a:pt x="7782" y="2710"/>
                      <a:pt x="6995" y="2300"/>
                    </a:cubicBezTo>
                    <a:cubicBezTo>
                      <a:pt x="7247" y="2080"/>
                      <a:pt x="7341" y="1764"/>
                      <a:pt x="7341" y="1355"/>
                    </a:cubicBezTo>
                    <a:cubicBezTo>
                      <a:pt x="7341" y="630"/>
                      <a:pt x="6711" y="0"/>
                      <a:pt x="5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496" name="Google Shape;1496;p18"/>
              <p:cNvGrpSpPr/>
              <p:nvPr/>
            </p:nvGrpSpPr>
            <p:grpSpPr>
              <a:xfrm>
                <a:off x="5851633" y="1688609"/>
                <a:ext cx="500625" cy="499315"/>
                <a:chOff x="3599700" y="1954475"/>
                <a:chExt cx="296175" cy="295400"/>
              </a:xfrm>
            </p:grpSpPr>
            <p:sp>
              <p:nvSpPr>
                <p:cNvPr id="1497" name="Google Shape;1497;p18"/>
                <p:cNvSpPr/>
                <p:nvPr/>
              </p:nvSpPr>
              <p:spPr>
                <a:xfrm>
                  <a:off x="3599700" y="1954475"/>
                  <a:ext cx="296175" cy="295400"/>
                </a:xfrm>
                <a:custGeom>
                  <a:rect b="b" l="l" r="r" t="t"/>
                  <a:pathLst>
                    <a:path extrusionOk="0" h="11816" w="11847">
                      <a:moveTo>
                        <a:pt x="3151" y="694"/>
                      </a:moveTo>
                      <a:cubicBezTo>
                        <a:pt x="3718" y="694"/>
                        <a:pt x="4159" y="1166"/>
                        <a:pt x="4159" y="1734"/>
                      </a:cubicBezTo>
                      <a:cubicBezTo>
                        <a:pt x="4159" y="2301"/>
                        <a:pt x="3686" y="2742"/>
                        <a:pt x="3151" y="2742"/>
                      </a:cubicBezTo>
                      <a:cubicBezTo>
                        <a:pt x="2584" y="2742"/>
                        <a:pt x="2111" y="2269"/>
                        <a:pt x="2111" y="1734"/>
                      </a:cubicBezTo>
                      <a:cubicBezTo>
                        <a:pt x="2080" y="1166"/>
                        <a:pt x="2552" y="694"/>
                        <a:pt x="3151" y="694"/>
                      </a:cubicBezTo>
                      <a:close/>
                      <a:moveTo>
                        <a:pt x="8727" y="694"/>
                      </a:moveTo>
                      <a:cubicBezTo>
                        <a:pt x="9326" y="694"/>
                        <a:pt x="9767" y="1166"/>
                        <a:pt x="9767" y="1734"/>
                      </a:cubicBezTo>
                      <a:cubicBezTo>
                        <a:pt x="9767" y="2301"/>
                        <a:pt x="9294" y="2742"/>
                        <a:pt x="8727" y="2742"/>
                      </a:cubicBezTo>
                      <a:cubicBezTo>
                        <a:pt x="8128" y="2742"/>
                        <a:pt x="7719" y="2269"/>
                        <a:pt x="7719" y="1734"/>
                      </a:cubicBezTo>
                      <a:cubicBezTo>
                        <a:pt x="7656" y="1166"/>
                        <a:pt x="8128" y="694"/>
                        <a:pt x="8727" y="694"/>
                      </a:cubicBezTo>
                      <a:close/>
                      <a:moveTo>
                        <a:pt x="5923" y="4852"/>
                      </a:moveTo>
                      <a:cubicBezTo>
                        <a:pt x="6522" y="4852"/>
                        <a:pt x="6994" y="5325"/>
                        <a:pt x="6994" y="5861"/>
                      </a:cubicBezTo>
                      <a:cubicBezTo>
                        <a:pt x="6994" y="6396"/>
                        <a:pt x="6522" y="6869"/>
                        <a:pt x="5923" y="6869"/>
                      </a:cubicBezTo>
                      <a:cubicBezTo>
                        <a:pt x="5356" y="6869"/>
                        <a:pt x="4883" y="6428"/>
                        <a:pt x="4883" y="5861"/>
                      </a:cubicBezTo>
                      <a:cubicBezTo>
                        <a:pt x="4883" y="5294"/>
                        <a:pt x="5356" y="4852"/>
                        <a:pt x="5923" y="4852"/>
                      </a:cubicBezTo>
                      <a:close/>
                      <a:moveTo>
                        <a:pt x="3151" y="3466"/>
                      </a:moveTo>
                      <a:cubicBezTo>
                        <a:pt x="3875" y="3466"/>
                        <a:pt x="4600" y="3813"/>
                        <a:pt x="5072" y="4380"/>
                      </a:cubicBezTo>
                      <a:cubicBezTo>
                        <a:pt x="4537" y="4695"/>
                        <a:pt x="4159" y="5231"/>
                        <a:pt x="4159" y="5861"/>
                      </a:cubicBezTo>
                      <a:cubicBezTo>
                        <a:pt x="4159" y="6239"/>
                        <a:pt x="4285" y="6617"/>
                        <a:pt x="4505" y="6900"/>
                      </a:cubicBezTo>
                      <a:lnTo>
                        <a:pt x="693" y="6900"/>
                      </a:lnTo>
                      <a:lnTo>
                        <a:pt x="693" y="5892"/>
                      </a:lnTo>
                      <a:cubicBezTo>
                        <a:pt x="693" y="4569"/>
                        <a:pt x="1796" y="3466"/>
                        <a:pt x="3151" y="3466"/>
                      </a:cubicBezTo>
                      <a:close/>
                      <a:moveTo>
                        <a:pt x="8696" y="3498"/>
                      </a:moveTo>
                      <a:cubicBezTo>
                        <a:pt x="10019" y="3498"/>
                        <a:pt x="11121" y="4600"/>
                        <a:pt x="11121" y="5955"/>
                      </a:cubicBezTo>
                      <a:lnTo>
                        <a:pt x="11121" y="6932"/>
                      </a:lnTo>
                      <a:lnTo>
                        <a:pt x="7309" y="6932"/>
                      </a:lnTo>
                      <a:cubicBezTo>
                        <a:pt x="7561" y="6617"/>
                        <a:pt x="7656" y="6270"/>
                        <a:pt x="7656" y="5892"/>
                      </a:cubicBezTo>
                      <a:cubicBezTo>
                        <a:pt x="7656" y="5262"/>
                        <a:pt x="7309" y="4726"/>
                        <a:pt x="6774" y="4411"/>
                      </a:cubicBezTo>
                      <a:cubicBezTo>
                        <a:pt x="7215" y="3813"/>
                        <a:pt x="7939" y="3498"/>
                        <a:pt x="8696" y="3498"/>
                      </a:cubicBezTo>
                      <a:close/>
                      <a:moveTo>
                        <a:pt x="5923" y="7625"/>
                      </a:moveTo>
                      <a:cubicBezTo>
                        <a:pt x="6207" y="7625"/>
                        <a:pt x="6490" y="7656"/>
                        <a:pt x="6711" y="7751"/>
                      </a:cubicBezTo>
                      <a:lnTo>
                        <a:pt x="5923" y="8791"/>
                      </a:lnTo>
                      <a:lnTo>
                        <a:pt x="5135" y="7751"/>
                      </a:lnTo>
                      <a:cubicBezTo>
                        <a:pt x="5388" y="7688"/>
                        <a:pt x="5671" y="7625"/>
                        <a:pt x="5923" y="7625"/>
                      </a:cubicBezTo>
                      <a:close/>
                      <a:moveTo>
                        <a:pt x="4505" y="8066"/>
                      </a:moveTo>
                      <a:lnTo>
                        <a:pt x="5577" y="9484"/>
                      </a:lnTo>
                      <a:lnTo>
                        <a:pt x="5577" y="11153"/>
                      </a:lnTo>
                      <a:lnTo>
                        <a:pt x="3497" y="11153"/>
                      </a:lnTo>
                      <a:lnTo>
                        <a:pt x="3497" y="10019"/>
                      </a:lnTo>
                      <a:cubicBezTo>
                        <a:pt x="3497" y="9200"/>
                        <a:pt x="3875" y="8507"/>
                        <a:pt x="4505" y="8066"/>
                      </a:cubicBezTo>
                      <a:close/>
                      <a:moveTo>
                        <a:pt x="7341" y="8066"/>
                      </a:moveTo>
                      <a:cubicBezTo>
                        <a:pt x="7939" y="8507"/>
                        <a:pt x="8381" y="9263"/>
                        <a:pt x="8381" y="10051"/>
                      </a:cubicBezTo>
                      <a:lnTo>
                        <a:pt x="8381" y="11153"/>
                      </a:lnTo>
                      <a:lnTo>
                        <a:pt x="6301" y="11153"/>
                      </a:lnTo>
                      <a:lnTo>
                        <a:pt x="6301" y="9484"/>
                      </a:lnTo>
                      <a:lnTo>
                        <a:pt x="7341" y="8066"/>
                      </a:lnTo>
                      <a:close/>
                      <a:moveTo>
                        <a:pt x="3088" y="1"/>
                      </a:moveTo>
                      <a:cubicBezTo>
                        <a:pt x="2143" y="1"/>
                        <a:pt x="1355" y="788"/>
                        <a:pt x="1355" y="1734"/>
                      </a:cubicBezTo>
                      <a:cubicBezTo>
                        <a:pt x="1355" y="2238"/>
                        <a:pt x="1575" y="2679"/>
                        <a:pt x="1922" y="2994"/>
                      </a:cubicBezTo>
                      <a:cubicBezTo>
                        <a:pt x="788" y="3466"/>
                        <a:pt x="0" y="4569"/>
                        <a:pt x="0" y="5861"/>
                      </a:cubicBezTo>
                      <a:lnTo>
                        <a:pt x="0" y="7247"/>
                      </a:lnTo>
                      <a:cubicBezTo>
                        <a:pt x="0" y="7436"/>
                        <a:pt x="158" y="7593"/>
                        <a:pt x="347" y="7593"/>
                      </a:cubicBezTo>
                      <a:lnTo>
                        <a:pt x="3938" y="7593"/>
                      </a:lnTo>
                      <a:cubicBezTo>
                        <a:pt x="3214" y="8192"/>
                        <a:pt x="2741" y="9043"/>
                        <a:pt x="2741" y="10019"/>
                      </a:cubicBezTo>
                      <a:lnTo>
                        <a:pt x="2741" y="11437"/>
                      </a:lnTo>
                      <a:cubicBezTo>
                        <a:pt x="2741" y="11658"/>
                        <a:pt x="2899" y="11815"/>
                        <a:pt x="3088" y="11815"/>
                      </a:cubicBezTo>
                      <a:lnTo>
                        <a:pt x="8696" y="11815"/>
                      </a:lnTo>
                      <a:cubicBezTo>
                        <a:pt x="8885" y="11815"/>
                        <a:pt x="9042" y="11658"/>
                        <a:pt x="9042" y="11437"/>
                      </a:cubicBezTo>
                      <a:lnTo>
                        <a:pt x="9042" y="10019"/>
                      </a:lnTo>
                      <a:cubicBezTo>
                        <a:pt x="9042" y="9043"/>
                        <a:pt x="8570" y="8192"/>
                        <a:pt x="7876" y="7593"/>
                      </a:cubicBezTo>
                      <a:lnTo>
                        <a:pt x="11436" y="7593"/>
                      </a:lnTo>
                      <a:cubicBezTo>
                        <a:pt x="11657" y="7593"/>
                        <a:pt x="11815" y="7436"/>
                        <a:pt x="11815" y="7247"/>
                      </a:cubicBezTo>
                      <a:lnTo>
                        <a:pt x="11815" y="5861"/>
                      </a:lnTo>
                      <a:cubicBezTo>
                        <a:pt x="11846" y="4600"/>
                        <a:pt x="11027" y="3466"/>
                        <a:pt x="9861" y="2994"/>
                      </a:cubicBezTo>
                      <a:cubicBezTo>
                        <a:pt x="10239" y="2679"/>
                        <a:pt x="10428" y="2206"/>
                        <a:pt x="10428" y="1734"/>
                      </a:cubicBezTo>
                      <a:cubicBezTo>
                        <a:pt x="10428" y="788"/>
                        <a:pt x="9641" y="1"/>
                        <a:pt x="8696" y="1"/>
                      </a:cubicBezTo>
                      <a:cubicBezTo>
                        <a:pt x="7750" y="1"/>
                        <a:pt x="6963" y="788"/>
                        <a:pt x="6963" y="1734"/>
                      </a:cubicBezTo>
                      <a:cubicBezTo>
                        <a:pt x="6963" y="2238"/>
                        <a:pt x="7152" y="2679"/>
                        <a:pt x="7498" y="2994"/>
                      </a:cubicBezTo>
                      <a:cubicBezTo>
                        <a:pt x="6931" y="3214"/>
                        <a:pt x="6396" y="3624"/>
                        <a:pt x="6049" y="4159"/>
                      </a:cubicBezTo>
                      <a:lnTo>
                        <a:pt x="5734" y="4159"/>
                      </a:lnTo>
                      <a:cubicBezTo>
                        <a:pt x="5388" y="3655"/>
                        <a:pt x="4883" y="3214"/>
                        <a:pt x="4285" y="2994"/>
                      </a:cubicBezTo>
                      <a:cubicBezTo>
                        <a:pt x="4631" y="2679"/>
                        <a:pt x="4820" y="2238"/>
                        <a:pt x="4820" y="1734"/>
                      </a:cubicBezTo>
                      <a:cubicBezTo>
                        <a:pt x="4820" y="788"/>
                        <a:pt x="4033" y="1"/>
                        <a:pt x="308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98" name="Google Shape;1498;p18"/>
                <p:cNvSpPr/>
                <p:nvPr/>
              </p:nvSpPr>
              <p:spPr>
                <a:xfrm>
                  <a:off x="3825750" y="2075775"/>
                  <a:ext cx="35450" cy="17350"/>
                </a:xfrm>
                <a:custGeom>
                  <a:rect b="b" l="l" r="r" t="t"/>
                  <a:pathLst>
                    <a:path extrusionOk="0" h="694" w="1418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lnTo>
                        <a:pt x="1071" y="694"/>
                      </a:lnTo>
                      <a:cubicBezTo>
                        <a:pt x="1260" y="694"/>
                        <a:pt x="1418" y="536"/>
                        <a:pt x="1418" y="347"/>
                      </a:cubicBez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99" name="Google Shape;1499;p18"/>
                <p:cNvSpPr/>
                <p:nvPr/>
              </p:nvSpPr>
              <p:spPr>
                <a:xfrm>
                  <a:off x="3633550" y="2075775"/>
                  <a:ext cx="35475" cy="17350"/>
                </a:xfrm>
                <a:custGeom>
                  <a:rect b="b" l="l" r="r" t="t"/>
                  <a:pathLst>
                    <a:path extrusionOk="0" h="694" w="1419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79" y="694"/>
                      </a:cubicBezTo>
                      <a:lnTo>
                        <a:pt x="1072" y="694"/>
                      </a:lnTo>
                      <a:cubicBezTo>
                        <a:pt x="1261" y="694"/>
                        <a:pt x="1419" y="536"/>
                        <a:pt x="1419" y="347"/>
                      </a:cubicBezTo>
                      <a:cubicBezTo>
                        <a:pt x="1419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00" name="Google Shape;1500;p18"/>
              <p:cNvGrpSpPr/>
              <p:nvPr/>
            </p:nvGrpSpPr>
            <p:grpSpPr>
              <a:xfrm>
                <a:off x="5852949" y="2282390"/>
                <a:ext cx="497962" cy="497962"/>
                <a:chOff x="3601275" y="2319150"/>
                <a:chExt cx="294600" cy="294600"/>
              </a:xfrm>
            </p:grpSpPr>
            <p:sp>
              <p:nvSpPr>
                <p:cNvPr id="1501" name="Google Shape;1501;p18"/>
                <p:cNvSpPr/>
                <p:nvPr/>
              </p:nvSpPr>
              <p:spPr>
                <a:xfrm>
                  <a:off x="3601275" y="2319150"/>
                  <a:ext cx="294600" cy="294600"/>
                </a:xfrm>
                <a:custGeom>
                  <a:rect b="b" l="l" r="r" t="t"/>
                  <a:pathLst>
                    <a:path extrusionOk="0" h="11784" w="11784">
                      <a:moveTo>
                        <a:pt x="8223" y="694"/>
                      </a:moveTo>
                      <a:cubicBezTo>
                        <a:pt x="8696" y="725"/>
                        <a:pt x="9168" y="914"/>
                        <a:pt x="9546" y="1198"/>
                      </a:cubicBezTo>
                      <a:lnTo>
                        <a:pt x="7057" y="3687"/>
                      </a:lnTo>
                      <a:cubicBezTo>
                        <a:pt x="6774" y="3498"/>
                        <a:pt x="6459" y="3340"/>
                        <a:pt x="6144" y="3245"/>
                      </a:cubicBezTo>
                      <a:lnTo>
                        <a:pt x="8223" y="694"/>
                      </a:lnTo>
                      <a:close/>
                      <a:moveTo>
                        <a:pt x="10523" y="1198"/>
                      </a:moveTo>
                      <a:cubicBezTo>
                        <a:pt x="10838" y="1576"/>
                        <a:pt x="11027" y="2111"/>
                        <a:pt x="11027" y="2615"/>
                      </a:cubicBezTo>
                      <a:lnTo>
                        <a:pt x="8286" y="4852"/>
                      </a:lnTo>
                      <a:lnTo>
                        <a:pt x="7561" y="4159"/>
                      </a:lnTo>
                      <a:lnTo>
                        <a:pt x="10523" y="1198"/>
                      </a:lnTo>
                      <a:close/>
                      <a:moveTo>
                        <a:pt x="5592" y="3923"/>
                      </a:moveTo>
                      <a:cubicBezTo>
                        <a:pt x="6033" y="3923"/>
                        <a:pt x="6474" y="4096"/>
                        <a:pt x="6805" y="4443"/>
                      </a:cubicBezTo>
                      <a:cubicBezTo>
                        <a:pt x="7498" y="5104"/>
                        <a:pt x="7498" y="6207"/>
                        <a:pt x="6805" y="6869"/>
                      </a:cubicBezTo>
                      <a:cubicBezTo>
                        <a:pt x="6474" y="7199"/>
                        <a:pt x="6033" y="7365"/>
                        <a:pt x="5592" y="7365"/>
                      </a:cubicBezTo>
                      <a:cubicBezTo>
                        <a:pt x="5151" y="7365"/>
                        <a:pt x="4710" y="7199"/>
                        <a:pt x="4379" y="6869"/>
                      </a:cubicBezTo>
                      <a:cubicBezTo>
                        <a:pt x="3718" y="6207"/>
                        <a:pt x="3718" y="5104"/>
                        <a:pt x="4379" y="4443"/>
                      </a:cubicBezTo>
                      <a:cubicBezTo>
                        <a:pt x="4710" y="4096"/>
                        <a:pt x="5151" y="3923"/>
                        <a:pt x="5592" y="3923"/>
                      </a:cubicBezTo>
                      <a:close/>
                      <a:moveTo>
                        <a:pt x="8034" y="5577"/>
                      </a:moveTo>
                      <a:lnTo>
                        <a:pt x="8191" y="5734"/>
                      </a:lnTo>
                      <a:cubicBezTo>
                        <a:pt x="8696" y="6270"/>
                        <a:pt x="9326" y="6742"/>
                        <a:pt x="10019" y="7058"/>
                      </a:cubicBezTo>
                      <a:lnTo>
                        <a:pt x="9420" y="7278"/>
                      </a:lnTo>
                      <a:cubicBezTo>
                        <a:pt x="9263" y="7310"/>
                        <a:pt x="9168" y="7467"/>
                        <a:pt x="9168" y="7593"/>
                      </a:cubicBezTo>
                      <a:lnTo>
                        <a:pt x="9168" y="8066"/>
                      </a:lnTo>
                      <a:cubicBezTo>
                        <a:pt x="8601" y="7814"/>
                        <a:pt x="8034" y="7467"/>
                        <a:pt x="7561" y="7058"/>
                      </a:cubicBezTo>
                      <a:cubicBezTo>
                        <a:pt x="7876" y="6648"/>
                        <a:pt x="8034" y="6175"/>
                        <a:pt x="8034" y="5608"/>
                      </a:cubicBezTo>
                      <a:lnTo>
                        <a:pt x="8034" y="5577"/>
                      </a:lnTo>
                      <a:close/>
                      <a:moveTo>
                        <a:pt x="3245" y="6081"/>
                      </a:moveTo>
                      <a:cubicBezTo>
                        <a:pt x="3308" y="6427"/>
                        <a:pt x="3466" y="6806"/>
                        <a:pt x="3655" y="7058"/>
                      </a:cubicBezTo>
                      <a:lnTo>
                        <a:pt x="1197" y="9546"/>
                      </a:lnTo>
                      <a:cubicBezTo>
                        <a:pt x="882" y="9200"/>
                        <a:pt x="662" y="8696"/>
                        <a:pt x="630" y="8160"/>
                      </a:cubicBezTo>
                      <a:lnTo>
                        <a:pt x="3245" y="6081"/>
                      </a:lnTo>
                      <a:close/>
                      <a:moveTo>
                        <a:pt x="7057" y="7593"/>
                      </a:moveTo>
                      <a:cubicBezTo>
                        <a:pt x="7435" y="8066"/>
                        <a:pt x="7813" y="8601"/>
                        <a:pt x="8034" y="9200"/>
                      </a:cubicBezTo>
                      <a:lnTo>
                        <a:pt x="7561" y="9200"/>
                      </a:lnTo>
                      <a:cubicBezTo>
                        <a:pt x="7404" y="9200"/>
                        <a:pt x="7278" y="9263"/>
                        <a:pt x="7246" y="9420"/>
                      </a:cubicBezTo>
                      <a:lnTo>
                        <a:pt x="7057" y="10019"/>
                      </a:lnTo>
                      <a:cubicBezTo>
                        <a:pt x="6742" y="9357"/>
                        <a:pt x="6270" y="8727"/>
                        <a:pt x="5766" y="8223"/>
                      </a:cubicBezTo>
                      <a:lnTo>
                        <a:pt x="5608" y="8066"/>
                      </a:lnTo>
                      <a:lnTo>
                        <a:pt x="5640" y="8066"/>
                      </a:lnTo>
                      <a:cubicBezTo>
                        <a:pt x="6144" y="8066"/>
                        <a:pt x="6648" y="7877"/>
                        <a:pt x="7057" y="7593"/>
                      </a:cubicBezTo>
                      <a:close/>
                      <a:moveTo>
                        <a:pt x="4096" y="7625"/>
                      </a:moveTo>
                      <a:lnTo>
                        <a:pt x="4820" y="8318"/>
                      </a:lnTo>
                      <a:lnTo>
                        <a:pt x="2552" y="11090"/>
                      </a:lnTo>
                      <a:cubicBezTo>
                        <a:pt x="2048" y="11059"/>
                        <a:pt x="1575" y="10901"/>
                        <a:pt x="1134" y="10586"/>
                      </a:cubicBezTo>
                      <a:lnTo>
                        <a:pt x="4096" y="7625"/>
                      </a:lnTo>
                      <a:close/>
                      <a:moveTo>
                        <a:pt x="8160" y="0"/>
                      </a:moveTo>
                      <a:cubicBezTo>
                        <a:pt x="8034" y="0"/>
                        <a:pt x="7971" y="63"/>
                        <a:pt x="7876" y="126"/>
                      </a:cubicBezTo>
                      <a:lnTo>
                        <a:pt x="5356" y="3245"/>
                      </a:lnTo>
                      <a:cubicBezTo>
                        <a:pt x="4852" y="3308"/>
                        <a:pt x="4348" y="3529"/>
                        <a:pt x="3938" y="3970"/>
                      </a:cubicBezTo>
                      <a:cubicBezTo>
                        <a:pt x="3592" y="4317"/>
                        <a:pt x="3340" y="4758"/>
                        <a:pt x="3277" y="5262"/>
                      </a:cubicBezTo>
                      <a:lnTo>
                        <a:pt x="126" y="7782"/>
                      </a:lnTo>
                      <a:cubicBezTo>
                        <a:pt x="32" y="7845"/>
                        <a:pt x="0" y="7940"/>
                        <a:pt x="0" y="8066"/>
                      </a:cubicBezTo>
                      <a:cubicBezTo>
                        <a:pt x="0" y="8790"/>
                        <a:pt x="284" y="9546"/>
                        <a:pt x="756" y="10114"/>
                      </a:cubicBezTo>
                      <a:lnTo>
                        <a:pt x="473" y="10366"/>
                      </a:lnTo>
                      <a:cubicBezTo>
                        <a:pt x="410" y="10460"/>
                        <a:pt x="347" y="10523"/>
                        <a:pt x="347" y="10618"/>
                      </a:cubicBezTo>
                      <a:cubicBezTo>
                        <a:pt x="347" y="10681"/>
                        <a:pt x="410" y="10807"/>
                        <a:pt x="473" y="10838"/>
                      </a:cubicBezTo>
                      <a:cubicBezTo>
                        <a:pt x="1103" y="11468"/>
                        <a:pt x="1922" y="11783"/>
                        <a:pt x="2804" y="11783"/>
                      </a:cubicBezTo>
                      <a:cubicBezTo>
                        <a:pt x="2930" y="11783"/>
                        <a:pt x="2993" y="11752"/>
                        <a:pt x="3088" y="11657"/>
                      </a:cubicBezTo>
                      <a:lnTo>
                        <a:pt x="5388" y="8790"/>
                      </a:lnTo>
                      <a:cubicBezTo>
                        <a:pt x="6018" y="9452"/>
                        <a:pt x="6553" y="10303"/>
                        <a:pt x="6805" y="11153"/>
                      </a:cubicBezTo>
                      <a:cubicBezTo>
                        <a:pt x="6868" y="11311"/>
                        <a:pt x="7026" y="11405"/>
                        <a:pt x="7120" y="11405"/>
                      </a:cubicBezTo>
                      <a:cubicBezTo>
                        <a:pt x="7278" y="11405"/>
                        <a:pt x="7404" y="11311"/>
                        <a:pt x="7435" y="11153"/>
                      </a:cubicBezTo>
                      <a:lnTo>
                        <a:pt x="7845" y="9924"/>
                      </a:lnTo>
                      <a:lnTo>
                        <a:pt x="8601" y="9924"/>
                      </a:lnTo>
                      <a:cubicBezTo>
                        <a:pt x="8696" y="9924"/>
                        <a:pt x="8790" y="9893"/>
                        <a:pt x="8853" y="9767"/>
                      </a:cubicBezTo>
                      <a:cubicBezTo>
                        <a:pt x="8948" y="9704"/>
                        <a:pt x="8948" y="9578"/>
                        <a:pt x="8916" y="9452"/>
                      </a:cubicBezTo>
                      <a:cubicBezTo>
                        <a:pt x="8790" y="9137"/>
                        <a:pt x="8664" y="8822"/>
                        <a:pt x="8507" y="8507"/>
                      </a:cubicBezTo>
                      <a:lnTo>
                        <a:pt x="8507" y="8507"/>
                      </a:lnTo>
                      <a:cubicBezTo>
                        <a:pt x="8822" y="8664"/>
                        <a:pt x="9137" y="8790"/>
                        <a:pt x="9452" y="8916"/>
                      </a:cubicBezTo>
                      <a:cubicBezTo>
                        <a:pt x="9489" y="8926"/>
                        <a:pt x="9526" y="8929"/>
                        <a:pt x="9561" y="8929"/>
                      </a:cubicBezTo>
                      <a:cubicBezTo>
                        <a:pt x="9646" y="8929"/>
                        <a:pt x="9722" y="8907"/>
                        <a:pt x="9767" y="8885"/>
                      </a:cubicBezTo>
                      <a:cubicBezTo>
                        <a:pt x="9861" y="8790"/>
                        <a:pt x="9924" y="8727"/>
                        <a:pt x="9924" y="8601"/>
                      </a:cubicBezTo>
                      <a:lnTo>
                        <a:pt x="9924" y="7845"/>
                      </a:lnTo>
                      <a:lnTo>
                        <a:pt x="11153" y="7467"/>
                      </a:lnTo>
                      <a:cubicBezTo>
                        <a:pt x="11310" y="7404"/>
                        <a:pt x="11373" y="7247"/>
                        <a:pt x="11373" y="7152"/>
                      </a:cubicBezTo>
                      <a:cubicBezTo>
                        <a:pt x="11373" y="6995"/>
                        <a:pt x="11310" y="6869"/>
                        <a:pt x="11153" y="6837"/>
                      </a:cubicBezTo>
                      <a:cubicBezTo>
                        <a:pt x="10271" y="6553"/>
                        <a:pt x="9452" y="6049"/>
                        <a:pt x="8790" y="5419"/>
                      </a:cubicBezTo>
                      <a:lnTo>
                        <a:pt x="11657" y="3088"/>
                      </a:lnTo>
                      <a:cubicBezTo>
                        <a:pt x="11689" y="2962"/>
                        <a:pt x="11783" y="2867"/>
                        <a:pt x="11783" y="2773"/>
                      </a:cubicBezTo>
                      <a:cubicBezTo>
                        <a:pt x="11783" y="1922"/>
                        <a:pt x="11436" y="1072"/>
                        <a:pt x="10838" y="442"/>
                      </a:cubicBezTo>
                      <a:cubicBezTo>
                        <a:pt x="10775" y="379"/>
                        <a:pt x="10688" y="347"/>
                        <a:pt x="10602" y="347"/>
                      </a:cubicBezTo>
                      <a:cubicBezTo>
                        <a:pt x="10515" y="347"/>
                        <a:pt x="10428" y="379"/>
                        <a:pt x="10365" y="442"/>
                      </a:cubicBezTo>
                      <a:lnTo>
                        <a:pt x="10082" y="725"/>
                      </a:lnTo>
                      <a:cubicBezTo>
                        <a:pt x="9546" y="284"/>
                        <a:pt x="8853" y="0"/>
                        <a:pt x="81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02" name="Google Shape;1502;p18"/>
                <p:cNvSpPr/>
                <p:nvPr/>
              </p:nvSpPr>
              <p:spPr>
                <a:xfrm>
                  <a:off x="3713900" y="2434350"/>
                  <a:ext cx="55950" cy="52200"/>
                </a:xfrm>
                <a:custGeom>
                  <a:rect b="b" l="l" r="r" t="t"/>
                  <a:pathLst>
                    <a:path extrusionOk="0" h="2088" w="2238">
                      <a:moveTo>
                        <a:pt x="1087" y="685"/>
                      </a:moveTo>
                      <a:cubicBezTo>
                        <a:pt x="1174" y="685"/>
                        <a:pt x="1261" y="717"/>
                        <a:pt x="1324" y="780"/>
                      </a:cubicBezTo>
                      <a:cubicBezTo>
                        <a:pt x="1450" y="874"/>
                        <a:pt x="1450" y="1126"/>
                        <a:pt x="1324" y="1252"/>
                      </a:cubicBezTo>
                      <a:cubicBezTo>
                        <a:pt x="1261" y="1300"/>
                        <a:pt x="1174" y="1323"/>
                        <a:pt x="1087" y="1323"/>
                      </a:cubicBezTo>
                      <a:cubicBezTo>
                        <a:pt x="1001" y="1323"/>
                        <a:pt x="914" y="1300"/>
                        <a:pt x="851" y="1252"/>
                      </a:cubicBezTo>
                      <a:cubicBezTo>
                        <a:pt x="725" y="1126"/>
                        <a:pt x="725" y="937"/>
                        <a:pt x="851" y="780"/>
                      </a:cubicBezTo>
                      <a:cubicBezTo>
                        <a:pt x="914" y="717"/>
                        <a:pt x="1001" y="685"/>
                        <a:pt x="1087" y="685"/>
                      </a:cubicBezTo>
                      <a:close/>
                      <a:moveTo>
                        <a:pt x="1115" y="0"/>
                      </a:moveTo>
                      <a:cubicBezTo>
                        <a:pt x="851" y="0"/>
                        <a:pt x="583" y="102"/>
                        <a:pt x="378" y="307"/>
                      </a:cubicBezTo>
                      <a:cubicBezTo>
                        <a:pt x="0" y="685"/>
                        <a:pt x="0" y="1347"/>
                        <a:pt x="378" y="1756"/>
                      </a:cubicBezTo>
                      <a:cubicBezTo>
                        <a:pt x="583" y="1977"/>
                        <a:pt x="851" y="2087"/>
                        <a:pt x="1115" y="2087"/>
                      </a:cubicBezTo>
                      <a:cubicBezTo>
                        <a:pt x="1379" y="2087"/>
                        <a:pt x="1639" y="1977"/>
                        <a:pt x="1828" y="1756"/>
                      </a:cubicBezTo>
                      <a:cubicBezTo>
                        <a:pt x="2237" y="1347"/>
                        <a:pt x="2237" y="685"/>
                        <a:pt x="1828" y="307"/>
                      </a:cubicBezTo>
                      <a:cubicBezTo>
                        <a:pt x="1639" y="102"/>
                        <a:pt x="1379" y="0"/>
                        <a:pt x="111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03" name="Google Shape;1503;p18"/>
              <p:cNvSpPr/>
              <p:nvPr/>
            </p:nvSpPr>
            <p:spPr>
              <a:xfrm>
                <a:off x="5852086" y="2925310"/>
                <a:ext cx="499315" cy="499272"/>
              </a:xfrm>
              <a:custGeom>
                <a:rect b="b" l="l" r="r" t="t"/>
                <a:pathLst>
                  <a:path extrusionOk="0" h="11815" w="11816">
                    <a:moveTo>
                      <a:pt x="6207" y="693"/>
                    </a:moveTo>
                    <a:cubicBezTo>
                      <a:pt x="7877" y="819"/>
                      <a:pt x="9326" y="1670"/>
                      <a:pt x="10208" y="2993"/>
                    </a:cubicBezTo>
                    <a:lnTo>
                      <a:pt x="6207" y="5293"/>
                    </a:lnTo>
                    <a:lnTo>
                      <a:pt x="6207" y="693"/>
                    </a:lnTo>
                    <a:close/>
                    <a:moveTo>
                      <a:pt x="10555" y="3623"/>
                    </a:moveTo>
                    <a:cubicBezTo>
                      <a:pt x="10901" y="4316"/>
                      <a:pt x="11090" y="5104"/>
                      <a:pt x="11090" y="5923"/>
                    </a:cubicBezTo>
                    <a:cubicBezTo>
                      <a:pt x="11090" y="7026"/>
                      <a:pt x="10744" y="8097"/>
                      <a:pt x="10114" y="8979"/>
                    </a:cubicBezTo>
                    <a:lnTo>
                      <a:pt x="6491" y="5986"/>
                    </a:lnTo>
                    <a:lnTo>
                      <a:pt x="10555" y="3623"/>
                    </a:lnTo>
                    <a:close/>
                    <a:moveTo>
                      <a:pt x="5546" y="693"/>
                    </a:moveTo>
                    <a:lnTo>
                      <a:pt x="5546" y="5892"/>
                    </a:lnTo>
                    <a:cubicBezTo>
                      <a:pt x="5546" y="6018"/>
                      <a:pt x="5577" y="6081"/>
                      <a:pt x="5672" y="6175"/>
                    </a:cubicBezTo>
                    <a:lnTo>
                      <a:pt x="9673" y="9483"/>
                    </a:lnTo>
                    <a:cubicBezTo>
                      <a:pt x="8728" y="10491"/>
                      <a:pt x="7373" y="11121"/>
                      <a:pt x="5892" y="11121"/>
                    </a:cubicBezTo>
                    <a:cubicBezTo>
                      <a:pt x="3025" y="11121"/>
                      <a:pt x="662" y="8822"/>
                      <a:pt x="662" y="5892"/>
                    </a:cubicBezTo>
                    <a:cubicBezTo>
                      <a:pt x="662" y="3151"/>
                      <a:pt x="2836" y="851"/>
                      <a:pt x="5546" y="693"/>
                    </a:cubicBezTo>
                    <a:close/>
                    <a:moveTo>
                      <a:pt x="5892" y="0"/>
                    </a:moveTo>
                    <a:cubicBezTo>
                      <a:pt x="2647" y="0"/>
                      <a:pt x="1" y="2615"/>
                      <a:pt x="1" y="5892"/>
                    </a:cubicBezTo>
                    <a:cubicBezTo>
                      <a:pt x="1" y="9168"/>
                      <a:pt x="2647" y="11814"/>
                      <a:pt x="5892" y="11814"/>
                    </a:cubicBezTo>
                    <a:cubicBezTo>
                      <a:pt x="9169" y="11814"/>
                      <a:pt x="11815" y="9168"/>
                      <a:pt x="11815" y="5892"/>
                    </a:cubicBezTo>
                    <a:cubicBezTo>
                      <a:pt x="11815" y="2678"/>
                      <a:pt x="9137" y="0"/>
                      <a:pt x="58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504" name="Google Shape;1504;p18"/>
              <p:cNvGrpSpPr/>
              <p:nvPr/>
            </p:nvGrpSpPr>
            <p:grpSpPr>
              <a:xfrm>
                <a:off x="9032852" y="1687973"/>
                <a:ext cx="469988" cy="500582"/>
                <a:chOff x="5421475" y="1945825"/>
                <a:chExt cx="278050" cy="296150"/>
              </a:xfrm>
            </p:grpSpPr>
            <p:sp>
              <p:nvSpPr>
                <p:cNvPr id="1505" name="Google Shape;1505;p18"/>
                <p:cNvSpPr/>
                <p:nvPr/>
              </p:nvSpPr>
              <p:spPr>
                <a:xfrm>
                  <a:off x="5472650" y="1999375"/>
                  <a:ext cx="172525" cy="242600"/>
                </a:xfrm>
                <a:custGeom>
                  <a:rect b="b" l="l" r="r" t="t"/>
                  <a:pathLst>
                    <a:path extrusionOk="0" h="9704" w="6901">
                      <a:moveTo>
                        <a:pt x="1765" y="1355"/>
                      </a:moveTo>
                      <a:cubicBezTo>
                        <a:pt x="1986" y="1355"/>
                        <a:pt x="2143" y="1513"/>
                        <a:pt x="2143" y="1702"/>
                      </a:cubicBezTo>
                      <a:lnTo>
                        <a:pt x="2143" y="2048"/>
                      </a:lnTo>
                      <a:lnTo>
                        <a:pt x="1765" y="2048"/>
                      </a:lnTo>
                      <a:cubicBezTo>
                        <a:pt x="1671" y="2048"/>
                        <a:pt x="1545" y="2048"/>
                        <a:pt x="1419" y="2111"/>
                      </a:cubicBezTo>
                      <a:lnTo>
                        <a:pt x="1419" y="1702"/>
                      </a:lnTo>
                      <a:cubicBezTo>
                        <a:pt x="1419" y="1513"/>
                        <a:pt x="1576" y="1355"/>
                        <a:pt x="1765" y="1355"/>
                      </a:cubicBezTo>
                      <a:close/>
                      <a:moveTo>
                        <a:pt x="3151" y="631"/>
                      </a:moveTo>
                      <a:cubicBezTo>
                        <a:pt x="3341" y="631"/>
                        <a:pt x="3498" y="788"/>
                        <a:pt x="3498" y="1009"/>
                      </a:cubicBezTo>
                      <a:lnTo>
                        <a:pt x="3498" y="2111"/>
                      </a:lnTo>
                      <a:cubicBezTo>
                        <a:pt x="3404" y="2048"/>
                        <a:pt x="3277" y="2017"/>
                        <a:pt x="3151" y="2017"/>
                      </a:cubicBezTo>
                      <a:lnTo>
                        <a:pt x="2805" y="2017"/>
                      </a:lnTo>
                      <a:lnTo>
                        <a:pt x="2805" y="1009"/>
                      </a:lnTo>
                      <a:cubicBezTo>
                        <a:pt x="2805" y="788"/>
                        <a:pt x="2962" y="631"/>
                        <a:pt x="3151" y="631"/>
                      </a:cubicBezTo>
                      <a:close/>
                      <a:moveTo>
                        <a:pt x="4538" y="1355"/>
                      </a:moveTo>
                      <a:cubicBezTo>
                        <a:pt x="4727" y="1355"/>
                        <a:pt x="4884" y="1513"/>
                        <a:pt x="4884" y="1702"/>
                      </a:cubicBezTo>
                      <a:lnTo>
                        <a:pt x="4884" y="3088"/>
                      </a:lnTo>
                      <a:cubicBezTo>
                        <a:pt x="4884" y="3277"/>
                        <a:pt x="4727" y="3435"/>
                        <a:pt x="4538" y="3435"/>
                      </a:cubicBezTo>
                      <a:cubicBezTo>
                        <a:pt x="4349" y="3435"/>
                        <a:pt x="4191" y="3277"/>
                        <a:pt x="4191" y="3088"/>
                      </a:cubicBezTo>
                      <a:lnTo>
                        <a:pt x="4191" y="1702"/>
                      </a:lnTo>
                      <a:cubicBezTo>
                        <a:pt x="4191" y="1513"/>
                        <a:pt x="4349" y="1355"/>
                        <a:pt x="4538" y="1355"/>
                      </a:cubicBezTo>
                      <a:close/>
                      <a:moveTo>
                        <a:pt x="5924" y="2017"/>
                      </a:moveTo>
                      <a:cubicBezTo>
                        <a:pt x="6113" y="2017"/>
                        <a:pt x="6270" y="2174"/>
                        <a:pt x="6270" y="2363"/>
                      </a:cubicBezTo>
                      <a:lnTo>
                        <a:pt x="6270" y="3088"/>
                      </a:lnTo>
                      <a:cubicBezTo>
                        <a:pt x="6270" y="3277"/>
                        <a:pt x="6113" y="3435"/>
                        <a:pt x="5924" y="3435"/>
                      </a:cubicBezTo>
                      <a:cubicBezTo>
                        <a:pt x="5703" y="3435"/>
                        <a:pt x="5546" y="3277"/>
                        <a:pt x="5546" y="3088"/>
                      </a:cubicBezTo>
                      <a:lnTo>
                        <a:pt x="5546" y="2363"/>
                      </a:lnTo>
                      <a:cubicBezTo>
                        <a:pt x="5546" y="2174"/>
                        <a:pt x="5703" y="2017"/>
                        <a:pt x="5924" y="2017"/>
                      </a:cubicBezTo>
                      <a:close/>
                      <a:moveTo>
                        <a:pt x="3120" y="2741"/>
                      </a:moveTo>
                      <a:cubicBezTo>
                        <a:pt x="3309" y="2741"/>
                        <a:pt x="3467" y="2899"/>
                        <a:pt x="3467" y="3088"/>
                      </a:cubicBezTo>
                      <a:cubicBezTo>
                        <a:pt x="3467" y="3277"/>
                        <a:pt x="3309" y="3435"/>
                        <a:pt x="3120" y="3435"/>
                      </a:cubicBezTo>
                      <a:lnTo>
                        <a:pt x="1734" y="3435"/>
                      </a:lnTo>
                      <a:cubicBezTo>
                        <a:pt x="1545" y="3435"/>
                        <a:pt x="1387" y="3592"/>
                        <a:pt x="1387" y="3781"/>
                      </a:cubicBezTo>
                      <a:cubicBezTo>
                        <a:pt x="1387" y="4002"/>
                        <a:pt x="1545" y="4159"/>
                        <a:pt x="1734" y="4159"/>
                      </a:cubicBezTo>
                      <a:cubicBezTo>
                        <a:pt x="2679" y="4159"/>
                        <a:pt x="3467" y="4947"/>
                        <a:pt x="3467" y="5892"/>
                      </a:cubicBezTo>
                      <a:cubicBezTo>
                        <a:pt x="3467" y="6081"/>
                        <a:pt x="3624" y="6238"/>
                        <a:pt x="3845" y="6238"/>
                      </a:cubicBezTo>
                      <a:cubicBezTo>
                        <a:pt x="4034" y="6238"/>
                        <a:pt x="4191" y="6081"/>
                        <a:pt x="4191" y="5892"/>
                      </a:cubicBezTo>
                      <a:cubicBezTo>
                        <a:pt x="4191" y="5167"/>
                        <a:pt x="3876" y="4537"/>
                        <a:pt x="3435" y="4096"/>
                      </a:cubicBezTo>
                      <a:cubicBezTo>
                        <a:pt x="3593" y="4065"/>
                        <a:pt x="3750" y="4002"/>
                        <a:pt x="3876" y="3876"/>
                      </a:cubicBezTo>
                      <a:cubicBezTo>
                        <a:pt x="4065" y="4033"/>
                        <a:pt x="4317" y="4159"/>
                        <a:pt x="4569" y="4159"/>
                      </a:cubicBezTo>
                      <a:cubicBezTo>
                        <a:pt x="4853" y="4159"/>
                        <a:pt x="5073" y="4033"/>
                        <a:pt x="5294" y="3876"/>
                      </a:cubicBezTo>
                      <a:cubicBezTo>
                        <a:pt x="5483" y="4033"/>
                        <a:pt x="5703" y="4159"/>
                        <a:pt x="5987" y="4159"/>
                      </a:cubicBezTo>
                      <a:cubicBezTo>
                        <a:pt x="6113" y="4159"/>
                        <a:pt x="6239" y="4096"/>
                        <a:pt x="6333" y="4065"/>
                      </a:cubicBezTo>
                      <a:lnTo>
                        <a:pt x="6333" y="5167"/>
                      </a:lnTo>
                      <a:cubicBezTo>
                        <a:pt x="6333" y="5923"/>
                        <a:pt x="5861" y="6554"/>
                        <a:pt x="5199" y="6774"/>
                      </a:cubicBezTo>
                      <a:cubicBezTo>
                        <a:pt x="5042" y="6837"/>
                        <a:pt x="4979" y="6995"/>
                        <a:pt x="4979" y="7089"/>
                      </a:cubicBezTo>
                      <a:lnTo>
                        <a:pt x="4979" y="7562"/>
                      </a:lnTo>
                      <a:lnTo>
                        <a:pt x="2206" y="7562"/>
                      </a:lnTo>
                      <a:lnTo>
                        <a:pt x="2206" y="7089"/>
                      </a:lnTo>
                      <a:cubicBezTo>
                        <a:pt x="2206" y="6932"/>
                        <a:pt x="2143" y="6837"/>
                        <a:pt x="1986" y="6774"/>
                      </a:cubicBezTo>
                      <a:cubicBezTo>
                        <a:pt x="1261" y="6554"/>
                        <a:pt x="820" y="5892"/>
                        <a:pt x="820" y="5167"/>
                      </a:cubicBezTo>
                      <a:lnTo>
                        <a:pt x="820" y="3750"/>
                      </a:lnTo>
                      <a:lnTo>
                        <a:pt x="726" y="3750"/>
                      </a:lnTo>
                      <a:cubicBezTo>
                        <a:pt x="726" y="3151"/>
                        <a:pt x="1198" y="2741"/>
                        <a:pt x="1734" y="2741"/>
                      </a:cubicBezTo>
                      <a:close/>
                      <a:moveTo>
                        <a:pt x="5199" y="8286"/>
                      </a:moveTo>
                      <a:cubicBezTo>
                        <a:pt x="5388" y="8286"/>
                        <a:pt x="5546" y="8444"/>
                        <a:pt x="5546" y="8633"/>
                      </a:cubicBezTo>
                      <a:lnTo>
                        <a:pt x="5546" y="8979"/>
                      </a:lnTo>
                      <a:lnTo>
                        <a:pt x="1387" y="8979"/>
                      </a:lnTo>
                      <a:lnTo>
                        <a:pt x="1387" y="8633"/>
                      </a:lnTo>
                      <a:cubicBezTo>
                        <a:pt x="1387" y="8444"/>
                        <a:pt x="1545" y="8286"/>
                        <a:pt x="1734" y="8286"/>
                      </a:cubicBezTo>
                      <a:close/>
                      <a:moveTo>
                        <a:pt x="3120" y="1"/>
                      </a:moveTo>
                      <a:cubicBezTo>
                        <a:pt x="2647" y="1"/>
                        <a:pt x="2269" y="316"/>
                        <a:pt x="2143" y="757"/>
                      </a:cubicBezTo>
                      <a:cubicBezTo>
                        <a:pt x="2017" y="725"/>
                        <a:pt x="1891" y="694"/>
                        <a:pt x="1734" y="694"/>
                      </a:cubicBezTo>
                      <a:cubicBezTo>
                        <a:pt x="1167" y="694"/>
                        <a:pt x="726" y="1166"/>
                        <a:pt x="726" y="1702"/>
                      </a:cubicBezTo>
                      <a:lnTo>
                        <a:pt x="726" y="2426"/>
                      </a:lnTo>
                      <a:cubicBezTo>
                        <a:pt x="285" y="2678"/>
                        <a:pt x="1" y="3214"/>
                        <a:pt x="1" y="3750"/>
                      </a:cubicBezTo>
                      <a:lnTo>
                        <a:pt x="1" y="5136"/>
                      </a:lnTo>
                      <a:cubicBezTo>
                        <a:pt x="1" y="6081"/>
                        <a:pt x="568" y="6932"/>
                        <a:pt x="1387" y="7341"/>
                      </a:cubicBezTo>
                      <a:lnTo>
                        <a:pt x="1387" y="7656"/>
                      </a:lnTo>
                      <a:cubicBezTo>
                        <a:pt x="1009" y="7814"/>
                        <a:pt x="694" y="8160"/>
                        <a:pt x="694" y="8633"/>
                      </a:cubicBezTo>
                      <a:lnTo>
                        <a:pt x="694" y="9357"/>
                      </a:lnTo>
                      <a:cubicBezTo>
                        <a:pt x="694" y="9546"/>
                        <a:pt x="852" y="9704"/>
                        <a:pt x="1041" y="9704"/>
                      </a:cubicBezTo>
                      <a:lnTo>
                        <a:pt x="5892" y="9704"/>
                      </a:lnTo>
                      <a:cubicBezTo>
                        <a:pt x="6081" y="9704"/>
                        <a:pt x="6239" y="9546"/>
                        <a:pt x="6239" y="9357"/>
                      </a:cubicBezTo>
                      <a:lnTo>
                        <a:pt x="6239" y="8633"/>
                      </a:lnTo>
                      <a:cubicBezTo>
                        <a:pt x="6239" y="8192"/>
                        <a:pt x="5955" y="7814"/>
                        <a:pt x="5514" y="7656"/>
                      </a:cubicBezTo>
                      <a:lnTo>
                        <a:pt x="5514" y="7341"/>
                      </a:lnTo>
                      <a:cubicBezTo>
                        <a:pt x="6365" y="6932"/>
                        <a:pt x="6901" y="6081"/>
                        <a:pt x="6901" y="5136"/>
                      </a:cubicBezTo>
                      <a:lnTo>
                        <a:pt x="6901" y="2363"/>
                      </a:lnTo>
                      <a:cubicBezTo>
                        <a:pt x="6901" y="1796"/>
                        <a:pt x="6428" y="1355"/>
                        <a:pt x="5892" y="1355"/>
                      </a:cubicBezTo>
                      <a:cubicBezTo>
                        <a:pt x="5766" y="1355"/>
                        <a:pt x="5609" y="1387"/>
                        <a:pt x="5483" y="1418"/>
                      </a:cubicBezTo>
                      <a:cubicBezTo>
                        <a:pt x="5357" y="1009"/>
                        <a:pt x="4979" y="694"/>
                        <a:pt x="4506" y="694"/>
                      </a:cubicBezTo>
                      <a:cubicBezTo>
                        <a:pt x="4380" y="694"/>
                        <a:pt x="4223" y="725"/>
                        <a:pt x="4097" y="757"/>
                      </a:cubicBezTo>
                      <a:cubicBezTo>
                        <a:pt x="4002" y="316"/>
                        <a:pt x="3593" y="1"/>
                        <a:pt x="312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06" name="Google Shape;1506;p18"/>
                <p:cNvSpPr/>
                <p:nvPr/>
              </p:nvSpPr>
              <p:spPr>
                <a:xfrm>
                  <a:off x="5559300" y="1945825"/>
                  <a:ext cx="18150" cy="44125"/>
                </a:xfrm>
                <a:custGeom>
                  <a:rect b="b" l="l" r="r" t="t"/>
                  <a:pathLst>
                    <a:path extrusionOk="0" h="1765" w="726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lnTo>
                        <a:pt x="1" y="1418"/>
                      </a:lnTo>
                      <a:cubicBezTo>
                        <a:pt x="1" y="1607"/>
                        <a:pt x="158" y="1764"/>
                        <a:pt x="379" y="1764"/>
                      </a:cubicBezTo>
                      <a:cubicBezTo>
                        <a:pt x="568" y="1764"/>
                        <a:pt x="725" y="1607"/>
                        <a:pt x="725" y="1418"/>
                      </a:cubicBezTo>
                      <a:lnTo>
                        <a:pt x="725" y="347"/>
                      </a:lnTo>
                      <a:cubicBezTo>
                        <a:pt x="725" y="158"/>
                        <a:pt x="568" y="0"/>
                        <a:pt x="37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07" name="Google Shape;1507;p18"/>
                <p:cNvSpPr/>
                <p:nvPr/>
              </p:nvSpPr>
              <p:spPr>
                <a:xfrm>
                  <a:off x="5611275" y="1963925"/>
                  <a:ext cx="35475" cy="34500"/>
                </a:xfrm>
                <a:custGeom>
                  <a:rect b="b" l="l" r="r" t="t"/>
                  <a:pathLst>
                    <a:path extrusionOk="0" h="1380" w="1419">
                      <a:moveTo>
                        <a:pt x="1076" y="1"/>
                      </a:moveTo>
                      <a:cubicBezTo>
                        <a:pt x="985" y="1"/>
                        <a:pt x="899" y="32"/>
                        <a:pt x="851" y="95"/>
                      </a:cubicBezTo>
                      <a:lnTo>
                        <a:pt x="127" y="788"/>
                      </a:lnTo>
                      <a:cubicBezTo>
                        <a:pt x="1" y="914"/>
                        <a:pt x="1" y="1166"/>
                        <a:pt x="127" y="1261"/>
                      </a:cubicBezTo>
                      <a:cubicBezTo>
                        <a:pt x="190" y="1340"/>
                        <a:pt x="284" y="1379"/>
                        <a:pt x="375" y="1379"/>
                      </a:cubicBezTo>
                      <a:cubicBezTo>
                        <a:pt x="466" y="1379"/>
                        <a:pt x="552" y="1340"/>
                        <a:pt x="599" y="1261"/>
                      </a:cubicBezTo>
                      <a:lnTo>
                        <a:pt x="1324" y="568"/>
                      </a:lnTo>
                      <a:cubicBezTo>
                        <a:pt x="1419" y="442"/>
                        <a:pt x="1419" y="221"/>
                        <a:pt x="1324" y="95"/>
                      </a:cubicBezTo>
                      <a:cubicBezTo>
                        <a:pt x="1261" y="32"/>
                        <a:pt x="1167" y="1"/>
                        <a:pt x="107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08" name="Google Shape;1508;p18"/>
                <p:cNvSpPr/>
                <p:nvPr/>
              </p:nvSpPr>
              <p:spPr>
                <a:xfrm>
                  <a:off x="5664050" y="2067900"/>
                  <a:ext cx="35475" cy="17350"/>
                </a:xfrm>
                <a:custGeom>
                  <a:rect b="b" l="l" r="r" t="t"/>
                  <a:pathLst>
                    <a:path extrusionOk="0" h="694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7" y="694"/>
                      </a:cubicBezTo>
                      <a:lnTo>
                        <a:pt x="1040" y="694"/>
                      </a:lnTo>
                      <a:cubicBezTo>
                        <a:pt x="1261" y="694"/>
                        <a:pt x="1418" y="536"/>
                        <a:pt x="1418" y="347"/>
                      </a:cubicBezTo>
                      <a:cubicBezTo>
                        <a:pt x="1418" y="158"/>
                        <a:pt x="1261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09" name="Google Shape;1509;p18"/>
                <p:cNvSpPr/>
                <p:nvPr/>
              </p:nvSpPr>
              <p:spPr>
                <a:xfrm>
                  <a:off x="5421475" y="2067900"/>
                  <a:ext cx="35450" cy="17350"/>
                </a:xfrm>
                <a:custGeom>
                  <a:rect b="b" l="l" r="r" t="t"/>
                  <a:pathLst>
                    <a:path extrusionOk="0" h="694" w="1418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78" y="694"/>
                      </a:cubicBezTo>
                      <a:lnTo>
                        <a:pt x="1071" y="694"/>
                      </a:lnTo>
                      <a:cubicBezTo>
                        <a:pt x="1260" y="694"/>
                        <a:pt x="1418" y="536"/>
                        <a:pt x="1418" y="347"/>
                      </a:cubicBez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10" name="Google Shape;1510;p18"/>
                <p:cNvSpPr/>
                <p:nvPr/>
              </p:nvSpPr>
              <p:spPr>
                <a:xfrm>
                  <a:off x="5490000" y="1963925"/>
                  <a:ext cx="35450" cy="33900"/>
                </a:xfrm>
                <a:custGeom>
                  <a:rect b="b" l="l" r="r" t="t"/>
                  <a:pathLst>
                    <a:path extrusionOk="0" h="1356" w="1418">
                      <a:moveTo>
                        <a:pt x="343" y="1"/>
                      </a:moveTo>
                      <a:cubicBezTo>
                        <a:pt x="252" y="1"/>
                        <a:pt x="158" y="32"/>
                        <a:pt x="95" y="95"/>
                      </a:cubicBezTo>
                      <a:cubicBezTo>
                        <a:pt x="0" y="221"/>
                        <a:pt x="0" y="442"/>
                        <a:pt x="95" y="568"/>
                      </a:cubicBezTo>
                      <a:lnTo>
                        <a:pt x="819" y="1261"/>
                      </a:lnTo>
                      <a:cubicBezTo>
                        <a:pt x="866" y="1324"/>
                        <a:pt x="953" y="1356"/>
                        <a:pt x="1044" y="1356"/>
                      </a:cubicBezTo>
                      <a:cubicBezTo>
                        <a:pt x="1134" y="1356"/>
                        <a:pt x="1229" y="1324"/>
                        <a:pt x="1292" y="1261"/>
                      </a:cubicBezTo>
                      <a:cubicBezTo>
                        <a:pt x="1418" y="1166"/>
                        <a:pt x="1418" y="914"/>
                        <a:pt x="1292" y="788"/>
                      </a:cubicBezTo>
                      <a:lnTo>
                        <a:pt x="567" y="95"/>
                      </a:lnTo>
                      <a:cubicBezTo>
                        <a:pt x="520" y="32"/>
                        <a:pt x="433" y="1"/>
                        <a:pt x="34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11" name="Google Shape;1511;p18"/>
                <p:cNvSpPr/>
                <p:nvPr/>
              </p:nvSpPr>
              <p:spPr>
                <a:xfrm>
                  <a:off x="5437225" y="1997650"/>
                  <a:ext cx="37825" cy="26325"/>
                </a:xfrm>
                <a:custGeom>
                  <a:rect b="b" l="l" r="r" t="t"/>
                  <a:pathLst>
                    <a:path extrusionOk="0" h="1053" w="1513">
                      <a:moveTo>
                        <a:pt x="422" y="0"/>
                      </a:moveTo>
                      <a:cubicBezTo>
                        <a:pt x="285" y="0"/>
                        <a:pt x="140" y="81"/>
                        <a:pt x="95" y="196"/>
                      </a:cubicBezTo>
                      <a:cubicBezTo>
                        <a:pt x="0" y="353"/>
                        <a:pt x="95" y="574"/>
                        <a:pt x="252" y="668"/>
                      </a:cubicBezTo>
                      <a:lnTo>
                        <a:pt x="945" y="1015"/>
                      </a:lnTo>
                      <a:cubicBezTo>
                        <a:pt x="989" y="1041"/>
                        <a:pt x="1039" y="1052"/>
                        <a:pt x="1091" y="1052"/>
                      </a:cubicBezTo>
                      <a:cubicBezTo>
                        <a:pt x="1227" y="1052"/>
                        <a:pt x="1372" y="971"/>
                        <a:pt x="1418" y="857"/>
                      </a:cubicBezTo>
                      <a:cubicBezTo>
                        <a:pt x="1512" y="700"/>
                        <a:pt x="1418" y="479"/>
                        <a:pt x="1260" y="385"/>
                      </a:cubicBezTo>
                      <a:lnTo>
                        <a:pt x="567" y="38"/>
                      </a:lnTo>
                      <a:cubicBezTo>
                        <a:pt x="524" y="12"/>
                        <a:pt x="473" y="0"/>
                        <a:pt x="4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12" name="Google Shape;1512;p18"/>
                <p:cNvSpPr/>
                <p:nvPr/>
              </p:nvSpPr>
              <p:spPr>
                <a:xfrm>
                  <a:off x="5645150" y="1998300"/>
                  <a:ext cx="37825" cy="26900"/>
                </a:xfrm>
                <a:custGeom>
                  <a:rect b="b" l="l" r="r" t="t"/>
                  <a:pathLst>
                    <a:path extrusionOk="0" h="1076" w="1513">
                      <a:moveTo>
                        <a:pt x="1098" y="0"/>
                      </a:moveTo>
                      <a:cubicBezTo>
                        <a:pt x="1046" y="0"/>
                        <a:pt x="994" y="14"/>
                        <a:pt x="946" y="44"/>
                      </a:cubicBezTo>
                      <a:lnTo>
                        <a:pt x="253" y="422"/>
                      </a:lnTo>
                      <a:cubicBezTo>
                        <a:pt x="95" y="485"/>
                        <a:pt x="1" y="674"/>
                        <a:pt x="95" y="894"/>
                      </a:cubicBezTo>
                      <a:cubicBezTo>
                        <a:pt x="142" y="1011"/>
                        <a:pt x="258" y="1076"/>
                        <a:pt x="405" y="1076"/>
                      </a:cubicBezTo>
                      <a:cubicBezTo>
                        <a:pt x="456" y="1076"/>
                        <a:pt x="511" y="1068"/>
                        <a:pt x="568" y="1052"/>
                      </a:cubicBezTo>
                      <a:lnTo>
                        <a:pt x="1261" y="674"/>
                      </a:lnTo>
                      <a:cubicBezTo>
                        <a:pt x="1418" y="611"/>
                        <a:pt x="1513" y="422"/>
                        <a:pt x="1418" y="201"/>
                      </a:cubicBezTo>
                      <a:cubicBezTo>
                        <a:pt x="1331" y="71"/>
                        <a:pt x="1214" y="0"/>
                        <a:pt x="10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13" name="Google Shape;1513;p18"/>
              <p:cNvSpPr/>
              <p:nvPr/>
            </p:nvSpPr>
            <p:spPr>
              <a:xfrm>
                <a:off x="9014587" y="2279632"/>
                <a:ext cx="505949" cy="503287"/>
              </a:xfrm>
              <a:custGeom>
                <a:rect b="b" l="l" r="r" t="t"/>
                <a:pathLst>
                  <a:path extrusionOk="0" h="11910" w="11973">
                    <a:moveTo>
                      <a:pt x="11027" y="662"/>
                    </a:moveTo>
                    <a:lnTo>
                      <a:pt x="11027" y="1387"/>
                    </a:lnTo>
                    <a:lnTo>
                      <a:pt x="8601" y="1387"/>
                    </a:lnTo>
                    <a:cubicBezTo>
                      <a:pt x="8412" y="1387"/>
                      <a:pt x="8255" y="1229"/>
                      <a:pt x="8255" y="1040"/>
                    </a:cubicBezTo>
                    <a:cubicBezTo>
                      <a:pt x="8255" y="820"/>
                      <a:pt x="8412" y="662"/>
                      <a:pt x="8601" y="662"/>
                    </a:cubicBezTo>
                    <a:close/>
                    <a:moveTo>
                      <a:pt x="10366" y="2048"/>
                    </a:moveTo>
                    <a:lnTo>
                      <a:pt x="10366" y="2773"/>
                    </a:lnTo>
                    <a:lnTo>
                      <a:pt x="7940" y="2773"/>
                    </a:lnTo>
                    <a:cubicBezTo>
                      <a:pt x="7926" y="2775"/>
                      <a:pt x="7912" y="2776"/>
                      <a:pt x="7899" y="2776"/>
                    </a:cubicBezTo>
                    <a:cubicBezTo>
                      <a:pt x="7728" y="2776"/>
                      <a:pt x="7593" y="2599"/>
                      <a:pt x="7593" y="2395"/>
                    </a:cubicBezTo>
                    <a:cubicBezTo>
                      <a:pt x="7593" y="2206"/>
                      <a:pt x="7751" y="2048"/>
                      <a:pt x="7940" y="2048"/>
                    </a:cubicBezTo>
                    <a:close/>
                    <a:moveTo>
                      <a:pt x="11027" y="3466"/>
                    </a:moveTo>
                    <a:lnTo>
                      <a:pt x="11027" y="4191"/>
                    </a:lnTo>
                    <a:lnTo>
                      <a:pt x="8601" y="4191"/>
                    </a:lnTo>
                    <a:cubicBezTo>
                      <a:pt x="8412" y="4191"/>
                      <a:pt x="8255" y="4033"/>
                      <a:pt x="8255" y="3812"/>
                    </a:cubicBezTo>
                    <a:cubicBezTo>
                      <a:pt x="8255" y="3623"/>
                      <a:pt x="8412" y="3466"/>
                      <a:pt x="8601" y="3466"/>
                    </a:cubicBezTo>
                    <a:close/>
                    <a:moveTo>
                      <a:pt x="1292" y="4884"/>
                    </a:moveTo>
                    <a:lnTo>
                      <a:pt x="1292" y="5608"/>
                    </a:lnTo>
                    <a:lnTo>
                      <a:pt x="568" y="5608"/>
                    </a:lnTo>
                    <a:lnTo>
                      <a:pt x="568" y="4884"/>
                    </a:lnTo>
                    <a:close/>
                    <a:moveTo>
                      <a:pt x="11027" y="4884"/>
                    </a:moveTo>
                    <a:lnTo>
                      <a:pt x="11027" y="5608"/>
                    </a:lnTo>
                    <a:lnTo>
                      <a:pt x="6207" y="5608"/>
                    </a:lnTo>
                    <a:lnTo>
                      <a:pt x="6207" y="4884"/>
                    </a:lnTo>
                    <a:close/>
                    <a:moveTo>
                      <a:pt x="3718" y="2080"/>
                    </a:moveTo>
                    <a:cubicBezTo>
                      <a:pt x="4663" y="2080"/>
                      <a:pt x="5482" y="2867"/>
                      <a:pt x="5482" y="3844"/>
                    </a:cubicBezTo>
                    <a:lnTo>
                      <a:pt x="5482" y="5955"/>
                    </a:lnTo>
                    <a:cubicBezTo>
                      <a:pt x="5482" y="6144"/>
                      <a:pt x="5325" y="6301"/>
                      <a:pt x="5136" y="6301"/>
                    </a:cubicBezTo>
                    <a:lnTo>
                      <a:pt x="2300" y="6301"/>
                    </a:lnTo>
                    <a:cubicBezTo>
                      <a:pt x="2111" y="6301"/>
                      <a:pt x="1954" y="6144"/>
                      <a:pt x="1954" y="5955"/>
                    </a:cubicBezTo>
                    <a:lnTo>
                      <a:pt x="1954" y="3844"/>
                    </a:lnTo>
                    <a:cubicBezTo>
                      <a:pt x="1954" y="2899"/>
                      <a:pt x="2742" y="2080"/>
                      <a:pt x="3718" y="2080"/>
                    </a:cubicBezTo>
                    <a:close/>
                    <a:moveTo>
                      <a:pt x="11027" y="6301"/>
                    </a:moveTo>
                    <a:lnTo>
                      <a:pt x="11027" y="7688"/>
                    </a:lnTo>
                    <a:lnTo>
                      <a:pt x="7593" y="7688"/>
                    </a:lnTo>
                    <a:lnTo>
                      <a:pt x="7593" y="6301"/>
                    </a:lnTo>
                    <a:lnTo>
                      <a:pt x="8948" y="6301"/>
                    </a:lnTo>
                    <a:lnTo>
                      <a:pt x="8948" y="6648"/>
                    </a:lnTo>
                    <a:cubicBezTo>
                      <a:pt x="8948" y="6868"/>
                      <a:pt x="9106" y="7026"/>
                      <a:pt x="9326" y="7026"/>
                    </a:cubicBezTo>
                    <a:cubicBezTo>
                      <a:pt x="9515" y="7026"/>
                      <a:pt x="9673" y="6868"/>
                      <a:pt x="9673" y="6648"/>
                    </a:cubicBezTo>
                    <a:lnTo>
                      <a:pt x="9673" y="6301"/>
                    </a:lnTo>
                    <a:close/>
                    <a:moveTo>
                      <a:pt x="4443" y="8349"/>
                    </a:moveTo>
                    <a:cubicBezTo>
                      <a:pt x="4852" y="8349"/>
                      <a:pt x="5293" y="8633"/>
                      <a:pt x="5419" y="9074"/>
                    </a:cubicBezTo>
                    <a:lnTo>
                      <a:pt x="2080" y="9074"/>
                    </a:lnTo>
                    <a:cubicBezTo>
                      <a:pt x="2237" y="8664"/>
                      <a:pt x="2616" y="8349"/>
                      <a:pt x="3057" y="8349"/>
                    </a:cubicBezTo>
                    <a:close/>
                    <a:moveTo>
                      <a:pt x="11027" y="8349"/>
                    </a:moveTo>
                    <a:lnTo>
                      <a:pt x="11027" y="9735"/>
                    </a:lnTo>
                    <a:lnTo>
                      <a:pt x="7593" y="9735"/>
                    </a:lnTo>
                    <a:lnTo>
                      <a:pt x="7593" y="8349"/>
                    </a:lnTo>
                    <a:lnTo>
                      <a:pt x="8948" y="8349"/>
                    </a:lnTo>
                    <a:lnTo>
                      <a:pt x="8948" y="8696"/>
                    </a:lnTo>
                    <a:cubicBezTo>
                      <a:pt x="8948" y="8916"/>
                      <a:pt x="9106" y="9074"/>
                      <a:pt x="9326" y="9074"/>
                    </a:cubicBezTo>
                    <a:cubicBezTo>
                      <a:pt x="9515" y="9074"/>
                      <a:pt x="9673" y="8916"/>
                      <a:pt x="9673" y="8696"/>
                    </a:cubicBezTo>
                    <a:lnTo>
                      <a:pt x="9673" y="8349"/>
                    </a:lnTo>
                    <a:close/>
                    <a:moveTo>
                      <a:pt x="8633" y="0"/>
                    </a:moveTo>
                    <a:cubicBezTo>
                      <a:pt x="8066" y="0"/>
                      <a:pt x="7625" y="473"/>
                      <a:pt x="7625" y="1040"/>
                    </a:cubicBezTo>
                    <a:cubicBezTo>
                      <a:pt x="7625" y="1135"/>
                      <a:pt x="7656" y="1292"/>
                      <a:pt x="7688" y="1418"/>
                    </a:cubicBezTo>
                    <a:cubicBezTo>
                      <a:pt x="7278" y="1544"/>
                      <a:pt x="6963" y="1922"/>
                      <a:pt x="6963" y="2395"/>
                    </a:cubicBezTo>
                    <a:cubicBezTo>
                      <a:pt x="6963" y="2678"/>
                      <a:pt x="7058" y="2962"/>
                      <a:pt x="7278" y="3151"/>
                    </a:cubicBezTo>
                    <a:cubicBezTo>
                      <a:pt x="7373" y="3308"/>
                      <a:pt x="7530" y="3403"/>
                      <a:pt x="7751" y="3434"/>
                    </a:cubicBezTo>
                    <a:cubicBezTo>
                      <a:pt x="7688" y="3560"/>
                      <a:pt x="7656" y="3655"/>
                      <a:pt x="7656" y="3812"/>
                    </a:cubicBezTo>
                    <a:cubicBezTo>
                      <a:pt x="7656" y="3939"/>
                      <a:pt x="7688" y="4065"/>
                      <a:pt x="7751" y="4191"/>
                    </a:cubicBezTo>
                    <a:lnTo>
                      <a:pt x="6270" y="4191"/>
                    </a:lnTo>
                    <a:lnTo>
                      <a:pt x="6270" y="3812"/>
                    </a:lnTo>
                    <a:cubicBezTo>
                      <a:pt x="6270" y="2489"/>
                      <a:pt x="5167" y="1387"/>
                      <a:pt x="3844" y="1387"/>
                    </a:cubicBezTo>
                    <a:cubicBezTo>
                      <a:pt x="2490" y="1387"/>
                      <a:pt x="1387" y="2489"/>
                      <a:pt x="1387" y="3812"/>
                    </a:cubicBezTo>
                    <a:lnTo>
                      <a:pt x="1387" y="4191"/>
                    </a:lnTo>
                    <a:lnTo>
                      <a:pt x="379" y="4191"/>
                    </a:lnTo>
                    <a:cubicBezTo>
                      <a:pt x="158" y="4191"/>
                      <a:pt x="1" y="4348"/>
                      <a:pt x="1" y="4537"/>
                    </a:cubicBezTo>
                    <a:lnTo>
                      <a:pt x="1" y="11500"/>
                    </a:lnTo>
                    <a:cubicBezTo>
                      <a:pt x="1" y="11689"/>
                      <a:pt x="158" y="11846"/>
                      <a:pt x="379" y="11846"/>
                    </a:cubicBezTo>
                    <a:cubicBezTo>
                      <a:pt x="568" y="11846"/>
                      <a:pt x="725" y="11689"/>
                      <a:pt x="725" y="11500"/>
                    </a:cubicBezTo>
                    <a:lnTo>
                      <a:pt x="725" y="6301"/>
                    </a:lnTo>
                    <a:lnTo>
                      <a:pt x="1481" y="6301"/>
                    </a:lnTo>
                    <a:cubicBezTo>
                      <a:pt x="1639" y="6711"/>
                      <a:pt x="1985" y="7026"/>
                      <a:pt x="2458" y="7026"/>
                    </a:cubicBezTo>
                    <a:lnTo>
                      <a:pt x="3529" y="7026"/>
                    </a:lnTo>
                    <a:lnTo>
                      <a:pt x="3529" y="7719"/>
                    </a:lnTo>
                    <a:lnTo>
                      <a:pt x="3151" y="7719"/>
                    </a:lnTo>
                    <a:cubicBezTo>
                      <a:pt x="2237" y="7719"/>
                      <a:pt x="1387" y="8507"/>
                      <a:pt x="1387" y="9452"/>
                    </a:cubicBezTo>
                    <a:cubicBezTo>
                      <a:pt x="1387" y="9641"/>
                      <a:pt x="1544" y="9798"/>
                      <a:pt x="1733" y="9798"/>
                    </a:cubicBezTo>
                    <a:lnTo>
                      <a:pt x="3529" y="9798"/>
                    </a:lnTo>
                    <a:lnTo>
                      <a:pt x="3529" y="10523"/>
                    </a:lnTo>
                    <a:lnTo>
                      <a:pt x="2458" y="10523"/>
                    </a:lnTo>
                    <a:cubicBezTo>
                      <a:pt x="1859" y="10523"/>
                      <a:pt x="1418" y="10996"/>
                      <a:pt x="1418" y="11531"/>
                    </a:cubicBezTo>
                    <a:cubicBezTo>
                      <a:pt x="1418" y="11752"/>
                      <a:pt x="1576" y="11909"/>
                      <a:pt x="1796" y="11909"/>
                    </a:cubicBezTo>
                    <a:cubicBezTo>
                      <a:pt x="1985" y="11909"/>
                      <a:pt x="2143" y="11752"/>
                      <a:pt x="2143" y="11531"/>
                    </a:cubicBezTo>
                    <a:cubicBezTo>
                      <a:pt x="2143" y="11342"/>
                      <a:pt x="2300" y="11185"/>
                      <a:pt x="2490" y="11185"/>
                    </a:cubicBezTo>
                    <a:lnTo>
                      <a:pt x="3561" y="11185"/>
                    </a:lnTo>
                    <a:lnTo>
                      <a:pt x="3561" y="11531"/>
                    </a:lnTo>
                    <a:cubicBezTo>
                      <a:pt x="3561" y="11752"/>
                      <a:pt x="3718" y="11909"/>
                      <a:pt x="3907" y="11909"/>
                    </a:cubicBezTo>
                    <a:cubicBezTo>
                      <a:pt x="4096" y="11909"/>
                      <a:pt x="4254" y="11752"/>
                      <a:pt x="4254" y="11531"/>
                    </a:cubicBezTo>
                    <a:lnTo>
                      <a:pt x="4254" y="11185"/>
                    </a:lnTo>
                    <a:lnTo>
                      <a:pt x="5325" y="11185"/>
                    </a:lnTo>
                    <a:cubicBezTo>
                      <a:pt x="5514" y="11185"/>
                      <a:pt x="5672" y="11342"/>
                      <a:pt x="5672" y="11531"/>
                    </a:cubicBezTo>
                    <a:cubicBezTo>
                      <a:pt x="5672" y="11752"/>
                      <a:pt x="5829" y="11909"/>
                      <a:pt x="6050" y="11909"/>
                    </a:cubicBezTo>
                    <a:cubicBezTo>
                      <a:pt x="6239" y="11909"/>
                      <a:pt x="6396" y="11752"/>
                      <a:pt x="6396" y="11531"/>
                    </a:cubicBezTo>
                    <a:cubicBezTo>
                      <a:pt x="6396" y="10964"/>
                      <a:pt x="5924" y="10523"/>
                      <a:pt x="5356" y="10523"/>
                    </a:cubicBezTo>
                    <a:lnTo>
                      <a:pt x="4317" y="10523"/>
                    </a:lnTo>
                    <a:lnTo>
                      <a:pt x="4317" y="9798"/>
                    </a:lnTo>
                    <a:lnTo>
                      <a:pt x="6081" y="9798"/>
                    </a:lnTo>
                    <a:cubicBezTo>
                      <a:pt x="6270" y="9798"/>
                      <a:pt x="6428" y="9641"/>
                      <a:pt x="6428" y="9452"/>
                    </a:cubicBezTo>
                    <a:cubicBezTo>
                      <a:pt x="6428" y="8507"/>
                      <a:pt x="5640" y="7719"/>
                      <a:pt x="4663" y="7719"/>
                    </a:cubicBezTo>
                    <a:lnTo>
                      <a:pt x="4317" y="7719"/>
                    </a:lnTo>
                    <a:lnTo>
                      <a:pt x="4317" y="7026"/>
                    </a:lnTo>
                    <a:lnTo>
                      <a:pt x="5356" y="7026"/>
                    </a:lnTo>
                    <a:cubicBezTo>
                      <a:pt x="5798" y="7026"/>
                      <a:pt x="6207" y="6742"/>
                      <a:pt x="6365" y="6301"/>
                    </a:cubicBezTo>
                    <a:lnTo>
                      <a:pt x="7089" y="6301"/>
                    </a:lnTo>
                    <a:lnTo>
                      <a:pt x="7089" y="11500"/>
                    </a:lnTo>
                    <a:cubicBezTo>
                      <a:pt x="7089" y="11689"/>
                      <a:pt x="7247" y="11846"/>
                      <a:pt x="7467" y="11846"/>
                    </a:cubicBezTo>
                    <a:cubicBezTo>
                      <a:pt x="7656" y="11846"/>
                      <a:pt x="7814" y="11689"/>
                      <a:pt x="7814" y="11500"/>
                    </a:cubicBezTo>
                    <a:lnTo>
                      <a:pt x="7814" y="10492"/>
                    </a:lnTo>
                    <a:lnTo>
                      <a:pt x="11279" y="10492"/>
                    </a:lnTo>
                    <a:lnTo>
                      <a:pt x="11279" y="11500"/>
                    </a:lnTo>
                    <a:cubicBezTo>
                      <a:pt x="11279" y="11689"/>
                      <a:pt x="11437" y="11846"/>
                      <a:pt x="11626" y="11846"/>
                    </a:cubicBezTo>
                    <a:cubicBezTo>
                      <a:pt x="11815" y="11846"/>
                      <a:pt x="11972" y="11689"/>
                      <a:pt x="11972" y="11500"/>
                    </a:cubicBezTo>
                    <a:lnTo>
                      <a:pt x="11972" y="3151"/>
                    </a:lnTo>
                    <a:cubicBezTo>
                      <a:pt x="11972" y="2962"/>
                      <a:pt x="11815" y="2804"/>
                      <a:pt x="11626" y="2804"/>
                    </a:cubicBezTo>
                    <a:lnTo>
                      <a:pt x="11279" y="2804"/>
                    </a:lnTo>
                    <a:lnTo>
                      <a:pt x="11279" y="2080"/>
                    </a:lnTo>
                    <a:lnTo>
                      <a:pt x="11626" y="2080"/>
                    </a:lnTo>
                    <a:cubicBezTo>
                      <a:pt x="11815" y="2080"/>
                      <a:pt x="11972" y="1922"/>
                      <a:pt x="11972" y="1733"/>
                    </a:cubicBezTo>
                    <a:lnTo>
                      <a:pt x="11972" y="347"/>
                    </a:lnTo>
                    <a:cubicBezTo>
                      <a:pt x="11752" y="158"/>
                      <a:pt x="11594" y="0"/>
                      <a:pt x="11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514" name="Google Shape;1514;p18"/>
              <p:cNvGrpSpPr/>
              <p:nvPr/>
            </p:nvGrpSpPr>
            <p:grpSpPr>
              <a:xfrm>
                <a:off x="9016877" y="3013950"/>
                <a:ext cx="501935" cy="322213"/>
                <a:chOff x="5411225" y="2726350"/>
                <a:chExt cx="296950" cy="190625"/>
              </a:xfrm>
            </p:grpSpPr>
            <p:sp>
              <p:nvSpPr>
                <p:cNvPr id="1515" name="Google Shape;1515;p18"/>
                <p:cNvSpPr/>
                <p:nvPr/>
              </p:nvSpPr>
              <p:spPr>
                <a:xfrm>
                  <a:off x="5534100" y="2794875"/>
                  <a:ext cx="52000" cy="51225"/>
                </a:xfrm>
                <a:custGeom>
                  <a:rect b="b" l="l" r="r" t="t"/>
                  <a:pathLst>
                    <a:path extrusionOk="0" h="2049" w="2080">
                      <a:moveTo>
                        <a:pt x="1009" y="662"/>
                      </a:moveTo>
                      <a:cubicBezTo>
                        <a:pt x="1229" y="662"/>
                        <a:pt x="1387" y="851"/>
                        <a:pt x="1387" y="1040"/>
                      </a:cubicBezTo>
                      <a:cubicBezTo>
                        <a:pt x="1387" y="1229"/>
                        <a:pt x="1229" y="1387"/>
                        <a:pt x="1009" y="1387"/>
                      </a:cubicBezTo>
                      <a:cubicBezTo>
                        <a:pt x="819" y="1387"/>
                        <a:pt x="662" y="1229"/>
                        <a:pt x="662" y="1040"/>
                      </a:cubicBezTo>
                      <a:cubicBezTo>
                        <a:pt x="662" y="851"/>
                        <a:pt x="819" y="662"/>
                        <a:pt x="1009" y="662"/>
                      </a:cubicBezTo>
                      <a:close/>
                      <a:moveTo>
                        <a:pt x="1009" y="0"/>
                      </a:moveTo>
                      <a:cubicBezTo>
                        <a:pt x="441" y="0"/>
                        <a:pt x="0" y="473"/>
                        <a:pt x="0" y="1040"/>
                      </a:cubicBezTo>
                      <a:cubicBezTo>
                        <a:pt x="0" y="1639"/>
                        <a:pt x="473" y="2048"/>
                        <a:pt x="1009" y="2048"/>
                      </a:cubicBezTo>
                      <a:cubicBezTo>
                        <a:pt x="1607" y="2048"/>
                        <a:pt x="2048" y="1576"/>
                        <a:pt x="2048" y="1040"/>
                      </a:cubicBezTo>
                      <a:cubicBezTo>
                        <a:pt x="2080" y="473"/>
                        <a:pt x="1607" y="0"/>
                        <a:pt x="10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16" name="Google Shape;1516;p18"/>
                <p:cNvSpPr/>
                <p:nvPr/>
              </p:nvSpPr>
              <p:spPr>
                <a:xfrm>
                  <a:off x="5411225" y="2726350"/>
                  <a:ext cx="296950" cy="190625"/>
                </a:xfrm>
                <a:custGeom>
                  <a:rect b="b" l="l" r="r" t="t"/>
                  <a:pathLst>
                    <a:path extrusionOk="0" h="7625" w="11878">
                      <a:moveTo>
                        <a:pt x="5924" y="662"/>
                      </a:moveTo>
                      <a:cubicBezTo>
                        <a:pt x="7404" y="662"/>
                        <a:pt x="8759" y="1576"/>
                        <a:pt x="9641" y="2332"/>
                      </a:cubicBezTo>
                      <a:cubicBezTo>
                        <a:pt x="9736" y="2395"/>
                        <a:pt x="9830" y="2489"/>
                        <a:pt x="9925" y="2584"/>
                      </a:cubicBezTo>
                      <a:cubicBezTo>
                        <a:pt x="8696" y="2080"/>
                        <a:pt x="7278" y="1733"/>
                        <a:pt x="5924" y="1733"/>
                      </a:cubicBezTo>
                      <a:cubicBezTo>
                        <a:pt x="4569" y="1733"/>
                        <a:pt x="3183" y="2080"/>
                        <a:pt x="1954" y="2584"/>
                      </a:cubicBezTo>
                      <a:cubicBezTo>
                        <a:pt x="2048" y="2521"/>
                        <a:pt x="2111" y="2458"/>
                        <a:pt x="2206" y="2395"/>
                      </a:cubicBezTo>
                      <a:cubicBezTo>
                        <a:pt x="3151" y="1544"/>
                        <a:pt x="4474" y="662"/>
                        <a:pt x="5924" y="662"/>
                      </a:cubicBezTo>
                      <a:close/>
                      <a:moveTo>
                        <a:pt x="5924" y="2426"/>
                      </a:moveTo>
                      <a:cubicBezTo>
                        <a:pt x="6333" y="2426"/>
                        <a:pt x="6711" y="2489"/>
                        <a:pt x="7089" y="2521"/>
                      </a:cubicBezTo>
                      <a:cubicBezTo>
                        <a:pt x="7467" y="2836"/>
                        <a:pt x="7656" y="3308"/>
                        <a:pt x="7656" y="3813"/>
                      </a:cubicBezTo>
                      <a:cubicBezTo>
                        <a:pt x="7656" y="4758"/>
                        <a:pt x="6869" y="5545"/>
                        <a:pt x="5924" y="5545"/>
                      </a:cubicBezTo>
                      <a:cubicBezTo>
                        <a:pt x="4978" y="5545"/>
                        <a:pt x="4191" y="4758"/>
                        <a:pt x="4191" y="3813"/>
                      </a:cubicBezTo>
                      <a:cubicBezTo>
                        <a:pt x="4191" y="3308"/>
                        <a:pt x="4411" y="2836"/>
                        <a:pt x="4789" y="2521"/>
                      </a:cubicBezTo>
                      <a:cubicBezTo>
                        <a:pt x="5136" y="2489"/>
                        <a:pt x="5545" y="2426"/>
                        <a:pt x="5924" y="2426"/>
                      </a:cubicBezTo>
                      <a:close/>
                      <a:moveTo>
                        <a:pt x="3781" y="2710"/>
                      </a:moveTo>
                      <a:lnTo>
                        <a:pt x="3781" y="2710"/>
                      </a:lnTo>
                      <a:cubicBezTo>
                        <a:pt x="3624" y="3056"/>
                        <a:pt x="3498" y="3434"/>
                        <a:pt x="3498" y="3813"/>
                      </a:cubicBezTo>
                      <a:cubicBezTo>
                        <a:pt x="3498" y="5167"/>
                        <a:pt x="4600" y="6270"/>
                        <a:pt x="5924" y="6270"/>
                      </a:cubicBezTo>
                      <a:cubicBezTo>
                        <a:pt x="7278" y="6270"/>
                        <a:pt x="8381" y="5167"/>
                        <a:pt x="8381" y="3813"/>
                      </a:cubicBezTo>
                      <a:cubicBezTo>
                        <a:pt x="8381" y="3434"/>
                        <a:pt x="8286" y="3056"/>
                        <a:pt x="8097" y="2710"/>
                      </a:cubicBezTo>
                      <a:lnTo>
                        <a:pt x="8097" y="2710"/>
                      </a:lnTo>
                      <a:cubicBezTo>
                        <a:pt x="9137" y="2993"/>
                        <a:pt x="10145" y="3434"/>
                        <a:pt x="11027" y="3907"/>
                      </a:cubicBezTo>
                      <a:cubicBezTo>
                        <a:pt x="10744" y="4222"/>
                        <a:pt x="10240" y="4789"/>
                        <a:pt x="9547" y="5356"/>
                      </a:cubicBezTo>
                      <a:cubicBezTo>
                        <a:pt x="8601" y="6144"/>
                        <a:pt x="7310" y="6932"/>
                        <a:pt x="5924" y="6932"/>
                      </a:cubicBezTo>
                      <a:cubicBezTo>
                        <a:pt x="4474" y="6932"/>
                        <a:pt x="3088" y="6018"/>
                        <a:pt x="2237" y="5262"/>
                      </a:cubicBezTo>
                      <a:cubicBezTo>
                        <a:pt x="1607" y="4726"/>
                        <a:pt x="1135" y="4222"/>
                        <a:pt x="851" y="3907"/>
                      </a:cubicBezTo>
                      <a:cubicBezTo>
                        <a:pt x="1733" y="3371"/>
                        <a:pt x="2710" y="2962"/>
                        <a:pt x="3781" y="2710"/>
                      </a:cubicBezTo>
                      <a:close/>
                      <a:moveTo>
                        <a:pt x="5924" y="0"/>
                      </a:moveTo>
                      <a:cubicBezTo>
                        <a:pt x="4411" y="0"/>
                        <a:pt x="2931" y="820"/>
                        <a:pt x="1765" y="1796"/>
                      </a:cubicBezTo>
                      <a:cubicBezTo>
                        <a:pt x="725" y="2678"/>
                        <a:pt x="95" y="3592"/>
                        <a:pt x="64" y="3624"/>
                      </a:cubicBezTo>
                      <a:cubicBezTo>
                        <a:pt x="1" y="3750"/>
                        <a:pt x="1" y="3907"/>
                        <a:pt x="64" y="4002"/>
                      </a:cubicBezTo>
                      <a:cubicBezTo>
                        <a:pt x="95" y="4065"/>
                        <a:pt x="725" y="4915"/>
                        <a:pt x="1765" y="5829"/>
                      </a:cubicBezTo>
                      <a:cubicBezTo>
                        <a:pt x="2931" y="6805"/>
                        <a:pt x="4348" y="7625"/>
                        <a:pt x="5924" y="7625"/>
                      </a:cubicBezTo>
                      <a:cubicBezTo>
                        <a:pt x="7436" y="7625"/>
                        <a:pt x="8759" y="6900"/>
                        <a:pt x="9925" y="5955"/>
                      </a:cubicBezTo>
                      <a:cubicBezTo>
                        <a:pt x="10712" y="5325"/>
                        <a:pt x="11374" y="4600"/>
                        <a:pt x="11815" y="4002"/>
                      </a:cubicBezTo>
                      <a:cubicBezTo>
                        <a:pt x="11878" y="3907"/>
                        <a:pt x="11878" y="3750"/>
                        <a:pt x="11815" y="3624"/>
                      </a:cubicBezTo>
                      <a:cubicBezTo>
                        <a:pt x="11752" y="3592"/>
                        <a:pt x="11122" y="2710"/>
                        <a:pt x="10114" y="1796"/>
                      </a:cubicBezTo>
                      <a:cubicBezTo>
                        <a:pt x="8916" y="820"/>
                        <a:pt x="7499" y="0"/>
                        <a:pt x="592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17" name="Google Shape;1517;p18"/>
              <p:cNvGrpSpPr/>
              <p:nvPr/>
            </p:nvGrpSpPr>
            <p:grpSpPr>
              <a:xfrm>
                <a:off x="10925101" y="1704478"/>
                <a:ext cx="503245" cy="467579"/>
                <a:chOff x="6524150" y="1938725"/>
                <a:chExt cx="297725" cy="276625"/>
              </a:xfrm>
            </p:grpSpPr>
            <p:sp>
              <p:nvSpPr>
                <p:cNvPr id="1518" name="Google Shape;1518;p18"/>
                <p:cNvSpPr/>
                <p:nvPr/>
              </p:nvSpPr>
              <p:spPr>
                <a:xfrm>
                  <a:off x="6524150" y="2025375"/>
                  <a:ext cx="297725" cy="189975"/>
                </a:xfrm>
                <a:custGeom>
                  <a:rect b="b" l="l" r="r" t="t"/>
                  <a:pathLst>
                    <a:path extrusionOk="0" h="7599" w="11909">
                      <a:moveTo>
                        <a:pt x="9767" y="2079"/>
                      </a:moveTo>
                      <a:lnTo>
                        <a:pt x="9767" y="5198"/>
                      </a:lnTo>
                      <a:cubicBezTo>
                        <a:pt x="9735" y="5041"/>
                        <a:pt x="9672" y="4915"/>
                        <a:pt x="9546" y="4789"/>
                      </a:cubicBezTo>
                      <a:lnTo>
                        <a:pt x="7813" y="3056"/>
                      </a:lnTo>
                      <a:cubicBezTo>
                        <a:pt x="7624" y="2867"/>
                        <a:pt x="7341" y="2741"/>
                        <a:pt x="7057" y="2741"/>
                      </a:cubicBezTo>
                      <a:lnTo>
                        <a:pt x="6018" y="2741"/>
                      </a:lnTo>
                      <a:cubicBezTo>
                        <a:pt x="5923" y="2741"/>
                        <a:pt x="5797" y="2836"/>
                        <a:pt x="5734" y="2930"/>
                      </a:cubicBezTo>
                      <a:lnTo>
                        <a:pt x="5482" y="3403"/>
                      </a:lnTo>
                      <a:cubicBezTo>
                        <a:pt x="5293" y="3812"/>
                        <a:pt x="4883" y="4001"/>
                        <a:pt x="4505" y="4001"/>
                      </a:cubicBezTo>
                      <a:lnTo>
                        <a:pt x="5356" y="2269"/>
                      </a:lnTo>
                      <a:cubicBezTo>
                        <a:pt x="5419" y="2143"/>
                        <a:pt x="5576" y="2079"/>
                        <a:pt x="5671" y="2079"/>
                      </a:cubicBezTo>
                      <a:close/>
                      <a:moveTo>
                        <a:pt x="1418" y="2079"/>
                      </a:moveTo>
                      <a:lnTo>
                        <a:pt x="1418" y="5545"/>
                      </a:lnTo>
                      <a:lnTo>
                        <a:pt x="725" y="5545"/>
                      </a:lnTo>
                      <a:lnTo>
                        <a:pt x="725" y="2079"/>
                      </a:lnTo>
                      <a:close/>
                      <a:moveTo>
                        <a:pt x="11153" y="2079"/>
                      </a:moveTo>
                      <a:lnTo>
                        <a:pt x="11153" y="5545"/>
                      </a:lnTo>
                      <a:lnTo>
                        <a:pt x="10460" y="5545"/>
                      </a:lnTo>
                      <a:lnTo>
                        <a:pt x="10460" y="2079"/>
                      </a:lnTo>
                      <a:close/>
                      <a:moveTo>
                        <a:pt x="6931" y="630"/>
                      </a:moveTo>
                      <a:cubicBezTo>
                        <a:pt x="6774" y="1008"/>
                        <a:pt x="6427" y="1323"/>
                        <a:pt x="5955" y="1323"/>
                      </a:cubicBezTo>
                      <a:lnTo>
                        <a:pt x="5671" y="1323"/>
                      </a:lnTo>
                      <a:cubicBezTo>
                        <a:pt x="5293" y="1323"/>
                        <a:pt x="4946" y="1575"/>
                        <a:pt x="4726" y="1922"/>
                      </a:cubicBezTo>
                      <a:lnTo>
                        <a:pt x="3655" y="4064"/>
                      </a:lnTo>
                      <a:cubicBezTo>
                        <a:pt x="3623" y="4127"/>
                        <a:pt x="3623" y="4253"/>
                        <a:pt x="3655" y="4316"/>
                      </a:cubicBezTo>
                      <a:cubicBezTo>
                        <a:pt x="3718" y="4411"/>
                        <a:pt x="3781" y="4474"/>
                        <a:pt x="3875" y="4537"/>
                      </a:cubicBezTo>
                      <a:cubicBezTo>
                        <a:pt x="4088" y="4627"/>
                        <a:pt x="4310" y="4670"/>
                        <a:pt x="4532" y="4670"/>
                      </a:cubicBezTo>
                      <a:cubicBezTo>
                        <a:pt x="5165" y="4670"/>
                        <a:pt x="5785" y="4316"/>
                        <a:pt x="6112" y="3686"/>
                      </a:cubicBezTo>
                      <a:lnTo>
                        <a:pt x="6238" y="3434"/>
                      </a:lnTo>
                      <a:lnTo>
                        <a:pt x="7026" y="3434"/>
                      </a:lnTo>
                      <a:cubicBezTo>
                        <a:pt x="7089" y="3434"/>
                        <a:pt x="7215" y="3466"/>
                        <a:pt x="7246" y="3529"/>
                      </a:cubicBezTo>
                      <a:lnTo>
                        <a:pt x="8979" y="5261"/>
                      </a:lnTo>
                      <a:cubicBezTo>
                        <a:pt x="9137" y="5419"/>
                        <a:pt x="9137" y="5545"/>
                        <a:pt x="9105" y="5640"/>
                      </a:cubicBezTo>
                      <a:cubicBezTo>
                        <a:pt x="9105" y="5671"/>
                        <a:pt x="9042" y="5829"/>
                        <a:pt x="8885" y="5860"/>
                      </a:cubicBezTo>
                      <a:lnTo>
                        <a:pt x="5576" y="6805"/>
                      </a:lnTo>
                      <a:cubicBezTo>
                        <a:pt x="5543" y="6814"/>
                        <a:pt x="5507" y="6818"/>
                        <a:pt x="5470" y="6818"/>
                      </a:cubicBezTo>
                      <a:cubicBezTo>
                        <a:pt x="5371" y="6818"/>
                        <a:pt x="5268" y="6788"/>
                        <a:pt x="5198" y="6742"/>
                      </a:cubicBezTo>
                      <a:lnTo>
                        <a:pt x="4096" y="5640"/>
                      </a:lnTo>
                      <a:cubicBezTo>
                        <a:pt x="4033" y="5545"/>
                        <a:pt x="3938" y="5514"/>
                        <a:pt x="3875" y="5514"/>
                      </a:cubicBezTo>
                      <a:lnTo>
                        <a:pt x="2111" y="5514"/>
                      </a:lnTo>
                      <a:lnTo>
                        <a:pt x="2111" y="2048"/>
                      </a:lnTo>
                      <a:lnTo>
                        <a:pt x="2741" y="2048"/>
                      </a:lnTo>
                      <a:cubicBezTo>
                        <a:pt x="3119" y="2048"/>
                        <a:pt x="3466" y="1796"/>
                        <a:pt x="3686" y="1449"/>
                      </a:cubicBezTo>
                      <a:lnTo>
                        <a:pt x="4001" y="819"/>
                      </a:lnTo>
                      <a:cubicBezTo>
                        <a:pt x="4064" y="693"/>
                        <a:pt x="4190" y="630"/>
                        <a:pt x="4316" y="630"/>
                      </a:cubicBezTo>
                      <a:close/>
                      <a:moveTo>
                        <a:pt x="4316" y="0"/>
                      </a:moveTo>
                      <a:cubicBezTo>
                        <a:pt x="3907" y="0"/>
                        <a:pt x="3560" y="221"/>
                        <a:pt x="3371" y="599"/>
                      </a:cubicBezTo>
                      <a:lnTo>
                        <a:pt x="3056" y="1229"/>
                      </a:lnTo>
                      <a:cubicBezTo>
                        <a:pt x="2962" y="1323"/>
                        <a:pt x="2836" y="1418"/>
                        <a:pt x="2741" y="1418"/>
                      </a:cubicBezTo>
                      <a:lnTo>
                        <a:pt x="378" y="1418"/>
                      </a:lnTo>
                      <a:cubicBezTo>
                        <a:pt x="158" y="1418"/>
                        <a:pt x="0" y="1575"/>
                        <a:pt x="0" y="1764"/>
                      </a:cubicBezTo>
                      <a:lnTo>
                        <a:pt x="0" y="5955"/>
                      </a:lnTo>
                      <a:cubicBezTo>
                        <a:pt x="0" y="6144"/>
                        <a:pt x="158" y="6301"/>
                        <a:pt x="378" y="6301"/>
                      </a:cubicBezTo>
                      <a:lnTo>
                        <a:pt x="3718" y="6301"/>
                      </a:lnTo>
                      <a:lnTo>
                        <a:pt x="4694" y="7278"/>
                      </a:lnTo>
                      <a:cubicBezTo>
                        <a:pt x="4894" y="7477"/>
                        <a:pt x="5139" y="7598"/>
                        <a:pt x="5410" y="7598"/>
                      </a:cubicBezTo>
                      <a:cubicBezTo>
                        <a:pt x="5525" y="7598"/>
                        <a:pt x="5644" y="7577"/>
                        <a:pt x="5766" y="7530"/>
                      </a:cubicBezTo>
                      <a:lnTo>
                        <a:pt x="9074" y="6553"/>
                      </a:lnTo>
                      <a:cubicBezTo>
                        <a:pt x="9263" y="6522"/>
                        <a:pt x="9420" y="6396"/>
                        <a:pt x="9578" y="6238"/>
                      </a:cubicBezTo>
                      <a:lnTo>
                        <a:pt x="11562" y="6238"/>
                      </a:lnTo>
                      <a:cubicBezTo>
                        <a:pt x="11751" y="6238"/>
                        <a:pt x="11909" y="6081"/>
                        <a:pt x="11909" y="5892"/>
                      </a:cubicBezTo>
                      <a:lnTo>
                        <a:pt x="11909" y="1733"/>
                      </a:lnTo>
                      <a:cubicBezTo>
                        <a:pt x="11877" y="1544"/>
                        <a:pt x="11720" y="1386"/>
                        <a:pt x="11499" y="1386"/>
                      </a:cubicBezTo>
                      <a:lnTo>
                        <a:pt x="7341" y="1386"/>
                      </a:lnTo>
                      <a:cubicBezTo>
                        <a:pt x="7561" y="1103"/>
                        <a:pt x="7687" y="693"/>
                        <a:pt x="7687" y="347"/>
                      </a:cubicBezTo>
                      <a:cubicBezTo>
                        <a:pt x="7687" y="158"/>
                        <a:pt x="7530" y="0"/>
                        <a:pt x="73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19" name="Google Shape;1519;p18"/>
                <p:cNvSpPr/>
                <p:nvPr/>
              </p:nvSpPr>
              <p:spPr>
                <a:xfrm>
                  <a:off x="6664325" y="1938725"/>
                  <a:ext cx="17375" cy="43350"/>
                </a:xfrm>
                <a:custGeom>
                  <a:rect b="b" l="l" r="r" t="t"/>
                  <a:pathLst>
                    <a:path extrusionOk="0" h="1734" w="695">
                      <a:moveTo>
                        <a:pt x="348" y="1"/>
                      </a:moveTo>
                      <a:cubicBezTo>
                        <a:pt x="159" y="1"/>
                        <a:pt x="1" y="158"/>
                        <a:pt x="1" y="347"/>
                      </a:cubicBezTo>
                      <a:lnTo>
                        <a:pt x="1" y="1355"/>
                      </a:lnTo>
                      <a:cubicBezTo>
                        <a:pt x="1" y="1576"/>
                        <a:pt x="159" y="1733"/>
                        <a:pt x="348" y="1733"/>
                      </a:cubicBezTo>
                      <a:cubicBezTo>
                        <a:pt x="537" y="1733"/>
                        <a:pt x="694" y="1576"/>
                        <a:pt x="694" y="1355"/>
                      </a:cubicBezTo>
                      <a:lnTo>
                        <a:pt x="694" y="347"/>
                      </a:lnTo>
                      <a:cubicBezTo>
                        <a:pt x="694" y="158"/>
                        <a:pt x="537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0" name="Google Shape;1520;p18"/>
                <p:cNvSpPr/>
                <p:nvPr/>
              </p:nvSpPr>
              <p:spPr>
                <a:xfrm>
                  <a:off x="6594250" y="1972800"/>
                  <a:ext cx="35450" cy="35275"/>
                </a:xfrm>
                <a:custGeom>
                  <a:rect b="b" l="l" r="r" t="t"/>
                  <a:pathLst>
                    <a:path extrusionOk="0" h="1411" w="1418">
                      <a:moveTo>
                        <a:pt x="374" y="0"/>
                      </a:moveTo>
                      <a:cubicBezTo>
                        <a:pt x="291" y="0"/>
                        <a:pt x="205" y="40"/>
                        <a:pt x="126" y="118"/>
                      </a:cubicBezTo>
                      <a:cubicBezTo>
                        <a:pt x="0" y="244"/>
                        <a:pt x="0" y="496"/>
                        <a:pt x="126" y="591"/>
                      </a:cubicBezTo>
                      <a:lnTo>
                        <a:pt x="819" y="1316"/>
                      </a:lnTo>
                      <a:cubicBezTo>
                        <a:pt x="882" y="1379"/>
                        <a:pt x="969" y="1410"/>
                        <a:pt x="1055" y="1410"/>
                      </a:cubicBezTo>
                      <a:cubicBezTo>
                        <a:pt x="1142" y="1410"/>
                        <a:pt x="1229" y="1379"/>
                        <a:pt x="1292" y="1316"/>
                      </a:cubicBezTo>
                      <a:cubicBezTo>
                        <a:pt x="1418" y="1190"/>
                        <a:pt x="1418" y="969"/>
                        <a:pt x="1292" y="843"/>
                      </a:cubicBezTo>
                      <a:lnTo>
                        <a:pt x="599" y="118"/>
                      </a:lnTo>
                      <a:cubicBezTo>
                        <a:pt x="536" y="40"/>
                        <a:pt x="457" y="0"/>
                        <a:pt x="37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1" name="Google Shape;1521;p18"/>
                <p:cNvSpPr/>
                <p:nvPr/>
              </p:nvSpPr>
              <p:spPr>
                <a:xfrm>
                  <a:off x="6715525" y="1972800"/>
                  <a:ext cx="35475" cy="35275"/>
                </a:xfrm>
                <a:custGeom>
                  <a:rect b="b" l="l" r="r" t="t"/>
                  <a:pathLst>
                    <a:path extrusionOk="0" h="1411" w="1419">
                      <a:moveTo>
                        <a:pt x="1056" y="0"/>
                      </a:moveTo>
                      <a:cubicBezTo>
                        <a:pt x="970" y="0"/>
                        <a:pt x="883" y="40"/>
                        <a:pt x="820" y="118"/>
                      </a:cubicBezTo>
                      <a:lnTo>
                        <a:pt x="127" y="843"/>
                      </a:lnTo>
                      <a:cubicBezTo>
                        <a:pt x="1" y="969"/>
                        <a:pt x="1" y="1190"/>
                        <a:pt x="127" y="1316"/>
                      </a:cubicBezTo>
                      <a:cubicBezTo>
                        <a:pt x="174" y="1379"/>
                        <a:pt x="261" y="1410"/>
                        <a:pt x="351" y="1410"/>
                      </a:cubicBezTo>
                      <a:cubicBezTo>
                        <a:pt x="442" y="1410"/>
                        <a:pt x="536" y="1379"/>
                        <a:pt x="599" y="1316"/>
                      </a:cubicBezTo>
                      <a:lnTo>
                        <a:pt x="1293" y="591"/>
                      </a:lnTo>
                      <a:cubicBezTo>
                        <a:pt x="1419" y="496"/>
                        <a:pt x="1419" y="244"/>
                        <a:pt x="1293" y="118"/>
                      </a:cubicBezTo>
                      <a:cubicBezTo>
                        <a:pt x="1230" y="40"/>
                        <a:pt x="1143" y="0"/>
                        <a:pt x="105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22" name="Google Shape;1522;p18"/>
              <p:cNvGrpSpPr/>
              <p:nvPr/>
            </p:nvGrpSpPr>
            <p:grpSpPr>
              <a:xfrm>
                <a:off x="3302370" y="1687960"/>
                <a:ext cx="501977" cy="500625"/>
                <a:chOff x="2141000" y="1954475"/>
                <a:chExt cx="296975" cy="296175"/>
              </a:xfrm>
            </p:grpSpPr>
            <p:sp>
              <p:nvSpPr>
                <p:cNvPr id="1523" name="Google Shape;1523;p18"/>
                <p:cNvSpPr/>
                <p:nvPr/>
              </p:nvSpPr>
              <p:spPr>
                <a:xfrm>
                  <a:off x="2280425" y="1989925"/>
                  <a:ext cx="104775" cy="68550"/>
                </a:xfrm>
                <a:custGeom>
                  <a:rect b="b" l="l" r="r" t="t"/>
                  <a:pathLst>
                    <a:path extrusionOk="0" h="2742" w="4191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05"/>
                        <a:pt x="158" y="662"/>
                        <a:pt x="315" y="662"/>
                      </a:cubicBezTo>
                      <a:lnTo>
                        <a:pt x="2426" y="662"/>
                      </a:lnTo>
                      <a:cubicBezTo>
                        <a:pt x="2615" y="662"/>
                        <a:pt x="2773" y="820"/>
                        <a:pt x="2773" y="1009"/>
                      </a:cubicBezTo>
                      <a:lnTo>
                        <a:pt x="2773" y="1576"/>
                      </a:lnTo>
                      <a:lnTo>
                        <a:pt x="2678" y="1450"/>
                      </a:lnTo>
                      <a:cubicBezTo>
                        <a:pt x="2615" y="1387"/>
                        <a:pt x="2521" y="1355"/>
                        <a:pt x="2430" y="1355"/>
                      </a:cubicBezTo>
                      <a:cubicBezTo>
                        <a:pt x="2340" y="1355"/>
                        <a:pt x="2253" y="1387"/>
                        <a:pt x="2206" y="1450"/>
                      </a:cubicBezTo>
                      <a:cubicBezTo>
                        <a:pt x="2080" y="1576"/>
                        <a:pt x="2080" y="1796"/>
                        <a:pt x="2206" y="1922"/>
                      </a:cubicBezTo>
                      <a:lnTo>
                        <a:pt x="2899" y="2647"/>
                      </a:lnTo>
                      <a:cubicBezTo>
                        <a:pt x="2993" y="2710"/>
                        <a:pt x="3056" y="2741"/>
                        <a:pt x="3151" y="2741"/>
                      </a:cubicBezTo>
                      <a:cubicBezTo>
                        <a:pt x="3214" y="2741"/>
                        <a:pt x="3340" y="2710"/>
                        <a:pt x="3371" y="2647"/>
                      </a:cubicBezTo>
                      <a:lnTo>
                        <a:pt x="4096" y="1922"/>
                      </a:lnTo>
                      <a:cubicBezTo>
                        <a:pt x="4191" y="1796"/>
                        <a:pt x="4191" y="1576"/>
                        <a:pt x="4096" y="1450"/>
                      </a:cubicBezTo>
                      <a:cubicBezTo>
                        <a:pt x="4033" y="1387"/>
                        <a:pt x="3938" y="1355"/>
                        <a:pt x="3848" y="1355"/>
                      </a:cubicBezTo>
                      <a:cubicBezTo>
                        <a:pt x="3757" y="1355"/>
                        <a:pt x="3671" y="1387"/>
                        <a:pt x="3623" y="1450"/>
                      </a:cubicBezTo>
                      <a:lnTo>
                        <a:pt x="3497" y="1576"/>
                      </a:lnTo>
                      <a:lnTo>
                        <a:pt x="3497" y="1009"/>
                      </a:lnTo>
                      <a:cubicBezTo>
                        <a:pt x="3497" y="442"/>
                        <a:pt x="3025" y="0"/>
                        <a:pt x="245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4" name="Google Shape;1524;p18"/>
                <p:cNvSpPr/>
                <p:nvPr/>
              </p:nvSpPr>
              <p:spPr>
                <a:xfrm>
                  <a:off x="2174875" y="2145875"/>
                  <a:ext cx="105575" cy="69325"/>
                </a:xfrm>
                <a:custGeom>
                  <a:rect b="b" l="l" r="r" t="t"/>
                  <a:pathLst>
                    <a:path extrusionOk="0" h="2773" w="4223">
                      <a:moveTo>
                        <a:pt x="1056" y="0"/>
                      </a:moveTo>
                      <a:cubicBezTo>
                        <a:pt x="969" y="0"/>
                        <a:pt x="883" y="32"/>
                        <a:pt x="820" y="95"/>
                      </a:cubicBezTo>
                      <a:lnTo>
                        <a:pt x="95" y="820"/>
                      </a:lnTo>
                      <a:cubicBezTo>
                        <a:pt x="1" y="914"/>
                        <a:pt x="1" y="1166"/>
                        <a:pt x="95" y="1292"/>
                      </a:cubicBezTo>
                      <a:cubicBezTo>
                        <a:pt x="158" y="1339"/>
                        <a:pt x="253" y="1363"/>
                        <a:pt x="343" y="1363"/>
                      </a:cubicBezTo>
                      <a:cubicBezTo>
                        <a:pt x="434" y="1363"/>
                        <a:pt x="521" y="1339"/>
                        <a:pt x="568" y="1292"/>
                      </a:cubicBezTo>
                      <a:lnTo>
                        <a:pt x="694" y="1166"/>
                      </a:lnTo>
                      <a:lnTo>
                        <a:pt x="694" y="1702"/>
                      </a:lnTo>
                      <a:cubicBezTo>
                        <a:pt x="757" y="2300"/>
                        <a:pt x="1229" y="2773"/>
                        <a:pt x="1765" y="2773"/>
                      </a:cubicBezTo>
                      <a:lnTo>
                        <a:pt x="3844" y="2773"/>
                      </a:lnTo>
                      <a:cubicBezTo>
                        <a:pt x="4065" y="2773"/>
                        <a:pt x="4222" y="2615"/>
                        <a:pt x="4222" y="2426"/>
                      </a:cubicBezTo>
                      <a:cubicBezTo>
                        <a:pt x="4222" y="2237"/>
                        <a:pt x="4065" y="2080"/>
                        <a:pt x="3844" y="2080"/>
                      </a:cubicBezTo>
                      <a:lnTo>
                        <a:pt x="1765" y="2080"/>
                      </a:lnTo>
                      <a:cubicBezTo>
                        <a:pt x="1576" y="2080"/>
                        <a:pt x="1418" y="1922"/>
                        <a:pt x="1418" y="1702"/>
                      </a:cubicBezTo>
                      <a:lnTo>
                        <a:pt x="1418" y="1166"/>
                      </a:lnTo>
                      <a:lnTo>
                        <a:pt x="1544" y="1292"/>
                      </a:lnTo>
                      <a:cubicBezTo>
                        <a:pt x="1592" y="1339"/>
                        <a:pt x="1678" y="1363"/>
                        <a:pt x="1769" y="1363"/>
                      </a:cubicBezTo>
                      <a:cubicBezTo>
                        <a:pt x="1859" y="1363"/>
                        <a:pt x="1954" y="1339"/>
                        <a:pt x="2017" y="1292"/>
                      </a:cubicBezTo>
                      <a:cubicBezTo>
                        <a:pt x="2112" y="1166"/>
                        <a:pt x="2112" y="914"/>
                        <a:pt x="2017" y="820"/>
                      </a:cubicBezTo>
                      <a:lnTo>
                        <a:pt x="1292" y="95"/>
                      </a:lnTo>
                      <a:cubicBezTo>
                        <a:pt x="1229" y="32"/>
                        <a:pt x="1143" y="0"/>
                        <a:pt x="105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5" name="Google Shape;1525;p18"/>
                <p:cNvSpPr/>
                <p:nvPr/>
              </p:nvSpPr>
              <p:spPr>
                <a:xfrm>
                  <a:off x="2141000" y="1954475"/>
                  <a:ext cx="139450" cy="174100"/>
                </a:xfrm>
                <a:custGeom>
                  <a:rect b="b" l="l" r="r" t="t"/>
                  <a:pathLst>
                    <a:path extrusionOk="0" h="6964" w="5578">
                      <a:moveTo>
                        <a:pt x="2773" y="694"/>
                      </a:moveTo>
                      <a:cubicBezTo>
                        <a:pt x="3372" y="694"/>
                        <a:pt x="3782" y="1166"/>
                        <a:pt x="3782" y="1734"/>
                      </a:cubicBezTo>
                      <a:cubicBezTo>
                        <a:pt x="3782" y="2301"/>
                        <a:pt x="3309" y="2742"/>
                        <a:pt x="2773" y="2742"/>
                      </a:cubicBezTo>
                      <a:cubicBezTo>
                        <a:pt x="2175" y="2742"/>
                        <a:pt x="1734" y="2269"/>
                        <a:pt x="1734" y="1734"/>
                      </a:cubicBezTo>
                      <a:cubicBezTo>
                        <a:pt x="1734" y="1166"/>
                        <a:pt x="2206" y="694"/>
                        <a:pt x="2773" y="694"/>
                      </a:cubicBezTo>
                      <a:close/>
                      <a:moveTo>
                        <a:pt x="2773" y="3466"/>
                      </a:moveTo>
                      <a:cubicBezTo>
                        <a:pt x="3908" y="3466"/>
                        <a:pt x="4853" y="4411"/>
                        <a:pt x="4853" y="5546"/>
                      </a:cubicBezTo>
                      <a:lnTo>
                        <a:pt x="4853" y="6270"/>
                      </a:lnTo>
                      <a:lnTo>
                        <a:pt x="694" y="6270"/>
                      </a:lnTo>
                      <a:lnTo>
                        <a:pt x="694" y="5546"/>
                      </a:lnTo>
                      <a:cubicBezTo>
                        <a:pt x="694" y="4411"/>
                        <a:pt x="1639" y="3466"/>
                        <a:pt x="2773" y="3466"/>
                      </a:cubicBezTo>
                      <a:close/>
                      <a:moveTo>
                        <a:pt x="2805" y="1"/>
                      </a:moveTo>
                      <a:cubicBezTo>
                        <a:pt x="1860" y="1"/>
                        <a:pt x="1072" y="788"/>
                        <a:pt x="1072" y="1734"/>
                      </a:cubicBezTo>
                      <a:cubicBezTo>
                        <a:pt x="1072" y="2238"/>
                        <a:pt x="1324" y="2710"/>
                        <a:pt x="1671" y="3025"/>
                      </a:cubicBezTo>
                      <a:cubicBezTo>
                        <a:pt x="726" y="3466"/>
                        <a:pt x="64" y="4443"/>
                        <a:pt x="64" y="5577"/>
                      </a:cubicBezTo>
                      <a:lnTo>
                        <a:pt x="64" y="6617"/>
                      </a:lnTo>
                      <a:cubicBezTo>
                        <a:pt x="1" y="6806"/>
                        <a:pt x="159" y="6963"/>
                        <a:pt x="379" y="6963"/>
                      </a:cubicBezTo>
                      <a:lnTo>
                        <a:pt x="5199" y="6963"/>
                      </a:lnTo>
                      <a:cubicBezTo>
                        <a:pt x="5420" y="6963"/>
                        <a:pt x="5577" y="6806"/>
                        <a:pt x="5577" y="6617"/>
                      </a:cubicBezTo>
                      <a:lnTo>
                        <a:pt x="5577" y="5577"/>
                      </a:lnTo>
                      <a:cubicBezTo>
                        <a:pt x="5577" y="4443"/>
                        <a:pt x="4884" y="3498"/>
                        <a:pt x="3939" y="3025"/>
                      </a:cubicBezTo>
                      <a:cubicBezTo>
                        <a:pt x="4317" y="2710"/>
                        <a:pt x="4538" y="2238"/>
                        <a:pt x="4538" y="1734"/>
                      </a:cubicBezTo>
                      <a:cubicBezTo>
                        <a:pt x="4538" y="788"/>
                        <a:pt x="3750" y="1"/>
                        <a:pt x="280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6" name="Google Shape;1526;p18"/>
                <p:cNvSpPr/>
                <p:nvPr/>
              </p:nvSpPr>
              <p:spPr>
                <a:xfrm>
                  <a:off x="2298525" y="2076550"/>
                  <a:ext cx="139450" cy="174100"/>
                </a:xfrm>
                <a:custGeom>
                  <a:rect b="b" l="l" r="r" t="t"/>
                  <a:pathLst>
                    <a:path extrusionOk="0" h="6964" w="5578">
                      <a:moveTo>
                        <a:pt x="2773" y="663"/>
                      </a:moveTo>
                      <a:cubicBezTo>
                        <a:pt x="3372" y="663"/>
                        <a:pt x="3782" y="1135"/>
                        <a:pt x="3782" y="1702"/>
                      </a:cubicBezTo>
                      <a:cubicBezTo>
                        <a:pt x="3782" y="2238"/>
                        <a:pt x="3309" y="2710"/>
                        <a:pt x="2773" y="2710"/>
                      </a:cubicBezTo>
                      <a:cubicBezTo>
                        <a:pt x="2175" y="2710"/>
                        <a:pt x="1734" y="2238"/>
                        <a:pt x="1734" y="1702"/>
                      </a:cubicBezTo>
                      <a:cubicBezTo>
                        <a:pt x="1734" y="1135"/>
                        <a:pt x="2175" y="663"/>
                        <a:pt x="2773" y="663"/>
                      </a:cubicBezTo>
                      <a:close/>
                      <a:moveTo>
                        <a:pt x="2773" y="3467"/>
                      </a:moveTo>
                      <a:cubicBezTo>
                        <a:pt x="3908" y="3467"/>
                        <a:pt x="4853" y="4412"/>
                        <a:pt x="4853" y="5546"/>
                      </a:cubicBezTo>
                      <a:lnTo>
                        <a:pt x="4853" y="6270"/>
                      </a:lnTo>
                      <a:lnTo>
                        <a:pt x="694" y="6270"/>
                      </a:lnTo>
                      <a:lnTo>
                        <a:pt x="694" y="5546"/>
                      </a:lnTo>
                      <a:cubicBezTo>
                        <a:pt x="694" y="4412"/>
                        <a:pt x="1639" y="3467"/>
                        <a:pt x="2773" y="3467"/>
                      </a:cubicBezTo>
                      <a:close/>
                      <a:moveTo>
                        <a:pt x="2773" y="1"/>
                      </a:moveTo>
                      <a:cubicBezTo>
                        <a:pt x="1828" y="1"/>
                        <a:pt x="1041" y="789"/>
                        <a:pt x="1041" y="1734"/>
                      </a:cubicBezTo>
                      <a:cubicBezTo>
                        <a:pt x="1041" y="2238"/>
                        <a:pt x="1261" y="2710"/>
                        <a:pt x="1608" y="3025"/>
                      </a:cubicBezTo>
                      <a:cubicBezTo>
                        <a:pt x="663" y="3467"/>
                        <a:pt x="1" y="4443"/>
                        <a:pt x="1" y="5546"/>
                      </a:cubicBezTo>
                      <a:lnTo>
                        <a:pt x="1" y="6617"/>
                      </a:lnTo>
                      <a:cubicBezTo>
                        <a:pt x="1" y="6806"/>
                        <a:pt x="159" y="6964"/>
                        <a:pt x="379" y="6964"/>
                      </a:cubicBezTo>
                      <a:lnTo>
                        <a:pt x="5199" y="6964"/>
                      </a:lnTo>
                      <a:cubicBezTo>
                        <a:pt x="5420" y="6964"/>
                        <a:pt x="5577" y="6806"/>
                        <a:pt x="5577" y="6617"/>
                      </a:cubicBezTo>
                      <a:lnTo>
                        <a:pt x="5577" y="5546"/>
                      </a:lnTo>
                      <a:cubicBezTo>
                        <a:pt x="5514" y="4412"/>
                        <a:pt x="4853" y="3467"/>
                        <a:pt x="3908" y="3025"/>
                      </a:cubicBezTo>
                      <a:cubicBezTo>
                        <a:pt x="4254" y="2710"/>
                        <a:pt x="4506" y="2238"/>
                        <a:pt x="4506" y="1734"/>
                      </a:cubicBezTo>
                      <a:cubicBezTo>
                        <a:pt x="4506" y="789"/>
                        <a:pt x="3719" y="1"/>
                        <a:pt x="277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27" name="Google Shape;1527;p18"/>
              <p:cNvGrpSpPr/>
              <p:nvPr/>
            </p:nvGrpSpPr>
            <p:grpSpPr>
              <a:xfrm>
                <a:off x="3293072" y="2281546"/>
                <a:ext cx="520570" cy="499653"/>
                <a:chOff x="2140225" y="2318650"/>
                <a:chExt cx="307975" cy="295600"/>
              </a:xfrm>
            </p:grpSpPr>
            <p:sp>
              <p:nvSpPr>
                <p:cNvPr id="1528" name="Google Shape;1528;p18"/>
                <p:cNvSpPr/>
                <p:nvPr/>
              </p:nvSpPr>
              <p:spPr>
                <a:xfrm>
                  <a:off x="2281200" y="2353025"/>
                  <a:ext cx="104000" cy="121300"/>
                </a:xfrm>
                <a:custGeom>
                  <a:rect b="b" l="l" r="r" t="t"/>
                  <a:pathLst>
                    <a:path extrusionOk="0" h="4852" w="4160">
                      <a:moveTo>
                        <a:pt x="2080" y="662"/>
                      </a:moveTo>
                      <a:cubicBezTo>
                        <a:pt x="2490" y="662"/>
                        <a:pt x="2805" y="977"/>
                        <a:pt x="2805" y="1386"/>
                      </a:cubicBezTo>
                      <a:cubicBezTo>
                        <a:pt x="2805" y="1764"/>
                        <a:pt x="2490" y="2079"/>
                        <a:pt x="2080" y="2079"/>
                      </a:cubicBezTo>
                      <a:cubicBezTo>
                        <a:pt x="1702" y="2079"/>
                        <a:pt x="1387" y="1764"/>
                        <a:pt x="1387" y="1386"/>
                      </a:cubicBezTo>
                      <a:cubicBezTo>
                        <a:pt x="1387" y="977"/>
                        <a:pt x="1702" y="662"/>
                        <a:pt x="2080" y="662"/>
                      </a:cubicBezTo>
                      <a:close/>
                      <a:moveTo>
                        <a:pt x="2080" y="2773"/>
                      </a:moveTo>
                      <a:cubicBezTo>
                        <a:pt x="2836" y="2773"/>
                        <a:pt x="3466" y="3403"/>
                        <a:pt x="3466" y="4127"/>
                      </a:cubicBezTo>
                      <a:lnTo>
                        <a:pt x="662" y="4127"/>
                      </a:lnTo>
                      <a:cubicBezTo>
                        <a:pt x="662" y="3403"/>
                        <a:pt x="1293" y="2773"/>
                        <a:pt x="2080" y="2773"/>
                      </a:cubicBezTo>
                      <a:close/>
                      <a:moveTo>
                        <a:pt x="2112" y="0"/>
                      </a:moveTo>
                      <a:cubicBezTo>
                        <a:pt x="1387" y="0"/>
                        <a:pt x="757" y="630"/>
                        <a:pt x="757" y="1386"/>
                      </a:cubicBezTo>
                      <a:cubicBezTo>
                        <a:pt x="757" y="1733"/>
                        <a:pt x="915" y="2079"/>
                        <a:pt x="1135" y="2332"/>
                      </a:cubicBezTo>
                      <a:cubicBezTo>
                        <a:pt x="505" y="2678"/>
                        <a:pt x="64" y="3340"/>
                        <a:pt x="64" y="4127"/>
                      </a:cubicBezTo>
                      <a:lnTo>
                        <a:pt x="64" y="4505"/>
                      </a:lnTo>
                      <a:cubicBezTo>
                        <a:pt x="1" y="4694"/>
                        <a:pt x="158" y="4852"/>
                        <a:pt x="347" y="4852"/>
                      </a:cubicBezTo>
                      <a:lnTo>
                        <a:pt x="3813" y="4852"/>
                      </a:lnTo>
                      <a:cubicBezTo>
                        <a:pt x="4002" y="4852"/>
                        <a:pt x="4160" y="4694"/>
                        <a:pt x="4160" y="4505"/>
                      </a:cubicBezTo>
                      <a:lnTo>
                        <a:pt x="4160" y="4127"/>
                      </a:lnTo>
                      <a:cubicBezTo>
                        <a:pt x="4160" y="3340"/>
                        <a:pt x="3750" y="2678"/>
                        <a:pt x="3120" y="2332"/>
                      </a:cubicBezTo>
                      <a:cubicBezTo>
                        <a:pt x="3340" y="2079"/>
                        <a:pt x="3498" y="1733"/>
                        <a:pt x="3498" y="1386"/>
                      </a:cubicBezTo>
                      <a:cubicBezTo>
                        <a:pt x="3498" y="630"/>
                        <a:pt x="2868" y="0"/>
                        <a:pt x="21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29" name="Google Shape;1529;p18"/>
                <p:cNvSpPr/>
                <p:nvPr/>
              </p:nvSpPr>
              <p:spPr>
                <a:xfrm>
                  <a:off x="2140225" y="2318650"/>
                  <a:ext cx="307975" cy="295600"/>
                </a:xfrm>
                <a:custGeom>
                  <a:rect b="b" l="l" r="r" t="t"/>
                  <a:pathLst>
                    <a:path extrusionOk="0" h="11824" w="12319">
                      <a:moveTo>
                        <a:pt x="7712" y="682"/>
                      </a:moveTo>
                      <a:cubicBezTo>
                        <a:pt x="8607" y="682"/>
                        <a:pt x="9499" y="1029"/>
                        <a:pt x="10177" y="1690"/>
                      </a:cubicBezTo>
                      <a:cubicBezTo>
                        <a:pt x="11468" y="2982"/>
                        <a:pt x="11531" y="5187"/>
                        <a:pt x="10177" y="6573"/>
                      </a:cubicBezTo>
                      <a:cubicBezTo>
                        <a:pt x="9500" y="7266"/>
                        <a:pt x="8627" y="7590"/>
                        <a:pt x="7754" y="7590"/>
                      </a:cubicBezTo>
                      <a:cubicBezTo>
                        <a:pt x="6839" y="7590"/>
                        <a:pt x="5923" y="7234"/>
                        <a:pt x="5230" y="6573"/>
                      </a:cubicBezTo>
                      <a:cubicBezTo>
                        <a:pt x="3939" y="5282"/>
                        <a:pt x="3876" y="3045"/>
                        <a:pt x="5325" y="1659"/>
                      </a:cubicBezTo>
                      <a:cubicBezTo>
                        <a:pt x="6001" y="997"/>
                        <a:pt x="6858" y="682"/>
                        <a:pt x="7712" y="682"/>
                      </a:cubicBezTo>
                      <a:close/>
                      <a:moveTo>
                        <a:pt x="4128" y="6258"/>
                      </a:moveTo>
                      <a:cubicBezTo>
                        <a:pt x="4285" y="6573"/>
                        <a:pt x="4537" y="6857"/>
                        <a:pt x="4758" y="7078"/>
                      </a:cubicBezTo>
                      <a:cubicBezTo>
                        <a:pt x="5010" y="7330"/>
                        <a:pt x="5293" y="7550"/>
                        <a:pt x="5577" y="7708"/>
                      </a:cubicBezTo>
                      <a:lnTo>
                        <a:pt x="5136" y="8180"/>
                      </a:lnTo>
                      <a:cubicBezTo>
                        <a:pt x="5073" y="8243"/>
                        <a:pt x="4978" y="8275"/>
                        <a:pt x="4888" y="8275"/>
                      </a:cubicBezTo>
                      <a:cubicBezTo>
                        <a:pt x="4797" y="8275"/>
                        <a:pt x="4710" y="8243"/>
                        <a:pt x="4663" y="8180"/>
                      </a:cubicBezTo>
                      <a:lnTo>
                        <a:pt x="3655" y="7204"/>
                      </a:lnTo>
                      <a:cubicBezTo>
                        <a:pt x="3498" y="7078"/>
                        <a:pt x="3498" y="6857"/>
                        <a:pt x="3655" y="6731"/>
                      </a:cubicBezTo>
                      <a:lnTo>
                        <a:pt x="4128" y="6258"/>
                      </a:lnTo>
                      <a:close/>
                      <a:moveTo>
                        <a:pt x="3403" y="7960"/>
                      </a:moveTo>
                      <a:lnTo>
                        <a:pt x="3876" y="8432"/>
                      </a:lnTo>
                      <a:lnTo>
                        <a:pt x="3309" y="8968"/>
                      </a:lnTo>
                      <a:lnTo>
                        <a:pt x="2836" y="8495"/>
                      </a:lnTo>
                      <a:lnTo>
                        <a:pt x="3403" y="7960"/>
                      </a:lnTo>
                      <a:close/>
                      <a:moveTo>
                        <a:pt x="2363" y="8968"/>
                      </a:moveTo>
                      <a:lnTo>
                        <a:pt x="2836" y="9440"/>
                      </a:lnTo>
                      <a:lnTo>
                        <a:pt x="1292" y="10984"/>
                      </a:lnTo>
                      <a:cubicBezTo>
                        <a:pt x="1245" y="11047"/>
                        <a:pt x="1158" y="11079"/>
                        <a:pt x="1068" y="11079"/>
                      </a:cubicBezTo>
                      <a:cubicBezTo>
                        <a:pt x="977" y="11079"/>
                        <a:pt x="883" y="11047"/>
                        <a:pt x="820" y="10984"/>
                      </a:cubicBezTo>
                      <a:cubicBezTo>
                        <a:pt x="725" y="10858"/>
                        <a:pt x="725" y="10669"/>
                        <a:pt x="820" y="10512"/>
                      </a:cubicBezTo>
                      <a:lnTo>
                        <a:pt x="2363" y="8968"/>
                      </a:lnTo>
                      <a:close/>
                      <a:moveTo>
                        <a:pt x="7731" y="1"/>
                      </a:moveTo>
                      <a:cubicBezTo>
                        <a:pt x="6669" y="1"/>
                        <a:pt x="5604" y="403"/>
                        <a:pt x="4789" y="1218"/>
                      </a:cubicBezTo>
                      <a:cubicBezTo>
                        <a:pt x="3592" y="2446"/>
                        <a:pt x="3309" y="4179"/>
                        <a:pt x="3844" y="5628"/>
                      </a:cubicBezTo>
                      <a:lnTo>
                        <a:pt x="3182" y="6290"/>
                      </a:lnTo>
                      <a:cubicBezTo>
                        <a:pt x="2867" y="6605"/>
                        <a:pt x="2804" y="7078"/>
                        <a:pt x="2993" y="7487"/>
                      </a:cubicBezTo>
                      <a:lnTo>
                        <a:pt x="410" y="10071"/>
                      </a:lnTo>
                      <a:cubicBezTo>
                        <a:pt x="0" y="10480"/>
                        <a:pt x="0" y="11142"/>
                        <a:pt x="410" y="11520"/>
                      </a:cubicBezTo>
                      <a:cubicBezTo>
                        <a:pt x="580" y="11721"/>
                        <a:pt x="826" y="11823"/>
                        <a:pt x="1081" y="11823"/>
                      </a:cubicBezTo>
                      <a:cubicBezTo>
                        <a:pt x="1345" y="11823"/>
                        <a:pt x="1619" y="11713"/>
                        <a:pt x="1828" y="11488"/>
                      </a:cubicBezTo>
                      <a:lnTo>
                        <a:pt x="4411" y="8905"/>
                      </a:lnTo>
                      <a:cubicBezTo>
                        <a:pt x="4565" y="8976"/>
                        <a:pt x="4727" y="9011"/>
                        <a:pt x="4887" y="9011"/>
                      </a:cubicBezTo>
                      <a:cubicBezTo>
                        <a:pt x="5153" y="9011"/>
                        <a:pt x="5411" y="8913"/>
                        <a:pt x="5608" y="8716"/>
                      </a:cubicBezTo>
                      <a:lnTo>
                        <a:pt x="6270" y="8023"/>
                      </a:lnTo>
                      <a:cubicBezTo>
                        <a:pt x="6736" y="8205"/>
                        <a:pt x="7231" y="8296"/>
                        <a:pt x="7729" y="8296"/>
                      </a:cubicBezTo>
                      <a:cubicBezTo>
                        <a:pt x="8781" y="8296"/>
                        <a:pt x="9847" y="7890"/>
                        <a:pt x="10681" y="7078"/>
                      </a:cubicBezTo>
                      <a:cubicBezTo>
                        <a:pt x="12319" y="5439"/>
                        <a:pt x="12287" y="2793"/>
                        <a:pt x="10681" y="1218"/>
                      </a:cubicBezTo>
                      <a:cubicBezTo>
                        <a:pt x="9873" y="410"/>
                        <a:pt x="8804" y="1"/>
                        <a:pt x="773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30" name="Google Shape;1530;p18"/>
              <p:cNvGrpSpPr/>
              <p:nvPr/>
            </p:nvGrpSpPr>
            <p:grpSpPr>
              <a:xfrm>
                <a:off x="3301040" y="2924765"/>
                <a:ext cx="504639" cy="500582"/>
                <a:chOff x="2139425" y="2682250"/>
                <a:chExt cx="298550" cy="296150"/>
              </a:xfrm>
            </p:grpSpPr>
            <p:sp>
              <p:nvSpPr>
                <p:cNvPr id="1531" name="Google Shape;1531;p18"/>
                <p:cNvSpPr/>
                <p:nvPr/>
              </p:nvSpPr>
              <p:spPr>
                <a:xfrm>
                  <a:off x="2139425" y="2787000"/>
                  <a:ext cx="159125" cy="191400"/>
                </a:xfrm>
                <a:custGeom>
                  <a:rect b="b" l="l" r="r" t="t"/>
                  <a:pathLst>
                    <a:path extrusionOk="0" h="7656" w="6365">
                      <a:moveTo>
                        <a:pt x="3214" y="630"/>
                      </a:moveTo>
                      <a:cubicBezTo>
                        <a:pt x="3813" y="630"/>
                        <a:pt x="4286" y="1103"/>
                        <a:pt x="4286" y="1670"/>
                      </a:cubicBezTo>
                      <a:cubicBezTo>
                        <a:pt x="4286" y="2206"/>
                        <a:pt x="3813" y="2678"/>
                        <a:pt x="3214" y="2678"/>
                      </a:cubicBezTo>
                      <a:cubicBezTo>
                        <a:pt x="2647" y="2678"/>
                        <a:pt x="2175" y="2206"/>
                        <a:pt x="2175" y="1670"/>
                      </a:cubicBezTo>
                      <a:cubicBezTo>
                        <a:pt x="2175" y="1166"/>
                        <a:pt x="2647" y="630"/>
                        <a:pt x="3214" y="630"/>
                      </a:cubicBezTo>
                      <a:close/>
                      <a:moveTo>
                        <a:pt x="3183" y="3403"/>
                      </a:moveTo>
                      <a:cubicBezTo>
                        <a:pt x="4538" y="3403"/>
                        <a:pt x="5609" y="4506"/>
                        <a:pt x="5609" y="5829"/>
                      </a:cubicBezTo>
                      <a:lnTo>
                        <a:pt x="5609" y="6931"/>
                      </a:lnTo>
                      <a:lnTo>
                        <a:pt x="757" y="6931"/>
                      </a:lnTo>
                      <a:lnTo>
                        <a:pt x="757" y="5829"/>
                      </a:lnTo>
                      <a:cubicBezTo>
                        <a:pt x="757" y="4506"/>
                        <a:pt x="1860" y="3403"/>
                        <a:pt x="3183" y="3403"/>
                      </a:cubicBezTo>
                      <a:close/>
                      <a:moveTo>
                        <a:pt x="3183" y="0"/>
                      </a:moveTo>
                      <a:cubicBezTo>
                        <a:pt x="2238" y="0"/>
                        <a:pt x="1419" y="788"/>
                        <a:pt x="1419" y="1733"/>
                      </a:cubicBezTo>
                      <a:cubicBezTo>
                        <a:pt x="1419" y="2206"/>
                        <a:pt x="1608" y="2678"/>
                        <a:pt x="1954" y="2993"/>
                      </a:cubicBezTo>
                      <a:cubicBezTo>
                        <a:pt x="820" y="3466"/>
                        <a:pt x="1" y="4569"/>
                        <a:pt x="1" y="5892"/>
                      </a:cubicBezTo>
                      <a:lnTo>
                        <a:pt x="1" y="7309"/>
                      </a:lnTo>
                      <a:cubicBezTo>
                        <a:pt x="64" y="7498"/>
                        <a:pt x="222" y="7656"/>
                        <a:pt x="442" y="7656"/>
                      </a:cubicBezTo>
                      <a:lnTo>
                        <a:pt x="6018" y="7656"/>
                      </a:lnTo>
                      <a:cubicBezTo>
                        <a:pt x="6207" y="7656"/>
                        <a:pt x="6365" y="7498"/>
                        <a:pt x="6365" y="7309"/>
                      </a:cubicBezTo>
                      <a:lnTo>
                        <a:pt x="6365" y="5892"/>
                      </a:lnTo>
                      <a:cubicBezTo>
                        <a:pt x="6365" y="4569"/>
                        <a:pt x="5546" y="3466"/>
                        <a:pt x="4412" y="2993"/>
                      </a:cubicBezTo>
                      <a:cubicBezTo>
                        <a:pt x="4758" y="2647"/>
                        <a:pt x="4947" y="2206"/>
                        <a:pt x="4947" y="1733"/>
                      </a:cubicBezTo>
                      <a:cubicBezTo>
                        <a:pt x="4947" y="788"/>
                        <a:pt x="4160" y="0"/>
                        <a:pt x="318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2" name="Google Shape;1532;p18"/>
                <p:cNvSpPr/>
                <p:nvPr/>
              </p:nvSpPr>
              <p:spPr>
                <a:xfrm>
                  <a:off x="2280425" y="2682250"/>
                  <a:ext cx="157550" cy="155975"/>
                </a:xfrm>
                <a:custGeom>
                  <a:rect b="b" l="l" r="r" t="t"/>
                  <a:pathLst>
                    <a:path extrusionOk="0" h="6239" w="6302">
                      <a:moveTo>
                        <a:pt x="3182" y="662"/>
                      </a:moveTo>
                      <a:cubicBezTo>
                        <a:pt x="4506" y="662"/>
                        <a:pt x="5608" y="1764"/>
                        <a:pt x="5608" y="3088"/>
                      </a:cubicBezTo>
                      <a:cubicBezTo>
                        <a:pt x="5577" y="4442"/>
                        <a:pt x="4474" y="5545"/>
                        <a:pt x="3151" y="5545"/>
                      </a:cubicBezTo>
                      <a:cubicBezTo>
                        <a:pt x="2710" y="5545"/>
                        <a:pt x="2300" y="5419"/>
                        <a:pt x="1954" y="5230"/>
                      </a:cubicBezTo>
                      <a:cubicBezTo>
                        <a:pt x="1891" y="5198"/>
                        <a:pt x="1796" y="5198"/>
                        <a:pt x="1733" y="5198"/>
                      </a:cubicBezTo>
                      <a:lnTo>
                        <a:pt x="946" y="5388"/>
                      </a:lnTo>
                      <a:lnTo>
                        <a:pt x="1166" y="4663"/>
                      </a:lnTo>
                      <a:cubicBezTo>
                        <a:pt x="1198" y="4568"/>
                        <a:pt x="1166" y="4474"/>
                        <a:pt x="1135" y="4411"/>
                      </a:cubicBezTo>
                      <a:cubicBezTo>
                        <a:pt x="883" y="4001"/>
                        <a:pt x="725" y="3560"/>
                        <a:pt x="725" y="3088"/>
                      </a:cubicBezTo>
                      <a:cubicBezTo>
                        <a:pt x="725" y="1764"/>
                        <a:pt x="1828" y="662"/>
                        <a:pt x="3182" y="662"/>
                      </a:cubicBezTo>
                      <a:close/>
                      <a:moveTo>
                        <a:pt x="3151" y="0"/>
                      </a:moveTo>
                      <a:cubicBezTo>
                        <a:pt x="1418" y="0"/>
                        <a:pt x="32" y="1418"/>
                        <a:pt x="32" y="3088"/>
                      </a:cubicBezTo>
                      <a:cubicBezTo>
                        <a:pt x="32" y="3655"/>
                        <a:pt x="158" y="4159"/>
                        <a:pt x="410" y="4631"/>
                      </a:cubicBezTo>
                      <a:lnTo>
                        <a:pt x="32" y="5766"/>
                      </a:lnTo>
                      <a:cubicBezTo>
                        <a:pt x="0" y="5892"/>
                        <a:pt x="32" y="6018"/>
                        <a:pt x="95" y="6144"/>
                      </a:cubicBezTo>
                      <a:cubicBezTo>
                        <a:pt x="189" y="6207"/>
                        <a:pt x="315" y="6238"/>
                        <a:pt x="473" y="6238"/>
                      </a:cubicBezTo>
                      <a:lnTo>
                        <a:pt x="1765" y="5923"/>
                      </a:lnTo>
                      <a:cubicBezTo>
                        <a:pt x="2206" y="6175"/>
                        <a:pt x="2678" y="6238"/>
                        <a:pt x="3182" y="6238"/>
                      </a:cubicBezTo>
                      <a:cubicBezTo>
                        <a:pt x="4915" y="6238"/>
                        <a:pt x="6301" y="4820"/>
                        <a:pt x="6301" y="3151"/>
                      </a:cubicBezTo>
                      <a:cubicBezTo>
                        <a:pt x="6238" y="1418"/>
                        <a:pt x="4884" y="0"/>
                        <a:pt x="315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3" name="Google Shape;1533;p18"/>
                <p:cNvSpPr/>
                <p:nvPr/>
              </p:nvSpPr>
              <p:spPr>
                <a:xfrm>
                  <a:off x="2349725" y="2725550"/>
                  <a:ext cx="18150" cy="17375"/>
                </a:xfrm>
                <a:custGeom>
                  <a:rect b="b" l="l" r="r" t="t"/>
                  <a:pathLst>
                    <a:path extrusionOk="0" h="695" w="726">
                      <a:moveTo>
                        <a:pt x="379" y="1"/>
                      </a:moveTo>
                      <a:cubicBezTo>
                        <a:pt x="158" y="1"/>
                        <a:pt x="1" y="158"/>
                        <a:pt x="1" y="348"/>
                      </a:cubicBezTo>
                      <a:cubicBezTo>
                        <a:pt x="1" y="537"/>
                        <a:pt x="158" y="694"/>
                        <a:pt x="379" y="694"/>
                      </a:cubicBezTo>
                      <a:cubicBezTo>
                        <a:pt x="568" y="694"/>
                        <a:pt x="725" y="537"/>
                        <a:pt x="725" y="348"/>
                      </a:cubicBezTo>
                      <a:cubicBezTo>
                        <a:pt x="725" y="158"/>
                        <a:pt x="568" y="1"/>
                        <a:pt x="37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4" name="Google Shape;1534;p18"/>
                <p:cNvSpPr/>
                <p:nvPr/>
              </p:nvSpPr>
              <p:spPr>
                <a:xfrm>
                  <a:off x="2349725" y="2751550"/>
                  <a:ext cx="18150" cy="52800"/>
                </a:xfrm>
                <a:custGeom>
                  <a:rect b="b" l="l" r="r" t="t"/>
                  <a:pathLst>
                    <a:path extrusionOk="0" h="2112" w="726">
                      <a:moveTo>
                        <a:pt x="379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lnTo>
                        <a:pt x="1" y="1733"/>
                      </a:lnTo>
                      <a:cubicBezTo>
                        <a:pt x="1" y="1954"/>
                        <a:pt x="158" y="2111"/>
                        <a:pt x="379" y="2111"/>
                      </a:cubicBezTo>
                      <a:cubicBezTo>
                        <a:pt x="568" y="2111"/>
                        <a:pt x="725" y="1954"/>
                        <a:pt x="725" y="1733"/>
                      </a:cubicBezTo>
                      <a:lnTo>
                        <a:pt x="725" y="379"/>
                      </a:lnTo>
                      <a:cubicBezTo>
                        <a:pt x="725" y="158"/>
                        <a:pt x="568" y="1"/>
                        <a:pt x="37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35" name="Google Shape;1535;p18"/>
              <p:cNvGrpSpPr/>
              <p:nvPr/>
            </p:nvGrpSpPr>
            <p:grpSpPr>
              <a:xfrm>
                <a:off x="6474556" y="1748525"/>
                <a:ext cx="501977" cy="379472"/>
                <a:chOff x="3962775" y="1990700"/>
                <a:chExt cx="296975" cy="224500"/>
              </a:xfrm>
            </p:grpSpPr>
            <p:sp>
              <p:nvSpPr>
                <p:cNvPr id="1536" name="Google Shape;1536;p18"/>
                <p:cNvSpPr/>
                <p:nvPr/>
              </p:nvSpPr>
              <p:spPr>
                <a:xfrm>
                  <a:off x="4216400" y="2093100"/>
                  <a:ext cx="43350" cy="18150"/>
                </a:xfrm>
                <a:custGeom>
                  <a:rect b="b" l="l" r="r" t="t"/>
                  <a:pathLst>
                    <a:path extrusionOk="0" h="726" w="1734">
                      <a:moveTo>
                        <a:pt x="379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68"/>
                        <a:pt x="158" y="725"/>
                        <a:pt x="379" y="725"/>
                      </a:cubicBezTo>
                      <a:lnTo>
                        <a:pt x="1387" y="725"/>
                      </a:lnTo>
                      <a:cubicBezTo>
                        <a:pt x="1576" y="725"/>
                        <a:pt x="1733" y="568"/>
                        <a:pt x="1733" y="347"/>
                      </a:cubicBezTo>
                      <a:cubicBezTo>
                        <a:pt x="1702" y="158"/>
                        <a:pt x="1544" y="1"/>
                        <a:pt x="13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7" name="Google Shape;1537;p18"/>
                <p:cNvSpPr/>
                <p:nvPr/>
              </p:nvSpPr>
              <p:spPr>
                <a:xfrm>
                  <a:off x="4206950" y="2129325"/>
                  <a:ext cx="35475" cy="33900"/>
                </a:xfrm>
                <a:custGeom>
                  <a:rect b="b" l="l" r="r" t="t"/>
                  <a:pathLst>
                    <a:path extrusionOk="0" h="1356" w="1419">
                      <a:moveTo>
                        <a:pt x="351" y="1"/>
                      </a:moveTo>
                      <a:cubicBezTo>
                        <a:pt x="260" y="1"/>
                        <a:pt x="174" y="32"/>
                        <a:pt x="127" y="95"/>
                      </a:cubicBezTo>
                      <a:cubicBezTo>
                        <a:pt x="1" y="221"/>
                        <a:pt x="1" y="410"/>
                        <a:pt x="127" y="568"/>
                      </a:cubicBezTo>
                      <a:lnTo>
                        <a:pt x="820" y="1261"/>
                      </a:lnTo>
                      <a:cubicBezTo>
                        <a:pt x="883" y="1324"/>
                        <a:pt x="969" y="1356"/>
                        <a:pt x="1056" y="1356"/>
                      </a:cubicBezTo>
                      <a:cubicBezTo>
                        <a:pt x="1143" y="1356"/>
                        <a:pt x="1229" y="1324"/>
                        <a:pt x="1292" y="1261"/>
                      </a:cubicBezTo>
                      <a:cubicBezTo>
                        <a:pt x="1418" y="1166"/>
                        <a:pt x="1418" y="914"/>
                        <a:pt x="1292" y="788"/>
                      </a:cubicBezTo>
                      <a:lnTo>
                        <a:pt x="599" y="95"/>
                      </a:lnTo>
                      <a:cubicBezTo>
                        <a:pt x="536" y="32"/>
                        <a:pt x="442" y="1"/>
                        <a:pt x="3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8" name="Google Shape;1538;p18"/>
                <p:cNvSpPr/>
                <p:nvPr/>
              </p:nvSpPr>
              <p:spPr>
                <a:xfrm>
                  <a:off x="4207750" y="2041900"/>
                  <a:ext cx="35450" cy="34500"/>
                </a:xfrm>
                <a:custGeom>
                  <a:rect b="b" l="l" r="r" t="t"/>
                  <a:pathLst>
                    <a:path extrusionOk="0" h="1380" w="1418">
                      <a:moveTo>
                        <a:pt x="1067" y="1"/>
                      </a:moveTo>
                      <a:cubicBezTo>
                        <a:pt x="977" y="1"/>
                        <a:pt x="882" y="32"/>
                        <a:pt x="819" y="95"/>
                      </a:cubicBezTo>
                      <a:lnTo>
                        <a:pt x="126" y="788"/>
                      </a:lnTo>
                      <a:cubicBezTo>
                        <a:pt x="0" y="914"/>
                        <a:pt x="0" y="1135"/>
                        <a:pt x="126" y="1261"/>
                      </a:cubicBezTo>
                      <a:cubicBezTo>
                        <a:pt x="189" y="1340"/>
                        <a:pt x="268" y="1379"/>
                        <a:pt x="351" y="1379"/>
                      </a:cubicBezTo>
                      <a:cubicBezTo>
                        <a:pt x="433" y="1379"/>
                        <a:pt x="520" y="1340"/>
                        <a:pt x="599" y="1261"/>
                      </a:cubicBezTo>
                      <a:lnTo>
                        <a:pt x="1292" y="568"/>
                      </a:lnTo>
                      <a:cubicBezTo>
                        <a:pt x="1418" y="442"/>
                        <a:pt x="1418" y="190"/>
                        <a:pt x="1292" y="95"/>
                      </a:cubicBezTo>
                      <a:cubicBezTo>
                        <a:pt x="1244" y="32"/>
                        <a:pt x="1158" y="1"/>
                        <a:pt x="10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39" name="Google Shape;1539;p18"/>
                <p:cNvSpPr/>
                <p:nvPr/>
              </p:nvSpPr>
              <p:spPr>
                <a:xfrm>
                  <a:off x="3962775" y="1990700"/>
                  <a:ext cx="226075" cy="224500"/>
                </a:xfrm>
                <a:custGeom>
                  <a:rect b="b" l="l" r="r" t="t"/>
                  <a:pathLst>
                    <a:path extrusionOk="0" h="8980" w="9043">
                      <a:moveTo>
                        <a:pt x="1419" y="3403"/>
                      </a:moveTo>
                      <a:lnTo>
                        <a:pt x="1419" y="4790"/>
                      </a:lnTo>
                      <a:cubicBezTo>
                        <a:pt x="1009" y="4790"/>
                        <a:pt x="694" y="4506"/>
                        <a:pt x="694" y="4097"/>
                      </a:cubicBezTo>
                      <a:cubicBezTo>
                        <a:pt x="694" y="3719"/>
                        <a:pt x="1009" y="3403"/>
                        <a:pt x="1419" y="3403"/>
                      </a:cubicBezTo>
                      <a:close/>
                      <a:moveTo>
                        <a:pt x="4191" y="2710"/>
                      </a:moveTo>
                      <a:lnTo>
                        <a:pt x="4191" y="5483"/>
                      </a:lnTo>
                      <a:lnTo>
                        <a:pt x="2490" y="5483"/>
                      </a:lnTo>
                      <a:cubicBezTo>
                        <a:pt x="2269" y="5483"/>
                        <a:pt x="2112" y="5325"/>
                        <a:pt x="2112" y="5105"/>
                      </a:cubicBezTo>
                      <a:lnTo>
                        <a:pt x="2112" y="3088"/>
                      </a:lnTo>
                      <a:cubicBezTo>
                        <a:pt x="2112" y="2868"/>
                        <a:pt x="2269" y="2710"/>
                        <a:pt x="2490" y="2710"/>
                      </a:cubicBezTo>
                      <a:close/>
                      <a:moveTo>
                        <a:pt x="6995" y="1828"/>
                      </a:moveTo>
                      <a:lnTo>
                        <a:pt x="6995" y="6428"/>
                      </a:lnTo>
                      <a:cubicBezTo>
                        <a:pt x="6428" y="5924"/>
                        <a:pt x="5672" y="5609"/>
                        <a:pt x="4884" y="5514"/>
                      </a:cubicBezTo>
                      <a:lnTo>
                        <a:pt x="4884" y="2710"/>
                      </a:lnTo>
                      <a:cubicBezTo>
                        <a:pt x="5672" y="2647"/>
                        <a:pt x="6428" y="2332"/>
                        <a:pt x="6995" y="1828"/>
                      </a:cubicBezTo>
                      <a:close/>
                      <a:moveTo>
                        <a:pt x="8066" y="631"/>
                      </a:moveTo>
                      <a:cubicBezTo>
                        <a:pt x="8255" y="631"/>
                        <a:pt x="8413" y="789"/>
                        <a:pt x="8413" y="978"/>
                      </a:cubicBezTo>
                      <a:lnTo>
                        <a:pt x="8413" y="7216"/>
                      </a:lnTo>
                      <a:cubicBezTo>
                        <a:pt x="8413" y="7405"/>
                        <a:pt x="8255" y="7562"/>
                        <a:pt x="8066" y="7562"/>
                      </a:cubicBezTo>
                      <a:cubicBezTo>
                        <a:pt x="7877" y="7562"/>
                        <a:pt x="7720" y="7405"/>
                        <a:pt x="7720" y="7216"/>
                      </a:cubicBezTo>
                      <a:lnTo>
                        <a:pt x="7720" y="978"/>
                      </a:lnTo>
                      <a:cubicBezTo>
                        <a:pt x="7720" y="789"/>
                        <a:pt x="7877" y="631"/>
                        <a:pt x="8066" y="631"/>
                      </a:cubicBezTo>
                      <a:close/>
                      <a:moveTo>
                        <a:pt x="3498" y="6176"/>
                      </a:moveTo>
                      <a:lnTo>
                        <a:pt x="3498" y="7909"/>
                      </a:lnTo>
                      <a:cubicBezTo>
                        <a:pt x="3498" y="8129"/>
                        <a:pt x="3340" y="8287"/>
                        <a:pt x="3151" y="8287"/>
                      </a:cubicBezTo>
                      <a:cubicBezTo>
                        <a:pt x="2962" y="8287"/>
                        <a:pt x="2805" y="8129"/>
                        <a:pt x="2805" y="7909"/>
                      </a:cubicBezTo>
                      <a:lnTo>
                        <a:pt x="2805" y="6176"/>
                      </a:lnTo>
                      <a:close/>
                      <a:moveTo>
                        <a:pt x="8035" y="1"/>
                      </a:moveTo>
                      <a:cubicBezTo>
                        <a:pt x="7531" y="1"/>
                        <a:pt x="7090" y="411"/>
                        <a:pt x="6995" y="883"/>
                      </a:cubicBezTo>
                      <a:lnTo>
                        <a:pt x="6680" y="1198"/>
                      </a:lnTo>
                      <a:cubicBezTo>
                        <a:pt x="6144" y="1734"/>
                        <a:pt x="5325" y="2049"/>
                        <a:pt x="4538" y="2049"/>
                      </a:cubicBezTo>
                      <a:lnTo>
                        <a:pt x="2427" y="2049"/>
                      </a:lnTo>
                      <a:cubicBezTo>
                        <a:pt x="2017" y="2049"/>
                        <a:pt x="1608" y="2332"/>
                        <a:pt x="1450" y="2773"/>
                      </a:cubicBezTo>
                      <a:lnTo>
                        <a:pt x="1387" y="2773"/>
                      </a:lnTo>
                      <a:cubicBezTo>
                        <a:pt x="631" y="2773"/>
                        <a:pt x="1" y="3403"/>
                        <a:pt x="1" y="4128"/>
                      </a:cubicBezTo>
                      <a:cubicBezTo>
                        <a:pt x="1" y="4884"/>
                        <a:pt x="631" y="5514"/>
                        <a:pt x="1387" y="5514"/>
                      </a:cubicBezTo>
                      <a:lnTo>
                        <a:pt x="1450" y="5514"/>
                      </a:lnTo>
                      <a:cubicBezTo>
                        <a:pt x="1576" y="5798"/>
                        <a:pt x="1797" y="6018"/>
                        <a:pt x="2080" y="6144"/>
                      </a:cubicBezTo>
                      <a:lnTo>
                        <a:pt x="2080" y="7940"/>
                      </a:lnTo>
                      <a:cubicBezTo>
                        <a:pt x="2112" y="8507"/>
                        <a:pt x="2584" y="8980"/>
                        <a:pt x="3151" y="8980"/>
                      </a:cubicBezTo>
                      <a:cubicBezTo>
                        <a:pt x="3750" y="8980"/>
                        <a:pt x="4160" y="8507"/>
                        <a:pt x="4160" y="7972"/>
                      </a:cubicBezTo>
                      <a:lnTo>
                        <a:pt x="4160" y="6239"/>
                      </a:lnTo>
                      <a:lnTo>
                        <a:pt x="4538" y="6239"/>
                      </a:lnTo>
                      <a:cubicBezTo>
                        <a:pt x="5325" y="6239"/>
                        <a:pt x="6144" y="6554"/>
                        <a:pt x="6680" y="7090"/>
                      </a:cubicBezTo>
                      <a:lnTo>
                        <a:pt x="6995" y="7405"/>
                      </a:lnTo>
                      <a:cubicBezTo>
                        <a:pt x="7090" y="7909"/>
                        <a:pt x="7531" y="8287"/>
                        <a:pt x="8035" y="8287"/>
                      </a:cubicBezTo>
                      <a:cubicBezTo>
                        <a:pt x="8633" y="8287"/>
                        <a:pt x="9043" y="7814"/>
                        <a:pt x="9043" y="7247"/>
                      </a:cubicBezTo>
                      <a:lnTo>
                        <a:pt x="9043" y="1041"/>
                      </a:lnTo>
                      <a:cubicBezTo>
                        <a:pt x="9043" y="442"/>
                        <a:pt x="8570" y="1"/>
                        <a:pt x="803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40" name="Google Shape;1540;p18"/>
              <p:cNvGrpSpPr/>
              <p:nvPr/>
            </p:nvGrpSpPr>
            <p:grpSpPr>
              <a:xfrm>
                <a:off x="6475244" y="2281067"/>
                <a:ext cx="500625" cy="500625"/>
                <a:chOff x="3963575" y="2317575"/>
                <a:chExt cx="296175" cy="296175"/>
              </a:xfrm>
            </p:grpSpPr>
            <p:sp>
              <p:nvSpPr>
                <p:cNvPr id="1541" name="Google Shape;1541;p18"/>
                <p:cNvSpPr/>
                <p:nvPr/>
              </p:nvSpPr>
              <p:spPr>
                <a:xfrm>
                  <a:off x="3963575" y="2317575"/>
                  <a:ext cx="296175" cy="296175"/>
                </a:xfrm>
                <a:custGeom>
                  <a:rect b="b" l="l" r="r" t="t"/>
                  <a:pathLst>
                    <a:path extrusionOk="0" h="11847" w="11847">
                      <a:moveTo>
                        <a:pt x="9483" y="1418"/>
                      </a:moveTo>
                      <a:cubicBezTo>
                        <a:pt x="9672" y="1418"/>
                        <a:pt x="9830" y="1576"/>
                        <a:pt x="9830" y="1765"/>
                      </a:cubicBezTo>
                      <a:lnTo>
                        <a:pt x="9830" y="2836"/>
                      </a:lnTo>
                      <a:lnTo>
                        <a:pt x="788" y="2836"/>
                      </a:lnTo>
                      <a:lnTo>
                        <a:pt x="788" y="1765"/>
                      </a:lnTo>
                      <a:lnTo>
                        <a:pt x="725" y="1765"/>
                      </a:lnTo>
                      <a:cubicBezTo>
                        <a:pt x="725" y="1576"/>
                        <a:pt x="883" y="1418"/>
                        <a:pt x="1072" y="1418"/>
                      </a:cubicBezTo>
                      <a:lnTo>
                        <a:pt x="1418" y="1418"/>
                      </a:lnTo>
                      <a:lnTo>
                        <a:pt x="1418" y="1765"/>
                      </a:lnTo>
                      <a:cubicBezTo>
                        <a:pt x="1418" y="1954"/>
                        <a:pt x="1576" y="2143"/>
                        <a:pt x="1765" y="2143"/>
                      </a:cubicBezTo>
                      <a:cubicBezTo>
                        <a:pt x="1954" y="2143"/>
                        <a:pt x="2111" y="1954"/>
                        <a:pt x="2111" y="1765"/>
                      </a:cubicBezTo>
                      <a:lnTo>
                        <a:pt x="2111" y="1418"/>
                      </a:lnTo>
                      <a:lnTo>
                        <a:pt x="3498" y="1418"/>
                      </a:lnTo>
                      <a:lnTo>
                        <a:pt x="3498" y="1765"/>
                      </a:lnTo>
                      <a:cubicBezTo>
                        <a:pt x="3498" y="1954"/>
                        <a:pt x="3655" y="2143"/>
                        <a:pt x="3844" y="2143"/>
                      </a:cubicBezTo>
                      <a:cubicBezTo>
                        <a:pt x="4065" y="2143"/>
                        <a:pt x="4222" y="1954"/>
                        <a:pt x="4222" y="1765"/>
                      </a:cubicBezTo>
                      <a:lnTo>
                        <a:pt x="4222" y="1418"/>
                      </a:lnTo>
                      <a:lnTo>
                        <a:pt x="6333" y="1418"/>
                      </a:lnTo>
                      <a:lnTo>
                        <a:pt x="6333" y="1765"/>
                      </a:lnTo>
                      <a:cubicBezTo>
                        <a:pt x="6333" y="1954"/>
                        <a:pt x="6490" y="2143"/>
                        <a:pt x="6680" y="2143"/>
                      </a:cubicBezTo>
                      <a:cubicBezTo>
                        <a:pt x="6900" y="2143"/>
                        <a:pt x="7058" y="1954"/>
                        <a:pt x="7058" y="1765"/>
                      </a:cubicBezTo>
                      <a:lnTo>
                        <a:pt x="7058" y="1418"/>
                      </a:lnTo>
                      <a:lnTo>
                        <a:pt x="8412" y="1418"/>
                      </a:lnTo>
                      <a:lnTo>
                        <a:pt x="8412" y="1765"/>
                      </a:lnTo>
                      <a:cubicBezTo>
                        <a:pt x="8412" y="1954"/>
                        <a:pt x="8570" y="2143"/>
                        <a:pt x="8790" y="2143"/>
                      </a:cubicBezTo>
                      <a:cubicBezTo>
                        <a:pt x="8979" y="2143"/>
                        <a:pt x="9137" y="1954"/>
                        <a:pt x="9137" y="1765"/>
                      </a:cubicBezTo>
                      <a:lnTo>
                        <a:pt x="9137" y="1418"/>
                      </a:lnTo>
                      <a:close/>
                      <a:moveTo>
                        <a:pt x="9767" y="3497"/>
                      </a:moveTo>
                      <a:lnTo>
                        <a:pt x="9767" y="7026"/>
                      </a:lnTo>
                      <a:cubicBezTo>
                        <a:pt x="9641" y="7026"/>
                        <a:pt x="9546" y="6963"/>
                        <a:pt x="9420" y="6963"/>
                      </a:cubicBezTo>
                      <a:cubicBezTo>
                        <a:pt x="8066" y="6963"/>
                        <a:pt x="6963" y="8066"/>
                        <a:pt x="6963" y="9420"/>
                      </a:cubicBezTo>
                      <a:cubicBezTo>
                        <a:pt x="6963" y="9546"/>
                        <a:pt x="6963" y="9641"/>
                        <a:pt x="7026" y="9767"/>
                      </a:cubicBezTo>
                      <a:lnTo>
                        <a:pt x="1040" y="9767"/>
                      </a:lnTo>
                      <a:cubicBezTo>
                        <a:pt x="820" y="9767"/>
                        <a:pt x="662" y="9609"/>
                        <a:pt x="662" y="9420"/>
                      </a:cubicBezTo>
                      <a:lnTo>
                        <a:pt x="662" y="3497"/>
                      </a:lnTo>
                      <a:close/>
                      <a:moveTo>
                        <a:pt x="9420" y="7688"/>
                      </a:moveTo>
                      <a:cubicBezTo>
                        <a:pt x="10366" y="7688"/>
                        <a:pt x="11153" y="8475"/>
                        <a:pt x="11153" y="9420"/>
                      </a:cubicBezTo>
                      <a:cubicBezTo>
                        <a:pt x="11153" y="10397"/>
                        <a:pt x="10366" y="11185"/>
                        <a:pt x="9420" y="11185"/>
                      </a:cubicBezTo>
                      <a:cubicBezTo>
                        <a:pt x="8475" y="11185"/>
                        <a:pt x="7688" y="10397"/>
                        <a:pt x="7688" y="9420"/>
                      </a:cubicBezTo>
                      <a:cubicBezTo>
                        <a:pt x="7688" y="8475"/>
                        <a:pt x="8475" y="7688"/>
                        <a:pt x="9420" y="7688"/>
                      </a:cubicBezTo>
                      <a:close/>
                      <a:moveTo>
                        <a:pt x="1733" y="0"/>
                      </a:moveTo>
                      <a:cubicBezTo>
                        <a:pt x="1544" y="0"/>
                        <a:pt x="1387" y="158"/>
                        <a:pt x="1387" y="347"/>
                      </a:cubicBezTo>
                      <a:lnTo>
                        <a:pt x="1387" y="725"/>
                      </a:lnTo>
                      <a:lnTo>
                        <a:pt x="1040" y="725"/>
                      </a:lnTo>
                      <a:cubicBezTo>
                        <a:pt x="442" y="725"/>
                        <a:pt x="0" y="1166"/>
                        <a:pt x="0" y="1733"/>
                      </a:cubicBezTo>
                      <a:lnTo>
                        <a:pt x="0" y="9389"/>
                      </a:lnTo>
                      <a:cubicBezTo>
                        <a:pt x="0" y="9956"/>
                        <a:pt x="473" y="10429"/>
                        <a:pt x="1040" y="10429"/>
                      </a:cubicBezTo>
                      <a:lnTo>
                        <a:pt x="7215" y="10429"/>
                      </a:lnTo>
                      <a:cubicBezTo>
                        <a:pt x="7593" y="11279"/>
                        <a:pt x="8444" y="11846"/>
                        <a:pt x="9420" y="11846"/>
                      </a:cubicBezTo>
                      <a:cubicBezTo>
                        <a:pt x="10744" y="11846"/>
                        <a:pt x="11846" y="10744"/>
                        <a:pt x="11846" y="9420"/>
                      </a:cubicBezTo>
                      <a:cubicBezTo>
                        <a:pt x="11846" y="8444"/>
                        <a:pt x="11311" y="7593"/>
                        <a:pt x="10492" y="7215"/>
                      </a:cubicBezTo>
                      <a:lnTo>
                        <a:pt x="10492" y="1733"/>
                      </a:lnTo>
                      <a:cubicBezTo>
                        <a:pt x="10492" y="1135"/>
                        <a:pt x="10019" y="725"/>
                        <a:pt x="9452" y="725"/>
                      </a:cubicBezTo>
                      <a:lnTo>
                        <a:pt x="9105" y="725"/>
                      </a:lnTo>
                      <a:lnTo>
                        <a:pt x="9105" y="347"/>
                      </a:lnTo>
                      <a:cubicBezTo>
                        <a:pt x="9105" y="158"/>
                        <a:pt x="8948" y="0"/>
                        <a:pt x="8759" y="0"/>
                      </a:cubicBezTo>
                      <a:cubicBezTo>
                        <a:pt x="8538" y="0"/>
                        <a:pt x="8381" y="158"/>
                        <a:pt x="8381" y="347"/>
                      </a:cubicBezTo>
                      <a:lnTo>
                        <a:pt x="8381" y="725"/>
                      </a:lnTo>
                      <a:lnTo>
                        <a:pt x="7026" y="725"/>
                      </a:lnTo>
                      <a:lnTo>
                        <a:pt x="7026" y="347"/>
                      </a:lnTo>
                      <a:cubicBezTo>
                        <a:pt x="7026" y="158"/>
                        <a:pt x="6869" y="0"/>
                        <a:pt x="6648" y="0"/>
                      </a:cubicBezTo>
                      <a:cubicBezTo>
                        <a:pt x="6459" y="0"/>
                        <a:pt x="6301" y="158"/>
                        <a:pt x="6301" y="347"/>
                      </a:cubicBezTo>
                      <a:lnTo>
                        <a:pt x="6301" y="725"/>
                      </a:lnTo>
                      <a:lnTo>
                        <a:pt x="4191" y="725"/>
                      </a:lnTo>
                      <a:lnTo>
                        <a:pt x="4191" y="347"/>
                      </a:lnTo>
                      <a:cubicBezTo>
                        <a:pt x="4191" y="158"/>
                        <a:pt x="4033" y="0"/>
                        <a:pt x="3813" y="0"/>
                      </a:cubicBezTo>
                      <a:cubicBezTo>
                        <a:pt x="3624" y="0"/>
                        <a:pt x="3466" y="158"/>
                        <a:pt x="3466" y="347"/>
                      </a:cubicBezTo>
                      <a:lnTo>
                        <a:pt x="3466" y="725"/>
                      </a:lnTo>
                      <a:lnTo>
                        <a:pt x="2080" y="725"/>
                      </a:lnTo>
                      <a:lnTo>
                        <a:pt x="2080" y="347"/>
                      </a:lnTo>
                      <a:cubicBezTo>
                        <a:pt x="2080" y="158"/>
                        <a:pt x="1922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2" name="Google Shape;1542;p18"/>
                <p:cNvSpPr/>
                <p:nvPr/>
              </p:nvSpPr>
              <p:spPr>
                <a:xfrm>
                  <a:off x="4190400" y="2526300"/>
                  <a:ext cx="34700" cy="35450"/>
                </a:xfrm>
                <a:custGeom>
                  <a:rect b="b" l="l" r="r" t="t"/>
                  <a:pathLst>
                    <a:path extrusionOk="0" h="1418" w="1388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lnTo>
                        <a:pt x="1" y="1071"/>
                      </a:lnTo>
                      <a:cubicBezTo>
                        <a:pt x="1" y="1260"/>
                        <a:pt x="127" y="1418"/>
                        <a:pt x="347" y="1418"/>
                      </a:cubicBezTo>
                      <a:lnTo>
                        <a:pt x="1041" y="1418"/>
                      </a:lnTo>
                      <a:cubicBezTo>
                        <a:pt x="1261" y="1418"/>
                        <a:pt x="1387" y="1260"/>
                        <a:pt x="1387" y="1071"/>
                      </a:cubicBezTo>
                      <a:cubicBezTo>
                        <a:pt x="1387" y="882"/>
                        <a:pt x="1261" y="725"/>
                        <a:pt x="1041" y="725"/>
                      </a:cubicBezTo>
                      <a:lnTo>
                        <a:pt x="694" y="725"/>
                      </a:lnTo>
                      <a:lnTo>
                        <a:pt x="694" y="347"/>
                      </a:lnTo>
                      <a:cubicBezTo>
                        <a:pt x="694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3" name="Google Shape;1543;p18"/>
                <p:cNvSpPr/>
                <p:nvPr/>
              </p:nvSpPr>
              <p:spPr>
                <a:xfrm>
                  <a:off x="3998225" y="24215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4" name="Google Shape;1544;p18"/>
                <p:cNvSpPr/>
                <p:nvPr/>
              </p:nvSpPr>
              <p:spPr>
                <a:xfrm>
                  <a:off x="4050225" y="2421550"/>
                  <a:ext cx="35450" cy="18125"/>
                </a:xfrm>
                <a:custGeom>
                  <a:rect b="b" l="l" r="r" t="t"/>
                  <a:pathLst>
                    <a:path extrusionOk="0" h="725" w="1418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1071" y="725"/>
                      </a:lnTo>
                      <a:cubicBezTo>
                        <a:pt x="1260" y="725"/>
                        <a:pt x="1418" y="567"/>
                        <a:pt x="1418" y="378"/>
                      </a:cubicBez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5" name="Google Shape;1545;p18"/>
                <p:cNvSpPr/>
                <p:nvPr/>
              </p:nvSpPr>
              <p:spPr>
                <a:xfrm>
                  <a:off x="4102200" y="24215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78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6" name="Google Shape;1546;p18"/>
                <p:cNvSpPr/>
                <p:nvPr/>
              </p:nvSpPr>
              <p:spPr>
                <a:xfrm>
                  <a:off x="4155750" y="24215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7" name="Google Shape;1547;p18"/>
                <p:cNvSpPr/>
                <p:nvPr/>
              </p:nvSpPr>
              <p:spPr>
                <a:xfrm>
                  <a:off x="3998225" y="2456975"/>
                  <a:ext cx="35475" cy="18150"/>
                </a:xfrm>
                <a:custGeom>
                  <a:rect b="b" l="l" r="r" t="t"/>
                  <a:pathLst>
                    <a:path extrusionOk="0" h="726" w="1419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8"/>
                        <a:pt x="1418" y="379"/>
                      </a:cubicBezTo>
                      <a:cubicBezTo>
                        <a:pt x="1418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8" name="Google Shape;1548;p18"/>
                <p:cNvSpPr/>
                <p:nvPr/>
              </p:nvSpPr>
              <p:spPr>
                <a:xfrm>
                  <a:off x="4050225" y="2456975"/>
                  <a:ext cx="35450" cy="18150"/>
                </a:xfrm>
                <a:custGeom>
                  <a:rect b="b" l="l" r="r" t="t"/>
                  <a:pathLst>
                    <a:path extrusionOk="0" h="726" w="1418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lnTo>
                        <a:pt x="1071" y="725"/>
                      </a:lnTo>
                      <a:cubicBezTo>
                        <a:pt x="1260" y="725"/>
                        <a:pt x="1418" y="568"/>
                        <a:pt x="1418" y="379"/>
                      </a:cubicBezTo>
                      <a:cubicBezTo>
                        <a:pt x="1418" y="158"/>
                        <a:pt x="1260" y="1"/>
                        <a:pt x="107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49" name="Google Shape;1549;p18"/>
                <p:cNvSpPr/>
                <p:nvPr/>
              </p:nvSpPr>
              <p:spPr>
                <a:xfrm>
                  <a:off x="4102200" y="2456975"/>
                  <a:ext cx="35475" cy="18150"/>
                </a:xfrm>
                <a:custGeom>
                  <a:rect b="b" l="l" r="r" t="t"/>
                  <a:pathLst>
                    <a:path extrusionOk="0" h="726" w="1419">
                      <a:moveTo>
                        <a:pt x="378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78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8"/>
                        <a:pt x="1418" y="379"/>
                      </a:cubicBezTo>
                      <a:cubicBezTo>
                        <a:pt x="1418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0" name="Google Shape;1550;p18"/>
                <p:cNvSpPr/>
                <p:nvPr/>
              </p:nvSpPr>
              <p:spPr>
                <a:xfrm>
                  <a:off x="4155750" y="2456975"/>
                  <a:ext cx="35475" cy="18150"/>
                </a:xfrm>
                <a:custGeom>
                  <a:rect b="b" l="l" r="r" t="t"/>
                  <a:pathLst>
                    <a:path extrusionOk="0" h="726" w="1419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8"/>
                        <a:pt x="1418" y="379"/>
                      </a:cubicBezTo>
                      <a:cubicBezTo>
                        <a:pt x="1418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1" name="Google Shape;1551;p18"/>
                <p:cNvSpPr/>
                <p:nvPr/>
              </p:nvSpPr>
              <p:spPr>
                <a:xfrm>
                  <a:off x="3998225" y="24916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2" name="Google Shape;1552;p18"/>
                <p:cNvSpPr/>
                <p:nvPr/>
              </p:nvSpPr>
              <p:spPr>
                <a:xfrm>
                  <a:off x="4050225" y="2491650"/>
                  <a:ext cx="35450" cy="18125"/>
                </a:xfrm>
                <a:custGeom>
                  <a:rect b="b" l="l" r="r" t="t"/>
                  <a:pathLst>
                    <a:path extrusionOk="0" h="725" w="1418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1071" y="725"/>
                      </a:lnTo>
                      <a:cubicBezTo>
                        <a:pt x="1260" y="725"/>
                        <a:pt x="1418" y="567"/>
                        <a:pt x="1418" y="378"/>
                      </a:cubicBez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3" name="Google Shape;1553;p18"/>
                <p:cNvSpPr/>
                <p:nvPr/>
              </p:nvSpPr>
              <p:spPr>
                <a:xfrm>
                  <a:off x="4102200" y="24916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78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4" name="Google Shape;1554;p18"/>
                <p:cNvSpPr/>
                <p:nvPr/>
              </p:nvSpPr>
              <p:spPr>
                <a:xfrm>
                  <a:off x="3998225" y="252630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47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5" name="Google Shape;1555;p18"/>
                <p:cNvSpPr/>
                <p:nvPr/>
              </p:nvSpPr>
              <p:spPr>
                <a:xfrm>
                  <a:off x="4050225" y="2526300"/>
                  <a:ext cx="35450" cy="18125"/>
                </a:xfrm>
                <a:custGeom>
                  <a:rect b="b" l="l" r="r" t="t"/>
                  <a:pathLst>
                    <a:path extrusionOk="0" h="725" w="1418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1071" y="725"/>
                      </a:lnTo>
                      <a:cubicBezTo>
                        <a:pt x="1260" y="725"/>
                        <a:pt x="1418" y="567"/>
                        <a:pt x="1418" y="347"/>
                      </a:cubicBezTo>
                      <a:cubicBezTo>
                        <a:pt x="1418" y="158"/>
                        <a:pt x="1260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6" name="Google Shape;1556;p18"/>
                <p:cNvSpPr/>
                <p:nvPr/>
              </p:nvSpPr>
              <p:spPr>
                <a:xfrm>
                  <a:off x="4102200" y="252630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7"/>
                        <a:pt x="158" y="725"/>
                        <a:pt x="378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47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57" name="Google Shape;1557;p18"/>
              <p:cNvGrpSpPr/>
              <p:nvPr/>
            </p:nvGrpSpPr>
            <p:grpSpPr>
              <a:xfrm>
                <a:off x="6475244" y="2925419"/>
                <a:ext cx="500625" cy="499272"/>
                <a:chOff x="3962775" y="2683025"/>
                <a:chExt cx="296175" cy="295375"/>
              </a:xfrm>
            </p:grpSpPr>
            <p:sp>
              <p:nvSpPr>
                <p:cNvPr id="1558" name="Google Shape;1558;p18"/>
                <p:cNvSpPr/>
                <p:nvPr/>
              </p:nvSpPr>
              <p:spPr>
                <a:xfrm>
                  <a:off x="3962775" y="2838200"/>
                  <a:ext cx="296175" cy="140200"/>
                </a:xfrm>
                <a:custGeom>
                  <a:rect b="b" l="l" r="r" t="t"/>
                  <a:pathLst>
                    <a:path extrusionOk="0" h="5608" w="11847">
                      <a:moveTo>
                        <a:pt x="3530" y="3466"/>
                      </a:moveTo>
                      <a:lnTo>
                        <a:pt x="3530" y="4883"/>
                      </a:lnTo>
                      <a:lnTo>
                        <a:pt x="757" y="4883"/>
                      </a:lnTo>
                      <a:lnTo>
                        <a:pt x="757" y="3466"/>
                      </a:lnTo>
                      <a:close/>
                      <a:moveTo>
                        <a:pt x="7688" y="725"/>
                      </a:moveTo>
                      <a:lnTo>
                        <a:pt x="7688" y="4883"/>
                      </a:lnTo>
                      <a:lnTo>
                        <a:pt x="4223" y="4883"/>
                      </a:lnTo>
                      <a:lnTo>
                        <a:pt x="4223" y="725"/>
                      </a:lnTo>
                      <a:close/>
                      <a:moveTo>
                        <a:pt x="11185" y="2111"/>
                      </a:moveTo>
                      <a:lnTo>
                        <a:pt x="11185" y="4883"/>
                      </a:lnTo>
                      <a:lnTo>
                        <a:pt x="8381" y="4883"/>
                      </a:lnTo>
                      <a:lnTo>
                        <a:pt x="8381" y="2111"/>
                      </a:lnTo>
                      <a:close/>
                      <a:moveTo>
                        <a:pt x="3845" y="0"/>
                      </a:moveTo>
                      <a:cubicBezTo>
                        <a:pt x="3656" y="0"/>
                        <a:pt x="3498" y="158"/>
                        <a:pt x="3498" y="378"/>
                      </a:cubicBezTo>
                      <a:lnTo>
                        <a:pt x="3498" y="2804"/>
                      </a:lnTo>
                      <a:lnTo>
                        <a:pt x="348" y="2804"/>
                      </a:lnTo>
                      <a:cubicBezTo>
                        <a:pt x="158" y="2804"/>
                        <a:pt x="1" y="2962"/>
                        <a:pt x="1" y="3151"/>
                      </a:cubicBezTo>
                      <a:lnTo>
                        <a:pt x="1" y="5261"/>
                      </a:lnTo>
                      <a:cubicBezTo>
                        <a:pt x="1" y="5450"/>
                        <a:pt x="158" y="5608"/>
                        <a:pt x="348" y="5608"/>
                      </a:cubicBezTo>
                      <a:lnTo>
                        <a:pt x="11500" y="5608"/>
                      </a:lnTo>
                      <a:cubicBezTo>
                        <a:pt x="11689" y="5608"/>
                        <a:pt x="11847" y="5450"/>
                        <a:pt x="11847" y="5261"/>
                      </a:cubicBezTo>
                      <a:lnTo>
                        <a:pt x="11847" y="1733"/>
                      </a:lnTo>
                      <a:cubicBezTo>
                        <a:pt x="11847" y="1544"/>
                        <a:pt x="11689" y="1386"/>
                        <a:pt x="11532" y="1386"/>
                      </a:cubicBezTo>
                      <a:lnTo>
                        <a:pt x="8381" y="1386"/>
                      </a:lnTo>
                      <a:lnTo>
                        <a:pt x="8381" y="378"/>
                      </a:lnTo>
                      <a:cubicBezTo>
                        <a:pt x="8381" y="158"/>
                        <a:pt x="8224" y="0"/>
                        <a:pt x="803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59" name="Google Shape;1559;p18"/>
                <p:cNvSpPr/>
                <p:nvPr/>
              </p:nvSpPr>
              <p:spPr>
                <a:xfrm>
                  <a:off x="4051000" y="2683025"/>
                  <a:ext cx="122100" cy="138650"/>
                </a:xfrm>
                <a:custGeom>
                  <a:rect b="b" l="l" r="r" t="t"/>
                  <a:pathLst>
                    <a:path extrusionOk="0" h="5546" w="4884">
                      <a:moveTo>
                        <a:pt x="2426" y="662"/>
                      </a:moveTo>
                      <a:cubicBezTo>
                        <a:pt x="2804" y="662"/>
                        <a:pt x="3120" y="977"/>
                        <a:pt x="3120" y="1387"/>
                      </a:cubicBezTo>
                      <a:cubicBezTo>
                        <a:pt x="3120" y="1765"/>
                        <a:pt x="2804" y="2080"/>
                        <a:pt x="2426" y="2080"/>
                      </a:cubicBezTo>
                      <a:cubicBezTo>
                        <a:pt x="2017" y="2080"/>
                        <a:pt x="1702" y="1765"/>
                        <a:pt x="1702" y="1387"/>
                      </a:cubicBezTo>
                      <a:cubicBezTo>
                        <a:pt x="1702" y="977"/>
                        <a:pt x="2017" y="662"/>
                        <a:pt x="2426" y="662"/>
                      </a:cubicBezTo>
                      <a:close/>
                      <a:moveTo>
                        <a:pt x="2426" y="2742"/>
                      </a:moveTo>
                      <a:cubicBezTo>
                        <a:pt x="3340" y="2742"/>
                        <a:pt x="4128" y="3529"/>
                        <a:pt x="4128" y="4474"/>
                      </a:cubicBezTo>
                      <a:lnTo>
                        <a:pt x="4128" y="4852"/>
                      </a:lnTo>
                      <a:lnTo>
                        <a:pt x="694" y="4852"/>
                      </a:lnTo>
                      <a:lnTo>
                        <a:pt x="694" y="4474"/>
                      </a:lnTo>
                      <a:cubicBezTo>
                        <a:pt x="694" y="3498"/>
                        <a:pt x="1481" y="2742"/>
                        <a:pt x="2426" y="2742"/>
                      </a:cubicBezTo>
                      <a:close/>
                      <a:moveTo>
                        <a:pt x="2489" y="1"/>
                      </a:moveTo>
                      <a:cubicBezTo>
                        <a:pt x="1733" y="1"/>
                        <a:pt x="1103" y="631"/>
                        <a:pt x="1103" y="1387"/>
                      </a:cubicBezTo>
                      <a:cubicBezTo>
                        <a:pt x="1103" y="1733"/>
                        <a:pt x="1229" y="2049"/>
                        <a:pt x="1450" y="2269"/>
                      </a:cubicBezTo>
                      <a:cubicBezTo>
                        <a:pt x="568" y="2679"/>
                        <a:pt x="1" y="3498"/>
                        <a:pt x="1" y="4474"/>
                      </a:cubicBezTo>
                      <a:lnTo>
                        <a:pt x="1" y="5199"/>
                      </a:lnTo>
                      <a:cubicBezTo>
                        <a:pt x="1" y="5388"/>
                        <a:pt x="158" y="5546"/>
                        <a:pt x="379" y="5546"/>
                      </a:cubicBezTo>
                      <a:lnTo>
                        <a:pt x="4537" y="5546"/>
                      </a:lnTo>
                      <a:cubicBezTo>
                        <a:pt x="4726" y="5546"/>
                        <a:pt x="4884" y="5388"/>
                        <a:pt x="4884" y="5199"/>
                      </a:cubicBezTo>
                      <a:lnTo>
                        <a:pt x="4884" y="4474"/>
                      </a:lnTo>
                      <a:cubicBezTo>
                        <a:pt x="4884" y="3498"/>
                        <a:pt x="4348" y="2679"/>
                        <a:pt x="3529" y="2269"/>
                      </a:cubicBezTo>
                      <a:cubicBezTo>
                        <a:pt x="3750" y="2049"/>
                        <a:pt x="3876" y="1733"/>
                        <a:pt x="3876" y="1387"/>
                      </a:cubicBezTo>
                      <a:cubicBezTo>
                        <a:pt x="3876" y="631"/>
                        <a:pt x="3246" y="1"/>
                        <a:pt x="24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60" name="Google Shape;1560;p18"/>
                <p:cNvSpPr/>
                <p:nvPr/>
              </p:nvSpPr>
              <p:spPr>
                <a:xfrm>
                  <a:off x="4084875" y="2873200"/>
                  <a:ext cx="52800" cy="69775"/>
                </a:xfrm>
                <a:custGeom>
                  <a:rect b="b" l="l" r="r" t="t"/>
                  <a:pathLst>
                    <a:path extrusionOk="0" h="2791" w="2112">
                      <a:moveTo>
                        <a:pt x="1095" y="0"/>
                      </a:moveTo>
                      <a:cubicBezTo>
                        <a:pt x="1001" y="0"/>
                        <a:pt x="903" y="28"/>
                        <a:pt x="819" y="112"/>
                      </a:cubicBezTo>
                      <a:lnTo>
                        <a:pt x="126" y="805"/>
                      </a:lnTo>
                      <a:cubicBezTo>
                        <a:pt x="0" y="931"/>
                        <a:pt x="0" y="1184"/>
                        <a:pt x="126" y="1278"/>
                      </a:cubicBezTo>
                      <a:cubicBezTo>
                        <a:pt x="205" y="1341"/>
                        <a:pt x="292" y="1373"/>
                        <a:pt x="378" y="1373"/>
                      </a:cubicBezTo>
                      <a:cubicBezTo>
                        <a:pt x="465" y="1373"/>
                        <a:pt x="552" y="1341"/>
                        <a:pt x="630" y="1278"/>
                      </a:cubicBezTo>
                      <a:lnTo>
                        <a:pt x="756" y="1184"/>
                      </a:lnTo>
                      <a:lnTo>
                        <a:pt x="756" y="2066"/>
                      </a:lnTo>
                      <a:lnTo>
                        <a:pt x="378" y="2066"/>
                      </a:lnTo>
                      <a:cubicBezTo>
                        <a:pt x="189" y="2066"/>
                        <a:pt x="32" y="2223"/>
                        <a:pt x="32" y="2444"/>
                      </a:cubicBezTo>
                      <a:cubicBezTo>
                        <a:pt x="32" y="2633"/>
                        <a:pt x="189" y="2790"/>
                        <a:pt x="378" y="2790"/>
                      </a:cubicBezTo>
                      <a:lnTo>
                        <a:pt x="1765" y="2790"/>
                      </a:lnTo>
                      <a:cubicBezTo>
                        <a:pt x="1954" y="2790"/>
                        <a:pt x="2111" y="2633"/>
                        <a:pt x="2111" y="2444"/>
                      </a:cubicBezTo>
                      <a:cubicBezTo>
                        <a:pt x="2111" y="2223"/>
                        <a:pt x="1954" y="2066"/>
                        <a:pt x="1765" y="2066"/>
                      </a:cubicBezTo>
                      <a:lnTo>
                        <a:pt x="1418" y="2066"/>
                      </a:lnTo>
                      <a:lnTo>
                        <a:pt x="1418" y="333"/>
                      </a:lnTo>
                      <a:cubicBezTo>
                        <a:pt x="1418" y="175"/>
                        <a:pt x="1323" y="81"/>
                        <a:pt x="1229" y="18"/>
                      </a:cubicBezTo>
                      <a:cubicBezTo>
                        <a:pt x="1187" y="7"/>
                        <a:pt x="1141" y="0"/>
                        <a:pt x="109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61" name="Google Shape;1561;p18"/>
              <p:cNvSpPr/>
              <p:nvPr/>
            </p:nvSpPr>
            <p:spPr>
              <a:xfrm>
                <a:off x="9643409" y="1688548"/>
                <a:ext cx="507301" cy="499272"/>
              </a:xfrm>
              <a:custGeom>
                <a:rect b="b" l="l" r="r" t="t"/>
                <a:pathLst>
                  <a:path extrusionOk="0" h="11815" w="12005">
                    <a:moveTo>
                      <a:pt x="6003" y="693"/>
                    </a:moveTo>
                    <a:cubicBezTo>
                      <a:pt x="6089" y="693"/>
                      <a:pt x="6176" y="725"/>
                      <a:pt x="6239" y="788"/>
                    </a:cubicBezTo>
                    <a:lnTo>
                      <a:pt x="8444" y="2993"/>
                    </a:lnTo>
                    <a:lnTo>
                      <a:pt x="7972" y="3466"/>
                    </a:lnTo>
                    <a:lnTo>
                      <a:pt x="7751" y="3214"/>
                    </a:lnTo>
                    <a:cubicBezTo>
                      <a:pt x="7562" y="3025"/>
                      <a:pt x="7279" y="2899"/>
                      <a:pt x="6995" y="2899"/>
                    </a:cubicBezTo>
                    <a:cubicBezTo>
                      <a:pt x="6711" y="2899"/>
                      <a:pt x="6459" y="3025"/>
                      <a:pt x="6239" y="3214"/>
                    </a:cubicBezTo>
                    <a:cubicBezTo>
                      <a:pt x="5861" y="3623"/>
                      <a:pt x="5861" y="4285"/>
                      <a:pt x="6239" y="4663"/>
                    </a:cubicBezTo>
                    <a:lnTo>
                      <a:pt x="6491" y="4915"/>
                    </a:lnTo>
                    <a:lnTo>
                      <a:pt x="6018" y="5388"/>
                    </a:lnTo>
                    <a:lnTo>
                      <a:pt x="5262" y="4631"/>
                    </a:lnTo>
                    <a:cubicBezTo>
                      <a:pt x="5199" y="4568"/>
                      <a:pt x="5113" y="4537"/>
                      <a:pt x="5026" y="4537"/>
                    </a:cubicBezTo>
                    <a:cubicBezTo>
                      <a:pt x="4939" y="4537"/>
                      <a:pt x="4853" y="4568"/>
                      <a:pt x="4790" y="4631"/>
                    </a:cubicBezTo>
                    <a:lnTo>
                      <a:pt x="4317" y="5104"/>
                    </a:lnTo>
                    <a:cubicBezTo>
                      <a:pt x="4254" y="5167"/>
                      <a:pt x="4167" y="5198"/>
                      <a:pt x="4081" y="5198"/>
                    </a:cubicBezTo>
                    <a:cubicBezTo>
                      <a:pt x="3994" y="5198"/>
                      <a:pt x="3907" y="5167"/>
                      <a:pt x="3844" y="5104"/>
                    </a:cubicBezTo>
                    <a:cubicBezTo>
                      <a:pt x="3718" y="4978"/>
                      <a:pt x="3718" y="4757"/>
                      <a:pt x="3844" y="4631"/>
                    </a:cubicBezTo>
                    <a:lnTo>
                      <a:pt x="4317" y="4159"/>
                    </a:lnTo>
                    <a:cubicBezTo>
                      <a:pt x="4443" y="4033"/>
                      <a:pt x="4443" y="3812"/>
                      <a:pt x="4317" y="3686"/>
                    </a:cubicBezTo>
                    <a:lnTo>
                      <a:pt x="3624" y="2993"/>
                    </a:lnTo>
                    <a:lnTo>
                      <a:pt x="5766" y="788"/>
                    </a:lnTo>
                    <a:cubicBezTo>
                      <a:pt x="5829" y="725"/>
                      <a:pt x="5916" y="693"/>
                      <a:pt x="6003" y="693"/>
                    </a:cubicBezTo>
                    <a:close/>
                    <a:moveTo>
                      <a:pt x="3088" y="3466"/>
                    </a:moveTo>
                    <a:lnTo>
                      <a:pt x="3561" y="3938"/>
                    </a:lnTo>
                    <a:lnTo>
                      <a:pt x="3340" y="4159"/>
                    </a:lnTo>
                    <a:cubicBezTo>
                      <a:pt x="2931" y="4568"/>
                      <a:pt x="2931" y="5230"/>
                      <a:pt x="3340" y="5608"/>
                    </a:cubicBezTo>
                    <a:cubicBezTo>
                      <a:pt x="3529" y="5813"/>
                      <a:pt x="3797" y="5915"/>
                      <a:pt x="4065" y="5915"/>
                    </a:cubicBezTo>
                    <a:cubicBezTo>
                      <a:pt x="4333" y="5915"/>
                      <a:pt x="4601" y="5813"/>
                      <a:pt x="4790" y="5608"/>
                    </a:cubicBezTo>
                    <a:lnTo>
                      <a:pt x="5042" y="5388"/>
                    </a:lnTo>
                    <a:lnTo>
                      <a:pt x="5514" y="5860"/>
                    </a:lnTo>
                    <a:lnTo>
                      <a:pt x="4758" y="6616"/>
                    </a:lnTo>
                    <a:cubicBezTo>
                      <a:pt x="4632" y="6711"/>
                      <a:pt x="4632" y="6963"/>
                      <a:pt x="4758" y="7089"/>
                    </a:cubicBezTo>
                    <a:lnTo>
                      <a:pt x="5231" y="7561"/>
                    </a:lnTo>
                    <a:cubicBezTo>
                      <a:pt x="5357" y="7656"/>
                      <a:pt x="5357" y="7908"/>
                      <a:pt x="5231" y="8002"/>
                    </a:cubicBezTo>
                    <a:cubicBezTo>
                      <a:pt x="5168" y="8065"/>
                      <a:pt x="5081" y="8097"/>
                      <a:pt x="4994" y="8097"/>
                    </a:cubicBezTo>
                    <a:cubicBezTo>
                      <a:pt x="4908" y="8097"/>
                      <a:pt x="4821" y="8065"/>
                      <a:pt x="4758" y="8002"/>
                    </a:cubicBezTo>
                    <a:lnTo>
                      <a:pt x="4286" y="7561"/>
                    </a:lnTo>
                    <a:cubicBezTo>
                      <a:pt x="4223" y="7498"/>
                      <a:pt x="4136" y="7467"/>
                      <a:pt x="4049" y="7467"/>
                    </a:cubicBezTo>
                    <a:cubicBezTo>
                      <a:pt x="3963" y="7467"/>
                      <a:pt x="3876" y="7498"/>
                      <a:pt x="3813" y="7561"/>
                    </a:cubicBezTo>
                    <a:lnTo>
                      <a:pt x="3088" y="8254"/>
                    </a:lnTo>
                    <a:lnTo>
                      <a:pt x="883" y="6049"/>
                    </a:lnTo>
                    <a:cubicBezTo>
                      <a:pt x="789" y="6018"/>
                      <a:pt x="789" y="5829"/>
                      <a:pt x="883" y="5671"/>
                    </a:cubicBezTo>
                    <a:lnTo>
                      <a:pt x="3088" y="3466"/>
                    </a:lnTo>
                    <a:close/>
                    <a:moveTo>
                      <a:pt x="8917" y="3529"/>
                    </a:moveTo>
                    <a:lnTo>
                      <a:pt x="11122" y="5671"/>
                    </a:lnTo>
                    <a:cubicBezTo>
                      <a:pt x="11248" y="5766"/>
                      <a:pt x="11248" y="6018"/>
                      <a:pt x="11122" y="6144"/>
                    </a:cubicBezTo>
                    <a:lnTo>
                      <a:pt x="8917" y="8349"/>
                    </a:lnTo>
                    <a:lnTo>
                      <a:pt x="8444" y="7876"/>
                    </a:lnTo>
                    <a:lnTo>
                      <a:pt x="8696" y="7624"/>
                    </a:lnTo>
                    <a:cubicBezTo>
                      <a:pt x="9074" y="7246"/>
                      <a:pt x="9074" y="6553"/>
                      <a:pt x="8696" y="6175"/>
                    </a:cubicBezTo>
                    <a:cubicBezTo>
                      <a:pt x="8491" y="5970"/>
                      <a:pt x="8224" y="5868"/>
                      <a:pt x="7956" y="5868"/>
                    </a:cubicBezTo>
                    <a:cubicBezTo>
                      <a:pt x="7688" y="5868"/>
                      <a:pt x="7420" y="5970"/>
                      <a:pt x="7216" y="6175"/>
                    </a:cubicBezTo>
                    <a:lnTo>
                      <a:pt x="6995" y="6396"/>
                    </a:lnTo>
                    <a:lnTo>
                      <a:pt x="6522" y="5923"/>
                    </a:lnTo>
                    <a:lnTo>
                      <a:pt x="7279" y="5198"/>
                    </a:lnTo>
                    <a:cubicBezTo>
                      <a:pt x="7373" y="5072"/>
                      <a:pt x="7373" y="4820"/>
                      <a:pt x="7279" y="4726"/>
                    </a:cubicBezTo>
                    <a:lnTo>
                      <a:pt x="6806" y="4222"/>
                    </a:lnTo>
                    <a:cubicBezTo>
                      <a:pt x="6680" y="4127"/>
                      <a:pt x="6680" y="3875"/>
                      <a:pt x="6806" y="3749"/>
                    </a:cubicBezTo>
                    <a:cubicBezTo>
                      <a:pt x="6869" y="3686"/>
                      <a:pt x="6963" y="3655"/>
                      <a:pt x="7026" y="3655"/>
                    </a:cubicBezTo>
                    <a:cubicBezTo>
                      <a:pt x="7121" y="3655"/>
                      <a:pt x="7216" y="3686"/>
                      <a:pt x="7279" y="3749"/>
                    </a:cubicBezTo>
                    <a:lnTo>
                      <a:pt x="7751" y="4222"/>
                    </a:lnTo>
                    <a:cubicBezTo>
                      <a:pt x="7798" y="4285"/>
                      <a:pt x="7885" y="4316"/>
                      <a:pt x="7976" y="4316"/>
                    </a:cubicBezTo>
                    <a:cubicBezTo>
                      <a:pt x="8066" y="4316"/>
                      <a:pt x="8161" y="4285"/>
                      <a:pt x="8224" y="4222"/>
                    </a:cubicBezTo>
                    <a:lnTo>
                      <a:pt x="8917" y="3529"/>
                    </a:lnTo>
                    <a:close/>
                    <a:moveTo>
                      <a:pt x="5987" y="6396"/>
                    </a:moveTo>
                    <a:lnTo>
                      <a:pt x="6711" y="7152"/>
                    </a:lnTo>
                    <a:cubicBezTo>
                      <a:pt x="6774" y="7215"/>
                      <a:pt x="6869" y="7246"/>
                      <a:pt x="6960" y="7246"/>
                    </a:cubicBezTo>
                    <a:cubicBezTo>
                      <a:pt x="7050" y="7246"/>
                      <a:pt x="7137" y="7215"/>
                      <a:pt x="7184" y="7152"/>
                    </a:cubicBezTo>
                    <a:lnTo>
                      <a:pt x="7657" y="6679"/>
                    </a:lnTo>
                    <a:cubicBezTo>
                      <a:pt x="7720" y="6616"/>
                      <a:pt x="7814" y="6585"/>
                      <a:pt x="7905" y="6585"/>
                    </a:cubicBezTo>
                    <a:cubicBezTo>
                      <a:pt x="7995" y="6585"/>
                      <a:pt x="8082" y="6616"/>
                      <a:pt x="8129" y="6679"/>
                    </a:cubicBezTo>
                    <a:cubicBezTo>
                      <a:pt x="8255" y="6805"/>
                      <a:pt x="8255" y="7026"/>
                      <a:pt x="8129" y="7152"/>
                    </a:cubicBezTo>
                    <a:lnTo>
                      <a:pt x="7657" y="7624"/>
                    </a:lnTo>
                    <a:cubicBezTo>
                      <a:pt x="7562" y="7750"/>
                      <a:pt x="7562" y="7971"/>
                      <a:pt x="7657" y="8097"/>
                    </a:cubicBezTo>
                    <a:lnTo>
                      <a:pt x="8381" y="8822"/>
                    </a:lnTo>
                    <a:lnTo>
                      <a:pt x="6239" y="11027"/>
                    </a:lnTo>
                    <a:cubicBezTo>
                      <a:pt x="6192" y="11074"/>
                      <a:pt x="6105" y="11098"/>
                      <a:pt x="6014" y="11098"/>
                    </a:cubicBezTo>
                    <a:cubicBezTo>
                      <a:pt x="5924" y="11098"/>
                      <a:pt x="5829" y="11074"/>
                      <a:pt x="5766" y="11027"/>
                    </a:cubicBezTo>
                    <a:lnTo>
                      <a:pt x="3561" y="8822"/>
                    </a:lnTo>
                    <a:lnTo>
                      <a:pt x="4034" y="8349"/>
                    </a:lnTo>
                    <a:lnTo>
                      <a:pt x="4286" y="8570"/>
                    </a:lnTo>
                    <a:cubicBezTo>
                      <a:pt x="4475" y="8774"/>
                      <a:pt x="4742" y="8877"/>
                      <a:pt x="5010" y="8877"/>
                    </a:cubicBezTo>
                    <a:cubicBezTo>
                      <a:pt x="5278" y="8877"/>
                      <a:pt x="5546" y="8774"/>
                      <a:pt x="5735" y="8570"/>
                    </a:cubicBezTo>
                    <a:cubicBezTo>
                      <a:pt x="6144" y="8191"/>
                      <a:pt x="6144" y="7498"/>
                      <a:pt x="5735" y="7120"/>
                    </a:cubicBezTo>
                    <a:lnTo>
                      <a:pt x="5514" y="6868"/>
                    </a:lnTo>
                    <a:lnTo>
                      <a:pt x="5987" y="6396"/>
                    </a:lnTo>
                    <a:close/>
                    <a:moveTo>
                      <a:pt x="5999" y="0"/>
                    </a:moveTo>
                    <a:cubicBezTo>
                      <a:pt x="5735" y="0"/>
                      <a:pt x="5467" y="95"/>
                      <a:pt x="5262" y="284"/>
                    </a:cubicBezTo>
                    <a:lnTo>
                      <a:pt x="379" y="5167"/>
                    </a:lnTo>
                    <a:cubicBezTo>
                      <a:pt x="1" y="5577"/>
                      <a:pt x="1" y="6238"/>
                      <a:pt x="379" y="6648"/>
                    </a:cubicBezTo>
                    <a:lnTo>
                      <a:pt x="5262" y="11531"/>
                    </a:lnTo>
                    <a:cubicBezTo>
                      <a:pt x="5467" y="11720"/>
                      <a:pt x="5735" y="11814"/>
                      <a:pt x="5999" y="11814"/>
                    </a:cubicBezTo>
                    <a:cubicBezTo>
                      <a:pt x="6262" y="11814"/>
                      <a:pt x="6522" y="11720"/>
                      <a:pt x="6711" y="11531"/>
                    </a:cubicBezTo>
                    <a:lnTo>
                      <a:pt x="11595" y="6648"/>
                    </a:lnTo>
                    <a:cubicBezTo>
                      <a:pt x="12004" y="6238"/>
                      <a:pt x="12004" y="5577"/>
                      <a:pt x="11595" y="5167"/>
                    </a:cubicBezTo>
                    <a:lnTo>
                      <a:pt x="6711" y="284"/>
                    </a:lnTo>
                    <a:cubicBezTo>
                      <a:pt x="6522" y="95"/>
                      <a:pt x="6262" y="0"/>
                      <a:pt x="59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562" name="Google Shape;1562;p18"/>
              <p:cNvGrpSpPr/>
              <p:nvPr/>
            </p:nvGrpSpPr>
            <p:grpSpPr>
              <a:xfrm>
                <a:off x="9647723" y="2281734"/>
                <a:ext cx="499272" cy="499272"/>
                <a:chOff x="5775900" y="2308125"/>
                <a:chExt cx="295375" cy="295375"/>
              </a:xfrm>
            </p:grpSpPr>
            <p:sp>
              <p:nvSpPr>
                <p:cNvPr id="1563" name="Google Shape;1563;p18"/>
                <p:cNvSpPr/>
                <p:nvPr/>
              </p:nvSpPr>
              <p:spPr>
                <a:xfrm>
                  <a:off x="5984625" y="2482975"/>
                  <a:ext cx="18125" cy="18150"/>
                </a:xfrm>
                <a:custGeom>
                  <a:rect b="b" l="l" r="r" t="t"/>
                  <a:pathLst>
                    <a:path extrusionOk="0" h="726" w="725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8"/>
                        <a:pt x="158" y="725"/>
                        <a:pt x="378" y="725"/>
                      </a:cubicBezTo>
                      <a:cubicBezTo>
                        <a:pt x="567" y="725"/>
                        <a:pt x="725" y="568"/>
                        <a:pt x="725" y="347"/>
                      </a:cubicBezTo>
                      <a:cubicBezTo>
                        <a:pt x="725" y="158"/>
                        <a:pt x="567" y="0"/>
                        <a:pt x="37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64" name="Google Shape;1564;p18"/>
                <p:cNvSpPr/>
                <p:nvPr/>
              </p:nvSpPr>
              <p:spPr>
                <a:xfrm>
                  <a:off x="5775900" y="2308125"/>
                  <a:ext cx="295375" cy="295375"/>
                </a:xfrm>
                <a:custGeom>
                  <a:rect b="b" l="l" r="r" t="t"/>
                  <a:pathLst>
                    <a:path extrusionOk="0" h="11815" w="11815">
                      <a:moveTo>
                        <a:pt x="7845" y="725"/>
                      </a:moveTo>
                      <a:cubicBezTo>
                        <a:pt x="7719" y="914"/>
                        <a:pt x="7656" y="1166"/>
                        <a:pt x="7656" y="1450"/>
                      </a:cubicBezTo>
                      <a:cubicBezTo>
                        <a:pt x="7656" y="1670"/>
                        <a:pt x="7719" y="1922"/>
                        <a:pt x="7845" y="2143"/>
                      </a:cubicBezTo>
                      <a:lnTo>
                        <a:pt x="1387" y="2143"/>
                      </a:lnTo>
                      <a:cubicBezTo>
                        <a:pt x="1009" y="2143"/>
                        <a:pt x="694" y="1828"/>
                        <a:pt x="694" y="1450"/>
                      </a:cubicBezTo>
                      <a:cubicBezTo>
                        <a:pt x="694" y="1040"/>
                        <a:pt x="1009" y="725"/>
                        <a:pt x="1387" y="725"/>
                      </a:cubicBezTo>
                      <a:close/>
                      <a:moveTo>
                        <a:pt x="6112" y="6994"/>
                      </a:moveTo>
                      <a:cubicBezTo>
                        <a:pt x="5955" y="7183"/>
                        <a:pt x="5829" y="7436"/>
                        <a:pt x="5766" y="7719"/>
                      </a:cubicBezTo>
                      <a:lnTo>
                        <a:pt x="3466" y="7719"/>
                      </a:lnTo>
                      <a:lnTo>
                        <a:pt x="3466" y="6994"/>
                      </a:lnTo>
                      <a:close/>
                      <a:moveTo>
                        <a:pt x="694" y="2678"/>
                      </a:moveTo>
                      <a:cubicBezTo>
                        <a:pt x="883" y="2773"/>
                        <a:pt x="1103" y="2867"/>
                        <a:pt x="1387" y="2867"/>
                      </a:cubicBezTo>
                      <a:lnTo>
                        <a:pt x="1387" y="10460"/>
                      </a:lnTo>
                      <a:cubicBezTo>
                        <a:pt x="1009" y="10460"/>
                        <a:pt x="694" y="10145"/>
                        <a:pt x="694" y="9767"/>
                      </a:cubicBezTo>
                      <a:lnTo>
                        <a:pt x="694" y="2678"/>
                      </a:lnTo>
                      <a:close/>
                      <a:moveTo>
                        <a:pt x="8381" y="2836"/>
                      </a:moveTo>
                      <a:lnTo>
                        <a:pt x="8381" y="5608"/>
                      </a:lnTo>
                      <a:cubicBezTo>
                        <a:pt x="7814" y="5703"/>
                        <a:pt x="7247" y="5923"/>
                        <a:pt x="6774" y="6301"/>
                      </a:cubicBezTo>
                      <a:lnTo>
                        <a:pt x="3151" y="6301"/>
                      </a:lnTo>
                      <a:cubicBezTo>
                        <a:pt x="2962" y="6301"/>
                        <a:pt x="2804" y="6459"/>
                        <a:pt x="2804" y="6648"/>
                      </a:cubicBezTo>
                      <a:lnTo>
                        <a:pt x="2804" y="8034"/>
                      </a:lnTo>
                      <a:cubicBezTo>
                        <a:pt x="2804" y="8223"/>
                        <a:pt x="2962" y="8381"/>
                        <a:pt x="3151" y="8381"/>
                      </a:cubicBezTo>
                      <a:lnTo>
                        <a:pt x="5640" y="8381"/>
                      </a:lnTo>
                      <a:lnTo>
                        <a:pt x="5640" y="8727"/>
                      </a:lnTo>
                      <a:cubicBezTo>
                        <a:pt x="5640" y="9357"/>
                        <a:pt x="5829" y="9956"/>
                        <a:pt x="6144" y="10492"/>
                      </a:cubicBezTo>
                      <a:lnTo>
                        <a:pt x="2080" y="10492"/>
                      </a:lnTo>
                      <a:lnTo>
                        <a:pt x="2080" y="10460"/>
                      </a:lnTo>
                      <a:lnTo>
                        <a:pt x="2080" y="2836"/>
                      </a:lnTo>
                      <a:close/>
                      <a:moveTo>
                        <a:pt x="8727" y="6301"/>
                      </a:moveTo>
                      <a:cubicBezTo>
                        <a:pt x="10050" y="6301"/>
                        <a:pt x="11153" y="7404"/>
                        <a:pt x="11153" y="8727"/>
                      </a:cubicBezTo>
                      <a:cubicBezTo>
                        <a:pt x="11153" y="10082"/>
                        <a:pt x="10050" y="11216"/>
                        <a:pt x="8727" y="11216"/>
                      </a:cubicBezTo>
                      <a:cubicBezTo>
                        <a:pt x="7373" y="11216"/>
                        <a:pt x="6270" y="10113"/>
                        <a:pt x="6270" y="8727"/>
                      </a:cubicBezTo>
                      <a:cubicBezTo>
                        <a:pt x="6270" y="7373"/>
                        <a:pt x="7373" y="6301"/>
                        <a:pt x="8727" y="6301"/>
                      </a:cubicBezTo>
                      <a:close/>
                      <a:moveTo>
                        <a:pt x="1387" y="0"/>
                      </a:moveTo>
                      <a:cubicBezTo>
                        <a:pt x="630" y="0"/>
                        <a:pt x="0" y="630"/>
                        <a:pt x="0" y="1355"/>
                      </a:cubicBezTo>
                      <a:lnTo>
                        <a:pt x="0" y="9704"/>
                      </a:lnTo>
                      <a:cubicBezTo>
                        <a:pt x="0" y="10460"/>
                        <a:pt x="630" y="11090"/>
                        <a:pt x="1387" y="11090"/>
                      </a:cubicBezTo>
                      <a:lnTo>
                        <a:pt x="6742" y="11090"/>
                      </a:lnTo>
                      <a:cubicBezTo>
                        <a:pt x="7310" y="11563"/>
                        <a:pt x="8003" y="11815"/>
                        <a:pt x="8727" y="11815"/>
                      </a:cubicBezTo>
                      <a:cubicBezTo>
                        <a:pt x="10460" y="11815"/>
                        <a:pt x="11815" y="10334"/>
                        <a:pt x="11815" y="8664"/>
                      </a:cubicBezTo>
                      <a:cubicBezTo>
                        <a:pt x="11815" y="7120"/>
                        <a:pt x="10618" y="5829"/>
                        <a:pt x="9074" y="5608"/>
                      </a:cubicBezTo>
                      <a:lnTo>
                        <a:pt x="9074" y="2458"/>
                      </a:lnTo>
                      <a:cubicBezTo>
                        <a:pt x="9074" y="2269"/>
                        <a:pt x="9042" y="2143"/>
                        <a:pt x="8822" y="2080"/>
                      </a:cubicBezTo>
                      <a:cubicBezTo>
                        <a:pt x="8538" y="1985"/>
                        <a:pt x="8349" y="1733"/>
                        <a:pt x="8349" y="1418"/>
                      </a:cubicBezTo>
                      <a:cubicBezTo>
                        <a:pt x="8349" y="1135"/>
                        <a:pt x="8538" y="851"/>
                        <a:pt x="8822" y="725"/>
                      </a:cubicBezTo>
                      <a:cubicBezTo>
                        <a:pt x="8979" y="694"/>
                        <a:pt x="9074" y="536"/>
                        <a:pt x="9074" y="410"/>
                      </a:cubicBezTo>
                      <a:lnTo>
                        <a:pt x="9074" y="347"/>
                      </a:lnTo>
                      <a:cubicBezTo>
                        <a:pt x="9074" y="158"/>
                        <a:pt x="8916" y="0"/>
                        <a:pt x="87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65" name="Google Shape;1565;p18"/>
                <p:cNvSpPr/>
                <p:nvPr/>
              </p:nvSpPr>
              <p:spPr>
                <a:xfrm>
                  <a:off x="5984625" y="2508975"/>
                  <a:ext cx="18125" cy="61450"/>
                </a:xfrm>
                <a:custGeom>
                  <a:rect b="b" l="l" r="r" t="t"/>
                  <a:pathLst>
                    <a:path extrusionOk="0" h="2458" w="725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2111"/>
                      </a:lnTo>
                      <a:cubicBezTo>
                        <a:pt x="0" y="2300"/>
                        <a:pt x="158" y="2458"/>
                        <a:pt x="378" y="2458"/>
                      </a:cubicBezTo>
                      <a:cubicBezTo>
                        <a:pt x="567" y="2458"/>
                        <a:pt x="725" y="2300"/>
                        <a:pt x="725" y="2111"/>
                      </a:cubicBezTo>
                      <a:lnTo>
                        <a:pt x="725" y="347"/>
                      </a:lnTo>
                      <a:cubicBezTo>
                        <a:pt x="725" y="158"/>
                        <a:pt x="567" y="0"/>
                        <a:pt x="37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66" name="Google Shape;1566;p18"/>
                <p:cNvSpPr/>
                <p:nvPr/>
              </p:nvSpPr>
              <p:spPr>
                <a:xfrm>
                  <a:off x="5845200" y="2395550"/>
                  <a:ext cx="122900" cy="17350"/>
                </a:xfrm>
                <a:custGeom>
                  <a:rect b="b" l="l" r="r" t="t"/>
                  <a:pathLst>
                    <a:path extrusionOk="0" h="694" w="4916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99"/>
                        <a:pt x="158" y="694"/>
                        <a:pt x="347" y="694"/>
                      </a:cubicBezTo>
                      <a:lnTo>
                        <a:pt x="4569" y="694"/>
                      </a:lnTo>
                      <a:cubicBezTo>
                        <a:pt x="4758" y="694"/>
                        <a:pt x="4916" y="536"/>
                        <a:pt x="4916" y="347"/>
                      </a:cubicBezTo>
                      <a:cubicBezTo>
                        <a:pt x="4916" y="158"/>
                        <a:pt x="4758" y="0"/>
                        <a:pt x="456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67" name="Google Shape;1567;p18"/>
                <p:cNvSpPr/>
                <p:nvPr/>
              </p:nvSpPr>
              <p:spPr>
                <a:xfrm>
                  <a:off x="5845200" y="2431000"/>
                  <a:ext cx="122900" cy="17350"/>
                </a:xfrm>
                <a:custGeom>
                  <a:rect b="b" l="l" r="r" t="t"/>
                  <a:pathLst>
                    <a:path extrusionOk="0" h="694" w="4916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47" y="693"/>
                      </a:cubicBezTo>
                      <a:lnTo>
                        <a:pt x="4569" y="693"/>
                      </a:lnTo>
                      <a:cubicBezTo>
                        <a:pt x="4758" y="693"/>
                        <a:pt x="4916" y="536"/>
                        <a:pt x="4916" y="347"/>
                      </a:cubicBezTo>
                      <a:cubicBezTo>
                        <a:pt x="4916" y="158"/>
                        <a:pt x="4758" y="0"/>
                        <a:pt x="456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68" name="Google Shape;1568;p18"/>
              <p:cNvGrpSpPr/>
              <p:nvPr/>
            </p:nvGrpSpPr>
            <p:grpSpPr>
              <a:xfrm>
                <a:off x="9677689" y="2924755"/>
                <a:ext cx="439351" cy="500625"/>
                <a:chOff x="5794025" y="2673575"/>
                <a:chExt cx="259925" cy="296175"/>
              </a:xfrm>
            </p:grpSpPr>
            <p:sp>
              <p:nvSpPr>
                <p:cNvPr id="1569" name="Google Shape;1569;p18"/>
                <p:cNvSpPr/>
                <p:nvPr/>
              </p:nvSpPr>
              <p:spPr>
                <a:xfrm>
                  <a:off x="5794025" y="2673575"/>
                  <a:ext cx="259925" cy="296175"/>
                </a:xfrm>
                <a:custGeom>
                  <a:rect b="b" l="l" r="r" t="t"/>
                  <a:pathLst>
                    <a:path extrusionOk="0" h="11847" w="10397">
                      <a:moveTo>
                        <a:pt x="5860" y="694"/>
                      </a:moveTo>
                      <a:cubicBezTo>
                        <a:pt x="7089" y="694"/>
                        <a:pt x="8097" y="1639"/>
                        <a:pt x="8254" y="2805"/>
                      </a:cubicBezTo>
                      <a:cubicBezTo>
                        <a:pt x="8160" y="2773"/>
                        <a:pt x="8065" y="2773"/>
                        <a:pt x="7939" y="2773"/>
                      </a:cubicBezTo>
                      <a:lnTo>
                        <a:pt x="7561" y="2773"/>
                      </a:lnTo>
                      <a:cubicBezTo>
                        <a:pt x="7404" y="1985"/>
                        <a:pt x="6679" y="1387"/>
                        <a:pt x="5860" y="1387"/>
                      </a:cubicBezTo>
                      <a:lnTo>
                        <a:pt x="4474" y="1387"/>
                      </a:lnTo>
                      <a:cubicBezTo>
                        <a:pt x="3655" y="1387"/>
                        <a:pt x="2930" y="1985"/>
                        <a:pt x="2804" y="2773"/>
                      </a:cubicBezTo>
                      <a:lnTo>
                        <a:pt x="2394" y="2773"/>
                      </a:lnTo>
                      <a:cubicBezTo>
                        <a:pt x="2268" y="2773"/>
                        <a:pt x="2142" y="2773"/>
                        <a:pt x="2079" y="2805"/>
                      </a:cubicBezTo>
                      <a:cubicBezTo>
                        <a:pt x="2237" y="1639"/>
                        <a:pt x="3277" y="694"/>
                        <a:pt x="4474" y="694"/>
                      </a:cubicBezTo>
                      <a:close/>
                      <a:moveTo>
                        <a:pt x="6206" y="2143"/>
                      </a:moveTo>
                      <a:cubicBezTo>
                        <a:pt x="6616" y="2300"/>
                        <a:pt x="6931" y="2647"/>
                        <a:pt x="6931" y="3120"/>
                      </a:cubicBezTo>
                      <a:lnTo>
                        <a:pt x="6931" y="3403"/>
                      </a:lnTo>
                      <a:cubicBezTo>
                        <a:pt x="6522" y="3246"/>
                        <a:pt x="6206" y="2899"/>
                        <a:pt x="6206" y="2427"/>
                      </a:cubicBezTo>
                      <a:lnTo>
                        <a:pt x="6206" y="2143"/>
                      </a:lnTo>
                      <a:close/>
                      <a:moveTo>
                        <a:pt x="5513" y="2080"/>
                      </a:moveTo>
                      <a:lnTo>
                        <a:pt x="5513" y="2427"/>
                      </a:lnTo>
                      <a:cubicBezTo>
                        <a:pt x="5513" y="3025"/>
                        <a:pt x="5041" y="3435"/>
                        <a:pt x="4474" y="3435"/>
                      </a:cubicBezTo>
                      <a:lnTo>
                        <a:pt x="3466" y="3435"/>
                      </a:lnTo>
                      <a:lnTo>
                        <a:pt x="3466" y="3088"/>
                      </a:lnTo>
                      <a:cubicBezTo>
                        <a:pt x="3466" y="2490"/>
                        <a:pt x="3938" y="2080"/>
                        <a:pt x="4474" y="2080"/>
                      </a:cubicBezTo>
                      <a:close/>
                      <a:moveTo>
                        <a:pt x="2741" y="3435"/>
                      </a:moveTo>
                      <a:lnTo>
                        <a:pt x="2741" y="5451"/>
                      </a:lnTo>
                      <a:cubicBezTo>
                        <a:pt x="2363" y="5293"/>
                        <a:pt x="2048" y="4947"/>
                        <a:pt x="2048" y="4474"/>
                      </a:cubicBezTo>
                      <a:lnTo>
                        <a:pt x="2048" y="3813"/>
                      </a:lnTo>
                      <a:cubicBezTo>
                        <a:pt x="2048" y="3592"/>
                        <a:pt x="2205" y="3435"/>
                        <a:pt x="2394" y="3435"/>
                      </a:cubicBezTo>
                      <a:close/>
                      <a:moveTo>
                        <a:pt x="7939" y="3498"/>
                      </a:moveTo>
                      <a:cubicBezTo>
                        <a:pt x="8160" y="3498"/>
                        <a:pt x="8317" y="3655"/>
                        <a:pt x="8317" y="3844"/>
                      </a:cubicBezTo>
                      <a:lnTo>
                        <a:pt x="8317" y="4506"/>
                      </a:lnTo>
                      <a:cubicBezTo>
                        <a:pt x="8317" y="4947"/>
                        <a:pt x="8034" y="5325"/>
                        <a:pt x="7593" y="5482"/>
                      </a:cubicBezTo>
                      <a:lnTo>
                        <a:pt x="7593" y="3498"/>
                      </a:lnTo>
                      <a:close/>
                      <a:moveTo>
                        <a:pt x="5891" y="3435"/>
                      </a:moveTo>
                      <a:cubicBezTo>
                        <a:pt x="6143" y="3750"/>
                        <a:pt x="6522" y="4033"/>
                        <a:pt x="6931" y="4128"/>
                      </a:cubicBezTo>
                      <a:lnTo>
                        <a:pt x="6931" y="5892"/>
                      </a:lnTo>
                      <a:cubicBezTo>
                        <a:pt x="6931" y="6491"/>
                        <a:pt x="6459" y="6900"/>
                        <a:pt x="5891" y="6900"/>
                      </a:cubicBezTo>
                      <a:lnTo>
                        <a:pt x="4505" y="6900"/>
                      </a:lnTo>
                      <a:cubicBezTo>
                        <a:pt x="3938" y="6900"/>
                        <a:pt x="3497" y="6428"/>
                        <a:pt x="3497" y="5892"/>
                      </a:cubicBezTo>
                      <a:lnTo>
                        <a:pt x="3497" y="4159"/>
                      </a:lnTo>
                      <a:lnTo>
                        <a:pt x="4505" y="4159"/>
                      </a:lnTo>
                      <a:cubicBezTo>
                        <a:pt x="5072" y="4159"/>
                        <a:pt x="5576" y="3876"/>
                        <a:pt x="5891" y="3435"/>
                      </a:cubicBezTo>
                      <a:close/>
                      <a:moveTo>
                        <a:pt x="6238" y="7593"/>
                      </a:moveTo>
                      <a:cubicBezTo>
                        <a:pt x="6333" y="7782"/>
                        <a:pt x="6459" y="7971"/>
                        <a:pt x="6616" y="8097"/>
                      </a:cubicBezTo>
                      <a:lnTo>
                        <a:pt x="5198" y="9547"/>
                      </a:lnTo>
                      <a:lnTo>
                        <a:pt x="3718" y="8097"/>
                      </a:lnTo>
                      <a:cubicBezTo>
                        <a:pt x="3875" y="7971"/>
                        <a:pt x="4033" y="7782"/>
                        <a:pt x="4096" y="7593"/>
                      </a:cubicBezTo>
                      <a:cubicBezTo>
                        <a:pt x="4190" y="7625"/>
                        <a:pt x="4379" y="7625"/>
                        <a:pt x="4474" y="7625"/>
                      </a:cubicBezTo>
                      <a:lnTo>
                        <a:pt x="5860" y="7625"/>
                      </a:lnTo>
                      <a:cubicBezTo>
                        <a:pt x="5986" y="7625"/>
                        <a:pt x="6143" y="7625"/>
                        <a:pt x="6238" y="7593"/>
                      </a:cubicBezTo>
                      <a:close/>
                      <a:moveTo>
                        <a:pt x="2961" y="8318"/>
                      </a:moveTo>
                      <a:lnTo>
                        <a:pt x="4852" y="10177"/>
                      </a:lnTo>
                      <a:lnTo>
                        <a:pt x="4852" y="11122"/>
                      </a:lnTo>
                      <a:lnTo>
                        <a:pt x="662" y="11122"/>
                      </a:lnTo>
                      <a:lnTo>
                        <a:pt x="662" y="9358"/>
                      </a:lnTo>
                      <a:cubicBezTo>
                        <a:pt x="662" y="8759"/>
                        <a:pt x="1134" y="8318"/>
                        <a:pt x="1701" y="8318"/>
                      </a:cubicBezTo>
                      <a:close/>
                      <a:moveTo>
                        <a:pt x="8664" y="8318"/>
                      </a:moveTo>
                      <a:cubicBezTo>
                        <a:pt x="9262" y="8318"/>
                        <a:pt x="9672" y="8790"/>
                        <a:pt x="9672" y="9358"/>
                      </a:cubicBezTo>
                      <a:lnTo>
                        <a:pt x="9672" y="11122"/>
                      </a:lnTo>
                      <a:lnTo>
                        <a:pt x="5513" y="11122"/>
                      </a:lnTo>
                      <a:lnTo>
                        <a:pt x="5513" y="10177"/>
                      </a:lnTo>
                      <a:lnTo>
                        <a:pt x="7404" y="8318"/>
                      </a:lnTo>
                      <a:close/>
                      <a:moveTo>
                        <a:pt x="4537" y="1"/>
                      </a:moveTo>
                      <a:cubicBezTo>
                        <a:pt x="2804" y="1"/>
                        <a:pt x="1418" y="1418"/>
                        <a:pt x="1418" y="3120"/>
                      </a:cubicBezTo>
                      <a:lnTo>
                        <a:pt x="1418" y="4506"/>
                      </a:lnTo>
                      <a:cubicBezTo>
                        <a:pt x="1418" y="5356"/>
                        <a:pt x="2048" y="6050"/>
                        <a:pt x="2835" y="6207"/>
                      </a:cubicBezTo>
                      <a:cubicBezTo>
                        <a:pt x="2898" y="6648"/>
                        <a:pt x="3151" y="7026"/>
                        <a:pt x="3497" y="7278"/>
                      </a:cubicBezTo>
                      <a:cubicBezTo>
                        <a:pt x="3466" y="7467"/>
                        <a:pt x="3308" y="7625"/>
                        <a:pt x="3119" y="7625"/>
                      </a:cubicBezTo>
                      <a:lnTo>
                        <a:pt x="1733" y="7625"/>
                      </a:lnTo>
                      <a:cubicBezTo>
                        <a:pt x="788" y="7625"/>
                        <a:pt x="0" y="8412"/>
                        <a:pt x="0" y="9358"/>
                      </a:cubicBezTo>
                      <a:lnTo>
                        <a:pt x="0" y="11468"/>
                      </a:lnTo>
                      <a:cubicBezTo>
                        <a:pt x="0" y="11689"/>
                        <a:pt x="158" y="11846"/>
                        <a:pt x="347" y="11846"/>
                      </a:cubicBezTo>
                      <a:lnTo>
                        <a:pt x="10050" y="11846"/>
                      </a:lnTo>
                      <a:cubicBezTo>
                        <a:pt x="10239" y="11846"/>
                        <a:pt x="10397" y="11689"/>
                        <a:pt x="10397" y="11468"/>
                      </a:cubicBezTo>
                      <a:lnTo>
                        <a:pt x="10397" y="9358"/>
                      </a:lnTo>
                      <a:cubicBezTo>
                        <a:pt x="10397" y="8412"/>
                        <a:pt x="9609" y="7625"/>
                        <a:pt x="8664" y="7625"/>
                      </a:cubicBezTo>
                      <a:lnTo>
                        <a:pt x="7278" y="7625"/>
                      </a:lnTo>
                      <a:cubicBezTo>
                        <a:pt x="7089" y="7625"/>
                        <a:pt x="6931" y="7467"/>
                        <a:pt x="6931" y="7278"/>
                      </a:cubicBezTo>
                      <a:cubicBezTo>
                        <a:pt x="7278" y="7026"/>
                        <a:pt x="7530" y="6648"/>
                        <a:pt x="7593" y="6207"/>
                      </a:cubicBezTo>
                      <a:cubicBezTo>
                        <a:pt x="8380" y="6050"/>
                        <a:pt x="9010" y="5325"/>
                        <a:pt x="9010" y="4506"/>
                      </a:cubicBezTo>
                      <a:lnTo>
                        <a:pt x="9010" y="3120"/>
                      </a:lnTo>
                      <a:cubicBezTo>
                        <a:pt x="9010" y="1387"/>
                        <a:pt x="7593" y="1"/>
                        <a:pt x="58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70" name="Google Shape;1570;p18"/>
                <p:cNvSpPr/>
                <p:nvPr/>
              </p:nvSpPr>
              <p:spPr>
                <a:xfrm>
                  <a:off x="5967300" y="2915375"/>
                  <a:ext cx="35450" cy="17350"/>
                </a:xfrm>
                <a:custGeom>
                  <a:rect b="b" l="l" r="r" t="t"/>
                  <a:pathLst>
                    <a:path extrusionOk="0" h="694" w="1418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lnTo>
                        <a:pt x="1040" y="694"/>
                      </a:lnTo>
                      <a:cubicBezTo>
                        <a:pt x="1260" y="694"/>
                        <a:pt x="1418" y="536"/>
                        <a:pt x="1418" y="347"/>
                      </a:cubicBezTo>
                      <a:cubicBezTo>
                        <a:pt x="1418" y="158"/>
                        <a:pt x="1260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71" name="Google Shape;1571;p18"/>
              <p:cNvSpPr/>
              <p:nvPr/>
            </p:nvSpPr>
            <p:spPr>
              <a:xfrm>
                <a:off x="10926070" y="2281639"/>
                <a:ext cx="500625" cy="499272"/>
              </a:xfrm>
              <a:custGeom>
                <a:rect b="b" l="l" r="r" t="t"/>
                <a:pathLst>
                  <a:path extrusionOk="0" h="11815" w="11847">
                    <a:moveTo>
                      <a:pt x="5892" y="693"/>
                    </a:moveTo>
                    <a:cubicBezTo>
                      <a:pt x="6491" y="693"/>
                      <a:pt x="6932" y="1134"/>
                      <a:pt x="6932" y="1701"/>
                    </a:cubicBezTo>
                    <a:cubicBezTo>
                      <a:pt x="6932" y="2269"/>
                      <a:pt x="6459" y="2710"/>
                      <a:pt x="5892" y="2710"/>
                    </a:cubicBezTo>
                    <a:cubicBezTo>
                      <a:pt x="5325" y="2710"/>
                      <a:pt x="4884" y="2269"/>
                      <a:pt x="4884" y="1701"/>
                    </a:cubicBezTo>
                    <a:cubicBezTo>
                      <a:pt x="4884" y="1134"/>
                      <a:pt x="5325" y="693"/>
                      <a:pt x="5892" y="693"/>
                    </a:cubicBezTo>
                    <a:close/>
                    <a:moveTo>
                      <a:pt x="5892" y="3466"/>
                    </a:moveTo>
                    <a:cubicBezTo>
                      <a:pt x="6176" y="3466"/>
                      <a:pt x="6428" y="3497"/>
                      <a:pt x="6680" y="3592"/>
                    </a:cubicBezTo>
                    <a:lnTo>
                      <a:pt x="5892" y="4631"/>
                    </a:lnTo>
                    <a:lnTo>
                      <a:pt x="5104" y="3592"/>
                    </a:lnTo>
                    <a:cubicBezTo>
                      <a:pt x="5357" y="3529"/>
                      <a:pt x="5609" y="3466"/>
                      <a:pt x="5892" y="3466"/>
                    </a:cubicBezTo>
                    <a:close/>
                    <a:moveTo>
                      <a:pt x="4222" y="2048"/>
                    </a:moveTo>
                    <a:cubicBezTo>
                      <a:pt x="4285" y="2426"/>
                      <a:pt x="4474" y="2710"/>
                      <a:pt x="4726" y="2962"/>
                    </a:cubicBezTo>
                    <a:cubicBezTo>
                      <a:pt x="4632" y="2993"/>
                      <a:pt x="4537" y="3056"/>
                      <a:pt x="4443" y="3088"/>
                    </a:cubicBezTo>
                    <a:cubicBezTo>
                      <a:pt x="4443" y="3088"/>
                      <a:pt x="4411" y="3088"/>
                      <a:pt x="4411" y="3119"/>
                    </a:cubicBezTo>
                    <a:cubicBezTo>
                      <a:pt x="3403" y="3623"/>
                      <a:pt x="2773" y="4694"/>
                      <a:pt x="2773" y="5829"/>
                    </a:cubicBezTo>
                    <a:lnTo>
                      <a:pt x="2773" y="6207"/>
                    </a:lnTo>
                    <a:lnTo>
                      <a:pt x="2143" y="6207"/>
                    </a:lnTo>
                    <a:lnTo>
                      <a:pt x="2647" y="2300"/>
                    </a:lnTo>
                    <a:cubicBezTo>
                      <a:pt x="2679" y="2174"/>
                      <a:pt x="2836" y="2048"/>
                      <a:pt x="2962" y="2048"/>
                    </a:cubicBezTo>
                    <a:close/>
                    <a:moveTo>
                      <a:pt x="4474" y="3907"/>
                    </a:moveTo>
                    <a:lnTo>
                      <a:pt x="5546" y="5325"/>
                    </a:lnTo>
                    <a:lnTo>
                      <a:pt x="5546" y="6238"/>
                    </a:lnTo>
                    <a:lnTo>
                      <a:pt x="3466" y="6238"/>
                    </a:lnTo>
                    <a:lnTo>
                      <a:pt x="3466" y="5892"/>
                    </a:lnTo>
                    <a:cubicBezTo>
                      <a:pt x="3466" y="5041"/>
                      <a:pt x="3844" y="4348"/>
                      <a:pt x="4474" y="3907"/>
                    </a:cubicBezTo>
                    <a:close/>
                    <a:moveTo>
                      <a:pt x="7278" y="3907"/>
                    </a:moveTo>
                    <a:cubicBezTo>
                      <a:pt x="7908" y="4348"/>
                      <a:pt x="8318" y="5104"/>
                      <a:pt x="8318" y="5892"/>
                    </a:cubicBezTo>
                    <a:lnTo>
                      <a:pt x="8318" y="6238"/>
                    </a:lnTo>
                    <a:lnTo>
                      <a:pt x="6207" y="6238"/>
                    </a:lnTo>
                    <a:lnTo>
                      <a:pt x="6207" y="5325"/>
                    </a:lnTo>
                    <a:lnTo>
                      <a:pt x="7278" y="3907"/>
                    </a:lnTo>
                    <a:close/>
                    <a:moveTo>
                      <a:pt x="8854" y="2048"/>
                    </a:moveTo>
                    <a:cubicBezTo>
                      <a:pt x="9011" y="2048"/>
                      <a:pt x="9137" y="2143"/>
                      <a:pt x="9169" y="2300"/>
                    </a:cubicBezTo>
                    <a:lnTo>
                      <a:pt x="9673" y="6238"/>
                    </a:lnTo>
                    <a:lnTo>
                      <a:pt x="9043" y="6238"/>
                    </a:lnTo>
                    <a:lnTo>
                      <a:pt x="9043" y="5860"/>
                    </a:lnTo>
                    <a:cubicBezTo>
                      <a:pt x="9043" y="4694"/>
                      <a:pt x="8381" y="3655"/>
                      <a:pt x="7436" y="3151"/>
                    </a:cubicBezTo>
                    <a:cubicBezTo>
                      <a:pt x="7436" y="3151"/>
                      <a:pt x="7404" y="3151"/>
                      <a:pt x="7404" y="3119"/>
                    </a:cubicBezTo>
                    <a:cubicBezTo>
                      <a:pt x="7310" y="3088"/>
                      <a:pt x="7184" y="3056"/>
                      <a:pt x="7121" y="2993"/>
                    </a:cubicBezTo>
                    <a:cubicBezTo>
                      <a:pt x="7310" y="2773"/>
                      <a:pt x="7530" y="2458"/>
                      <a:pt x="7593" y="2048"/>
                    </a:cubicBezTo>
                    <a:close/>
                    <a:moveTo>
                      <a:pt x="10744" y="6900"/>
                    </a:moveTo>
                    <a:cubicBezTo>
                      <a:pt x="10933" y="6900"/>
                      <a:pt x="11090" y="7057"/>
                      <a:pt x="11090" y="7246"/>
                    </a:cubicBezTo>
                    <a:cubicBezTo>
                      <a:pt x="11090" y="7435"/>
                      <a:pt x="10933" y="7624"/>
                      <a:pt x="10744" y="7624"/>
                    </a:cubicBezTo>
                    <a:lnTo>
                      <a:pt x="1009" y="7624"/>
                    </a:lnTo>
                    <a:cubicBezTo>
                      <a:pt x="820" y="7624"/>
                      <a:pt x="662" y="7435"/>
                      <a:pt x="662" y="7246"/>
                    </a:cubicBezTo>
                    <a:cubicBezTo>
                      <a:pt x="662" y="7057"/>
                      <a:pt x="820" y="6900"/>
                      <a:pt x="1009" y="6900"/>
                    </a:cubicBezTo>
                    <a:close/>
                    <a:moveTo>
                      <a:pt x="10397" y="8317"/>
                    </a:moveTo>
                    <a:lnTo>
                      <a:pt x="10397" y="11121"/>
                    </a:lnTo>
                    <a:lnTo>
                      <a:pt x="1387" y="11121"/>
                    </a:lnTo>
                    <a:lnTo>
                      <a:pt x="1387" y="8317"/>
                    </a:lnTo>
                    <a:close/>
                    <a:moveTo>
                      <a:pt x="5892" y="0"/>
                    </a:moveTo>
                    <a:cubicBezTo>
                      <a:pt x="5073" y="0"/>
                      <a:pt x="4380" y="599"/>
                      <a:pt x="4222" y="1386"/>
                    </a:cubicBezTo>
                    <a:lnTo>
                      <a:pt x="2962" y="1386"/>
                    </a:lnTo>
                    <a:cubicBezTo>
                      <a:pt x="2458" y="1386"/>
                      <a:pt x="2080" y="1701"/>
                      <a:pt x="1954" y="2143"/>
                    </a:cubicBezTo>
                    <a:lnTo>
                      <a:pt x="1954" y="2174"/>
                    </a:lnTo>
                    <a:lnTo>
                      <a:pt x="1450" y="6238"/>
                    </a:lnTo>
                    <a:lnTo>
                      <a:pt x="1072" y="6238"/>
                    </a:lnTo>
                    <a:cubicBezTo>
                      <a:pt x="473" y="6238"/>
                      <a:pt x="1" y="6711"/>
                      <a:pt x="1" y="7246"/>
                    </a:cubicBezTo>
                    <a:cubicBezTo>
                      <a:pt x="1" y="7719"/>
                      <a:pt x="316" y="8065"/>
                      <a:pt x="694" y="8254"/>
                    </a:cubicBezTo>
                    <a:lnTo>
                      <a:pt x="694" y="11468"/>
                    </a:lnTo>
                    <a:cubicBezTo>
                      <a:pt x="694" y="11657"/>
                      <a:pt x="851" y="11815"/>
                      <a:pt x="1040" y="11815"/>
                    </a:cubicBezTo>
                    <a:lnTo>
                      <a:pt x="10775" y="11815"/>
                    </a:lnTo>
                    <a:cubicBezTo>
                      <a:pt x="10996" y="11815"/>
                      <a:pt x="11153" y="11657"/>
                      <a:pt x="11153" y="11468"/>
                    </a:cubicBezTo>
                    <a:lnTo>
                      <a:pt x="11153" y="8254"/>
                    </a:lnTo>
                    <a:cubicBezTo>
                      <a:pt x="11531" y="8065"/>
                      <a:pt x="11847" y="7719"/>
                      <a:pt x="11847" y="7246"/>
                    </a:cubicBezTo>
                    <a:cubicBezTo>
                      <a:pt x="11815" y="6711"/>
                      <a:pt x="11342" y="6238"/>
                      <a:pt x="10744" y="6238"/>
                    </a:cubicBezTo>
                    <a:lnTo>
                      <a:pt x="10366" y="6238"/>
                    </a:lnTo>
                    <a:lnTo>
                      <a:pt x="9830" y="2174"/>
                    </a:lnTo>
                    <a:lnTo>
                      <a:pt x="9830" y="2143"/>
                    </a:lnTo>
                    <a:cubicBezTo>
                      <a:pt x="9736" y="1701"/>
                      <a:pt x="9295" y="1386"/>
                      <a:pt x="8854" y="1386"/>
                    </a:cubicBezTo>
                    <a:lnTo>
                      <a:pt x="7593" y="1386"/>
                    </a:lnTo>
                    <a:cubicBezTo>
                      <a:pt x="7436" y="599"/>
                      <a:pt x="6711" y="0"/>
                      <a:pt x="58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572" name="Google Shape;1572;p18"/>
            <p:cNvGrpSpPr/>
            <p:nvPr/>
          </p:nvGrpSpPr>
          <p:grpSpPr>
            <a:xfrm>
              <a:off x="764259" y="3833217"/>
              <a:ext cx="10663778" cy="1739451"/>
              <a:chOff x="763942" y="3747128"/>
              <a:chExt cx="10663778" cy="1739451"/>
            </a:xfrm>
          </p:grpSpPr>
          <p:grpSp>
            <p:nvGrpSpPr>
              <p:cNvPr id="1573" name="Google Shape;1573;p18"/>
              <p:cNvGrpSpPr/>
              <p:nvPr/>
            </p:nvGrpSpPr>
            <p:grpSpPr>
              <a:xfrm>
                <a:off x="765270" y="3749367"/>
                <a:ext cx="503287" cy="497920"/>
                <a:chOff x="581525" y="3254850"/>
                <a:chExt cx="297750" cy="294575"/>
              </a:xfrm>
            </p:grpSpPr>
            <p:sp>
              <p:nvSpPr>
                <p:cNvPr id="1574" name="Google Shape;1574;p18"/>
                <p:cNvSpPr/>
                <p:nvPr/>
              </p:nvSpPr>
              <p:spPr>
                <a:xfrm>
                  <a:off x="616950" y="3358025"/>
                  <a:ext cx="89025" cy="86650"/>
                </a:xfrm>
                <a:custGeom>
                  <a:rect b="b" l="l" r="r" t="t"/>
                  <a:pathLst>
                    <a:path extrusionOk="0" h="3466" w="3561">
                      <a:moveTo>
                        <a:pt x="1797" y="0"/>
                      </a:moveTo>
                      <a:cubicBezTo>
                        <a:pt x="789" y="0"/>
                        <a:pt x="1" y="788"/>
                        <a:pt x="1" y="1733"/>
                      </a:cubicBezTo>
                      <a:cubicBezTo>
                        <a:pt x="1" y="2710"/>
                        <a:pt x="789" y="3466"/>
                        <a:pt x="1797" y="3466"/>
                      </a:cubicBezTo>
                      <a:cubicBezTo>
                        <a:pt x="2773" y="3466"/>
                        <a:pt x="3561" y="2710"/>
                        <a:pt x="3561" y="1733"/>
                      </a:cubicBezTo>
                      <a:cubicBezTo>
                        <a:pt x="3561" y="788"/>
                        <a:pt x="2773" y="0"/>
                        <a:pt x="179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75" name="Google Shape;1575;p18"/>
                <p:cNvSpPr/>
                <p:nvPr/>
              </p:nvSpPr>
              <p:spPr>
                <a:xfrm>
                  <a:off x="721725" y="3254850"/>
                  <a:ext cx="157550" cy="155975"/>
                </a:xfrm>
                <a:custGeom>
                  <a:rect b="b" l="l" r="r" t="t"/>
                  <a:pathLst>
                    <a:path extrusionOk="0" h="6239" w="6302">
                      <a:moveTo>
                        <a:pt x="3151" y="1355"/>
                      </a:moveTo>
                      <a:cubicBezTo>
                        <a:pt x="3749" y="1355"/>
                        <a:pt x="4159" y="1827"/>
                        <a:pt x="4159" y="2363"/>
                      </a:cubicBezTo>
                      <a:cubicBezTo>
                        <a:pt x="4159" y="2773"/>
                        <a:pt x="3970" y="3119"/>
                        <a:pt x="3623" y="3277"/>
                      </a:cubicBezTo>
                      <a:cubicBezTo>
                        <a:pt x="3529" y="3308"/>
                        <a:pt x="3497" y="3434"/>
                        <a:pt x="3497" y="3560"/>
                      </a:cubicBezTo>
                      <a:cubicBezTo>
                        <a:pt x="3497" y="3749"/>
                        <a:pt x="3340" y="3907"/>
                        <a:pt x="3151" y="3907"/>
                      </a:cubicBezTo>
                      <a:cubicBezTo>
                        <a:pt x="2962" y="3907"/>
                        <a:pt x="2804" y="3749"/>
                        <a:pt x="2804" y="3560"/>
                      </a:cubicBezTo>
                      <a:cubicBezTo>
                        <a:pt x="2804" y="3151"/>
                        <a:pt x="2993" y="2836"/>
                        <a:pt x="3308" y="2647"/>
                      </a:cubicBezTo>
                      <a:cubicBezTo>
                        <a:pt x="3434" y="2552"/>
                        <a:pt x="3497" y="2458"/>
                        <a:pt x="3497" y="2332"/>
                      </a:cubicBezTo>
                      <a:cubicBezTo>
                        <a:pt x="3497" y="2143"/>
                        <a:pt x="3340" y="1953"/>
                        <a:pt x="3151" y="1953"/>
                      </a:cubicBezTo>
                      <a:cubicBezTo>
                        <a:pt x="2962" y="1953"/>
                        <a:pt x="2804" y="2143"/>
                        <a:pt x="2804" y="2332"/>
                      </a:cubicBezTo>
                      <a:cubicBezTo>
                        <a:pt x="2804" y="2521"/>
                        <a:pt x="2646" y="2678"/>
                        <a:pt x="2426" y="2678"/>
                      </a:cubicBezTo>
                      <a:cubicBezTo>
                        <a:pt x="2237" y="2678"/>
                        <a:pt x="2079" y="2521"/>
                        <a:pt x="2079" y="2332"/>
                      </a:cubicBezTo>
                      <a:cubicBezTo>
                        <a:pt x="2079" y="1827"/>
                        <a:pt x="2552" y="1355"/>
                        <a:pt x="3151" y="1355"/>
                      </a:cubicBezTo>
                      <a:close/>
                      <a:moveTo>
                        <a:pt x="3151" y="4096"/>
                      </a:moveTo>
                      <a:cubicBezTo>
                        <a:pt x="3340" y="4096"/>
                        <a:pt x="3497" y="4253"/>
                        <a:pt x="3497" y="4442"/>
                      </a:cubicBezTo>
                      <a:cubicBezTo>
                        <a:pt x="3497" y="4663"/>
                        <a:pt x="3340" y="4820"/>
                        <a:pt x="3151" y="4820"/>
                      </a:cubicBezTo>
                      <a:cubicBezTo>
                        <a:pt x="2962" y="4820"/>
                        <a:pt x="2804" y="4663"/>
                        <a:pt x="2804" y="4442"/>
                      </a:cubicBezTo>
                      <a:cubicBezTo>
                        <a:pt x="2804" y="4253"/>
                        <a:pt x="2962" y="4096"/>
                        <a:pt x="3151" y="4096"/>
                      </a:cubicBezTo>
                      <a:close/>
                      <a:moveTo>
                        <a:pt x="3182" y="0"/>
                      </a:moveTo>
                      <a:cubicBezTo>
                        <a:pt x="1481" y="0"/>
                        <a:pt x="63" y="1418"/>
                        <a:pt x="63" y="3119"/>
                      </a:cubicBezTo>
                      <a:cubicBezTo>
                        <a:pt x="63" y="3655"/>
                        <a:pt x="189" y="4159"/>
                        <a:pt x="473" y="4663"/>
                      </a:cubicBezTo>
                      <a:lnTo>
                        <a:pt x="32" y="5766"/>
                      </a:lnTo>
                      <a:cubicBezTo>
                        <a:pt x="0" y="5860"/>
                        <a:pt x="32" y="5986"/>
                        <a:pt x="126" y="6112"/>
                      </a:cubicBezTo>
                      <a:cubicBezTo>
                        <a:pt x="189" y="6175"/>
                        <a:pt x="347" y="6238"/>
                        <a:pt x="473" y="6238"/>
                      </a:cubicBezTo>
                      <a:lnTo>
                        <a:pt x="1764" y="5892"/>
                      </a:lnTo>
                      <a:cubicBezTo>
                        <a:pt x="2205" y="6144"/>
                        <a:pt x="2678" y="6238"/>
                        <a:pt x="3182" y="6238"/>
                      </a:cubicBezTo>
                      <a:cubicBezTo>
                        <a:pt x="4915" y="6238"/>
                        <a:pt x="6301" y="4789"/>
                        <a:pt x="6301" y="3119"/>
                      </a:cubicBezTo>
                      <a:cubicBezTo>
                        <a:pt x="6301" y="1386"/>
                        <a:pt x="4883" y="0"/>
                        <a:pt x="3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76" name="Google Shape;1576;p18"/>
                <p:cNvSpPr/>
                <p:nvPr/>
              </p:nvSpPr>
              <p:spPr>
                <a:xfrm>
                  <a:off x="581525" y="3440725"/>
                  <a:ext cx="157550" cy="108700"/>
                </a:xfrm>
                <a:custGeom>
                  <a:rect b="b" l="l" r="r" t="t"/>
                  <a:pathLst>
                    <a:path extrusionOk="0" h="4348" w="6302">
                      <a:moveTo>
                        <a:pt x="1355" y="0"/>
                      </a:moveTo>
                      <a:cubicBezTo>
                        <a:pt x="567" y="567"/>
                        <a:pt x="0" y="1513"/>
                        <a:pt x="0" y="2584"/>
                      </a:cubicBezTo>
                      <a:lnTo>
                        <a:pt x="0" y="4001"/>
                      </a:lnTo>
                      <a:cubicBezTo>
                        <a:pt x="63" y="4190"/>
                        <a:pt x="221" y="4348"/>
                        <a:pt x="410" y="4348"/>
                      </a:cubicBezTo>
                      <a:lnTo>
                        <a:pt x="5955" y="4348"/>
                      </a:lnTo>
                      <a:cubicBezTo>
                        <a:pt x="6144" y="4348"/>
                        <a:pt x="6301" y="4190"/>
                        <a:pt x="6301" y="4001"/>
                      </a:cubicBezTo>
                      <a:lnTo>
                        <a:pt x="6301" y="2584"/>
                      </a:lnTo>
                      <a:cubicBezTo>
                        <a:pt x="6301" y="1513"/>
                        <a:pt x="5797" y="599"/>
                        <a:pt x="4978" y="0"/>
                      </a:cubicBezTo>
                      <a:cubicBezTo>
                        <a:pt x="4537" y="536"/>
                        <a:pt x="3875" y="851"/>
                        <a:pt x="3151" y="851"/>
                      </a:cubicBezTo>
                      <a:cubicBezTo>
                        <a:pt x="2458" y="851"/>
                        <a:pt x="1796" y="536"/>
                        <a:pt x="13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77" name="Google Shape;1577;p18"/>
              <p:cNvGrpSpPr/>
              <p:nvPr/>
            </p:nvGrpSpPr>
            <p:grpSpPr>
              <a:xfrm>
                <a:off x="763942" y="4377044"/>
                <a:ext cx="505949" cy="502653"/>
                <a:chOff x="580725" y="3617925"/>
                <a:chExt cx="299325" cy="297375"/>
              </a:xfrm>
            </p:grpSpPr>
            <p:sp>
              <p:nvSpPr>
                <p:cNvPr id="1578" name="Google Shape;1578;p18"/>
                <p:cNvSpPr/>
                <p:nvPr/>
              </p:nvSpPr>
              <p:spPr>
                <a:xfrm>
                  <a:off x="609075" y="3662050"/>
                  <a:ext cx="51225" cy="51200"/>
                </a:xfrm>
                <a:custGeom>
                  <a:rect b="b" l="l" r="r" t="t"/>
                  <a:pathLst>
                    <a:path extrusionOk="0" h="2048" w="2049">
                      <a:moveTo>
                        <a:pt x="1041" y="0"/>
                      </a:moveTo>
                      <a:cubicBezTo>
                        <a:pt x="473" y="0"/>
                        <a:pt x="1" y="473"/>
                        <a:pt x="1" y="1040"/>
                      </a:cubicBezTo>
                      <a:cubicBezTo>
                        <a:pt x="1" y="1607"/>
                        <a:pt x="473" y="2048"/>
                        <a:pt x="1041" y="2048"/>
                      </a:cubicBezTo>
                      <a:cubicBezTo>
                        <a:pt x="1608" y="2048"/>
                        <a:pt x="2049" y="1607"/>
                        <a:pt x="2049" y="1040"/>
                      </a:cubicBezTo>
                      <a:cubicBezTo>
                        <a:pt x="2049" y="473"/>
                        <a:pt x="1608" y="0"/>
                        <a:pt x="10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79" name="Google Shape;1579;p18"/>
                <p:cNvSpPr/>
                <p:nvPr/>
              </p:nvSpPr>
              <p:spPr>
                <a:xfrm>
                  <a:off x="668950" y="3617925"/>
                  <a:ext cx="122875" cy="104475"/>
                </a:xfrm>
                <a:custGeom>
                  <a:rect b="b" l="l" r="r" t="t"/>
                  <a:pathLst>
                    <a:path extrusionOk="0" h="4179" w="4915">
                      <a:moveTo>
                        <a:pt x="1040" y="1"/>
                      </a:moveTo>
                      <a:cubicBezTo>
                        <a:pt x="441" y="1"/>
                        <a:pt x="0" y="473"/>
                        <a:pt x="0" y="1072"/>
                      </a:cubicBezTo>
                      <a:lnTo>
                        <a:pt x="0" y="1797"/>
                      </a:lnTo>
                      <a:cubicBezTo>
                        <a:pt x="0" y="2364"/>
                        <a:pt x="473" y="2805"/>
                        <a:pt x="1040" y="2805"/>
                      </a:cubicBezTo>
                      <a:lnTo>
                        <a:pt x="2300" y="2805"/>
                      </a:lnTo>
                      <a:lnTo>
                        <a:pt x="3592" y="4097"/>
                      </a:lnTo>
                      <a:cubicBezTo>
                        <a:pt x="3672" y="4156"/>
                        <a:pt x="3764" y="4178"/>
                        <a:pt x="3853" y="4178"/>
                      </a:cubicBezTo>
                      <a:cubicBezTo>
                        <a:pt x="3905" y="4178"/>
                        <a:pt x="3955" y="4171"/>
                        <a:pt x="4001" y="4160"/>
                      </a:cubicBezTo>
                      <a:cubicBezTo>
                        <a:pt x="4127" y="4097"/>
                        <a:pt x="4190" y="3939"/>
                        <a:pt x="4190" y="3844"/>
                      </a:cubicBezTo>
                      <a:lnTo>
                        <a:pt x="4190" y="2742"/>
                      </a:lnTo>
                      <a:cubicBezTo>
                        <a:pt x="4600" y="2584"/>
                        <a:pt x="4915" y="2206"/>
                        <a:pt x="4915" y="1734"/>
                      </a:cubicBezTo>
                      <a:lnTo>
                        <a:pt x="4915" y="1072"/>
                      </a:lnTo>
                      <a:cubicBezTo>
                        <a:pt x="4915" y="473"/>
                        <a:pt x="4411" y="1"/>
                        <a:pt x="387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0" name="Google Shape;1580;p18"/>
                <p:cNvSpPr/>
                <p:nvPr/>
              </p:nvSpPr>
              <p:spPr>
                <a:xfrm>
                  <a:off x="580725" y="3721900"/>
                  <a:ext cx="141800" cy="192025"/>
                </a:xfrm>
                <a:custGeom>
                  <a:rect b="b" l="l" r="r" t="t"/>
                  <a:pathLst>
                    <a:path extrusionOk="0" h="7681" w="5672">
                      <a:moveTo>
                        <a:pt x="3340" y="4506"/>
                      </a:moveTo>
                      <a:lnTo>
                        <a:pt x="3718" y="5577"/>
                      </a:lnTo>
                      <a:lnTo>
                        <a:pt x="1229" y="5577"/>
                      </a:lnTo>
                      <a:lnTo>
                        <a:pt x="1450" y="4600"/>
                      </a:lnTo>
                      <a:lnTo>
                        <a:pt x="1450" y="4506"/>
                      </a:lnTo>
                      <a:close/>
                      <a:moveTo>
                        <a:pt x="1450" y="1"/>
                      </a:moveTo>
                      <a:cubicBezTo>
                        <a:pt x="1135" y="1"/>
                        <a:pt x="883" y="221"/>
                        <a:pt x="788" y="505"/>
                      </a:cubicBezTo>
                      <a:lnTo>
                        <a:pt x="95" y="3624"/>
                      </a:lnTo>
                      <a:cubicBezTo>
                        <a:pt x="1" y="4096"/>
                        <a:pt x="316" y="4506"/>
                        <a:pt x="757" y="4506"/>
                      </a:cubicBezTo>
                      <a:lnTo>
                        <a:pt x="95" y="7247"/>
                      </a:lnTo>
                      <a:cubicBezTo>
                        <a:pt x="32" y="7436"/>
                        <a:pt x="158" y="7593"/>
                        <a:pt x="316" y="7656"/>
                      </a:cubicBezTo>
                      <a:cubicBezTo>
                        <a:pt x="350" y="7668"/>
                        <a:pt x="383" y="7673"/>
                        <a:pt x="415" y="7673"/>
                      </a:cubicBezTo>
                      <a:cubicBezTo>
                        <a:pt x="559" y="7673"/>
                        <a:pt x="679" y="7565"/>
                        <a:pt x="757" y="7436"/>
                      </a:cubicBezTo>
                      <a:lnTo>
                        <a:pt x="1040" y="6301"/>
                      </a:lnTo>
                      <a:lnTo>
                        <a:pt x="3939" y="6301"/>
                      </a:lnTo>
                      <a:lnTo>
                        <a:pt x="4254" y="7152"/>
                      </a:lnTo>
                      <a:cubicBezTo>
                        <a:pt x="4358" y="7492"/>
                        <a:pt x="4637" y="7680"/>
                        <a:pt x="4908" y="7680"/>
                      </a:cubicBezTo>
                      <a:cubicBezTo>
                        <a:pt x="4964" y="7680"/>
                        <a:pt x="5019" y="7672"/>
                        <a:pt x="5073" y="7656"/>
                      </a:cubicBezTo>
                      <a:cubicBezTo>
                        <a:pt x="5451" y="7593"/>
                        <a:pt x="5672" y="7184"/>
                        <a:pt x="5609" y="6837"/>
                      </a:cubicBezTo>
                      <a:lnTo>
                        <a:pt x="4569" y="3687"/>
                      </a:lnTo>
                      <a:cubicBezTo>
                        <a:pt x="4506" y="3372"/>
                        <a:pt x="4222" y="3183"/>
                        <a:pt x="3907" y="3183"/>
                      </a:cubicBezTo>
                      <a:lnTo>
                        <a:pt x="3183" y="3183"/>
                      </a:lnTo>
                      <a:cubicBezTo>
                        <a:pt x="2994" y="3183"/>
                        <a:pt x="2836" y="3025"/>
                        <a:pt x="2836" y="2836"/>
                      </a:cubicBezTo>
                      <a:cubicBezTo>
                        <a:pt x="2836" y="2615"/>
                        <a:pt x="2994" y="2458"/>
                        <a:pt x="3183" y="2458"/>
                      </a:cubicBezTo>
                      <a:lnTo>
                        <a:pt x="4222" y="2458"/>
                      </a:lnTo>
                      <a:cubicBezTo>
                        <a:pt x="4600" y="2458"/>
                        <a:pt x="4915" y="2143"/>
                        <a:pt x="4915" y="1765"/>
                      </a:cubicBezTo>
                      <a:cubicBezTo>
                        <a:pt x="4915" y="1355"/>
                        <a:pt x="4600" y="1040"/>
                        <a:pt x="4222" y="1040"/>
                      </a:cubicBezTo>
                      <a:lnTo>
                        <a:pt x="2332" y="1040"/>
                      </a:lnTo>
                      <a:lnTo>
                        <a:pt x="2080" y="379"/>
                      </a:lnTo>
                      <a:cubicBezTo>
                        <a:pt x="1985" y="158"/>
                        <a:pt x="1733" y="1"/>
                        <a:pt x="145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1" name="Google Shape;1581;p18"/>
                <p:cNvSpPr/>
                <p:nvPr/>
              </p:nvSpPr>
              <p:spPr>
                <a:xfrm>
                  <a:off x="800475" y="3662050"/>
                  <a:ext cx="51225" cy="51200"/>
                </a:xfrm>
                <a:custGeom>
                  <a:rect b="b" l="l" r="r" t="t"/>
                  <a:pathLst>
                    <a:path extrusionOk="0" h="2048" w="2049">
                      <a:moveTo>
                        <a:pt x="1009" y="0"/>
                      </a:moveTo>
                      <a:cubicBezTo>
                        <a:pt x="442" y="0"/>
                        <a:pt x="1" y="473"/>
                        <a:pt x="1" y="1040"/>
                      </a:cubicBezTo>
                      <a:cubicBezTo>
                        <a:pt x="1" y="1607"/>
                        <a:pt x="442" y="2048"/>
                        <a:pt x="1009" y="2048"/>
                      </a:cubicBezTo>
                      <a:cubicBezTo>
                        <a:pt x="1576" y="2048"/>
                        <a:pt x="2048" y="1607"/>
                        <a:pt x="2048" y="1040"/>
                      </a:cubicBezTo>
                      <a:cubicBezTo>
                        <a:pt x="2048" y="473"/>
                        <a:pt x="1576" y="0"/>
                        <a:pt x="10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2" name="Google Shape;1582;p18"/>
                <p:cNvSpPr/>
                <p:nvPr/>
              </p:nvSpPr>
              <p:spPr>
                <a:xfrm>
                  <a:off x="738250" y="3722700"/>
                  <a:ext cx="141800" cy="192600"/>
                </a:xfrm>
                <a:custGeom>
                  <a:rect b="b" l="l" r="r" t="t"/>
                  <a:pathLst>
                    <a:path extrusionOk="0" h="7704" w="5672">
                      <a:moveTo>
                        <a:pt x="4222" y="4474"/>
                      </a:moveTo>
                      <a:lnTo>
                        <a:pt x="4222" y="4568"/>
                      </a:lnTo>
                      <a:lnTo>
                        <a:pt x="4443" y="5545"/>
                      </a:lnTo>
                      <a:lnTo>
                        <a:pt x="1985" y="5545"/>
                      </a:lnTo>
                      <a:lnTo>
                        <a:pt x="2332" y="4474"/>
                      </a:lnTo>
                      <a:close/>
                      <a:moveTo>
                        <a:pt x="4222" y="0"/>
                      </a:moveTo>
                      <a:cubicBezTo>
                        <a:pt x="3939" y="0"/>
                        <a:pt x="3718" y="158"/>
                        <a:pt x="3592" y="378"/>
                      </a:cubicBezTo>
                      <a:lnTo>
                        <a:pt x="3340" y="1071"/>
                      </a:lnTo>
                      <a:lnTo>
                        <a:pt x="1450" y="1071"/>
                      </a:lnTo>
                      <a:cubicBezTo>
                        <a:pt x="1072" y="1071"/>
                        <a:pt x="757" y="1386"/>
                        <a:pt x="757" y="1764"/>
                      </a:cubicBezTo>
                      <a:cubicBezTo>
                        <a:pt x="757" y="2174"/>
                        <a:pt x="1072" y="2489"/>
                        <a:pt x="1450" y="2489"/>
                      </a:cubicBezTo>
                      <a:lnTo>
                        <a:pt x="2490" y="2489"/>
                      </a:lnTo>
                      <a:cubicBezTo>
                        <a:pt x="2679" y="2489"/>
                        <a:pt x="2836" y="2646"/>
                        <a:pt x="2836" y="2835"/>
                      </a:cubicBezTo>
                      <a:cubicBezTo>
                        <a:pt x="2836" y="3024"/>
                        <a:pt x="2679" y="3182"/>
                        <a:pt x="2490" y="3182"/>
                      </a:cubicBezTo>
                      <a:lnTo>
                        <a:pt x="1765" y="3182"/>
                      </a:lnTo>
                      <a:cubicBezTo>
                        <a:pt x="1450" y="3182"/>
                        <a:pt x="1198" y="3371"/>
                        <a:pt x="1103" y="3686"/>
                      </a:cubicBezTo>
                      <a:lnTo>
                        <a:pt x="95" y="6837"/>
                      </a:lnTo>
                      <a:cubicBezTo>
                        <a:pt x="1" y="7215"/>
                        <a:pt x="190" y="7593"/>
                        <a:pt x="599" y="7687"/>
                      </a:cubicBezTo>
                      <a:cubicBezTo>
                        <a:pt x="643" y="7696"/>
                        <a:pt x="690" y="7701"/>
                        <a:pt x="738" y="7701"/>
                      </a:cubicBezTo>
                      <a:cubicBezTo>
                        <a:pt x="1030" y="7701"/>
                        <a:pt x="1364" y="7531"/>
                        <a:pt x="1418" y="7152"/>
                      </a:cubicBezTo>
                      <a:lnTo>
                        <a:pt x="1733" y="6301"/>
                      </a:lnTo>
                      <a:lnTo>
                        <a:pt x="4632" y="6301"/>
                      </a:lnTo>
                      <a:lnTo>
                        <a:pt x="4915" y="7435"/>
                      </a:lnTo>
                      <a:cubicBezTo>
                        <a:pt x="4967" y="7591"/>
                        <a:pt x="5104" y="7704"/>
                        <a:pt x="5257" y="7704"/>
                      </a:cubicBezTo>
                      <a:cubicBezTo>
                        <a:pt x="5290" y="7704"/>
                        <a:pt x="5323" y="7698"/>
                        <a:pt x="5356" y="7687"/>
                      </a:cubicBezTo>
                      <a:cubicBezTo>
                        <a:pt x="5546" y="7624"/>
                        <a:pt x="5672" y="7435"/>
                        <a:pt x="5577" y="7246"/>
                      </a:cubicBezTo>
                      <a:lnTo>
                        <a:pt x="4915" y="4537"/>
                      </a:lnTo>
                      <a:cubicBezTo>
                        <a:pt x="5356" y="4474"/>
                        <a:pt x="5672" y="4064"/>
                        <a:pt x="5609" y="3623"/>
                      </a:cubicBezTo>
                      <a:lnTo>
                        <a:pt x="4884" y="504"/>
                      </a:lnTo>
                      <a:cubicBezTo>
                        <a:pt x="4821" y="189"/>
                        <a:pt x="4537" y="0"/>
                        <a:pt x="42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83" name="Google Shape;1583;p18"/>
              <p:cNvGrpSpPr/>
              <p:nvPr/>
            </p:nvGrpSpPr>
            <p:grpSpPr>
              <a:xfrm>
                <a:off x="766606" y="4984815"/>
                <a:ext cx="500625" cy="500625"/>
                <a:chOff x="583100" y="3982600"/>
                <a:chExt cx="296175" cy="296175"/>
              </a:xfrm>
            </p:grpSpPr>
            <p:sp>
              <p:nvSpPr>
                <p:cNvPr id="1584" name="Google Shape;1584;p18"/>
                <p:cNvSpPr/>
                <p:nvPr/>
              </p:nvSpPr>
              <p:spPr>
                <a:xfrm>
                  <a:off x="694925" y="3982600"/>
                  <a:ext cx="70925" cy="68550"/>
                </a:xfrm>
                <a:custGeom>
                  <a:rect b="b" l="l" r="r" t="t"/>
                  <a:pathLst>
                    <a:path extrusionOk="0" h="2742" w="2837">
                      <a:moveTo>
                        <a:pt x="1419" y="1"/>
                      </a:moveTo>
                      <a:cubicBezTo>
                        <a:pt x="631" y="1"/>
                        <a:pt x="1" y="599"/>
                        <a:pt x="1" y="1355"/>
                      </a:cubicBezTo>
                      <a:cubicBezTo>
                        <a:pt x="1" y="2143"/>
                        <a:pt x="631" y="2742"/>
                        <a:pt x="1419" y="2742"/>
                      </a:cubicBezTo>
                      <a:cubicBezTo>
                        <a:pt x="2206" y="2742"/>
                        <a:pt x="2836" y="2143"/>
                        <a:pt x="2836" y="1355"/>
                      </a:cubicBezTo>
                      <a:cubicBezTo>
                        <a:pt x="2836" y="599"/>
                        <a:pt x="2206" y="1"/>
                        <a:pt x="14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5" name="Google Shape;1585;p18"/>
                <p:cNvSpPr/>
                <p:nvPr/>
              </p:nvSpPr>
              <p:spPr>
                <a:xfrm>
                  <a:off x="609075" y="4139350"/>
                  <a:ext cx="69350" cy="68525"/>
                </a:xfrm>
                <a:custGeom>
                  <a:rect b="b" l="l" r="r" t="t"/>
                  <a:pathLst>
                    <a:path extrusionOk="0" h="2741" w="2774">
                      <a:moveTo>
                        <a:pt x="1387" y="0"/>
                      </a:moveTo>
                      <a:cubicBezTo>
                        <a:pt x="631" y="0"/>
                        <a:pt x="1" y="630"/>
                        <a:pt x="1" y="1355"/>
                      </a:cubicBezTo>
                      <a:cubicBezTo>
                        <a:pt x="1" y="2111"/>
                        <a:pt x="631" y="2741"/>
                        <a:pt x="1387" y="2741"/>
                      </a:cubicBezTo>
                      <a:cubicBezTo>
                        <a:pt x="2143" y="2741"/>
                        <a:pt x="2773" y="2111"/>
                        <a:pt x="2773" y="1355"/>
                      </a:cubicBezTo>
                      <a:cubicBezTo>
                        <a:pt x="2773" y="630"/>
                        <a:pt x="2143" y="0"/>
                        <a:pt x="138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6" name="Google Shape;1586;p18"/>
                <p:cNvSpPr/>
                <p:nvPr/>
              </p:nvSpPr>
              <p:spPr>
                <a:xfrm>
                  <a:off x="783925" y="4140125"/>
                  <a:ext cx="68550" cy="68550"/>
                </a:xfrm>
                <a:custGeom>
                  <a:rect b="b" l="l" r="r" t="t"/>
                  <a:pathLst>
                    <a:path extrusionOk="0" h="2742" w="2742">
                      <a:moveTo>
                        <a:pt x="1356" y="1"/>
                      </a:moveTo>
                      <a:cubicBezTo>
                        <a:pt x="631" y="1"/>
                        <a:pt x="1" y="631"/>
                        <a:pt x="1" y="1387"/>
                      </a:cubicBezTo>
                      <a:cubicBezTo>
                        <a:pt x="1" y="2111"/>
                        <a:pt x="631" y="2741"/>
                        <a:pt x="1356" y="2741"/>
                      </a:cubicBezTo>
                      <a:cubicBezTo>
                        <a:pt x="2112" y="2741"/>
                        <a:pt x="2742" y="2111"/>
                        <a:pt x="2742" y="1387"/>
                      </a:cubicBezTo>
                      <a:cubicBezTo>
                        <a:pt x="2742" y="631"/>
                        <a:pt x="2112" y="1"/>
                        <a:pt x="13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7" name="Google Shape;1587;p18"/>
                <p:cNvSpPr/>
                <p:nvPr/>
              </p:nvSpPr>
              <p:spPr>
                <a:xfrm>
                  <a:off x="583100" y="4207075"/>
                  <a:ext cx="122100" cy="71700"/>
                </a:xfrm>
                <a:custGeom>
                  <a:rect b="b" l="l" r="r" t="t"/>
                  <a:pathLst>
                    <a:path extrusionOk="0" h="2868" w="4884">
                      <a:moveTo>
                        <a:pt x="819" y="0"/>
                      </a:moveTo>
                      <a:cubicBezTo>
                        <a:pt x="347" y="442"/>
                        <a:pt x="0" y="1072"/>
                        <a:pt x="0" y="1796"/>
                      </a:cubicBezTo>
                      <a:lnTo>
                        <a:pt x="0" y="2521"/>
                      </a:lnTo>
                      <a:cubicBezTo>
                        <a:pt x="0" y="2710"/>
                        <a:pt x="158" y="2867"/>
                        <a:pt x="347" y="2867"/>
                      </a:cubicBezTo>
                      <a:lnTo>
                        <a:pt x="4505" y="2867"/>
                      </a:lnTo>
                      <a:cubicBezTo>
                        <a:pt x="4726" y="2867"/>
                        <a:pt x="4883" y="2710"/>
                        <a:pt x="4883" y="2521"/>
                      </a:cubicBezTo>
                      <a:lnTo>
                        <a:pt x="4883" y="1796"/>
                      </a:lnTo>
                      <a:cubicBezTo>
                        <a:pt x="4883" y="1103"/>
                        <a:pt x="4568" y="442"/>
                        <a:pt x="4033" y="0"/>
                      </a:cubicBezTo>
                      <a:cubicBezTo>
                        <a:pt x="3655" y="473"/>
                        <a:pt x="3088" y="788"/>
                        <a:pt x="2426" y="788"/>
                      </a:cubicBezTo>
                      <a:cubicBezTo>
                        <a:pt x="1796" y="788"/>
                        <a:pt x="1197" y="473"/>
                        <a:pt x="8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8" name="Google Shape;1588;p18"/>
                <p:cNvSpPr/>
                <p:nvPr/>
              </p:nvSpPr>
              <p:spPr>
                <a:xfrm>
                  <a:off x="669725" y="4049550"/>
                  <a:ext cx="122900" cy="72475"/>
                </a:xfrm>
                <a:custGeom>
                  <a:rect b="b" l="l" r="r" t="t"/>
                  <a:pathLst>
                    <a:path extrusionOk="0" h="2899" w="4916">
                      <a:moveTo>
                        <a:pt x="851" y="1"/>
                      </a:moveTo>
                      <a:cubicBezTo>
                        <a:pt x="347" y="442"/>
                        <a:pt x="1" y="1103"/>
                        <a:pt x="1" y="1796"/>
                      </a:cubicBezTo>
                      <a:lnTo>
                        <a:pt x="1" y="2552"/>
                      </a:lnTo>
                      <a:cubicBezTo>
                        <a:pt x="1" y="2741"/>
                        <a:pt x="158" y="2899"/>
                        <a:pt x="347" y="2899"/>
                      </a:cubicBezTo>
                      <a:lnTo>
                        <a:pt x="4537" y="2899"/>
                      </a:lnTo>
                      <a:cubicBezTo>
                        <a:pt x="4758" y="2899"/>
                        <a:pt x="4915" y="2741"/>
                        <a:pt x="4915" y="2552"/>
                      </a:cubicBezTo>
                      <a:lnTo>
                        <a:pt x="4915" y="1796"/>
                      </a:lnTo>
                      <a:cubicBezTo>
                        <a:pt x="4915" y="1103"/>
                        <a:pt x="4600" y="442"/>
                        <a:pt x="4065" y="1"/>
                      </a:cubicBezTo>
                      <a:cubicBezTo>
                        <a:pt x="3687" y="473"/>
                        <a:pt x="3088" y="788"/>
                        <a:pt x="2458" y="788"/>
                      </a:cubicBezTo>
                      <a:cubicBezTo>
                        <a:pt x="1828" y="788"/>
                        <a:pt x="1198" y="473"/>
                        <a:pt x="8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89" name="Google Shape;1589;p18"/>
                <p:cNvSpPr/>
                <p:nvPr/>
              </p:nvSpPr>
              <p:spPr>
                <a:xfrm>
                  <a:off x="757150" y="4207075"/>
                  <a:ext cx="122125" cy="71700"/>
                </a:xfrm>
                <a:custGeom>
                  <a:rect b="b" l="l" r="r" t="t"/>
                  <a:pathLst>
                    <a:path extrusionOk="0" h="2868" w="4885">
                      <a:moveTo>
                        <a:pt x="820" y="0"/>
                      </a:moveTo>
                      <a:cubicBezTo>
                        <a:pt x="316" y="442"/>
                        <a:pt x="1" y="1103"/>
                        <a:pt x="1" y="1796"/>
                      </a:cubicBezTo>
                      <a:lnTo>
                        <a:pt x="1" y="2521"/>
                      </a:lnTo>
                      <a:cubicBezTo>
                        <a:pt x="1" y="2710"/>
                        <a:pt x="158" y="2867"/>
                        <a:pt x="347" y="2867"/>
                      </a:cubicBezTo>
                      <a:lnTo>
                        <a:pt x="4506" y="2867"/>
                      </a:lnTo>
                      <a:cubicBezTo>
                        <a:pt x="4727" y="2867"/>
                        <a:pt x="4884" y="2710"/>
                        <a:pt x="4884" y="2521"/>
                      </a:cubicBezTo>
                      <a:lnTo>
                        <a:pt x="4884" y="1796"/>
                      </a:lnTo>
                      <a:cubicBezTo>
                        <a:pt x="4884" y="1103"/>
                        <a:pt x="4569" y="442"/>
                        <a:pt x="4033" y="0"/>
                      </a:cubicBezTo>
                      <a:cubicBezTo>
                        <a:pt x="3655" y="473"/>
                        <a:pt x="3088" y="788"/>
                        <a:pt x="2427" y="788"/>
                      </a:cubicBezTo>
                      <a:cubicBezTo>
                        <a:pt x="1797" y="788"/>
                        <a:pt x="1198" y="473"/>
                        <a:pt x="8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90" name="Google Shape;1590;p18"/>
                <p:cNvSpPr/>
                <p:nvPr/>
              </p:nvSpPr>
              <p:spPr>
                <a:xfrm>
                  <a:off x="691775" y="4139350"/>
                  <a:ext cx="77225" cy="64600"/>
                </a:xfrm>
                <a:custGeom>
                  <a:rect b="b" l="l" r="r" t="t"/>
                  <a:pathLst>
                    <a:path extrusionOk="0" h="2584" w="3089">
                      <a:moveTo>
                        <a:pt x="1198" y="0"/>
                      </a:moveTo>
                      <a:lnTo>
                        <a:pt x="1198" y="882"/>
                      </a:lnTo>
                      <a:lnTo>
                        <a:pt x="1" y="2079"/>
                      </a:lnTo>
                      <a:cubicBezTo>
                        <a:pt x="221" y="2237"/>
                        <a:pt x="284" y="2300"/>
                        <a:pt x="473" y="2583"/>
                      </a:cubicBezTo>
                      <a:lnTo>
                        <a:pt x="1545" y="1575"/>
                      </a:lnTo>
                      <a:lnTo>
                        <a:pt x="2616" y="2583"/>
                      </a:lnTo>
                      <a:cubicBezTo>
                        <a:pt x="2773" y="2394"/>
                        <a:pt x="2931" y="2237"/>
                        <a:pt x="3088" y="2111"/>
                      </a:cubicBezTo>
                      <a:lnTo>
                        <a:pt x="1891" y="882"/>
                      </a:lnTo>
                      <a:lnTo>
                        <a:pt x="189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91" name="Google Shape;1591;p18"/>
              <p:cNvGrpSpPr/>
              <p:nvPr/>
            </p:nvGrpSpPr>
            <p:grpSpPr>
              <a:xfrm>
                <a:off x="3959314" y="3749000"/>
                <a:ext cx="439351" cy="498639"/>
                <a:chOff x="2423775" y="3226875"/>
                <a:chExt cx="259925" cy="295000"/>
              </a:xfrm>
            </p:grpSpPr>
            <p:sp>
              <p:nvSpPr>
                <p:cNvPr id="1592" name="Google Shape;1592;p18"/>
                <p:cNvSpPr/>
                <p:nvPr/>
              </p:nvSpPr>
              <p:spPr>
                <a:xfrm>
                  <a:off x="2509625" y="3365900"/>
                  <a:ext cx="86650" cy="52000"/>
                </a:xfrm>
                <a:custGeom>
                  <a:rect b="b" l="l" r="r" t="t"/>
                  <a:pathLst>
                    <a:path extrusionOk="0" h="2080" w="3466">
                      <a:moveTo>
                        <a:pt x="1733" y="0"/>
                      </a:moveTo>
                      <a:cubicBezTo>
                        <a:pt x="788" y="0"/>
                        <a:pt x="0" y="788"/>
                        <a:pt x="0" y="1733"/>
                      </a:cubicBezTo>
                      <a:lnTo>
                        <a:pt x="0" y="2080"/>
                      </a:lnTo>
                      <a:lnTo>
                        <a:pt x="3466" y="2080"/>
                      </a:lnTo>
                      <a:lnTo>
                        <a:pt x="3466" y="1733"/>
                      </a:lnTo>
                      <a:cubicBezTo>
                        <a:pt x="3466" y="788"/>
                        <a:pt x="2678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93" name="Google Shape;1593;p18"/>
                <p:cNvSpPr/>
                <p:nvPr/>
              </p:nvSpPr>
              <p:spPr>
                <a:xfrm>
                  <a:off x="2534825" y="3313925"/>
                  <a:ext cx="35475" cy="35450"/>
                </a:xfrm>
                <a:custGeom>
                  <a:rect b="b" l="l" r="r" t="t"/>
                  <a:pathLst>
                    <a:path extrusionOk="0" h="1418" w="1419">
                      <a:moveTo>
                        <a:pt x="725" y="0"/>
                      </a:moveTo>
                      <a:cubicBezTo>
                        <a:pt x="316" y="0"/>
                        <a:pt x="0" y="315"/>
                        <a:pt x="0" y="725"/>
                      </a:cubicBezTo>
                      <a:cubicBezTo>
                        <a:pt x="0" y="1103"/>
                        <a:pt x="316" y="1418"/>
                        <a:pt x="725" y="1418"/>
                      </a:cubicBezTo>
                      <a:cubicBezTo>
                        <a:pt x="1103" y="1418"/>
                        <a:pt x="1418" y="1103"/>
                        <a:pt x="1418" y="725"/>
                      </a:cubicBezTo>
                      <a:cubicBezTo>
                        <a:pt x="1418" y="315"/>
                        <a:pt x="1103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94" name="Google Shape;1594;p18"/>
                <p:cNvSpPr/>
                <p:nvPr/>
              </p:nvSpPr>
              <p:spPr>
                <a:xfrm>
                  <a:off x="2423775" y="3226875"/>
                  <a:ext cx="259925" cy="295000"/>
                </a:xfrm>
                <a:custGeom>
                  <a:rect b="b" l="l" r="r" t="t"/>
                  <a:pathLst>
                    <a:path extrusionOk="0" h="11800" w="10397">
                      <a:moveTo>
                        <a:pt x="5167" y="2757"/>
                      </a:moveTo>
                      <a:cubicBezTo>
                        <a:pt x="5923" y="2757"/>
                        <a:pt x="6553" y="3388"/>
                        <a:pt x="6553" y="4144"/>
                      </a:cubicBezTo>
                      <a:cubicBezTo>
                        <a:pt x="6553" y="4490"/>
                        <a:pt x="6396" y="4805"/>
                        <a:pt x="6175" y="5089"/>
                      </a:cubicBezTo>
                      <a:cubicBezTo>
                        <a:pt x="7026" y="5498"/>
                        <a:pt x="7593" y="6317"/>
                        <a:pt x="7593" y="7294"/>
                      </a:cubicBezTo>
                      <a:lnTo>
                        <a:pt x="7593" y="8019"/>
                      </a:lnTo>
                      <a:cubicBezTo>
                        <a:pt x="7593" y="8208"/>
                        <a:pt x="7435" y="8365"/>
                        <a:pt x="7246" y="8365"/>
                      </a:cubicBezTo>
                      <a:lnTo>
                        <a:pt x="3088" y="8365"/>
                      </a:lnTo>
                      <a:cubicBezTo>
                        <a:pt x="2867" y="8365"/>
                        <a:pt x="2710" y="8208"/>
                        <a:pt x="2710" y="8019"/>
                      </a:cubicBezTo>
                      <a:lnTo>
                        <a:pt x="2710" y="7294"/>
                      </a:lnTo>
                      <a:cubicBezTo>
                        <a:pt x="2710" y="6317"/>
                        <a:pt x="3308" y="5498"/>
                        <a:pt x="4127" y="5089"/>
                      </a:cubicBezTo>
                      <a:cubicBezTo>
                        <a:pt x="3907" y="4868"/>
                        <a:pt x="3781" y="4553"/>
                        <a:pt x="3781" y="4144"/>
                      </a:cubicBezTo>
                      <a:cubicBezTo>
                        <a:pt x="3781" y="3388"/>
                        <a:pt x="4411" y="2757"/>
                        <a:pt x="5167" y="2757"/>
                      </a:cubicBezTo>
                      <a:close/>
                      <a:moveTo>
                        <a:pt x="5183" y="1"/>
                      </a:moveTo>
                      <a:cubicBezTo>
                        <a:pt x="5128" y="1"/>
                        <a:pt x="5073" y="17"/>
                        <a:pt x="5010" y="48"/>
                      </a:cubicBezTo>
                      <a:cubicBezTo>
                        <a:pt x="3964" y="646"/>
                        <a:pt x="2946" y="940"/>
                        <a:pt x="1919" y="940"/>
                      </a:cubicBezTo>
                      <a:cubicBezTo>
                        <a:pt x="1430" y="940"/>
                        <a:pt x="939" y="873"/>
                        <a:pt x="441" y="741"/>
                      </a:cubicBezTo>
                      <a:cubicBezTo>
                        <a:pt x="402" y="722"/>
                        <a:pt x="363" y="714"/>
                        <a:pt x="326" y="714"/>
                      </a:cubicBezTo>
                      <a:cubicBezTo>
                        <a:pt x="243" y="714"/>
                        <a:pt x="170" y="751"/>
                        <a:pt x="126" y="773"/>
                      </a:cubicBezTo>
                      <a:cubicBezTo>
                        <a:pt x="32" y="836"/>
                        <a:pt x="0" y="930"/>
                        <a:pt x="0" y="1056"/>
                      </a:cubicBezTo>
                      <a:lnTo>
                        <a:pt x="0" y="5026"/>
                      </a:lnTo>
                      <a:cubicBezTo>
                        <a:pt x="0" y="8145"/>
                        <a:pt x="2080" y="10949"/>
                        <a:pt x="5104" y="11799"/>
                      </a:cubicBezTo>
                      <a:lnTo>
                        <a:pt x="5262" y="11799"/>
                      </a:lnTo>
                      <a:cubicBezTo>
                        <a:pt x="8255" y="10917"/>
                        <a:pt x="10397" y="8145"/>
                        <a:pt x="10397" y="5026"/>
                      </a:cubicBezTo>
                      <a:lnTo>
                        <a:pt x="10397" y="1056"/>
                      </a:lnTo>
                      <a:cubicBezTo>
                        <a:pt x="10397" y="930"/>
                        <a:pt x="10365" y="836"/>
                        <a:pt x="10271" y="773"/>
                      </a:cubicBezTo>
                      <a:cubicBezTo>
                        <a:pt x="10162" y="751"/>
                        <a:pt x="10084" y="714"/>
                        <a:pt x="10014" y="714"/>
                      </a:cubicBezTo>
                      <a:cubicBezTo>
                        <a:pt x="9983" y="714"/>
                        <a:pt x="9954" y="722"/>
                        <a:pt x="9924" y="741"/>
                      </a:cubicBezTo>
                      <a:cubicBezTo>
                        <a:pt x="9414" y="877"/>
                        <a:pt x="8910" y="946"/>
                        <a:pt x="8409" y="946"/>
                      </a:cubicBezTo>
                      <a:cubicBezTo>
                        <a:pt x="7395" y="946"/>
                        <a:pt x="6389" y="660"/>
                        <a:pt x="5356" y="48"/>
                      </a:cubicBezTo>
                      <a:cubicBezTo>
                        <a:pt x="5293" y="17"/>
                        <a:pt x="5238" y="1"/>
                        <a:pt x="518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95" name="Google Shape;1595;p18"/>
              <p:cNvGrpSpPr/>
              <p:nvPr/>
            </p:nvGrpSpPr>
            <p:grpSpPr>
              <a:xfrm>
                <a:off x="3926690" y="4380039"/>
                <a:ext cx="504597" cy="496652"/>
                <a:chOff x="2404875" y="3592725"/>
                <a:chExt cx="298525" cy="293825"/>
              </a:xfrm>
            </p:grpSpPr>
            <p:sp>
              <p:nvSpPr>
                <p:cNvPr id="1596" name="Google Shape;1596;p18"/>
                <p:cNvSpPr/>
                <p:nvPr/>
              </p:nvSpPr>
              <p:spPr>
                <a:xfrm>
                  <a:off x="2404875" y="3747900"/>
                  <a:ext cx="52775" cy="138650"/>
                </a:xfrm>
                <a:custGeom>
                  <a:rect b="b" l="l" r="r" t="t"/>
                  <a:pathLst>
                    <a:path extrusionOk="0" h="5546" w="2111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5198"/>
                      </a:lnTo>
                      <a:cubicBezTo>
                        <a:pt x="0" y="5419"/>
                        <a:pt x="158" y="5545"/>
                        <a:pt x="378" y="5545"/>
                      </a:cubicBezTo>
                      <a:lnTo>
                        <a:pt x="1071" y="5545"/>
                      </a:lnTo>
                      <a:cubicBezTo>
                        <a:pt x="1670" y="5545"/>
                        <a:pt x="2111" y="5072"/>
                        <a:pt x="2111" y="4537"/>
                      </a:cubicBezTo>
                      <a:lnTo>
                        <a:pt x="2111" y="1040"/>
                      </a:lnTo>
                      <a:cubicBezTo>
                        <a:pt x="2111" y="441"/>
                        <a:pt x="1638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97" name="Google Shape;1597;p18"/>
                <p:cNvSpPr/>
                <p:nvPr/>
              </p:nvSpPr>
              <p:spPr>
                <a:xfrm>
                  <a:off x="2458425" y="3592725"/>
                  <a:ext cx="190625" cy="160700"/>
                </a:xfrm>
                <a:custGeom>
                  <a:rect b="b" l="l" r="r" t="t"/>
                  <a:pathLst>
                    <a:path extrusionOk="0" h="6428" w="7625">
                      <a:moveTo>
                        <a:pt x="3781" y="631"/>
                      </a:moveTo>
                      <a:cubicBezTo>
                        <a:pt x="3970" y="631"/>
                        <a:pt x="4128" y="788"/>
                        <a:pt x="4128" y="977"/>
                      </a:cubicBezTo>
                      <a:lnTo>
                        <a:pt x="4128" y="1418"/>
                      </a:lnTo>
                      <a:cubicBezTo>
                        <a:pt x="4380" y="1481"/>
                        <a:pt x="4569" y="1639"/>
                        <a:pt x="4758" y="1860"/>
                      </a:cubicBezTo>
                      <a:cubicBezTo>
                        <a:pt x="4884" y="2017"/>
                        <a:pt x="4884" y="2206"/>
                        <a:pt x="4726" y="2332"/>
                      </a:cubicBezTo>
                      <a:cubicBezTo>
                        <a:pt x="4657" y="2373"/>
                        <a:pt x="4583" y="2397"/>
                        <a:pt x="4510" y="2397"/>
                      </a:cubicBezTo>
                      <a:cubicBezTo>
                        <a:pt x="4416" y="2397"/>
                        <a:pt x="4325" y="2358"/>
                        <a:pt x="4254" y="2269"/>
                      </a:cubicBezTo>
                      <a:cubicBezTo>
                        <a:pt x="4114" y="2106"/>
                        <a:pt x="3957" y="2012"/>
                        <a:pt x="3821" y="2012"/>
                      </a:cubicBezTo>
                      <a:cubicBezTo>
                        <a:pt x="3773" y="2012"/>
                        <a:pt x="3728" y="2024"/>
                        <a:pt x="3687" y="2049"/>
                      </a:cubicBezTo>
                      <a:cubicBezTo>
                        <a:pt x="3592" y="2080"/>
                        <a:pt x="3466" y="2238"/>
                        <a:pt x="3466" y="2364"/>
                      </a:cubicBezTo>
                      <a:cubicBezTo>
                        <a:pt x="3466" y="2553"/>
                        <a:pt x="3624" y="2710"/>
                        <a:pt x="3813" y="2710"/>
                      </a:cubicBezTo>
                      <a:cubicBezTo>
                        <a:pt x="4411" y="2710"/>
                        <a:pt x="4852" y="3183"/>
                        <a:pt x="4852" y="3750"/>
                      </a:cubicBezTo>
                      <a:cubicBezTo>
                        <a:pt x="4852" y="4159"/>
                        <a:pt x="4600" y="4537"/>
                        <a:pt x="4222" y="4663"/>
                      </a:cubicBezTo>
                      <a:lnTo>
                        <a:pt x="4159" y="4663"/>
                      </a:lnTo>
                      <a:lnTo>
                        <a:pt x="4159" y="5073"/>
                      </a:lnTo>
                      <a:cubicBezTo>
                        <a:pt x="4159" y="5262"/>
                        <a:pt x="4002" y="5420"/>
                        <a:pt x="3813" y="5420"/>
                      </a:cubicBezTo>
                      <a:cubicBezTo>
                        <a:pt x="3624" y="5420"/>
                        <a:pt x="3466" y="5262"/>
                        <a:pt x="3466" y="5073"/>
                      </a:cubicBezTo>
                      <a:lnTo>
                        <a:pt x="3466" y="4663"/>
                      </a:lnTo>
                      <a:cubicBezTo>
                        <a:pt x="3277" y="4600"/>
                        <a:pt x="3119" y="4537"/>
                        <a:pt x="2962" y="4348"/>
                      </a:cubicBezTo>
                      <a:cubicBezTo>
                        <a:pt x="2836" y="4254"/>
                        <a:pt x="2804" y="4002"/>
                        <a:pt x="2962" y="3876"/>
                      </a:cubicBezTo>
                      <a:cubicBezTo>
                        <a:pt x="3013" y="3825"/>
                        <a:pt x="3108" y="3793"/>
                        <a:pt x="3206" y="3793"/>
                      </a:cubicBezTo>
                      <a:cubicBezTo>
                        <a:pt x="3290" y="3793"/>
                        <a:pt x="3376" y="3817"/>
                        <a:pt x="3435" y="3876"/>
                      </a:cubicBezTo>
                      <a:cubicBezTo>
                        <a:pt x="3549" y="3990"/>
                        <a:pt x="3679" y="4071"/>
                        <a:pt x="3803" y="4071"/>
                      </a:cubicBezTo>
                      <a:cubicBezTo>
                        <a:pt x="3850" y="4071"/>
                        <a:pt x="3895" y="4059"/>
                        <a:pt x="3939" y="4033"/>
                      </a:cubicBezTo>
                      <a:cubicBezTo>
                        <a:pt x="4065" y="4002"/>
                        <a:pt x="4128" y="3844"/>
                        <a:pt x="4128" y="3718"/>
                      </a:cubicBezTo>
                      <a:cubicBezTo>
                        <a:pt x="4128" y="3529"/>
                        <a:pt x="3970" y="3372"/>
                        <a:pt x="3781" y="3372"/>
                      </a:cubicBezTo>
                      <a:cubicBezTo>
                        <a:pt x="3182" y="3372"/>
                        <a:pt x="2741" y="2899"/>
                        <a:pt x="2741" y="2364"/>
                      </a:cubicBezTo>
                      <a:cubicBezTo>
                        <a:pt x="2741" y="1954"/>
                        <a:pt x="3025" y="1576"/>
                        <a:pt x="3435" y="1418"/>
                      </a:cubicBezTo>
                      <a:lnTo>
                        <a:pt x="3435" y="977"/>
                      </a:lnTo>
                      <a:cubicBezTo>
                        <a:pt x="3435" y="788"/>
                        <a:pt x="3592" y="631"/>
                        <a:pt x="3781" y="631"/>
                      </a:cubicBezTo>
                      <a:close/>
                      <a:moveTo>
                        <a:pt x="3813" y="1"/>
                      </a:moveTo>
                      <a:cubicBezTo>
                        <a:pt x="1733" y="1"/>
                        <a:pt x="0" y="1734"/>
                        <a:pt x="0" y="3813"/>
                      </a:cubicBezTo>
                      <a:cubicBezTo>
                        <a:pt x="0" y="4537"/>
                        <a:pt x="190" y="5231"/>
                        <a:pt x="536" y="5829"/>
                      </a:cubicBezTo>
                      <a:cubicBezTo>
                        <a:pt x="1009" y="5546"/>
                        <a:pt x="1544" y="5420"/>
                        <a:pt x="2080" y="5420"/>
                      </a:cubicBezTo>
                      <a:cubicBezTo>
                        <a:pt x="2146" y="5414"/>
                        <a:pt x="2213" y="5411"/>
                        <a:pt x="2279" y="5411"/>
                      </a:cubicBezTo>
                      <a:cubicBezTo>
                        <a:pt x="2936" y="5411"/>
                        <a:pt x="3587" y="5692"/>
                        <a:pt x="4159" y="6207"/>
                      </a:cubicBezTo>
                      <a:lnTo>
                        <a:pt x="5892" y="6207"/>
                      </a:lnTo>
                      <a:cubicBezTo>
                        <a:pt x="6144" y="6207"/>
                        <a:pt x="6364" y="6302"/>
                        <a:pt x="6585" y="6428"/>
                      </a:cubicBezTo>
                      <a:cubicBezTo>
                        <a:pt x="7215" y="5735"/>
                        <a:pt x="7625" y="4789"/>
                        <a:pt x="7625" y="3813"/>
                      </a:cubicBezTo>
                      <a:cubicBezTo>
                        <a:pt x="7625" y="1734"/>
                        <a:pt x="5892" y="1"/>
                        <a:pt x="381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598" name="Google Shape;1598;p18"/>
                <p:cNvSpPr/>
                <p:nvPr/>
              </p:nvSpPr>
              <p:spPr>
                <a:xfrm>
                  <a:off x="2474975" y="3742775"/>
                  <a:ext cx="228425" cy="125650"/>
                </a:xfrm>
                <a:custGeom>
                  <a:rect b="b" l="l" r="r" t="t"/>
                  <a:pathLst>
                    <a:path extrusionOk="0" h="5026" w="9137">
                      <a:moveTo>
                        <a:pt x="1422" y="0"/>
                      </a:moveTo>
                      <a:cubicBezTo>
                        <a:pt x="918" y="0"/>
                        <a:pt x="416" y="160"/>
                        <a:pt x="0" y="457"/>
                      </a:cubicBezTo>
                      <a:lnTo>
                        <a:pt x="0" y="5025"/>
                      </a:lnTo>
                      <a:lnTo>
                        <a:pt x="5230" y="5025"/>
                      </a:lnTo>
                      <a:cubicBezTo>
                        <a:pt x="5923" y="5025"/>
                        <a:pt x="6490" y="4679"/>
                        <a:pt x="6900" y="4143"/>
                      </a:cubicBezTo>
                      <a:lnTo>
                        <a:pt x="8916" y="1245"/>
                      </a:lnTo>
                      <a:cubicBezTo>
                        <a:pt x="9137" y="930"/>
                        <a:pt x="9074" y="489"/>
                        <a:pt x="8727" y="268"/>
                      </a:cubicBezTo>
                      <a:cubicBezTo>
                        <a:pt x="8633" y="221"/>
                        <a:pt x="8517" y="196"/>
                        <a:pt x="8398" y="196"/>
                      </a:cubicBezTo>
                      <a:cubicBezTo>
                        <a:pt x="8196" y="196"/>
                        <a:pt x="7983" y="268"/>
                        <a:pt x="7845" y="426"/>
                      </a:cubicBezTo>
                      <a:lnTo>
                        <a:pt x="5955" y="2726"/>
                      </a:lnTo>
                      <a:cubicBezTo>
                        <a:pt x="5829" y="2883"/>
                        <a:pt x="5545" y="2978"/>
                        <a:pt x="5419" y="2978"/>
                      </a:cubicBezTo>
                      <a:lnTo>
                        <a:pt x="3119" y="2978"/>
                      </a:lnTo>
                      <a:cubicBezTo>
                        <a:pt x="2899" y="2978"/>
                        <a:pt x="2741" y="2820"/>
                        <a:pt x="2741" y="2631"/>
                      </a:cubicBezTo>
                      <a:cubicBezTo>
                        <a:pt x="2741" y="2411"/>
                        <a:pt x="2899" y="2253"/>
                        <a:pt x="3119" y="2253"/>
                      </a:cubicBezTo>
                      <a:lnTo>
                        <a:pt x="5198" y="2253"/>
                      </a:lnTo>
                      <a:cubicBezTo>
                        <a:pt x="5576" y="2253"/>
                        <a:pt x="5923" y="1938"/>
                        <a:pt x="5923" y="1560"/>
                      </a:cubicBezTo>
                      <a:cubicBezTo>
                        <a:pt x="5923" y="1150"/>
                        <a:pt x="5576" y="835"/>
                        <a:pt x="5198" y="835"/>
                      </a:cubicBezTo>
                      <a:lnTo>
                        <a:pt x="3340" y="835"/>
                      </a:lnTo>
                      <a:cubicBezTo>
                        <a:pt x="3182" y="835"/>
                        <a:pt x="3088" y="741"/>
                        <a:pt x="2962" y="615"/>
                      </a:cubicBezTo>
                      <a:cubicBezTo>
                        <a:pt x="2773" y="426"/>
                        <a:pt x="2520" y="300"/>
                        <a:pt x="2300" y="174"/>
                      </a:cubicBezTo>
                      <a:cubicBezTo>
                        <a:pt x="2019" y="56"/>
                        <a:pt x="1720" y="0"/>
                        <a:pt x="14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599" name="Google Shape;1599;p18"/>
              <p:cNvGrpSpPr/>
              <p:nvPr/>
            </p:nvGrpSpPr>
            <p:grpSpPr>
              <a:xfrm>
                <a:off x="3928021" y="4985473"/>
                <a:ext cx="501935" cy="499272"/>
                <a:chOff x="2404875" y="3955825"/>
                <a:chExt cx="296950" cy="295375"/>
              </a:xfrm>
            </p:grpSpPr>
            <p:sp>
              <p:nvSpPr>
                <p:cNvPr id="1600" name="Google Shape;1600;p18"/>
                <p:cNvSpPr/>
                <p:nvPr/>
              </p:nvSpPr>
              <p:spPr>
                <a:xfrm>
                  <a:off x="2404875" y="3955825"/>
                  <a:ext cx="219775" cy="224500"/>
                </a:xfrm>
                <a:custGeom>
                  <a:rect b="b" l="l" r="r" t="t"/>
                  <a:pathLst>
                    <a:path extrusionOk="0" h="8980" w="8791">
                      <a:moveTo>
                        <a:pt x="4537" y="0"/>
                      </a:moveTo>
                      <a:cubicBezTo>
                        <a:pt x="2048" y="0"/>
                        <a:pt x="0" y="2017"/>
                        <a:pt x="0" y="4506"/>
                      </a:cubicBezTo>
                      <a:cubicBezTo>
                        <a:pt x="0" y="6963"/>
                        <a:pt x="2048" y="8979"/>
                        <a:pt x="4537" y="8979"/>
                      </a:cubicBezTo>
                      <a:cubicBezTo>
                        <a:pt x="6459" y="8979"/>
                        <a:pt x="8160" y="7719"/>
                        <a:pt x="8790" y="5986"/>
                      </a:cubicBezTo>
                      <a:cubicBezTo>
                        <a:pt x="8633" y="5860"/>
                        <a:pt x="8443" y="5640"/>
                        <a:pt x="8286" y="5514"/>
                      </a:cubicBezTo>
                      <a:lnTo>
                        <a:pt x="7498" y="5514"/>
                      </a:lnTo>
                      <a:cubicBezTo>
                        <a:pt x="7057" y="6742"/>
                        <a:pt x="5923" y="7593"/>
                        <a:pt x="4568" y="7593"/>
                      </a:cubicBezTo>
                      <a:cubicBezTo>
                        <a:pt x="2836" y="7593"/>
                        <a:pt x="1481" y="6175"/>
                        <a:pt x="1481" y="4506"/>
                      </a:cubicBezTo>
                      <a:cubicBezTo>
                        <a:pt x="1481" y="2804"/>
                        <a:pt x="2867" y="1387"/>
                        <a:pt x="4568" y="1387"/>
                      </a:cubicBezTo>
                      <a:cubicBezTo>
                        <a:pt x="5923" y="1387"/>
                        <a:pt x="7057" y="2237"/>
                        <a:pt x="7498" y="3466"/>
                      </a:cubicBezTo>
                      <a:lnTo>
                        <a:pt x="8286" y="3466"/>
                      </a:lnTo>
                      <a:cubicBezTo>
                        <a:pt x="8443" y="3308"/>
                        <a:pt x="8633" y="3088"/>
                        <a:pt x="8790" y="2993"/>
                      </a:cubicBezTo>
                      <a:cubicBezTo>
                        <a:pt x="8160" y="1261"/>
                        <a:pt x="6522" y="0"/>
                        <a:pt x="453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1" name="Google Shape;1601;p18"/>
                <p:cNvSpPr/>
                <p:nvPr/>
              </p:nvSpPr>
              <p:spPr>
                <a:xfrm>
                  <a:off x="2510400" y="4024075"/>
                  <a:ext cx="191425" cy="87575"/>
                </a:xfrm>
                <a:custGeom>
                  <a:rect b="b" l="l" r="r" t="t"/>
                  <a:pathLst>
                    <a:path extrusionOk="0" h="3503" w="7657">
                      <a:moveTo>
                        <a:pt x="7260" y="0"/>
                      </a:moveTo>
                      <a:cubicBezTo>
                        <a:pt x="7232" y="0"/>
                        <a:pt x="7206" y="4"/>
                        <a:pt x="7184" y="11"/>
                      </a:cubicBezTo>
                      <a:lnTo>
                        <a:pt x="5073" y="736"/>
                      </a:lnTo>
                      <a:cubicBezTo>
                        <a:pt x="5042" y="736"/>
                        <a:pt x="5010" y="767"/>
                        <a:pt x="4947" y="799"/>
                      </a:cubicBezTo>
                      <a:lnTo>
                        <a:pt x="4380" y="1398"/>
                      </a:lnTo>
                      <a:lnTo>
                        <a:pt x="347" y="1398"/>
                      </a:lnTo>
                      <a:cubicBezTo>
                        <a:pt x="158" y="1398"/>
                        <a:pt x="1" y="1555"/>
                        <a:pt x="1" y="1744"/>
                      </a:cubicBezTo>
                      <a:cubicBezTo>
                        <a:pt x="1" y="1965"/>
                        <a:pt x="158" y="2122"/>
                        <a:pt x="347" y="2122"/>
                      </a:cubicBezTo>
                      <a:lnTo>
                        <a:pt x="4380" y="2122"/>
                      </a:lnTo>
                      <a:lnTo>
                        <a:pt x="4947" y="2689"/>
                      </a:lnTo>
                      <a:cubicBezTo>
                        <a:pt x="5010" y="2752"/>
                        <a:pt x="5042" y="2784"/>
                        <a:pt x="5073" y="2784"/>
                      </a:cubicBezTo>
                      <a:lnTo>
                        <a:pt x="7184" y="3477"/>
                      </a:lnTo>
                      <a:cubicBezTo>
                        <a:pt x="7210" y="3494"/>
                        <a:pt x="7242" y="3502"/>
                        <a:pt x="7275" y="3502"/>
                      </a:cubicBezTo>
                      <a:cubicBezTo>
                        <a:pt x="7362" y="3502"/>
                        <a:pt x="7462" y="3451"/>
                        <a:pt x="7531" y="3382"/>
                      </a:cubicBezTo>
                      <a:cubicBezTo>
                        <a:pt x="7594" y="3256"/>
                        <a:pt x="7657" y="3099"/>
                        <a:pt x="7562" y="2973"/>
                      </a:cubicBezTo>
                      <a:lnTo>
                        <a:pt x="6932" y="1744"/>
                      </a:lnTo>
                      <a:lnTo>
                        <a:pt x="7562" y="547"/>
                      </a:lnTo>
                      <a:cubicBezTo>
                        <a:pt x="7657" y="389"/>
                        <a:pt x="7594" y="232"/>
                        <a:pt x="7531" y="137"/>
                      </a:cubicBezTo>
                      <a:cubicBezTo>
                        <a:pt x="7458" y="41"/>
                        <a:pt x="7349" y="0"/>
                        <a:pt x="72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2" name="Google Shape;1602;p18"/>
                <p:cNvSpPr/>
                <p:nvPr/>
              </p:nvSpPr>
              <p:spPr>
                <a:xfrm>
                  <a:off x="2424550" y="4188175"/>
                  <a:ext cx="189050" cy="63025"/>
                </a:xfrm>
                <a:custGeom>
                  <a:rect b="b" l="l" r="r" t="t"/>
                  <a:pathLst>
                    <a:path extrusionOk="0" h="2521" w="7562">
                      <a:moveTo>
                        <a:pt x="1828" y="0"/>
                      </a:moveTo>
                      <a:lnTo>
                        <a:pt x="1482" y="1135"/>
                      </a:lnTo>
                      <a:lnTo>
                        <a:pt x="1040" y="1135"/>
                      </a:lnTo>
                      <a:cubicBezTo>
                        <a:pt x="442" y="1135"/>
                        <a:pt x="1" y="1607"/>
                        <a:pt x="1" y="2174"/>
                      </a:cubicBezTo>
                      <a:cubicBezTo>
                        <a:pt x="1" y="2363"/>
                        <a:pt x="158" y="2521"/>
                        <a:pt x="379" y="2521"/>
                      </a:cubicBezTo>
                      <a:lnTo>
                        <a:pt x="7310" y="2521"/>
                      </a:lnTo>
                      <a:cubicBezTo>
                        <a:pt x="7404" y="2489"/>
                        <a:pt x="7562" y="2363"/>
                        <a:pt x="7562" y="2174"/>
                      </a:cubicBezTo>
                      <a:cubicBezTo>
                        <a:pt x="7562" y="1576"/>
                        <a:pt x="7089" y="1135"/>
                        <a:pt x="6554" y="1135"/>
                      </a:cubicBezTo>
                      <a:lnTo>
                        <a:pt x="6113" y="1135"/>
                      </a:lnTo>
                      <a:lnTo>
                        <a:pt x="5766" y="0"/>
                      </a:lnTo>
                      <a:cubicBezTo>
                        <a:pt x="5168" y="252"/>
                        <a:pt x="4506" y="410"/>
                        <a:pt x="3781" y="410"/>
                      </a:cubicBezTo>
                      <a:cubicBezTo>
                        <a:pt x="3088" y="410"/>
                        <a:pt x="2427" y="252"/>
                        <a:pt x="182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3" name="Google Shape;1603;p18"/>
                <p:cNvSpPr/>
                <p:nvPr/>
              </p:nvSpPr>
              <p:spPr>
                <a:xfrm>
                  <a:off x="2457625" y="4007025"/>
                  <a:ext cx="115025" cy="122100"/>
                </a:xfrm>
                <a:custGeom>
                  <a:rect b="b" l="l" r="r" t="t"/>
                  <a:pathLst>
                    <a:path extrusionOk="0" h="4884" w="4601">
                      <a:moveTo>
                        <a:pt x="2427" y="0"/>
                      </a:moveTo>
                      <a:cubicBezTo>
                        <a:pt x="1104" y="0"/>
                        <a:pt x="1" y="1103"/>
                        <a:pt x="1" y="2458"/>
                      </a:cubicBezTo>
                      <a:cubicBezTo>
                        <a:pt x="1" y="3781"/>
                        <a:pt x="1104" y="4884"/>
                        <a:pt x="2427" y="4884"/>
                      </a:cubicBezTo>
                      <a:cubicBezTo>
                        <a:pt x="3404" y="4884"/>
                        <a:pt x="4254" y="4348"/>
                        <a:pt x="4601" y="3497"/>
                      </a:cubicBezTo>
                      <a:lnTo>
                        <a:pt x="2427" y="3497"/>
                      </a:lnTo>
                      <a:cubicBezTo>
                        <a:pt x="1828" y="3497"/>
                        <a:pt x="1419" y="3025"/>
                        <a:pt x="1419" y="2489"/>
                      </a:cubicBezTo>
                      <a:cubicBezTo>
                        <a:pt x="1356" y="1859"/>
                        <a:pt x="1828" y="1386"/>
                        <a:pt x="2427" y="1386"/>
                      </a:cubicBezTo>
                      <a:lnTo>
                        <a:pt x="4601" y="1386"/>
                      </a:lnTo>
                      <a:cubicBezTo>
                        <a:pt x="4191" y="567"/>
                        <a:pt x="3372" y="0"/>
                        <a:pt x="24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04" name="Google Shape;1604;p18"/>
              <p:cNvGrpSpPr/>
              <p:nvPr/>
            </p:nvGrpSpPr>
            <p:grpSpPr>
              <a:xfrm>
                <a:off x="7113025" y="3748020"/>
                <a:ext cx="499315" cy="500625"/>
                <a:chOff x="4263650" y="3235150"/>
                <a:chExt cx="295400" cy="296175"/>
              </a:xfrm>
            </p:grpSpPr>
            <p:sp>
              <p:nvSpPr>
                <p:cNvPr id="1605" name="Google Shape;1605;p18"/>
                <p:cNvSpPr/>
                <p:nvPr/>
              </p:nvSpPr>
              <p:spPr>
                <a:xfrm>
                  <a:off x="4393625" y="3391100"/>
                  <a:ext cx="35450" cy="35475"/>
                </a:xfrm>
                <a:custGeom>
                  <a:rect b="b" l="l" r="r" t="t"/>
                  <a:pathLst>
                    <a:path extrusionOk="0" h="1419" w="1418">
                      <a:moveTo>
                        <a:pt x="725" y="1"/>
                      </a:moveTo>
                      <a:cubicBezTo>
                        <a:pt x="315" y="1"/>
                        <a:pt x="0" y="316"/>
                        <a:pt x="0" y="694"/>
                      </a:cubicBezTo>
                      <a:cubicBezTo>
                        <a:pt x="63" y="1103"/>
                        <a:pt x="315" y="1418"/>
                        <a:pt x="725" y="1418"/>
                      </a:cubicBezTo>
                      <a:cubicBezTo>
                        <a:pt x="1103" y="1418"/>
                        <a:pt x="1418" y="1103"/>
                        <a:pt x="1418" y="694"/>
                      </a:cubicBez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6" name="Google Shape;1606;p18"/>
                <p:cNvSpPr/>
                <p:nvPr/>
              </p:nvSpPr>
              <p:spPr>
                <a:xfrm>
                  <a:off x="4377075" y="3443875"/>
                  <a:ext cx="70125" cy="34675"/>
                </a:xfrm>
                <a:custGeom>
                  <a:rect b="b" l="l" r="r" t="t"/>
                  <a:pathLst>
                    <a:path extrusionOk="0" h="1387" w="2805">
                      <a:moveTo>
                        <a:pt x="1387" y="0"/>
                      </a:moveTo>
                      <a:cubicBezTo>
                        <a:pt x="631" y="0"/>
                        <a:pt x="1" y="630"/>
                        <a:pt x="1" y="1387"/>
                      </a:cubicBezTo>
                      <a:lnTo>
                        <a:pt x="2805" y="1387"/>
                      </a:lnTo>
                      <a:cubicBezTo>
                        <a:pt x="2805" y="630"/>
                        <a:pt x="2174" y="0"/>
                        <a:pt x="138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7" name="Google Shape;1607;p18"/>
                <p:cNvSpPr/>
                <p:nvPr/>
              </p:nvSpPr>
              <p:spPr>
                <a:xfrm>
                  <a:off x="4333750" y="3357225"/>
                  <a:ext cx="156775" cy="174100"/>
                </a:xfrm>
                <a:custGeom>
                  <a:rect b="b" l="l" r="r" t="t"/>
                  <a:pathLst>
                    <a:path extrusionOk="0" h="6964" w="6271">
                      <a:moveTo>
                        <a:pt x="3088" y="725"/>
                      </a:moveTo>
                      <a:cubicBezTo>
                        <a:pt x="3813" y="725"/>
                        <a:pt x="4506" y="1356"/>
                        <a:pt x="4506" y="2080"/>
                      </a:cubicBezTo>
                      <a:cubicBezTo>
                        <a:pt x="4506" y="2458"/>
                        <a:pt x="4348" y="2805"/>
                        <a:pt x="4096" y="3025"/>
                      </a:cubicBezTo>
                      <a:cubicBezTo>
                        <a:pt x="4727" y="3372"/>
                        <a:pt x="5168" y="4065"/>
                        <a:pt x="5168" y="4853"/>
                      </a:cubicBezTo>
                      <a:lnTo>
                        <a:pt x="5168" y="5199"/>
                      </a:lnTo>
                      <a:cubicBezTo>
                        <a:pt x="5168" y="5388"/>
                        <a:pt x="5010" y="5546"/>
                        <a:pt x="4821" y="5546"/>
                      </a:cubicBezTo>
                      <a:lnTo>
                        <a:pt x="1293" y="5546"/>
                      </a:lnTo>
                      <a:cubicBezTo>
                        <a:pt x="1103" y="5546"/>
                        <a:pt x="946" y="5388"/>
                        <a:pt x="946" y="5199"/>
                      </a:cubicBezTo>
                      <a:lnTo>
                        <a:pt x="946" y="4853"/>
                      </a:lnTo>
                      <a:lnTo>
                        <a:pt x="1040" y="4853"/>
                      </a:lnTo>
                      <a:cubicBezTo>
                        <a:pt x="1040" y="4065"/>
                        <a:pt x="1450" y="3403"/>
                        <a:pt x="2080" y="3025"/>
                      </a:cubicBezTo>
                      <a:cubicBezTo>
                        <a:pt x="1860" y="2805"/>
                        <a:pt x="1702" y="2458"/>
                        <a:pt x="1702" y="2080"/>
                      </a:cubicBezTo>
                      <a:cubicBezTo>
                        <a:pt x="1702" y="1356"/>
                        <a:pt x="2332" y="725"/>
                        <a:pt x="3088" y="725"/>
                      </a:cubicBezTo>
                      <a:close/>
                      <a:moveTo>
                        <a:pt x="1" y="1"/>
                      </a:moveTo>
                      <a:lnTo>
                        <a:pt x="1" y="6617"/>
                      </a:lnTo>
                      <a:cubicBezTo>
                        <a:pt x="1" y="6806"/>
                        <a:pt x="158" y="6963"/>
                        <a:pt x="347" y="6963"/>
                      </a:cubicBezTo>
                      <a:lnTo>
                        <a:pt x="5924" y="6963"/>
                      </a:lnTo>
                      <a:cubicBezTo>
                        <a:pt x="6113" y="6963"/>
                        <a:pt x="6270" y="6806"/>
                        <a:pt x="6270" y="6617"/>
                      </a:cubicBezTo>
                      <a:lnTo>
                        <a:pt x="627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8" name="Google Shape;1608;p18"/>
                <p:cNvSpPr/>
                <p:nvPr/>
              </p:nvSpPr>
              <p:spPr>
                <a:xfrm>
                  <a:off x="4316425" y="3235150"/>
                  <a:ext cx="191425" cy="35475"/>
                </a:xfrm>
                <a:custGeom>
                  <a:rect b="b" l="l" r="r" t="t"/>
                  <a:pathLst>
                    <a:path extrusionOk="0" h="1419" w="7657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lnTo>
                        <a:pt x="1" y="1418"/>
                      </a:lnTo>
                      <a:lnTo>
                        <a:pt x="7625" y="1418"/>
                      </a:lnTo>
                      <a:lnTo>
                        <a:pt x="7625" y="347"/>
                      </a:lnTo>
                      <a:lnTo>
                        <a:pt x="7656" y="347"/>
                      </a:lnTo>
                      <a:cubicBezTo>
                        <a:pt x="7656" y="158"/>
                        <a:pt x="7499" y="1"/>
                        <a:pt x="731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09" name="Google Shape;1609;p18"/>
                <p:cNvSpPr/>
                <p:nvPr/>
              </p:nvSpPr>
              <p:spPr>
                <a:xfrm>
                  <a:off x="4263650" y="3288700"/>
                  <a:ext cx="295400" cy="137875"/>
                </a:xfrm>
                <a:custGeom>
                  <a:rect b="b" l="l" r="r" t="t"/>
                  <a:pathLst>
                    <a:path extrusionOk="0" h="5515" w="11816">
                      <a:moveTo>
                        <a:pt x="10082" y="662"/>
                      </a:moveTo>
                      <a:cubicBezTo>
                        <a:pt x="10303" y="662"/>
                        <a:pt x="10461" y="820"/>
                        <a:pt x="10461" y="1009"/>
                      </a:cubicBezTo>
                      <a:cubicBezTo>
                        <a:pt x="10461" y="1198"/>
                        <a:pt x="10303" y="1356"/>
                        <a:pt x="10082" y="1356"/>
                      </a:cubicBezTo>
                      <a:cubicBezTo>
                        <a:pt x="9893" y="1356"/>
                        <a:pt x="9736" y="1198"/>
                        <a:pt x="9736" y="1009"/>
                      </a:cubicBezTo>
                      <a:cubicBezTo>
                        <a:pt x="9767" y="820"/>
                        <a:pt x="9893" y="662"/>
                        <a:pt x="10082" y="662"/>
                      </a:cubicBezTo>
                      <a:close/>
                      <a:moveTo>
                        <a:pt x="1041" y="1"/>
                      </a:moveTo>
                      <a:cubicBezTo>
                        <a:pt x="442" y="1"/>
                        <a:pt x="1" y="442"/>
                        <a:pt x="1" y="1009"/>
                      </a:cubicBezTo>
                      <a:lnTo>
                        <a:pt x="1" y="4475"/>
                      </a:lnTo>
                      <a:cubicBezTo>
                        <a:pt x="1" y="5073"/>
                        <a:pt x="473" y="5514"/>
                        <a:pt x="1041" y="5514"/>
                      </a:cubicBezTo>
                      <a:lnTo>
                        <a:pt x="2112" y="5514"/>
                      </a:lnTo>
                      <a:lnTo>
                        <a:pt x="2112" y="2395"/>
                      </a:lnTo>
                      <a:cubicBezTo>
                        <a:pt x="2112" y="2206"/>
                        <a:pt x="2269" y="2049"/>
                        <a:pt x="2458" y="2049"/>
                      </a:cubicBezTo>
                      <a:lnTo>
                        <a:pt x="9421" y="2049"/>
                      </a:lnTo>
                      <a:cubicBezTo>
                        <a:pt x="9610" y="2049"/>
                        <a:pt x="9767" y="2206"/>
                        <a:pt x="9767" y="2395"/>
                      </a:cubicBezTo>
                      <a:lnTo>
                        <a:pt x="9767" y="5514"/>
                      </a:lnTo>
                      <a:lnTo>
                        <a:pt x="10807" y="5514"/>
                      </a:lnTo>
                      <a:cubicBezTo>
                        <a:pt x="11406" y="5514"/>
                        <a:pt x="11815" y="5042"/>
                        <a:pt x="11815" y="4475"/>
                      </a:cubicBezTo>
                      <a:lnTo>
                        <a:pt x="11815" y="1009"/>
                      </a:lnTo>
                      <a:cubicBezTo>
                        <a:pt x="11815" y="410"/>
                        <a:pt x="11343" y="1"/>
                        <a:pt x="1080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10" name="Google Shape;1610;p18"/>
              <p:cNvGrpSpPr/>
              <p:nvPr/>
            </p:nvGrpSpPr>
            <p:grpSpPr>
              <a:xfrm>
                <a:off x="7109712" y="4394041"/>
                <a:ext cx="505949" cy="468678"/>
                <a:chOff x="4266025" y="3609275"/>
                <a:chExt cx="299325" cy="277275"/>
              </a:xfrm>
            </p:grpSpPr>
            <p:sp>
              <p:nvSpPr>
                <p:cNvPr id="1611" name="Google Shape;1611;p18"/>
                <p:cNvSpPr/>
                <p:nvPr/>
              </p:nvSpPr>
              <p:spPr>
                <a:xfrm>
                  <a:off x="4266025" y="3609275"/>
                  <a:ext cx="299325" cy="224500"/>
                </a:xfrm>
                <a:custGeom>
                  <a:rect b="b" l="l" r="r" t="t"/>
                  <a:pathLst>
                    <a:path extrusionOk="0" h="8980" w="11973">
                      <a:moveTo>
                        <a:pt x="2017" y="3749"/>
                      </a:moveTo>
                      <a:lnTo>
                        <a:pt x="3119" y="5514"/>
                      </a:lnTo>
                      <a:lnTo>
                        <a:pt x="914" y="5514"/>
                      </a:lnTo>
                      <a:lnTo>
                        <a:pt x="2017" y="3749"/>
                      </a:lnTo>
                      <a:close/>
                      <a:moveTo>
                        <a:pt x="9641" y="3749"/>
                      </a:moveTo>
                      <a:lnTo>
                        <a:pt x="10744" y="5514"/>
                      </a:lnTo>
                      <a:lnTo>
                        <a:pt x="8538" y="5514"/>
                      </a:lnTo>
                      <a:lnTo>
                        <a:pt x="9641" y="3749"/>
                      </a:lnTo>
                      <a:close/>
                      <a:moveTo>
                        <a:pt x="5892" y="0"/>
                      </a:moveTo>
                      <a:cubicBezTo>
                        <a:pt x="5325" y="0"/>
                        <a:pt x="4852" y="473"/>
                        <a:pt x="4852" y="1040"/>
                      </a:cubicBezTo>
                      <a:lnTo>
                        <a:pt x="4852" y="1166"/>
                      </a:lnTo>
                      <a:lnTo>
                        <a:pt x="4537" y="1324"/>
                      </a:lnTo>
                      <a:cubicBezTo>
                        <a:pt x="3812" y="1733"/>
                        <a:pt x="3529" y="1891"/>
                        <a:pt x="3025" y="1954"/>
                      </a:cubicBezTo>
                      <a:cubicBezTo>
                        <a:pt x="2867" y="1607"/>
                        <a:pt x="2521" y="1324"/>
                        <a:pt x="2080" y="1324"/>
                      </a:cubicBezTo>
                      <a:cubicBezTo>
                        <a:pt x="1702" y="1324"/>
                        <a:pt x="1324" y="1576"/>
                        <a:pt x="1166" y="1922"/>
                      </a:cubicBezTo>
                      <a:cubicBezTo>
                        <a:pt x="946" y="1891"/>
                        <a:pt x="693" y="1796"/>
                        <a:pt x="504" y="1733"/>
                      </a:cubicBezTo>
                      <a:cubicBezTo>
                        <a:pt x="454" y="1708"/>
                        <a:pt x="403" y="1696"/>
                        <a:pt x="355" y="1696"/>
                      </a:cubicBezTo>
                      <a:cubicBezTo>
                        <a:pt x="223" y="1696"/>
                        <a:pt x="110" y="1784"/>
                        <a:pt x="63" y="1922"/>
                      </a:cubicBezTo>
                      <a:cubicBezTo>
                        <a:pt x="0" y="2111"/>
                        <a:pt x="63" y="2332"/>
                        <a:pt x="252" y="2363"/>
                      </a:cubicBezTo>
                      <a:cubicBezTo>
                        <a:pt x="536" y="2489"/>
                        <a:pt x="820" y="2552"/>
                        <a:pt x="1135" y="2615"/>
                      </a:cubicBezTo>
                      <a:cubicBezTo>
                        <a:pt x="1198" y="2867"/>
                        <a:pt x="1387" y="3119"/>
                        <a:pt x="1607" y="3277"/>
                      </a:cubicBezTo>
                      <a:lnTo>
                        <a:pt x="95" y="5671"/>
                      </a:lnTo>
                      <a:cubicBezTo>
                        <a:pt x="95" y="5703"/>
                        <a:pt x="63" y="5829"/>
                        <a:pt x="63" y="5860"/>
                      </a:cubicBezTo>
                      <a:lnTo>
                        <a:pt x="63" y="6238"/>
                      </a:lnTo>
                      <a:cubicBezTo>
                        <a:pt x="63" y="7372"/>
                        <a:pt x="1009" y="8318"/>
                        <a:pt x="2143" y="8318"/>
                      </a:cubicBezTo>
                      <a:cubicBezTo>
                        <a:pt x="3308" y="8318"/>
                        <a:pt x="4254" y="7372"/>
                        <a:pt x="4254" y="6238"/>
                      </a:cubicBezTo>
                      <a:lnTo>
                        <a:pt x="4254" y="5860"/>
                      </a:lnTo>
                      <a:cubicBezTo>
                        <a:pt x="4254" y="5829"/>
                        <a:pt x="4191" y="5703"/>
                        <a:pt x="4191" y="5671"/>
                      </a:cubicBezTo>
                      <a:lnTo>
                        <a:pt x="2710" y="3277"/>
                      </a:lnTo>
                      <a:cubicBezTo>
                        <a:pt x="2930" y="3151"/>
                        <a:pt x="3088" y="2930"/>
                        <a:pt x="3182" y="2647"/>
                      </a:cubicBezTo>
                      <a:cubicBezTo>
                        <a:pt x="3844" y="2521"/>
                        <a:pt x="4191" y="2363"/>
                        <a:pt x="4947" y="1922"/>
                      </a:cubicBezTo>
                      <a:lnTo>
                        <a:pt x="4947" y="8979"/>
                      </a:lnTo>
                      <a:lnTo>
                        <a:pt x="7089" y="8979"/>
                      </a:lnTo>
                      <a:lnTo>
                        <a:pt x="7089" y="1922"/>
                      </a:lnTo>
                      <a:cubicBezTo>
                        <a:pt x="7814" y="2332"/>
                        <a:pt x="8192" y="2521"/>
                        <a:pt x="8853" y="2647"/>
                      </a:cubicBezTo>
                      <a:cubicBezTo>
                        <a:pt x="8916" y="2899"/>
                        <a:pt x="9074" y="3119"/>
                        <a:pt x="9326" y="3277"/>
                      </a:cubicBezTo>
                      <a:lnTo>
                        <a:pt x="7814" y="5671"/>
                      </a:lnTo>
                      <a:cubicBezTo>
                        <a:pt x="7814" y="5703"/>
                        <a:pt x="7782" y="5829"/>
                        <a:pt x="7782" y="5860"/>
                      </a:cubicBezTo>
                      <a:lnTo>
                        <a:pt x="7782" y="6238"/>
                      </a:lnTo>
                      <a:cubicBezTo>
                        <a:pt x="7782" y="7372"/>
                        <a:pt x="8727" y="8318"/>
                        <a:pt x="9861" y="8318"/>
                      </a:cubicBezTo>
                      <a:cubicBezTo>
                        <a:pt x="11027" y="8318"/>
                        <a:pt x="11972" y="7372"/>
                        <a:pt x="11972" y="6238"/>
                      </a:cubicBezTo>
                      <a:lnTo>
                        <a:pt x="11972" y="5860"/>
                      </a:lnTo>
                      <a:cubicBezTo>
                        <a:pt x="11972" y="5829"/>
                        <a:pt x="11909" y="5703"/>
                        <a:pt x="11909" y="5671"/>
                      </a:cubicBezTo>
                      <a:lnTo>
                        <a:pt x="10429" y="3277"/>
                      </a:lnTo>
                      <a:cubicBezTo>
                        <a:pt x="10429" y="3151"/>
                        <a:pt x="10618" y="2930"/>
                        <a:pt x="10681" y="2615"/>
                      </a:cubicBezTo>
                      <a:cubicBezTo>
                        <a:pt x="10933" y="2521"/>
                        <a:pt x="11248" y="2458"/>
                        <a:pt x="11531" y="2363"/>
                      </a:cubicBezTo>
                      <a:cubicBezTo>
                        <a:pt x="11720" y="2300"/>
                        <a:pt x="11815" y="2080"/>
                        <a:pt x="11720" y="1922"/>
                      </a:cubicBezTo>
                      <a:cubicBezTo>
                        <a:pt x="11674" y="1784"/>
                        <a:pt x="11560" y="1696"/>
                        <a:pt x="11429" y="1696"/>
                      </a:cubicBezTo>
                      <a:cubicBezTo>
                        <a:pt x="11380" y="1696"/>
                        <a:pt x="11330" y="1708"/>
                        <a:pt x="11279" y="1733"/>
                      </a:cubicBezTo>
                      <a:cubicBezTo>
                        <a:pt x="11059" y="1796"/>
                        <a:pt x="10870" y="1891"/>
                        <a:pt x="10618" y="1922"/>
                      </a:cubicBezTo>
                      <a:cubicBezTo>
                        <a:pt x="10460" y="1576"/>
                        <a:pt x="10113" y="1324"/>
                        <a:pt x="9704" y="1324"/>
                      </a:cubicBezTo>
                      <a:cubicBezTo>
                        <a:pt x="9294" y="1324"/>
                        <a:pt x="8916" y="1576"/>
                        <a:pt x="8790" y="1954"/>
                      </a:cubicBezTo>
                      <a:cubicBezTo>
                        <a:pt x="8255" y="1891"/>
                        <a:pt x="8003" y="1733"/>
                        <a:pt x="7278" y="1324"/>
                      </a:cubicBezTo>
                      <a:lnTo>
                        <a:pt x="6963" y="1166"/>
                      </a:lnTo>
                      <a:lnTo>
                        <a:pt x="6963" y="1040"/>
                      </a:lnTo>
                      <a:cubicBezTo>
                        <a:pt x="6963" y="441"/>
                        <a:pt x="6490" y="0"/>
                        <a:pt x="589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2" name="Google Shape;1612;p18"/>
                <p:cNvSpPr/>
                <p:nvPr/>
              </p:nvSpPr>
              <p:spPr>
                <a:xfrm>
                  <a:off x="4332975" y="3851850"/>
                  <a:ext cx="157550" cy="34700"/>
                </a:xfrm>
                <a:custGeom>
                  <a:rect b="b" l="l" r="r" t="t"/>
                  <a:pathLst>
                    <a:path extrusionOk="0" h="1388" w="6302">
                      <a:moveTo>
                        <a:pt x="693" y="1"/>
                      </a:moveTo>
                      <a:cubicBezTo>
                        <a:pt x="315" y="1"/>
                        <a:pt x="0" y="316"/>
                        <a:pt x="0" y="694"/>
                      </a:cubicBezTo>
                      <a:lnTo>
                        <a:pt x="0" y="1040"/>
                      </a:lnTo>
                      <a:cubicBezTo>
                        <a:pt x="0" y="1261"/>
                        <a:pt x="158" y="1387"/>
                        <a:pt x="347" y="1387"/>
                      </a:cubicBezTo>
                      <a:lnTo>
                        <a:pt x="5955" y="1387"/>
                      </a:lnTo>
                      <a:cubicBezTo>
                        <a:pt x="6144" y="1356"/>
                        <a:pt x="6301" y="1198"/>
                        <a:pt x="6301" y="1040"/>
                      </a:cubicBezTo>
                      <a:lnTo>
                        <a:pt x="6301" y="694"/>
                      </a:lnTo>
                      <a:cubicBezTo>
                        <a:pt x="6301" y="316"/>
                        <a:pt x="5986" y="1"/>
                        <a:pt x="557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13" name="Google Shape;1613;p18"/>
              <p:cNvGrpSpPr/>
              <p:nvPr/>
            </p:nvGrpSpPr>
            <p:grpSpPr>
              <a:xfrm>
                <a:off x="7110367" y="4985473"/>
                <a:ext cx="504639" cy="499272"/>
                <a:chOff x="4263650" y="3963700"/>
                <a:chExt cx="298550" cy="295375"/>
              </a:xfrm>
            </p:grpSpPr>
            <p:sp>
              <p:nvSpPr>
                <p:cNvPr id="1614" name="Google Shape;1614;p18"/>
                <p:cNvSpPr/>
                <p:nvPr/>
              </p:nvSpPr>
              <p:spPr>
                <a:xfrm>
                  <a:off x="4384950" y="3963700"/>
                  <a:ext cx="53575" cy="51225"/>
                </a:xfrm>
                <a:custGeom>
                  <a:rect b="b" l="l" r="r" t="t"/>
                  <a:pathLst>
                    <a:path extrusionOk="0" h="2049" w="2143">
                      <a:moveTo>
                        <a:pt x="1072" y="1"/>
                      </a:moveTo>
                      <a:cubicBezTo>
                        <a:pt x="473" y="1"/>
                        <a:pt x="1" y="473"/>
                        <a:pt x="1" y="1040"/>
                      </a:cubicBezTo>
                      <a:cubicBezTo>
                        <a:pt x="1" y="1607"/>
                        <a:pt x="473" y="2048"/>
                        <a:pt x="1072" y="2048"/>
                      </a:cubicBezTo>
                      <a:cubicBezTo>
                        <a:pt x="1670" y="2048"/>
                        <a:pt x="2143" y="1576"/>
                        <a:pt x="2143" y="1040"/>
                      </a:cubicBezTo>
                      <a:cubicBezTo>
                        <a:pt x="2143" y="442"/>
                        <a:pt x="1670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5" name="Google Shape;1615;p18"/>
                <p:cNvSpPr/>
                <p:nvPr/>
              </p:nvSpPr>
              <p:spPr>
                <a:xfrm>
                  <a:off x="4315650" y="4136975"/>
                  <a:ext cx="51200" cy="51225"/>
                </a:xfrm>
                <a:custGeom>
                  <a:rect b="b" l="l" r="r" t="t"/>
                  <a:pathLst>
                    <a:path extrusionOk="0" h="2049" w="2048">
                      <a:moveTo>
                        <a:pt x="1040" y="1"/>
                      </a:moveTo>
                      <a:cubicBezTo>
                        <a:pt x="473" y="1"/>
                        <a:pt x="0" y="473"/>
                        <a:pt x="0" y="1040"/>
                      </a:cubicBezTo>
                      <a:cubicBezTo>
                        <a:pt x="0" y="1576"/>
                        <a:pt x="473" y="2048"/>
                        <a:pt x="1040" y="2048"/>
                      </a:cubicBezTo>
                      <a:cubicBezTo>
                        <a:pt x="1607" y="2048"/>
                        <a:pt x="2048" y="1576"/>
                        <a:pt x="2048" y="1040"/>
                      </a:cubicBezTo>
                      <a:cubicBezTo>
                        <a:pt x="2048" y="473"/>
                        <a:pt x="1607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6" name="Google Shape;1616;p18"/>
                <p:cNvSpPr/>
                <p:nvPr/>
              </p:nvSpPr>
              <p:spPr>
                <a:xfrm>
                  <a:off x="4455850" y="4136975"/>
                  <a:ext cx="51200" cy="51225"/>
                </a:xfrm>
                <a:custGeom>
                  <a:rect b="b" l="l" r="r" t="t"/>
                  <a:pathLst>
                    <a:path extrusionOk="0" h="2049" w="2048">
                      <a:moveTo>
                        <a:pt x="1040" y="1"/>
                      </a:moveTo>
                      <a:cubicBezTo>
                        <a:pt x="473" y="1"/>
                        <a:pt x="0" y="473"/>
                        <a:pt x="0" y="1040"/>
                      </a:cubicBezTo>
                      <a:cubicBezTo>
                        <a:pt x="0" y="1576"/>
                        <a:pt x="473" y="2048"/>
                        <a:pt x="1040" y="2048"/>
                      </a:cubicBezTo>
                      <a:cubicBezTo>
                        <a:pt x="1575" y="2048"/>
                        <a:pt x="2048" y="1576"/>
                        <a:pt x="2048" y="1040"/>
                      </a:cubicBezTo>
                      <a:cubicBezTo>
                        <a:pt x="2048" y="473"/>
                        <a:pt x="1575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7" name="Google Shape;1617;p18"/>
                <p:cNvSpPr/>
                <p:nvPr/>
              </p:nvSpPr>
              <p:spPr>
                <a:xfrm>
                  <a:off x="4263650" y="4085000"/>
                  <a:ext cx="298550" cy="122100"/>
                </a:xfrm>
                <a:custGeom>
                  <a:rect b="b" l="l" r="r" t="t"/>
                  <a:pathLst>
                    <a:path extrusionOk="0" h="4884" w="11942">
                      <a:moveTo>
                        <a:pt x="1545" y="0"/>
                      </a:moveTo>
                      <a:cubicBezTo>
                        <a:pt x="1041" y="0"/>
                        <a:pt x="599" y="347"/>
                        <a:pt x="505" y="851"/>
                      </a:cubicBezTo>
                      <a:lnTo>
                        <a:pt x="64" y="3655"/>
                      </a:lnTo>
                      <a:cubicBezTo>
                        <a:pt x="1" y="3970"/>
                        <a:pt x="95" y="4253"/>
                        <a:pt x="284" y="4474"/>
                      </a:cubicBezTo>
                      <a:cubicBezTo>
                        <a:pt x="410" y="4631"/>
                        <a:pt x="599" y="4757"/>
                        <a:pt x="788" y="4789"/>
                      </a:cubicBezTo>
                      <a:cubicBezTo>
                        <a:pt x="1009" y="4442"/>
                        <a:pt x="1324" y="4127"/>
                        <a:pt x="1639" y="3938"/>
                      </a:cubicBezTo>
                      <a:cubicBezTo>
                        <a:pt x="1513" y="3686"/>
                        <a:pt x="1419" y="3434"/>
                        <a:pt x="1419" y="3151"/>
                      </a:cubicBezTo>
                      <a:cubicBezTo>
                        <a:pt x="1419" y="2206"/>
                        <a:pt x="2206" y="1418"/>
                        <a:pt x="3151" y="1418"/>
                      </a:cubicBezTo>
                      <a:cubicBezTo>
                        <a:pt x="4097" y="1418"/>
                        <a:pt x="4884" y="2206"/>
                        <a:pt x="4884" y="3151"/>
                      </a:cubicBezTo>
                      <a:cubicBezTo>
                        <a:pt x="4884" y="3434"/>
                        <a:pt x="4821" y="3686"/>
                        <a:pt x="4695" y="3938"/>
                      </a:cubicBezTo>
                      <a:cubicBezTo>
                        <a:pt x="5042" y="4159"/>
                        <a:pt x="5325" y="4474"/>
                        <a:pt x="5577" y="4883"/>
                      </a:cubicBezTo>
                      <a:lnTo>
                        <a:pt x="6396" y="4883"/>
                      </a:lnTo>
                      <a:cubicBezTo>
                        <a:pt x="6585" y="4537"/>
                        <a:pt x="6900" y="4159"/>
                        <a:pt x="7247" y="3938"/>
                      </a:cubicBezTo>
                      <a:cubicBezTo>
                        <a:pt x="7152" y="3686"/>
                        <a:pt x="7058" y="3434"/>
                        <a:pt x="7058" y="3151"/>
                      </a:cubicBezTo>
                      <a:cubicBezTo>
                        <a:pt x="7058" y="2206"/>
                        <a:pt x="7846" y="1418"/>
                        <a:pt x="8791" y="1418"/>
                      </a:cubicBezTo>
                      <a:cubicBezTo>
                        <a:pt x="9736" y="1418"/>
                        <a:pt x="10524" y="2206"/>
                        <a:pt x="10524" y="3151"/>
                      </a:cubicBezTo>
                      <a:cubicBezTo>
                        <a:pt x="10524" y="3434"/>
                        <a:pt x="10461" y="3686"/>
                        <a:pt x="10334" y="3938"/>
                      </a:cubicBezTo>
                      <a:cubicBezTo>
                        <a:pt x="10681" y="4159"/>
                        <a:pt x="10965" y="4442"/>
                        <a:pt x="11154" y="4789"/>
                      </a:cubicBezTo>
                      <a:cubicBezTo>
                        <a:pt x="11343" y="4757"/>
                        <a:pt x="11563" y="4631"/>
                        <a:pt x="11658" y="4474"/>
                      </a:cubicBezTo>
                      <a:cubicBezTo>
                        <a:pt x="11878" y="4253"/>
                        <a:pt x="11941" y="3938"/>
                        <a:pt x="11910" y="3655"/>
                      </a:cubicBezTo>
                      <a:lnTo>
                        <a:pt x="11343" y="851"/>
                      </a:lnTo>
                      <a:cubicBezTo>
                        <a:pt x="11280" y="347"/>
                        <a:pt x="10839" y="0"/>
                        <a:pt x="1033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8" name="Google Shape;1618;p18"/>
                <p:cNvSpPr/>
                <p:nvPr/>
              </p:nvSpPr>
              <p:spPr>
                <a:xfrm>
                  <a:off x="4431425" y="4196825"/>
                  <a:ext cx="104000" cy="62250"/>
                </a:xfrm>
                <a:custGeom>
                  <a:rect b="b" l="l" r="r" t="t"/>
                  <a:pathLst>
                    <a:path extrusionOk="0" h="2490" w="4160">
                      <a:moveTo>
                        <a:pt x="977" y="1"/>
                      </a:moveTo>
                      <a:cubicBezTo>
                        <a:pt x="536" y="284"/>
                        <a:pt x="189" y="694"/>
                        <a:pt x="63" y="1198"/>
                      </a:cubicBezTo>
                      <a:cubicBezTo>
                        <a:pt x="32" y="1387"/>
                        <a:pt x="0" y="1576"/>
                        <a:pt x="0" y="1797"/>
                      </a:cubicBezTo>
                      <a:lnTo>
                        <a:pt x="0" y="2143"/>
                      </a:lnTo>
                      <a:cubicBezTo>
                        <a:pt x="0" y="2332"/>
                        <a:pt x="158" y="2490"/>
                        <a:pt x="347" y="2490"/>
                      </a:cubicBezTo>
                      <a:lnTo>
                        <a:pt x="3813" y="2490"/>
                      </a:lnTo>
                      <a:cubicBezTo>
                        <a:pt x="4002" y="2490"/>
                        <a:pt x="4159" y="2332"/>
                        <a:pt x="4159" y="2143"/>
                      </a:cubicBezTo>
                      <a:lnTo>
                        <a:pt x="4159" y="1797"/>
                      </a:lnTo>
                      <a:cubicBezTo>
                        <a:pt x="4096" y="1576"/>
                        <a:pt x="4065" y="1356"/>
                        <a:pt x="4002" y="1198"/>
                      </a:cubicBezTo>
                      <a:cubicBezTo>
                        <a:pt x="3844" y="694"/>
                        <a:pt x="3529" y="284"/>
                        <a:pt x="3119" y="1"/>
                      </a:cubicBezTo>
                      <a:cubicBezTo>
                        <a:pt x="2804" y="253"/>
                        <a:pt x="2426" y="410"/>
                        <a:pt x="2048" y="410"/>
                      </a:cubicBezTo>
                      <a:cubicBezTo>
                        <a:pt x="1639" y="410"/>
                        <a:pt x="1261" y="253"/>
                        <a:pt x="97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19" name="Google Shape;1619;p18"/>
                <p:cNvSpPr/>
                <p:nvPr/>
              </p:nvSpPr>
              <p:spPr>
                <a:xfrm>
                  <a:off x="4359750" y="4022775"/>
                  <a:ext cx="104775" cy="44125"/>
                </a:xfrm>
                <a:custGeom>
                  <a:rect b="b" l="l" r="r" t="t"/>
                  <a:pathLst>
                    <a:path extrusionOk="0" h="1765" w="4191">
                      <a:moveTo>
                        <a:pt x="1009" y="0"/>
                      </a:moveTo>
                      <a:cubicBezTo>
                        <a:pt x="379" y="347"/>
                        <a:pt x="0" y="1040"/>
                        <a:pt x="0" y="1765"/>
                      </a:cubicBezTo>
                      <a:lnTo>
                        <a:pt x="4191" y="1765"/>
                      </a:lnTo>
                      <a:cubicBezTo>
                        <a:pt x="4191" y="1040"/>
                        <a:pt x="3813" y="347"/>
                        <a:pt x="3214" y="0"/>
                      </a:cubicBezTo>
                      <a:cubicBezTo>
                        <a:pt x="2899" y="252"/>
                        <a:pt x="2521" y="378"/>
                        <a:pt x="2111" y="378"/>
                      </a:cubicBezTo>
                      <a:cubicBezTo>
                        <a:pt x="1733" y="378"/>
                        <a:pt x="1324" y="252"/>
                        <a:pt x="10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0" name="Google Shape;1620;p18"/>
                <p:cNvSpPr/>
                <p:nvPr/>
              </p:nvSpPr>
              <p:spPr>
                <a:xfrm>
                  <a:off x="4291225" y="4196825"/>
                  <a:ext cx="102425" cy="62250"/>
                </a:xfrm>
                <a:custGeom>
                  <a:rect b="b" l="l" r="r" t="t"/>
                  <a:pathLst>
                    <a:path extrusionOk="0" h="2490" w="4097">
                      <a:moveTo>
                        <a:pt x="1009" y="1"/>
                      </a:moveTo>
                      <a:cubicBezTo>
                        <a:pt x="568" y="284"/>
                        <a:pt x="221" y="694"/>
                        <a:pt x="95" y="1198"/>
                      </a:cubicBezTo>
                      <a:cubicBezTo>
                        <a:pt x="64" y="1387"/>
                        <a:pt x="1" y="1576"/>
                        <a:pt x="1" y="1797"/>
                      </a:cubicBezTo>
                      <a:lnTo>
                        <a:pt x="1" y="2143"/>
                      </a:lnTo>
                      <a:cubicBezTo>
                        <a:pt x="1" y="2332"/>
                        <a:pt x="158" y="2490"/>
                        <a:pt x="379" y="2490"/>
                      </a:cubicBezTo>
                      <a:lnTo>
                        <a:pt x="3844" y="2490"/>
                      </a:lnTo>
                      <a:cubicBezTo>
                        <a:pt x="3939" y="2490"/>
                        <a:pt x="4096" y="2332"/>
                        <a:pt x="4096" y="2143"/>
                      </a:cubicBezTo>
                      <a:lnTo>
                        <a:pt x="4096" y="1797"/>
                      </a:lnTo>
                      <a:cubicBezTo>
                        <a:pt x="4096" y="1576"/>
                        <a:pt x="4065" y="1356"/>
                        <a:pt x="4033" y="1198"/>
                      </a:cubicBezTo>
                      <a:cubicBezTo>
                        <a:pt x="3876" y="694"/>
                        <a:pt x="3561" y="284"/>
                        <a:pt x="3120" y="1"/>
                      </a:cubicBezTo>
                      <a:cubicBezTo>
                        <a:pt x="2804" y="253"/>
                        <a:pt x="2458" y="410"/>
                        <a:pt x="2048" y="410"/>
                      </a:cubicBezTo>
                      <a:cubicBezTo>
                        <a:pt x="1670" y="410"/>
                        <a:pt x="1261" y="253"/>
                        <a:pt x="100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21" name="Google Shape;1621;p18"/>
              <p:cNvGrpSpPr/>
              <p:nvPr/>
            </p:nvGrpSpPr>
            <p:grpSpPr>
              <a:xfrm>
                <a:off x="10368433" y="3748019"/>
                <a:ext cx="323566" cy="500625"/>
                <a:chOff x="6164975" y="3211525"/>
                <a:chExt cx="191425" cy="296175"/>
              </a:xfrm>
            </p:grpSpPr>
            <p:sp>
              <p:nvSpPr>
                <p:cNvPr id="1622" name="Google Shape;1622;p18"/>
                <p:cNvSpPr/>
                <p:nvPr/>
              </p:nvSpPr>
              <p:spPr>
                <a:xfrm>
                  <a:off x="6269750" y="3371400"/>
                  <a:ext cx="68525" cy="84300"/>
                </a:xfrm>
                <a:custGeom>
                  <a:rect b="b" l="l" r="r" t="t"/>
                  <a:pathLst>
                    <a:path extrusionOk="0" h="3372" w="2741">
                      <a:moveTo>
                        <a:pt x="1670" y="1"/>
                      </a:moveTo>
                      <a:cubicBezTo>
                        <a:pt x="1166" y="316"/>
                        <a:pt x="599" y="505"/>
                        <a:pt x="0" y="568"/>
                      </a:cubicBezTo>
                      <a:lnTo>
                        <a:pt x="0" y="1482"/>
                      </a:lnTo>
                      <a:lnTo>
                        <a:pt x="1890" y="3372"/>
                      </a:lnTo>
                      <a:lnTo>
                        <a:pt x="2741" y="3372"/>
                      </a:lnTo>
                      <a:lnTo>
                        <a:pt x="2741" y="3340"/>
                      </a:lnTo>
                      <a:lnTo>
                        <a:pt x="2741" y="2301"/>
                      </a:lnTo>
                      <a:cubicBezTo>
                        <a:pt x="2741" y="1356"/>
                        <a:pt x="2300" y="536"/>
                        <a:pt x="16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3" name="Google Shape;1623;p18"/>
                <p:cNvSpPr/>
                <p:nvPr/>
              </p:nvSpPr>
              <p:spPr>
                <a:xfrm>
                  <a:off x="6228775" y="3424175"/>
                  <a:ext cx="62250" cy="30750"/>
                </a:xfrm>
                <a:custGeom>
                  <a:rect b="b" l="l" r="r" t="t"/>
                  <a:pathLst>
                    <a:path extrusionOk="0" h="1230" w="2490">
                      <a:moveTo>
                        <a:pt x="1229" y="1"/>
                      </a:moveTo>
                      <a:lnTo>
                        <a:pt x="1" y="1229"/>
                      </a:lnTo>
                      <a:lnTo>
                        <a:pt x="2490" y="1229"/>
                      </a:lnTo>
                      <a:lnTo>
                        <a:pt x="12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4" name="Google Shape;1624;p18"/>
                <p:cNvSpPr/>
                <p:nvPr/>
              </p:nvSpPr>
              <p:spPr>
                <a:xfrm>
                  <a:off x="6182300" y="3369825"/>
                  <a:ext cx="69350" cy="85100"/>
                </a:xfrm>
                <a:custGeom>
                  <a:rect b="b" l="l" r="r" t="t"/>
                  <a:pathLst>
                    <a:path extrusionOk="0" h="3404" w="2774">
                      <a:moveTo>
                        <a:pt x="1072" y="1"/>
                      </a:moveTo>
                      <a:cubicBezTo>
                        <a:pt x="411" y="599"/>
                        <a:pt x="1" y="1419"/>
                        <a:pt x="1" y="2332"/>
                      </a:cubicBezTo>
                      <a:lnTo>
                        <a:pt x="1" y="3403"/>
                      </a:lnTo>
                      <a:lnTo>
                        <a:pt x="883" y="3403"/>
                      </a:lnTo>
                      <a:lnTo>
                        <a:pt x="2773" y="1513"/>
                      </a:lnTo>
                      <a:lnTo>
                        <a:pt x="2773" y="599"/>
                      </a:lnTo>
                      <a:cubicBezTo>
                        <a:pt x="2143" y="568"/>
                        <a:pt x="1576" y="316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5" name="Google Shape;1625;p18"/>
                <p:cNvSpPr/>
                <p:nvPr/>
              </p:nvSpPr>
              <p:spPr>
                <a:xfrm>
                  <a:off x="6164975" y="3472225"/>
                  <a:ext cx="191425" cy="35475"/>
                </a:xfrm>
                <a:custGeom>
                  <a:rect b="b" l="l" r="r" t="t"/>
                  <a:pathLst>
                    <a:path extrusionOk="0" h="1419" w="7657">
                      <a:moveTo>
                        <a:pt x="725" y="1"/>
                      </a:moveTo>
                      <a:cubicBezTo>
                        <a:pt x="316" y="1"/>
                        <a:pt x="1" y="316"/>
                        <a:pt x="1" y="725"/>
                      </a:cubicBezTo>
                      <a:cubicBezTo>
                        <a:pt x="1" y="1103"/>
                        <a:pt x="316" y="1418"/>
                        <a:pt x="725" y="1418"/>
                      </a:cubicBezTo>
                      <a:lnTo>
                        <a:pt x="6932" y="1418"/>
                      </a:lnTo>
                      <a:cubicBezTo>
                        <a:pt x="7341" y="1418"/>
                        <a:pt x="7657" y="1103"/>
                        <a:pt x="7657" y="725"/>
                      </a:cubicBezTo>
                      <a:cubicBezTo>
                        <a:pt x="7594" y="316"/>
                        <a:pt x="7278" y="1"/>
                        <a:pt x="693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6" name="Google Shape;1626;p18"/>
                <p:cNvSpPr/>
                <p:nvPr/>
              </p:nvSpPr>
              <p:spPr>
                <a:xfrm>
                  <a:off x="6164975" y="3211525"/>
                  <a:ext cx="191425" cy="35475"/>
                </a:xfrm>
                <a:custGeom>
                  <a:rect b="b" l="l" r="r" t="t"/>
                  <a:pathLst>
                    <a:path extrusionOk="0" h="1419" w="7657">
                      <a:moveTo>
                        <a:pt x="725" y="0"/>
                      </a:moveTo>
                      <a:cubicBezTo>
                        <a:pt x="316" y="0"/>
                        <a:pt x="1" y="315"/>
                        <a:pt x="1" y="725"/>
                      </a:cubicBezTo>
                      <a:cubicBezTo>
                        <a:pt x="1" y="1103"/>
                        <a:pt x="316" y="1418"/>
                        <a:pt x="725" y="1418"/>
                      </a:cubicBezTo>
                      <a:lnTo>
                        <a:pt x="6932" y="1418"/>
                      </a:lnTo>
                      <a:cubicBezTo>
                        <a:pt x="7341" y="1418"/>
                        <a:pt x="7657" y="1103"/>
                        <a:pt x="7657" y="725"/>
                      </a:cubicBezTo>
                      <a:cubicBezTo>
                        <a:pt x="7594" y="284"/>
                        <a:pt x="7278" y="0"/>
                        <a:pt x="693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7" name="Google Shape;1627;p18"/>
                <p:cNvSpPr/>
                <p:nvPr/>
              </p:nvSpPr>
              <p:spPr>
                <a:xfrm>
                  <a:off x="6183100" y="3262725"/>
                  <a:ext cx="155175" cy="35650"/>
                </a:xfrm>
                <a:custGeom>
                  <a:rect b="b" l="l" r="r" t="t"/>
                  <a:pathLst>
                    <a:path extrusionOk="0" h="1426" w="6207">
                      <a:moveTo>
                        <a:pt x="0" y="0"/>
                      </a:moveTo>
                      <a:lnTo>
                        <a:pt x="0" y="441"/>
                      </a:lnTo>
                      <a:lnTo>
                        <a:pt x="568" y="788"/>
                      </a:lnTo>
                      <a:cubicBezTo>
                        <a:pt x="1355" y="1213"/>
                        <a:pt x="2237" y="1426"/>
                        <a:pt x="3112" y="1426"/>
                      </a:cubicBezTo>
                      <a:cubicBezTo>
                        <a:pt x="3986" y="1426"/>
                        <a:pt x="4852" y="1213"/>
                        <a:pt x="5608" y="788"/>
                      </a:cubicBezTo>
                      <a:lnTo>
                        <a:pt x="6207" y="441"/>
                      </a:lnTo>
                      <a:lnTo>
                        <a:pt x="620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28" name="Google Shape;1628;p18"/>
                <p:cNvSpPr/>
                <p:nvPr/>
              </p:nvSpPr>
              <p:spPr>
                <a:xfrm>
                  <a:off x="6181525" y="3294225"/>
                  <a:ext cx="155975" cy="74050"/>
                </a:xfrm>
                <a:custGeom>
                  <a:rect b="b" l="l" r="r" t="t"/>
                  <a:pathLst>
                    <a:path extrusionOk="0" h="2962" w="6239">
                      <a:moveTo>
                        <a:pt x="0" y="0"/>
                      </a:moveTo>
                      <a:cubicBezTo>
                        <a:pt x="126" y="1607"/>
                        <a:pt x="1481" y="2962"/>
                        <a:pt x="3119" y="2962"/>
                      </a:cubicBezTo>
                      <a:cubicBezTo>
                        <a:pt x="4758" y="2962"/>
                        <a:pt x="6112" y="1607"/>
                        <a:pt x="6238" y="0"/>
                      </a:cubicBezTo>
                      <a:lnTo>
                        <a:pt x="6238" y="0"/>
                      </a:lnTo>
                      <a:lnTo>
                        <a:pt x="5986" y="126"/>
                      </a:lnTo>
                      <a:cubicBezTo>
                        <a:pt x="5136" y="631"/>
                        <a:pt x="4096" y="883"/>
                        <a:pt x="3119" y="883"/>
                      </a:cubicBezTo>
                      <a:cubicBezTo>
                        <a:pt x="2143" y="883"/>
                        <a:pt x="1166" y="631"/>
                        <a:pt x="252" y="12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29" name="Google Shape;1629;p18"/>
              <p:cNvGrpSpPr/>
              <p:nvPr/>
            </p:nvGrpSpPr>
            <p:grpSpPr>
              <a:xfrm>
                <a:off x="1400429" y="3748028"/>
                <a:ext cx="504639" cy="500582"/>
                <a:chOff x="946175" y="3253275"/>
                <a:chExt cx="298550" cy="296150"/>
              </a:xfrm>
            </p:grpSpPr>
            <p:sp>
              <p:nvSpPr>
                <p:cNvPr id="1630" name="Google Shape;1630;p18"/>
                <p:cNvSpPr/>
                <p:nvPr/>
              </p:nvSpPr>
              <p:spPr>
                <a:xfrm>
                  <a:off x="946175" y="3253275"/>
                  <a:ext cx="209550" cy="261500"/>
                </a:xfrm>
                <a:custGeom>
                  <a:rect b="b" l="l" r="r" t="t"/>
                  <a:pathLst>
                    <a:path extrusionOk="0" h="10460" w="8382">
                      <a:moveTo>
                        <a:pt x="348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lnTo>
                        <a:pt x="1" y="10113"/>
                      </a:lnTo>
                      <a:cubicBezTo>
                        <a:pt x="1" y="10302"/>
                        <a:pt x="158" y="10460"/>
                        <a:pt x="348" y="10460"/>
                      </a:cubicBezTo>
                      <a:lnTo>
                        <a:pt x="694" y="10460"/>
                      </a:lnTo>
                      <a:lnTo>
                        <a:pt x="694" y="3875"/>
                      </a:lnTo>
                      <a:cubicBezTo>
                        <a:pt x="694" y="3623"/>
                        <a:pt x="820" y="3340"/>
                        <a:pt x="1009" y="3151"/>
                      </a:cubicBezTo>
                      <a:lnTo>
                        <a:pt x="3151" y="1008"/>
                      </a:lnTo>
                      <a:cubicBezTo>
                        <a:pt x="3340" y="819"/>
                        <a:pt x="3624" y="693"/>
                        <a:pt x="3908" y="693"/>
                      </a:cubicBezTo>
                      <a:lnTo>
                        <a:pt x="8381" y="693"/>
                      </a:lnTo>
                      <a:lnTo>
                        <a:pt x="8381" y="347"/>
                      </a:lnTo>
                      <a:cubicBezTo>
                        <a:pt x="8381" y="158"/>
                        <a:pt x="8224" y="0"/>
                        <a:pt x="803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1" name="Google Shape;1631;p18"/>
                <p:cNvSpPr/>
                <p:nvPr/>
              </p:nvSpPr>
              <p:spPr>
                <a:xfrm>
                  <a:off x="986350" y="3293425"/>
                  <a:ext cx="47300" cy="48075"/>
                </a:xfrm>
                <a:custGeom>
                  <a:rect b="b" l="l" r="r" t="t"/>
                  <a:pathLst>
                    <a:path extrusionOk="0" h="1923" w="1892">
                      <a:moveTo>
                        <a:pt x="1891" y="1"/>
                      </a:moveTo>
                      <a:lnTo>
                        <a:pt x="1" y="1923"/>
                      </a:lnTo>
                      <a:lnTo>
                        <a:pt x="1891" y="1923"/>
                      </a:lnTo>
                      <a:lnTo>
                        <a:pt x="189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2" name="Google Shape;1632;p18"/>
                <p:cNvSpPr/>
                <p:nvPr/>
              </p:nvSpPr>
              <p:spPr>
                <a:xfrm>
                  <a:off x="1051725" y="3359600"/>
                  <a:ext cx="122100" cy="121325"/>
                </a:xfrm>
                <a:custGeom>
                  <a:rect b="b" l="l" r="r" t="t"/>
                  <a:pathLst>
                    <a:path extrusionOk="0" h="4853" w="4884">
                      <a:moveTo>
                        <a:pt x="2427" y="0"/>
                      </a:moveTo>
                      <a:cubicBezTo>
                        <a:pt x="1103" y="0"/>
                        <a:pt x="1" y="1103"/>
                        <a:pt x="1" y="2426"/>
                      </a:cubicBezTo>
                      <a:cubicBezTo>
                        <a:pt x="1" y="3749"/>
                        <a:pt x="1103" y="4852"/>
                        <a:pt x="2427" y="4852"/>
                      </a:cubicBezTo>
                      <a:cubicBezTo>
                        <a:pt x="3781" y="4852"/>
                        <a:pt x="4884" y="3749"/>
                        <a:pt x="4884" y="2426"/>
                      </a:cubicBezTo>
                      <a:cubicBezTo>
                        <a:pt x="4884" y="1103"/>
                        <a:pt x="3781" y="0"/>
                        <a:pt x="24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3" name="Google Shape;1633;p18"/>
                <p:cNvSpPr/>
                <p:nvPr/>
              </p:nvSpPr>
              <p:spPr>
                <a:xfrm>
                  <a:off x="980050" y="3289500"/>
                  <a:ext cx="192200" cy="242600"/>
                </a:xfrm>
                <a:custGeom>
                  <a:rect b="b" l="l" r="r" t="t"/>
                  <a:pathLst>
                    <a:path extrusionOk="0" h="9704" w="7688">
                      <a:moveTo>
                        <a:pt x="2868" y="0"/>
                      </a:moveTo>
                      <a:lnTo>
                        <a:pt x="2868" y="2426"/>
                      </a:lnTo>
                      <a:cubicBezTo>
                        <a:pt x="2868" y="2647"/>
                        <a:pt x="2679" y="2804"/>
                        <a:pt x="2490" y="2804"/>
                      </a:cubicBezTo>
                      <a:lnTo>
                        <a:pt x="1" y="2804"/>
                      </a:lnTo>
                      <a:lnTo>
                        <a:pt x="1" y="9357"/>
                      </a:lnTo>
                      <a:cubicBezTo>
                        <a:pt x="1" y="9578"/>
                        <a:pt x="190" y="9704"/>
                        <a:pt x="379" y="9704"/>
                      </a:cubicBezTo>
                      <a:lnTo>
                        <a:pt x="7341" y="9704"/>
                      </a:lnTo>
                      <a:cubicBezTo>
                        <a:pt x="7467" y="9704"/>
                        <a:pt x="7593" y="9641"/>
                        <a:pt x="7625" y="9578"/>
                      </a:cubicBezTo>
                      <a:lnTo>
                        <a:pt x="6239" y="8192"/>
                      </a:lnTo>
                      <a:cubicBezTo>
                        <a:pt x="5924" y="8318"/>
                        <a:pt x="5609" y="8349"/>
                        <a:pt x="5262" y="8349"/>
                      </a:cubicBezTo>
                      <a:cubicBezTo>
                        <a:pt x="3529" y="8349"/>
                        <a:pt x="2143" y="6931"/>
                        <a:pt x="2143" y="5230"/>
                      </a:cubicBezTo>
                      <a:cubicBezTo>
                        <a:pt x="2143" y="3529"/>
                        <a:pt x="3561" y="2111"/>
                        <a:pt x="5262" y="2111"/>
                      </a:cubicBezTo>
                      <a:cubicBezTo>
                        <a:pt x="6239" y="2111"/>
                        <a:pt x="7121" y="2584"/>
                        <a:pt x="7688" y="3308"/>
                      </a:cubicBezTo>
                      <a:lnTo>
                        <a:pt x="7688" y="347"/>
                      </a:lnTo>
                      <a:cubicBezTo>
                        <a:pt x="7688" y="158"/>
                        <a:pt x="7530" y="0"/>
                        <a:pt x="73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4" name="Google Shape;1634;p18"/>
                <p:cNvSpPr/>
                <p:nvPr/>
              </p:nvSpPr>
              <p:spPr>
                <a:xfrm>
                  <a:off x="1154125" y="3460400"/>
                  <a:ext cx="90600" cy="89025"/>
                </a:xfrm>
                <a:custGeom>
                  <a:rect b="b" l="l" r="r" t="t"/>
                  <a:pathLst>
                    <a:path extrusionOk="0" h="3561" w="3624">
                      <a:moveTo>
                        <a:pt x="977" y="1"/>
                      </a:moveTo>
                      <a:cubicBezTo>
                        <a:pt x="693" y="410"/>
                        <a:pt x="378" y="757"/>
                        <a:pt x="0" y="1009"/>
                      </a:cubicBezTo>
                      <a:lnTo>
                        <a:pt x="2363" y="3372"/>
                      </a:lnTo>
                      <a:cubicBezTo>
                        <a:pt x="2489" y="3498"/>
                        <a:pt x="2662" y="3561"/>
                        <a:pt x="2840" y="3561"/>
                      </a:cubicBezTo>
                      <a:cubicBezTo>
                        <a:pt x="3017" y="3561"/>
                        <a:pt x="3198" y="3498"/>
                        <a:pt x="3340" y="3372"/>
                      </a:cubicBezTo>
                      <a:cubicBezTo>
                        <a:pt x="3623" y="3088"/>
                        <a:pt x="3623" y="2647"/>
                        <a:pt x="3340" y="2364"/>
                      </a:cubicBezTo>
                      <a:lnTo>
                        <a:pt x="977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35" name="Google Shape;1635;p18"/>
              <p:cNvGrpSpPr/>
              <p:nvPr/>
            </p:nvGrpSpPr>
            <p:grpSpPr>
              <a:xfrm>
                <a:off x="1401760" y="4380040"/>
                <a:ext cx="501977" cy="496652"/>
                <a:chOff x="946175" y="3619500"/>
                <a:chExt cx="296975" cy="293825"/>
              </a:xfrm>
            </p:grpSpPr>
            <p:sp>
              <p:nvSpPr>
                <p:cNvPr id="1636" name="Google Shape;1636;p18"/>
                <p:cNvSpPr/>
                <p:nvPr/>
              </p:nvSpPr>
              <p:spPr>
                <a:xfrm>
                  <a:off x="963525" y="3619500"/>
                  <a:ext cx="207950" cy="293825"/>
                </a:xfrm>
                <a:custGeom>
                  <a:rect b="b" l="l" r="r" t="t"/>
                  <a:pathLst>
                    <a:path extrusionOk="0" h="11753" w="8318">
                      <a:moveTo>
                        <a:pt x="3828" y="2742"/>
                      </a:moveTo>
                      <a:cubicBezTo>
                        <a:pt x="3915" y="2742"/>
                        <a:pt x="4001" y="2773"/>
                        <a:pt x="4064" y="2836"/>
                      </a:cubicBezTo>
                      <a:cubicBezTo>
                        <a:pt x="4253" y="2994"/>
                        <a:pt x="4253" y="3183"/>
                        <a:pt x="4096" y="3340"/>
                      </a:cubicBezTo>
                      <a:lnTo>
                        <a:pt x="2678" y="4695"/>
                      </a:lnTo>
                      <a:cubicBezTo>
                        <a:pt x="2615" y="4790"/>
                        <a:pt x="2520" y="4821"/>
                        <a:pt x="2457" y="4821"/>
                      </a:cubicBezTo>
                      <a:cubicBezTo>
                        <a:pt x="2363" y="4821"/>
                        <a:pt x="2268" y="4790"/>
                        <a:pt x="2205" y="4695"/>
                      </a:cubicBezTo>
                      <a:lnTo>
                        <a:pt x="1512" y="4002"/>
                      </a:lnTo>
                      <a:cubicBezTo>
                        <a:pt x="1386" y="3876"/>
                        <a:pt x="1386" y="3655"/>
                        <a:pt x="1512" y="3529"/>
                      </a:cubicBezTo>
                      <a:cubicBezTo>
                        <a:pt x="1575" y="3466"/>
                        <a:pt x="1662" y="3435"/>
                        <a:pt x="1749" y="3435"/>
                      </a:cubicBezTo>
                      <a:cubicBezTo>
                        <a:pt x="1835" y="3435"/>
                        <a:pt x="1922" y="3466"/>
                        <a:pt x="1985" y="3529"/>
                      </a:cubicBezTo>
                      <a:lnTo>
                        <a:pt x="2426" y="3971"/>
                      </a:lnTo>
                      <a:lnTo>
                        <a:pt x="3592" y="2836"/>
                      </a:lnTo>
                      <a:cubicBezTo>
                        <a:pt x="3655" y="2773"/>
                        <a:pt x="3741" y="2742"/>
                        <a:pt x="3828" y="2742"/>
                      </a:cubicBezTo>
                      <a:close/>
                      <a:moveTo>
                        <a:pt x="3828" y="4790"/>
                      </a:moveTo>
                      <a:cubicBezTo>
                        <a:pt x="3915" y="4790"/>
                        <a:pt x="4001" y="4821"/>
                        <a:pt x="4064" y="4884"/>
                      </a:cubicBezTo>
                      <a:cubicBezTo>
                        <a:pt x="4253" y="5042"/>
                        <a:pt x="4253" y="5262"/>
                        <a:pt x="4096" y="5388"/>
                      </a:cubicBezTo>
                      <a:lnTo>
                        <a:pt x="2678" y="6774"/>
                      </a:lnTo>
                      <a:cubicBezTo>
                        <a:pt x="2615" y="6837"/>
                        <a:pt x="2520" y="6869"/>
                        <a:pt x="2457" y="6869"/>
                      </a:cubicBezTo>
                      <a:cubicBezTo>
                        <a:pt x="2363" y="6869"/>
                        <a:pt x="2268" y="6837"/>
                        <a:pt x="2205" y="6774"/>
                      </a:cubicBezTo>
                      <a:lnTo>
                        <a:pt x="1512" y="6050"/>
                      </a:lnTo>
                      <a:cubicBezTo>
                        <a:pt x="1386" y="5924"/>
                        <a:pt x="1386" y="5703"/>
                        <a:pt x="1512" y="5577"/>
                      </a:cubicBezTo>
                      <a:cubicBezTo>
                        <a:pt x="1575" y="5514"/>
                        <a:pt x="1662" y="5483"/>
                        <a:pt x="1749" y="5483"/>
                      </a:cubicBezTo>
                      <a:cubicBezTo>
                        <a:pt x="1835" y="5483"/>
                        <a:pt x="1922" y="5514"/>
                        <a:pt x="1985" y="5577"/>
                      </a:cubicBezTo>
                      <a:lnTo>
                        <a:pt x="2426" y="6018"/>
                      </a:lnTo>
                      <a:lnTo>
                        <a:pt x="3592" y="4884"/>
                      </a:lnTo>
                      <a:cubicBezTo>
                        <a:pt x="3655" y="4821"/>
                        <a:pt x="3741" y="4790"/>
                        <a:pt x="3828" y="4790"/>
                      </a:cubicBezTo>
                      <a:close/>
                      <a:moveTo>
                        <a:pt x="3828" y="6869"/>
                      </a:moveTo>
                      <a:cubicBezTo>
                        <a:pt x="3915" y="6869"/>
                        <a:pt x="4001" y="6900"/>
                        <a:pt x="4064" y="6963"/>
                      </a:cubicBezTo>
                      <a:cubicBezTo>
                        <a:pt x="4253" y="7121"/>
                        <a:pt x="4253" y="7342"/>
                        <a:pt x="4096" y="7468"/>
                      </a:cubicBezTo>
                      <a:lnTo>
                        <a:pt x="2678" y="8854"/>
                      </a:lnTo>
                      <a:cubicBezTo>
                        <a:pt x="2615" y="8917"/>
                        <a:pt x="2520" y="8980"/>
                        <a:pt x="2457" y="8980"/>
                      </a:cubicBezTo>
                      <a:cubicBezTo>
                        <a:pt x="2363" y="8980"/>
                        <a:pt x="2268" y="8917"/>
                        <a:pt x="2205" y="8854"/>
                      </a:cubicBezTo>
                      <a:lnTo>
                        <a:pt x="1512" y="8129"/>
                      </a:lnTo>
                      <a:cubicBezTo>
                        <a:pt x="1386" y="8003"/>
                        <a:pt x="1386" y="7783"/>
                        <a:pt x="1512" y="7657"/>
                      </a:cubicBezTo>
                      <a:cubicBezTo>
                        <a:pt x="1575" y="7594"/>
                        <a:pt x="1662" y="7562"/>
                        <a:pt x="1749" y="7562"/>
                      </a:cubicBezTo>
                      <a:cubicBezTo>
                        <a:pt x="1835" y="7562"/>
                        <a:pt x="1922" y="7594"/>
                        <a:pt x="1985" y="7657"/>
                      </a:cubicBezTo>
                      <a:lnTo>
                        <a:pt x="2426" y="8098"/>
                      </a:lnTo>
                      <a:lnTo>
                        <a:pt x="3592" y="6963"/>
                      </a:lnTo>
                      <a:cubicBezTo>
                        <a:pt x="3655" y="6900"/>
                        <a:pt x="3741" y="6869"/>
                        <a:pt x="3828" y="6869"/>
                      </a:cubicBezTo>
                      <a:close/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9673"/>
                      </a:lnTo>
                      <a:lnTo>
                        <a:pt x="6301" y="9673"/>
                      </a:lnTo>
                      <a:lnTo>
                        <a:pt x="6301" y="10397"/>
                      </a:lnTo>
                      <a:lnTo>
                        <a:pt x="6301" y="10744"/>
                      </a:lnTo>
                      <a:lnTo>
                        <a:pt x="6270" y="10744"/>
                      </a:lnTo>
                      <a:cubicBezTo>
                        <a:pt x="6270" y="11343"/>
                        <a:pt x="6742" y="11752"/>
                        <a:pt x="7278" y="11752"/>
                      </a:cubicBezTo>
                      <a:cubicBezTo>
                        <a:pt x="7876" y="11752"/>
                        <a:pt x="8317" y="11280"/>
                        <a:pt x="8317" y="10744"/>
                      </a:cubicBezTo>
                      <a:lnTo>
                        <a:pt x="8317" y="7972"/>
                      </a:lnTo>
                      <a:lnTo>
                        <a:pt x="7498" y="8822"/>
                      </a:lnTo>
                      <a:lnTo>
                        <a:pt x="5608" y="9547"/>
                      </a:lnTo>
                      <a:cubicBezTo>
                        <a:pt x="5497" y="9576"/>
                        <a:pt x="5390" y="9590"/>
                        <a:pt x="5288" y="9590"/>
                      </a:cubicBezTo>
                      <a:cubicBezTo>
                        <a:pt x="4954" y="9590"/>
                        <a:pt x="4674" y="9441"/>
                        <a:pt x="4505" y="9200"/>
                      </a:cubicBezTo>
                      <a:cubicBezTo>
                        <a:pt x="4316" y="8980"/>
                        <a:pt x="4222" y="8665"/>
                        <a:pt x="4316" y="8255"/>
                      </a:cubicBezTo>
                      <a:lnTo>
                        <a:pt x="5041" y="6365"/>
                      </a:lnTo>
                      <a:lnTo>
                        <a:pt x="8317" y="3088"/>
                      </a:lnTo>
                      <a:lnTo>
                        <a:pt x="8317" y="2773"/>
                      </a:lnTo>
                      <a:lnTo>
                        <a:pt x="5891" y="2773"/>
                      </a:lnTo>
                      <a:cubicBezTo>
                        <a:pt x="5671" y="2773"/>
                        <a:pt x="5513" y="2616"/>
                        <a:pt x="5513" y="2427"/>
                      </a:cubicBezTo>
                      <a:lnTo>
                        <a:pt x="551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7" name="Google Shape;1637;p18"/>
                <p:cNvSpPr/>
                <p:nvPr/>
              </p:nvSpPr>
              <p:spPr>
                <a:xfrm>
                  <a:off x="1185625" y="3688025"/>
                  <a:ext cx="57525" cy="55950"/>
                </a:xfrm>
                <a:custGeom>
                  <a:rect b="b" l="l" r="r" t="t"/>
                  <a:pathLst>
                    <a:path extrusionOk="0" h="2238" w="2301">
                      <a:moveTo>
                        <a:pt x="1072" y="1"/>
                      </a:moveTo>
                      <a:cubicBezTo>
                        <a:pt x="890" y="1"/>
                        <a:pt x="709" y="64"/>
                        <a:pt x="568" y="190"/>
                      </a:cubicBezTo>
                      <a:lnTo>
                        <a:pt x="0" y="788"/>
                      </a:lnTo>
                      <a:lnTo>
                        <a:pt x="1450" y="2238"/>
                      </a:lnTo>
                      <a:lnTo>
                        <a:pt x="2048" y="1639"/>
                      </a:lnTo>
                      <a:cubicBezTo>
                        <a:pt x="2300" y="1387"/>
                        <a:pt x="2300" y="946"/>
                        <a:pt x="2048" y="662"/>
                      </a:cubicBezTo>
                      <a:lnTo>
                        <a:pt x="1576" y="190"/>
                      </a:lnTo>
                      <a:cubicBezTo>
                        <a:pt x="1434" y="64"/>
                        <a:pt x="1253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8" name="Google Shape;1638;p18"/>
                <p:cNvSpPr/>
                <p:nvPr/>
              </p:nvSpPr>
              <p:spPr>
                <a:xfrm>
                  <a:off x="1088075" y="3795925"/>
                  <a:ext cx="46375" cy="45025"/>
                </a:xfrm>
                <a:custGeom>
                  <a:rect b="b" l="l" r="r" t="t"/>
                  <a:pathLst>
                    <a:path extrusionOk="0" h="1801" w="1855">
                      <a:moveTo>
                        <a:pt x="594" y="1"/>
                      </a:moveTo>
                      <a:lnTo>
                        <a:pt x="59" y="1387"/>
                      </a:lnTo>
                      <a:cubicBezTo>
                        <a:pt x="0" y="1621"/>
                        <a:pt x="186" y="1800"/>
                        <a:pt x="414" y="1800"/>
                      </a:cubicBezTo>
                      <a:cubicBezTo>
                        <a:pt x="432" y="1800"/>
                        <a:pt x="450" y="1799"/>
                        <a:pt x="468" y="1797"/>
                      </a:cubicBezTo>
                      <a:lnTo>
                        <a:pt x="1855" y="1261"/>
                      </a:lnTo>
                      <a:lnTo>
                        <a:pt x="59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39" name="Google Shape;1639;p18"/>
                <p:cNvSpPr/>
                <p:nvPr/>
              </p:nvSpPr>
              <p:spPr>
                <a:xfrm>
                  <a:off x="1112375" y="3720325"/>
                  <a:ext cx="97700" cy="97700"/>
                </a:xfrm>
                <a:custGeom>
                  <a:rect b="b" l="l" r="r" t="t"/>
                  <a:pathLst>
                    <a:path extrusionOk="0" h="3908" w="3908">
                      <a:moveTo>
                        <a:pt x="2426" y="1"/>
                      </a:moveTo>
                      <a:lnTo>
                        <a:pt x="1" y="2458"/>
                      </a:lnTo>
                      <a:lnTo>
                        <a:pt x="1450" y="3907"/>
                      </a:lnTo>
                      <a:lnTo>
                        <a:pt x="3907" y="1481"/>
                      </a:lnTo>
                      <a:lnTo>
                        <a:pt x="2426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0" name="Google Shape;1640;p18"/>
                <p:cNvSpPr/>
                <p:nvPr/>
              </p:nvSpPr>
              <p:spPr>
                <a:xfrm>
                  <a:off x="1120250" y="3623450"/>
                  <a:ext cx="47275" cy="47275"/>
                </a:xfrm>
                <a:custGeom>
                  <a:rect b="b" l="l" r="r" t="t"/>
                  <a:pathLst>
                    <a:path extrusionOk="0" h="1891" w="1891">
                      <a:moveTo>
                        <a:pt x="1" y="0"/>
                      </a:moveTo>
                      <a:lnTo>
                        <a:pt x="1" y="1891"/>
                      </a:lnTo>
                      <a:lnTo>
                        <a:pt x="1891" y="189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1" name="Google Shape;1641;p18"/>
                <p:cNvSpPr/>
                <p:nvPr/>
              </p:nvSpPr>
              <p:spPr>
                <a:xfrm>
                  <a:off x="946175" y="3879425"/>
                  <a:ext cx="166225" cy="33900"/>
                </a:xfrm>
                <a:custGeom>
                  <a:rect b="b" l="l" r="r" t="t"/>
                  <a:pathLst>
                    <a:path extrusionOk="0" h="1356" w="6649">
                      <a:moveTo>
                        <a:pt x="348" y="0"/>
                      </a:moveTo>
                      <a:cubicBezTo>
                        <a:pt x="158" y="0"/>
                        <a:pt x="1" y="190"/>
                        <a:pt x="1" y="347"/>
                      </a:cubicBezTo>
                      <a:lnTo>
                        <a:pt x="1" y="694"/>
                      </a:lnTo>
                      <a:cubicBezTo>
                        <a:pt x="1" y="1040"/>
                        <a:pt x="316" y="1355"/>
                        <a:pt x="694" y="1355"/>
                      </a:cubicBezTo>
                      <a:lnTo>
                        <a:pt x="6649" y="1355"/>
                      </a:lnTo>
                      <a:cubicBezTo>
                        <a:pt x="6428" y="1103"/>
                        <a:pt x="6302" y="725"/>
                        <a:pt x="6302" y="347"/>
                      </a:cubicBezTo>
                      <a:lnTo>
                        <a:pt x="630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42" name="Google Shape;1642;p18"/>
              <p:cNvGrpSpPr/>
              <p:nvPr/>
            </p:nvGrpSpPr>
            <p:grpSpPr>
              <a:xfrm>
                <a:off x="1401101" y="4984145"/>
                <a:ext cx="503287" cy="501935"/>
                <a:chOff x="944600" y="3981825"/>
                <a:chExt cx="297750" cy="296950"/>
              </a:xfrm>
            </p:grpSpPr>
            <p:sp>
              <p:nvSpPr>
                <p:cNvPr id="1643" name="Google Shape;1643;p18"/>
                <p:cNvSpPr/>
                <p:nvPr/>
              </p:nvSpPr>
              <p:spPr>
                <a:xfrm>
                  <a:off x="944600" y="3981825"/>
                  <a:ext cx="297750" cy="296950"/>
                </a:xfrm>
                <a:custGeom>
                  <a:rect b="b" l="l" r="r" t="t"/>
                  <a:pathLst>
                    <a:path extrusionOk="0" h="11878" w="11910">
                      <a:moveTo>
                        <a:pt x="6333" y="1418"/>
                      </a:moveTo>
                      <a:cubicBezTo>
                        <a:pt x="8539" y="1575"/>
                        <a:pt x="10303" y="3340"/>
                        <a:pt x="10461" y="5545"/>
                      </a:cubicBezTo>
                      <a:lnTo>
                        <a:pt x="10146" y="5545"/>
                      </a:lnTo>
                      <a:cubicBezTo>
                        <a:pt x="9957" y="5545"/>
                        <a:pt x="9799" y="5702"/>
                        <a:pt x="9799" y="5892"/>
                      </a:cubicBezTo>
                      <a:cubicBezTo>
                        <a:pt x="9799" y="6081"/>
                        <a:pt x="9957" y="6238"/>
                        <a:pt x="10146" y="6238"/>
                      </a:cubicBezTo>
                      <a:lnTo>
                        <a:pt x="10461" y="6238"/>
                      </a:lnTo>
                      <a:cubicBezTo>
                        <a:pt x="10303" y="8443"/>
                        <a:pt x="8539" y="10239"/>
                        <a:pt x="6333" y="10397"/>
                      </a:cubicBezTo>
                      <a:lnTo>
                        <a:pt x="6333" y="10082"/>
                      </a:lnTo>
                      <a:cubicBezTo>
                        <a:pt x="6333" y="9861"/>
                        <a:pt x="6176" y="9704"/>
                        <a:pt x="5955" y="9704"/>
                      </a:cubicBezTo>
                      <a:cubicBezTo>
                        <a:pt x="5766" y="9704"/>
                        <a:pt x="5609" y="9861"/>
                        <a:pt x="5609" y="10082"/>
                      </a:cubicBezTo>
                      <a:lnTo>
                        <a:pt x="5609" y="10397"/>
                      </a:lnTo>
                      <a:cubicBezTo>
                        <a:pt x="3403" y="10239"/>
                        <a:pt x="1639" y="8443"/>
                        <a:pt x="1482" y="6238"/>
                      </a:cubicBezTo>
                      <a:lnTo>
                        <a:pt x="1797" y="6238"/>
                      </a:lnTo>
                      <a:cubicBezTo>
                        <a:pt x="1986" y="6238"/>
                        <a:pt x="2143" y="6081"/>
                        <a:pt x="2143" y="5892"/>
                      </a:cubicBezTo>
                      <a:cubicBezTo>
                        <a:pt x="2143" y="5702"/>
                        <a:pt x="1986" y="5545"/>
                        <a:pt x="1797" y="5545"/>
                      </a:cubicBezTo>
                      <a:lnTo>
                        <a:pt x="1482" y="5545"/>
                      </a:lnTo>
                      <a:cubicBezTo>
                        <a:pt x="1639" y="3340"/>
                        <a:pt x="3403" y="1575"/>
                        <a:pt x="5609" y="1418"/>
                      </a:cubicBezTo>
                      <a:lnTo>
                        <a:pt x="5609" y="1733"/>
                      </a:lnTo>
                      <a:cubicBezTo>
                        <a:pt x="5609" y="1922"/>
                        <a:pt x="5766" y="2079"/>
                        <a:pt x="5955" y="2079"/>
                      </a:cubicBezTo>
                      <a:cubicBezTo>
                        <a:pt x="6176" y="2079"/>
                        <a:pt x="6333" y="1922"/>
                        <a:pt x="6333" y="1733"/>
                      </a:cubicBezTo>
                      <a:lnTo>
                        <a:pt x="6333" y="1418"/>
                      </a:lnTo>
                      <a:close/>
                      <a:moveTo>
                        <a:pt x="5955" y="0"/>
                      </a:moveTo>
                      <a:cubicBezTo>
                        <a:pt x="5766" y="0"/>
                        <a:pt x="5609" y="126"/>
                        <a:pt x="5609" y="347"/>
                      </a:cubicBezTo>
                      <a:lnTo>
                        <a:pt x="5609" y="725"/>
                      </a:lnTo>
                      <a:cubicBezTo>
                        <a:pt x="2994" y="882"/>
                        <a:pt x="946" y="2962"/>
                        <a:pt x="757" y="5576"/>
                      </a:cubicBezTo>
                      <a:lnTo>
                        <a:pt x="379" y="5576"/>
                      </a:lnTo>
                      <a:cubicBezTo>
                        <a:pt x="158" y="5576"/>
                        <a:pt x="1" y="5734"/>
                        <a:pt x="1" y="5923"/>
                      </a:cubicBezTo>
                      <a:cubicBezTo>
                        <a:pt x="1" y="6112"/>
                        <a:pt x="158" y="6270"/>
                        <a:pt x="379" y="6270"/>
                      </a:cubicBezTo>
                      <a:lnTo>
                        <a:pt x="757" y="6270"/>
                      </a:lnTo>
                      <a:cubicBezTo>
                        <a:pt x="915" y="8884"/>
                        <a:pt x="2994" y="10932"/>
                        <a:pt x="5609" y="11121"/>
                      </a:cubicBezTo>
                      <a:lnTo>
                        <a:pt x="5609" y="11531"/>
                      </a:lnTo>
                      <a:cubicBezTo>
                        <a:pt x="5609" y="11720"/>
                        <a:pt x="5766" y="11877"/>
                        <a:pt x="5955" y="11877"/>
                      </a:cubicBezTo>
                      <a:cubicBezTo>
                        <a:pt x="6176" y="11877"/>
                        <a:pt x="6333" y="11720"/>
                        <a:pt x="6333" y="11531"/>
                      </a:cubicBezTo>
                      <a:lnTo>
                        <a:pt x="6333" y="11121"/>
                      </a:lnTo>
                      <a:cubicBezTo>
                        <a:pt x="8917" y="10964"/>
                        <a:pt x="10965" y="8884"/>
                        <a:pt x="11154" y="6270"/>
                      </a:cubicBezTo>
                      <a:lnTo>
                        <a:pt x="11563" y="6270"/>
                      </a:lnTo>
                      <a:cubicBezTo>
                        <a:pt x="11752" y="6270"/>
                        <a:pt x="11910" y="6112"/>
                        <a:pt x="11910" y="5923"/>
                      </a:cubicBezTo>
                      <a:cubicBezTo>
                        <a:pt x="11910" y="5734"/>
                        <a:pt x="11752" y="5576"/>
                        <a:pt x="11563" y="5576"/>
                      </a:cubicBezTo>
                      <a:lnTo>
                        <a:pt x="11154" y="5576"/>
                      </a:lnTo>
                      <a:cubicBezTo>
                        <a:pt x="10996" y="2962"/>
                        <a:pt x="8917" y="914"/>
                        <a:pt x="6333" y="725"/>
                      </a:cubicBezTo>
                      <a:lnTo>
                        <a:pt x="6333" y="347"/>
                      </a:lnTo>
                      <a:cubicBezTo>
                        <a:pt x="6333" y="126"/>
                        <a:pt x="6176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4" name="Google Shape;1644;p18"/>
                <p:cNvSpPr/>
                <p:nvPr/>
              </p:nvSpPr>
              <p:spPr>
                <a:xfrm>
                  <a:off x="1058025" y="4155875"/>
                  <a:ext cx="72500" cy="52000"/>
                </a:xfrm>
                <a:custGeom>
                  <a:rect b="b" l="l" r="r" t="t"/>
                  <a:pathLst>
                    <a:path extrusionOk="0" h="2080" w="2900">
                      <a:moveTo>
                        <a:pt x="1418" y="1"/>
                      </a:moveTo>
                      <a:cubicBezTo>
                        <a:pt x="851" y="1"/>
                        <a:pt x="316" y="347"/>
                        <a:pt x="127" y="914"/>
                      </a:cubicBezTo>
                      <a:cubicBezTo>
                        <a:pt x="1" y="1166"/>
                        <a:pt x="1" y="1450"/>
                        <a:pt x="95" y="1765"/>
                      </a:cubicBezTo>
                      <a:cubicBezTo>
                        <a:pt x="473" y="1954"/>
                        <a:pt x="946" y="2080"/>
                        <a:pt x="1418" y="2080"/>
                      </a:cubicBezTo>
                      <a:cubicBezTo>
                        <a:pt x="1891" y="2080"/>
                        <a:pt x="2332" y="1954"/>
                        <a:pt x="2773" y="1765"/>
                      </a:cubicBezTo>
                      <a:cubicBezTo>
                        <a:pt x="2899" y="1387"/>
                        <a:pt x="2805" y="946"/>
                        <a:pt x="2616" y="599"/>
                      </a:cubicBezTo>
                      <a:cubicBezTo>
                        <a:pt x="2332" y="221"/>
                        <a:pt x="1891" y="1"/>
                        <a:pt x="141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5" name="Google Shape;1645;p18"/>
                <p:cNvSpPr/>
                <p:nvPr/>
              </p:nvSpPr>
              <p:spPr>
                <a:xfrm>
                  <a:off x="1076150" y="4103900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693" y="0"/>
                      </a:moveTo>
                      <a:cubicBezTo>
                        <a:pt x="315" y="0"/>
                        <a:pt x="0" y="315"/>
                        <a:pt x="0" y="693"/>
                      </a:cubicBezTo>
                      <a:cubicBezTo>
                        <a:pt x="0" y="1103"/>
                        <a:pt x="315" y="1418"/>
                        <a:pt x="693" y="1418"/>
                      </a:cubicBezTo>
                      <a:cubicBezTo>
                        <a:pt x="1103" y="1355"/>
                        <a:pt x="1418" y="1040"/>
                        <a:pt x="1418" y="693"/>
                      </a:cubicBezTo>
                      <a:cubicBezTo>
                        <a:pt x="1418" y="315"/>
                        <a:pt x="1103" y="0"/>
                        <a:pt x="69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6" name="Google Shape;1646;p18"/>
                <p:cNvSpPr/>
                <p:nvPr/>
              </p:nvSpPr>
              <p:spPr>
                <a:xfrm>
                  <a:off x="1016275" y="4051125"/>
                  <a:ext cx="155975" cy="137075"/>
                </a:xfrm>
                <a:custGeom>
                  <a:rect b="b" l="l" r="r" t="t"/>
                  <a:pathLst>
                    <a:path extrusionOk="0" h="5483" w="6239">
                      <a:moveTo>
                        <a:pt x="3088" y="1"/>
                      </a:moveTo>
                      <a:cubicBezTo>
                        <a:pt x="1356" y="1"/>
                        <a:pt x="1" y="1387"/>
                        <a:pt x="1" y="3120"/>
                      </a:cubicBezTo>
                      <a:cubicBezTo>
                        <a:pt x="1" y="4033"/>
                        <a:pt x="379" y="4852"/>
                        <a:pt x="1041" y="5451"/>
                      </a:cubicBezTo>
                      <a:cubicBezTo>
                        <a:pt x="1041" y="5262"/>
                        <a:pt x="1104" y="5041"/>
                        <a:pt x="1167" y="4852"/>
                      </a:cubicBezTo>
                      <a:cubicBezTo>
                        <a:pt x="1324" y="4380"/>
                        <a:pt x="1671" y="4002"/>
                        <a:pt x="2112" y="3750"/>
                      </a:cubicBezTo>
                      <a:cubicBezTo>
                        <a:pt x="1891" y="3498"/>
                        <a:pt x="1734" y="3151"/>
                        <a:pt x="1734" y="2804"/>
                      </a:cubicBezTo>
                      <a:cubicBezTo>
                        <a:pt x="1734" y="2048"/>
                        <a:pt x="2364" y="1418"/>
                        <a:pt x="3088" y="1418"/>
                      </a:cubicBezTo>
                      <a:cubicBezTo>
                        <a:pt x="3845" y="1418"/>
                        <a:pt x="4475" y="2048"/>
                        <a:pt x="4475" y="2804"/>
                      </a:cubicBezTo>
                      <a:cubicBezTo>
                        <a:pt x="4475" y="3151"/>
                        <a:pt x="4317" y="3529"/>
                        <a:pt x="4097" y="3750"/>
                      </a:cubicBezTo>
                      <a:cubicBezTo>
                        <a:pt x="4349" y="3907"/>
                        <a:pt x="4632" y="4128"/>
                        <a:pt x="4790" y="4411"/>
                      </a:cubicBezTo>
                      <a:cubicBezTo>
                        <a:pt x="4979" y="4726"/>
                        <a:pt x="5105" y="5073"/>
                        <a:pt x="5136" y="5482"/>
                      </a:cubicBezTo>
                      <a:cubicBezTo>
                        <a:pt x="5766" y="4884"/>
                        <a:pt x="6207" y="4096"/>
                        <a:pt x="6207" y="3151"/>
                      </a:cubicBezTo>
                      <a:cubicBezTo>
                        <a:pt x="6239" y="1418"/>
                        <a:pt x="4821" y="1"/>
                        <a:pt x="308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47" name="Google Shape;1647;p18"/>
              <p:cNvGrpSpPr/>
              <p:nvPr/>
            </p:nvGrpSpPr>
            <p:grpSpPr>
              <a:xfrm>
                <a:off x="4571404" y="3748681"/>
                <a:ext cx="500625" cy="499272"/>
                <a:chOff x="2768750" y="3227275"/>
                <a:chExt cx="296175" cy="295375"/>
              </a:xfrm>
            </p:grpSpPr>
            <p:sp>
              <p:nvSpPr>
                <p:cNvPr id="1648" name="Google Shape;1648;p18"/>
                <p:cNvSpPr/>
                <p:nvPr/>
              </p:nvSpPr>
              <p:spPr>
                <a:xfrm>
                  <a:off x="2882950" y="3227275"/>
                  <a:ext cx="68550" cy="69325"/>
                </a:xfrm>
                <a:custGeom>
                  <a:rect b="b" l="l" r="r" t="t"/>
                  <a:pathLst>
                    <a:path extrusionOk="0" h="2773" w="2742">
                      <a:moveTo>
                        <a:pt x="1355" y="1"/>
                      </a:moveTo>
                      <a:cubicBezTo>
                        <a:pt x="631" y="1"/>
                        <a:pt x="1" y="631"/>
                        <a:pt x="1" y="1387"/>
                      </a:cubicBezTo>
                      <a:cubicBezTo>
                        <a:pt x="1" y="2143"/>
                        <a:pt x="631" y="2773"/>
                        <a:pt x="1355" y="2773"/>
                      </a:cubicBezTo>
                      <a:cubicBezTo>
                        <a:pt x="2111" y="2773"/>
                        <a:pt x="2742" y="2174"/>
                        <a:pt x="2742" y="1387"/>
                      </a:cubicBezTo>
                      <a:cubicBezTo>
                        <a:pt x="2742" y="631"/>
                        <a:pt x="2111" y="1"/>
                        <a:pt x="13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49" name="Google Shape;1649;p18"/>
                <p:cNvSpPr/>
                <p:nvPr/>
              </p:nvSpPr>
              <p:spPr>
                <a:xfrm>
                  <a:off x="2856175" y="3436000"/>
                  <a:ext cx="17350" cy="34675"/>
                </a:xfrm>
                <a:custGeom>
                  <a:rect b="b" l="l" r="r" t="t"/>
                  <a:pathLst>
                    <a:path extrusionOk="0" h="1387" w="694">
                      <a:moveTo>
                        <a:pt x="0" y="0"/>
                      </a:moveTo>
                      <a:lnTo>
                        <a:pt x="0" y="1386"/>
                      </a:lnTo>
                      <a:lnTo>
                        <a:pt x="694" y="1386"/>
                      </a:lnTo>
                      <a:lnTo>
                        <a:pt x="69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0" name="Google Shape;1650;p18"/>
                <p:cNvSpPr/>
                <p:nvPr/>
              </p:nvSpPr>
              <p:spPr>
                <a:xfrm>
                  <a:off x="2890050" y="3436000"/>
                  <a:ext cx="18125" cy="34675"/>
                </a:xfrm>
                <a:custGeom>
                  <a:rect b="b" l="l" r="r" t="t"/>
                  <a:pathLst>
                    <a:path extrusionOk="0" h="1387" w="725">
                      <a:moveTo>
                        <a:pt x="0" y="0"/>
                      </a:moveTo>
                      <a:lnTo>
                        <a:pt x="0" y="1386"/>
                      </a:lnTo>
                      <a:lnTo>
                        <a:pt x="725" y="1386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1" name="Google Shape;1651;p18"/>
                <p:cNvSpPr/>
                <p:nvPr/>
              </p:nvSpPr>
              <p:spPr>
                <a:xfrm>
                  <a:off x="2821525" y="3436000"/>
                  <a:ext cx="17350" cy="34675"/>
                </a:xfrm>
                <a:custGeom>
                  <a:rect b="b" l="l" r="r" t="t"/>
                  <a:pathLst>
                    <a:path extrusionOk="0" h="1387" w="694">
                      <a:moveTo>
                        <a:pt x="0" y="0"/>
                      </a:moveTo>
                      <a:lnTo>
                        <a:pt x="0" y="1386"/>
                      </a:lnTo>
                      <a:lnTo>
                        <a:pt x="693" y="1386"/>
                      </a:ln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2" name="Google Shape;1652;p18"/>
                <p:cNvSpPr/>
                <p:nvPr/>
              </p:nvSpPr>
              <p:spPr>
                <a:xfrm>
                  <a:off x="2924700" y="3436000"/>
                  <a:ext cx="34675" cy="34675"/>
                </a:xfrm>
                <a:custGeom>
                  <a:rect b="b" l="l" r="r" t="t"/>
                  <a:pathLst>
                    <a:path extrusionOk="0" h="1387" w="1387">
                      <a:moveTo>
                        <a:pt x="0" y="0"/>
                      </a:moveTo>
                      <a:lnTo>
                        <a:pt x="0" y="1386"/>
                      </a:lnTo>
                      <a:lnTo>
                        <a:pt x="1387" y="1386"/>
                      </a:lnTo>
                      <a:lnTo>
                        <a:pt x="138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3" name="Google Shape;1653;p18"/>
                <p:cNvSpPr/>
                <p:nvPr/>
              </p:nvSpPr>
              <p:spPr>
                <a:xfrm>
                  <a:off x="2768750" y="3384800"/>
                  <a:ext cx="244175" cy="137850"/>
                </a:xfrm>
                <a:custGeom>
                  <a:rect b="b" l="l" r="r" t="t"/>
                  <a:pathLst>
                    <a:path extrusionOk="0" h="5514" w="9767">
                      <a:moveTo>
                        <a:pt x="7971" y="1387"/>
                      </a:moveTo>
                      <a:cubicBezTo>
                        <a:pt x="8192" y="1387"/>
                        <a:pt x="8349" y="1544"/>
                        <a:pt x="8349" y="1733"/>
                      </a:cubicBezTo>
                      <a:lnTo>
                        <a:pt x="8349" y="3813"/>
                      </a:lnTo>
                      <a:cubicBezTo>
                        <a:pt x="8349" y="4033"/>
                        <a:pt x="8192" y="4191"/>
                        <a:pt x="7971" y="4191"/>
                      </a:cubicBezTo>
                      <a:lnTo>
                        <a:pt x="1765" y="4191"/>
                      </a:lnTo>
                      <a:cubicBezTo>
                        <a:pt x="1576" y="4191"/>
                        <a:pt x="1418" y="4033"/>
                        <a:pt x="1418" y="3813"/>
                      </a:cubicBezTo>
                      <a:lnTo>
                        <a:pt x="1418" y="1733"/>
                      </a:lnTo>
                      <a:cubicBezTo>
                        <a:pt x="1418" y="1544"/>
                        <a:pt x="1576" y="1387"/>
                        <a:pt x="1765" y="1387"/>
                      </a:cubicBezTo>
                      <a:close/>
                      <a:moveTo>
                        <a:pt x="1040" y="0"/>
                      </a:moveTo>
                      <a:cubicBezTo>
                        <a:pt x="473" y="0"/>
                        <a:pt x="32" y="473"/>
                        <a:pt x="32" y="1040"/>
                      </a:cubicBezTo>
                      <a:lnTo>
                        <a:pt x="32" y="4506"/>
                      </a:lnTo>
                      <a:cubicBezTo>
                        <a:pt x="0" y="5073"/>
                        <a:pt x="473" y="5514"/>
                        <a:pt x="1040" y="5514"/>
                      </a:cubicBezTo>
                      <a:lnTo>
                        <a:pt x="8727" y="5514"/>
                      </a:lnTo>
                      <a:cubicBezTo>
                        <a:pt x="9326" y="5514"/>
                        <a:pt x="9767" y="5041"/>
                        <a:pt x="9767" y="4506"/>
                      </a:cubicBezTo>
                      <a:lnTo>
                        <a:pt x="9767" y="1040"/>
                      </a:lnTo>
                      <a:cubicBezTo>
                        <a:pt x="9767" y="442"/>
                        <a:pt x="9294" y="0"/>
                        <a:pt x="87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4" name="Google Shape;1654;p18"/>
                <p:cNvSpPr/>
                <p:nvPr/>
              </p:nvSpPr>
              <p:spPr>
                <a:xfrm>
                  <a:off x="3030250" y="3419450"/>
                  <a:ext cx="34675" cy="68550"/>
                </a:xfrm>
                <a:custGeom>
                  <a:rect b="b" l="l" r="r" t="t"/>
                  <a:pathLst>
                    <a:path extrusionOk="0" h="2742" w="1387">
                      <a:moveTo>
                        <a:pt x="0" y="1"/>
                      </a:moveTo>
                      <a:lnTo>
                        <a:pt x="0" y="2742"/>
                      </a:lnTo>
                      <a:lnTo>
                        <a:pt x="1040" y="2742"/>
                      </a:lnTo>
                      <a:cubicBezTo>
                        <a:pt x="1229" y="2742"/>
                        <a:pt x="1386" y="2584"/>
                        <a:pt x="1386" y="2395"/>
                      </a:cubicBezTo>
                      <a:lnTo>
                        <a:pt x="1386" y="347"/>
                      </a:lnTo>
                      <a:cubicBezTo>
                        <a:pt x="1386" y="158"/>
                        <a:pt x="1229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5" name="Google Shape;1655;p18"/>
                <p:cNvSpPr/>
                <p:nvPr/>
              </p:nvSpPr>
              <p:spPr>
                <a:xfrm>
                  <a:off x="2856175" y="3294225"/>
                  <a:ext cx="122100" cy="73275"/>
                </a:xfrm>
                <a:custGeom>
                  <a:rect b="b" l="l" r="r" t="t"/>
                  <a:pathLst>
                    <a:path extrusionOk="0" h="2931" w="4884">
                      <a:moveTo>
                        <a:pt x="820" y="0"/>
                      </a:moveTo>
                      <a:cubicBezTo>
                        <a:pt x="316" y="473"/>
                        <a:pt x="0" y="1103"/>
                        <a:pt x="0" y="1828"/>
                      </a:cubicBezTo>
                      <a:lnTo>
                        <a:pt x="0" y="2552"/>
                      </a:lnTo>
                      <a:cubicBezTo>
                        <a:pt x="0" y="2773"/>
                        <a:pt x="158" y="2930"/>
                        <a:pt x="347" y="2930"/>
                      </a:cubicBezTo>
                      <a:lnTo>
                        <a:pt x="4506" y="2930"/>
                      </a:lnTo>
                      <a:cubicBezTo>
                        <a:pt x="4726" y="2930"/>
                        <a:pt x="4884" y="2773"/>
                        <a:pt x="4884" y="2552"/>
                      </a:cubicBezTo>
                      <a:lnTo>
                        <a:pt x="4884" y="1828"/>
                      </a:lnTo>
                      <a:cubicBezTo>
                        <a:pt x="4884" y="1103"/>
                        <a:pt x="4569" y="441"/>
                        <a:pt x="4033" y="0"/>
                      </a:cubicBezTo>
                      <a:cubicBezTo>
                        <a:pt x="3655" y="473"/>
                        <a:pt x="3088" y="788"/>
                        <a:pt x="2426" y="788"/>
                      </a:cubicBezTo>
                      <a:cubicBezTo>
                        <a:pt x="1765" y="788"/>
                        <a:pt x="1198" y="473"/>
                        <a:pt x="8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56" name="Google Shape;1656;p18"/>
              <p:cNvGrpSpPr/>
              <p:nvPr/>
            </p:nvGrpSpPr>
            <p:grpSpPr>
              <a:xfrm>
                <a:off x="4601345" y="4379143"/>
                <a:ext cx="440703" cy="498469"/>
                <a:chOff x="2786075" y="3591800"/>
                <a:chExt cx="260725" cy="294900"/>
              </a:xfrm>
            </p:grpSpPr>
            <p:sp>
              <p:nvSpPr>
                <p:cNvPr id="1657" name="Google Shape;1657;p18"/>
                <p:cNvSpPr/>
                <p:nvPr/>
              </p:nvSpPr>
              <p:spPr>
                <a:xfrm>
                  <a:off x="2898700" y="3677000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694" y="1"/>
                      </a:moveTo>
                      <a:cubicBezTo>
                        <a:pt x="316" y="1"/>
                        <a:pt x="1" y="316"/>
                        <a:pt x="1" y="725"/>
                      </a:cubicBezTo>
                      <a:cubicBezTo>
                        <a:pt x="1" y="1103"/>
                        <a:pt x="316" y="1418"/>
                        <a:pt x="694" y="1418"/>
                      </a:cubicBezTo>
                      <a:cubicBezTo>
                        <a:pt x="1103" y="1418"/>
                        <a:pt x="1418" y="1103"/>
                        <a:pt x="1418" y="725"/>
                      </a:cubicBezTo>
                      <a:cubicBezTo>
                        <a:pt x="1418" y="316"/>
                        <a:pt x="1103" y="1"/>
                        <a:pt x="69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8" name="Google Shape;1658;p18"/>
                <p:cNvSpPr/>
                <p:nvPr/>
              </p:nvSpPr>
              <p:spPr>
                <a:xfrm>
                  <a:off x="2883750" y="3729775"/>
                  <a:ext cx="66975" cy="33900"/>
                </a:xfrm>
                <a:custGeom>
                  <a:rect b="b" l="l" r="r" t="t"/>
                  <a:pathLst>
                    <a:path extrusionOk="0" h="1356" w="2679">
                      <a:moveTo>
                        <a:pt x="1323" y="1"/>
                      </a:moveTo>
                      <a:cubicBezTo>
                        <a:pt x="693" y="1"/>
                        <a:pt x="189" y="379"/>
                        <a:pt x="0" y="977"/>
                      </a:cubicBezTo>
                      <a:cubicBezTo>
                        <a:pt x="378" y="1198"/>
                        <a:pt x="819" y="1355"/>
                        <a:pt x="1323" y="1355"/>
                      </a:cubicBezTo>
                      <a:cubicBezTo>
                        <a:pt x="1796" y="1355"/>
                        <a:pt x="2269" y="1198"/>
                        <a:pt x="2678" y="977"/>
                      </a:cubicBezTo>
                      <a:cubicBezTo>
                        <a:pt x="2489" y="410"/>
                        <a:pt x="1922" y="1"/>
                        <a:pt x="132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59" name="Google Shape;1659;p18"/>
                <p:cNvSpPr/>
                <p:nvPr/>
              </p:nvSpPr>
              <p:spPr>
                <a:xfrm>
                  <a:off x="2855375" y="3643150"/>
                  <a:ext cx="122125" cy="98475"/>
                </a:xfrm>
                <a:custGeom>
                  <a:rect b="b" l="l" r="r" t="t"/>
                  <a:pathLst>
                    <a:path extrusionOk="0" h="3939" w="4885">
                      <a:moveTo>
                        <a:pt x="2458" y="0"/>
                      </a:moveTo>
                      <a:cubicBezTo>
                        <a:pt x="1198" y="0"/>
                        <a:pt x="222" y="977"/>
                        <a:pt x="64" y="2079"/>
                      </a:cubicBezTo>
                      <a:cubicBezTo>
                        <a:pt x="1" y="2741"/>
                        <a:pt x="159" y="3371"/>
                        <a:pt x="600" y="3938"/>
                      </a:cubicBezTo>
                      <a:cubicBezTo>
                        <a:pt x="820" y="3529"/>
                        <a:pt x="1135" y="3214"/>
                        <a:pt x="1482" y="3025"/>
                      </a:cubicBezTo>
                      <a:cubicBezTo>
                        <a:pt x="1230" y="2772"/>
                        <a:pt x="1072" y="2426"/>
                        <a:pt x="1072" y="2079"/>
                      </a:cubicBezTo>
                      <a:cubicBezTo>
                        <a:pt x="1072" y="1323"/>
                        <a:pt x="1734" y="693"/>
                        <a:pt x="2458" y="693"/>
                      </a:cubicBezTo>
                      <a:cubicBezTo>
                        <a:pt x="3214" y="693"/>
                        <a:pt x="3845" y="1323"/>
                        <a:pt x="3845" y="2079"/>
                      </a:cubicBezTo>
                      <a:cubicBezTo>
                        <a:pt x="3845" y="2426"/>
                        <a:pt x="3687" y="2772"/>
                        <a:pt x="3435" y="3025"/>
                      </a:cubicBezTo>
                      <a:cubicBezTo>
                        <a:pt x="3845" y="3214"/>
                        <a:pt x="4128" y="3529"/>
                        <a:pt x="4317" y="3938"/>
                      </a:cubicBezTo>
                      <a:cubicBezTo>
                        <a:pt x="4695" y="3466"/>
                        <a:pt x="4853" y="2930"/>
                        <a:pt x="4853" y="2394"/>
                      </a:cubicBezTo>
                      <a:cubicBezTo>
                        <a:pt x="4884" y="1103"/>
                        <a:pt x="3813" y="0"/>
                        <a:pt x="245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0" name="Google Shape;1660;p18"/>
                <p:cNvSpPr/>
                <p:nvPr/>
              </p:nvSpPr>
              <p:spPr>
                <a:xfrm>
                  <a:off x="2801050" y="3591800"/>
                  <a:ext cx="229225" cy="258500"/>
                </a:xfrm>
                <a:custGeom>
                  <a:rect b="b" l="l" r="r" t="t"/>
                  <a:pathLst>
                    <a:path extrusionOk="0" h="10340" w="9169">
                      <a:moveTo>
                        <a:pt x="4679" y="1327"/>
                      </a:moveTo>
                      <a:cubicBezTo>
                        <a:pt x="6369" y="1327"/>
                        <a:pt x="7750" y="2741"/>
                        <a:pt x="7750" y="4448"/>
                      </a:cubicBezTo>
                      <a:cubicBezTo>
                        <a:pt x="7750" y="6244"/>
                        <a:pt x="6301" y="7599"/>
                        <a:pt x="4631" y="7599"/>
                      </a:cubicBezTo>
                      <a:cubicBezTo>
                        <a:pt x="2836" y="7599"/>
                        <a:pt x="1292" y="5961"/>
                        <a:pt x="1575" y="4039"/>
                      </a:cubicBezTo>
                      <a:cubicBezTo>
                        <a:pt x="1764" y="2716"/>
                        <a:pt x="2867" y="1550"/>
                        <a:pt x="4222" y="1361"/>
                      </a:cubicBezTo>
                      <a:cubicBezTo>
                        <a:pt x="4376" y="1338"/>
                        <a:pt x="4529" y="1327"/>
                        <a:pt x="4679" y="1327"/>
                      </a:cubicBezTo>
                      <a:close/>
                      <a:moveTo>
                        <a:pt x="4597" y="0"/>
                      </a:moveTo>
                      <a:cubicBezTo>
                        <a:pt x="4401" y="0"/>
                        <a:pt x="4202" y="13"/>
                        <a:pt x="4001" y="38"/>
                      </a:cubicBezTo>
                      <a:cubicBezTo>
                        <a:pt x="1985" y="290"/>
                        <a:pt x="378" y="1928"/>
                        <a:pt x="158" y="3913"/>
                      </a:cubicBezTo>
                      <a:cubicBezTo>
                        <a:pt x="0" y="5110"/>
                        <a:pt x="315" y="6244"/>
                        <a:pt x="1008" y="7189"/>
                      </a:cubicBezTo>
                      <a:cubicBezTo>
                        <a:pt x="1197" y="7473"/>
                        <a:pt x="1449" y="7756"/>
                        <a:pt x="1670" y="7945"/>
                      </a:cubicBezTo>
                      <a:lnTo>
                        <a:pt x="4411" y="10277"/>
                      </a:lnTo>
                      <a:cubicBezTo>
                        <a:pt x="4474" y="10308"/>
                        <a:pt x="4568" y="10340"/>
                        <a:pt x="4631" y="10340"/>
                      </a:cubicBezTo>
                      <a:cubicBezTo>
                        <a:pt x="4726" y="10340"/>
                        <a:pt x="4789" y="10308"/>
                        <a:pt x="4883" y="10277"/>
                      </a:cubicBezTo>
                      <a:lnTo>
                        <a:pt x="7593" y="7945"/>
                      </a:lnTo>
                      <a:cubicBezTo>
                        <a:pt x="7845" y="7756"/>
                        <a:pt x="8065" y="7473"/>
                        <a:pt x="8254" y="7189"/>
                      </a:cubicBezTo>
                      <a:cubicBezTo>
                        <a:pt x="8853" y="6402"/>
                        <a:pt x="9168" y="5457"/>
                        <a:pt x="9168" y="4480"/>
                      </a:cubicBezTo>
                      <a:cubicBezTo>
                        <a:pt x="9139" y="1996"/>
                        <a:pt x="7104" y="0"/>
                        <a:pt x="459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1" name="Google Shape;1661;p18"/>
                <p:cNvSpPr/>
                <p:nvPr/>
              </p:nvSpPr>
              <p:spPr>
                <a:xfrm>
                  <a:off x="2786075" y="3800675"/>
                  <a:ext cx="260725" cy="86025"/>
                </a:xfrm>
                <a:custGeom>
                  <a:rect b="b" l="l" r="r" t="t"/>
                  <a:pathLst>
                    <a:path extrusionOk="0" h="3441" w="10429">
                      <a:moveTo>
                        <a:pt x="1702" y="0"/>
                      </a:moveTo>
                      <a:cubicBezTo>
                        <a:pt x="1576" y="0"/>
                        <a:pt x="1513" y="63"/>
                        <a:pt x="1418" y="189"/>
                      </a:cubicBezTo>
                      <a:lnTo>
                        <a:pt x="32" y="2930"/>
                      </a:lnTo>
                      <a:cubicBezTo>
                        <a:pt x="1" y="3056"/>
                        <a:pt x="1" y="3213"/>
                        <a:pt x="32" y="3308"/>
                      </a:cubicBezTo>
                      <a:cubicBezTo>
                        <a:pt x="95" y="3371"/>
                        <a:pt x="190" y="3434"/>
                        <a:pt x="316" y="3434"/>
                      </a:cubicBezTo>
                      <a:lnTo>
                        <a:pt x="10019" y="3434"/>
                      </a:lnTo>
                      <a:cubicBezTo>
                        <a:pt x="10045" y="3438"/>
                        <a:pt x="10070" y="3440"/>
                        <a:pt x="10093" y="3440"/>
                      </a:cubicBezTo>
                      <a:cubicBezTo>
                        <a:pt x="10241" y="3440"/>
                        <a:pt x="10338" y="3362"/>
                        <a:pt x="10366" y="3308"/>
                      </a:cubicBezTo>
                      <a:cubicBezTo>
                        <a:pt x="10429" y="3182"/>
                        <a:pt x="10429" y="3056"/>
                        <a:pt x="10366" y="2930"/>
                      </a:cubicBezTo>
                      <a:lnTo>
                        <a:pt x="8979" y="189"/>
                      </a:lnTo>
                      <a:cubicBezTo>
                        <a:pt x="8948" y="63"/>
                        <a:pt x="8822" y="32"/>
                        <a:pt x="8696" y="0"/>
                      </a:cubicBezTo>
                      <a:lnTo>
                        <a:pt x="8601" y="95"/>
                      </a:lnTo>
                      <a:lnTo>
                        <a:pt x="5860" y="2426"/>
                      </a:lnTo>
                      <a:cubicBezTo>
                        <a:pt x="5671" y="2583"/>
                        <a:pt x="5451" y="2678"/>
                        <a:pt x="5199" y="2678"/>
                      </a:cubicBezTo>
                      <a:cubicBezTo>
                        <a:pt x="4978" y="2678"/>
                        <a:pt x="4726" y="2583"/>
                        <a:pt x="4537" y="2426"/>
                      </a:cubicBezTo>
                      <a:lnTo>
                        <a:pt x="1828" y="95"/>
                      </a:lnTo>
                      <a:lnTo>
                        <a:pt x="170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62" name="Google Shape;1662;p18"/>
              <p:cNvGrpSpPr/>
              <p:nvPr/>
            </p:nvGrpSpPr>
            <p:grpSpPr>
              <a:xfrm>
                <a:off x="4659270" y="4984814"/>
                <a:ext cx="324876" cy="500625"/>
                <a:chOff x="2819150" y="3955025"/>
                <a:chExt cx="192200" cy="296175"/>
              </a:xfrm>
            </p:grpSpPr>
            <p:sp>
              <p:nvSpPr>
                <p:cNvPr id="1663" name="Google Shape;1663;p18"/>
                <p:cNvSpPr/>
                <p:nvPr/>
              </p:nvSpPr>
              <p:spPr>
                <a:xfrm>
                  <a:off x="2856175" y="4007025"/>
                  <a:ext cx="122100" cy="70125"/>
                </a:xfrm>
                <a:custGeom>
                  <a:rect b="b" l="l" r="r" t="t"/>
                  <a:pathLst>
                    <a:path extrusionOk="0" h="2805" w="4884">
                      <a:moveTo>
                        <a:pt x="1324" y="0"/>
                      </a:moveTo>
                      <a:cubicBezTo>
                        <a:pt x="631" y="0"/>
                        <a:pt x="127" y="725"/>
                        <a:pt x="347" y="1386"/>
                      </a:cubicBezTo>
                      <a:lnTo>
                        <a:pt x="599" y="2080"/>
                      </a:lnTo>
                      <a:lnTo>
                        <a:pt x="379" y="2080"/>
                      </a:lnTo>
                      <a:cubicBezTo>
                        <a:pt x="158" y="2080"/>
                        <a:pt x="0" y="2237"/>
                        <a:pt x="0" y="2458"/>
                      </a:cubicBezTo>
                      <a:cubicBezTo>
                        <a:pt x="0" y="2647"/>
                        <a:pt x="158" y="2804"/>
                        <a:pt x="347" y="2804"/>
                      </a:cubicBezTo>
                      <a:lnTo>
                        <a:pt x="4506" y="2804"/>
                      </a:lnTo>
                      <a:cubicBezTo>
                        <a:pt x="4726" y="2804"/>
                        <a:pt x="4884" y="2647"/>
                        <a:pt x="4884" y="2458"/>
                      </a:cubicBezTo>
                      <a:cubicBezTo>
                        <a:pt x="4884" y="2237"/>
                        <a:pt x="4726" y="2080"/>
                        <a:pt x="4506" y="2080"/>
                      </a:cubicBezTo>
                      <a:lnTo>
                        <a:pt x="4317" y="2080"/>
                      </a:lnTo>
                      <a:lnTo>
                        <a:pt x="4569" y="1386"/>
                      </a:lnTo>
                      <a:cubicBezTo>
                        <a:pt x="4789" y="725"/>
                        <a:pt x="4285" y="0"/>
                        <a:pt x="359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4" name="Google Shape;1664;p18"/>
                <p:cNvSpPr/>
                <p:nvPr/>
              </p:nvSpPr>
              <p:spPr>
                <a:xfrm>
                  <a:off x="2819150" y="4180300"/>
                  <a:ext cx="192200" cy="70900"/>
                </a:xfrm>
                <a:custGeom>
                  <a:rect b="b" l="l" r="r" t="t"/>
                  <a:pathLst>
                    <a:path extrusionOk="0" h="2836" w="7688">
                      <a:moveTo>
                        <a:pt x="1418" y="0"/>
                      </a:moveTo>
                      <a:cubicBezTo>
                        <a:pt x="1040" y="0"/>
                        <a:pt x="725" y="315"/>
                        <a:pt x="725" y="725"/>
                      </a:cubicBezTo>
                      <a:lnTo>
                        <a:pt x="725" y="1418"/>
                      </a:lnTo>
                      <a:cubicBezTo>
                        <a:pt x="316" y="1418"/>
                        <a:pt x="1" y="1733"/>
                        <a:pt x="1" y="2143"/>
                      </a:cubicBezTo>
                      <a:lnTo>
                        <a:pt x="1" y="2489"/>
                      </a:lnTo>
                      <a:cubicBezTo>
                        <a:pt x="1" y="2678"/>
                        <a:pt x="158" y="2836"/>
                        <a:pt x="379" y="2836"/>
                      </a:cubicBezTo>
                      <a:lnTo>
                        <a:pt x="7310" y="2836"/>
                      </a:lnTo>
                      <a:cubicBezTo>
                        <a:pt x="7530" y="2804"/>
                        <a:pt x="7688" y="2678"/>
                        <a:pt x="7688" y="2489"/>
                      </a:cubicBezTo>
                      <a:lnTo>
                        <a:pt x="7688" y="2143"/>
                      </a:lnTo>
                      <a:cubicBezTo>
                        <a:pt x="7688" y="1733"/>
                        <a:pt x="7373" y="1418"/>
                        <a:pt x="6995" y="1418"/>
                      </a:cubicBezTo>
                      <a:lnTo>
                        <a:pt x="6995" y="725"/>
                      </a:lnTo>
                      <a:cubicBezTo>
                        <a:pt x="6995" y="315"/>
                        <a:pt x="6680" y="0"/>
                        <a:pt x="62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5" name="Google Shape;1665;p18"/>
                <p:cNvSpPr/>
                <p:nvPr/>
              </p:nvSpPr>
              <p:spPr>
                <a:xfrm>
                  <a:off x="2882950" y="3955025"/>
                  <a:ext cx="68550" cy="35475"/>
                </a:xfrm>
                <a:custGeom>
                  <a:rect b="b" l="l" r="r" t="t"/>
                  <a:pathLst>
                    <a:path extrusionOk="0" h="1419" w="2742">
                      <a:moveTo>
                        <a:pt x="1355" y="1"/>
                      </a:moveTo>
                      <a:cubicBezTo>
                        <a:pt x="1166" y="1"/>
                        <a:pt x="1009" y="158"/>
                        <a:pt x="1009" y="348"/>
                      </a:cubicBezTo>
                      <a:lnTo>
                        <a:pt x="1009" y="726"/>
                      </a:lnTo>
                      <a:cubicBezTo>
                        <a:pt x="568" y="820"/>
                        <a:pt x="221" y="1072"/>
                        <a:pt x="1" y="1419"/>
                      </a:cubicBezTo>
                      <a:lnTo>
                        <a:pt x="2742" y="1419"/>
                      </a:lnTo>
                      <a:cubicBezTo>
                        <a:pt x="2521" y="1104"/>
                        <a:pt x="2111" y="852"/>
                        <a:pt x="1733" y="726"/>
                      </a:cubicBezTo>
                      <a:lnTo>
                        <a:pt x="1733" y="348"/>
                      </a:lnTo>
                      <a:cubicBezTo>
                        <a:pt x="1670" y="158"/>
                        <a:pt x="1513" y="1"/>
                        <a:pt x="13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6" name="Google Shape;1666;p18"/>
                <p:cNvSpPr/>
                <p:nvPr/>
              </p:nvSpPr>
              <p:spPr>
                <a:xfrm>
                  <a:off x="2856975" y="4093650"/>
                  <a:ext cx="118950" cy="70125"/>
                </a:xfrm>
                <a:custGeom>
                  <a:rect b="b" l="l" r="r" t="t"/>
                  <a:pathLst>
                    <a:path extrusionOk="0" h="2805" w="4758">
                      <a:moveTo>
                        <a:pt x="473" y="1"/>
                      </a:moveTo>
                      <a:lnTo>
                        <a:pt x="0" y="2805"/>
                      </a:lnTo>
                      <a:lnTo>
                        <a:pt x="4757" y="2805"/>
                      </a:lnTo>
                      <a:lnTo>
                        <a:pt x="428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67" name="Google Shape;1667;p18"/>
              <p:cNvGrpSpPr/>
              <p:nvPr/>
            </p:nvGrpSpPr>
            <p:grpSpPr>
              <a:xfrm>
                <a:off x="7743870" y="3749337"/>
                <a:ext cx="499272" cy="497962"/>
                <a:chOff x="4629125" y="3235150"/>
                <a:chExt cx="295375" cy="294600"/>
              </a:xfrm>
            </p:grpSpPr>
            <p:sp>
              <p:nvSpPr>
                <p:cNvPr id="1668" name="Google Shape;1668;p18"/>
                <p:cNvSpPr/>
                <p:nvPr/>
              </p:nvSpPr>
              <p:spPr>
                <a:xfrm>
                  <a:off x="4696850" y="3391100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725" y="1"/>
                      </a:moveTo>
                      <a:cubicBezTo>
                        <a:pt x="316" y="1"/>
                        <a:pt x="1" y="316"/>
                        <a:pt x="1" y="694"/>
                      </a:cubicBezTo>
                      <a:cubicBezTo>
                        <a:pt x="64" y="1103"/>
                        <a:pt x="316" y="1418"/>
                        <a:pt x="725" y="1418"/>
                      </a:cubicBezTo>
                      <a:cubicBezTo>
                        <a:pt x="1103" y="1418"/>
                        <a:pt x="1418" y="1103"/>
                        <a:pt x="1418" y="694"/>
                      </a:cubicBez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69" name="Google Shape;1669;p18"/>
                <p:cNvSpPr/>
                <p:nvPr/>
              </p:nvSpPr>
              <p:spPr>
                <a:xfrm>
                  <a:off x="4680300" y="3443875"/>
                  <a:ext cx="69350" cy="34675"/>
                </a:xfrm>
                <a:custGeom>
                  <a:rect b="b" l="l" r="r" t="t"/>
                  <a:pathLst>
                    <a:path extrusionOk="0" h="1387" w="2774">
                      <a:moveTo>
                        <a:pt x="1387" y="0"/>
                      </a:moveTo>
                      <a:cubicBezTo>
                        <a:pt x="631" y="0"/>
                        <a:pt x="1" y="630"/>
                        <a:pt x="1" y="1387"/>
                      </a:cubicBezTo>
                      <a:lnTo>
                        <a:pt x="2773" y="1387"/>
                      </a:lnTo>
                      <a:cubicBezTo>
                        <a:pt x="2773" y="630"/>
                        <a:pt x="2175" y="0"/>
                        <a:pt x="138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0" name="Google Shape;1670;p18"/>
                <p:cNvSpPr/>
                <p:nvPr/>
              </p:nvSpPr>
              <p:spPr>
                <a:xfrm>
                  <a:off x="4629125" y="3339900"/>
                  <a:ext cx="295375" cy="189850"/>
                </a:xfrm>
                <a:custGeom>
                  <a:rect b="b" l="l" r="r" t="t"/>
                  <a:pathLst>
                    <a:path extrusionOk="0" h="7594" w="11815">
                      <a:moveTo>
                        <a:pt x="10050" y="2080"/>
                      </a:moveTo>
                      <a:cubicBezTo>
                        <a:pt x="10239" y="2080"/>
                        <a:pt x="10397" y="2238"/>
                        <a:pt x="10397" y="2427"/>
                      </a:cubicBezTo>
                      <a:cubicBezTo>
                        <a:pt x="10397" y="2616"/>
                        <a:pt x="10239" y="2773"/>
                        <a:pt x="10050" y="2773"/>
                      </a:cubicBezTo>
                      <a:lnTo>
                        <a:pt x="6553" y="2773"/>
                      </a:lnTo>
                      <a:cubicBezTo>
                        <a:pt x="6333" y="2773"/>
                        <a:pt x="6175" y="2616"/>
                        <a:pt x="6175" y="2427"/>
                      </a:cubicBezTo>
                      <a:cubicBezTo>
                        <a:pt x="6175" y="2238"/>
                        <a:pt x="6333" y="2080"/>
                        <a:pt x="6553" y="2080"/>
                      </a:cubicBezTo>
                      <a:close/>
                      <a:moveTo>
                        <a:pt x="10050" y="3466"/>
                      </a:moveTo>
                      <a:cubicBezTo>
                        <a:pt x="10239" y="3466"/>
                        <a:pt x="10397" y="3624"/>
                        <a:pt x="10397" y="3813"/>
                      </a:cubicBezTo>
                      <a:cubicBezTo>
                        <a:pt x="10397" y="4002"/>
                        <a:pt x="10239" y="4159"/>
                        <a:pt x="10050" y="4159"/>
                      </a:cubicBezTo>
                      <a:lnTo>
                        <a:pt x="6553" y="4159"/>
                      </a:lnTo>
                      <a:cubicBezTo>
                        <a:pt x="6333" y="4159"/>
                        <a:pt x="6175" y="4002"/>
                        <a:pt x="6175" y="3813"/>
                      </a:cubicBezTo>
                      <a:cubicBezTo>
                        <a:pt x="6175" y="3624"/>
                        <a:pt x="6333" y="3466"/>
                        <a:pt x="6553" y="3466"/>
                      </a:cubicBezTo>
                      <a:close/>
                      <a:moveTo>
                        <a:pt x="10050" y="4821"/>
                      </a:moveTo>
                      <a:cubicBezTo>
                        <a:pt x="10239" y="4821"/>
                        <a:pt x="10397" y="4978"/>
                        <a:pt x="10397" y="5199"/>
                      </a:cubicBezTo>
                      <a:cubicBezTo>
                        <a:pt x="10397" y="5388"/>
                        <a:pt x="10239" y="5546"/>
                        <a:pt x="10050" y="5546"/>
                      </a:cubicBezTo>
                      <a:lnTo>
                        <a:pt x="6553" y="5546"/>
                      </a:lnTo>
                      <a:cubicBezTo>
                        <a:pt x="6333" y="5546"/>
                        <a:pt x="6175" y="5388"/>
                        <a:pt x="6175" y="5199"/>
                      </a:cubicBezTo>
                      <a:cubicBezTo>
                        <a:pt x="6175" y="4978"/>
                        <a:pt x="6333" y="4821"/>
                        <a:pt x="6553" y="4821"/>
                      </a:cubicBezTo>
                      <a:close/>
                      <a:moveTo>
                        <a:pt x="3403" y="1418"/>
                      </a:moveTo>
                      <a:cubicBezTo>
                        <a:pt x="4127" y="1418"/>
                        <a:pt x="4757" y="2049"/>
                        <a:pt x="4757" y="2773"/>
                      </a:cubicBezTo>
                      <a:cubicBezTo>
                        <a:pt x="4757" y="3151"/>
                        <a:pt x="4600" y="3498"/>
                        <a:pt x="4379" y="3718"/>
                      </a:cubicBezTo>
                      <a:cubicBezTo>
                        <a:pt x="5009" y="4065"/>
                        <a:pt x="5451" y="4758"/>
                        <a:pt x="5451" y="5546"/>
                      </a:cubicBezTo>
                      <a:lnTo>
                        <a:pt x="5451" y="5892"/>
                      </a:lnTo>
                      <a:lnTo>
                        <a:pt x="5514" y="5892"/>
                      </a:lnTo>
                      <a:cubicBezTo>
                        <a:pt x="5514" y="6081"/>
                        <a:pt x="5356" y="6239"/>
                        <a:pt x="5167" y="6239"/>
                      </a:cubicBezTo>
                      <a:lnTo>
                        <a:pt x="1701" y="6239"/>
                      </a:lnTo>
                      <a:cubicBezTo>
                        <a:pt x="1512" y="6239"/>
                        <a:pt x="1355" y="6081"/>
                        <a:pt x="1355" y="5892"/>
                      </a:cubicBezTo>
                      <a:lnTo>
                        <a:pt x="1355" y="5546"/>
                      </a:lnTo>
                      <a:cubicBezTo>
                        <a:pt x="1355" y="4758"/>
                        <a:pt x="1764" y="4096"/>
                        <a:pt x="2395" y="3718"/>
                      </a:cubicBezTo>
                      <a:cubicBezTo>
                        <a:pt x="2174" y="3498"/>
                        <a:pt x="2016" y="3151"/>
                        <a:pt x="2016" y="2773"/>
                      </a:cubicBezTo>
                      <a:cubicBezTo>
                        <a:pt x="2016" y="2049"/>
                        <a:pt x="2647" y="1418"/>
                        <a:pt x="3403" y="1418"/>
                      </a:cubicBezTo>
                      <a:close/>
                      <a:moveTo>
                        <a:pt x="1040" y="1"/>
                      </a:moveTo>
                      <a:cubicBezTo>
                        <a:pt x="441" y="1"/>
                        <a:pt x="0" y="473"/>
                        <a:pt x="0" y="1009"/>
                      </a:cubicBezTo>
                      <a:lnTo>
                        <a:pt x="0" y="6554"/>
                      </a:lnTo>
                      <a:cubicBezTo>
                        <a:pt x="0" y="7152"/>
                        <a:pt x="473" y="7593"/>
                        <a:pt x="1040" y="7593"/>
                      </a:cubicBezTo>
                      <a:lnTo>
                        <a:pt x="10806" y="7593"/>
                      </a:lnTo>
                      <a:cubicBezTo>
                        <a:pt x="11373" y="7593"/>
                        <a:pt x="11815" y="7121"/>
                        <a:pt x="11815" y="6554"/>
                      </a:cubicBezTo>
                      <a:lnTo>
                        <a:pt x="11815" y="1009"/>
                      </a:lnTo>
                      <a:cubicBezTo>
                        <a:pt x="11783" y="473"/>
                        <a:pt x="11310" y="1"/>
                        <a:pt x="10743" y="1"/>
                      </a:cubicBezTo>
                      <a:lnTo>
                        <a:pt x="7593" y="1"/>
                      </a:lnTo>
                      <a:lnTo>
                        <a:pt x="7593" y="347"/>
                      </a:lnTo>
                      <a:cubicBezTo>
                        <a:pt x="7593" y="946"/>
                        <a:pt x="7120" y="1355"/>
                        <a:pt x="6585" y="1355"/>
                      </a:cubicBezTo>
                      <a:lnTo>
                        <a:pt x="5198" y="1355"/>
                      </a:lnTo>
                      <a:cubicBezTo>
                        <a:pt x="4600" y="1355"/>
                        <a:pt x="4190" y="883"/>
                        <a:pt x="4190" y="347"/>
                      </a:cubicBezTo>
                      <a:lnTo>
                        <a:pt x="419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1" name="Google Shape;1671;p18"/>
                <p:cNvSpPr/>
                <p:nvPr/>
              </p:nvSpPr>
              <p:spPr>
                <a:xfrm>
                  <a:off x="4714975" y="3287125"/>
                  <a:ext cx="122100" cy="70125"/>
                </a:xfrm>
                <a:custGeom>
                  <a:rect b="b" l="l" r="r" t="t"/>
                  <a:pathLst>
                    <a:path extrusionOk="0" h="2805" w="4884">
                      <a:moveTo>
                        <a:pt x="693" y="1"/>
                      </a:moveTo>
                      <a:cubicBezTo>
                        <a:pt x="315" y="1"/>
                        <a:pt x="0" y="316"/>
                        <a:pt x="0" y="725"/>
                      </a:cubicBezTo>
                      <a:cubicBezTo>
                        <a:pt x="0" y="1104"/>
                        <a:pt x="315" y="1419"/>
                        <a:pt x="693" y="1419"/>
                      </a:cubicBezTo>
                      <a:lnTo>
                        <a:pt x="1418" y="1419"/>
                      </a:lnTo>
                      <a:lnTo>
                        <a:pt x="1418" y="2458"/>
                      </a:lnTo>
                      <a:cubicBezTo>
                        <a:pt x="1386" y="2647"/>
                        <a:pt x="1544" y="2805"/>
                        <a:pt x="1733" y="2805"/>
                      </a:cubicBezTo>
                      <a:lnTo>
                        <a:pt x="3119" y="2805"/>
                      </a:lnTo>
                      <a:cubicBezTo>
                        <a:pt x="3308" y="2805"/>
                        <a:pt x="3466" y="2647"/>
                        <a:pt x="3466" y="2458"/>
                      </a:cubicBezTo>
                      <a:lnTo>
                        <a:pt x="3466" y="1419"/>
                      </a:lnTo>
                      <a:lnTo>
                        <a:pt x="4159" y="1419"/>
                      </a:lnTo>
                      <a:cubicBezTo>
                        <a:pt x="4568" y="1419"/>
                        <a:pt x="4883" y="1104"/>
                        <a:pt x="4883" y="725"/>
                      </a:cubicBezTo>
                      <a:cubicBezTo>
                        <a:pt x="4883" y="316"/>
                        <a:pt x="4568" y="1"/>
                        <a:pt x="415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2" name="Google Shape;1672;p18"/>
                <p:cNvSpPr/>
                <p:nvPr/>
              </p:nvSpPr>
              <p:spPr>
                <a:xfrm>
                  <a:off x="4732300" y="3235150"/>
                  <a:ext cx="86650" cy="35475"/>
                </a:xfrm>
                <a:custGeom>
                  <a:rect b="b" l="l" r="r" t="t"/>
                  <a:pathLst>
                    <a:path extrusionOk="0" h="1419" w="3466">
                      <a:moveTo>
                        <a:pt x="378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1418"/>
                      </a:lnTo>
                      <a:lnTo>
                        <a:pt x="3466" y="1418"/>
                      </a:lnTo>
                      <a:lnTo>
                        <a:pt x="3466" y="347"/>
                      </a:lnTo>
                      <a:cubicBezTo>
                        <a:pt x="3466" y="158"/>
                        <a:pt x="3308" y="1"/>
                        <a:pt x="31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73" name="Google Shape;1673;p18"/>
              <p:cNvGrpSpPr/>
              <p:nvPr/>
            </p:nvGrpSpPr>
            <p:grpSpPr>
              <a:xfrm>
                <a:off x="7743853" y="4378740"/>
                <a:ext cx="499315" cy="499272"/>
                <a:chOff x="4628325" y="3599825"/>
                <a:chExt cx="295400" cy="295375"/>
              </a:xfrm>
            </p:grpSpPr>
            <p:sp>
              <p:nvSpPr>
                <p:cNvPr id="1674" name="Google Shape;1674;p18"/>
                <p:cNvSpPr/>
                <p:nvPr/>
              </p:nvSpPr>
              <p:spPr>
                <a:xfrm>
                  <a:off x="4679525" y="3686450"/>
                  <a:ext cx="17350" cy="86675"/>
                </a:xfrm>
                <a:custGeom>
                  <a:rect b="b" l="l" r="r" t="t"/>
                  <a:pathLst>
                    <a:path extrusionOk="0" h="3467" w="694">
                      <a:moveTo>
                        <a:pt x="0" y="1"/>
                      </a:moveTo>
                      <a:lnTo>
                        <a:pt x="0" y="3466"/>
                      </a:lnTo>
                      <a:lnTo>
                        <a:pt x="694" y="3466"/>
                      </a:lnTo>
                      <a:lnTo>
                        <a:pt x="69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5" name="Google Shape;1675;p18"/>
                <p:cNvSpPr/>
                <p:nvPr/>
              </p:nvSpPr>
              <p:spPr>
                <a:xfrm>
                  <a:off x="4854375" y="3686450"/>
                  <a:ext cx="18150" cy="86675"/>
                </a:xfrm>
                <a:custGeom>
                  <a:rect b="b" l="l" r="r" t="t"/>
                  <a:pathLst>
                    <a:path extrusionOk="0" h="3467" w="726">
                      <a:moveTo>
                        <a:pt x="1" y="1"/>
                      </a:moveTo>
                      <a:lnTo>
                        <a:pt x="1" y="3466"/>
                      </a:lnTo>
                      <a:lnTo>
                        <a:pt x="725" y="3466"/>
                      </a:lnTo>
                      <a:lnTo>
                        <a:pt x="7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6" name="Google Shape;1676;p18"/>
                <p:cNvSpPr/>
                <p:nvPr/>
              </p:nvSpPr>
              <p:spPr>
                <a:xfrm>
                  <a:off x="4679525" y="3790425"/>
                  <a:ext cx="17350" cy="104000"/>
                </a:xfrm>
                <a:custGeom>
                  <a:rect b="b" l="l" r="r" t="t"/>
                  <a:pathLst>
                    <a:path extrusionOk="0" h="4160" w="694">
                      <a:moveTo>
                        <a:pt x="0" y="0"/>
                      </a:moveTo>
                      <a:lnTo>
                        <a:pt x="0" y="4159"/>
                      </a:lnTo>
                      <a:lnTo>
                        <a:pt x="694" y="4159"/>
                      </a:lnTo>
                      <a:lnTo>
                        <a:pt x="69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7" name="Google Shape;1677;p18"/>
                <p:cNvSpPr/>
                <p:nvPr/>
              </p:nvSpPr>
              <p:spPr>
                <a:xfrm>
                  <a:off x="4854375" y="3790425"/>
                  <a:ext cx="18150" cy="104000"/>
                </a:xfrm>
                <a:custGeom>
                  <a:rect b="b" l="l" r="r" t="t"/>
                  <a:pathLst>
                    <a:path extrusionOk="0" h="4160" w="726">
                      <a:moveTo>
                        <a:pt x="1" y="0"/>
                      </a:moveTo>
                      <a:lnTo>
                        <a:pt x="1" y="4159"/>
                      </a:lnTo>
                      <a:lnTo>
                        <a:pt x="725" y="4159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8" name="Google Shape;1678;p18"/>
                <p:cNvSpPr/>
                <p:nvPr/>
              </p:nvSpPr>
              <p:spPr>
                <a:xfrm>
                  <a:off x="4628325" y="3686450"/>
                  <a:ext cx="34675" cy="86675"/>
                </a:xfrm>
                <a:custGeom>
                  <a:rect b="b" l="l" r="r" t="t"/>
                  <a:pathLst>
                    <a:path extrusionOk="0" h="3467" w="1387">
                      <a:moveTo>
                        <a:pt x="1009" y="1"/>
                      </a:moveTo>
                      <a:cubicBezTo>
                        <a:pt x="442" y="1"/>
                        <a:pt x="1" y="442"/>
                        <a:pt x="1" y="1009"/>
                      </a:cubicBezTo>
                      <a:lnTo>
                        <a:pt x="1" y="2049"/>
                      </a:lnTo>
                      <a:cubicBezTo>
                        <a:pt x="1" y="2427"/>
                        <a:pt x="158" y="2773"/>
                        <a:pt x="442" y="3025"/>
                      </a:cubicBezTo>
                      <a:cubicBezTo>
                        <a:pt x="662" y="3340"/>
                        <a:pt x="1009" y="3466"/>
                        <a:pt x="1387" y="3466"/>
                      </a:cubicBezTo>
                      <a:lnTo>
                        <a:pt x="1387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79" name="Google Shape;1679;p18"/>
                <p:cNvSpPr/>
                <p:nvPr/>
              </p:nvSpPr>
              <p:spPr>
                <a:xfrm>
                  <a:off x="4714975" y="3686450"/>
                  <a:ext cx="122100" cy="86675"/>
                </a:xfrm>
                <a:custGeom>
                  <a:rect b="b" l="l" r="r" t="t"/>
                  <a:pathLst>
                    <a:path extrusionOk="0" h="3467" w="4884">
                      <a:moveTo>
                        <a:pt x="0" y="1"/>
                      </a:moveTo>
                      <a:lnTo>
                        <a:pt x="0" y="3466"/>
                      </a:lnTo>
                      <a:lnTo>
                        <a:pt x="4883" y="3466"/>
                      </a:lnTo>
                      <a:lnTo>
                        <a:pt x="488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0" name="Google Shape;1680;p18"/>
                <p:cNvSpPr/>
                <p:nvPr/>
              </p:nvSpPr>
              <p:spPr>
                <a:xfrm>
                  <a:off x="4889025" y="3777825"/>
                  <a:ext cx="34700" cy="117375"/>
                </a:xfrm>
                <a:custGeom>
                  <a:rect b="b" l="l" r="r" t="t"/>
                  <a:pathLst>
                    <a:path extrusionOk="0" h="4695" w="1388">
                      <a:moveTo>
                        <a:pt x="1387" y="0"/>
                      </a:moveTo>
                      <a:cubicBezTo>
                        <a:pt x="977" y="315"/>
                        <a:pt x="505" y="504"/>
                        <a:pt x="1" y="504"/>
                      </a:cubicBezTo>
                      <a:lnTo>
                        <a:pt x="1" y="4695"/>
                      </a:lnTo>
                      <a:lnTo>
                        <a:pt x="347" y="4695"/>
                      </a:lnTo>
                      <a:cubicBezTo>
                        <a:pt x="946" y="4695"/>
                        <a:pt x="1387" y="4222"/>
                        <a:pt x="1387" y="3655"/>
                      </a:cubicBezTo>
                      <a:lnTo>
                        <a:pt x="138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1" name="Google Shape;1681;p18"/>
                <p:cNvSpPr/>
                <p:nvPr/>
              </p:nvSpPr>
              <p:spPr>
                <a:xfrm>
                  <a:off x="4628325" y="3777825"/>
                  <a:ext cx="34675" cy="116600"/>
                </a:xfrm>
                <a:custGeom>
                  <a:rect b="b" l="l" r="r" t="t"/>
                  <a:pathLst>
                    <a:path extrusionOk="0" h="4664" w="1387">
                      <a:moveTo>
                        <a:pt x="1" y="0"/>
                      </a:moveTo>
                      <a:lnTo>
                        <a:pt x="1" y="3655"/>
                      </a:lnTo>
                      <a:cubicBezTo>
                        <a:pt x="1" y="4222"/>
                        <a:pt x="442" y="4663"/>
                        <a:pt x="1009" y="4663"/>
                      </a:cubicBezTo>
                      <a:lnTo>
                        <a:pt x="1387" y="4663"/>
                      </a:lnTo>
                      <a:lnTo>
                        <a:pt x="1387" y="504"/>
                      </a:lnTo>
                      <a:cubicBezTo>
                        <a:pt x="851" y="504"/>
                        <a:pt x="379" y="315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2" name="Google Shape;1682;p18"/>
                <p:cNvSpPr/>
                <p:nvPr/>
              </p:nvSpPr>
              <p:spPr>
                <a:xfrm>
                  <a:off x="4766950" y="3790425"/>
                  <a:ext cx="17350" cy="18150"/>
                </a:xfrm>
                <a:custGeom>
                  <a:rect b="b" l="l" r="r" t="t"/>
                  <a:pathLst>
                    <a:path extrusionOk="0" h="726" w="694">
                      <a:moveTo>
                        <a:pt x="1" y="0"/>
                      </a:moveTo>
                      <a:lnTo>
                        <a:pt x="1" y="347"/>
                      </a:lnTo>
                      <a:cubicBezTo>
                        <a:pt x="1" y="568"/>
                        <a:pt x="158" y="725"/>
                        <a:pt x="347" y="725"/>
                      </a:cubicBezTo>
                      <a:cubicBezTo>
                        <a:pt x="568" y="725"/>
                        <a:pt x="694" y="568"/>
                        <a:pt x="694" y="347"/>
                      </a:cubicBezTo>
                      <a:lnTo>
                        <a:pt x="69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3" name="Google Shape;1683;p18"/>
                <p:cNvSpPr/>
                <p:nvPr/>
              </p:nvSpPr>
              <p:spPr>
                <a:xfrm>
                  <a:off x="4889025" y="3686450"/>
                  <a:ext cx="34700" cy="86675"/>
                </a:xfrm>
                <a:custGeom>
                  <a:rect b="b" l="l" r="r" t="t"/>
                  <a:pathLst>
                    <a:path extrusionOk="0" h="3467" w="1388">
                      <a:moveTo>
                        <a:pt x="1" y="1"/>
                      </a:moveTo>
                      <a:lnTo>
                        <a:pt x="1" y="3466"/>
                      </a:lnTo>
                      <a:cubicBezTo>
                        <a:pt x="347" y="3466"/>
                        <a:pt x="662" y="3340"/>
                        <a:pt x="946" y="3088"/>
                      </a:cubicBezTo>
                      <a:cubicBezTo>
                        <a:pt x="1229" y="2836"/>
                        <a:pt x="1387" y="2458"/>
                        <a:pt x="1387" y="2080"/>
                      </a:cubicBezTo>
                      <a:lnTo>
                        <a:pt x="1387" y="1040"/>
                      </a:lnTo>
                      <a:cubicBezTo>
                        <a:pt x="1387" y="442"/>
                        <a:pt x="914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4" name="Google Shape;1684;p18"/>
                <p:cNvSpPr/>
                <p:nvPr/>
              </p:nvSpPr>
              <p:spPr>
                <a:xfrm>
                  <a:off x="4714975" y="3790425"/>
                  <a:ext cx="122100" cy="104000"/>
                </a:xfrm>
                <a:custGeom>
                  <a:rect b="b" l="l" r="r" t="t"/>
                  <a:pathLst>
                    <a:path extrusionOk="0" h="4160" w="4884">
                      <a:moveTo>
                        <a:pt x="0" y="0"/>
                      </a:moveTo>
                      <a:lnTo>
                        <a:pt x="0" y="4159"/>
                      </a:lnTo>
                      <a:lnTo>
                        <a:pt x="4883" y="4159"/>
                      </a:lnTo>
                      <a:lnTo>
                        <a:pt x="4883" y="0"/>
                      </a:lnTo>
                      <a:lnTo>
                        <a:pt x="3466" y="0"/>
                      </a:lnTo>
                      <a:lnTo>
                        <a:pt x="3466" y="347"/>
                      </a:lnTo>
                      <a:cubicBezTo>
                        <a:pt x="3466" y="946"/>
                        <a:pt x="2993" y="1387"/>
                        <a:pt x="2426" y="1387"/>
                      </a:cubicBezTo>
                      <a:cubicBezTo>
                        <a:pt x="1827" y="1387"/>
                        <a:pt x="1418" y="914"/>
                        <a:pt x="1418" y="347"/>
                      </a:cubicBezTo>
                      <a:lnTo>
                        <a:pt x="141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5" name="Google Shape;1685;p18"/>
                <p:cNvSpPr/>
                <p:nvPr/>
              </p:nvSpPr>
              <p:spPr>
                <a:xfrm>
                  <a:off x="4714175" y="3599825"/>
                  <a:ext cx="122100" cy="69325"/>
                </a:xfrm>
                <a:custGeom>
                  <a:rect b="b" l="l" r="r" t="t"/>
                  <a:pathLst>
                    <a:path extrusionOk="0" h="2773" w="4884">
                      <a:moveTo>
                        <a:pt x="2427" y="0"/>
                      </a:moveTo>
                      <a:cubicBezTo>
                        <a:pt x="1103" y="0"/>
                        <a:pt x="1" y="1103"/>
                        <a:pt x="1" y="2426"/>
                      </a:cubicBezTo>
                      <a:lnTo>
                        <a:pt x="1" y="2773"/>
                      </a:lnTo>
                      <a:lnTo>
                        <a:pt x="1355" y="2773"/>
                      </a:lnTo>
                      <a:lnTo>
                        <a:pt x="1355" y="2426"/>
                      </a:lnTo>
                      <a:cubicBezTo>
                        <a:pt x="1355" y="1828"/>
                        <a:pt x="1828" y="1418"/>
                        <a:pt x="2395" y="1418"/>
                      </a:cubicBezTo>
                      <a:cubicBezTo>
                        <a:pt x="2994" y="1418"/>
                        <a:pt x="3403" y="1891"/>
                        <a:pt x="3403" y="2426"/>
                      </a:cubicBezTo>
                      <a:lnTo>
                        <a:pt x="3403" y="2773"/>
                      </a:lnTo>
                      <a:lnTo>
                        <a:pt x="4884" y="2773"/>
                      </a:lnTo>
                      <a:lnTo>
                        <a:pt x="4884" y="2426"/>
                      </a:lnTo>
                      <a:cubicBezTo>
                        <a:pt x="4884" y="1103"/>
                        <a:pt x="3781" y="0"/>
                        <a:pt x="24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86" name="Google Shape;1686;p18"/>
              <p:cNvGrpSpPr/>
              <p:nvPr/>
            </p:nvGrpSpPr>
            <p:grpSpPr>
              <a:xfrm>
                <a:off x="7773818" y="4984815"/>
                <a:ext cx="439393" cy="500625"/>
                <a:chOff x="4645650" y="3962900"/>
                <a:chExt cx="259950" cy="296175"/>
              </a:xfrm>
            </p:grpSpPr>
            <p:sp>
              <p:nvSpPr>
                <p:cNvPr id="1687" name="Google Shape;1687;p18"/>
                <p:cNvSpPr/>
                <p:nvPr/>
              </p:nvSpPr>
              <p:spPr>
                <a:xfrm>
                  <a:off x="4853600" y="4155100"/>
                  <a:ext cx="52000" cy="103975"/>
                </a:xfrm>
                <a:custGeom>
                  <a:rect b="b" l="l" r="r" t="t"/>
                  <a:pathLst>
                    <a:path extrusionOk="0" h="4159" w="2080">
                      <a:moveTo>
                        <a:pt x="0" y="0"/>
                      </a:moveTo>
                      <a:lnTo>
                        <a:pt x="0" y="4159"/>
                      </a:lnTo>
                      <a:lnTo>
                        <a:pt x="1733" y="4159"/>
                      </a:lnTo>
                      <a:cubicBezTo>
                        <a:pt x="1922" y="4159"/>
                        <a:pt x="2079" y="4001"/>
                        <a:pt x="2079" y="3812"/>
                      </a:cubicBezTo>
                      <a:lnTo>
                        <a:pt x="2079" y="1733"/>
                      </a:lnTo>
                      <a:cubicBezTo>
                        <a:pt x="2079" y="788"/>
                        <a:pt x="1292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8" name="Google Shape;1688;p18"/>
                <p:cNvSpPr/>
                <p:nvPr/>
              </p:nvSpPr>
              <p:spPr>
                <a:xfrm>
                  <a:off x="4714975" y="4155100"/>
                  <a:ext cx="121300" cy="50625"/>
                </a:xfrm>
                <a:custGeom>
                  <a:rect b="b" l="l" r="r" t="t"/>
                  <a:pathLst>
                    <a:path extrusionOk="0" h="2025" w="4852">
                      <a:moveTo>
                        <a:pt x="0" y="0"/>
                      </a:moveTo>
                      <a:lnTo>
                        <a:pt x="0" y="1481"/>
                      </a:lnTo>
                      <a:cubicBezTo>
                        <a:pt x="772" y="1843"/>
                        <a:pt x="1599" y="2024"/>
                        <a:pt x="2426" y="2024"/>
                      </a:cubicBezTo>
                      <a:cubicBezTo>
                        <a:pt x="3253" y="2024"/>
                        <a:pt x="4080" y="1843"/>
                        <a:pt x="4852" y="1481"/>
                      </a:cubicBezTo>
                      <a:lnTo>
                        <a:pt x="4852" y="0"/>
                      </a:lnTo>
                      <a:lnTo>
                        <a:pt x="4789" y="0"/>
                      </a:lnTo>
                      <a:cubicBezTo>
                        <a:pt x="4348" y="410"/>
                        <a:pt x="3781" y="693"/>
                        <a:pt x="3119" y="693"/>
                      </a:cubicBezTo>
                      <a:lnTo>
                        <a:pt x="1733" y="693"/>
                      </a:lnTo>
                      <a:cubicBezTo>
                        <a:pt x="1071" y="693"/>
                        <a:pt x="473" y="410"/>
                        <a:pt x="3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89" name="Google Shape;1689;p18"/>
                <p:cNvSpPr/>
                <p:nvPr/>
              </p:nvSpPr>
              <p:spPr>
                <a:xfrm>
                  <a:off x="4714975" y="4211025"/>
                  <a:ext cx="121300" cy="48050"/>
                </a:xfrm>
                <a:custGeom>
                  <a:rect b="b" l="l" r="r" t="t"/>
                  <a:pathLst>
                    <a:path extrusionOk="0" h="1922" w="4852">
                      <a:moveTo>
                        <a:pt x="0" y="0"/>
                      </a:moveTo>
                      <a:lnTo>
                        <a:pt x="0" y="1922"/>
                      </a:lnTo>
                      <a:lnTo>
                        <a:pt x="4852" y="1922"/>
                      </a:lnTo>
                      <a:lnTo>
                        <a:pt x="4852" y="0"/>
                      </a:lnTo>
                      <a:cubicBezTo>
                        <a:pt x="4080" y="315"/>
                        <a:pt x="3253" y="473"/>
                        <a:pt x="2426" y="473"/>
                      </a:cubicBezTo>
                      <a:cubicBezTo>
                        <a:pt x="1599" y="473"/>
                        <a:pt x="772" y="315"/>
                        <a:pt x="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0" name="Google Shape;1690;p18"/>
                <p:cNvSpPr/>
                <p:nvPr/>
              </p:nvSpPr>
              <p:spPr>
                <a:xfrm>
                  <a:off x="4645650" y="4154300"/>
                  <a:ext cx="52025" cy="104775"/>
                </a:xfrm>
                <a:custGeom>
                  <a:rect b="b" l="l" r="r" t="t"/>
                  <a:pathLst>
                    <a:path extrusionOk="0" h="4191" w="2081">
                      <a:moveTo>
                        <a:pt x="1734" y="1"/>
                      </a:moveTo>
                      <a:cubicBezTo>
                        <a:pt x="757" y="32"/>
                        <a:pt x="1" y="757"/>
                        <a:pt x="1" y="1765"/>
                      </a:cubicBezTo>
                      <a:lnTo>
                        <a:pt x="1" y="3844"/>
                      </a:lnTo>
                      <a:cubicBezTo>
                        <a:pt x="1" y="4033"/>
                        <a:pt x="158" y="4191"/>
                        <a:pt x="379" y="4191"/>
                      </a:cubicBezTo>
                      <a:lnTo>
                        <a:pt x="2080" y="4191"/>
                      </a:lnTo>
                      <a:lnTo>
                        <a:pt x="208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1" name="Google Shape;1691;p18"/>
                <p:cNvSpPr/>
                <p:nvPr/>
              </p:nvSpPr>
              <p:spPr>
                <a:xfrm>
                  <a:off x="4722850" y="4049550"/>
                  <a:ext cx="103975" cy="105575"/>
                </a:xfrm>
                <a:custGeom>
                  <a:rect b="b" l="l" r="r" t="t"/>
                  <a:pathLst>
                    <a:path extrusionOk="0" h="4223" w="4159">
                      <a:moveTo>
                        <a:pt x="2080" y="1"/>
                      </a:moveTo>
                      <a:cubicBezTo>
                        <a:pt x="1765" y="442"/>
                        <a:pt x="1260" y="694"/>
                        <a:pt x="693" y="694"/>
                      </a:cubicBezTo>
                      <a:lnTo>
                        <a:pt x="0" y="694"/>
                      </a:lnTo>
                      <a:lnTo>
                        <a:pt x="0" y="3498"/>
                      </a:lnTo>
                      <a:cubicBezTo>
                        <a:pt x="347" y="3939"/>
                        <a:pt x="851" y="4222"/>
                        <a:pt x="1418" y="4222"/>
                      </a:cubicBezTo>
                      <a:lnTo>
                        <a:pt x="2804" y="4222"/>
                      </a:lnTo>
                      <a:cubicBezTo>
                        <a:pt x="3340" y="4222"/>
                        <a:pt x="3844" y="3939"/>
                        <a:pt x="4159" y="3498"/>
                      </a:cubicBezTo>
                      <a:lnTo>
                        <a:pt x="4159" y="694"/>
                      </a:lnTo>
                      <a:lnTo>
                        <a:pt x="3466" y="694"/>
                      </a:lnTo>
                      <a:cubicBezTo>
                        <a:pt x="2899" y="694"/>
                        <a:pt x="2395" y="442"/>
                        <a:pt x="208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2" name="Google Shape;1692;p18"/>
                <p:cNvSpPr/>
                <p:nvPr/>
              </p:nvSpPr>
              <p:spPr>
                <a:xfrm>
                  <a:off x="4678725" y="3962900"/>
                  <a:ext cx="190650" cy="174100"/>
                </a:xfrm>
                <a:custGeom>
                  <a:rect b="b" l="l" r="r" t="t"/>
                  <a:pathLst>
                    <a:path extrusionOk="0" h="6964" w="7626">
                      <a:moveTo>
                        <a:pt x="3813" y="1"/>
                      </a:moveTo>
                      <a:cubicBezTo>
                        <a:pt x="1734" y="1"/>
                        <a:pt x="1" y="1702"/>
                        <a:pt x="1" y="3813"/>
                      </a:cubicBezTo>
                      <a:lnTo>
                        <a:pt x="1" y="5955"/>
                      </a:lnTo>
                      <a:lnTo>
                        <a:pt x="64" y="5955"/>
                      </a:lnTo>
                      <a:cubicBezTo>
                        <a:pt x="64" y="6522"/>
                        <a:pt x="537" y="6964"/>
                        <a:pt x="1104" y="6964"/>
                      </a:cubicBezTo>
                      <a:lnTo>
                        <a:pt x="1104" y="3813"/>
                      </a:lnTo>
                      <a:cubicBezTo>
                        <a:pt x="1104" y="3624"/>
                        <a:pt x="1261" y="3467"/>
                        <a:pt x="1450" y="3467"/>
                      </a:cubicBezTo>
                      <a:lnTo>
                        <a:pt x="2458" y="3467"/>
                      </a:lnTo>
                      <a:cubicBezTo>
                        <a:pt x="3057" y="3467"/>
                        <a:pt x="3498" y="2994"/>
                        <a:pt x="3498" y="2427"/>
                      </a:cubicBezTo>
                      <a:lnTo>
                        <a:pt x="3498" y="1734"/>
                      </a:lnTo>
                      <a:cubicBezTo>
                        <a:pt x="3498" y="1545"/>
                        <a:pt x="3656" y="1387"/>
                        <a:pt x="3845" y="1387"/>
                      </a:cubicBezTo>
                      <a:cubicBezTo>
                        <a:pt x="4034" y="1387"/>
                        <a:pt x="4191" y="1545"/>
                        <a:pt x="4191" y="1734"/>
                      </a:cubicBezTo>
                      <a:lnTo>
                        <a:pt x="4191" y="2427"/>
                      </a:lnTo>
                      <a:cubicBezTo>
                        <a:pt x="4191" y="3025"/>
                        <a:pt x="4664" y="3467"/>
                        <a:pt x="5231" y="3467"/>
                      </a:cubicBezTo>
                      <a:lnTo>
                        <a:pt x="6239" y="3467"/>
                      </a:lnTo>
                      <a:cubicBezTo>
                        <a:pt x="6459" y="3467"/>
                        <a:pt x="6617" y="3624"/>
                        <a:pt x="6617" y="3813"/>
                      </a:cubicBezTo>
                      <a:lnTo>
                        <a:pt x="6617" y="6964"/>
                      </a:lnTo>
                      <a:cubicBezTo>
                        <a:pt x="7184" y="6964"/>
                        <a:pt x="7625" y="6491"/>
                        <a:pt x="7625" y="5955"/>
                      </a:cubicBezTo>
                      <a:lnTo>
                        <a:pt x="7625" y="3813"/>
                      </a:lnTo>
                      <a:cubicBezTo>
                        <a:pt x="7625" y="1734"/>
                        <a:pt x="5924" y="1"/>
                        <a:pt x="381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693" name="Google Shape;1693;p18"/>
              <p:cNvGrpSpPr/>
              <p:nvPr/>
            </p:nvGrpSpPr>
            <p:grpSpPr>
              <a:xfrm>
                <a:off x="10280603" y="4379425"/>
                <a:ext cx="499272" cy="497920"/>
                <a:chOff x="6143725" y="3582500"/>
                <a:chExt cx="295375" cy="294575"/>
              </a:xfrm>
            </p:grpSpPr>
            <p:sp>
              <p:nvSpPr>
                <p:cNvPr id="1694" name="Google Shape;1694;p18"/>
                <p:cNvSpPr/>
                <p:nvPr/>
              </p:nvSpPr>
              <p:spPr>
                <a:xfrm>
                  <a:off x="6143725" y="3720325"/>
                  <a:ext cx="295375" cy="156750"/>
                </a:xfrm>
                <a:custGeom>
                  <a:rect b="b" l="l" r="r" t="t"/>
                  <a:pathLst>
                    <a:path extrusionOk="0" h="6270" w="11815">
                      <a:moveTo>
                        <a:pt x="7309" y="1418"/>
                      </a:moveTo>
                      <a:cubicBezTo>
                        <a:pt x="7908" y="1418"/>
                        <a:pt x="8349" y="1891"/>
                        <a:pt x="8349" y="2458"/>
                      </a:cubicBezTo>
                      <a:cubicBezTo>
                        <a:pt x="8349" y="2993"/>
                        <a:pt x="7845" y="3466"/>
                        <a:pt x="7309" y="3466"/>
                      </a:cubicBezTo>
                      <a:lnTo>
                        <a:pt x="4474" y="3466"/>
                      </a:lnTo>
                      <a:cubicBezTo>
                        <a:pt x="3875" y="3466"/>
                        <a:pt x="3434" y="2993"/>
                        <a:pt x="3434" y="2458"/>
                      </a:cubicBezTo>
                      <a:cubicBezTo>
                        <a:pt x="3434" y="1859"/>
                        <a:pt x="3907" y="1418"/>
                        <a:pt x="4474" y="1418"/>
                      </a:cubicBezTo>
                      <a:close/>
                      <a:moveTo>
                        <a:pt x="1008" y="1"/>
                      </a:moveTo>
                      <a:cubicBezTo>
                        <a:pt x="410" y="1"/>
                        <a:pt x="0" y="473"/>
                        <a:pt x="0" y="1040"/>
                      </a:cubicBezTo>
                      <a:lnTo>
                        <a:pt x="0" y="5262"/>
                      </a:lnTo>
                      <a:cubicBezTo>
                        <a:pt x="0" y="5829"/>
                        <a:pt x="473" y="6270"/>
                        <a:pt x="1008" y="6270"/>
                      </a:cubicBezTo>
                      <a:lnTo>
                        <a:pt x="10775" y="6270"/>
                      </a:lnTo>
                      <a:cubicBezTo>
                        <a:pt x="11373" y="6270"/>
                        <a:pt x="11815" y="5797"/>
                        <a:pt x="11815" y="5262"/>
                      </a:cubicBezTo>
                      <a:lnTo>
                        <a:pt x="11815" y="1040"/>
                      </a:lnTo>
                      <a:cubicBezTo>
                        <a:pt x="11783" y="473"/>
                        <a:pt x="11342" y="1"/>
                        <a:pt x="1077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5" name="Google Shape;1695;p18"/>
                <p:cNvSpPr/>
                <p:nvPr/>
              </p:nvSpPr>
              <p:spPr>
                <a:xfrm>
                  <a:off x="6246900" y="3773100"/>
                  <a:ext cx="88225" cy="17350"/>
                </a:xfrm>
                <a:custGeom>
                  <a:rect b="b" l="l" r="r" t="t"/>
                  <a:pathLst>
                    <a:path extrusionOk="0" h="694" w="3529">
                      <a:moveTo>
                        <a:pt x="347" y="0"/>
                      </a:moveTo>
                      <a:cubicBezTo>
                        <a:pt x="158" y="0"/>
                        <a:pt x="0" y="126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3182" y="693"/>
                      </a:lnTo>
                      <a:cubicBezTo>
                        <a:pt x="3371" y="693"/>
                        <a:pt x="3529" y="536"/>
                        <a:pt x="3529" y="347"/>
                      </a:cubicBezTo>
                      <a:cubicBezTo>
                        <a:pt x="3529" y="126"/>
                        <a:pt x="3371" y="0"/>
                        <a:pt x="3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6" name="Google Shape;1696;p18"/>
                <p:cNvSpPr/>
                <p:nvPr/>
              </p:nvSpPr>
              <p:spPr>
                <a:xfrm>
                  <a:off x="6161050" y="3582500"/>
                  <a:ext cx="86650" cy="34675"/>
                </a:xfrm>
                <a:custGeom>
                  <a:rect b="b" l="l" r="r" t="t"/>
                  <a:pathLst>
                    <a:path extrusionOk="0" h="1387" w="3466">
                      <a:moveTo>
                        <a:pt x="1008" y="0"/>
                      </a:moveTo>
                      <a:cubicBezTo>
                        <a:pt x="441" y="0"/>
                        <a:pt x="0" y="473"/>
                        <a:pt x="0" y="1040"/>
                      </a:cubicBezTo>
                      <a:lnTo>
                        <a:pt x="0" y="1386"/>
                      </a:lnTo>
                      <a:lnTo>
                        <a:pt x="3466" y="1386"/>
                      </a:lnTo>
                      <a:lnTo>
                        <a:pt x="3466" y="1040"/>
                      </a:lnTo>
                      <a:lnTo>
                        <a:pt x="3434" y="1040"/>
                      </a:lnTo>
                      <a:cubicBezTo>
                        <a:pt x="3434" y="441"/>
                        <a:pt x="2962" y="0"/>
                        <a:pt x="239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7" name="Google Shape;1697;p18"/>
                <p:cNvSpPr/>
                <p:nvPr/>
              </p:nvSpPr>
              <p:spPr>
                <a:xfrm>
                  <a:off x="6160250" y="3633675"/>
                  <a:ext cx="86675" cy="69350"/>
                </a:xfrm>
                <a:custGeom>
                  <a:rect b="b" l="l" r="r" t="t"/>
                  <a:pathLst>
                    <a:path extrusionOk="0" h="2774" w="3467">
                      <a:moveTo>
                        <a:pt x="2112" y="726"/>
                      </a:moveTo>
                      <a:cubicBezTo>
                        <a:pt x="2332" y="726"/>
                        <a:pt x="2458" y="883"/>
                        <a:pt x="2458" y="1072"/>
                      </a:cubicBezTo>
                      <a:cubicBezTo>
                        <a:pt x="2458" y="1261"/>
                        <a:pt x="2332" y="1419"/>
                        <a:pt x="2112" y="1419"/>
                      </a:cubicBezTo>
                      <a:lnTo>
                        <a:pt x="1419" y="1419"/>
                      </a:lnTo>
                      <a:cubicBezTo>
                        <a:pt x="1230" y="1419"/>
                        <a:pt x="1072" y="1261"/>
                        <a:pt x="1072" y="1072"/>
                      </a:cubicBezTo>
                      <a:cubicBezTo>
                        <a:pt x="1072" y="883"/>
                        <a:pt x="1230" y="726"/>
                        <a:pt x="1419" y="726"/>
                      </a:cubicBezTo>
                      <a:close/>
                      <a:moveTo>
                        <a:pt x="1" y="1"/>
                      </a:moveTo>
                      <a:lnTo>
                        <a:pt x="1" y="2773"/>
                      </a:lnTo>
                      <a:lnTo>
                        <a:pt x="3466" y="2773"/>
                      </a:lnTo>
                      <a:lnTo>
                        <a:pt x="3466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8" name="Google Shape;1698;p18"/>
                <p:cNvSpPr/>
                <p:nvPr/>
              </p:nvSpPr>
              <p:spPr>
                <a:xfrm>
                  <a:off x="6336675" y="3599025"/>
                  <a:ext cx="85875" cy="69350"/>
                </a:xfrm>
                <a:custGeom>
                  <a:rect b="b" l="l" r="r" t="t"/>
                  <a:pathLst>
                    <a:path extrusionOk="0" h="2774" w="3435">
                      <a:moveTo>
                        <a:pt x="1986" y="1387"/>
                      </a:moveTo>
                      <a:cubicBezTo>
                        <a:pt x="2206" y="1387"/>
                        <a:pt x="2364" y="1545"/>
                        <a:pt x="2364" y="1765"/>
                      </a:cubicBezTo>
                      <a:cubicBezTo>
                        <a:pt x="2364" y="1954"/>
                        <a:pt x="2206" y="2112"/>
                        <a:pt x="1986" y="2112"/>
                      </a:cubicBezTo>
                      <a:lnTo>
                        <a:pt x="1293" y="2112"/>
                      </a:lnTo>
                      <a:cubicBezTo>
                        <a:pt x="1104" y="2112"/>
                        <a:pt x="946" y="1954"/>
                        <a:pt x="946" y="1765"/>
                      </a:cubicBezTo>
                      <a:cubicBezTo>
                        <a:pt x="946" y="1545"/>
                        <a:pt x="1104" y="1387"/>
                        <a:pt x="1293" y="1387"/>
                      </a:cubicBezTo>
                      <a:close/>
                      <a:moveTo>
                        <a:pt x="1009" y="1"/>
                      </a:moveTo>
                      <a:cubicBezTo>
                        <a:pt x="410" y="1"/>
                        <a:pt x="1" y="473"/>
                        <a:pt x="1" y="1040"/>
                      </a:cubicBezTo>
                      <a:lnTo>
                        <a:pt x="1" y="2773"/>
                      </a:lnTo>
                      <a:lnTo>
                        <a:pt x="3435" y="2773"/>
                      </a:lnTo>
                      <a:lnTo>
                        <a:pt x="3435" y="1040"/>
                      </a:lnTo>
                      <a:lnTo>
                        <a:pt x="3403" y="1040"/>
                      </a:lnTo>
                      <a:cubicBezTo>
                        <a:pt x="3403" y="442"/>
                        <a:pt x="2931" y="1"/>
                        <a:pt x="239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699" name="Google Shape;1699;p18"/>
                <p:cNvSpPr/>
                <p:nvPr/>
              </p:nvSpPr>
              <p:spPr>
                <a:xfrm>
                  <a:off x="6335100" y="3686450"/>
                  <a:ext cx="86675" cy="17350"/>
                </a:xfrm>
                <a:custGeom>
                  <a:rect b="b" l="l" r="r" t="t"/>
                  <a:pathLst>
                    <a:path extrusionOk="0" h="694" w="3467">
                      <a:moveTo>
                        <a:pt x="1" y="1"/>
                      </a:moveTo>
                      <a:lnTo>
                        <a:pt x="1" y="694"/>
                      </a:lnTo>
                      <a:lnTo>
                        <a:pt x="3466" y="694"/>
                      </a:lnTo>
                      <a:lnTo>
                        <a:pt x="3466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00" name="Google Shape;1700;p18"/>
                <p:cNvSpPr/>
                <p:nvPr/>
              </p:nvSpPr>
              <p:spPr>
                <a:xfrm>
                  <a:off x="6264225" y="3617150"/>
                  <a:ext cx="53575" cy="86650"/>
                </a:xfrm>
                <a:custGeom>
                  <a:rect b="b" l="l" r="r" t="t"/>
                  <a:pathLst>
                    <a:path extrusionOk="0" h="3466" w="2143">
                      <a:moveTo>
                        <a:pt x="1072" y="0"/>
                      </a:moveTo>
                      <a:cubicBezTo>
                        <a:pt x="473" y="0"/>
                        <a:pt x="0" y="441"/>
                        <a:pt x="0" y="1040"/>
                      </a:cubicBezTo>
                      <a:lnTo>
                        <a:pt x="0" y="3466"/>
                      </a:lnTo>
                      <a:lnTo>
                        <a:pt x="2143" y="3466"/>
                      </a:lnTo>
                      <a:lnTo>
                        <a:pt x="2143" y="1040"/>
                      </a:lnTo>
                      <a:cubicBezTo>
                        <a:pt x="2143" y="441"/>
                        <a:pt x="1670" y="0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01" name="Google Shape;1701;p18"/>
              <p:cNvGrpSpPr/>
              <p:nvPr/>
            </p:nvGrpSpPr>
            <p:grpSpPr>
              <a:xfrm>
                <a:off x="2037298" y="3748028"/>
                <a:ext cx="501935" cy="500582"/>
                <a:chOff x="1310075" y="3253275"/>
                <a:chExt cx="296950" cy="296150"/>
              </a:xfrm>
            </p:grpSpPr>
            <p:sp>
              <p:nvSpPr>
                <p:cNvPr id="1702" name="Google Shape;1702;p18"/>
                <p:cNvSpPr/>
                <p:nvPr/>
              </p:nvSpPr>
              <p:spPr>
                <a:xfrm>
                  <a:off x="1423475" y="3359600"/>
                  <a:ext cx="69350" cy="68550"/>
                </a:xfrm>
                <a:custGeom>
                  <a:rect b="b" l="l" r="r" t="t"/>
                  <a:pathLst>
                    <a:path extrusionOk="0" h="2742" w="2774">
                      <a:moveTo>
                        <a:pt x="1387" y="0"/>
                      </a:moveTo>
                      <a:cubicBezTo>
                        <a:pt x="631" y="0"/>
                        <a:pt x="1" y="630"/>
                        <a:pt x="1" y="1355"/>
                      </a:cubicBezTo>
                      <a:cubicBezTo>
                        <a:pt x="1" y="2111"/>
                        <a:pt x="631" y="2741"/>
                        <a:pt x="1387" y="2741"/>
                      </a:cubicBezTo>
                      <a:cubicBezTo>
                        <a:pt x="2143" y="2741"/>
                        <a:pt x="2773" y="2111"/>
                        <a:pt x="2773" y="1355"/>
                      </a:cubicBezTo>
                      <a:cubicBezTo>
                        <a:pt x="2773" y="630"/>
                        <a:pt x="2143" y="0"/>
                        <a:pt x="138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03" name="Google Shape;1703;p18"/>
                <p:cNvSpPr/>
                <p:nvPr/>
              </p:nvSpPr>
              <p:spPr>
                <a:xfrm>
                  <a:off x="1310075" y="3253275"/>
                  <a:ext cx="296950" cy="296150"/>
                </a:xfrm>
                <a:custGeom>
                  <a:rect b="b" l="l" r="r" t="t"/>
                  <a:pathLst>
                    <a:path extrusionOk="0" h="11846" w="11878">
                      <a:moveTo>
                        <a:pt x="5923" y="2111"/>
                      </a:moveTo>
                      <a:cubicBezTo>
                        <a:pt x="8003" y="2111"/>
                        <a:pt x="9735" y="3812"/>
                        <a:pt x="9735" y="5923"/>
                      </a:cubicBezTo>
                      <a:cubicBezTo>
                        <a:pt x="9735" y="8034"/>
                        <a:pt x="8034" y="9767"/>
                        <a:pt x="5923" y="9767"/>
                      </a:cubicBezTo>
                      <a:cubicBezTo>
                        <a:pt x="3844" y="9767"/>
                        <a:pt x="2080" y="8065"/>
                        <a:pt x="2080" y="5923"/>
                      </a:cubicBezTo>
                      <a:cubicBezTo>
                        <a:pt x="2111" y="3844"/>
                        <a:pt x="3844" y="2111"/>
                        <a:pt x="5923" y="2111"/>
                      </a:cubicBezTo>
                      <a:close/>
                      <a:moveTo>
                        <a:pt x="5262" y="0"/>
                      </a:moveTo>
                      <a:cubicBezTo>
                        <a:pt x="5104" y="0"/>
                        <a:pt x="4947" y="95"/>
                        <a:pt x="4884" y="252"/>
                      </a:cubicBezTo>
                      <a:lnTo>
                        <a:pt x="4726" y="1166"/>
                      </a:lnTo>
                      <a:cubicBezTo>
                        <a:pt x="4253" y="1292"/>
                        <a:pt x="3844" y="1481"/>
                        <a:pt x="3434" y="1733"/>
                      </a:cubicBezTo>
                      <a:lnTo>
                        <a:pt x="2678" y="1197"/>
                      </a:lnTo>
                      <a:cubicBezTo>
                        <a:pt x="2641" y="1160"/>
                        <a:pt x="2584" y="1142"/>
                        <a:pt x="2523" y="1142"/>
                      </a:cubicBezTo>
                      <a:cubicBezTo>
                        <a:pt x="2429" y="1142"/>
                        <a:pt x="2326" y="1184"/>
                        <a:pt x="2269" y="1260"/>
                      </a:cubicBezTo>
                      <a:lnTo>
                        <a:pt x="1260" y="2237"/>
                      </a:lnTo>
                      <a:cubicBezTo>
                        <a:pt x="1166" y="2363"/>
                        <a:pt x="1166" y="2552"/>
                        <a:pt x="1229" y="2678"/>
                      </a:cubicBezTo>
                      <a:lnTo>
                        <a:pt x="1733" y="3403"/>
                      </a:lnTo>
                      <a:cubicBezTo>
                        <a:pt x="1512" y="3812"/>
                        <a:pt x="1323" y="4253"/>
                        <a:pt x="1197" y="4726"/>
                      </a:cubicBezTo>
                      <a:lnTo>
                        <a:pt x="284" y="4883"/>
                      </a:lnTo>
                      <a:cubicBezTo>
                        <a:pt x="126" y="4915"/>
                        <a:pt x="0" y="5041"/>
                        <a:pt x="0" y="5230"/>
                      </a:cubicBezTo>
                      <a:lnTo>
                        <a:pt x="0" y="6616"/>
                      </a:lnTo>
                      <a:cubicBezTo>
                        <a:pt x="0" y="6805"/>
                        <a:pt x="126" y="6963"/>
                        <a:pt x="284" y="6963"/>
                      </a:cubicBezTo>
                      <a:lnTo>
                        <a:pt x="1197" y="7120"/>
                      </a:lnTo>
                      <a:cubicBezTo>
                        <a:pt x="1292" y="7593"/>
                        <a:pt x="1512" y="8002"/>
                        <a:pt x="1733" y="8412"/>
                      </a:cubicBezTo>
                      <a:lnTo>
                        <a:pt x="1229" y="9168"/>
                      </a:lnTo>
                      <a:cubicBezTo>
                        <a:pt x="1103" y="9263"/>
                        <a:pt x="1166" y="9483"/>
                        <a:pt x="1260" y="9578"/>
                      </a:cubicBezTo>
                      <a:lnTo>
                        <a:pt x="2269" y="10586"/>
                      </a:lnTo>
                      <a:cubicBezTo>
                        <a:pt x="2321" y="10638"/>
                        <a:pt x="2411" y="10661"/>
                        <a:pt x="2497" y="10661"/>
                      </a:cubicBezTo>
                      <a:cubicBezTo>
                        <a:pt x="2568" y="10661"/>
                        <a:pt x="2636" y="10646"/>
                        <a:pt x="2678" y="10617"/>
                      </a:cubicBezTo>
                      <a:lnTo>
                        <a:pt x="3434" y="10113"/>
                      </a:lnTo>
                      <a:cubicBezTo>
                        <a:pt x="3844" y="10334"/>
                        <a:pt x="4253" y="10554"/>
                        <a:pt x="4726" y="10649"/>
                      </a:cubicBezTo>
                      <a:lnTo>
                        <a:pt x="4884" y="11562"/>
                      </a:lnTo>
                      <a:cubicBezTo>
                        <a:pt x="4947" y="11720"/>
                        <a:pt x="5041" y="11846"/>
                        <a:pt x="5262" y="11846"/>
                      </a:cubicBezTo>
                      <a:lnTo>
                        <a:pt x="6616" y="11846"/>
                      </a:lnTo>
                      <a:cubicBezTo>
                        <a:pt x="6774" y="11846"/>
                        <a:pt x="6931" y="11720"/>
                        <a:pt x="6994" y="11562"/>
                      </a:cubicBezTo>
                      <a:lnTo>
                        <a:pt x="7152" y="10649"/>
                      </a:lnTo>
                      <a:cubicBezTo>
                        <a:pt x="7624" y="10523"/>
                        <a:pt x="8034" y="10334"/>
                        <a:pt x="8444" y="10113"/>
                      </a:cubicBezTo>
                      <a:lnTo>
                        <a:pt x="9200" y="10617"/>
                      </a:lnTo>
                      <a:cubicBezTo>
                        <a:pt x="9242" y="10646"/>
                        <a:pt x="9310" y="10661"/>
                        <a:pt x="9381" y="10661"/>
                      </a:cubicBezTo>
                      <a:cubicBezTo>
                        <a:pt x="9467" y="10661"/>
                        <a:pt x="9557" y="10638"/>
                        <a:pt x="9609" y="10586"/>
                      </a:cubicBezTo>
                      <a:lnTo>
                        <a:pt x="10617" y="9578"/>
                      </a:lnTo>
                      <a:cubicBezTo>
                        <a:pt x="10712" y="9483"/>
                        <a:pt x="10712" y="9263"/>
                        <a:pt x="10649" y="9168"/>
                      </a:cubicBezTo>
                      <a:lnTo>
                        <a:pt x="10145" y="8412"/>
                      </a:lnTo>
                      <a:cubicBezTo>
                        <a:pt x="10365" y="8002"/>
                        <a:pt x="10554" y="7593"/>
                        <a:pt x="10680" y="7120"/>
                      </a:cubicBezTo>
                      <a:lnTo>
                        <a:pt x="11594" y="6963"/>
                      </a:lnTo>
                      <a:cubicBezTo>
                        <a:pt x="11752" y="6900"/>
                        <a:pt x="11878" y="6805"/>
                        <a:pt x="11878" y="6616"/>
                      </a:cubicBezTo>
                      <a:lnTo>
                        <a:pt x="11878" y="5230"/>
                      </a:lnTo>
                      <a:cubicBezTo>
                        <a:pt x="11878" y="5072"/>
                        <a:pt x="11752" y="4915"/>
                        <a:pt x="11594" y="4883"/>
                      </a:cubicBezTo>
                      <a:lnTo>
                        <a:pt x="10680" y="4726"/>
                      </a:lnTo>
                      <a:cubicBezTo>
                        <a:pt x="10554" y="4253"/>
                        <a:pt x="10365" y="3812"/>
                        <a:pt x="10145" y="3403"/>
                      </a:cubicBezTo>
                      <a:lnTo>
                        <a:pt x="10649" y="2678"/>
                      </a:lnTo>
                      <a:cubicBezTo>
                        <a:pt x="10775" y="2552"/>
                        <a:pt x="10712" y="2363"/>
                        <a:pt x="10617" y="2237"/>
                      </a:cubicBezTo>
                      <a:lnTo>
                        <a:pt x="9609" y="1260"/>
                      </a:lnTo>
                      <a:cubicBezTo>
                        <a:pt x="9554" y="1187"/>
                        <a:pt x="9455" y="1156"/>
                        <a:pt x="9364" y="1156"/>
                      </a:cubicBezTo>
                      <a:cubicBezTo>
                        <a:pt x="9300" y="1156"/>
                        <a:pt x="9239" y="1171"/>
                        <a:pt x="9200" y="1197"/>
                      </a:cubicBezTo>
                      <a:lnTo>
                        <a:pt x="8444" y="1733"/>
                      </a:lnTo>
                      <a:cubicBezTo>
                        <a:pt x="8034" y="1481"/>
                        <a:pt x="7624" y="1292"/>
                        <a:pt x="7152" y="1166"/>
                      </a:cubicBezTo>
                      <a:lnTo>
                        <a:pt x="6994" y="252"/>
                      </a:lnTo>
                      <a:cubicBezTo>
                        <a:pt x="6931" y="95"/>
                        <a:pt x="6837" y="0"/>
                        <a:pt x="66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04" name="Google Shape;1704;p18"/>
                <p:cNvSpPr/>
                <p:nvPr/>
              </p:nvSpPr>
              <p:spPr>
                <a:xfrm>
                  <a:off x="1399850" y="3426550"/>
                  <a:ext cx="116600" cy="52800"/>
                </a:xfrm>
                <a:custGeom>
                  <a:rect b="b" l="l" r="r" t="t"/>
                  <a:pathLst>
                    <a:path extrusionOk="0" h="2112" w="4664">
                      <a:moveTo>
                        <a:pt x="725" y="0"/>
                      </a:moveTo>
                      <a:cubicBezTo>
                        <a:pt x="410" y="252"/>
                        <a:pt x="127" y="662"/>
                        <a:pt x="1" y="1103"/>
                      </a:cubicBezTo>
                      <a:cubicBezTo>
                        <a:pt x="599" y="1733"/>
                        <a:pt x="1387" y="2111"/>
                        <a:pt x="2332" y="2111"/>
                      </a:cubicBezTo>
                      <a:cubicBezTo>
                        <a:pt x="3246" y="2111"/>
                        <a:pt x="4065" y="1733"/>
                        <a:pt x="4664" y="1103"/>
                      </a:cubicBezTo>
                      <a:cubicBezTo>
                        <a:pt x="4538" y="662"/>
                        <a:pt x="4254" y="252"/>
                        <a:pt x="3939" y="0"/>
                      </a:cubicBezTo>
                      <a:cubicBezTo>
                        <a:pt x="3561" y="473"/>
                        <a:pt x="2994" y="788"/>
                        <a:pt x="2332" y="788"/>
                      </a:cubicBezTo>
                      <a:cubicBezTo>
                        <a:pt x="1702" y="788"/>
                        <a:pt x="1103" y="473"/>
                        <a:pt x="72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705" name="Google Shape;1705;p18"/>
              <p:cNvSpPr/>
              <p:nvPr/>
            </p:nvSpPr>
            <p:spPr>
              <a:xfrm>
                <a:off x="2039216" y="4379924"/>
                <a:ext cx="497962" cy="496610"/>
              </a:xfrm>
              <a:custGeom>
                <a:rect b="b" l="l" r="r" t="t"/>
                <a:pathLst>
                  <a:path extrusionOk="0" h="11752" w="11784">
                    <a:moveTo>
                      <a:pt x="1040" y="0"/>
                    </a:moveTo>
                    <a:cubicBezTo>
                      <a:pt x="441" y="0"/>
                      <a:pt x="0" y="473"/>
                      <a:pt x="0" y="1040"/>
                    </a:cubicBezTo>
                    <a:cubicBezTo>
                      <a:pt x="0" y="1639"/>
                      <a:pt x="473" y="2048"/>
                      <a:pt x="1040" y="2048"/>
                    </a:cubicBezTo>
                    <a:lnTo>
                      <a:pt x="1386" y="2048"/>
                    </a:lnTo>
                    <a:lnTo>
                      <a:pt x="1386" y="2426"/>
                    </a:lnTo>
                    <a:cubicBezTo>
                      <a:pt x="1386" y="2993"/>
                      <a:pt x="1859" y="3434"/>
                      <a:pt x="2426" y="3434"/>
                    </a:cubicBezTo>
                    <a:lnTo>
                      <a:pt x="5577" y="3434"/>
                    </a:lnTo>
                    <a:lnTo>
                      <a:pt x="5577" y="4159"/>
                    </a:lnTo>
                    <a:lnTo>
                      <a:pt x="4537" y="4159"/>
                    </a:lnTo>
                    <a:cubicBezTo>
                      <a:pt x="3938" y="4159"/>
                      <a:pt x="3466" y="4632"/>
                      <a:pt x="3466" y="5167"/>
                    </a:cubicBezTo>
                    <a:lnTo>
                      <a:pt x="3466" y="6585"/>
                    </a:lnTo>
                    <a:cubicBezTo>
                      <a:pt x="3466" y="7183"/>
                      <a:pt x="3938" y="7625"/>
                      <a:pt x="4537" y="7625"/>
                    </a:cubicBezTo>
                    <a:lnTo>
                      <a:pt x="5577" y="7625"/>
                    </a:lnTo>
                    <a:lnTo>
                      <a:pt x="5577" y="8318"/>
                    </a:lnTo>
                    <a:lnTo>
                      <a:pt x="2426" y="8318"/>
                    </a:lnTo>
                    <a:cubicBezTo>
                      <a:pt x="1828" y="8318"/>
                      <a:pt x="1386" y="8790"/>
                      <a:pt x="1386" y="9357"/>
                    </a:cubicBezTo>
                    <a:lnTo>
                      <a:pt x="1386" y="9704"/>
                    </a:lnTo>
                    <a:lnTo>
                      <a:pt x="1040" y="9704"/>
                    </a:lnTo>
                    <a:cubicBezTo>
                      <a:pt x="441" y="9704"/>
                      <a:pt x="0" y="10176"/>
                      <a:pt x="0" y="10744"/>
                    </a:cubicBezTo>
                    <a:cubicBezTo>
                      <a:pt x="0" y="11311"/>
                      <a:pt x="473" y="11752"/>
                      <a:pt x="1040" y="11752"/>
                    </a:cubicBezTo>
                    <a:lnTo>
                      <a:pt x="2426" y="11752"/>
                    </a:lnTo>
                    <a:cubicBezTo>
                      <a:pt x="2993" y="11752"/>
                      <a:pt x="3434" y="11279"/>
                      <a:pt x="3434" y="10744"/>
                    </a:cubicBezTo>
                    <a:cubicBezTo>
                      <a:pt x="3434" y="10145"/>
                      <a:pt x="2962" y="9704"/>
                      <a:pt x="2426" y="9704"/>
                    </a:cubicBezTo>
                    <a:lnTo>
                      <a:pt x="2048" y="9704"/>
                    </a:lnTo>
                    <a:lnTo>
                      <a:pt x="2048" y="9357"/>
                    </a:lnTo>
                    <a:cubicBezTo>
                      <a:pt x="2048" y="9168"/>
                      <a:pt x="2206" y="9011"/>
                      <a:pt x="2426" y="9011"/>
                    </a:cubicBezTo>
                    <a:lnTo>
                      <a:pt x="5577" y="9011"/>
                    </a:lnTo>
                    <a:lnTo>
                      <a:pt x="5577" y="9704"/>
                    </a:lnTo>
                    <a:lnTo>
                      <a:pt x="5199" y="9704"/>
                    </a:lnTo>
                    <a:cubicBezTo>
                      <a:pt x="4631" y="9704"/>
                      <a:pt x="4190" y="10176"/>
                      <a:pt x="4190" y="10744"/>
                    </a:cubicBezTo>
                    <a:cubicBezTo>
                      <a:pt x="4190" y="11311"/>
                      <a:pt x="4663" y="11752"/>
                      <a:pt x="5199" y="11752"/>
                    </a:cubicBezTo>
                    <a:lnTo>
                      <a:pt x="6585" y="11752"/>
                    </a:lnTo>
                    <a:cubicBezTo>
                      <a:pt x="7183" y="11752"/>
                      <a:pt x="7593" y="11279"/>
                      <a:pt x="7593" y="10744"/>
                    </a:cubicBezTo>
                    <a:cubicBezTo>
                      <a:pt x="7593" y="10145"/>
                      <a:pt x="7120" y="9704"/>
                      <a:pt x="6585" y="9704"/>
                    </a:cubicBezTo>
                    <a:lnTo>
                      <a:pt x="6238" y="9704"/>
                    </a:lnTo>
                    <a:lnTo>
                      <a:pt x="6238" y="9011"/>
                    </a:lnTo>
                    <a:lnTo>
                      <a:pt x="9389" y="9011"/>
                    </a:lnTo>
                    <a:cubicBezTo>
                      <a:pt x="9578" y="9011"/>
                      <a:pt x="9735" y="9168"/>
                      <a:pt x="9735" y="9357"/>
                    </a:cubicBezTo>
                    <a:lnTo>
                      <a:pt x="9735" y="9704"/>
                    </a:lnTo>
                    <a:lnTo>
                      <a:pt x="9389" y="9704"/>
                    </a:lnTo>
                    <a:cubicBezTo>
                      <a:pt x="8790" y="9704"/>
                      <a:pt x="8349" y="10176"/>
                      <a:pt x="8349" y="10744"/>
                    </a:cubicBezTo>
                    <a:cubicBezTo>
                      <a:pt x="8349" y="11311"/>
                      <a:pt x="8822" y="11752"/>
                      <a:pt x="9389" y="11752"/>
                    </a:cubicBezTo>
                    <a:lnTo>
                      <a:pt x="10743" y="11752"/>
                    </a:lnTo>
                    <a:cubicBezTo>
                      <a:pt x="11342" y="11752"/>
                      <a:pt x="11783" y="11279"/>
                      <a:pt x="11783" y="10744"/>
                    </a:cubicBezTo>
                    <a:cubicBezTo>
                      <a:pt x="11783" y="10145"/>
                      <a:pt x="11311" y="9704"/>
                      <a:pt x="10743" y="9704"/>
                    </a:cubicBezTo>
                    <a:lnTo>
                      <a:pt x="10397" y="9704"/>
                    </a:lnTo>
                    <a:lnTo>
                      <a:pt x="10397" y="9357"/>
                    </a:lnTo>
                    <a:cubicBezTo>
                      <a:pt x="10397" y="8759"/>
                      <a:pt x="9924" y="8318"/>
                      <a:pt x="9389" y="8318"/>
                    </a:cubicBezTo>
                    <a:lnTo>
                      <a:pt x="6238" y="8318"/>
                    </a:lnTo>
                    <a:lnTo>
                      <a:pt x="6238" y="7625"/>
                    </a:lnTo>
                    <a:lnTo>
                      <a:pt x="7246" y="7625"/>
                    </a:lnTo>
                    <a:cubicBezTo>
                      <a:pt x="7845" y="7625"/>
                      <a:pt x="8318" y="7152"/>
                      <a:pt x="8318" y="6585"/>
                    </a:cubicBezTo>
                    <a:lnTo>
                      <a:pt x="8318" y="5167"/>
                    </a:lnTo>
                    <a:cubicBezTo>
                      <a:pt x="8318" y="4569"/>
                      <a:pt x="7845" y="4159"/>
                      <a:pt x="7246" y="4159"/>
                    </a:cubicBezTo>
                    <a:lnTo>
                      <a:pt x="6238" y="4159"/>
                    </a:lnTo>
                    <a:lnTo>
                      <a:pt x="6238" y="3434"/>
                    </a:lnTo>
                    <a:lnTo>
                      <a:pt x="9389" y="3434"/>
                    </a:lnTo>
                    <a:cubicBezTo>
                      <a:pt x="9956" y="3434"/>
                      <a:pt x="10397" y="2962"/>
                      <a:pt x="10397" y="2426"/>
                    </a:cubicBezTo>
                    <a:lnTo>
                      <a:pt x="10397" y="2048"/>
                    </a:lnTo>
                    <a:lnTo>
                      <a:pt x="10743" y="2048"/>
                    </a:lnTo>
                    <a:cubicBezTo>
                      <a:pt x="11342" y="2048"/>
                      <a:pt x="11783" y="1576"/>
                      <a:pt x="11783" y="1040"/>
                    </a:cubicBezTo>
                    <a:cubicBezTo>
                      <a:pt x="11783" y="441"/>
                      <a:pt x="11311" y="0"/>
                      <a:pt x="10743" y="0"/>
                    </a:cubicBezTo>
                    <a:lnTo>
                      <a:pt x="9389" y="0"/>
                    </a:lnTo>
                    <a:cubicBezTo>
                      <a:pt x="8790" y="0"/>
                      <a:pt x="8349" y="473"/>
                      <a:pt x="8349" y="1040"/>
                    </a:cubicBezTo>
                    <a:cubicBezTo>
                      <a:pt x="8349" y="1639"/>
                      <a:pt x="8822" y="2048"/>
                      <a:pt x="9389" y="2048"/>
                    </a:cubicBezTo>
                    <a:lnTo>
                      <a:pt x="9735" y="2048"/>
                    </a:lnTo>
                    <a:lnTo>
                      <a:pt x="9735" y="2426"/>
                    </a:lnTo>
                    <a:cubicBezTo>
                      <a:pt x="9735" y="2615"/>
                      <a:pt x="9578" y="2773"/>
                      <a:pt x="9389" y="2773"/>
                    </a:cubicBezTo>
                    <a:lnTo>
                      <a:pt x="6238" y="2773"/>
                    </a:lnTo>
                    <a:lnTo>
                      <a:pt x="6238" y="2048"/>
                    </a:lnTo>
                    <a:lnTo>
                      <a:pt x="6585" y="2048"/>
                    </a:lnTo>
                    <a:cubicBezTo>
                      <a:pt x="7183" y="2048"/>
                      <a:pt x="7593" y="1576"/>
                      <a:pt x="7593" y="1040"/>
                    </a:cubicBezTo>
                    <a:cubicBezTo>
                      <a:pt x="7593" y="441"/>
                      <a:pt x="7120" y="0"/>
                      <a:pt x="6585" y="0"/>
                    </a:cubicBezTo>
                    <a:lnTo>
                      <a:pt x="5199" y="0"/>
                    </a:lnTo>
                    <a:cubicBezTo>
                      <a:pt x="4631" y="0"/>
                      <a:pt x="4190" y="473"/>
                      <a:pt x="4190" y="1040"/>
                    </a:cubicBezTo>
                    <a:cubicBezTo>
                      <a:pt x="4190" y="1639"/>
                      <a:pt x="4663" y="2048"/>
                      <a:pt x="5199" y="2048"/>
                    </a:cubicBezTo>
                    <a:lnTo>
                      <a:pt x="5577" y="2048"/>
                    </a:lnTo>
                    <a:lnTo>
                      <a:pt x="5577" y="2773"/>
                    </a:lnTo>
                    <a:lnTo>
                      <a:pt x="2426" y="2773"/>
                    </a:lnTo>
                    <a:cubicBezTo>
                      <a:pt x="2206" y="2773"/>
                      <a:pt x="2048" y="2615"/>
                      <a:pt x="2048" y="2426"/>
                    </a:cubicBezTo>
                    <a:lnTo>
                      <a:pt x="2048" y="2048"/>
                    </a:lnTo>
                    <a:lnTo>
                      <a:pt x="2426" y="2048"/>
                    </a:lnTo>
                    <a:cubicBezTo>
                      <a:pt x="2993" y="2048"/>
                      <a:pt x="3434" y="1576"/>
                      <a:pt x="3434" y="1040"/>
                    </a:cubicBezTo>
                    <a:cubicBezTo>
                      <a:pt x="3434" y="441"/>
                      <a:pt x="2962" y="0"/>
                      <a:pt x="24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706" name="Google Shape;1706;p18"/>
              <p:cNvGrpSpPr/>
              <p:nvPr/>
            </p:nvGrpSpPr>
            <p:grpSpPr>
              <a:xfrm>
                <a:off x="2036620" y="4983672"/>
                <a:ext cx="503287" cy="502907"/>
                <a:chOff x="1310075" y="3980250"/>
                <a:chExt cx="297750" cy="297525"/>
              </a:xfrm>
            </p:grpSpPr>
            <p:sp>
              <p:nvSpPr>
                <p:cNvPr id="1707" name="Google Shape;1707;p18"/>
                <p:cNvSpPr/>
                <p:nvPr/>
              </p:nvSpPr>
              <p:spPr>
                <a:xfrm>
                  <a:off x="1310075" y="3980250"/>
                  <a:ext cx="297750" cy="297525"/>
                </a:xfrm>
                <a:custGeom>
                  <a:rect b="b" l="l" r="r" t="t"/>
                  <a:pathLst>
                    <a:path extrusionOk="0" h="11901" w="11910">
                      <a:moveTo>
                        <a:pt x="3844" y="4946"/>
                      </a:moveTo>
                      <a:cubicBezTo>
                        <a:pt x="4033" y="4946"/>
                        <a:pt x="4190" y="5104"/>
                        <a:pt x="4190" y="5293"/>
                      </a:cubicBezTo>
                      <a:lnTo>
                        <a:pt x="4190" y="6679"/>
                      </a:lnTo>
                      <a:cubicBezTo>
                        <a:pt x="4190" y="6868"/>
                        <a:pt x="4033" y="7026"/>
                        <a:pt x="3844" y="7026"/>
                      </a:cubicBezTo>
                      <a:lnTo>
                        <a:pt x="2458" y="7026"/>
                      </a:lnTo>
                      <a:cubicBezTo>
                        <a:pt x="2269" y="7026"/>
                        <a:pt x="2111" y="6868"/>
                        <a:pt x="2111" y="6679"/>
                      </a:cubicBezTo>
                      <a:lnTo>
                        <a:pt x="2111" y="5293"/>
                      </a:lnTo>
                      <a:cubicBezTo>
                        <a:pt x="2111" y="5104"/>
                        <a:pt x="2269" y="4946"/>
                        <a:pt x="2458" y="4946"/>
                      </a:cubicBezTo>
                      <a:close/>
                      <a:moveTo>
                        <a:pt x="6616" y="3560"/>
                      </a:moveTo>
                      <a:cubicBezTo>
                        <a:pt x="6837" y="3560"/>
                        <a:pt x="6994" y="3718"/>
                        <a:pt x="6994" y="3907"/>
                      </a:cubicBezTo>
                      <a:lnTo>
                        <a:pt x="6994" y="6679"/>
                      </a:lnTo>
                      <a:cubicBezTo>
                        <a:pt x="6994" y="6868"/>
                        <a:pt x="6837" y="7026"/>
                        <a:pt x="6616" y="7026"/>
                      </a:cubicBezTo>
                      <a:lnTo>
                        <a:pt x="5262" y="7026"/>
                      </a:lnTo>
                      <a:cubicBezTo>
                        <a:pt x="5041" y="7026"/>
                        <a:pt x="4884" y="6868"/>
                        <a:pt x="4884" y="6679"/>
                      </a:cubicBezTo>
                      <a:lnTo>
                        <a:pt x="4884" y="3907"/>
                      </a:lnTo>
                      <a:cubicBezTo>
                        <a:pt x="4884" y="3718"/>
                        <a:pt x="5041" y="3560"/>
                        <a:pt x="5262" y="3560"/>
                      </a:cubicBezTo>
                      <a:close/>
                      <a:moveTo>
                        <a:pt x="9389" y="2174"/>
                      </a:moveTo>
                      <a:cubicBezTo>
                        <a:pt x="9578" y="2174"/>
                        <a:pt x="9735" y="2331"/>
                        <a:pt x="9735" y="2520"/>
                      </a:cubicBezTo>
                      <a:lnTo>
                        <a:pt x="9735" y="6679"/>
                      </a:lnTo>
                      <a:cubicBezTo>
                        <a:pt x="9735" y="6868"/>
                        <a:pt x="9578" y="7026"/>
                        <a:pt x="9389" y="7026"/>
                      </a:cubicBezTo>
                      <a:lnTo>
                        <a:pt x="8003" y="7026"/>
                      </a:lnTo>
                      <a:cubicBezTo>
                        <a:pt x="7813" y="7026"/>
                        <a:pt x="7656" y="6868"/>
                        <a:pt x="7656" y="6679"/>
                      </a:cubicBezTo>
                      <a:lnTo>
                        <a:pt x="7656" y="2520"/>
                      </a:lnTo>
                      <a:cubicBezTo>
                        <a:pt x="7656" y="2331"/>
                        <a:pt x="7813" y="2174"/>
                        <a:pt x="8003" y="2174"/>
                      </a:cubicBezTo>
                      <a:close/>
                      <a:moveTo>
                        <a:pt x="5577" y="8412"/>
                      </a:moveTo>
                      <a:lnTo>
                        <a:pt x="5577" y="9105"/>
                      </a:lnTo>
                      <a:lnTo>
                        <a:pt x="5167" y="9105"/>
                      </a:lnTo>
                      <a:lnTo>
                        <a:pt x="5451" y="8412"/>
                      </a:lnTo>
                      <a:close/>
                      <a:moveTo>
                        <a:pt x="6396" y="8412"/>
                      </a:moveTo>
                      <a:lnTo>
                        <a:pt x="6679" y="9105"/>
                      </a:lnTo>
                      <a:lnTo>
                        <a:pt x="6270" y="9105"/>
                      </a:lnTo>
                      <a:lnTo>
                        <a:pt x="6270" y="8412"/>
                      </a:lnTo>
                      <a:close/>
                      <a:moveTo>
                        <a:pt x="5955" y="0"/>
                      </a:moveTo>
                      <a:cubicBezTo>
                        <a:pt x="5766" y="0"/>
                        <a:pt x="5608" y="158"/>
                        <a:pt x="5608" y="378"/>
                      </a:cubicBezTo>
                      <a:lnTo>
                        <a:pt x="5608" y="725"/>
                      </a:lnTo>
                      <a:lnTo>
                        <a:pt x="347" y="725"/>
                      </a:lnTo>
                      <a:cubicBezTo>
                        <a:pt x="158" y="725"/>
                        <a:pt x="0" y="882"/>
                        <a:pt x="0" y="1071"/>
                      </a:cubicBezTo>
                      <a:cubicBezTo>
                        <a:pt x="0" y="1260"/>
                        <a:pt x="158" y="1418"/>
                        <a:pt x="347" y="1418"/>
                      </a:cubicBezTo>
                      <a:lnTo>
                        <a:pt x="725" y="1418"/>
                      </a:lnTo>
                      <a:lnTo>
                        <a:pt x="725" y="7719"/>
                      </a:lnTo>
                      <a:lnTo>
                        <a:pt x="378" y="7719"/>
                      </a:lnTo>
                      <a:cubicBezTo>
                        <a:pt x="158" y="7719"/>
                        <a:pt x="0" y="7876"/>
                        <a:pt x="0" y="8097"/>
                      </a:cubicBezTo>
                      <a:cubicBezTo>
                        <a:pt x="0" y="8286"/>
                        <a:pt x="158" y="8443"/>
                        <a:pt x="378" y="8443"/>
                      </a:cubicBezTo>
                      <a:lnTo>
                        <a:pt x="4726" y="8443"/>
                      </a:lnTo>
                      <a:lnTo>
                        <a:pt x="3560" y="11436"/>
                      </a:lnTo>
                      <a:cubicBezTo>
                        <a:pt x="3466" y="11625"/>
                        <a:pt x="3560" y="11814"/>
                        <a:pt x="3749" y="11877"/>
                      </a:cubicBezTo>
                      <a:cubicBezTo>
                        <a:pt x="3788" y="11893"/>
                        <a:pt x="3831" y="11901"/>
                        <a:pt x="3876" y="11901"/>
                      </a:cubicBezTo>
                      <a:cubicBezTo>
                        <a:pt x="4016" y="11901"/>
                        <a:pt x="4167" y="11824"/>
                        <a:pt x="4190" y="11657"/>
                      </a:cubicBezTo>
                      <a:lnTo>
                        <a:pt x="4947" y="9830"/>
                      </a:lnTo>
                      <a:lnTo>
                        <a:pt x="5608" y="9830"/>
                      </a:lnTo>
                      <a:lnTo>
                        <a:pt x="5608" y="10838"/>
                      </a:lnTo>
                      <a:cubicBezTo>
                        <a:pt x="5608" y="11027"/>
                        <a:pt x="5766" y="11184"/>
                        <a:pt x="5955" y="11184"/>
                      </a:cubicBezTo>
                      <a:cubicBezTo>
                        <a:pt x="6144" y="11184"/>
                        <a:pt x="6301" y="11027"/>
                        <a:pt x="6301" y="10838"/>
                      </a:cubicBezTo>
                      <a:lnTo>
                        <a:pt x="6301" y="9830"/>
                      </a:lnTo>
                      <a:lnTo>
                        <a:pt x="6994" y="9830"/>
                      </a:lnTo>
                      <a:lnTo>
                        <a:pt x="7719" y="11657"/>
                      </a:lnTo>
                      <a:cubicBezTo>
                        <a:pt x="7791" y="11824"/>
                        <a:pt x="7916" y="11901"/>
                        <a:pt x="8042" y="11901"/>
                      </a:cubicBezTo>
                      <a:cubicBezTo>
                        <a:pt x="8082" y="11901"/>
                        <a:pt x="8122" y="11893"/>
                        <a:pt x="8160" y="11877"/>
                      </a:cubicBezTo>
                      <a:cubicBezTo>
                        <a:pt x="8349" y="11783"/>
                        <a:pt x="8444" y="11594"/>
                        <a:pt x="8349" y="11436"/>
                      </a:cubicBezTo>
                      <a:lnTo>
                        <a:pt x="7183" y="8443"/>
                      </a:lnTo>
                      <a:lnTo>
                        <a:pt x="11531" y="8443"/>
                      </a:lnTo>
                      <a:cubicBezTo>
                        <a:pt x="11752" y="8443"/>
                        <a:pt x="11909" y="8286"/>
                        <a:pt x="11909" y="8097"/>
                      </a:cubicBezTo>
                      <a:cubicBezTo>
                        <a:pt x="11909" y="7876"/>
                        <a:pt x="11752" y="7719"/>
                        <a:pt x="11531" y="7719"/>
                      </a:cubicBezTo>
                      <a:lnTo>
                        <a:pt x="11185" y="7719"/>
                      </a:lnTo>
                      <a:lnTo>
                        <a:pt x="11185" y="1418"/>
                      </a:lnTo>
                      <a:lnTo>
                        <a:pt x="11531" y="1418"/>
                      </a:lnTo>
                      <a:cubicBezTo>
                        <a:pt x="11752" y="1418"/>
                        <a:pt x="11909" y="1260"/>
                        <a:pt x="11909" y="1071"/>
                      </a:cubicBezTo>
                      <a:cubicBezTo>
                        <a:pt x="11909" y="882"/>
                        <a:pt x="11752" y="725"/>
                        <a:pt x="11531" y="725"/>
                      </a:cubicBezTo>
                      <a:lnTo>
                        <a:pt x="6301" y="725"/>
                      </a:lnTo>
                      <a:lnTo>
                        <a:pt x="6301" y="378"/>
                      </a:lnTo>
                      <a:cubicBezTo>
                        <a:pt x="6301" y="158"/>
                        <a:pt x="6144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08" name="Google Shape;1708;p18"/>
                <p:cNvSpPr/>
                <p:nvPr/>
              </p:nvSpPr>
              <p:spPr>
                <a:xfrm>
                  <a:off x="1449475" y="4086575"/>
                  <a:ext cx="17350" cy="52000"/>
                </a:xfrm>
                <a:custGeom>
                  <a:rect b="b" l="l" r="r" t="t"/>
                  <a:pathLst>
                    <a:path extrusionOk="0" h="2080" w="694">
                      <a:moveTo>
                        <a:pt x="1" y="0"/>
                      </a:moveTo>
                      <a:lnTo>
                        <a:pt x="1" y="2080"/>
                      </a:lnTo>
                      <a:lnTo>
                        <a:pt x="694" y="2080"/>
                      </a:lnTo>
                      <a:lnTo>
                        <a:pt x="69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09" name="Google Shape;1709;p18"/>
                <p:cNvSpPr/>
                <p:nvPr/>
              </p:nvSpPr>
              <p:spPr>
                <a:xfrm>
                  <a:off x="1380175" y="4121225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0" y="0"/>
                      </a:moveTo>
                      <a:lnTo>
                        <a:pt x="0" y="694"/>
                      </a:lnTo>
                      <a:lnTo>
                        <a:pt x="693" y="694"/>
                      </a:ln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10" name="Google Shape;1710;p18"/>
                <p:cNvSpPr/>
                <p:nvPr/>
              </p:nvSpPr>
              <p:spPr>
                <a:xfrm>
                  <a:off x="1518800" y="4051925"/>
                  <a:ext cx="18125" cy="86650"/>
                </a:xfrm>
                <a:custGeom>
                  <a:rect b="b" l="l" r="r" t="t"/>
                  <a:pathLst>
                    <a:path extrusionOk="0" h="3466" w="725">
                      <a:moveTo>
                        <a:pt x="0" y="0"/>
                      </a:moveTo>
                      <a:lnTo>
                        <a:pt x="0" y="3466"/>
                      </a:lnTo>
                      <a:lnTo>
                        <a:pt x="725" y="3466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11" name="Google Shape;1711;p18"/>
              <p:cNvGrpSpPr/>
              <p:nvPr/>
            </p:nvGrpSpPr>
            <p:grpSpPr>
              <a:xfrm>
                <a:off x="5275339" y="3748681"/>
                <a:ext cx="380825" cy="499272"/>
                <a:chOff x="3167275" y="3227275"/>
                <a:chExt cx="225300" cy="295375"/>
              </a:xfrm>
            </p:grpSpPr>
            <p:sp>
              <p:nvSpPr>
                <p:cNvPr id="1712" name="Google Shape;1712;p18"/>
                <p:cNvSpPr/>
                <p:nvPr/>
              </p:nvSpPr>
              <p:spPr>
                <a:xfrm>
                  <a:off x="3167275" y="3227275"/>
                  <a:ext cx="225300" cy="207950"/>
                </a:xfrm>
                <a:custGeom>
                  <a:rect b="b" l="l" r="r" t="t"/>
                  <a:pathLst>
                    <a:path extrusionOk="0" h="8318" w="9012">
                      <a:moveTo>
                        <a:pt x="4538" y="1"/>
                      </a:moveTo>
                      <a:cubicBezTo>
                        <a:pt x="2112" y="1"/>
                        <a:pt x="1" y="1985"/>
                        <a:pt x="32" y="4537"/>
                      </a:cubicBezTo>
                      <a:cubicBezTo>
                        <a:pt x="32" y="5860"/>
                        <a:pt x="631" y="7184"/>
                        <a:pt x="1797" y="8066"/>
                      </a:cubicBezTo>
                      <a:cubicBezTo>
                        <a:pt x="1923" y="8192"/>
                        <a:pt x="2017" y="8223"/>
                        <a:pt x="2049" y="8318"/>
                      </a:cubicBezTo>
                      <a:lnTo>
                        <a:pt x="4160" y="8318"/>
                      </a:lnTo>
                      <a:lnTo>
                        <a:pt x="4160" y="6900"/>
                      </a:lnTo>
                      <a:lnTo>
                        <a:pt x="2427" y="6900"/>
                      </a:lnTo>
                      <a:cubicBezTo>
                        <a:pt x="2238" y="6900"/>
                        <a:pt x="2080" y="6743"/>
                        <a:pt x="2080" y="6554"/>
                      </a:cubicBezTo>
                      <a:lnTo>
                        <a:pt x="2080" y="5829"/>
                      </a:lnTo>
                      <a:cubicBezTo>
                        <a:pt x="2080" y="4852"/>
                        <a:pt x="2679" y="4033"/>
                        <a:pt x="3498" y="3624"/>
                      </a:cubicBezTo>
                      <a:cubicBezTo>
                        <a:pt x="3277" y="3403"/>
                        <a:pt x="3151" y="3088"/>
                        <a:pt x="3151" y="2678"/>
                      </a:cubicBezTo>
                      <a:cubicBezTo>
                        <a:pt x="3151" y="1922"/>
                        <a:pt x="3782" y="1292"/>
                        <a:pt x="4538" y="1292"/>
                      </a:cubicBezTo>
                      <a:cubicBezTo>
                        <a:pt x="5262" y="1292"/>
                        <a:pt x="5892" y="1922"/>
                        <a:pt x="5892" y="2678"/>
                      </a:cubicBezTo>
                      <a:cubicBezTo>
                        <a:pt x="5892" y="3025"/>
                        <a:pt x="5735" y="3340"/>
                        <a:pt x="5546" y="3624"/>
                      </a:cubicBezTo>
                      <a:cubicBezTo>
                        <a:pt x="6365" y="4033"/>
                        <a:pt x="6964" y="4852"/>
                        <a:pt x="6964" y="5829"/>
                      </a:cubicBezTo>
                      <a:lnTo>
                        <a:pt x="6964" y="6554"/>
                      </a:lnTo>
                      <a:cubicBezTo>
                        <a:pt x="6964" y="6743"/>
                        <a:pt x="6806" y="6900"/>
                        <a:pt x="6617" y="6900"/>
                      </a:cubicBezTo>
                      <a:lnTo>
                        <a:pt x="4884" y="6900"/>
                      </a:lnTo>
                      <a:lnTo>
                        <a:pt x="4884" y="8318"/>
                      </a:lnTo>
                      <a:lnTo>
                        <a:pt x="6995" y="8318"/>
                      </a:lnTo>
                      <a:cubicBezTo>
                        <a:pt x="7027" y="8286"/>
                        <a:pt x="7121" y="8192"/>
                        <a:pt x="7247" y="8129"/>
                      </a:cubicBezTo>
                      <a:cubicBezTo>
                        <a:pt x="8413" y="7184"/>
                        <a:pt x="9011" y="5829"/>
                        <a:pt x="9011" y="4506"/>
                      </a:cubicBezTo>
                      <a:cubicBezTo>
                        <a:pt x="9011" y="2017"/>
                        <a:pt x="6995" y="1"/>
                        <a:pt x="453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13" name="Google Shape;1713;p18"/>
                <p:cNvSpPr/>
                <p:nvPr/>
              </p:nvSpPr>
              <p:spPr>
                <a:xfrm>
                  <a:off x="3262600" y="3278475"/>
                  <a:ext cx="35450" cy="35475"/>
                </a:xfrm>
                <a:custGeom>
                  <a:rect b="b" l="l" r="r" t="t"/>
                  <a:pathLst>
                    <a:path extrusionOk="0" h="1419" w="1418">
                      <a:moveTo>
                        <a:pt x="725" y="0"/>
                      </a:moveTo>
                      <a:cubicBezTo>
                        <a:pt x="315" y="0"/>
                        <a:pt x="0" y="315"/>
                        <a:pt x="0" y="725"/>
                      </a:cubicBezTo>
                      <a:cubicBezTo>
                        <a:pt x="0" y="1103"/>
                        <a:pt x="315" y="1418"/>
                        <a:pt x="725" y="1418"/>
                      </a:cubicBezTo>
                      <a:cubicBezTo>
                        <a:pt x="1103" y="1418"/>
                        <a:pt x="1418" y="1103"/>
                        <a:pt x="1418" y="725"/>
                      </a:cubicBezTo>
                      <a:cubicBezTo>
                        <a:pt x="1418" y="315"/>
                        <a:pt x="1103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14" name="Google Shape;1714;p18"/>
                <p:cNvSpPr/>
                <p:nvPr/>
              </p:nvSpPr>
              <p:spPr>
                <a:xfrm>
                  <a:off x="3220050" y="3452525"/>
                  <a:ext cx="121325" cy="35475"/>
                </a:xfrm>
                <a:custGeom>
                  <a:rect b="b" l="l" r="r" t="t"/>
                  <a:pathLst>
                    <a:path extrusionOk="0" h="1419" w="4853">
                      <a:moveTo>
                        <a:pt x="1" y="1"/>
                      </a:moveTo>
                      <a:lnTo>
                        <a:pt x="1" y="347"/>
                      </a:lnTo>
                      <a:cubicBezTo>
                        <a:pt x="1" y="946"/>
                        <a:pt x="473" y="1419"/>
                        <a:pt x="1040" y="1419"/>
                      </a:cubicBezTo>
                      <a:lnTo>
                        <a:pt x="3781" y="1419"/>
                      </a:lnTo>
                      <a:cubicBezTo>
                        <a:pt x="4380" y="1419"/>
                        <a:pt x="4853" y="946"/>
                        <a:pt x="4853" y="347"/>
                      </a:cubicBezTo>
                      <a:lnTo>
                        <a:pt x="485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15" name="Google Shape;1715;p18"/>
                <p:cNvSpPr/>
                <p:nvPr/>
              </p:nvSpPr>
              <p:spPr>
                <a:xfrm>
                  <a:off x="3237375" y="3332025"/>
                  <a:ext cx="86675" cy="52000"/>
                </a:xfrm>
                <a:custGeom>
                  <a:rect b="b" l="l" r="r" t="t"/>
                  <a:pathLst>
                    <a:path extrusionOk="0" h="2080" w="3467">
                      <a:moveTo>
                        <a:pt x="1734" y="1"/>
                      </a:moveTo>
                      <a:cubicBezTo>
                        <a:pt x="789" y="1"/>
                        <a:pt x="1" y="725"/>
                        <a:pt x="1" y="1733"/>
                      </a:cubicBezTo>
                      <a:lnTo>
                        <a:pt x="1" y="2080"/>
                      </a:lnTo>
                      <a:lnTo>
                        <a:pt x="3466" y="2080"/>
                      </a:lnTo>
                      <a:lnTo>
                        <a:pt x="3466" y="1733"/>
                      </a:lnTo>
                      <a:cubicBezTo>
                        <a:pt x="3466" y="788"/>
                        <a:pt x="2679" y="1"/>
                        <a:pt x="173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16" name="Google Shape;1716;p18"/>
                <p:cNvSpPr/>
                <p:nvPr/>
              </p:nvSpPr>
              <p:spPr>
                <a:xfrm>
                  <a:off x="3237375" y="3505300"/>
                  <a:ext cx="87450" cy="17350"/>
                </a:xfrm>
                <a:custGeom>
                  <a:rect b="b" l="l" r="r" t="t"/>
                  <a:pathLst>
                    <a:path extrusionOk="0" h="694" w="3498">
                      <a:moveTo>
                        <a:pt x="32" y="1"/>
                      </a:moveTo>
                      <a:cubicBezTo>
                        <a:pt x="1" y="379"/>
                        <a:pt x="284" y="694"/>
                        <a:pt x="694" y="694"/>
                      </a:cubicBezTo>
                      <a:lnTo>
                        <a:pt x="2773" y="694"/>
                      </a:lnTo>
                      <a:cubicBezTo>
                        <a:pt x="3183" y="694"/>
                        <a:pt x="3498" y="379"/>
                        <a:pt x="349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717" name="Google Shape;1717;p18"/>
              <p:cNvSpPr/>
              <p:nvPr/>
            </p:nvSpPr>
            <p:spPr>
              <a:xfrm>
                <a:off x="5202621" y="4377430"/>
                <a:ext cx="525937" cy="501597"/>
              </a:xfrm>
              <a:custGeom>
                <a:rect b="b" l="l" r="r" t="t"/>
                <a:pathLst>
                  <a:path extrusionOk="0" h="11870" w="12446">
                    <a:moveTo>
                      <a:pt x="9421" y="1410"/>
                    </a:moveTo>
                    <a:cubicBezTo>
                      <a:pt x="9775" y="1410"/>
                      <a:pt x="10130" y="1544"/>
                      <a:pt x="10397" y="1812"/>
                    </a:cubicBezTo>
                    <a:cubicBezTo>
                      <a:pt x="10901" y="2316"/>
                      <a:pt x="10901" y="3198"/>
                      <a:pt x="10366" y="3734"/>
                    </a:cubicBezTo>
                    <a:lnTo>
                      <a:pt x="9169" y="4931"/>
                    </a:lnTo>
                    <a:cubicBezTo>
                      <a:pt x="8948" y="5152"/>
                      <a:pt x="8633" y="5278"/>
                      <a:pt x="8318" y="5309"/>
                    </a:cubicBezTo>
                    <a:lnTo>
                      <a:pt x="8476" y="5152"/>
                    </a:lnTo>
                    <a:cubicBezTo>
                      <a:pt x="8854" y="4773"/>
                      <a:pt x="8854" y="4112"/>
                      <a:pt x="8476" y="3702"/>
                    </a:cubicBezTo>
                    <a:cubicBezTo>
                      <a:pt x="8271" y="3513"/>
                      <a:pt x="8003" y="3419"/>
                      <a:pt x="7739" y="3419"/>
                    </a:cubicBezTo>
                    <a:cubicBezTo>
                      <a:pt x="7475" y="3419"/>
                      <a:pt x="7215" y="3513"/>
                      <a:pt x="7026" y="3702"/>
                    </a:cubicBezTo>
                    <a:lnTo>
                      <a:pt x="6869" y="3860"/>
                    </a:lnTo>
                    <a:cubicBezTo>
                      <a:pt x="6900" y="3545"/>
                      <a:pt x="7026" y="3230"/>
                      <a:pt x="7247" y="3009"/>
                    </a:cubicBezTo>
                    <a:lnTo>
                      <a:pt x="8444" y="1812"/>
                    </a:lnTo>
                    <a:cubicBezTo>
                      <a:pt x="8712" y="1544"/>
                      <a:pt x="9066" y="1410"/>
                      <a:pt x="9421" y="1410"/>
                    </a:cubicBezTo>
                    <a:close/>
                    <a:moveTo>
                      <a:pt x="4128" y="6475"/>
                    </a:moveTo>
                    <a:lnTo>
                      <a:pt x="3970" y="6601"/>
                    </a:lnTo>
                    <a:cubicBezTo>
                      <a:pt x="3592" y="7010"/>
                      <a:pt x="3592" y="7672"/>
                      <a:pt x="3970" y="8081"/>
                    </a:cubicBezTo>
                    <a:cubicBezTo>
                      <a:pt x="4175" y="8270"/>
                      <a:pt x="4443" y="8365"/>
                      <a:pt x="4711" y="8365"/>
                    </a:cubicBezTo>
                    <a:cubicBezTo>
                      <a:pt x="4978" y="8365"/>
                      <a:pt x="5246" y="8270"/>
                      <a:pt x="5451" y="8081"/>
                    </a:cubicBezTo>
                    <a:lnTo>
                      <a:pt x="5577" y="7924"/>
                    </a:lnTo>
                    <a:lnTo>
                      <a:pt x="5577" y="7924"/>
                    </a:lnTo>
                    <a:cubicBezTo>
                      <a:pt x="5640" y="8270"/>
                      <a:pt x="5483" y="8586"/>
                      <a:pt x="5231" y="8838"/>
                    </a:cubicBezTo>
                    <a:lnTo>
                      <a:pt x="4065" y="10003"/>
                    </a:lnTo>
                    <a:cubicBezTo>
                      <a:pt x="3781" y="10271"/>
                      <a:pt x="3427" y="10405"/>
                      <a:pt x="3072" y="10405"/>
                    </a:cubicBezTo>
                    <a:cubicBezTo>
                      <a:pt x="2718" y="10405"/>
                      <a:pt x="2364" y="10271"/>
                      <a:pt x="2080" y="10003"/>
                    </a:cubicBezTo>
                    <a:cubicBezTo>
                      <a:pt x="1544" y="9468"/>
                      <a:pt x="1544" y="8586"/>
                      <a:pt x="2080" y="8050"/>
                    </a:cubicBezTo>
                    <a:lnTo>
                      <a:pt x="3277" y="6853"/>
                    </a:lnTo>
                    <a:cubicBezTo>
                      <a:pt x="3498" y="6601"/>
                      <a:pt x="3813" y="6506"/>
                      <a:pt x="4128" y="6475"/>
                    </a:cubicBezTo>
                    <a:close/>
                    <a:moveTo>
                      <a:pt x="9373" y="0"/>
                    </a:moveTo>
                    <a:cubicBezTo>
                      <a:pt x="8665" y="0"/>
                      <a:pt x="7956" y="268"/>
                      <a:pt x="7404" y="804"/>
                    </a:cubicBezTo>
                    <a:lnTo>
                      <a:pt x="6239" y="1970"/>
                    </a:lnTo>
                    <a:cubicBezTo>
                      <a:pt x="5451" y="2757"/>
                      <a:pt x="5199" y="3986"/>
                      <a:pt x="5640" y="4994"/>
                    </a:cubicBezTo>
                    <a:lnTo>
                      <a:pt x="5325" y="5309"/>
                    </a:lnTo>
                    <a:cubicBezTo>
                      <a:pt x="4994" y="5170"/>
                      <a:pt x="4634" y="5100"/>
                      <a:pt x="4270" y="5100"/>
                    </a:cubicBezTo>
                    <a:cubicBezTo>
                      <a:pt x="3562" y="5100"/>
                      <a:pt x="2842" y="5366"/>
                      <a:pt x="2301" y="5908"/>
                    </a:cubicBezTo>
                    <a:lnTo>
                      <a:pt x="1103" y="7105"/>
                    </a:lnTo>
                    <a:cubicBezTo>
                      <a:pt x="1" y="8144"/>
                      <a:pt x="1" y="9940"/>
                      <a:pt x="1103" y="11043"/>
                    </a:cubicBezTo>
                    <a:cubicBezTo>
                      <a:pt x="1655" y="11594"/>
                      <a:pt x="2364" y="11870"/>
                      <a:pt x="3072" y="11870"/>
                    </a:cubicBezTo>
                    <a:cubicBezTo>
                      <a:pt x="3781" y="11870"/>
                      <a:pt x="4490" y="11594"/>
                      <a:pt x="5041" y="11043"/>
                    </a:cubicBezTo>
                    <a:lnTo>
                      <a:pt x="6239" y="9846"/>
                    </a:lnTo>
                    <a:cubicBezTo>
                      <a:pt x="7026" y="9058"/>
                      <a:pt x="7247" y="7829"/>
                      <a:pt x="6806" y="6821"/>
                    </a:cubicBezTo>
                    <a:lnTo>
                      <a:pt x="7121" y="6506"/>
                    </a:lnTo>
                    <a:cubicBezTo>
                      <a:pt x="7473" y="6656"/>
                      <a:pt x="7840" y="6729"/>
                      <a:pt x="8204" y="6729"/>
                    </a:cubicBezTo>
                    <a:cubicBezTo>
                      <a:pt x="8914" y="6729"/>
                      <a:pt x="9614" y="6449"/>
                      <a:pt x="10177" y="5908"/>
                    </a:cubicBezTo>
                    <a:lnTo>
                      <a:pt x="11342" y="4742"/>
                    </a:lnTo>
                    <a:cubicBezTo>
                      <a:pt x="12445" y="3639"/>
                      <a:pt x="12445" y="1907"/>
                      <a:pt x="11342" y="804"/>
                    </a:cubicBezTo>
                    <a:cubicBezTo>
                      <a:pt x="10791" y="268"/>
                      <a:pt x="10082" y="0"/>
                      <a:pt x="9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718" name="Google Shape;1718;p18"/>
              <p:cNvGrpSpPr/>
              <p:nvPr/>
            </p:nvGrpSpPr>
            <p:grpSpPr>
              <a:xfrm>
                <a:off x="5214101" y="4985455"/>
                <a:ext cx="503287" cy="499315"/>
                <a:chOff x="3133425" y="3955025"/>
                <a:chExt cx="297750" cy="295400"/>
              </a:xfrm>
            </p:grpSpPr>
            <p:sp>
              <p:nvSpPr>
                <p:cNvPr id="1719" name="Google Shape;1719;p18"/>
                <p:cNvSpPr/>
                <p:nvPr/>
              </p:nvSpPr>
              <p:spPr>
                <a:xfrm>
                  <a:off x="3133425" y="4058225"/>
                  <a:ext cx="297750" cy="192200"/>
                </a:xfrm>
                <a:custGeom>
                  <a:rect b="b" l="l" r="r" t="t"/>
                  <a:pathLst>
                    <a:path extrusionOk="0" h="7688" w="11910">
                      <a:moveTo>
                        <a:pt x="5923" y="0"/>
                      </a:moveTo>
                      <a:cubicBezTo>
                        <a:pt x="5325" y="0"/>
                        <a:pt x="4821" y="347"/>
                        <a:pt x="4631" y="914"/>
                      </a:cubicBezTo>
                      <a:cubicBezTo>
                        <a:pt x="4505" y="1166"/>
                        <a:pt x="4505" y="1449"/>
                        <a:pt x="4568" y="1764"/>
                      </a:cubicBezTo>
                      <a:cubicBezTo>
                        <a:pt x="4884" y="1922"/>
                        <a:pt x="5199" y="2016"/>
                        <a:pt x="5577" y="2048"/>
                      </a:cubicBezTo>
                      <a:lnTo>
                        <a:pt x="5577" y="2741"/>
                      </a:lnTo>
                      <a:lnTo>
                        <a:pt x="2458" y="2741"/>
                      </a:lnTo>
                      <a:cubicBezTo>
                        <a:pt x="1859" y="2741"/>
                        <a:pt x="1418" y="3214"/>
                        <a:pt x="1418" y="3781"/>
                      </a:cubicBezTo>
                      <a:lnTo>
                        <a:pt x="1418" y="4190"/>
                      </a:lnTo>
                      <a:cubicBezTo>
                        <a:pt x="630" y="4316"/>
                        <a:pt x="0" y="5041"/>
                        <a:pt x="0" y="5891"/>
                      </a:cubicBezTo>
                      <a:cubicBezTo>
                        <a:pt x="0" y="6837"/>
                        <a:pt x="788" y="7687"/>
                        <a:pt x="1765" y="7687"/>
                      </a:cubicBezTo>
                      <a:cubicBezTo>
                        <a:pt x="2710" y="7687"/>
                        <a:pt x="3497" y="6900"/>
                        <a:pt x="3497" y="5891"/>
                      </a:cubicBezTo>
                      <a:cubicBezTo>
                        <a:pt x="3497" y="5072"/>
                        <a:pt x="2930" y="4316"/>
                        <a:pt x="2143" y="4190"/>
                      </a:cubicBezTo>
                      <a:lnTo>
                        <a:pt x="2143" y="3781"/>
                      </a:lnTo>
                      <a:cubicBezTo>
                        <a:pt x="2143" y="3592"/>
                        <a:pt x="2300" y="3434"/>
                        <a:pt x="2489" y="3434"/>
                      </a:cubicBezTo>
                      <a:lnTo>
                        <a:pt x="5608" y="3434"/>
                      </a:lnTo>
                      <a:lnTo>
                        <a:pt x="5608" y="4127"/>
                      </a:lnTo>
                      <a:cubicBezTo>
                        <a:pt x="4821" y="4285"/>
                        <a:pt x="4222" y="5009"/>
                        <a:pt x="4222" y="5860"/>
                      </a:cubicBezTo>
                      <a:cubicBezTo>
                        <a:pt x="4222" y="6805"/>
                        <a:pt x="5010" y="7656"/>
                        <a:pt x="5955" y="7656"/>
                      </a:cubicBezTo>
                      <a:cubicBezTo>
                        <a:pt x="6900" y="7656"/>
                        <a:pt x="7687" y="6868"/>
                        <a:pt x="7687" y="5860"/>
                      </a:cubicBezTo>
                      <a:cubicBezTo>
                        <a:pt x="7687" y="5041"/>
                        <a:pt x="7089" y="4285"/>
                        <a:pt x="6301" y="4127"/>
                      </a:cubicBezTo>
                      <a:lnTo>
                        <a:pt x="6301" y="3434"/>
                      </a:lnTo>
                      <a:lnTo>
                        <a:pt x="9452" y="3434"/>
                      </a:lnTo>
                      <a:cubicBezTo>
                        <a:pt x="9641" y="3434"/>
                        <a:pt x="9798" y="3592"/>
                        <a:pt x="9798" y="3781"/>
                      </a:cubicBezTo>
                      <a:lnTo>
                        <a:pt x="9798" y="4190"/>
                      </a:lnTo>
                      <a:cubicBezTo>
                        <a:pt x="9011" y="4316"/>
                        <a:pt x="8444" y="5041"/>
                        <a:pt x="8444" y="5891"/>
                      </a:cubicBezTo>
                      <a:cubicBezTo>
                        <a:pt x="8444" y="6837"/>
                        <a:pt x="9231" y="7687"/>
                        <a:pt x="10176" y="7687"/>
                      </a:cubicBezTo>
                      <a:cubicBezTo>
                        <a:pt x="11121" y="7687"/>
                        <a:pt x="11909" y="6900"/>
                        <a:pt x="11909" y="5891"/>
                      </a:cubicBezTo>
                      <a:cubicBezTo>
                        <a:pt x="11783" y="5135"/>
                        <a:pt x="11185" y="4379"/>
                        <a:pt x="10397" y="4222"/>
                      </a:cubicBezTo>
                      <a:lnTo>
                        <a:pt x="10397" y="3812"/>
                      </a:lnTo>
                      <a:cubicBezTo>
                        <a:pt x="10397" y="3245"/>
                        <a:pt x="9924" y="2804"/>
                        <a:pt x="9389" y="2804"/>
                      </a:cubicBezTo>
                      <a:lnTo>
                        <a:pt x="6238" y="2804"/>
                      </a:lnTo>
                      <a:lnTo>
                        <a:pt x="6238" y="2079"/>
                      </a:lnTo>
                      <a:cubicBezTo>
                        <a:pt x="6585" y="2048"/>
                        <a:pt x="6900" y="1922"/>
                        <a:pt x="7215" y="1827"/>
                      </a:cubicBezTo>
                      <a:cubicBezTo>
                        <a:pt x="7341" y="1418"/>
                        <a:pt x="7246" y="977"/>
                        <a:pt x="7057" y="630"/>
                      </a:cubicBezTo>
                      <a:cubicBezTo>
                        <a:pt x="6774" y="221"/>
                        <a:pt x="6396" y="0"/>
                        <a:pt x="592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0" name="Google Shape;1720;p18"/>
                <p:cNvSpPr/>
                <p:nvPr/>
              </p:nvSpPr>
              <p:spPr>
                <a:xfrm>
                  <a:off x="3263375" y="4007025"/>
                  <a:ext cx="35475" cy="35450"/>
                </a:xfrm>
                <a:custGeom>
                  <a:rect b="b" l="l" r="r" t="t"/>
                  <a:pathLst>
                    <a:path extrusionOk="0" h="1418" w="1419">
                      <a:moveTo>
                        <a:pt x="725" y="0"/>
                      </a:moveTo>
                      <a:cubicBezTo>
                        <a:pt x="284" y="0"/>
                        <a:pt x="1" y="315"/>
                        <a:pt x="1" y="725"/>
                      </a:cubicBezTo>
                      <a:cubicBezTo>
                        <a:pt x="1" y="1103"/>
                        <a:pt x="316" y="1418"/>
                        <a:pt x="725" y="1418"/>
                      </a:cubicBezTo>
                      <a:cubicBezTo>
                        <a:pt x="1103" y="1418"/>
                        <a:pt x="1418" y="1103"/>
                        <a:pt x="1418" y="725"/>
                      </a:cubicBezTo>
                      <a:cubicBezTo>
                        <a:pt x="1418" y="315"/>
                        <a:pt x="1103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1" name="Google Shape;1721;p18"/>
                <p:cNvSpPr/>
                <p:nvPr/>
              </p:nvSpPr>
              <p:spPr>
                <a:xfrm>
                  <a:off x="3203525" y="3955025"/>
                  <a:ext cx="155175" cy="135500"/>
                </a:xfrm>
                <a:custGeom>
                  <a:rect b="b" l="l" r="r" t="t"/>
                  <a:pathLst>
                    <a:path extrusionOk="0" h="5420" w="6207">
                      <a:moveTo>
                        <a:pt x="3119" y="1"/>
                      </a:moveTo>
                      <a:cubicBezTo>
                        <a:pt x="1386" y="1"/>
                        <a:pt x="0" y="1387"/>
                        <a:pt x="0" y="3120"/>
                      </a:cubicBezTo>
                      <a:cubicBezTo>
                        <a:pt x="0" y="4002"/>
                        <a:pt x="410" y="4853"/>
                        <a:pt x="1071" y="5420"/>
                      </a:cubicBezTo>
                      <a:cubicBezTo>
                        <a:pt x="1071" y="5231"/>
                        <a:pt x="1103" y="5042"/>
                        <a:pt x="1197" y="4853"/>
                      </a:cubicBezTo>
                      <a:cubicBezTo>
                        <a:pt x="1323" y="4380"/>
                        <a:pt x="1701" y="3971"/>
                        <a:pt x="2111" y="3750"/>
                      </a:cubicBezTo>
                      <a:cubicBezTo>
                        <a:pt x="1890" y="3498"/>
                        <a:pt x="1733" y="3151"/>
                        <a:pt x="1733" y="2805"/>
                      </a:cubicBezTo>
                      <a:cubicBezTo>
                        <a:pt x="1733" y="2049"/>
                        <a:pt x="2363" y="1419"/>
                        <a:pt x="3119" y="1419"/>
                      </a:cubicBezTo>
                      <a:cubicBezTo>
                        <a:pt x="3844" y="1419"/>
                        <a:pt x="4474" y="2049"/>
                        <a:pt x="4474" y="2805"/>
                      </a:cubicBezTo>
                      <a:cubicBezTo>
                        <a:pt x="4474" y="3151"/>
                        <a:pt x="4348" y="3498"/>
                        <a:pt x="4096" y="3750"/>
                      </a:cubicBezTo>
                      <a:cubicBezTo>
                        <a:pt x="4379" y="3876"/>
                        <a:pt x="4600" y="4097"/>
                        <a:pt x="4789" y="4380"/>
                      </a:cubicBezTo>
                      <a:cubicBezTo>
                        <a:pt x="5009" y="4695"/>
                        <a:pt x="5135" y="5042"/>
                        <a:pt x="5167" y="5420"/>
                      </a:cubicBezTo>
                      <a:cubicBezTo>
                        <a:pt x="5797" y="4853"/>
                        <a:pt x="6207" y="4065"/>
                        <a:pt x="6207" y="3120"/>
                      </a:cubicBezTo>
                      <a:cubicBezTo>
                        <a:pt x="6207" y="1387"/>
                        <a:pt x="4852" y="1"/>
                        <a:pt x="31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22" name="Google Shape;1722;p18"/>
              <p:cNvGrpSpPr/>
              <p:nvPr/>
            </p:nvGrpSpPr>
            <p:grpSpPr>
              <a:xfrm>
                <a:off x="8379388" y="3747128"/>
                <a:ext cx="500625" cy="502399"/>
                <a:chOff x="4991425" y="3234750"/>
                <a:chExt cx="296175" cy="297225"/>
              </a:xfrm>
            </p:grpSpPr>
            <p:sp>
              <p:nvSpPr>
                <p:cNvPr id="1723" name="Google Shape;1723;p18"/>
                <p:cNvSpPr/>
                <p:nvPr/>
              </p:nvSpPr>
              <p:spPr>
                <a:xfrm>
                  <a:off x="5077275" y="3304450"/>
                  <a:ext cx="122100" cy="99275"/>
                </a:xfrm>
                <a:custGeom>
                  <a:rect b="b" l="l" r="r" t="t"/>
                  <a:pathLst>
                    <a:path extrusionOk="0" h="3971" w="4884">
                      <a:moveTo>
                        <a:pt x="2426" y="1"/>
                      </a:moveTo>
                      <a:cubicBezTo>
                        <a:pt x="1103" y="1"/>
                        <a:pt x="0" y="1104"/>
                        <a:pt x="0" y="2427"/>
                      </a:cubicBezTo>
                      <a:cubicBezTo>
                        <a:pt x="0" y="3025"/>
                        <a:pt x="190" y="3530"/>
                        <a:pt x="536" y="3971"/>
                      </a:cubicBezTo>
                      <a:cubicBezTo>
                        <a:pt x="820" y="3624"/>
                        <a:pt x="1103" y="3309"/>
                        <a:pt x="1481" y="3057"/>
                      </a:cubicBezTo>
                      <a:cubicBezTo>
                        <a:pt x="1261" y="2805"/>
                        <a:pt x="1103" y="2458"/>
                        <a:pt x="1103" y="2112"/>
                      </a:cubicBezTo>
                      <a:cubicBezTo>
                        <a:pt x="1103" y="1356"/>
                        <a:pt x="1733" y="726"/>
                        <a:pt x="2489" y="726"/>
                      </a:cubicBezTo>
                      <a:cubicBezTo>
                        <a:pt x="3214" y="726"/>
                        <a:pt x="3844" y="1356"/>
                        <a:pt x="3844" y="2112"/>
                      </a:cubicBezTo>
                      <a:cubicBezTo>
                        <a:pt x="3844" y="2458"/>
                        <a:pt x="3687" y="2805"/>
                        <a:pt x="3466" y="3057"/>
                      </a:cubicBezTo>
                      <a:cubicBezTo>
                        <a:pt x="3844" y="3246"/>
                        <a:pt x="4128" y="3561"/>
                        <a:pt x="4317" y="3971"/>
                      </a:cubicBezTo>
                      <a:cubicBezTo>
                        <a:pt x="4695" y="3530"/>
                        <a:pt x="4884" y="3025"/>
                        <a:pt x="4884" y="2427"/>
                      </a:cubicBezTo>
                      <a:cubicBezTo>
                        <a:pt x="4884" y="1104"/>
                        <a:pt x="3781" y="1"/>
                        <a:pt x="242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4" name="Google Shape;1724;p18"/>
                <p:cNvSpPr/>
                <p:nvPr/>
              </p:nvSpPr>
              <p:spPr>
                <a:xfrm>
                  <a:off x="5121375" y="3339900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725" y="1"/>
                      </a:moveTo>
                      <a:cubicBezTo>
                        <a:pt x="316" y="1"/>
                        <a:pt x="1" y="316"/>
                        <a:pt x="1" y="694"/>
                      </a:cubicBezTo>
                      <a:cubicBezTo>
                        <a:pt x="1" y="1103"/>
                        <a:pt x="316" y="1418"/>
                        <a:pt x="725" y="1418"/>
                      </a:cubicBezTo>
                      <a:cubicBezTo>
                        <a:pt x="1103" y="1418"/>
                        <a:pt x="1418" y="1103"/>
                        <a:pt x="1418" y="694"/>
                      </a:cubicBez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5" name="Google Shape;1725;p18"/>
                <p:cNvSpPr/>
                <p:nvPr/>
              </p:nvSpPr>
              <p:spPr>
                <a:xfrm>
                  <a:off x="5009550" y="3234750"/>
                  <a:ext cx="259150" cy="261125"/>
                </a:xfrm>
                <a:custGeom>
                  <a:rect b="b" l="l" r="r" t="t"/>
                  <a:pathLst>
                    <a:path extrusionOk="0" h="10445" w="10366">
                      <a:moveTo>
                        <a:pt x="5198" y="2159"/>
                      </a:moveTo>
                      <a:cubicBezTo>
                        <a:pt x="6931" y="2159"/>
                        <a:pt x="8286" y="3514"/>
                        <a:pt x="8286" y="5246"/>
                      </a:cubicBezTo>
                      <a:cubicBezTo>
                        <a:pt x="8286" y="6916"/>
                        <a:pt x="6931" y="8365"/>
                        <a:pt x="5198" y="8365"/>
                      </a:cubicBezTo>
                      <a:cubicBezTo>
                        <a:pt x="3340" y="8365"/>
                        <a:pt x="2079" y="6822"/>
                        <a:pt x="2079" y="5246"/>
                      </a:cubicBezTo>
                      <a:cubicBezTo>
                        <a:pt x="2079" y="3514"/>
                        <a:pt x="3497" y="2159"/>
                        <a:pt x="5198" y="2159"/>
                      </a:cubicBezTo>
                      <a:close/>
                      <a:moveTo>
                        <a:pt x="5167" y="1"/>
                      </a:moveTo>
                      <a:cubicBezTo>
                        <a:pt x="5088" y="1"/>
                        <a:pt x="5009" y="17"/>
                        <a:pt x="4946" y="48"/>
                      </a:cubicBezTo>
                      <a:lnTo>
                        <a:pt x="4001" y="836"/>
                      </a:lnTo>
                      <a:lnTo>
                        <a:pt x="2773" y="678"/>
                      </a:lnTo>
                      <a:cubicBezTo>
                        <a:pt x="2756" y="675"/>
                        <a:pt x="2739" y="673"/>
                        <a:pt x="2723" y="673"/>
                      </a:cubicBezTo>
                      <a:cubicBezTo>
                        <a:pt x="2583" y="673"/>
                        <a:pt x="2454" y="786"/>
                        <a:pt x="2426" y="899"/>
                      </a:cubicBezTo>
                      <a:lnTo>
                        <a:pt x="1953" y="2033"/>
                      </a:lnTo>
                      <a:lnTo>
                        <a:pt x="819" y="2505"/>
                      </a:lnTo>
                      <a:cubicBezTo>
                        <a:pt x="662" y="2568"/>
                        <a:pt x="567" y="2694"/>
                        <a:pt x="630" y="2852"/>
                      </a:cubicBezTo>
                      <a:lnTo>
                        <a:pt x="788" y="4081"/>
                      </a:lnTo>
                      <a:lnTo>
                        <a:pt x="32" y="5026"/>
                      </a:lnTo>
                      <a:cubicBezTo>
                        <a:pt x="0" y="5183"/>
                        <a:pt x="0" y="5341"/>
                        <a:pt x="63" y="5467"/>
                      </a:cubicBezTo>
                      <a:lnTo>
                        <a:pt x="819" y="6381"/>
                      </a:lnTo>
                      <a:lnTo>
                        <a:pt x="662" y="7609"/>
                      </a:lnTo>
                      <a:cubicBezTo>
                        <a:pt x="630" y="7767"/>
                        <a:pt x="725" y="7924"/>
                        <a:pt x="851" y="7956"/>
                      </a:cubicBezTo>
                      <a:lnTo>
                        <a:pt x="1985" y="8428"/>
                      </a:lnTo>
                      <a:lnTo>
                        <a:pt x="2457" y="9594"/>
                      </a:lnTo>
                      <a:cubicBezTo>
                        <a:pt x="2536" y="9725"/>
                        <a:pt x="2637" y="9791"/>
                        <a:pt x="2741" y="9791"/>
                      </a:cubicBezTo>
                      <a:cubicBezTo>
                        <a:pt x="2762" y="9791"/>
                        <a:pt x="2783" y="9788"/>
                        <a:pt x="2804" y="9783"/>
                      </a:cubicBezTo>
                      <a:lnTo>
                        <a:pt x="4033" y="9626"/>
                      </a:lnTo>
                      <a:lnTo>
                        <a:pt x="4978" y="10382"/>
                      </a:lnTo>
                      <a:cubicBezTo>
                        <a:pt x="5072" y="10413"/>
                        <a:pt x="5104" y="10445"/>
                        <a:pt x="5167" y="10445"/>
                      </a:cubicBezTo>
                      <a:cubicBezTo>
                        <a:pt x="5261" y="10445"/>
                        <a:pt x="5324" y="10413"/>
                        <a:pt x="5387" y="10382"/>
                      </a:cubicBezTo>
                      <a:lnTo>
                        <a:pt x="6333" y="9626"/>
                      </a:lnTo>
                      <a:lnTo>
                        <a:pt x="7530" y="9783"/>
                      </a:lnTo>
                      <a:cubicBezTo>
                        <a:pt x="7687" y="9783"/>
                        <a:pt x="7876" y="9689"/>
                        <a:pt x="7908" y="9594"/>
                      </a:cubicBezTo>
                      <a:lnTo>
                        <a:pt x="8380" y="8428"/>
                      </a:lnTo>
                      <a:lnTo>
                        <a:pt x="9515" y="7956"/>
                      </a:lnTo>
                      <a:cubicBezTo>
                        <a:pt x="9672" y="7893"/>
                        <a:pt x="9735" y="7767"/>
                        <a:pt x="9704" y="7609"/>
                      </a:cubicBezTo>
                      <a:lnTo>
                        <a:pt x="9546" y="6381"/>
                      </a:lnTo>
                      <a:lnTo>
                        <a:pt x="10302" y="5467"/>
                      </a:lnTo>
                      <a:cubicBezTo>
                        <a:pt x="10365" y="5341"/>
                        <a:pt x="10365" y="5120"/>
                        <a:pt x="10302" y="5026"/>
                      </a:cubicBezTo>
                      <a:lnTo>
                        <a:pt x="9546" y="4081"/>
                      </a:lnTo>
                      <a:lnTo>
                        <a:pt x="9704" y="2852"/>
                      </a:lnTo>
                      <a:cubicBezTo>
                        <a:pt x="9735" y="2694"/>
                        <a:pt x="9641" y="2537"/>
                        <a:pt x="9515" y="2505"/>
                      </a:cubicBezTo>
                      <a:lnTo>
                        <a:pt x="8380" y="2033"/>
                      </a:lnTo>
                      <a:lnTo>
                        <a:pt x="7908" y="899"/>
                      </a:lnTo>
                      <a:cubicBezTo>
                        <a:pt x="7826" y="762"/>
                        <a:pt x="7719" y="672"/>
                        <a:pt x="7589" y="672"/>
                      </a:cubicBezTo>
                      <a:cubicBezTo>
                        <a:pt x="7570" y="672"/>
                        <a:pt x="7550" y="674"/>
                        <a:pt x="7530" y="678"/>
                      </a:cubicBezTo>
                      <a:lnTo>
                        <a:pt x="6333" y="836"/>
                      </a:lnTo>
                      <a:lnTo>
                        <a:pt x="5387" y="48"/>
                      </a:lnTo>
                      <a:cubicBezTo>
                        <a:pt x="5324" y="17"/>
                        <a:pt x="5246" y="1"/>
                        <a:pt x="51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6" name="Google Shape;1726;p18"/>
                <p:cNvSpPr/>
                <p:nvPr/>
              </p:nvSpPr>
              <p:spPr>
                <a:xfrm>
                  <a:off x="5105625" y="3391900"/>
                  <a:ext cx="66975" cy="34675"/>
                </a:xfrm>
                <a:custGeom>
                  <a:rect b="b" l="l" r="r" t="t"/>
                  <a:pathLst>
                    <a:path extrusionOk="0" h="1387" w="2679">
                      <a:moveTo>
                        <a:pt x="1355" y="0"/>
                      </a:moveTo>
                      <a:cubicBezTo>
                        <a:pt x="725" y="0"/>
                        <a:pt x="190" y="441"/>
                        <a:pt x="1" y="977"/>
                      </a:cubicBezTo>
                      <a:cubicBezTo>
                        <a:pt x="410" y="1229"/>
                        <a:pt x="820" y="1386"/>
                        <a:pt x="1355" y="1386"/>
                      </a:cubicBezTo>
                      <a:cubicBezTo>
                        <a:pt x="1859" y="1386"/>
                        <a:pt x="2301" y="1229"/>
                        <a:pt x="2679" y="977"/>
                      </a:cubicBezTo>
                      <a:cubicBezTo>
                        <a:pt x="2521" y="410"/>
                        <a:pt x="1985" y="0"/>
                        <a:pt x="13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7" name="Google Shape;1727;p18"/>
                <p:cNvSpPr/>
                <p:nvPr/>
              </p:nvSpPr>
              <p:spPr>
                <a:xfrm>
                  <a:off x="5192275" y="3443075"/>
                  <a:ext cx="95325" cy="86975"/>
                </a:xfrm>
                <a:custGeom>
                  <a:rect b="b" l="l" r="r" t="t"/>
                  <a:pathLst>
                    <a:path extrusionOk="0" h="3479" w="3813">
                      <a:moveTo>
                        <a:pt x="2867" y="1"/>
                      </a:moveTo>
                      <a:cubicBezTo>
                        <a:pt x="2741" y="127"/>
                        <a:pt x="2647" y="221"/>
                        <a:pt x="2489" y="284"/>
                      </a:cubicBezTo>
                      <a:lnTo>
                        <a:pt x="1607" y="631"/>
                      </a:lnTo>
                      <a:lnTo>
                        <a:pt x="1260" y="1482"/>
                      </a:lnTo>
                      <a:cubicBezTo>
                        <a:pt x="1103" y="1891"/>
                        <a:pt x="693" y="2112"/>
                        <a:pt x="284" y="2112"/>
                      </a:cubicBezTo>
                      <a:lnTo>
                        <a:pt x="158" y="2112"/>
                      </a:lnTo>
                      <a:lnTo>
                        <a:pt x="0" y="2080"/>
                      </a:lnTo>
                      <a:lnTo>
                        <a:pt x="1166" y="3372"/>
                      </a:lnTo>
                      <a:cubicBezTo>
                        <a:pt x="1237" y="3443"/>
                        <a:pt x="1343" y="3478"/>
                        <a:pt x="1445" y="3478"/>
                      </a:cubicBezTo>
                      <a:cubicBezTo>
                        <a:pt x="1479" y="3478"/>
                        <a:pt x="1512" y="3474"/>
                        <a:pt x="1544" y="3466"/>
                      </a:cubicBezTo>
                      <a:cubicBezTo>
                        <a:pt x="1638" y="3403"/>
                        <a:pt x="1764" y="3340"/>
                        <a:pt x="1764" y="3183"/>
                      </a:cubicBezTo>
                      <a:lnTo>
                        <a:pt x="2080" y="1639"/>
                      </a:lnTo>
                      <a:lnTo>
                        <a:pt x="3497" y="1324"/>
                      </a:lnTo>
                      <a:cubicBezTo>
                        <a:pt x="3532" y="1338"/>
                        <a:pt x="3563" y="1344"/>
                        <a:pt x="3592" y="1344"/>
                      </a:cubicBezTo>
                      <a:cubicBezTo>
                        <a:pt x="3693" y="1344"/>
                        <a:pt x="3756" y="1265"/>
                        <a:pt x="3781" y="1167"/>
                      </a:cubicBezTo>
                      <a:cubicBezTo>
                        <a:pt x="3812" y="1072"/>
                        <a:pt x="3781" y="946"/>
                        <a:pt x="3686" y="820"/>
                      </a:cubicBezTo>
                      <a:lnTo>
                        <a:pt x="2867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28" name="Google Shape;1728;p18"/>
                <p:cNvSpPr/>
                <p:nvPr/>
              </p:nvSpPr>
              <p:spPr>
                <a:xfrm>
                  <a:off x="4991425" y="3444650"/>
                  <a:ext cx="95325" cy="87325"/>
                </a:xfrm>
                <a:custGeom>
                  <a:rect b="b" l="l" r="r" t="t"/>
                  <a:pathLst>
                    <a:path extrusionOk="0" h="3493" w="3813">
                      <a:moveTo>
                        <a:pt x="946" y="1"/>
                      </a:moveTo>
                      <a:lnTo>
                        <a:pt x="126" y="851"/>
                      </a:lnTo>
                      <a:cubicBezTo>
                        <a:pt x="0" y="851"/>
                        <a:pt x="0" y="1009"/>
                        <a:pt x="32" y="1104"/>
                      </a:cubicBezTo>
                      <a:cubicBezTo>
                        <a:pt x="95" y="1230"/>
                        <a:pt x="158" y="1324"/>
                        <a:pt x="315" y="1356"/>
                      </a:cubicBezTo>
                      <a:lnTo>
                        <a:pt x="1733" y="1671"/>
                      </a:lnTo>
                      <a:lnTo>
                        <a:pt x="2048" y="3214"/>
                      </a:lnTo>
                      <a:cubicBezTo>
                        <a:pt x="2080" y="3309"/>
                        <a:pt x="2174" y="3435"/>
                        <a:pt x="2300" y="3466"/>
                      </a:cubicBezTo>
                      <a:cubicBezTo>
                        <a:pt x="2328" y="3485"/>
                        <a:pt x="2361" y="3492"/>
                        <a:pt x="2396" y="3492"/>
                      </a:cubicBezTo>
                      <a:cubicBezTo>
                        <a:pt x="2482" y="3492"/>
                        <a:pt x="2580" y="3448"/>
                        <a:pt x="2647" y="3403"/>
                      </a:cubicBezTo>
                      <a:lnTo>
                        <a:pt x="3813" y="2112"/>
                      </a:lnTo>
                      <a:lnTo>
                        <a:pt x="3813" y="2112"/>
                      </a:lnTo>
                      <a:lnTo>
                        <a:pt x="3624" y="2143"/>
                      </a:lnTo>
                      <a:lnTo>
                        <a:pt x="3561" y="2143"/>
                      </a:lnTo>
                      <a:cubicBezTo>
                        <a:pt x="3119" y="2143"/>
                        <a:pt x="2773" y="1891"/>
                        <a:pt x="2552" y="1513"/>
                      </a:cubicBezTo>
                      <a:lnTo>
                        <a:pt x="2206" y="631"/>
                      </a:lnTo>
                      <a:lnTo>
                        <a:pt x="1355" y="284"/>
                      </a:lnTo>
                      <a:cubicBezTo>
                        <a:pt x="1198" y="221"/>
                        <a:pt x="1072" y="127"/>
                        <a:pt x="94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29" name="Google Shape;1729;p18"/>
              <p:cNvGrpSpPr/>
              <p:nvPr/>
            </p:nvGrpSpPr>
            <p:grpSpPr>
              <a:xfrm>
                <a:off x="8379388" y="4408016"/>
                <a:ext cx="500625" cy="440703"/>
                <a:chOff x="4991425" y="3617150"/>
                <a:chExt cx="296175" cy="260725"/>
              </a:xfrm>
            </p:grpSpPr>
            <p:sp>
              <p:nvSpPr>
                <p:cNvPr id="1730" name="Google Shape;1730;p18"/>
                <p:cNvSpPr/>
                <p:nvPr/>
              </p:nvSpPr>
              <p:spPr>
                <a:xfrm>
                  <a:off x="5069400" y="3738450"/>
                  <a:ext cx="139425" cy="139425"/>
                </a:xfrm>
                <a:custGeom>
                  <a:rect b="b" l="l" r="r" t="t"/>
                  <a:pathLst>
                    <a:path extrusionOk="0" h="5577" w="5577">
                      <a:moveTo>
                        <a:pt x="2804" y="0"/>
                      </a:moveTo>
                      <a:cubicBezTo>
                        <a:pt x="1607" y="0"/>
                        <a:pt x="1450" y="725"/>
                        <a:pt x="1009" y="3308"/>
                      </a:cubicBezTo>
                      <a:cubicBezTo>
                        <a:pt x="946" y="3749"/>
                        <a:pt x="851" y="4285"/>
                        <a:pt x="757" y="4883"/>
                      </a:cubicBezTo>
                      <a:lnTo>
                        <a:pt x="347" y="4883"/>
                      </a:lnTo>
                      <a:cubicBezTo>
                        <a:pt x="158" y="4883"/>
                        <a:pt x="0" y="5041"/>
                        <a:pt x="0" y="5230"/>
                      </a:cubicBezTo>
                      <a:cubicBezTo>
                        <a:pt x="0" y="5419"/>
                        <a:pt x="158" y="5576"/>
                        <a:pt x="347" y="5576"/>
                      </a:cubicBezTo>
                      <a:lnTo>
                        <a:pt x="5230" y="5576"/>
                      </a:lnTo>
                      <a:cubicBezTo>
                        <a:pt x="5419" y="5545"/>
                        <a:pt x="5577" y="5387"/>
                        <a:pt x="5577" y="5198"/>
                      </a:cubicBezTo>
                      <a:cubicBezTo>
                        <a:pt x="5577" y="5009"/>
                        <a:pt x="5419" y="4852"/>
                        <a:pt x="5230" y="4852"/>
                      </a:cubicBezTo>
                      <a:lnTo>
                        <a:pt x="4852" y="4852"/>
                      </a:lnTo>
                      <a:cubicBezTo>
                        <a:pt x="4726" y="4253"/>
                        <a:pt x="4632" y="3749"/>
                        <a:pt x="4569" y="3277"/>
                      </a:cubicBezTo>
                      <a:cubicBezTo>
                        <a:pt x="4128" y="756"/>
                        <a:pt x="3970" y="0"/>
                        <a:pt x="280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1" name="Google Shape;1731;p18"/>
                <p:cNvSpPr/>
                <p:nvPr/>
              </p:nvSpPr>
              <p:spPr>
                <a:xfrm>
                  <a:off x="5200150" y="3617150"/>
                  <a:ext cx="69325" cy="69325"/>
                </a:xfrm>
                <a:custGeom>
                  <a:rect b="b" l="l" r="r" t="t"/>
                  <a:pathLst>
                    <a:path extrusionOk="0" h="2773" w="2773">
                      <a:moveTo>
                        <a:pt x="1386" y="0"/>
                      </a:moveTo>
                      <a:cubicBezTo>
                        <a:pt x="630" y="0"/>
                        <a:pt x="0" y="630"/>
                        <a:pt x="0" y="1387"/>
                      </a:cubicBezTo>
                      <a:cubicBezTo>
                        <a:pt x="0" y="2111"/>
                        <a:pt x="630" y="2773"/>
                        <a:pt x="1386" y="2773"/>
                      </a:cubicBezTo>
                      <a:cubicBezTo>
                        <a:pt x="2143" y="2773"/>
                        <a:pt x="2773" y="2111"/>
                        <a:pt x="2773" y="1387"/>
                      </a:cubicBezTo>
                      <a:cubicBezTo>
                        <a:pt x="2773" y="630"/>
                        <a:pt x="2143" y="0"/>
                        <a:pt x="138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2" name="Google Shape;1732;p18"/>
                <p:cNvSpPr/>
                <p:nvPr/>
              </p:nvSpPr>
              <p:spPr>
                <a:xfrm>
                  <a:off x="5009550" y="3617150"/>
                  <a:ext cx="68525" cy="69325"/>
                </a:xfrm>
                <a:custGeom>
                  <a:rect b="b" l="l" r="r" t="t"/>
                  <a:pathLst>
                    <a:path extrusionOk="0" h="2773" w="2741">
                      <a:moveTo>
                        <a:pt x="1355" y="0"/>
                      </a:moveTo>
                      <a:cubicBezTo>
                        <a:pt x="599" y="0"/>
                        <a:pt x="0" y="630"/>
                        <a:pt x="0" y="1387"/>
                      </a:cubicBezTo>
                      <a:cubicBezTo>
                        <a:pt x="0" y="2143"/>
                        <a:pt x="599" y="2773"/>
                        <a:pt x="1355" y="2773"/>
                      </a:cubicBezTo>
                      <a:cubicBezTo>
                        <a:pt x="2111" y="2773"/>
                        <a:pt x="2741" y="2143"/>
                        <a:pt x="2741" y="1387"/>
                      </a:cubicBezTo>
                      <a:cubicBezTo>
                        <a:pt x="2741" y="630"/>
                        <a:pt x="2111" y="0"/>
                        <a:pt x="13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3" name="Google Shape;1733;p18"/>
                <p:cNvSpPr/>
                <p:nvPr/>
              </p:nvSpPr>
              <p:spPr>
                <a:xfrm>
                  <a:off x="4991425" y="3686450"/>
                  <a:ext cx="104775" cy="52025"/>
                </a:xfrm>
                <a:custGeom>
                  <a:rect b="b" l="l" r="r" t="t"/>
                  <a:pathLst>
                    <a:path extrusionOk="0" h="2081" w="4191">
                      <a:moveTo>
                        <a:pt x="568" y="1"/>
                      </a:moveTo>
                      <a:cubicBezTo>
                        <a:pt x="252" y="347"/>
                        <a:pt x="0" y="851"/>
                        <a:pt x="0" y="1356"/>
                      </a:cubicBezTo>
                      <a:lnTo>
                        <a:pt x="0" y="1734"/>
                      </a:lnTo>
                      <a:cubicBezTo>
                        <a:pt x="0" y="1923"/>
                        <a:pt x="158" y="2080"/>
                        <a:pt x="347" y="2080"/>
                      </a:cubicBezTo>
                      <a:lnTo>
                        <a:pt x="3813" y="2080"/>
                      </a:lnTo>
                      <a:cubicBezTo>
                        <a:pt x="4033" y="2080"/>
                        <a:pt x="4191" y="1923"/>
                        <a:pt x="4191" y="1734"/>
                      </a:cubicBezTo>
                      <a:lnTo>
                        <a:pt x="4191" y="1356"/>
                      </a:lnTo>
                      <a:cubicBezTo>
                        <a:pt x="4191" y="820"/>
                        <a:pt x="3970" y="347"/>
                        <a:pt x="3624" y="1"/>
                      </a:cubicBezTo>
                      <a:cubicBezTo>
                        <a:pt x="3245" y="410"/>
                        <a:pt x="2678" y="694"/>
                        <a:pt x="2080" y="694"/>
                      </a:cubicBezTo>
                      <a:cubicBezTo>
                        <a:pt x="1513" y="694"/>
                        <a:pt x="946" y="410"/>
                        <a:pt x="56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4" name="Google Shape;1734;p18"/>
                <p:cNvSpPr/>
                <p:nvPr/>
              </p:nvSpPr>
              <p:spPr>
                <a:xfrm>
                  <a:off x="5183600" y="3686450"/>
                  <a:ext cx="104000" cy="52025"/>
                </a:xfrm>
                <a:custGeom>
                  <a:rect b="b" l="l" r="r" t="t"/>
                  <a:pathLst>
                    <a:path extrusionOk="0" h="2081" w="4160">
                      <a:moveTo>
                        <a:pt x="536" y="1"/>
                      </a:moveTo>
                      <a:cubicBezTo>
                        <a:pt x="221" y="347"/>
                        <a:pt x="1" y="851"/>
                        <a:pt x="1" y="1356"/>
                      </a:cubicBezTo>
                      <a:lnTo>
                        <a:pt x="1" y="1702"/>
                      </a:lnTo>
                      <a:cubicBezTo>
                        <a:pt x="1" y="1923"/>
                        <a:pt x="158" y="2080"/>
                        <a:pt x="347" y="2080"/>
                      </a:cubicBezTo>
                      <a:lnTo>
                        <a:pt x="3813" y="2080"/>
                      </a:lnTo>
                      <a:cubicBezTo>
                        <a:pt x="4002" y="2080"/>
                        <a:pt x="4159" y="1923"/>
                        <a:pt x="4159" y="1702"/>
                      </a:cubicBezTo>
                      <a:lnTo>
                        <a:pt x="4159" y="1356"/>
                      </a:lnTo>
                      <a:cubicBezTo>
                        <a:pt x="4159" y="820"/>
                        <a:pt x="3970" y="347"/>
                        <a:pt x="3624" y="1"/>
                      </a:cubicBezTo>
                      <a:cubicBezTo>
                        <a:pt x="3214" y="410"/>
                        <a:pt x="2679" y="694"/>
                        <a:pt x="2080" y="694"/>
                      </a:cubicBezTo>
                      <a:cubicBezTo>
                        <a:pt x="1450" y="694"/>
                        <a:pt x="946" y="410"/>
                        <a:pt x="53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5" name="Google Shape;1735;p18"/>
                <p:cNvSpPr/>
                <p:nvPr/>
              </p:nvSpPr>
              <p:spPr>
                <a:xfrm>
                  <a:off x="5187550" y="3755775"/>
                  <a:ext cx="100050" cy="52800"/>
                </a:xfrm>
                <a:custGeom>
                  <a:rect b="b" l="l" r="r" t="t"/>
                  <a:pathLst>
                    <a:path extrusionOk="0" h="2112" w="4002">
                      <a:moveTo>
                        <a:pt x="0" y="0"/>
                      </a:moveTo>
                      <a:cubicBezTo>
                        <a:pt x="189" y="567"/>
                        <a:pt x="315" y="1229"/>
                        <a:pt x="473" y="2111"/>
                      </a:cubicBezTo>
                      <a:lnTo>
                        <a:pt x="3655" y="2111"/>
                      </a:lnTo>
                      <a:cubicBezTo>
                        <a:pt x="3844" y="2111"/>
                        <a:pt x="4001" y="1954"/>
                        <a:pt x="4001" y="1733"/>
                      </a:cubicBezTo>
                      <a:lnTo>
                        <a:pt x="4001" y="378"/>
                      </a:lnTo>
                      <a:cubicBezTo>
                        <a:pt x="3970" y="158"/>
                        <a:pt x="3844" y="0"/>
                        <a:pt x="365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6" name="Google Shape;1736;p18"/>
                <p:cNvSpPr/>
                <p:nvPr/>
              </p:nvSpPr>
              <p:spPr>
                <a:xfrm>
                  <a:off x="4991425" y="3755775"/>
                  <a:ext cx="100850" cy="52000"/>
                </a:xfrm>
                <a:custGeom>
                  <a:rect b="b" l="l" r="r" t="t"/>
                  <a:pathLst>
                    <a:path extrusionOk="0" h="2080" w="403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1733"/>
                      </a:lnTo>
                      <a:cubicBezTo>
                        <a:pt x="0" y="1954"/>
                        <a:pt x="158" y="2080"/>
                        <a:pt x="347" y="2080"/>
                      </a:cubicBezTo>
                      <a:lnTo>
                        <a:pt x="3561" y="2080"/>
                      </a:lnTo>
                      <a:cubicBezTo>
                        <a:pt x="3718" y="1229"/>
                        <a:pt x="3813" y="567"/>
                        <a:pt x="40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37" name="Google Shape;1737;p18"/>
              <p:cNvGrpSpPr/>
              <p:nvPr/>
            </p:nvGrpSpPr>
            <p:grpSpPr>
              <a:xfrm>
                <a:off x="8489857" y="4985455"/>
                <a:ext cx="279618" cy="499315"/>
                <a:chOff x="5056800" y="3962900"/>
                <a:chExt cx="165425" cy="295400"/>
              </a:xfrm>
            </p:grpSpPr>
            <p:sp>
              <p:nvSpPr>
                <p:cNvPr id="1738" name="Google Shape;1738;p18"/>
                <p:cNvSpPr/>
                <p:nvPr/>
              </p:nvSpPr>
              <p:spPr>
                <a:xfrm>
                  <a:off x="5155250" y="4042450"/>
                  <a:ext cx="66975" cy="104800"/>
                </a:xfrm>
                <a:custGeom>
                  <a:rect b="b" l="l" r="r" t="t"/>
                  <a:pathLst>
                    <a:path extrusionOk="0" h="4192" w="2679">
                      <a:moveTo>
                        <a:pt x="0" y="1"/>
                      </a:moveTo>
                      <a:lnTo>
                        <a:pt x="505" y="3467"/>
                      </a:lnTo>
                      <a:lnTo>
                        <a:pt x="1103" y="4065"/>
                      </a:lnTo>
                      <a:cubicBezTo>
                        <a:pt x="1166" y="4128"/>
                        <a:pt x="1261" y="4191"/>
                        <a:pt x="1324" y="4191"/>
                      </a:cubicBezTo>
                      <a:lnTo>
                        <a:pt x="2300" y="4191"/>
                      </a:lnTo>
                      <a:cubicBezTo>
                        <a:pt x="2521" y="4191"/>
                        <a:pt x="2678" y="4034"/>
                        <a:pt x="2678" y="3813"/>
                      </a:cubicBezTo>
                      <a:lnTo>
                        <a:pt x="2678" y="2805"/>
                      </a:lnTo>
                      <a:cubicBezTo>
                        <a:pt x="2678" y="2710"/>
                        <a:pt x="2615" y="2616"/>
                        <a:pt x="2552" y="2553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39" name="Google Shape;1739;p18"/>
                <p:cNvSpPr/>
                <p:nvPr/>
              </p:nvSpPr>
              <p:spPr>
                <a:xfrm>
                  <a:off x="5065450" y="3962900"/>
                  <a:ext cx="88250" cy="52025"/>
                </a:xfrm>
                <a:custGeom>
                  <a:rect b="b" l="l" r="r" t="t"/>
                  <a:pathLst>
                    <a:path extrusionOk="0" h="2081" w="3530">
                      <a:moveTo>
                        <a:pt x="347" y="1"/>
                      </a:moveTo>
                      <a:cubicBezTo>
                        <a:pt x="221" y="1"/>
                        <a:pt x="158" y="33"/>
                        <a:pt x="64" y="159"/>
                      </a:cubicBezTo>
                      <a:cubicBezTo>
                        <a:pt x="1" y="222"/>
                        <a:pt x="1" y="348"/>
                        <a:pt x="32" y="474"/>
                      </a:cubicBezTo>
                      <a:lnTo>
                        <a:pt x="568" y="2080"/>
                      </a:lnTo>
                      <a:lnTo>
                        <a:pt x="2931" y="2080"/>
                      </a:lnTo>
                      <a:lnTo>
                        <a:pt x="3498" y="474"/>
                      </a:lnTo>
                      <a:cubicBezTo>
                        <a:pt x="3529" y="348"/>
                        <a:pt x="3498" y="222"/>
                        <a:pt x="3466" y="159"/>
                      </a:cubicBezTo>
                      <a:cubicBezTo>
                        <a:pt x="3340" y="64"/>
                        <a:pt x="3214" y="1"/>
                        <a:pt x="312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0" name="Google Shape;1740;p18"/>
                <p:cNvSpPr/>
                <p:nvPr/>
              </p:nvSpPr>
              <p:spPr>
                <a:xfrm>
                  <a:off x="5056800" y="4032225"/>
                  <a:ext cx="104000" cy="226075"/>
                </a:xfrm>
                <a:custGeom>
                  <a:rect b="b" l="l" r="r" t="t"/>
                  <a:pathLst>
                    <a:path extrusionOk="0" h="9043" w="4160">
                      <a:moveTo>
                        <a:pt x="977" y="0"/>
                      </a:moveTo>
                      <a:lnTo>
                        <a:pt x="0" y="6553"/>
                      </a:lnTo>
                      <a:cubicBezTo>
                        <a:pt x="0" y="6648"/>
                        <a:pt x="0" y="6742"/>
                        <a:pt x="63" y="6837"/>
                      </a:cubicBezTo>
                      <a:lnTo>
                        <a:pt x="1796" y="8916"/>
                      </a:lnTo>
                      <a:cubicBezTo>
                        <a:pt x="1859" y="9011"/>
                        <a:pt x="1954" y="9042"/>
                        <a:pt x="2080" y="9042"/>
                      </a:cubicBezTo>
                      <a:cubicBezTo>
                        <a:pt x="2174" y="9042"/>
                        <a:pt x="2269" y="9011"/>
                        <a:pt x="2332" y="8916"/>
                      </a:cubicBezTo>
                      <a:lnTo>
                        <a:pt x="4065" y="6837"/>
                      </a:lnTo>
                      <a:cubicBezTo>
                        <a:pt x="4159" y="6742"/>
                        <a:pt x="4159" y="6679"/>
                        <a:pt x="4159" y="6553"/>
                      </a:cubicBez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41" name="Google Shape;1741;p18"/>
              <p:cNvGrpSpPr/>
              <p:nvPr/>
            </p:nvGrpSpPr>
            <p:grpSpPr>
              <a:xfrm>
                <a:off x="10279276" y="4985472"/>
                <a:ext cx="501935" cy="499272"/>
                <a:chOff x="6168925" y="3936925"/>
                <a:chExt cx="296950" cy="295375"/>
              </a:xfrm>
            </p:grpSpPr>
            <p:sp>
              <p:nvSpPr>
                <p:cNvPr id="1742" name="Google Shape;1742;p18"/>
                <p:cNvSpPr/>
                <p:nvPr/>
              </p:nvSpPr>
              <p:spPr>
                <a:xfrm>
                  <a:off x="6220900" y="4164550"/>
                  <a:ext cx="18150" cy="18125"/>
                </a:xfrm>
                <a:custGeom>
                  <a:rect b="b" l="l" r="r" t="t"/>
                  <a:pathLst>
                    <a:path extrusionOk="0" h="725" w="726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67"/>
                        <a:pt x="158" y="725"/>
                        <a:pt x="379" y="725"/>
                      </a:cubicBezTo>
                      <a:cubicBezTo>
                        <a:pt x="568" y="725"/>
                        <a:pt x="725" y="567"/>
                        <a:pt x="725" y="347"/>
                      </a:cubicBezTo>
                      <a:cubicBezTo>
                        <a:pt x="725" y="158"/>
                        <a:pt x="568" y="0"/>
                        <a:pt x="37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3" name="Google Shape;1743;p18"/>
                <p:cNvSpPr/>
                <p:nvPr/>
              </p:nvSpPr>
              <p:spPr>
                <a:xfrm>
                  <a:off x="6168925" y="3972375"/>
                  <a:ext cx="227650" cy="259925"/>
                </a:xfrm>
                <a:custGeom>
                  <a:rect b="b" l="l" r="r" t="t"/>
                  <a:pathLst>
                    <a:path extrusionOk="0" h="10397" w="9106">
                      <a:moveTo>
                        <a:pt x="3115" y="2135"/>
                      </a:moveTo>
                      <a:cubicBezTo>
                        <a:pt x="3206" y="2135"/>
                        <a:pt x="3293" y="2158"/>
                        <a:pt x="3340" y="2205"/>
                      </a:cubicBezTo>
                      <a:cubicBezTo>
                        <a:pt x="3466" y="2331"/>
                        <a:pt x="3466" y="2583"/>
                        <a:pt x="3340" y="2678"/>
                      </a:cubicBezTo>
                      <a:lnTo>
                        <a:pt x="2930" y="3119"/>
                      </a:lnTo>
                      <a:lnTo>
                        <a:pt x="3340" y="3560"/>
                      </a:lnTo>
                      <a:cubicBezTo>
                        <a:pt x="3466" y="3686"/>
                        <a:pt x="3466" y="3907"/>
                        <a:pt x="3340" y="4033"/>
                      </a:cubicBezTo>
                      <a:cubicBezTo>
                        <a:pt x="3293" y="4096"/>
                        <a:pt x="3206" y="4127"/>
                        <a:pt x="3115" y="4127"/>
                      </a:cubicBezTo>
                      <a:cubicBezTo>
                        <a:pt x="3025" y="4127"/>
                        <a:pt x="2930" y="4096"/>
                        <a:pt x="2867" y="4033"/>
                      </a:cubicBezTo>
                      <a:lnTo>
                        <a:pt x="2458" y="3592"/>
                      </a:lnTo>
                      <a:lnTo>
                        <a:pt x="2017" y="4033"/>
                      </a:lnTo>
                      <a:cubicBezTo>
                        <a:pt x="1954" y="4096"/>
                        <a:pt x="1867" y="4127"/>
                        <a:pt x="1780" y="4127"/>
                      </a:cubicBezTo>
                      <a:cubicBezTo>
                        <a:pt x="1694" y="4127"/>
                        <a:pt x="1607" y="4096"/>
                        <a:pt x="1544" y="4033"/>
                      </a:cubicBezTo>
                      <a:cubicBezTo>
                        <a:pt x="1418" y="3907"/>
                        <a:pt x="1418" y="3686"/>
                        <a:pt x="1544" y="3560"/>
                      </a:cubicBezTo>
                      <a:lnTo>
                        <a:pt x="1985" y="3119"/>
                      </a:lnTo>
                      <a:lnTo>
                        <a:pt x="1544" y="2678"/>
                      </a:lnTo>
                      <a:cubicBezTo>
                        <a:pt x="1418" y="2583"/>
                        <a:pt x="1418" y="2331"/>
                        <a:pt x="1544" y="2205"/>
                      </a:cubicBezTo>
                      <a:cubicBezTo>
                        <a:pt x="1591" y="2158"/>
                        <a:pt x="1678" y="2135"/>
                        <a:pt x="1769" y="2135"/>
                      </a:cubicBezTo>
                      <a:cubicBezTo>
                        <a:pt x="1859" y="2135"/>
                        <a:pt x="1954" y="2158"/>
                        <a:pt x="2017" y="2205"/>
                      </a:cubicBezTo>
                      <a:lnTo>
                        <a:pt x="2458" y="2646"/>
                      </a:lnTo>
                      <a:lnTo>
                        <a:pt x="2867" y="2205"/>
                      </a:lnTo>
                      <a:cubicBezTo>
                        <a:pt x="2930" y="2158"/>
                        <a:pt x="3025" y="2135"/>
                        <a:pt x="3115" y="2135"/>
                      </a:cubicBezTo>
                      <a:close/>
                      <a:moveTo>
                        <a:pt x="6727" y="2079"/>
                      </a:moveTo>
                      <a:cubicBezTo>
                        <a:pt x="6813" y="2079"/>
                        <a:pt x="6900" y="2111"/>
                        <a:pt x="6963" y="2174"/>
                      </a:cubicBezTo>
                      <a:lnTo>
                        <a:pt x="7688" y="2898"/>
                      </a:lnTo>
                      <a:cubicBezTo>
                        <a:pt x="7719" y="2993"/>
                        <a:pt x="7719" y="3245"/>
                        <a:pt x="7593" y="3371"/>
                      </a:cubicBezTo>
                      <a:cubicBezTo>
                        <a:pt x="7546" y="3418"/>
                        <a:pt x="7459" y="3442"/>
                        <a:pt x="7369" y="3442"/>
                      </a:cubicBezTo>
                      <a:cubicBezTo>
                        <a:pt x="7278" y="3442"/>
                        <a:pt x="7183" y="3418"/>
                        <a:pt x="7120" y="3371"/>
                      </a:cubicBezTo>
                      <a:lnTo>
                        <a:pt x="7026" y="3245"/>
                      </a:lnTo>
                      <a:lnTo>
                        <a:pt x="7026" y="4505"/>
                      </a:lnTo>
                      <a:cubicBezTo>
                        <a:pt x="7026" y="5104"/>
                        <a:pt x="6553" y="5513"/>
                        <a:pt x="5986" y="5513"/>
                      </a:cubicBezTo>
                      <a:lnTo>
                        <a:pt x="3151" y="5513"/>
                      </a:lnTo>
                      <a:cubicBezTo>
                        <a:pt x="2962" y="5513"/>
                        <a:pt x="2804" y="5671"/>
                        <a:pt x="2804" y="5891"/>
                      </a:cubicBezTo>
                      <a:lnTo>
                        <a:pt x="2804" y="7026"/>
                      </a:lnTo>
                      <a:cubicBezTo>
                        <a:pt x="3182" y="7183"/>
                        <a:pt x="3497" y="7530"/>
                        <a:pt x="3497" y="8002"/>
                      </a:cubicBezTo>
                      <a:cubicBezTo>
                        <a:pt x="3497" y="8601"/>
                        <a:pt x="3025" y="9042"/>
                        <a:pt x="2489" y="9042"/>
                      </a:cubicBezTo>
                      <a:cubicBezTo>
                        <a:pt x="1922" y="9042"/>
                        <a:pt x="1450" y="8569"/>
                        <a:pt x="1450" y="8002"/>
                      </a:cubicBezTo>
                      <a:cubicBezTo>
                        <a:pt x="1450" y="7561"/>
                        <a:pt x="1733" y="7183"/>
                        <a:pt x="2174" y="7026"/>
                      </a:cubicBezTo>
                      <a:lnTo>
                        <a:pt x="2174" y="5891"/>
                      </a:lnTo>
                      <a:cubicBezTo>
                        <a:pt x="2174" y="5293"/>
                        <a:pt x="2647" y="4852"/>
                        <a:pt x="3182" y="4852"/>
                      </a:cubicBezTo>
                      <a:lnTo>
                        <a:pt x="6018" y="4852"/>
                      </a:lnTo>
                      <a:cubicBezTo>
                        <a:pt x="6207" y="4852"/>
                        <a:pt x="6364" y="4694"/>
                        <a:pt x="6364" y="4505"/>
                      </a:cubicBezTo>
                      <a:lnTo>
                        <a:pt x="6364" y="3245"/>
                      </a:lnTo>
                      <a:lnTo>
                        <a:pt x="6270" y="3371"/>
                      </a:lnTo>
                      <a:cubicBezTo>
                        <a:pt x="6207" y="3418"/>
                        <a:pt x="6120" y="3442"/>
                        <a:pt x="6034" y="3442"/>
                      </a:cubicBezTo>
                      <a:cubicBezTo>
                        <a:pt x="5947" y="3442"/>
                        <a:pt x="5860" y="3418"/>
                        <a:pt x="5797" y="3371"/>
                      </a:cubicBezTo>
                      <a:cubicBezTo>
                        <a:pt x="5671" y="3245"/>
                        <a:pt x="5671" y="2993"/>
                        <a:pt x="5797" y="2898"/>
                      </a:cubicBezTo>
                      <a:lnTo>
                        <a:pt x="6490" y="2174"/>
                      </a:lnTo>
                      <a:cubicBezTo>
                        <a:pt x="6553" y="2111"/>
                        <a:pt x="6640" y="2079"/>
                        <a:pt x="6727" y="2079"/>
                      </a:cubicBezTo>
                      <a:close/>
                      <a:moveTo>
                        <a:pt x="7369" y="7057"/>
                      </a:moveTo>
                      <a:cubicBezTo>
                        <a:pt x="7459" y="7057"/>
                        <a:pt x="7546" y="7089"/>
                        <a:pt x="7593" y="7152"/>
                      </a:cubicBezTo>
                      <a:cubicBezTo>
                        <a:pt x="7719" y="7246"/>
                        <a:pt x="7719" y="7498"/>
                        <a:pt x="7593" y="7624"/>
                      </a:cubicBezTo>
                      <a:lnTo>
                        <a:pt x="7183" y="8034"/>
                      </a:lnTo>
                      <a:lnTo>
                        <a:pt x="7593" y="8475"/>
                      </a:lnTo>
                      <a:cubicBezTo>
                        <a:pt x="7719" y="8601"/>
                        <a:pt x="7719" y="8821"/>
                        <a:pt x="7593" y="8947"/>
                      </a:cubicBezTo>
                      <a:cubicBezTo>
                        <a:pt x="7546" y="9010"/>
                        <a:pt x="7459" y="9042"/>
                        <a:pt x="7369" y="9042"/>
                      </a:cubicBezTo>
                      <a:cubicBezTo>
                        <a:pt x="7278" y="9042"/>
                        <a:pt x="7183" y="9010"/>
                        <a:pt x="7120" y="8947"/>
                      </a:cubicBezTo>
                      <a:lnTo>
                        <a:pt x="6711" y="8506"/>
                      </a:lnTo>
                      <a:lnTo>
                        <a:pt x="6270" y="8947"/>
                      </a:lnTo>
                      <a:cubicBezTo>
                        <a:pt x="6207" y="9010"/>
                        <a:pt x="6120" y="9042"/>
                        <a:pt x="6034" y="9042"/>
                      </a:cubicBezTo>
                      <a:cubicBezTo>
                        <a:pt x="5947" y="9042"/>
                        <a:pt x="5860" y="9010"/>
                        <a:pt x="5797" y="8947"/>
                      </a:cubicBezTo>
                      <a:cubicBezTo>
                        <a:pt x="5671" y="8821"/>
                        <a:pt x="5671" y="8601"/>
                        <a:pt x="5797" y="8475"/>
                      </a:cubicBezTo>
                      <a:lnTo>
                        <a:pt x="6207" y="8034"/>
                      </a:lnTo>
                      <a:lnTo>
                        <a:pt x="5797" y="7624"/>
                      </a:lnTo>
                      <a:cubicBezTo>
                        <a:pt x="5671" y="7498"/>
                        <a:pt x="5671" y="7246"/>
                        <a:pt x="5797" y="7152"/>
                      </a:cubicBezTo>
                      <a:cubicBezTo>
                        <a:pt x="5845" y="7089"/>
                        <a:pt x="5931" y="7057"/>
                        <a:pt x="6022" y="7057"/>
                      </a:cubicBezTo>
                      <a:cubicBezTo>
                        <a:pt x="6112" y="7057"/>
                        <a:pt x="6207" y="7089"/>
                        <a:pt x="6270" y="7152"/>
                      </a:cubicBezTo>
                      <a:lnTo>
                        <a:pt x="6711" y="7561"/>
                      </a:lnTo>
                      <a:lnTo>
                        <a:pt x="7120" y="7152"/>
                      </a:lnTo>
                      <a:cubicBezTo>
                        <a:pt x="7183" y="7089"/>
                        <a:pt x="7278" y="7057"/>
                        <a:pt x="7369" y="7057"/>
                      </a:cubicBezTo>
                      <a:close/>
                      <a:moveTo>
                        <a:pt x="1040" y="0"/>
                      </a:moveTo>
                      <a:cubicBezTo>
                        <a:pt x="441" y="0"/>
                        <a:pt x="0" y="473"/>
                        <a:pt x="0" y="1040"/>
                      </a:cubicBezTo>
                      <a:lnTo>
                        <a:pt x="0" y="9388"/>
                      </a:lnTo>
                      <a:cubicBezTo>
                        <a:pt x="0" y="9987"/>
                        <a:pt x="473" y="10397"/>
                        <a:pt x="1040" y="10397"/>
                      </a:cubicBezTo>
                      <a:lnTo>
                        <a:pt x="8003" y="10397"/>
                      </a:lnTo>
                      <a:cubicBezTo>
                        <a:pt x="8601" y="10397"/>
                        <a:pt x="9011" y="9924"/>
                        <a:pt x="9011" y="9388"/>
                      </a:cubicBezTo>
                      <a:lnTo>
                        <a:pt x="9011" y="1040"/>
                      </a:lnTo>
                      <a:cubicBezTo>
                        <a:pt x="9105" y="473"/>
                        <a:pt x="8633" y="0"/>
                        <a:pt x="8034" y="0"/>
                      </a:cubicBezTo>
                      <a:lnTo>
                        <a:pt x="7341" y="0"/>
                      </a:lnTo>
                      <a:cubicBezTo>
                        <a:pt x="7341" y="756"/>
                        <a:pt x="6711" y="1386"/>
                        <a:pt x="5955" y="1386"/>
                      </a:cubicBezTo>
                      <a:lnTo>
                        <a:pt x="3119" y="1386"/>
                      </a:lnTo>
                      <a:cubicBezTo>
                        <a:pt x="2363" y="1386"/>
                        <a:pt x="1733" y="756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4" name="Google Shape;1744;p18"/>
                <p:cNvSpPr/>
                <p:nvPr/>
              </p:nvSpPr>
              <p:spPr>
                <a:xfrm>
                  <a:off x="6228775" y="3936925"/>
                  <a:ext cx="106350" cy="53575"/>
                </a:xfrm>
                <a:custGeom>
                  <a:rect b="b" l="l" r="r" t="t"/>
                  <a:pathLst>
                    <a:path extrusionOk="0" h="2143" w="4254">
                      <a:moveTo>
                        <a:pt x="2143" y="0"/>
                      </a:moveTo>
                      <a:cubicBezTo>
                        <a:pt x="1860" y="0"/>
                        <a:pt x="1576" y="221"/>
                        <a:pt x="1450" y="473"/>
                      </a:cubicBezTo>
                      <a:lnTo>
                        <a:pt x="1387" y="725"/>
                      </a:lnTo>
                      <a:lnTo>
                        <a:pt x="725" y="725"/>
                      </a:lnTo>
                      <a:cubicBezTo>
                        <a:pt x="316" y="725"/>
                        <a:pt x="1" y="1040"/>
                        <a:pt x="1" y="1418"/>
                      </a:cubicBezTo>
                      <a:cubicBezTo>
                        <a:pt x="1" y="1828"/>
                        <a:pt x="316" y="2143"/>
                        <a:pt x="725" y="2143"/>
                      </a:cubicBezTo>
                      <a:lnTo>
                        <a:pt x="3561" y="2143"/>
                      </a:lnTo>
                      <a:cubicBezTo>
                        <a:pt x="3939" y="2143"/>
                        <a:pt x="4254" y="1828"/>
                        <a:pt x="4254" y="1418"/>
                      </a:cubicBezTo>
                      <a:cubicBezTo>
                        <a:pt x="4254" y="1040"/>
                        <a:pt x="3939" y="725"/>
                        <a:pt x="3561" y="725"/>
                      </a:cubicBezTo>
                      <a:lnTo>
                        <a:pt x="2868" y="725"/>
                      </a:lnTo>
                      <a:lnTo>
                        <a:pt x="2805" y="473"/>
                      </a:lnTo>
                      <a:cubicBezTo>
                        <a:pt x="2710" y="221"/>
                        <a:pt x="2458" y="0"/>
                        <a:pt x="21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5" name="Google Shape;1745;p18"/>
                <p:cNvSpPr/>
                <p:nvPr/>
              </p:nvSpPr>
              <p:spPr>
                <a:xfrm>
                  <a:off x="6412300" y="4059000"/>
                  <a:ext cx="52000" cy="105575"/>
                </a:xfrm>
                <a:custGeom>
                  <a:rect b="b" l="l" r="r" t="t"/>
                  <a:pathLst>
                    <a:path extrusionOk="0" h="4223" w="2080">
                      <a:moveTo>
                        <a:pt x="0" y="1"/>
                      </a:moveTo>
                      <a:lnTo>
                        <a:pt x="0" y="4222"/>
                      </a:lnTo>
                      <a:lnTo>
                        <a:pt x="32" y="4222"/>
                      </a:lnTo>
                      <a:cubicBezTo>
                        <a:pt x="315" y="4002"/>
                        <a:pt x="662" y="3876"/>
                        <a:pt x="1072" y="3876"/>
                      </a:cubicBezTo>
                      <a:cubicBezTo>
                        <a:pt x="1450" y="3876"/>
                        <a:pt x="1796" y="4002"/>
                        <a:pt x="2080" y="4222"/>
                      </a:cubicBezTo>
                      <a:lnTo>
                        <a:pt x="208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6" name="Google Shape;1746;p18"/>
                <p:cNvSpPr/>
                <p:nvPr/>
              </p:nvSpPr>
              <p:spPr>
                <a:xfrm>
                  <a:off x="6413875" y="4007025"/>
                  <a:ext cx="52000" cy="34675"/>
                </a:xfrm>
                <a:custGeom>
                  <a:rect b="b" l="l" r="r" t="t"/>
                  <a:pathLst>
                    <a:path extrusionOk="0" h="1387" w="2080">
                      <a:moveTo>
                        <a:pt x="1040" y="0"/>
                      </a:moveTo>
                      <a:cubicBezTo>
                        <a:pt x="441" y="0"/>
                        <a:pt x="0" y="473"/>
                        <a:pt x="0" y="1040"/>
                      </a:cubicBezTo>
                      <a:lnTo>
                        <a:pt x="0" y="1386"/>
                      </a:lnTo>
                      <a:lnTo>
                        <a:pt x="2080" y="1386"/>
                      </a:lnTo>
                      <a:lnTo>
                        <a:pt x="2080" y="1040"/>
                      </a:lnTo>
                      <a:cubicBezTo>
                        <a:pt x="2048" y="473"/>
                        <a:pt x="1576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47" name="Google Shape;1747;p18"/>
                <p:cNvSpPr/>
                <p:nvPr/>
              </p:nvSpPr>
              <p:spPr>
                <a:xfrm>
                  <a:off x="6417800" y="4173200"/>
                  <a:ext cx="43350" cy="43350"/>
                </a:xfrm>
                <a:custGeom>
                  <a:rect b="b" l="l" r="r" t="t"/>
                  <a:pathLst>
                    <a:path extrusionOk="0" h="1734" w="1734">
                      <a:moveTo>
                        <a:pt x="883" y="1"/>
                      </a:moveTo>
                      <a:cubicBezTo>
                        <a:pt x="537" y="1"/>
                        <a:pt x="190" y="221"/>
                        <a:pt x="1" y="442"/>
                      </a:cubicBezTo>
                      <a:lnTo>
                        <a:pt x="568" y="1545"/>
                      </a:lnTo>
                      <a:cubicBezTo>
                        <a:pt x="600" y="1671"/>
                        <a:pt x="757" y="1734"/>
                        <a:pt x="883" y="1734"/>
                      </a:cubicBezTo>
                      <a:cubicBezTo>
                        <a:pt x="978" y="1734"/>
                        <a:pt x="1104" y="1671"/>
                        <a:pt x="1198" y="1545"/>
                      </a:cubicBezTo>
                      <a:lnTo>
                        <a:pt x="1734" y="442"/>
                      </a:lnTo>
                      <a:cubicBezTo>
                        <a:pt x="1545" y="158"/>
                        <a:pt x="1230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48" name="Google Shape;1748;p18"/>
              <p:cNvGrpSpPr/>
              <p:nvPr/>
            </p:nvGrpSpPr>
            <p:grpSpPr>
              <a:xfrm>
                <a:off x="2672144" y="3748683"/>
                <a:ext cx="497920" cy="499272"/>
                <a:chOff x="1674750" y="3254050"/>
                <a:chExt cx="294575" cy="295375"/>
              </a:xfrm>
            </p:grpSpPr>
            <p:sp>
              <p:nvSpPr>
                <p:cNvPr id="1749" name="Google Shape;1749;p18"/>
                <p:cNvSpPr/>
                <p:nvPr/>
              </p:nvSpPr>
              <p:spPr>
                <a:xfrm>
                  <a:off x="1691275" y="3351700"/>
                  <a:ext cx="278050" cy="197725"/>
                </a:xfrm>
                <a:custGeom>
                  <a:rect b="b" l="l" r="r" t="t"/>
                  <a:pathLst>
                    <a:path extrusionOk="0" h="7909" w="11122">
                      <a:moveTo>
                        <a:pt x="10535" y="0"/>
                      </a:moveTo>
                      <a:cubicBezTo>
                        <a:pt x="10489" y="0"/>
                        <a:pt x="10442" y="10"/>
                        <a:pt x="10397" y="33"/>
                      </a:cubicBezTo>
                      <a:cubicBezTo>
                        <a:pt x="10208" y="64"/>
                        <a:pt x="10114" y="253"/>
                        <a:pt x="10177" y="474"/>
                      </a:cubicBezTo>
                      <a:cubicBezTo>
                        <a:pt x="10334" y="978"/>
                        <a:pt x="10429" y="1482"/>
                        <a:pt x="10429" y="1986"/>
                      </a:cubicBezTo>
                      <a:cubicBezTo>
                        <a:pt x="10429" y="4885"/>
                        <a:pt x="8066" y="7247"/>
                        <a:pt x="5199" y="7247"/>
                      </a:cubicBezTo>
                      <a:cubicBezTo>
                        <a:pt x="3561" y="7247"/>
                        <a:pt x="2017" y="6397"/>
                        <a:pt x="1072" y="5137"/>
                      </a:cubicBezTo>
                      <a:lnTo>
                        <a:pt x="1733" y="5137"/>
                      </a:lnTo>
                      <a:cubicBezTo>
                        <a:pt x="1922" y="5137"/>
                        <a:pt x="2080" y="4979"/>
                        <a:pt x="2080" y="4790"/>
                      </a:cubicBezTo>
                      <a:cubicBezTo>
                        <a:pt x="2080" y="4601"/>
                        <a:pt x="1922" y="4443"/>
                        <a:pt x="1733" y="4443"/>
                      </a:cubicBezTo>
                      <a:lnTo>
                        <a:pt x="347" y="4443"/>
                      </a:lnTo>
                      <a:cubicBezTo>
                        <a:pt x="158" y="4443"/>
                        <a:pt x="1" y="4601"/>
                        <a:pt x="1" y="4790"/>
                      </a:cubicBezTo>
                      <a:lnTo>
                        <a:pt x="1" y="6176"/>
                      </a:lnTo>
                      <a:cubicBezTo>
                        <a:pt x="1" y="6365"/>
                        <a:pt x="158" y="6523"/>
                        <a:pt x="347" y="6523"/>
                      </a:cubicBezTo>
                      <a:cubicBezTo>
                        <a:pt x="536" y="6523"/>
                        <a:pt x="694" y="6365"/>
                        <a:pt x="694" y="6176"/>
                      </a:cubicBezTo>
                      <a:lnTo>
                        <a:pt x="694" y="5767"/>
                      </a:lnTo>
                      <a:cubicBezTo>
                        <a:pt x="1796" y="7090"/>
                        <a:pt x="3466" y="7909"/>
                        <a:pt x="5199" y="7909"/>
                      </a:cubicBezTo>
                      <a:cubicBezTo>
                        <a:pt x="8412" y="7909"/>
                        <a:pt x="11122" y="5231"/>
                        <a:pt x="11122" y="1986"/>
                      </a:cubicBezTo>
                      <a:cubicBezTo>
                        <a:pt x="11122" y="1419"/>
                        <a:pt x="10996" y="820"/>
                        <a:pt x="10838" y="222"/>
                      </a:cubicBezTo>
                      <a:cubicBezTo>
                        <a:pt x="10814" y="102"/>
                        <a:pt x="10681" y="0"/>
                        <a:pt x="1053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0" name="Google Shape;1750;p18"/>
                <p:cNvSpPr/>
                <p:nvPr/>
              </p:nvSpPr>
              <p:spPr>
                <a:xfrm>
                  <a:off x="1674750" y="3254050"/>
                  <a:ext cx="277250" cy="197900"/>
                </a:xfrm>
                <a:custGeom>
                  <a:rect b="b" l="l" r="r" t="t"/>
                  <a:pathLst>
                    <a:path extrusionOk="0" h="7916" w="11090">
                      <a:moveTo>
                        <a:pt x="5891" y="1"/>
                      </a:moveTo>
                      <a:cubicBezTo>
                        <a:pt x="2678" y="1"/>
                        <a:pt x="0" y="2679"/>
                        <a:pt x="0" y="5892"/>
                      </a:cubicBezTo>
                      <a:cubicBezTo>
                        <a:pt x="0" y="6491"/>
                        <a:pt x="126" y="7089"/>
                        <a:pt x="284" y="7656"/>
                      </a:cubicBezTo>
                      <a:cubicBezTo>
                        <a:pt x="310" y="7842"/>
                        <a:pt x="448" y="7916"/>
                        <a:pt x="604" y="7916"/>
                      </a:cubicBezTo>
                      <a:cubicBezTo>
                        <a:pt x="633" y="7916"/>
                        <a:pt x="663" y="7913"/>
                        <a:pt x="693" y="7908"/>
                      </a:cubicBezTo>
                      <a:cubicBezTo>
                        <a:pt x="882" y="7877"/>
                        <a:pt x="977" y="7656"/>
                        <a:pt x="945" y="7467"/>
                      </a:cubicBezTo>
                      <a:cubicBezTo>
                        <a:pt x="788" y="6963"/>
                        <a:pt x="662" y="6459"/>
                        <a:pt x="662" y="5892"/>
                      </a:cubicBezTo>
                      <a:cubicBezTo>
                        <a:pt x="662" y="3025"/>
                        <a:pt x="3025" y="662"/>
                        <a:pt x="5891" y="662"/>
                      </a:cubicBezTo>
                      <a:cubicBezTo>
                        <a:pt x="7561" y="662"/>
                        <a:pt x="9105" y="1481"/>
                        <a:pt x="10050" y="2742"/>
                      </a:cubicBezTo>
                      <a:lnTo>
                        <a:pt x="9357" y="2742"/>
                      </a:lnTo>
                      <a:cubicBezTo>
                        <a:pt x="9168" y="2742"/>
                        <a:pt x="9010" y="2899"/>
                        <a:pt x="9010" y="3088"/>
                      </a:cubicBezTo>
                      <a:cubicBezTo>
                        <a:pt x="9010" y="3309"/>
                        <a:pt x="9168" y="3466"/>
                        <a:pt x="9357" y="3466"/>
                      </a:cubicBezTo>
                      <a:lnTo>
                        <a:pt x="10743" y="3466"/>
                      </a:lnTo>
                      <a:cubicBezTo>
                        <a:pt x="10932" y="3466"/>
                        <a:pt x="11090" y="3309"/>
                        <a:pt x="11090" y="3088"/>
                      </a:cubicBezTo>
                      <a:lnTo>
                        <a:pt x="11090" y="1733"/>
                      </a:lnTo>
                      <a:cubicBezTo>
                        <a:pt x="11090" y="1513"/>
                        <a:pt x="10932" y="1355"/>
                        <a:pt x="10743" y="1355"/>
                      </a:cubicBezTo>
                      <a:cubicBezTo>
                        <a:pt x="10554" y="1355"/>
                        <a:pt x="10397" y="1513"/>
                        <a:pt x="10397" y="1733"/>
                      </a:cubicBezTo>
                      <a:lnTo>
                        <a:pt x="10397" y="2111"/>
                      </a:lnTo>
                      <a:cubicBezTo>
                        <a:pt x="9294" y="820"/>
                        <a:pt x="7624" y="1"/>
                        <a:pt x="58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1" name="Google Shape;1751;p18"/>
                <p:cNvSpPr/>
                <p:nvPr/>
              </p:nvSpPr>
              <p:spPr>
                <a:xfrm>
                  <a:off x="1727500" y="3306825"/>
                  <a:ext cx="189075" cy="189050"/>
                </a:xfrm>
                <a:custGeom>
                  <a:rect b="b" l="l" r="r" t="t"/>
                  <a:pathLst>
                    <a:path extrusionOk="0" h="7562" w="7563">
                      <a:moveTo>
                        <a:pt x="3750" y="2048"/>
                      </a:moveTo>
                      <a:cubicBezTo>
                        <a:pt x="3939" y="2048"/>
                        <a:pt x="4097" y="2206"/>
                        <a:pt x="4097" y="2426"/>
                      </a:cubicBezTo>
                      <a:lnTo>
                        <a:pt x="4097" y="3435"/>
                      </a:lnTo>
                      <a:lnTo>
                        <a:pt x="4475" y="3435"/>
                      </a:lnTo>
                      <a:cubicBezTo>
                        <a:pt x="4664" y="3435"/>
                        <a:pt x="4821" y="3592"/>
                        <a:pt x="4821" y="3781"/>
                      </a:cubicBezTo>
                      <a:cubicBezTo>
                        <a:pt x="4821" y="4002"/>
                        <a:pt x="4664" y="4159"/>
                        <a:pt x="4475" y="4159"/>
                      </a:cubicBezTo>
                      <a:lnTo>
                        <a:pt x="3750" y="4159"/>
                      </a:lnTo>
                      <a:cubicBezTo>
                        <a:pt x="3561" y="4159"/>
                        <a:pt x="3403" y="4002"/>
                        <a:pt x="3403" y="3781"/>
                      </a:cubicBezTo>
                      <a:lnTo>
                        <a:pt x="3403" y="2426"/>
                      </a:lnTo>
                      <a:cubicBezTo>
                        <a:pt x="3403" y="2206"/>
                        <a:pt x="3561" y="2048"/>
                        <a:pt x="3750" y="2048"/>
                      </a:cubicBezTo>
                      <a:close/>
                      <a:moveTo>
                        <a:pt x="3435" y="0"/>
                      </a:moveTo>
                      <a:cubicBezTo>
                        <a:pt x="2647" y="95"/>
                        <a:pt x="1923" y="410"/>
                        <a:pt x="1356" y="883"/>
                      </a:cubicBezTo>
                      <a:lnTo>
                        <a:pt x="2049" y="1576"/>
                      </a:lnTo>
                      <a:cubicBezTo>
                        <a:pt x="2175" y="1702"/>
                        <a:pt x="2175" y="1954"/>
                        <a:pt x="2049" y="2048"/>
                      </a:cubicBezTo>
                      <a:cubicBezTo>
                        <a:pt x="1986" y="2111"/>
                        <a:pt x="1899" y="2143"/>
                        <a:pt x="1812" y="2143"/>
                      </a:cubicBezTo>
                      <a:cubicBezTo>
                        <a:pt x="1726" y="2143"/>
                        <a:pt x="1639" y="2111"/>
                        <a:pt x="1576" y="2048"/>
                      </a:cubicBezTo>
                      <a:lnTo>
                        <a:pt x="883" y="1355"/>
                      </a:lnTo>
                      <a:cubicBezTo>
                        <a:pt x="410" y="1922"/>
                        <a:pt x="95" y="2647"/>
                        <a:pt x="1" y="3435"/>
                      </a:cubicBezTo>
                      <a:lnTo>
                        <a:pt x="1041" y="3435"/>
                      </a:lnTo>
                      <a:cubicBezTo>
                        <a:pt x="1230" y="3435"/>
                        <a:pt x="1387" y="3592"/>
                        <a:pt x="1387" y="3781"/>
                      </a:cubicBezTo>
                      <a:cubicBezTo>
                        <a:pt x="1387" y="3970"/>
                        <a:pt x="1230" y="4128"/>
                        <a:pt x="1041" y="4128"/>
                      </a:cubicBezTo>
                      <a:lnTo>
                        <a:pt x="1" y="4128"/>
                      </a:lnTo>
                      <a:cubicBezTo>
                        <a:pt x="95" y="4915"/>
                        <a:pt x="410" y="5640"/>
                        <a:pt x="883" y="6238"/>
                      </a:cubicBezTo>
                      <a:lnTo>
                        <a:pt x="1576" y="5514"/>
                      </a:lnTo>
                      <a:cubicBezTo>
                        <a:pt x="1639" y="5451"/>
                        <a:pt x="1734" y="5419"/>
                        <a:pt x="1824" y="5419"/>
                      </a:cubicBezTo>
                      <a:cubicBezTo>
                        <a:pt x="1915" y="5419"/>
                        <a:pt x="2001" y="5451"/>
                        <a:pt x="2049" y="5514"/>
                      </a:cubicBezTo>
                      <a:cubicBezTo>
                        <a:pt x="2175" y="5640"/>
                        <a:pt x="2175" y="5860"/>
                        <a:pt x="2049" y="5986"/>
                      </a:cubicBezTo>
                      <a:lnTo>
                        <a:pt x="1356" y="6711"/>
                      </a:lnTo>
                      <a:cubicBezTo>
                        <a:pt x="1923" y="7184"/>
                        <a:pt x="2647" y="7499"/>
                        <a:pt x="3435" y="7562"/>
                      </a:cubicBezTo>
                      <a:lnTo>
                        <a:pt x="3435" y="6553"/>
                      </a:lnTo>
                      <a:cubicBezTo>
                        <a:pt x="3435" y="6333"/>
                        <a:pt x="3592" y="6175"/>
                        <a:pt x="3781" y="6175"/>
                      </a:cubicBezTo>
                      <a:cubicBezTo>
                        <a:pt x="4002" y="6175"/>
                        <a:pt x="4160" y="6333"/>
                        <a:pt x="4160" y="6553"/>
                      </a:cubicBezTo>
                      <a:lnTo>
                        <a:pt x="4160" y="7562"/>
                      </a:lnTo>
                      <a:cubicBezTo>
                        <a:pt x="4947" y="7499"/>
                        <a:pt x="5640" y="7184"/>
                        <a:pt x="6239" y="6711"/>
                      </a:cubicBezTo>
                      <a:lnTo>
                        <a:pt x="5514" y="5986"/>
                      </a:lnTo>
                      <a:cubicBezTo>
                        <a:pt x="5420" y="5860"/>
                        <a:pt x="5420" y="5640"/>
                        <a:pt x="5514" y="5514"/>
                      </a:cubicBezTo>
                      <a:cubicBezTo>
                        <a:pt x="5577" y="5451"/>
                        <a:pt x="5672" y="5419"/>
                        <a:pt x="5762" y="5419"/>
                      </a:cubicBezTo>
                      <a:cubicBezTo>
                        <a:pt x="5853" y="5419"/>
                        <a:pt x="5940" y="5451"/>
                        <a:pt x="5987" y="5514"/>
                      </a:cubicBezTo>
                      <a:lnTo>
                        <a:pt x="6711" y="6238"/>
                      </a:lnTo>
                      <a:cubicBezTo>
                        <a:pt x="7184" y="5640"/>
                        <a:pt x="7499" y="4915"/>
                        <a:pt x="7562" y="4128"/>
                      </a:cubicBezTo>
                      <a:lnTo>
                        <a:pt x="6554" y="4128"/>
                      </a:lnTo>
                      <a:cubicBezTo>
                        <a:pt x="6365" y="4128"/>
                        <a:pt x="6207" y="3970"/>
                        <a:pt x="6207" y="3781"/>
                      </a:cubicBezTo>
                      <a:cubicBezTo>
                        <a:pt x="6207" y="3592"/>
                        <a:pt x="6365" y="3435"/>
                        <a:pt x="6554" y="3435"/>
                      </a:cubicBezTo>
                      <a:lnTo>
                        <a:pt x="7562" y="3435"/>
                      </a:lnTo>
                      <a:cubicBezTo>
                        <a:pt x="7499" y="2647"/>
                        <a:pt x="7184" y="1922"/>
                        <a:pt x="6711" y="1355"/>
                      </a:cubicBezTo>
                      <a:lnTo>
                        <a:pt x="5987" y="2048"/>
                      </a:lnTo>
                      <a:cubicBezTo>
                        <a:pt x="5940" y="2111"/>
                        <a:pt x="5853" y="2143"/>
                        <a:pt x="5762" y="2143"/>
                      </a:cubicBezTo>
                      <a:cubicBezTo>
                        <a:pt x="5672" y="2143"/>
                        <a:pt x="5577" y="2111"/>
                        <a:pt x="5514" y="2048"/>
                      </a:cubicBezTo>
                      <a:cubicBezTo>
                        <a:pt x="5420" y="1922"/>
                        <a:pt x="5420" y="1702"/>
                        <a:pt x="5514" y="1576"/>
                      </a:cubicBezTo>
                      <a:lnTo>
                        <a:pt x="6239" y="883"/>
                      </a:lnTo>
                      <a:cubicBezTo>
                        <a:pt x="5640" y="410"/>
                        <a:pt x="4947" y="95"/>
                        <a:pt x="4160" y="0"/>
                      </a:cubicBezTo>
                      <a:lnTo>
                        <a:pt x="4160" y="1040"/>
                      </a:lnTo>
                      <a:cubicBezTo>
                        <a:pt x="4160" y="1229"/>
                        <a:pt x="4002" y="1387"/>
                        <a:pt x="3781" y="1387"/>
                      </a:cubicBezTo>
                      <a:cubicBezTo>
                        <a:pt x="3592" y="1387"/>
                        <a:pt x="3435" y="1229"/>
                        <a:pt x="3435" y="1040"/>
                      </a:cubicBezTo>
                      <a:lnTo>
                        <a:pt x="343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52" name="Google Shape;1752;p18"/>
              <p:cNvGrpSpPr/>
              <p:nvPr/>
            </p:nvGrpSpPr>
            <p:grpSpPr>
              <a:xfrm>
                <a:off x="2692764" y="4378741"/>
                <a:ext cx="456677" cy="499272"/>
                <a:chOff x="1687350" y="3618725"/>
                <a:chExt cx="270175" cy="295375"/>
              </a:xfrm>
            </p:grpSpPr>
            <p:sp>
              <p:nvSpPr>
                <p:cNvPr id="1753" name="Google Shape;1753;p18"/>
                <p:cNvSpPr/>
                <p:nvPr/>
              </p:nvSpPr>
              <p:spPr>
                <a:xfrm>
                  <a:off x="1829900" y="3808550"/>
                  <a:ext cx="18150" cy="35450"/>
                </a:xfrm>
                <a:custGeom>
                  <a:rect b="b" l="l" r="r" t="t"/>
                  <a:pathLst>
                    <a:path extrusionOk="0" h="1418" w="726">
                      <a:moveTo>
                        <a:pt x="1" y="0"/>
                      </a:moveTo>
                      <a:lnTo>
                        <a:pt x="1" y="1418"/>
                      </a:lnTo>
                      <a:lnTo>
                        <a:pt x="379" y="1418"/>
                      </a:lnTo>
                      <a:cubicBezTo>
                        <a:pt x="568" y="1418"/>
                        <a:pt x="725" y="1260"/>
                        <a:pt x="725" y="1040"/>
                      </a:cubicBezTo>
                      <a:lnTo>
                        <a:pt x="725" y="347"/>
                      </a:lnTo>
                      <a:cubicBezTo>
                        <a:pt x="725" y="158"/>
                        <a:pt x="568" y="0"/>
                        <a:pt x="37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4" name="Google Shape;1754;p18"/>
                <p:cNvSpPr/>
                <p:nvPr/>
              </p:nvSpPr>
              <p:spPr>
                <a:xfrm>
                  <a:off x="1795250" y="3755775"/>
                  <a:ext cx="18125" cy="35450"/>
                </a:xfrm>
                <a:custGeom>
                  <a:rect b="b" l="l" r="r" t="t"/>
                  <a:pathLst>
                    <a:path extrusionOk="0" h="1418" w="725">
                      <a:moveTo>
                        <a:pt x="378" y="0"/>
                      </a:moveTo>
                      <a:cubicBezTo>
                        <a:pt x="189" y="0"/>
                        <a:pt x="0" y="158"/>
                        <a:pt x="0" y="378"/>
                      </a:cubicBezTo>
                      <a:lnTo>
                        <a:pt x="0" y="1071"/>
                      </a:lnTo>
                      <a:cubicBezTo>
                        <a:pt x="0" y="1260"/>
                        <a:pt x="189" y="1418"/>
                        <a:pt x="378" y="1418"/>
                      </a:cubicBezTo>
                      <a:lnTo>
                        <a:pt x="725" y="1418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5" name="Google Shape;1755;p18"/>
                <p:cNvSpPr/>
                <p:nvPr/>
              </p:nvSpPr>
              <p:spPr>
                <a:xfrm>
                  <a:off x="1687350" y="3618725"/>
                  <a:ext cx="270175" cy="295375"/>
                </a:xfrm>
                <a:custGeom>
                  <a:rect b="b" l="l" r="r" t="t"/>
                  <a:pathLst>
                    <a:path extrusionOk="0" h="11815" w="10807">
                      <a:moveTo>
                        <a:pt x="6459" y="662"/>
                      </a:moveTo>
                      <a:cubicBezTo>
                        <a:pt x="6868" y="662"/>
                        <a:pt x="7183" y="977"/>
                        <a:pt x="7183" y="1355"/>
                      </a:cubicBezTo>
                      <a:cubicBezTo>
                        <a:pt x="7183" y="1765"/>
                        <a:pt x="6868" y="2080"/>
                        <a:pt x="6459" y="2080"/>
                      </a:cubicBezTo>
                      <a:lnTo>
                        <a:pt x="6459" y="1702"/>
                      </a:lnTo>
                      <a:cubicBezTo>
                        <a:pt x="6459" y="1513"/>
                        <a:pt x="6301" y="1355"/>
                        <a:pt x="6112" y="1355"/>
                      </a:cubicBezTo>
                      <a:lnTo>
                        <a:pt x="4726" y="1355"/>
                      </a:lnTo>
                      <a:cubicBezTo>
                        <a:pt x="4537" y="1355"/>
                        <a:pt x="4379" y="1513"/>
                        <a:pt x="4379" y="1702"/>
                      </a:cubicBezTo>
                      <a:lnTo>
                        <a:pt x="4379" y="2080"/>
                      </a:lnTo>
                      <a:cubicBezTo>
                        <a:pt x="3970" y="2017"/>
                        <a:pt x="3655" y="1702"/>
                        <a:pt x="3655" y="1355"/>
                      </a:cubicBezTo>
                      <a:cubicBezTo>
                        <a:pt x="3655" y="977"/>
                        <a:pt x="3970" y="662"/>
                        <a:pt x="4379" y="662"/>
                      </a:cubicBezTo>
                      <a:close/>
                      <a:moveTo>
                        <a:pt x="5387" y="4128"/>
                      </a:moveTo>
                      <a:cubicBezTo>
                        <a:pt x="5608" y="4128"/>
                        <a:pt x="5766" y="4285"/>
                        <a:pt x="5766" y="4474"/>
                      </a:cubicBezTo>
                      <a:lnTo>
                        <a:pt x="5766" y="4821"/>
                      </a:lnTo>
                      <a:lnTo>
                        <a:pt x="6112" y="4821"/>
                      </a:lnTo>
                      <a:cubicBezTo>
                        <a:pt x="6711" y="4821"/>
                        <a:pt x="7120" y="5293"/>
                        <a:pt x="7120" y="5860"/>
                      </a:cubicBezTo>
                      <a:cubicBezTo>
                        <a:pt x="7120" y="6049"/>
                        <a:pt x="6963" y="6207"/>
                        <a:pt x="6774" y="6207"/>
                      </a:cubicBezTo>
                      <a:cubicBezTo>
                        <a:pt x="6585" y="6207"/>
                        <a:pt x="6427" y="6049"/>
                        <a:pt x="6427" y="5860"/>
                      </a:cubicBezTo>
                      <a:cubicBezTo>
                        <a:pt x="6427" y="5640"/>
                        <a:pt x="6270" y="5482"/>
                        <a:pt x="6081" y="5482"/>
                      </a:cubicBezTo>
                      <a:lnTo>
                        <a:pt x="5703" y="5482"/>
                      </a:lnTo>
                      <a:lnTo>
                        <a:pt x="5703" y="6868"/>
                      </a:lnTo>
                      <a:lnTo>
                        <a:pt x="6081" y="6868"/>
                      </a:lnTo>
                      <a:cubicBezTo>
                        <a:pt x="6648" y="6868"/>
                        <a:pt x="7089" y="7341"/>
                        <a:pt x="7089" y="7908"/>
                      </a:cubicBezTo>
                      <a:lnTo>
                        <a:pt x="7089" y="8601"/>
                      </a:lnTo>
                      <a:cubicBezTo>
                        <a:pt x="7089" y="9200"/>
                        <a:pt x="6616" y="9641"/>
                        <a:pt x="6081" y="9641"/>
                      </a:cubicBezTo>
                      <a:lnTo>
                        <a:pt x="5703" y="9641"/>
                      </a:lnTo>
                      <a:lnTo>
                        <a:pt x="5703" y="9987"/>
                      </a:lnTo>
                      <a:cubicBezTo>
                        <a:pt x="5703" y="10176"/>
                        <a:pt x="5545" y="10334"/>
                        <a:pt x="5356" y="10334"/>
                      </a:cubicBezTo>
                      <a:cubicBezTo>
                        <a:pt x="5167" y="10334"/>
                        <a:pt x="5009" y="10176"/>
                        <a:pt x="5009" y="9987"/>
                      </a:cubicBezTo>
                      <a:lnTo>
                        <a:pt x="5009" y="9704"/>
                      </a:lnTo>
                      <a:lnTo>
                        <a:pt x="4631" y="9704"/>
                      </a:lnTo>
                      <a:cubicBezTo>
                        <a:pt x="4064" y="9704"/>
                        <a:pt x="3623" y="9231"/>
                        <a:pt x="3623" y="8664"/>
                      </a:cubicBezTo>
                      <a:cubicBezTo>
                        <a:pt x="3623" y="8475"/>
                        <a:pt x="3781" y="8318"/>
                        <a:pt x="3970" y="8318"/>
                      </a:cubicBezTo>
                      <a:cubicBezTo>
                        <a:pt x="4159" y="8318"/>
                        <a:pt x="4316" y="8475"/>
                        <a:pt x="4316" y="8664"/>
                      </a:cubicBezTo>
                      <a:cubicBezTo>
                        <a:pt x="4316" y="8885"/>
                        <a:pt x="4505" y="9042"/>
                        <a:pt x="4694" y="9042"/>
                      </a:cubicBezTo>
                      <a:lnTo>
                        <a:pt x="5041" y="9042"/>
                      </a:lnTo>
                      <a:lnTo>
                        <a:pt x="5041" y="7625"/>
                      </a:lnTo>
                      <a:lnTo>
                        <a:pt x="4694" y="7625"/>
                      </a:lnTo>
                      <a:lnTo>
                        <a:pt x="4694" y="7593"/>
                      </a:lnTo>
                      <a:cubicBezTo>
                        <a:pt x="4096" y="7593"/>
                        <a:pt x="3655" y="7120"/>
                        <a:pt x="3655" y="6553"/>
                      </a:cubicBezTo>
                      <a:lnTo>
                        <a:pt x="3655" y="5860"/>
                      </a:lnTo>
                      <a:cubicBezTo>
                        <a:pt x="3655" y="5262"/>
                        <a:pt x="4127" y="4821"/>
                        <a:pt x="4694" y="4821"/>
                      </a:cubicBezTo>
                      <a:lnTo>
                        <a:pt x="5041" y="4821"/>
                      </a:lnTo>
                      <a:lnTo>
                        <a:pt x="5041" y="4474"/>
                      </a:lnTo>
                      <a:cubicBezTo>
                        <a:pt x="5041" y="4285"/>
                        <a:pt x="5198" y="4128"/>
                        <a:pt x="5387" y="4128"/>
                      </a:cubicBezTo>
                      <a:close/>
                      <a:moveTo>
                        <a:pt x="4379" y="0"/>
                      </a:moveTo>
                      <a:cubicBezTo>
                        <a:pt x="3623" y="0"/>
                        <a:pt x="2993" y="662"/>
                        <a:pt x="2993" y="1387"/>
                      </a:cubicBezTo>
                      <a:cubicBezTo>
                        <a:pt x="2993" y="2143"/>
                        <a:pt x="3623" y="2773"/>
                        <a:pt x="4379" y="2773"/>
                      </a:cubicBezTo>
                      <a:lnTo>
                        <a:pt x="4379" y="2899"/>
                      </a:lnTo>
                      <a:cubicBezTo>
                        <a:pt x="3781" y="3025"/>
                        <a:pt x="3277" y="3277"/>
                        <a:pt x="2804" y="3592"/>
                      </a:cubicBezTo>
                      <a:lnTo>
                        <a:pt x="2332" y="3056"/>
                      </a:lnTo>
                      <a:lnTo>
                        <a:pt x="2584" y="2804"/>
                      </a:lnTo>
                      <a:cubicBezTo>
                        <a:pt x="2710" y="2710"/>
                        <a:pt x="2710" y="2458"/>
                        <a:pt x="2615" y="2332"/>
                      </a:cubicBezTo>
                      <a:lnTo>
                        <a:pt x="1701" y="1292"/>
                      </a:lnTo>
                      <a:cubicBezTo>
                        <a:pt x="1630" y="1203"/>
                        <a:pt x="1529" y="1165"/>
                        <a:pt x="1432" y="1165"/>
                      </a:cubicBezTo>
                      <a:cubicBezTo>
                        <a:pt x="1357" y="1165"/>
                        <a:pt x="1284" y="1188"/>
                        <a:pt x="1229" y="1229"/>
                      </a:cubicBezTo>
                      <a:lnTo>
                        <a:pt x="158" y="2143"/>
                      </a:lnTo>
                      <a:cubicBezTo>
                        <a:pt x="0" y="2269"/>
                        <a:pt x="0" y="2489"/>
                        <a:pt x="126" y="2615"/>
                      </a:cubicBezTo>
                      <a:lnTo>
                        <a:pt x="1040" y="3686"/>
                      </a:lnTo>
                      <a:cubicBezTo>
                        <a:pt x="1090" y="3770"/>
                        <a:pt x="1183" y="3809"/>
                        <a:pt x="1279" y="3809"/>
                      </a:cubicBezTo>
                      <a:cubicBezTo>
                        <a:pt x="1365" y="3809"/>
                        <a:pt x="1453" y="3777"/>
                        <a:pt x="1512" y="3718"/>
                      </a:cubicBezTo>
                      <a:lnTo>
                        <a:pt x="1764" y="3497"/>
                      </a:lnTo>
                      <a:lnTo>
                        <a:pt x="2237" y="4033"/>
                      </a:lnTo>
                      <a:cubicBezTo>
                        <a:pt x="1418" y="4852"/>
                        <a:pt x="914" y="5986"/>
                        <a:pt x="914" y="7247"/>
                      </a:cubicBezTo>
                      <a:cubicBezTo>
                        <a:pt x="914" y="9735"/>
                        <a:pt x="2930" y="11815"/>
                        <a:pt x="5387" y="11815"/>
                      </a:cubicBezTo>
                      <a:cubicBezTo>
                        <a:pt x="7876" y="11815"/>
                        <a:pt x="9893" y="9798"/>
                        <a:pt x="9893" y="7247"/>
                      </a:cubicBezTo>
                      <a:cubicBezTo>
                        <a:pt x="9893" y="5986"/>
                        <a:pt x="9389" y="4852"/>
                        <a:pt x="8538" y="4033"/>
                      </a:cubicBezTo>
                      <a:lnTo>
                        <a:pt x="9011" y="3497"/>
                      </a:lnTo>
                      <a:lnTo>
                        <a:pt x="9294" y="3718"/>
                      </a:lnTo>
                      <a:cubicBezTo>
                        <a:pt x="9368" y="3777"/>
                        <a:pt x="9450" y="3809"/>
                        <a:pt x="9528" y="3809"/>
                      </a:cubicBezTo>
                      <a:cubicBezTo>
                        <a:pt x="9616" y="3809"/>
                        <a:pt x="9700" y="3770"/>
                        <a:pt x="9767" y="3686"/>
                      </a:cubicBezTo>
                      <a:lnTo>
                        <a:pt x="10680" y="2615"/>
                      </a:lnTo>
                      <a:cubicBezTo>
                        <a:pt x="10806" y="2458"/>
                        <a:pt x="10806" y="2269"/>
                        <a:pt x="10649" y="2143"/>
                      </a:cubicBezTo>
                      <a:lnTo>
                        <a:pt x="9578" y="1229"/>
                      </a:lnTo>
                      <a:cubicBezTo>
                        <a:pt x="9509" y="1188"/>
                        <a:pt x="9434" y="1165"/>
                        <a:pt x="9361" y="1165"/>
                      </a:cubicBezTo>
                      <a:cubicBezTo>
                        <a:pt x="9267" y="1165"/>
                        <a:pt x="9176" y="1203"/>
                        <a:pt x="9105" y="1292"/>
                      </a:cubicBezTo>
                      <a:lnTo>
                        <a:pt x="8191" y="2332"/>
                      </a:lnTo>
                      <a:cubicBezTo>
                        <a:pt x="8065" y="2489"/>
                        <a:pt x="8065" y="2710"/>
                        <a:pt x="8223" y="2804"/>
                      </a:cubicBezTo>
                      <a:lnTo>
                        <a:pt x="8506" y="3056"/>
                      </a:lnTo>
                      <a:lnTo>
                        <a:pt x="8034" y="3592"/>
                      </a:lnTo>
                      <a:cubicBezTo>
                        <a:pt x="7561" y="3245"/>
                        <a:pt x="7057" y="3025"/>
                        <a:pt x="6459" y="2899"/>
                      </a:cubicBezTo>
                      <a:lnTo>
                        <a:pt x="6459" y="2773"/>
                      </a:lnTo>
                      <a:cubicBezTo>
                        <a:pt x="7215" y="2773"/>
                        <a:pt x="7845" y="2143"/>
                        <a:pt x="7845" y="1387"/>
                      </a:cubicBezTo>
                      <a:cubicBezTo>
                        <a:pt x="7845" y="662"/>
                        <a:pt x="7215" y="0"/>
                        <a:pt x="64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56" name="Google Shape;1756;p18"/>
              <p:cNvGrpSpPr/>
              <p:nvPr/>
            </p:nvGrpSpPr>
            <p:grpSpPr>
              <a:xfrm>
                <a:off x="2669453" y="4985474"/>
                <a:ext cx="503287" cy="499272"/>
                <a:chOff x="1672375" y="3982600"/>
                <a:chExt cx="297750" cy="295375"/>
              </a:xfrm>
            </p:grpSpPr>
            <p:sp>
              <p:nvSpPr>
                <p:cNvPr id="1757" name="Google Shape;1757;p18"/>
                <p:cNvSpPr/>
                <p:nvPr/>
              </p:nvSpPr>
              <p:spPr>
                <a:xfrm>
                  <a:off x="1796825" y="3982600"/>
                  <a:ext cx="51225" cy="51225"/>
                </a:xfrm>
                <a:custGeom>
                  <a:rect b="b" l="l" r="r" t="t"/>
                  <a:pathLst>
                    <a:path extrusionOk="0" h="2049" w="2049">
                      <a:moveTo>
                        <a:pt x="1008" y="1"/>
                      </a:moveTo>
                      <a:cubicBezTo>
                        <a:pt x="441" y="1"/>
                        <a:pt x="0" y="442"/>
                        <a:pt x="0" y="1009"/>
                      </a:cubicBezTo>
                      <a:cubicBezTo>
                        <a:pt x="0" y="1576"/>
                        <a:pt x="441" y="2048"/>
                        <a:pt x="1008" y="2048"/>
                      </a:cubicBezTo>
                      <a:cubicBezTo>
                        <a:pt x="1576" y="2048"/>
                        <a:pt x="2048" y="1576"/>
                        <a:pt x="2048" y="1009"/>
                      </a:cubicBezTo>
                      <a:cubicBezTo>
                        <a:pt x="2048" y="442"/>
                        <a:pt x="1576" y="1"/>
                        <a:pt x="10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8" name="Google Shape;1758;p18"/>
                <p:cNvSpPr/>
                <p:nvPr/>
              </p:nvSpPr>
              <p:spPr>
                <a:xfrm>
                  <a:off x="1672375" y="4092075"/>
                  <a:ext cx="297750" cy="185900"/>
                </a:xfrm>
                <a:custGeom>
                  <a:rect b="b" l="l" r="r" t="t"/>
                  <a:pathLst>
                    <a:path extrusionOk="0" h="7436" w="11910">
                      <a:moveTo>
                        <a:pt x="3498" y="1"/>
                      </a:moveTo>
                      <a:cubicBezTo>
                        <a:pt x="2174" y="316"/>
                        <a:pt x="1418" y="820"/>
                        <a:pt x="1418" y="1482"/>
                      </a:cubicBezTo>
                      <a:cubicBezTo>
                        <a:pt x="1418" y="2112"/>
                        <a:pt x="2080" y="2553"/>
                        <a:pt x="3088" y="2868"/>
                      </a:cubicBezTo>
                      <a:lnTo>
                        <a:pt x="1891" y="5357"/>
                      </a:lnTo>
                      <a:lnTo>
                        <a:pt x="1765" y="5357"/>
                      </a:lnTo>
                      <a:cubicBezTo>
                        <a:pt x="788" y="5357"/>
                        <a:pt x="1" y="5766"/>
                        <a:pt x="1" y="6365"/>
                      </a:cubicBezTo>
                      <a:cubicBezTo>
                        <a:pt x="1" y="6963"/>
                        <a:pt x="757" y="7404"/>
                        <a:pt x="1765" y="7404"/>
                      </a:cubicBezTo>
                      <a:cubicBezTo>
                        <a:pt x="2804" y="7404"/>
                        <a:pt x="3498" y="6963"/>
                        <a:pt x="3498" y="6365"/>
                      </a:cubicBezTo>
                      <a:cubicBezTo>
                        <a:pt x="3498" y="5987"/>
                        <a:pt x="3151" y="5609"/>
                        <a:pt x="2615" y="5451"/>
                      </a:cubicBezTo>
                      <a:lnTo>
                        <a:pt x="3781" y="3025"/>
                      </a:lnTo>
                      <a:cubicBezTo>
                        <a:pt x="4348" y="3151"/>
                        <a:pt x="4978" y="3183"/>
                        <a:pt x="5608" y="3214"/>
                      </a:cubicBezTo>
                      <a:lnTo>
                        <a:pt x="5608" y="5388"/>
                      </a:lnTo>
                      <a:cubicBezTo>
                        <a:pt x="4758" y="5451"/>
                        <a:pt x="4222" y="5892"/>
                        <a:pt x="4222" y="6396"/>
                      </a:cubicBezTo>
                      <a:cubicBezTo>
                        <a:pt x="4222" y="6995"/>
                        <a:pt x="4978" y="7436"/>
                        <a:pt x="5955" y="7436"/>
                      </a:cubicBezTo>
                      <a:cubicBezTo>
                        <a:pt x="6932" y="7436"/>
                        <a:pt x="7688" y="6995"/>
                        <a:pt x="7688" y="6396"/>
                      </a:cubicBezTo>
                      <a:cubicBezTo>
                        <a:pt x="7688" y="5892"/>
                        <a:pt x="7089" y="5451"/>
                        <a:pt x="6302" y="5388"/>
                      </a:cubicBezTo>
                      <a:lnTo>
                        <a:pt x="6302" y="3214"/>
                      </a:lnTo>
                      <a:cubicBezTo>
                        <a:pt x="6932" y="3214"/>
                        <a:pt x="7562" y="3151"/>
                        <a:pt x="8129" y="3025"/>
                      </a:cubicBezTo>
                      <a:lnTo>
                        <a:pt x="9295" y="5451"/>
                      </a:lnTo>
                      <a:cubicBezTo>
                        <a:pt x="8759" y="5609"/>
                        <a:pt x="8381" y="5987"/>
                        <a:pt x="8381" y="6365"/>
                      </a:cubicBezTo>
                      <a:cubicBezTo>
                        <a:pt x="8381" y="6963"/>
                        <a:pt x="9137" y="7404"/>
                        <a:pt x="10114" y="7404"/>
                      </a:cubicBezTo>
                      <a:cubicBezTo>
                        <a:pt x="11122" y="7404"/>
                        <a:pt x="11909" y="6963"/>
                        <a:pt x="11909" y="6365"/>
                      </a:cubicBezTo>
                      <a:cubicBezTo>
                        <a:pt x="11909" y="5766"/>
                        <a:pt x="11122" y="5357"/>
                        <a:pt x="10145" y="5357"/>
                      </a:cubicBezTo>
                      <a:lnTo>
                        <a:pt x="10019" y="5357"/>
                      </a:lnTo>
                      <a:lnTo>
                        <a:pt x="8822" y="2868"/>
                      </a:lnTo>
                      <a:cubicBezTo>
                        <a:pt x="9830" y="2584"/>
                        <a:pt x="10492" y="2112"/>
                        <a:pt x="10492" y="1482"/>
                      </a:cubicBezTo>
                      <a:cubicBezTo>
                        <a:pt x="10492" y="820"/>
                        <a:pt x="9736" y="316"/>
                        <a:pt x="8381" y="1"/>
                      </a:cubicBezTo>
                      <a:lnTo>
                        <a:pt x="8381" y="64"/>
                      </a:lnTo>
                      <a:lnTo>
                        <a:pt x="8381" y="1450"/>
                      </a:lnTo>
                      <a:cubicBezTo>
                        <a:pt x="8381" y="1639"/>
                        <a:pt x="8223" y="1797"/>
                        <a:pt x="8034" y="1797"/>
                      </a:cubicBezTo>
                      <a:lnTo>
                        <a:pt x="3876" y="1797"/>
                      </a:lnTo>
                      <a:cubicBezTo>
                        <a:pt x="3655" y="1797"/>
                        <a:pt x="3498" y="1639"/>
                        <a:pt x="3498" y="1450"/>
                      </a:cubicBezTo>
                      <a:lnTo>
                        <a:pt x="3498" y="64"/>
                      </a:lnTo>
                      <a:lnTo>
                        <a:pt x="349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59" name="Google Shape;1759;p18"/>
                <p:cNvSpPr/>
                <p:nvPr/>
              </p:nvSpPr>
              <p:spPr>
                <a:xfrm>
                  <a:off x="1778700" y="4051125"/>
                  <a:ext cx="86675" cy="69325"/>
                </a:xfrm>
                <a:custGeom>
                  <a:rect b="b" l="l" r="r" t="t"/>
                  <a:pathLst>
                    <a:path extrusionOk="0" h="2773" w="3467">
                      <a:moveTo>
                        <a:pt x="1733" y="1"/>
                      </a:moveTo>
                      <a:cubicBezTo>
                        <a:pt x="788" y="1"/>
                        <a:pt x="1" y="757"/>
                        <a:pt x="1" y="1733"/>
                      </a:cubicBezTo>
                      <a:lnTo>
                        <a:pt x="1" y="2773"/>
                      </a:lnTo>
                      <a:lnTo>
                        <a:pt x="3466" y="2773"/>
                      </a:lnTo>
                      <a:lnTo>
                        <a:pt x="3466" y="1733"/>
                      </a:lnTo>
                      <a:cubicBezTo>
                        <a:pt x="3466" y="788"/>
                        <a:pt x="2679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60" name="Google Shape;1760;p18"/>
              <p:cNvGrpSpPr/>
              <p:nvPr/>
            </p:nvGrpSpPr>
            <p:grpSpPr>
              <a:xfrm>
                <a:off x="5851628" y="3748019"/>
                <a:ext cx="500625" cy="500625"/>
                <a:chOff x="3497300" y="3227275"/>
                <a:chExt cx="296175" cy="296175"/>
              </a:xfrm>
            </p:grpSpPr>
            <p:sp>
              <p:nvSpPr>
                <p:cNvPr id="1761" name="Google Shape;1761;p18"/>
                <p:cNvSpPr/>
                <p:nvPr/>
              </p:nvSpPr>
              <p:spPr>
                <a:xfrm>
                  <a:off x="3609925" y="3339900"/>
                  <a:ext cx="69350" cy="68550"/>
                </a:xfrm>
                <a:custGeom>
                  <a:rect b="b" l="l" r="r" t="t"/>
                  <a:pathLst>
                    <a:path extrusionOk="0" h="2742" w="2774">
                      <a:moveTo>
                        <a:pt x="1387" y="1"/>
                      </a:moveTo>
                      <a:cubicBezTo>
                        <a:pt x="631" y="1"/>
                        <a:pt x="1" y="631"/>
                        <a:pt x="1" y="1355"/>
                      </a:cubicBezTo>
                      <a:cubicBezTo>
                        <a:pt x="1" y="2112"/>
                        <a:pt x="631" y="2742"/>
                        <a:pt x="1387" y="2742"/>
                      </a:cubicBezTo>
                      <a:cubicBezTo>
                        <a:pt x="2143" y="2742"/>
                        <a:pt x="2773" y="2112"/>
                        <a:pt x="2773" y="1355"/>
                      </a:cubicBezTo>
                      <a:cubicBezTo>
                        <a:pt x="2773" y="631"/>
                        <a:pt x="2143" y="1"/>
                        <a:pt x="13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2" name="Google Shape;1762;p18"/>
                <p:cNvSpPr/>
                <p:nvPr/>
              </p:nvSpPr>
              <p:spPr>
                <a:xfrm>
                  <a:off x="3531175" y="3227275"/>
                  <a:ext cx="86650" cy="86675"/>
                </a:xfrm>
                <a:custGeom>
                  <a:rect b="b" l="l" r="r" t="t"/>
                  <a:pathLst>
                    <a:path extrusionOk="0" h="3467" w="3466">
                      <a:moveTo>
                        <a:pt x="1733" y="1"/>
                      </a:moveTo>
                      <a:cubicBezTo>
                        <a:pt x="788" y="1"/>
                        <a:pt x="0" y="788"/>
                        <a:pt x="0" y="1733"/>
                      </a:cubicBezTo>
                      <a:cubicBezTo>
                        <a:pt x="0" y="2678"/>
                        <a:pt x="788" y="3466"/>
                        <a:pt x="1733" y="3466"/>
                      </a:cubicBezTo>
                      <a:cubicBezTo>
                        <a:pt x="2741" y="3466"/>
                        <a:pt x="3466" y="2678"/>
                        <a:pt x="3466" y="1733"/>
                      </a:cubicBezTo>
                      <a:cubicBezTo>
                        <a:pt x="3466" y="788"/>
                        <a:pt x="2678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3" name="Google Shape;1763;p18"/>
                <p:cNvSpPr/>
                <p:nvPr/>
              </p:nvSpPr>
              <p:spPr>
                <a:xfrm>
                  <a:off x="3670575" y="3227275"/>
                  <a:ext cx="86675" cy="86675"/>
                </a:xfrm>
                <a:custGeom>
                  <a:rect b="b" l="l" r="r" t="t"/>
                  <a:pathLst>
                    <a:path extrusionOk="0" h="3467" w="3467">
                      <a:moveTo>
                        <a:pt x="1733" y="1"/>
                      </a:moveTo>
                      <a:cubicBezTo>
                        <a:pt x="788" y="1"/>
                        <a:pt x="1" y="788"/>
                        <a:pt x="1" y="1733"/>
                      </a:cubicBezTo>
                      <a:cubicBezTo>
                        <a:pt x="1" y="2678"/>
                        <a:pt x="788" y="3466"/>
                        <a:pt x="1733" y="3466"/>
                      </a:cubicBezTo>
                      <a:cubicBezTo>
                        <a:pt x="2679" y="3466"/>
                        <a:pt x="3466" y="2678"/>
                        <a:pt x="3466" y="1733"/>
                      </a:cubicBezTo>
                      <a:cubicBezTo>
                        <a:pt x="3466" y="788"/>
                        <a:pt x="2679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4" name="Google Shape;1764;p18"/>
                <p:cNvSpPr/>
                <p:nvPr/>
              </p:nvSpPr>
              <p:spPr>
                <a:xfrm>
                  <a:off x="3622525" y="3421825"/>
                  <a:ext cx="41775" cy="25225"/>
                </a:xfrm>
                <a:custGeom>
                  <a:rect b="b" l="l" r="r" t="t"/>
                  <a:pathLst>
                    <a:path extrusionOk="0" h="1009" w="1671">
                      <a:moveTo>
                        <a:pt x="1" y="0"/>
                      </a:moveTo>
                      <a:lnTo>
                        <a:pt x="851" y="1008"/>
                      </a:lnTo>
                      <a:lnTo>
                        <a:pt x="1671" y="0"/>
                      </a:lnTo>
                      <a:lnTo>
                        <a:pt x="1671" y="0"/>
                      </a:lnTo>
                      <a:cubicBezTo>
                        <a:pt x="1450" y="126"/>
                        <a:pt x="1167" y="158"/>
                        <a:pt x="851" y="158"/>
                      </a:cubicBezTo>
                      <a:cubicBezTo>
                        <a:pt x="568" y="158"/>
                        <a:pt x="284" y="95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5" name="Google Shape;1765;p18"/>
                <p:cNvSpPr/>
                <p:nvPr/>
              </p:nvSpPr>
              <p:spPr>
                <a:xfrm>
                  <a:off x="3566600" y="3416300"/>
                  <a:ext cx="70125" cy="106350"/>
                </a:xfrm>
                <a:custGeom>
                  <a:rect b="b" l="l" r="r" t="t"/>
                  <a:pathLst>
                    <a:path extrusionOk="0" h="4254" w="2805">
                      <a:moveTo>
                        <a:pt x="1261" y="1"/>
                      </a:moveTo>
                      <a:cubicBezTo>
                        <a:pt x="474" y="599"/>
                        <a:pt x="1" y="1513"/>
                        <a:pt x="1" y="2490"/>
                      </a:cubicBezTo>
                      <a:lnTo>
                        <a:pt x="1" y="3907"/>
                      </a:lnTo>
                      <a:cubicBezTo>
                        <a:pt x="1" y="4096"/>
                        <a:pt x="158" y="4254"/>
                        <a:pt x="379" y="4254"/>
                      </a:cubicBezTo>
                      <a:lnTo>
                        <a:pt x="2805" y="4254"/>
                      </a:lnTo>
                      <a:lnTo>
                        <a:pt x="2805" y="1891"/>
                      </a:lnTo>
                      <a:lnTo>
                        <a:pt x="126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6" name="Google Shape;1766;p18"/>
                <p:cNvSpPr/>
                <p:nvPr/>
              </p:nvSpPr>
              <p:spPr>
                <a:xfrm>
                  <a:off x="3653250" y="3417100"/>
                  <a:ext cx="70125" cy="106350"/>
                </a:xfrm>
                <a:custGeom>
                  <a:rect b="b" l="l" r="r" t="t"/>
                  <a:pathLst>
                    <a:path extrusionOk="0" h="4254" w="2805">
                      <a:moveTo>
                        <a:pt x="1544" y="0"/>
                      </a:moveTo>
                      <a:lnTo>
                        <a:pt x="1" y="1890"/>
                      </a:lnTo>
                      <a:lnTo>
                        <a:pt x="1" y="4253"/>
                      </a:lnTo>
                      <a:lnTo>
                        <a:pt x="2458" y="4253"/>
                      </a:lnTo>
                      <a:cubicBezTo>
                        <a:pt x="2647" y="4253"/>
                        <a:pt x="2804" y="4096"/>
                        <a:pt x="2804" y="3907"/>
                      </a:cubicBezTo>
                      <a:lnTo>
                        <a:pt x="2804" y="2489"/>
                      </a:lnTo>
                      <a:cubicBezTo>
                        <a:pt x="2773" y="1481"/>
                        <a:pt x="2300" y="567"/>
                        <a:pt x="15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7" name="Google Shape;1767;p18"/>
                <p:cNvSpPr/>
                <p:nvPr/>
              </p:nvSpPr>
              <p:spPr>
                <a:xfrm>
                  <a:off x="3655625" y="3310775"/>
                  <a:ext cx="137850" cy="108700"/>
                </a:xfrm>
                <a:custGeom>
                  <a:rect b="b" l="l" r="r" t="t"/>
                  <a:pathLst>
                    <a:path extrusionOk="0" h="4348" w="5514">
                      <a:moveTo>
                        <a:pt x="3686" y="1512"/>
                      </a:moveTo>
                      <a:cubicBezTo>
                        <a:pt x="3907" y="1512"/>
                        <a:pt x="4064" y="1670"/>
                        <a:pt x="4064" y="1859"/>
                      </a:cubicBezTo>
                      <a:cubicBezTo>
                        <a:pt x="4064" y="2048"/>
                        <a:pt x="3907" y="2205"/>
                        <a:pt x="3686" y="2205"/>
                      </a:cubicBezTo>
                      <a:lnTo>
                        <a:pt x="2993" y="2205"/>
                      </a:lnTo>
                      <a:cubicBezTo>
                        <a:pt x="2804" y="2205"/>
                        <a:pt x="2646" y="2048"/>
                        <a:pt x="2646" y="1859"/>
                      </a:cubicBezTo>
                      <a:cubicBezTo>
                        <a:pt x="2646" y="1670"/>
                        <a:pt x="2804" y="1512"/>
                        <a:pt x="2993" y="1512"/>
                      </a:cubicBezTo>
                      <a:close/>
                      <a:moveTo>
                        <a:pt x="4127" y="0"/>
                      </a:moveTo>
                      <a:cubicBezTo>
                        <a:pt x="3686" y="536"/>
                        <a:pt x="3056" y="851"/>
                        <a:pt x="2331" y="851"/>
                      </a:cubicBezTo>
                      <a:cubicBezTo>
                        <a:pt x="1607" y="851"/>
                        <a:pt x="977" y="504"/>
                        <a:pt x="536" y="63"/>
                      </a:cubicBezTo>
                      <a:cubicBezTo>
                        <a:pt x="347" y="221"/>
                        <a:pt x="158" y="378"/>
                        <a:pt x="0" y="567"/>
                      </a:cubicBezTo>
                      <a:cubicBezTo>
                        <a:pt x="945" y="756"/>
                        <a:pt x="1638" y="1575"/>
                        <a:pt x="1638" y="2615"/>
                      </a:cubicBezTo>
                      <a:cubicBezTo>
                        <a:pt x="1638" y="2930"/>
                        <a:pt x="1575" y="3214"/>
                        <a:pt x="1449" y="3466"/>
                      </a:cubicBezTo>
                      <a:cubicBezTo>
                        <a:pt x="1859" y="3718"/>
                        <a:pt x="2205" y="4001"/>
                        <a:pt x="2520" y="4348"/>
                      </a:cubicBezTo>
                      <a:lnTo>
                        <a:pt x="5167" y="4348"/>
                      </a:lnTo>
                      <a:cubicBezTo>
                        <a:pt x="5356" y="4348"/>
                        <a:pt x="5513" y="4190"/>
                        <a:pt x="5513" y="4001"/>
                      </a:cubicBezTo>
                      <a:lnTo>
                        <a:pt x="5513" y="2615"/>
                      </a:lnTo>
                      <a:cubicBezTo>
                        <a:pt x="5482" y="1512"/>
                        <a:pt x="4915" y="567"/>
                        <a:pt x="41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68" name="Google Shape;1768;p18"/>
                <p:cNvSpPr/>
                <p:nvPr/>
              </p:nvSpPr>
              <p:spPr>
                <a:xfrm>
                  <a:off x="3497300" y="3309975"/>
                  <a:ext cx="136275" cy="108725"/>
                </a:xfrm>
                <a:custGeom>
                  <a:rect b="b" l="l" r="r" t="t"/>
                  <a:pathLst>
                    <a:path extrusionOk="0" h="4349" w="5451">
                      <a:moveTo>
                        <a:pt x="2426" y="1544"/>
                      </a:moveTo>
                      <a:cubicBezTo>
                        <a:pt x="2615" y="1544"/>
                        <a:pt x="2773" y="1702"/>
                        <a:pt x="2773" y="1891"/>
                      </a:cubicBezTo>
                      <a:cubicBezTo>
                        <a:pt x="2773" y="2080"/>
                        <a:pt x="2615" y="2237"/>
                        <a:pt x="2426" y="2237"/>
                      </a:cubicBezTo>
                      <a:lnTo>
                        <a:pt x="1733" y="2237"/>
                      </a:lnTo>
                      <a:cubicBezTo>
                        <a:pt x="1513" y="2237"/>
                        <a:pt x="1355" y="2080"/>
                        <a:pt x="1355" y="1891"/>
                      </a:cubicBezTo>
                      <a:cubicBezTo>
                        <a:pt x="1355" y="1702"/>
                        <a:pt x="1513" y="1544"/>
                        <a:pt x="1733" y="1544"/>
                      </a:cubicBezTo>
                      <a:close/>
                      <a:moveTo>
                        <a:pt x="1324" y="1"/>
                      </a:moveTo>
                      <a:cubicBezTo>
                        <a:pt x="536" y="568"/>
                        <a:pt x="1" y="1513"/>
                        <a:pt x="1" y="2552"/>
                      </a:cubicBezTo>
                      <a:lnTo>
                        <a:pt x="1" y="3939"/>
                      </a:lnTo>
                      <a:cubicBezTo>
                        <a:pt x="1" y="4191"/>
                        <a:pt x="95" y="4348"/>
                        <a:pt x="316" y="4348"/>
                      </a:cubicBezTo>
                      <a:lnTo>
                        <a:pt x="2930" y="4348"/>
                      </a:lnTo>
                      <a:cubicBezTo>
                        <a:pt x="3214" y="3970"/>
                        <a:pt x="3561" y="3655"/>
                        <a:pt x="4002" y="3466"/>
                      </a:cubicBezTo>
                      <a:cubicBezTo>
                        <a:pt x="3876" y="3183"/>
                        <a:pt x="3813" y="2930"/>
                        <a:pt x="3813" y="2615"/>
                      </a:cubicBezTo>
                      <a:cubicBezTo>
                        <a:pt x="3813" y="1607"/>
                        <a:pt x="4506" y="757"/>
                        <a:pt x="5451" y="568"/>
                      </a:cubicBezTo>
                      <a:cubicBezTo>
                        <a:pt x="5293" y="347"/>
                        <a:pt x="5104" y="190"/>
                        <a:pt x="4915" y="32"/>
                      </a:cubicBezTo>
                      <a:cubicBezTo>
                        <a:pt x="4474" y="505"/>
                        <a:pt x="3844" y="820"/>
                        <a:pt x="3151" y="820"/>
                      </a:cubicBezTo>
                      <a:cubicBezTo>
                        <a:pt x="2426" y="820"/>
                        <a:pt x="1796" y="505"/>
                        <a:pt x="132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69" name="Google Shape;1769;p18"/>
              <p:cNvGrpSpPr/>
              <p:nvPr/>
            </p:nvGrpSpPr>
            <p:grpSpPr>
              <a:xfrm>
                <a:off x="5852289" y="4380069"/>
                <a:ext cx="499272" cy="496610"/>
                <a:chOff x="3497300" y="3591950"/>
                <a:chExt cx="295375" cy="293800"/>
              </a:xfrm>
            </p:grpSpPr>
            <p:sp>
              <p:nvSpPr>
                <p:cNvPr id="1770" name="Google Shape;1770;p18"/>
                <p:cNvSpPr/>
                <p:nvPr/>
              </p:nvSpPr>
              <p:spPr>
                <a:xfrm>
                  <a:off x="3628825" y="3724275"/>
                  <a:ext cx="18150" cy="16550"/>
                </a:xfrm>
                <a:custGeom>
                  <a:rect b="b" l="l" r="r" t="t"/>
                  <a:pathLst>
                    <a:path extrusionOk="0" h="662" w="726">
                      <a:moveTo>
                        <a:pt x="375" y="0"/>
                      </a:moveTo>
                      <a:cubicBezTo>
                        <a:pt x="292" y="0"/>
                        <a:pt x="206" y="32"/>
                        <a:pt x="127" y="95"/>
                      </a:cubicBezTo>
                      <a:cubicBezTo>
                        <a:pt x="1" y="221"/>
                        <a:pt x="1" y="441"/>
                        <a:pt x="127" y="567"/>
                      </a:cubicBezTo>
                      <a:cubicBezTo>
                        <a:pt x="190" y="630"/>
                        <a:pt x="277" y="662"/>
                        <a:pt x="363" y="662"/>
                      </a:cubicBezTo>
                      <a:cubicBezTo>
                        <a:pt x="450" y="662"/>
                        <a:pt x="536" y="630"/>
                        <a:pt x="599" y="567"/>
                      </a:cubicBezTo>
                      <a:cubicBezTo>
                        <a:pt x="725" y="441"/>
                        <a:pt x="725" y="221"/>
                        <a:pt x="599" y="95"/>
                      </a:cubicBezTo>
                      <a:cubicBezTo>
                        <a:pt x="536" y="32"/>
                        <a:pt x="458" y="0"/>
                        <a:pt x="37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1" name="Google Shape;1771;p18"/>
                <p:cNvSpPr/>
                <p:nvPr/>
              </p:nvSpPr>
              <p:spPr>
                <a:xfrm>
                  <a:off x="3590250" y="3689400"/>
                  <a:ext cx="94525" cy="86675"/>
                </a:xfrm>
                <a:custGeom>
                  <a:rect b="b" l="l" r="r" t="t"/>
                  <a:pathLst>
                    <a:path extrusionOk="0" h="3467" w="3781">
                      <a:moveTo>
                        <a:pt x="1922" y="710"/>
                      </a:moveTo>
                      <a:cubicBezTo>
                        <a:pt x="2190" y="710"/>
                        <a:pt x="2458" y="812"/>
                        <a:pt x="2647" y="1017"/>
                      </a:cubicBezTo>
                      <a:cubicBezTo>
                        <a:pt x="3088" y="1395"/>
                        <a:pt x="3088" y="2088"/>
                        <a:pt x="2647" y="2466"/>
                      </a:cubicBezTo>
                      <a:cubicBezTo>
                        <a:pt x="2458" y="2671"/>
                        <a:pt x="2190" y="2773"/>
                        <a:pt x="1922" y="2773"/>
                      </a:cubicBezTo>
                      <a:cubicBezTo>
                        <a:pt x="1654" y="2773"/>
                        <a:pt x="1386" y="2671"/>
                        <a:pt x="1197" y="2466"/>
                      </a:cubicBezTo>
                      <a:cubicBezTo>
                        <a:pt x="788" y="2088"/>
                        <a:pt x="788" y="1395"/>
                        <a:pt x="1197" y="1017"/>
                      </a:cubicBezTo>
                      <a:cubicBezTo>
                        <a:pt x="1386" y="812"/>
                        <a:pt x="1654" y="710"/>
                        <a:pt x="1922" y="710"/>
                      </a:cubicBezTo>
                      <a:close/>
                      <a:moveTo>
                        <a:pt x="1930" y="1"/>
                      </a:moveTo>
                      <a:cubicBezTo>
                        <a:pt x="1489" y="1"/>
                        <a:pt x="1040" y="182"/>
                        <a:pt x="693" y="544"/>
                      </a:cubicBezTo>
                      <a:cubicBezTo>
                        <a:pt x="0" y="1206"/>
                        <a:pt x="0" y="2309"/>
                        <a:pt x="693" y="2970"/>
                      </a:cubicBezTo>
                      <a:cubicBezTo>
                        <a:pt x="1024" y="3301"/>
                        <a:pt x="1473" y="3466"/>
                        <a:pt x="1918" y="3466"/>
                      </a:cubicBezTo>
                      <a:cubicBezTo>
                        <a:pt x="2363" y="3466"/>
                        <a:pt x="2804" y="3301"/>
                        <a:pt x="3119" y="2970"/>
                      </a:cubicBezTo>
                      <a:cubicBezTo>
                        <a:pt x="3781" y="2309"/>
                        <a:pt x="3781" y="1206"/>
                        <a:pt x="3119" y="544"/>
                      </a:cubicBezTo>
                      <a:cubicBezTo>
                        <a:pt x="2804" y="182"/>
                        <a:pt x="2371" y="1"/>
                        <a:pt x="193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2" name="Google Shape;1772;p18"/>
                <p:cNvSpPr/>
                <p:nvPr/>
              </p:nvSpPr>
              <p:spPr>
                <a:xfrm>
                  <a:off x="3674525" y="3601400"/>
                  <a:ext cx="118150" cy="118950"/>
                </a:xfrm>
                <a:custGeom>
                  <a:rect b="b" l="l" r="r" t="t"/>
                  <a:pathLst>
                    <a:path extrusionOk="0" h="4758" w="4726">
                      <a:moveTo>
                        <a:pt x="3533" y="0"/>
                      </a:moveTo>
                      <a:cubicBezTo>
                        <a:pt x="3442" y="0"/>
                        <a:pt x="3355" y="32"/>
                        <a:pt x="3308" y="95"/>
                      </a:cubicBezTo>
                      <a:lnTo>
                        <a:pt x="0" y="3308"/>
                      </a:lnTo>
                      <a:cubicBezTo>
                        <a:pt x="410" y="3623"/>
                        <a:pt x="788" y="4127"/>
                        <a:pt x="1953" y="4758"/>
                      </a:cubicBezTo>
                      <a:lnTo>
                        <a:pt x="4600" y="2678"/>
                      </a:lnTo>
                      <a:cubicBezTo>
                        <a:pt x="4663" y="2615"/>
                        <a:pt x="4726" y="2521"/>
                        <a:pt x="4726" y="2395"/>
                      </a:cubicBezTo>
                      <a:cubicBezTo>
                        <a:pt x="4726" y="1544"/>
                        <a:pt x="4348" y="693"/>
                        <a:pt x="3781" y="95"/>
                      </a:cubicBezTo>
                      <a:cubicBezTo>
                        <a:pt x="3718" y="32"/>
                        <a:pt x="3623" y="0"/>
                        <a:pt x="35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3" name="Google Shape;1773;p18"/>
                <p:cNvSpPr/>
                <p:nvPr/>
              </p:nvSpPr>
              <p:spPr>
                <a:xfrm>
                  <a:off x="3631200" y="3774675"/>
                  <a:ext cx="103200" cy="102400"/>
                </a:xfrm>
                <a:custGeom>
                  <a:rect b="b" l="l" r="r" t="t"/>
                  <a:pathLst>
                    <a:path extrusionOk="0" h="4096" w="4128">
                      <a:moveTo>
                        <a:pt x="2048" y="0"/>
                      </a:moveTo>
                      <a:cubicBezTo>
                        <a:pt x="1985" y="32"/>
                        <a:pt x="1985" y="63"/>
                        <a:pt x="1954" y="126"/>
                      </a:cubicBezTo>
                      <a:cubicBezTo>
                        <a:pt x="1506" y="546"/>
                        <a:pt x="859" y="767"/>
                        <a:pt x="235" y="767"/>
                      </a:cubicBezTo>
                      <a:cubicBezTo>
                        <a:pt x="156" y="767"/>
                        <a:pt x="78" y="764"/>
                        <a:pt x="0" y="756"/>
                      </a:cubicBezTo>
                      <a:lnTo>
                        <a:pt x="0" y="756"/>
                      </a:lnTo>
                      <a:cubicBezTo>
                        <a:pt x="567" y="1670"/>
                        <a:pt x="1355" y="3749"/>
                        <a:pt x="1418" y="3875"/>
                      </a:cubicBezTo>
                      <a:cubicBezTo>
                        <a:pt x="1450" y="4001"/>
                        <a:pt x="1607" y="4096"/>
                        <a:pt x="1733" y="4096"/>
                      </a:cubicBezTo>
                      <a:cubicBezTo>
                        <a:pt x="1891" y="4096"/>
                        <a:pt x="1985" y="4033"/>
                        <a:pt x="2048" y="3875"/>
                      </a:cubicBezTo>
                      <a:lnTo>
                        <a:pt x="2426" y="2647"/>
                      </a:lnTo>
                      <a:lnTo>
                        <a:pt x="3182" y="2647"/>
                      </a:lnTo>
                      <a:cubicBezTo>
                        <a:pt x="4128" y="2647"/>
                        <a:pt x="2710" y="630"/>
                        <a:pt x="204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4" name="Google Shape;1774;p18"/>
                <p:cNvSpPr/>
                <p:nvPr/>
              </p:nvSpPr>
              <p:spPr>
                <a:xfrm>
                  <a:off x="3691850" y="3726625"/>
                  <a:ext cx="89800" cy="89050"/>
                </a:xfrm>
                <a:custGeom>
                  <a:rect b="b" l="l" r="r" t="t"/>
                  <a:pathLst>
                    <a:path extrusionOk="0" h="3562" w="3592">
                      <a:moveTo>
                        <a:pt x="252" y="1"/>
                      </a:moveTo>
                      <a:cubicBezTo>
                        <a:pt x="284" y="410"/>
                        <a:pt x="189" y="883"/>
                        <a:pt x="0" y="1292"/>
                      </a:cubicBezTo>
                      <a:cubicBezTo>
                        <a:pt x="630" y="1922"/>
                        <a:pt x="1134" y="2615"/>
                        <a:pt x="1544" y="3466"/>
                      </a:cubicBezTo>
                      <a:cubicBezTo>
                        <a:pt x="1565" y="3530"/>
                        <a:pt x="1634" y="3562"/>
                        <a:pt x="1715" y="3562"/>
                      </a:cubicBezTo>
                      <a:cubicBezTo>
                        <a:pt x="1874" y="3562"/>
                        <a:pt x="2080" y="3443"/>
                        <a:pt x="2080" y="3214"/>
                      </a:cubicBezTo>
                      <a:lnTo>
                        <a:pt x="2080" y="2458"/>
                      </a:lnTo>
                      <a:lnTo>
                        <a:pt x="3308" y="2080"/>
                      </a:lnTo>
                      <a:cubicBezTo>
                        <a:pt x="3497" y="1985"/>
                        <a:pt x="3592" y="1891"/>
                        <a:pt x="3592" y="1733"/>
                      </a:cubicBezTo>
                      <a:cubicBezTo>
                        <a:pt x="3592" y="1576"/>
                        <a:pt x="3497" y="1450"/>
                        <a:pt x="3340" y="1418"/>
                      </a:cubicBezTo>
                      <a:cubicBezTo>
                        <a:pt x="3182" y="1355"/>
                        <a:pt x="1134" y="568"/>
                        <a:pt x="25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5" name="Google Shape;1775;p18"/>
                <p:cNvSpPr/>
                <p:nvPr/>
              </p:nvSpPr>
              <p:spPr>
                <a:xfrm>
                  <a:off x="3505175" y="3767575"/>
                  <a:ext cx="120525" cy="118175"/>
                </a:xfrm>
                <a:custGeom>
                  <a:rect b="b" l="l" r="r" t="t"/>
                  <a:pathLst>
                    <a:path extrusionOk="0" h="4727" w="4821">
                      <a:moveTo>
                        <a:pt x="3372" y="1"/>
                      </a:moveTo>
                      <a:lnTo>
                        <a:pt x="95" y="3277"/>
                      </a:lnTo>
                      <a:cubicBezTo>
                        <a:pt x="1" y="3435"/>
                        <a:pt x="1" y="3687"/>
                        <a:pt x="158" y="3781"/>
                      </a:cubicBezTo>
                      <a:cubicBezTo>
                        <a:pt x="788" y="4411"/>
                        <a:pt x="1607" y="4727"/>
                        <a:pt x="2458" y="4727"/>
                      </a:cubicBezTo>
                      <a:cubicBezTo>
                        <a:pt x="2584" y="4727"/>
                        <a:pt x="2679" y="4695"/>
                        <a:pt x="2742" y="4632"/>
                      </a:cubicBezTo>
                      <a:lnTo>
                        <a:pt x="4821" y="1986"/>
                      </a:lnTo>
                      <a:cubicBezTo>
                        <a:pt x="4254" y="851"/>
                        <a:pt x="3718" y="442"/>
                        <a:pt x="33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6" name="Google Shape;1776;p18"/>
                <p:cNvSpPr/>
                <p:nvPr/>
              </p:nvSpPr>
              <p:spPr>
                <a:xfrm>
                  <a:off x="3631200" y="3591950"/>
                  <a:ext cx="104000" cy="84300"/>
                </a:xfrm>
                <a:custGeom>
                  <a:rect b="b" l="l" r="r" t="t"/>
                  <a:pathLst>
                    <a:path extrusionOk="0" h="3372" w="4160">
                      <a:moveTo>
                        <a:pt x="2836" y="0"/>
                      </a:moveTo>
                      <a:cubicBezTo>
                        <a:pt x="2678" y="0"/>
                        <a:pt x="2584" y="32"/>
                        <a:pt x="2521" y="95"/>
                      </a:cubicBezTo>
                      <a:lnTo>
                        <a:pt x="0" y="3245"/>
                      </a:lnTo>
                      <a:cubicBezTo>
                        <a:pt x="90" y="3238"/>
                        <a:pt x="181" y="3234"/>
                        <a:pt x="272" y="3234"/>
                      </a:cubicBezTo>
                      <a:cubicBezTo>
                        <a:pt x="568" y="3234"/>
                        <a:pt x="870" y="3275"/>
                        <a:pt x="1135" y="3371"/>
                      </a:cubicBezTo>
                      <a:cubicBezTo>
                        <a:pt x="1324" y="3119"/>
                        <a:pt x="3939" y="567"/>
                        <a:pt x="4159" y="347"/>
                      </a:cubicBezTo>
                      <a:cubicBezTo>
                        <a:pt x="3718" y="158"/>
                        <a:pt x="3308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77" name="Google Shape;1777;p18"/>
                <p:cNvSpPr/>
                <p:nvPr/>
              </p:nvSpPr>
              <p:spPr>
                <a:xfrm>
                  <a:off x="3497300" y="3721900"/>
                  <a:ext cx="84300" cy="107150"/>
                </a:xfrm>
                <a:custGeom>
                  <a:rect b="b" l="l" r="r" t="t"/>
                  <a:pathLst>
                    <a:path extrusionOk="0" h="4286" w="3372">
                      <a:moveTo>
                        <a:pt x="3246" y="1"/>
                      </a:moveTo>
                      <a:lnTo>
                        <a:pt x="95" y="2552"/>
                      </a:lnTo>
                      <a:cubicBezTo>
                        <a:pt x="32" y="2615"/>
                        <a:pt x="1" y="2710"/>
                        <a:pt x="1" y="2836"/>
                      </a:cubicBezTo>
                      <a:cubicBezTo>
                        <a:pt x="1" y="3340"/>
                        <a:pt x="95" y="3844"/>
                        <a:pt x="347" y="4285"/>
                      </a:cubicBezTo>
                      <a:lnTo>
                        <a:pt x="3372" y="1261"/>
                      </a:lnTo>
                      <a:cubicBezTo>
                        <a:pt x="3214" y="851"/>
                        <a:pt x="3183" y="410"/>
                        <a:pt x="324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78" name="Google Shape;1778;p18"/>
              <p:cNvGrpSpPr/>
              <p:nvPr/>
            </p:nvGrpSpPr>
            <p:grpSpPr>
              <a:xfrm>
                <a:off x="5852289" y="4985455"/>
                <a:ext cx="499272" cy="499315"/>
                <a:chOff x="3497300" y="3955025"/>
                <a:chExt cx="295375" cy="295400"/>
              </a:xfrm>
            </p:grpSpPr>
            <p:sp>
              <p:nvSpPr>
                <p:cNvPr id="1779" name="Google Shape;1779;p18"/>
                <p:cNvSpPr/>
                <p:nvPr/>
              </p:nvSpPr>
              <p:spPr>
                <a:xfrm>
                  <a:off x="3660350" y="4035375"/>
                  <a:ext cx="132325" cy="155175"/>
                </a:xfrm>
                <a:custGeom>
                  <a:rect b="b" l="l" r="r" t="t"/>
                  <a:pathLst>
                    <a:path extrusionOk="0" h="6207" w="5293">
                      <a:moveTo>
                        <a:pt x="4663" y="0"/>
                      </a:moveTo>
                      <a:lnTo>
                        <a:pt x="0" y="2773"/>
                      </a:lnTo>
                      <a:lnTo>
                        <a:pt x="4127" y="6207"/>
                      </a:lnTo>
                      <a:cubicBezTo>
                        <a:pt x="4852" y="5199"/>
                        <a:pt x="5293" y="4033"/>
                        <a:pt x="5293" y="2678"/>
                      </a:cubicBezTo>
                      <a:cubicBezTo>
                        <a:pt x="5293" y="1733"/>
                        <a:pt x="5041" y="851"/>
                        <a:pt x="466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0" name="Google Shape;1780;p18"/>
                <p:cNvSpPr/>
                <p:nvPr/>
              </p:nvSpPr>
              <p:spPr>
                <a:xfrm>
                  <a:off x="3653250" y="3955025"/>
                  <a:ext cx="114225" cy="133150"/>
                </a:xfrm>
                <a:custGeom>
                  <a:rect b="b" l="l" r="r" t="t"/>
                  <a:pathLst>
                    <a:path extrusionOk="0" h="5326" w="4569">
                      <a:moveTo>
                        <a:pt x="1" y="1"/>
                      </a:moveTo>
                      <a:lnTo>
                        <a:pt x="1" y="5325"/>
                      </a:lnTo>
                      <a:lnTo>
                        <a:pt x="4569" y="2679"/>
                      </a:lnTo>
                      <a:cubicBezTo>
                        <a:pt x="3561" y="1167"/>
                        <a:pt x="1891" y="127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1" name="Google Shape;1781;p18"/>
                <p:cNvSpPr/>
                <p:nvPr/>
              </p:nvSpPr>
              <p:spPr>
                <a:xfrm>
                  <a:off x="3497300" y="3955025"/>
                  <a:ext cx="256000" cy="295400"/>
                </a:xfrm>
                <a:custGeom>
                  <a:rect b="b" l="l" r="r" t="t"/>
                  <a:pathLst>
                    <a:path extrusionOk="0" h="11816" w="10240">
                      <a:moveTo>
                        <a:pt x="5577" y="1"/>
                      </a:moveTo>
                      <a:cubicBezTo>
                        <a:pt x="2521" y="190"/>
                        <a:pt x="1" y="2805"/>
                        <a:pt x="1" y="5892"/>
                      </a:cubicBezTo>
                      <a:cubicBezTo>
                        <a:pt x="1" y="9137"/>
                        <a:pt x="2678" y="11815"/>
                        <a:pt x="5923" y="11815"/>
                      </a:cubicBezTo>
                      <a:cubicBezTo>
                        <a:pt x="7625" y="11815"/>
                        <a:pt x="9168" y="11059"/>
                        <a:pt x="10240" y="9925"/>
                      </a:cubicBezTo>
                      <a:lnTo>
                        <a:pt x="5703" y="6176"/>
                      </a:lnTo>
                      <a:cubicBezTo>
                        <a:pt x="5608" y="6144"/>
                        <a:pt x="5577" y="5987"/>
                        <a:pt x="5577" y="5892"/>
                      </a:cubicBezTo>
                      <a:lnTo>
                        <a:pt x="5577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82" name="Google Shape;1782;p18"/>
              <p:cNvGrpSpPr/>
              <p:nvPr/>
            </p:nvGrpSpPr>
            <p:grpSpPr>
              <a:xfrm>
                <a:off x="9033505" y="3749048"/>
                <a:ext cx="468678" cy="498554"/>
                <a:chOff x="5364750" y="3235150"/>
                <a:chExt cx="277275" cy="294950"/>
              </a:xfrm>
            </p:grpSpPr>
            <p:sp>
              <p:nvSpPr>
                <p:cNvPr id="1783" name="Google Shape;1783;p18"/>
                <p:cNvSpPr/>
                <p:nvPr/>
              </p:nvSpPr>
              <p:spPr>
                <a:xfrm>
                  <a:off x="5502600" y="3235150"/>
                  <a:ext cx="17350" cy="44125"/>
                </a:xfrm>
                <a:custGeom>
                  <a:rect b="b" l="l" r="r" t="t"/>
                  <a:pathLst>
                    <a:path extrusionOk="0" h="1765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1418"/>
                      </a:lnTo>
                      <a:cubicBezTo>
                        <a:pt x="0" y="1607"/>
                        <a:pt x="158" y="1765"/>
                        <a:pt x="347" y="1765"/>
                      </a:cubicBezTo>
                      <a:cubicBezTo>
                        <a:pt x="536" y="1765"/>
                        <a:pt x="693" y="1607"/>
                        <a:pt x="693" y="1418"/>
                      </a:cubicBezTo>
                      <a:lnTo>
                        <a:pt x="693" y="347"/>
                      </a:ln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4" name="Google Shape;1784;p18"/>
                <p:cNvSpPr/>
                <p:nvPr/>
              </p:nvSpPr>
              <p:spPr>
                <a:xfrm>
                  <a:off x="5555375" y="3253850"/>
                  <a:ext cx="35450" cy="34100"/>
                </a:xfrm>
                <a:custGeom>
                  <a:rect b="b" l="l" r="r" t="t"/>
                  <a:pathLst>
                    <a:path extrusionOk="0" h="1364" w="1418">
                      <a:moveTo>
                        <a:pt x="1071" y="1"/>
                      </a:moveTo>
                      <a:cubicBezTo>
                        <a:pt x="977" y="1"/>
                        <a:pt x="882" y="24"/>
                        <a:pt x="819" y="72"/>
                      </a:cubicBezTo>
                      <a:lnTo>
                        <a:pt x="126" y="796"/>
                      </a:lnTo>
                      <a:cubicBezTo>
                        <a:pt x="0" y="922"/>
                        <a:pt x="0" y="1143"/>
                        <a:pt x="126" y="1269"/>
                      </a:cubicBezTo>
                      <a:cubicBezTo>
                        <a:pt x="189" y="1332"/>
                        <a:pt x="268" y="1363"/>
                        <a:pt x="350" y="1363"/>
                      </a:cubicBezTo>
                      <a:cubicBezTo>
                        <a:pt x="433" y="1363"/>
                        <a:pt x="520" y="1332"/>
                        <a:pt x="599" y="1269"/>
                      </a:cubicBezTo>
                      <a:lnTo>
                        <a:pt x="1323" y="544"/>
                      </a:lnTo>
                      <a:cubicBezTo>
                        <a:pt x="1418" y="418"/>
                        <a:pt x="1418" y="198"/>
                        <a:pt x="1323" y="72"/>
                      </a:cubicBezTo>
                      <a:cubicBezTo>
                        <a:pt x="1260" y="24"/>
                        <a:pt x="1166" y="1"/>
                        <a:pt x="107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5" name="Google Shape;1785;p18"/>
                <p:cNvSpPr/>
                <p:nvPr/>
              </p:nvSpPr>
              <p:spPr>
                <a:xfrm>
                  <a:off x="5606550" y="3357225"/>
                  <a:ext cx="35475" cy="18150"/>
                </a:xfrm>
                <a:custGeom>
                  <a:rect b="b" l="l" r="r" t="t"/>
                  <a:pathLst>
                    <a:path extrusionOk="0" h="726" w="1419">
                      <a:moveTo>
                        <a:pt x="379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68"/>
                        <a:pt x="158" y="725"/>
                        <a:pt x="379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9" y="568"/>
                        <a:pt x="1419" y="347"/>
                      </a:cubicBezTo>
                      <a:cubicBezTo>
                        <a:pt x="1419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6" name="Google Shape;1786;p18"/>
                <p:cNvSpPr/>
                <p:nvPr/>
              </p:nvSpPr>
              <p:spPr>
                <a:xfrm>
                  <a:off x="5364750" y="3357225"/>
                  <a:ext cx="35475" cy="17350"/>
                </a:xfrm>
                <a:custGeom>
                  <a:rect b="b" l="l" r="r" t="t"/>
                  <a:pathLst>
                    <a:path extrusionOk="0" h="694" w="1419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68"/>
                        <a:pt x="158" y="694"/>
                        <a:pt x="347" y="694"/>
                      </a:cubicBezTo>
                      <a:lnTo>
                        <a:pt x="1072" y="694"/>
                      </a:lnTo>
                      <a:cubicBezTo>
                        <a:pt x="1261" y="694"/>
                        <a:pt x="1419" y="568"/>
                        <a:pt x="1419" y="347"/>
                      </a:cubicBezTo>
                      <a:cubicBezTo>
                        <a:pt x="1419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7" name="Google Shape;1787;p18"/>
                <p:cNvSpPr/>
                <p:nvPr/>
              </p:nvSpPr>
              <p:spPr>
                <a:xfrm>
                  <a:off x="5433275" y="3253850"/>
                  <a:ext cx="35475" cy="34100"/>
                </a:xfrm>
                <a:custGeom>
                  <a:rect b="b" l="l" r="r" t="t"/>
                  <a:pathLst>
                    <a:path extrusionOk="0" h="1364" w="1419">
                      <a:moveTo>
                        <a:pt x="363" y="1"/>
                      </a:moveTo>
                      <a:cubicBezTo>
                        <a:pt x="276" y="1"/>
                        <a:pt x="190" y="24"/>
                        <a:pt x="127" y="72"/>
                      </a:cubicBezTo>
                      <a:cubicBezTo>
                        <a:pt x="1" y="198"/>
                        <a:pt x="1" y="450"/>
                        <a:pt x="127" y="544"/>
                      </a:cubicBezTo>
                      <a:lnTo>
                        <a:pt x="820" y="1269"/>
                      </a:lnTo>
                      <a:cubicBezTo>
                        <a:pt x="883" y="1332"/>
                        <a:pt x="977" y="1363"/>
                        <a:pt x="1072" y="1363"/>
                      </a:cubicBezTo>
                      <a:cubicBezTo>
                        <a:pt x="1166" y="1363"/>
                        <a:pt x="1261" y="1332"/>
                        <a:pt x="1324" y="1269"/>
                      </a:cubicBezTo>
                      <a:cubicBezTo>
                        <a:pt x="1418" y="1143"/>
                        <a:pt x="1418" y="922"/>
                        <a:pt x="1324" y="796"/>
                      </a:cubicBezTo>
                      <a:lnTo>
                        <a:pt x="599" y="72"/>
                      </a:lnTo>
                      <a:cubicBezTo>
                        <a:pt x="536" y="24"/>
                        <a:pt x="450" y="1"/>
                        <a:pt x="36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8" name="Google Shape;1788;p18"/>
                <p:cNvSpPr/>
                <p:nvPr/>
              </p:nvSpPr>
              <p:spPr>
                <a:xfrm>
                  <a:off x="5380500" y="3287775"/>
                  <a:ext cx="37050" cy="25975"/>
                </a:xfrm>
                <a:custGeom>
                  <a:rect b="b" l="l" r="r" t="t"/>
                  <a:pathLst>
                    <a:path extrusionOk="0" h="1039" w="1482">
                      <a:moveTo>
                        <a:pt x="396" y="0"/>
                      </a:moveTo>
                      <a:cubicBezTo>
                        <a:pt x="267" y="0"/>
                        <a:pt x="132" y="81"/>
                        <a:pt x="64" y="195"/>
                      </a:cubicBezTo>
                      <a:cubicBezTo>
                        <a:pt x="1" y="353"/>
                        <a:pt x="64" y="573"/>
                        <a:pt x="221" y="668"/>
                      </a:cubicBezTo>
                      <a:lnTo>
                        <a:pt x="946" y="1015"/>
                      </a:lnTo>
                      <a:cubicBezTo>
                        <a:pt x="987" y="1031"/>
                        <a:pt x="1032" y="1039"/>
                        <a:pt x="1077" y="1039"/>
                      </a:cubicBezTo>
                      <a:cubicBezTo>
                        <a:pt x="1209" y="1039"/>
                        <a:pt x="1349" y="974"/>
                        <a:pt x="1419" y="857"/>
                      </a:cubicBezTo>
                      <a:cubicBezTo>
                        <a:pt x="1482" y="699"/>
                        <a:pt x="1419" y="447"/>
                        <a:pt x="1261" y="384"/>
                      </a:cubicBezTo>
                      <a:lnTo>
                        <a:pt x="536" y="38"/>
                      </a:lnTo>
                      <a:cubicBezTo>
                        <a:pt x="493" y="12"/>
                        <a:pt x="445" y="0"/>
                        <a:pt x="39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89" name="Google Shape;1789;p18"/>
                <p:cNvSpPr/>
                <p:nvPr/>
              </p:nvSpPr>
              <p:spPr>
                <a:xfrm>
                  <a:off x="5588450" y="3288075"/>
                  <a:ext cx="37025" cy="26800"/>
                </a:xfrm>
                <a:custGeom>
                  <a:rect b="b" l="l" r="r" t="t"/>
                  <a:pathLst>
                    <a:path extrusionOk="0" h="1072" w="1481">
                      <a:moveTo>
                        <a:pt x="1110" y="0"/>
                      </a:moveTo>
                      <a:cubicBezTo>
                        <a:pt x="1049" y="0"/>
                        <a:pt x="983" y="18"/>
                        <a:pt x="914" y="57"/>
                      </a:cubicBezTo>
                      <a:lnTo>
                        <a:pt x="221" y="404"/>
                      </a:lnTo>
                      <a:cubicBezTo>
                        <a:pt x="63" y="498"/>
                        <a:pt x="0" y="687"/>
                        <a:pt x="63" y="877"/>
                      </a:cubicBezTo>
                      <a:cubicBezTo>
                        <a:pt x="132" y="991"/>
                        <a:pt x="250" y="1072"/>
                        <a:pt x="382" y="1072"/>
                      </a:cubicBezTo>
                      <a:cubicBezTo>
                        <a:pt x="432" y="1072"/>
                        <a:pt x="484" y="1060"/>
                        <a:pt x="536" y="1034"/>
                      </a:cubicBezTo>
                      <a:lnTo>
                        <a:pt x="1260" y="687"/>
                      </a:lnTo>
                      <a:cubicBezTo>
                        <a:pt x="1418" y="593"/>
                        <a:pt x="1481" y="404"/>
                        <a:pt x="1418" y="215"/>
                      </a:cubicBezTo>
                      <a:cubicBezTo>
                        <a:pt x="1353" y="85"/>
                        <a:pt x="1244" y="0"/>
                        <a:pt x="11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0" name="Google Shape;1790;p18"/>
                <p:cNvSpPr/>
                <p:nvPr/>
              </p:nvSpPr>
              <p:spPr>
                <a:xfrm>
                  <a:off x="5412025" y="3286350"/>
                  <a:ext cx="177225" cy="243750"/>
                </a:xfrm>
                <a:custGeom>
                  <a:rect b="b" l="l" r="r" t="t"/>
                  <a:pathLst>
                    <a:path extrusionOk="0" h="9750" w="7089">
                      <a:moveTo>
                        <a:pt x="3529" y="0"/>
                      </a:moveTo>
                      <a:cubicBezTo>
                        <a:pt x="3151" y="0"/>
                        <a:pt x="2836" y="315"/>
                        <a:pt x="2836" y="725"/>
                      </a:cubicBezTo>
                      <a:lnTo>
                        <a:pt x="2836" y="1418"/>
                      </a:lnTo>
                      <a:cubicBezTo>
                        <a:pt x="2836" y="1040"/>
                        <a:pt x="2520" y="725"/>
                        <a:pt x="2111" y="725"/>
                      </a:cubicBezTo>
                      <a:cubicBezTo>
                        <a:pt x="1733" y="725"/>
                        <a:pt x="1418" y="1040"/>
                        <a:pt x="1418" y="1418"/>
                      </a:cubicBezTo>
                      <a:lnTo>
                        <a:pt x="1418" y="2143"/>
                      </a:lnTo>
                      <a:cubicBezTo>
                        <a:pt x="1544" y="2143"/>
                        <a:pt x="1638" y="2080"/>
                        <a:pt x="1764" y="2080"/>
                      </a:cubicBezTo>
                      <a:lnTo>
                        <a:pt x="3497" y="2080"/>
                      </a:lnTo>
                      <a:cubicBezTo>
                        <a:pt x="4253" y="2080"/>
                        <a:pt x="4883" y="2710"/>
                        <a:pt x="4883" y="3466"/>
                      </a:cubicBezTo>
                      <a:cubicBezTo>
                        <a:pt x="4883" y="4096"/>
                        <a:pt x="4474" y="4600"/>
                        <a:pt x="3907" y="4758"/>
                      </a:cubicBezTo>
                      <a:cubicBezTo>
                        <a:pt x="4064" y="5073"/>
                        <a:pt x="4159" y="5482"/>
                        <a:pt x="4159" y="5860"/>
                      </a:cubicBezTo>
                      <a:cubicBezTo>
                        <a:pt x="4159" y="6081"/>
                        <a:pt x="4001" y="6238"/>
                        <a:pt x="3812" y="6238"/>
                      </a:cubicBezTo>
                      <a:cubicBezTo>
                        <a:pt x="3623" y="6238"/>
                        <a:pt x="3466" y="6081"/>
                        <a:pt x="3466" y="5860"/>
                      </a:cubicBezTo>
                      <a:cubicBezTo>
                        <a:pt x="3466" y="4915"/>
                        <a:pt x="2678" y="4128"/>
                        <a:pt x="1733" y="4128"/>
                      </a:cubicBezTo>
                      <a:lnTo>
                        <a:pt x="3466" y="4128"/>
                      </a:lnTo>
                      <a:cubicBezTo>
                        <a:pt x="3844" y="4128"/>
                        <a:pt x="4159" y="3812"/>
                        <a:pt x="4159" y="3434"/>
                      </a:cubicBezTo>
                      <a:cubicBezTo>
                        <a:pt x="4159" y="3025"/>
                        <a:pt x="3844" y="2710"/>
                        <a:pt x="3466" y="2710"/>
                      </a:cubicBezTo>
                      <a:lnTo>
                        <a:pt x="1733" y="2710"/>
                      </a:lnTo>
                      <a:cubicBezTo>
                        <a:pt x="788" y="2710"/>
                        <a:pt x="0" y="3497"/>
                        <a:pt x="0" y="4443"/>
                      </a:cubicBezTo>
                      <a:lnTo>
                        <a:pt x="0" y="5167"/>
                      </a:lnTo>
                      <a:cubicBezTo>
                        <a:pt x="0" y="6112"/>
                        <a:pt x="536" y="6963"/>
                        <a:pt x="1386" y="7372"/>
                      </a:cubicBezTo>
                      <a:lnTo>
                        <a:pt x="1386" y="8318"/>
                      </a:lnTo>
                      <a:cubicBezTo>
                        <a:pt x="977" y="8318"/>
                        <a:pt x="662" y="8633"/>
                        <a:pt x="662" y="9011"/>
                      </a:cubicBezTo>
                      <a:lnTo>
                        <a:pt x="662" y="9389"/>
                      </a:lnTo>
                      <a:cubicBezTo>
                        <a:pt x="662" y="9578"/>
                        <a:pt x="819" y="9735"/>
                        <a:pt x="1008" y="9735"/>
                      </a:cubicBezTo>
                      <a:lnTo>
                        <a:pt x="5860" y="9735"/>
                      </a:lnTo>
                      <a:cubicBezTo>
                        <a:pt x="5923" y="9745"/>
                        <a:pt x="5979" y="9749"/>
                        <a:pt x="6029" y="9749"/>
                      </a:cubicBezTo>
                      <a:cubicBezTo>
                        <a:pt x="6305" y="9749"/>
                        <a:pt x="6396" y="9612"/>
                        <a:pt x="6396" y="9452"/>
                      </a:cubicBezTo>
                      <a:lnTo>
                        <a:pt x="6396" y="9105"/>
                      </a:lnTo>
                      <a:cubicBezTo>
                        <a:pt x="6396" y="8696"/>
                        <a:pt x="6112" y="8381"/>
                        <a:pt x="5702" y="8381"/>
                      </a:cubicBezTo>
                      <a:lnTo>
                        <a:pt x="5702" y="7436"/>
                      </a:lnTo>
                      <a:cubicBezTo>
                        <a:pt x="6522" y="7057"/>
                        <a:pt x="7089" y="6175"/>
                        <a:pt x="7089" y="5230"/>
                      </a:cubicBezTo>
                      <a:lnTo>
                        <a:pt x="7089" y="2143"/>
                      </a:lnTo>
                      <a:cubicBezTo>
                        <a:pt x="7089" y="1733"/>
                        <a:pt x="6774" y="1418"/>
                        <a:pt x="6364" y="1418"/>
                      </a:cubicBezTo>
                      <a:cubicBezTo>
                        <a:pt x="5986" y="1418"/>
                        <a:pt x="5671" y="1733"/>
                        <a:pt x="5671" y="2143"/>
                      </a:cubicBezTo>
                      <a:lnTo>
                        <a:pt x="5671" y="1418"/>
                      </a:lnTo>
                      <a:cubicBezTo>
                        <a:pt x="5671" y="1040"/>
                        <a:pt x="5356" y="725"/>
                        <a:pt x="4946" y="725"/>
                      </a:cubicBezTo>
                      <a:cubicBezTo>
                        <a:pt x="4568" y="725"/>
                        <a:pt x="4253" y="1040"/>
                        <a:pt x="4253" y="1418"/>
                      </a:cubicBezTo>
                      <a:lnTo>
                        <a:pt x="4253" y="725"/>
                      </a:lnTo>
                      <a:cubicBezTo>
                        <a:pt x="4253" y="315"/>
                        <a:pt x="3938" y="0"/>
                        <a:pt x="352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791" name="Google Shape;1791;p18"/>
              <p:cNvGrpSpPr/>
              <p:nvPr/>
            </p:nvGrpSpPr>
            <p:grpSpPr>
              <a:xfrm>
                <a:off x="9016859" y="4376726"/>
                <a:ext cx="501977" cy="503287"/>
                <a:chOff x="5355300" y="3598250"/>
                <a:chExt cx="296975" cy="297750"/>
              </a:xfrm>
            </p:grpSpPr>
            <p:sp>
              <p:nvSpPr>
                <p:cNvPr id="1792" name="Google Shape;1792;p18"/>
                <p:cNvSpPr/>
                <p:nvPr/>
              </p:nvSpPr>
              <p:spPr>
                <a:xfrm>
                  <a:off x="5355300" y="3703000"/>
                  <a:ext cx="35475" cy="191425"/>
                </a:xfrm>
                <a:custGeom>
                  <a:rect b="b" l="l" r="r" t="t"/>
                  <a:pathLst>
                    <a:path extrusionOk="0" h="7657" w="1419">
                      <a:moveTo>
                        <a:pt x="410" y="0"/>
                      </a:moveTo>
                      <a:cubicBezTo>
                        <a:pt x="221" y="0"/>
                        <a:pt x="64" y="158"/>
                        <a:pt x="64" y="347"/>
                      </a:cubicBezTo>
                      <a:cubicBezTo>
                        <a:pt x="1" y="2867"/>
                        <a:pt x="1" y="4789"/>
                        <a:pt x="1" y="7310"/>
                      </a:cubicBezTo>
                      <a:cubicBezTo>
                        <a:pt x="1" y="7530"/>
                        <a:pt x="158" y="7656"/>
                        <a:pt x="379" y="7656"/>
                      </a:cubicBezTo>
                      <a:cubicBezTo>
                        <a:pt x="568" y="7656"/>
                        <a:pt x="725" y="7530"/>
                        <a:pt x="725" y="7310"/>
                      </a:cubicBezTo>
                      <a:lnTo>
                        <a:pt x="725" y="1355"/>
                      </a:lnTo>
                      <a:lnTo>
                        <a:pt x="1418" y="1355"/>
                      </a:lnTo>
                      <a:lnTo>
                        <a:pt x="141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3" name="Google Shape;1793;p18"/>
                <p:cNvSpPr/>
                <p:nvPr/>
              </p:nvSpPr>
              <p:spPr>
                <a:xfrm>
                  <a:off x="5389175" y="3773100"/>
                  <a:ext cx="122900" cy="122900"/>
                </a:xfrm>
                <a:custGeom>
                  <a:rect b="b" l="l" r="r" t="t"/>
                  <a:pathLst>
                    <a:path extrusionOk="0" h="4916" w="4916">
                      <a:moveTo>
                        <a:pt x="2080" y="0"/>
                      </a:moveTo>
                      <a:lnTo>
                        <a:pt x="2080" y="693"/>
                      </a:lnTo>
                      <a:lnTo>
                        <a:pt x="1733" y="693"/>
                      </a:lnTo>
                      <a:cubicBezTo>
                        <a:pt x="788" y="693"/>
                        <a:pt x="0" y="1481"/>
                        <a:pt x="0" y="2458"/>
                      </a:cubicBezTo>
                      <a:cubicBezTo>
                        <a:pt x="0" y="2678"/>
                        <a:pt x="158" y="2836"/>
                        <a:pt x="347" y="2836"/>
                      </a:cubicBezTo>
                      <a:lnTo>
                        <a:pt x="2080" y="2836"/>
                      </a:lnTo>
                      <a:lnTo>
                        <a:pt x="2080" y="3529"/>
                      </a:lnTo>
                      <a:lnTo>
                        <a:pt x="1072" y="3529"/>
                      </a:lnTo>
                      <a:cubicBezTo>
                        <a:pt x="473" y="3529"/>
                        <a:pt x="32" y="4001"/>
                        <a:pt x="32" y="4569"/>
                      </a:cubicBezTo>
                      <a:cubicBezTo>
                        <a:pt x="32" y="4758"/>
                        <a:pt x="189" y="4915"/>
                        <a:pt x="410" y="4915"/>
                      </a:cubicBezTo>
                      <a:cubicBezTo>
                        <a:pt x="599" y="4915"/>
                        <a:pt x="757" y="4758"/>
                        <a:pt x="757" y="4569"/>
                      </a:cubicBezTo>
                      <a:cubicBezTo>
                        <a:pt x="757" y="4348"/>
                        <a:pt x="914" y="4190"/>
                        <a:pt x="1103" y="4190"/>
                      </a:cubicBezTo>
                      <a:lnTo>
                        <a:pt x="2143" y="4190"/>
                      </a:lnTo>
                      <a:lnTo>
                        <a:pt x="2143" y="4569"/>
                      </a:lnTo>
                      <a:cubicBezTo>
                        <a:pt x="2143" y="4758"/>
                        <a:pt x="2300" y="4915"/>
                        <a:pt x="2489" y="4915"/>
                      </a:cubicBezTo>
                      <a:cubicBezTo>
                        <a:pt x="2678" y="4915"/>
                        <a:pt x="2836" y="4758"/>
                        <a:pt x="2836" y="4569"/>
                      </a:cubicBezTo>
                      <a:lnTo>
                        <a:pt x="2836" y="4190"/>
                      </a:lnTo>
                      <a:lnTo>
                        <a:pt x="3876" y="4190"/>
                      </a:lnTo>
                      <a:cubicBezTo>
                        <a:pt x="4065" y="4190"/>
                        <a:pt x="4222" y="4348"/>
                        <a:pt x="4222" y="4569"/>
                      </a:cubicBezTo>
                      <a:cubicBezTo>
                        <a:pt x="4222" y="4758"/>
                        <a:pt x="4380" y="4915"/>
                        <a:pt x="4569" y="4915"/>
                      </a:cubicBezTo>
                      <a:cubicBezTo>
                        <a:pt x="4758" y="4915"/>
                        <a:pt x="4915" y="4758"/>
                        <a:pt x="4915" y="4569"/>
                      </a:cubicBezTo>
                      <a:cubicBezTo>
                        <a:pt x="4915" y="3970"/>
                        <a:pt x="4443" y="3529"/>
                        <a:pt x="3907" y="3529"/>
                      </a:cubicBezTo>
                      <a:lnTo>
                        <a:pt x="2867" y="3529"/>
                      </a:lnTo>
                      <a:lnTo>
                        <a:pt x="2867" y="2836"/>
                      </a:lnTo>
                      <a:lnTo>
                        <a:pt x="4537" y="2836"/>
                      </a:lnTo>
                      <a:lnTo>
                        <a:pt x="4537" y="2773"/>
                      </a:lnTo>
                      <a:cubicBezTo>
                        <a:pt x="4726" y="2773"/>
                        <a:pt x="4884" y="2615"/>
                        <a:pt x="4884" y="2426"/>
                      </a:cubicBezTo>
                      <a:cubicBezTo>
                        <a:pt x="4884" y="1481"/>
                        <a:pt x="4096" y="662"/>
                        <a:pt x="3151" y="662"/>
                      </a:cubicBezTo>
                      <a:lnTo>
                        <a:pt x="2804" y="662"/>
                      </a:lnTo>
                      <a:lnTo>
                        <a:pt x="280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4" name="Google Shape;1794;p18"/>
                <p:cNvSpPr/>
                <p:nvPr/>
              </p:nvSpPr>
              <p:spPr>
                <a:xfrm>
                  <a:off x="5527800" y="3598250"/>
                  <a:ext cx="105550" cy="35450"/>
                </a:xfrm>
                <a:custGeom>
                  <a:rect b="b" l="l" r="r" t="t"/>
                  <a:pathLst>
                    <a:path extrusionOk="0" h="1418" w="4222">
                      <a:moveTo>
                        <a:pt x="725" y="0"/>
                      </a:moveTo>
                      <a:cubicBezTo>
                        <a:pt x="315" y="0"/>
                        <a:pt x="0" y="315"/>
                        <a:pt x="0" y="725"/>
                      </a:cubicBezTo>
                      <a:cubicBezTo>
                        <a:pt x="63" y="1103"/>
                        <a:pt x="378" y="1418"/>
                        <a:pt x="725" y="1418"/>
                      </a:cubicBezTo>
                      <a:lnTo>
                        <a:pt x="3875" y="1418"/>
                      </a:lnTo>
                      <a:cubicBezTo>
                        <a:pt x="4064" y="1418"/>
                        <a:pt x="4222" y="1260"/>
                        <a:pt x="4222" y="1071"/>
                      </a:cubicBezTo>
                      <a:lnTo>
                        <a:pt x="4222" y="378"/>
                      </a:lnTo>
                      <a:cubicBezTo>
                        <a:pt x="4222" y="158"/>
                        <a:pt x="4064" y="0"/>
                        <a:pt x="387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5" name="Google Shape;1795;p18"/>
                <p:cNvSpPr/>
                <p:nvPr/>
              </p:nvSpPr>
              <p:spPr>
                <a:xfrm>
                  <a:off x="5545900" y="3651800"/>
                  <a:ext cx="104800" cy="35475"/>
                </a:xfrm>
                <a:custGeom>
                  <a:rect b="b" l="l" r="r" t="t"/>
                  <a:pathLst>
                    <a:path extrusionOk="0" h="1419" w="4192">
                      <a:moveTo>
                        <a:pt x="694" y="1"/>
                      </a:moveTo>
                      <a:cubicBezTo>
                        <a:pt x="316" y="1"/>
                        <a:pt x="1" y="316"/>
                        <a:pt x="1" y="694"/>
                      </a:cubicBezTo>
                      <a:cubicBezTo>
                        <a:pt x="1" y="1103"/>
                        <a:pt x="316" y="1418"/>
                        <a:pt x="694" y="1418"/>
                      </a:cubicBezTo>
                      <a:lnTo>
                        <a:pt x="3845" y="1418"/>
                      </a:lnTo>
                      <a:cubicBezTo>
                        <a:pt x="4065" y="1418"/>
                        <a:pt x="4191" y="1261"/>
                        <a:pt x="4191" y="1072"/>
                      </a:cubicBezTo>
                      <a:lnTo>
                        <a:pt x="4191" y="347"/>
                      </a:lnTo>
                      <a:cubicBezTo>
                        <a:pt x="4191" y="158"/>
                        <a:pt x="4065" y="1"/>
                        <a:pt x="38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6" name="Google Shape;1796;p18"/>
                <p:cNvSpPr/>
                <p:nvPr/>
              </p:nvSpPr>
              <p:spPr>
                <a:xfrm>
                  <a:off x="5529375" y="3754975"/>
                  <a:ext cx="122100" cy="35475"/>
                </a:xfrm>
                <a:custGeom>
                  <a:rect b="b" l="l" r="r" t="t"/>
                  <a:pathLst>
                    <a:path extrusionOk="0" h="1419" w="4884">
                      <a:moveTo>
                        <a:pt x="0" y="1"/>
                      </a:moveTo>
                      <a:lnTo>
                        <a:pt x="0" y="1418"/>
                      </a:lnTo>
                      <a:lnTo>
                        <a:pt x="4884" y="1418"/>
                      </a:lnTo>
                      <a:lnTo>
                        <a:pt x="4884" y="1"/>
                      </a:lnTo>
                      <a:lnTo>
                        <a:pt x="2773" y="1"/>
                      </a:lnTo>
                      <a:lnTo>
                        <a:pt x="2773" y="347"/>
                      </a:lnTo>
                      <a:cubicBezTo>
                        <a:pt x="2773" y="568"/>
                        <a:pt x="2615" y="725"/>
                        <a:pt x="2426" y="725"/>
                      </a:cubicBezTo>
                      <a:cubicBezTo>
                        <a:pt x="2237" y="725"/>
                        <a:pt x="2080" y="568"/>
                        <a:pt x="2080" y="347"/>
                      </a:cubicBezTo>
                      <a:lnTo>
                        <a:pt x="208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7" name="Google Shape;1797;p18"/>
                <p:cNvSpPr/>
                <p:nvPr/>
              </p:nvSpPr>
              <p:spPr>
                <a:xfrm>
                  <a:off x="5511250" y="3703000"/>
                  <a:ext cx="140225" cy="33900"/>
                </a:xfrm>
                <a:custGeom>
                  <a:rect b="b" l="l" r="r" t="t"/>
                  <a:pathLst>
                    <a:path extrusionOk="0" h="1356" w="5609">
                      <a:moveTo>
                        <a:pt x="1" y="0"/>
                      </a:moveTo>
                      <a:lnTo>
                        <a:pt x="1" y="1355"/>
                      </a:lnTo>
                      <a:lnTo>
                        <a:pt x="5609" y="1355"/>
                      </a:lnTo>
                      <a:lnTo>
                        <a:pt x="5609" y="347"/>
                      </a:lnTo>
                      <a:cubicBezTo>
                        <a:pt x="5577" y="158"/>
                        <a:pt x="5451" y="0"/>
                        <a:pt x="523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8" name="Google Shape;1798;p18"/>
                <p:cNvSpPr/>
                <p:nvPr/>
              </p:nvSpPr>
              <p:spPr>
                <a:xfrm>
                  <a:off x="5529375" y="3808550"/>
                  <a:ext cx="122900" cy="87450"/>
                </a:xfrm>
                <a:custGeom>
                  <a:rect b="b" l="l" r="r" t="t"/>
                  <a:pathLst>
                    <a:path extrusionOk="0" h="3498" w="4916">
                      <a:moveTo>
                        <a:pt x="0" y="0"/>
                      </a:moveTo>
                      <a:lnTo>
                        <a:pt x="0" y="3151"/>
                      </a:lnTo>
                      <a:cubicBezTo>
                        <a:pt x="0" y="3340"/>
                        <a:pt x="158" y="3497"/>
                        <a:pt x="347" y="3497"/>
                      </a:cubicBezTo>
                      <a:cubicBezTo>
                        <a:pt x="536" y="3497"/>
                        <a:pt x="693" y="3340"/>
                        <a:pt x="693" y="3151"/>
                      </a:cubicBezTo>
                      <a:lnTo>
                        <a:pt x="693" y="1418"/>
                      </a:lnTo>
                      <a:lnTo>
                        <a:pt x="4190" y="1418"/>
                      </a:lnTo>
                      <a:lnTo>
                        <a:pt x="4190" y="3151"/>
                      </a:lnTo>
                      <a:cubicBezTo>
                        <a:pt x="4190" y="3340"/>
                        <a:pt x="4348" y="3497"/>
                        <a:pt x="4569" y="3497"/>
                      </a:cubicBezTo>
                      <a:cubicBezTo>
                        <a:pt x="4758" y="3497"/>
                        <a:pt x="4915" y="3340"/>
                        <a:pt x="4915" y="3151"/>
                      </a:cubicBezTo>
                      <a:lnTo>
                        <a:pt x="4915" y="0"/>
                      </a:lnTo>
                      <a:lnTo>
                        <a:pt x="2773" y="0"/>
                      </a:lnTo>
                      <a:lnTo>
                        <a:pt x="2773" y="347"/>
                      </a:lnTo>
                      <a:cubicBezTo>
                        <a:pt x="2773" y="536"/>
                        <a:pt x="2615" y="693"/>
                        <a:pt x="2426" y="693"/>
                      </a:cubicBezTo>
                      <a:cubicBezTo>
                        <a:pt x="2237" y="693"/>
                        <a:pt x="2080" y="536"/>
                        <a:pt x="2080" y="347"/>
                      </a:cubicBezTo>
                      <a:lnTo>
                        <a:pt x="208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799" name="Google Shape;1799;p18"/>
                <p:cNvSpPr/>
                <p:nvPr/>
              </p:nvSpPr>
              <p:spPr>
                <a:xfrm>
                  <a:off x="5408075" y="3651025"/>
                  <a:ext cx="86675" cy="103975"/>
                </a:xfrm>
                <a:custGeom>
                  <a:rect b="b" l="l" r="r" t="t"/>
                  <a:pathLst>
                    <a:path extrusionOk="0" h="4159" w="3467">
                      <a:moveTo>
                        <a:pt x="1733" y="0"/>
                      </a:moveTo>
                      <a:cubicBezTo>
                        <a:pt x="788" y="0"/>
                        <a:pt x="1" y="788"/>
                        <a:pt x="1" y="1733"/>
                      </a:cubicBezTo>
                      <a:lnTo>
                        <a:pt x="1" y="3812"/>
                      </a:lnTo>
                      <a:cubicBezTo>
                        <a:pt x="1" y="4001"/>
                        <a:pt x="158" y="4159"/>
                        <a:pt x="347" y="4159"/>
                      </a:cubicBezTo>
                      <a:lnTo>
                        <a:pt x="3120" y="4159"/>
                      </a:lnTo>
                      <a:cubicBezTo>
                        <a:pt x="3309" y="4159"/>
                        <a:pt x="3466" y="4001"/>
                        <a:pt x="3466" y="3812"/>
                      </a:cubicBezTo>
                      <a:lnTo>
                        <a:pt x="3466" y="1733"/>
                      </a:lnTo>
                      <a:cubicBezTo>
                        <a:pt x="3466" y="788"/>
                        <a:pt x="2678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00" name="Google Shape;1800;p18"/>
              <p:cNvGrpSpPr/>
              <p:nvPr/>
            </p:nvGrpSpPr>
            <p:grpSpPr>
              <a:xfrm>
                <a:off x="9022861" y="5073312"/>
                <a:ext cx="489976" cy="323566"/>
                <a:chOff x="5358450" y="4015675"/>
                <a:chExt cx="289875" cy="191425"/>
              </a:xfrm>
            </p:grpSpPr>
            <p:sp>
              <p:nvSpPr>
                <p:cNvPr id="1801" name="Google Shape;1801;p18"/>
                <p:cNvSpPr/>
                <p:nvPr/>
              </p:nvSpPr>
              <p:spPr>
                <a:xfrm>
                  <a:off x="5358450" y="4015675"/>
                  <a:ext cx="289875" cy="89025"/>
                </a:xfrm>
                <a:custGeom>
                  <a:rect b="b" l="l" r="r" t="t"/>
                  <a:pathLst>
                    <a:path extrusionOk="0" h="3561" w="11595">
                      <a:moveTo>
                        <a:pt x="5798" y="1"/>
                      </a:moveTo>
                      <a:cubicBezTo>
                        <a:pt x="2773" y="1"/>
                        <a:pt x="316" y="3120"/>
                        <a:pt x="1" y="3561"/>
                      </a:cubicBezTo>
                      <a:cubicBezTo>
                        <a:pt x="1229" y="2679"/>
                        <a:pt x="3561" y="1734"/>
                        <a:pt x="5798" y="1734"/>
                      </a:cubicBezTo>
                      <a:cubicBezTo>
                        <a:pt x="7751" y="1734"/>
                        <a:pt x="10051" y="2490"/>
                        <a:pt x="11595" y="3561"/>
                      </a:cubicBezTo>
                      <a:cubicBezTo>
                        <a:pt x="11280" y="3120"/>
                        <a:pt x="8822" y="1"/>
                        <a:pt x="579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2" name="Google Shape;1802;p18"/>
                <p:cNvSpPr/>
                <p:nvPr/>
              </p:nvSpPr>
              <p:spPr>
                <a:xfrm>
                  <a:off x="5494725" y="4101525"/>
                  <a:ext cx="17350" cy="18150"/>
                </a:xfrm>
                <a:custGeom>
                  <a:rect b="b" l="l" r="r" t="t"/>
                  <a:pathLst>
                    <a:path extrusionOk="0" h="726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cubicBezTo>
                        <a:pt x="536" y="725"/>
                        <a:pt x="693" y="568"/>
                        <a:pt x="693" y="347"/>
                      </a:cubicBez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3" name="Google Shape;1803;p18"/>
                <p:cNvSpPr/>
                <p:nvPr/>
              </p:nvSpPr>
              <p:spPr>
                <a:xfrm>
                  <a:off x="5460050" y="4077125"/>
                  <a:ext cx="86675" cy="78000"/>
                </a:xfrm>
                <a:custGeom>
                  <a:rect b="b" l="l" r="r" t="t"/>
                  <a:pathLst>
                    <a:path extrusionOk="0" h="3120" w="3467">
                      <a:moveTo>
                        <a:pt x="1734" y="315"/>
                      </a:moveTo>
                      <a:cubicBezTo>
                        <a:pt x="2332" y="315"/>
                        <a:pt x="2773" y="788"/>
                        <a:pt x="2773" y="1323"/>
                      </a:cubicBezTo>
                      <a:cubicBezTo>
                        <a:pt x="2773" y="1922"/>
                        <a:pt x="2269" y="2363"/>
                        <a:pt x="1734" y="2363"/>
                      </a:cubicBezTo>
                      <a:cubicBezTo>
                        <a:pt x="1135" y="2363"/>
                        <a:pt x="694" y="1890"/>
                        <a:pt x="694" y="1323"/>
                      </a:cubicBezTo>
                      <a:cubicBezTo>
                        <a:pt x="663" y="788"/>
                        <a:pt x="1135" y="315"/>
                        <a:pt x="1734" y="315"/>
                      </a:cubicBezTo>
                      <a:close/>
                      <a:moveTo>
                        <a:pt x="1734" y="0"/>
                      </a:moveTo>
                      <a:cubicBezTo>
                        <a:pt x="1324" y="0"/>
                        <a:pt x="978" y="32"/>
                        <a:pt x="599" y="63"/>
                      </a:cubicBezTo>
                      <a:cubicBezTo>
                        <a:pt x="190" y="378"/>
                        <a:pt x="1" y="851"/>
                        <a:pt x="1" y="1386"/>
                      </a:cubicBezTo>
                      <a:cubicBezTo>
                        <a:pt x="1" y="2332"/>
                        <a:pt x="789" y="3119"/>
                        <a:pt x="1734" y="3119"/>
                      </a:cubicBezTo>
                      <a:cubicBezTo>
                        <a:pt x="2679" y="3119"/>
                        <a:pt x="3466" y="2332"/>
                        <a:pt x="3466" y="1386"/>
                      </a:cubicBezTo>
                      <a:cubicBezTo>
                        <a:pt x="3466" y="851"/>
                        <a:pt x="3214" y="378"/>
                        <a:pt x="2868" y="63"/>
                      </a:cubicBezTo>
                      <a:cubicBezTo>
                        <a:pt x="2521" y="32"/>
                        <a:pt x="2112" y="0"/>
                        <a:pt x="173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4" name="Google Shape;1804;p18"/>
                <p:cNvSpPr/>
                <p:nvPr/>
              </p:nvSpPr>
              <p:spPr>
                <a:xfrm>
                  <a:off x="5362400" y="4084200"/>
                  <a:ext cx="282000" cy="122900"/>
                </a:xfrm>
                <a:custGeom>
                  <a:rect b="b" l="l" r="r" t="t"/>
                  <a:pathLst>
                    <a:path extrusionOk="0" h="4916" w="11280">
                      <a:moveTo>
                        <a:pt x="3466" y="1"/>
                      </a:moveTo>
                      <a:lnTo>
                        <a:pt x="3466" y="1"/>
                      </a:lnTo>
                      <a:cubicBezTo>
                        <a:pt x="2332" y="253"/>
                        <a:pt x="1103" y="820"/>
                        <a:pt x="0" y="1576"/>
                      </a:cubicBezTo>
                      <a:cubicBezTo>
                        <a:pt x="693" y="2395"/>
                        <a:pt x="2899" y="4915"/>
                        <a:pt x="5640" y="4915"/>
                      </a:cubicBezTo>
                      <a:cubicBezTo>
                        <a:pt x="8349" y="4884"/>
                        <a:pt x="10617" y="2395"/>
                        <a:pt x="11279" y="1576"/>
                      </a:cubicBezTo>
                      <a:cubicBezTo>
                        <a:pt x="10176" y="820"/>
                        <a:pt x="8948" y="253"/>
                        <a:pt x="7814" y="1"/>
                      </a:cubicBezTo>
                      <a:lnTo>
                        <a:pt x="7814" y="1"/>
                      </a:lnTo>
                      <a:cubicBezTo>
                        <a:pt x="7971" y="347"/>
                        <a:pt x="8097" y="694"/>
                        <a:pt x="8097" y="1103"/>
                      </a:cubicBezTo>
                      <a:cubicBezTo>
                        <a:pt x="8097" y="2427"/>
                        <a:pt x="6994" y="3529"/>
                        <a:pt x="5640" y="3529"/>
                      </a:cubicBezTo>
                      <a:cubicBezTo>
                        <a:pt x="4316" y="3529"/>
                        <a:pt x="3214" y="2427"/>
                        <a:pt x="3214" y="1103"/>
                      </a:cubicBezTo>
                      <a:cubicBezTo>
                        <a:pt x="3214" y="694"/>
                        <a:pt x="3277" y="347"/>
                        <a:pt x="346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05" name="Google Shape;1805;p18"/>
              <p:cNvGrpSpPr/>
              <p:nvPr/>
            </p:nvGrpSpPr>
            <p:grpSpPr>
              <a:xfrm>
                <a:off x="10925743" y="3765609"/>
                <a:ext cx="501977" cy="465424"/>
                <a:chOff x="6543825" y="3202075"/>
                <a:chExt cx="296975" cy="275350"/>
              </a:xfrm>
            </p:grpSpPr>
            <p:sp>
              <p:nvSpPr>
                <p:cNvPr id="1806" name="Google Shape;1806;p18"/>
                <p:cNvSpPr/>
                <p:nvPr/>
              </p:nvSpPr>
              <p:spPr>
                <a:xfrm>
                  <a:off x="6683250" y="3202075"/>
                  <a:ext cx="17350" cy="43350"/>
                </a:xfrm>
                <a:custGeom>
                  <a:rect b="b" l="l" r="r" t="t"/>
                  <a:pathLst>
                    <a:path extrusionOk="0" h="173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1355"/>
                      </a:lnTo>
                      <a:cubicBezTo>
                        <a:pt x="0" y="1576"/>
                        <a:pt x="158" y="1733"/>
                        <a:pt x="347" y="1733"/>
                      </a:cubicBezTo>
                      <a:cubicBezTo>
                        <a:pt x="536" y="1733"/>
                        <a:pt x="693" y="1576"/>
                        <a:pt x="693" y="1355"/>
                      </a:cubicBezTo>
                      <a:lnTo>
                        <a:pt x="693" y="347"/>
                      </a:ln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7" name="Google Shape;1807;p18"/>
                <p:cNvSpPr/>
                <p:nvPr/>
              </p:nvSpPr>
              <p:spPr>
                <a:xfrm>
                  <a:off x="6613925" y="3236125"/>
                  <a:ext cx="35475" cy="34700"/>
                </a:xfrm>
                <a:custGeom>
                  <a:rect b="b" l="l" r="r" t="t"/>
                  <a:pathLst>
                    <a:path extrusionOk="0" h="1388" w="1419">
                      <a:moveTo>
                        <a:pt x="363" y="1"/>
                      </a:moveTo>
                      <a:cubicBezTo>
                        <a:pt x="276" y="1"/>
                        <a:pt x="190" y="40"/>
                        <a:pt x="127" y="119"/>
                      </a:cubicBezTo>
                      <a:cubicBezTo>
                        <a:pt x="1" y="245"/>
                        <a:pt x="1" y="466"/>
                        <a:pt x="127" y="592"/>
                      </a:cubicBezTo>
                      <a:lnTo>
                        <a:pt x="820" y="1316"/>
                      </a:lnTo>
                      <a:cubicBezTo>
                        <a:pt x="883" y="1364"/>
                        <a:pt x="969" y="1387"/>
                        <a:pt x="1056" y="1387"/>
                      </a:cubicBezTo>
                      <a:cubicBezTo>
                        <a:pt x="1143" y="1387"/>
                        <a:pt x="1229" y="1364"/>
                        <a:pt x="1292" y="1316"/>
                      </a:cubicBezTo>
                      <a:cubicBezTo>
                        <a:pt x="1418" y="1190"/>
                        <a:pt x="1418" y="938"/>
                        <a:pt x="1292" y="844"/>
                      </a:cubicBezTo>
                      <a:lnTo>
                        <a:pt x="599" y="119"/>
                      </a:lnTo>
                      <a:cubicBezTo>
                        <a:pt x="536" y="40"/>
                        <a:pt x="450" y="1"/>
                        <a:pt x="36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8" name="Google Shape;1808;p18"/>
                <p:cNvSpPr/>
                <p:nvPr/>
              </p:nvSpPr>
              <p:spPr>
                <a:xfrm>
                  <a:off x="6734425" y="3236425"/>
                  <a:ext cx="35475" cy="34400"/>
                </a:xfrm>
                <a:custGeom>
                  <a:rect b="b" l="l" r="r" t="t"/>
                  <a:pathLst>
                    <a:path extrusionOk="0" h="1376" w="1419">
                      <a:moveTo>
                        <a:pt x="1054" y="0"/>
                      </a:moveTo>
                      <a:cubicBezTo>
                        <a:pt x="976" y="0"/>
                        <a:pt x="894" y="33"/>
                        <a:pt x="820" y="107"/>
                      </a:cubicBezTo>
                      <a:lnTo>
                        <a:pt x="95" y="832"/>
                      </a:lnTo>
                      <a:cubicBezTo>
                        <a:pt x="1" y="926"/>
                        <a:pt x="1" y="1178"/>
                        <a:pt x="95" y="1304"/>
                      </a:cubicBezTo>
                      <a:cubicBezTo>
                        <a:pt x="158" y="1352"/>
                        <a:pt x="253" y="1375"/>
                        <a:pt x="344" y="1375"/>
                      </a:cubicBezTo>
                      <a:cubicBezTo>
                        <a:pt x="434" y="1375"/>
                        <a:pt x="521" y="1352"/>
                        <a:pt x="568" y="1304"/>
                      </a:cubicBezTo>
                      <a:lnTo>
                        <a:pt x="1293" y="580"/>
                      </a:lnTo>
                      <a:cubicBezTo>
                        <a:pt x="1419" y="454"/>
                        <a:pt x="1419" y="233"/>
                        <a:pt x="1293" y="107"/>
                      </a:cubicBezTo>
                      <a:cubicBezTo>
                        <a:pt x="1226" y="41"/>
                        <a:pt x="1142" y="0"/>
                        <a:pt x="105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09" name="Google Shape;1809;p18"/>
                <p:cNvSpPr/>
                <p:nvPr/>
              </p:nvSpPr>
              <p:spPr>
                <a:xfrm>
                  <a:off x="6805325" y="3322575"/>
                  <a:ext cx="35475" cy="121325"/>
                </a:xfrm>
                <a:custGeom>
                  <a:rect b="b" l="l" r="r" t="t"/>
                  <a:pathLst>
                    <a:path extrusionOk="0" h="4853" w="1419">
                      <a:moveTo>
                        <a:pt x="0" y="1"/>
                      </a:moveTo>
                      <a:lnTo>
                        <a:pt x="0" y="4852"/>
                      </a:lnTo>
                      <a:lnTo>
                        <a:pt x="1040" y="4852"/>
                      </a:lnTo>
                      <a:cubicBezTo>
                        <a:pt x="1261" y="4852"/>
                        <a:pt x="1418" y="4695"/>
                        <a:pt x="1418" y="4506"/>
                      </a:cubicBezTo>
                      <a:lnTo>
                        <a:pt x="1418" y="316"/>
                      </a:lnTo>
                      <a:cubicBezTo>
                        <a:pt x="1355" y="158"/>
                        <a:pt x="1198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0" name="Google Shape;1810;p18"/>
                <p:cNvSpPr/>
                <p:nvPr/>
              </p:nvSpPr>
              <p:spPr>
                <a:xfrm>
                  <a:off x="6543825" y="3323275"/>
                  <a:ext cx="35475" cy="121400"/>
                </a:xfrm>
                <a:custGeom>
                  <a:rect b="b" l="l" r="r" t="t"/>
                  <a:pathLst>
                    <a:path extrusionOk="0" h="4856" w="1419">
                      <a:moveTo>
                        <a:pt x="323" y="0"/>
                      </a:moveTo>
                      <a:cubicBezTo>
                        <a:pt x="132" y="0"/>
                        <a:pt x="1" y="149"/>
                        <a:pt x="1" y="351"/>
                      </a:cubicBezTo>
                      <a:lnTo>
                        <a:pt x="1" y="4509"/>
                      </a:lnTo>
                      <a:cubicBezTo>
                        <a:pt x="1" y="4698"/>
                        <a:pt x="158" y="4856"/>
                        <a:pt x="379" y="4856"/>
                      </a:cubicBezTo>
                      <a:lnTo>
                        <a:pt x="1418" y="4856"/>
                      </a:lnTo>
                      <a:lnTo>
                        <a:pt x="1418" y="4"/>
                      </a:lnTo>
                      <a:lnTo>
                        <a:pt x="379" y="4"/>
                      </a:lnTo>
                      <a:cubicBezTo>
                        <a:pt x="360" y="1"/>
                        <a:pt x="341" y="0"/>
                        <a:pt x="32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1" name="Google Shape;1811;p18"/>
                <p:cNvSpPr/>
                <p:nvPr/>
              </p:nvSpPr>
              <p:spPr>
                <a:xfrm>
                  <a:off x="6643075" y="3332025"/>
                  <a:ext cx="143375" cy="104000"/>
                </a:xfrm>
                <a:custGeom>
                  <a:rect b="b" l="l" r="r" t="t"/>
                  <a:pathLst>
                    <a:path extrusionOk="0" h="4160" w="5735">
                      <a:moveTo>
                        <a:pt x="1639" y="1"/>
                      </a:moveTo>
                      <a:cubicBezTo>
                        <a:pt x="1450" y="1"/>
                        <a:pt x="1198" y="158"/>
                        <a:pt x="1072" y="379"/>
                      </a:cubicBezTo>
                      <a:lnTo>
                        <a:pt x="0" y="2490"/>
                      </a:lnTo>
                      <a:cubicBezTo>
                        <a:pt x="158" y="2584"/>
                        <a:pt x="378" y="2616"/>
                        <a:pt x="567" y="2616"/>
                      </a:cubicBezTo>
                      <a:cubicBezTo>
                        <a:pt x="1072" y="2616"/>
                        <a:pt x="1544" y="2364"/>
                        <a:pt x="1796" y="1891"/>
                      </a:cubicBezTo>
                      <a:lnTo>
                        <a:pt x="2017" y="1418"/>
                      </a:lnTo>
                      <a:lnTo>
                        <a:pt x="2710" y="1418"/>
                      </a:lnTo>
                      <a:cubicBezTo>
                        <a:pt x="2899" y="1418"/>
                        <a:pt x="3056" y="1481"/>
                        <a:pt x="3182" y="1607"/>
                      </a:cubicBezTo>
                      <a:lnTo>
                        <a:pt x="5734" y="4159"/>
                      </a:lnTo>
                      <a:lnTo>
                        <a:pt x="573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2" name="Google Shape;1812;p18"/>
                <p:cNvSpPr/>
                <p:nvPr/>
              </p:nvSpPr>
              <p:spPr>
                <a:xfrm>
                  <a:off x="6595025" y="3288700"/>
                  <a:ext cx="175675" cy="188725"/>
                </a:xfrm>
                <a:custGeom>
                  <a:rect b="b" l="l" r="r" t="t"/>
                  <a:pathLst>
                    <a:path extrusionOk="0" h="7549" w="7027">
                      <a:moveTo>
                        <a:pt x="2206" y="1"/>
                      </a:moveTo>
                      <a:cubicBezTo>
                        <a:pt x="1828" y="1"/>
                        <a:pt x="1481" y="221"/>
                        <a:pt x="1261" y="568"/>
                      </a:cubicBezTo>
                      <a:lnTo>
                        <a:pt x="946" y="1198"/>
                      </a:lnTo>
                      <a:cubicBezTo>
                        <a:pt x="914" y="1324"/>
                        <a:pt x="757" y="1419"/>
                        <a:pt x="631" y="1419"/>
                      </a:cubicBezTo>
                      <a:lnTo>
                        <a:pt x="1" y="1419"/>
                      </a:lnTo>
                      <a:lnTo>
                        <a:pt x="1" y="6239"/>
                      </a:lnTo>
                      <a:lnTo>
                        <a:pt x="1576" y="6239"/>
                      </a:lnTo>
                      <a:lnTo>
                        <a:pt x="2584" y="7247"/>
                      </a:lnTo>
                      <a:cubicBezTo>
                        <a:pt x="2768" y="7431"/>
                        <a:pt x="3054" y="7548"/>
                        <a:pt x="3330" y="7548"/>
                      </a:cubicBezTo>
                      <a:cubicBezTo>
                        <a:pt x="3431" y="7548"/>
                        <a:pt x="3531" y="7533"/>
                        <a:pt x="3624" y="7499"/>
                      </a:cubicBezTo>
                      <a:lnTo>
                        <a:pt x="6585" y="6554"/>
                      </a:lnTo>
                      <a:cubicBezTo>
                        <a:pt x="6743" y="6522"/>
                        <a:pt x="6900" y="6396"/>
                        <a:pt x="7026" y="6302"/>
                      </a:cubicBezTo>
                      <a:lnTo>
                        <a:pt x="4537" y="3813"/>
                      </a:lnTo>
                      <a:lnTo>
                        <a:pt x="4380" y="3813"/>
                      </a:lnTo>
                      <a:lnTo>
                        <a:pt x="4348" y="3844"/>
                      </a:lnTo>
                      <a:cubicBezTo>
                        <a:pt x="4033" y="4506"/>
                        <a:pt x="3340" y="4947"/>
                        <a:pt x="2647" y="5042"/>
                      </a:cubicBezTo>
                      <a:cubicBezTo>
                        <a:pt x="2601" y="5044"/>
                        <a:pt x="2556" y="5046"/>
                        <a:pt x="2511" y="5046"/>
                      </a:cubicBezTo>
                      <a:cubicBezTo>
                        <a:pt x="2046" y="5046"/>
                        <a:pt x="1698" y="4899"/>
                        <a:pt x="1324" y="4727"/>
                      </a:cubicBezTo>
                      <a:cubicBezTo>
                        <a:pt x="1103" y="4632"/>
                        <a:pt x="1040" y="4412"/>
                        <a:pt x="1166" y="4254"/>
                      </a:cubicBezTo>
                      <a:lnTo>
                        <a:pt x="2363" y="1797"/>
                      </a:lnTo>
                      <a:cubicBezTo>
                        <a:pt x="2615" y="1324"/>
                        <a:pt x="3088" y="1041"/>
                        <a:pt x="3592" y="1041"/>
                      </a:cubicBezTo>
                      <a:lnTo>
                        <a:pt x="5104" y="1041"/>
                      </a:lnTo>
                      <a:cubicBezTo>
                        <a:pt x="5167" y="852"/>
                        <a:pt x="5262" y="631"/>
                        <a:pt x="5262" y="347"/>
                      </a:cubicBezTo>
                      <a:cubicBezTo>
                        <a:pt x="5262" y="158"/>
                        <a:pt x="5104" y="1"/>
                        <a:pt x="488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13" name="Google Shape;1813;p18"/>
              <p:cNvGrpSpPr/>
              <p:nvPr/>
            </p:nvGrpSpPr>
            <p:grpSpPr>
              <a:xfrm>
                <a:off x="3303046" y="3748020"/>
                <a:ext cx="500625" cy="500625"/>
                <a:chOff x="2037825" y="3254050"/>
                <a:chExt cx="296175" cy="296175"/>
              </a:xfrm>
            </p:grpSpPr>
            <p:sp>
              <p:nvSpPr>
                <p:cNvPr id="1814" name="Google Shape;1814;p18"/>
                <p:cNvSpPr/>
                <p:nvPr/>
              </p:nvSpPr>
              <p:spPr>
                <a:xfrm>
                  <a:off x="2063825" y="3254050"/>
                  <a:ext cx="86675" cy="86675"/>
                </a:xfrm>
                <a:custGeom>
                  <a:rect b="b" l="l" r="r" t="t"/>
                  <a:pathLst>
                    <a:path extrusionOk="0" h="3467" w="3467">
                      <a:moveTo>
                        <a:pt x="1733" y="1"/>
                      </a:moveTo>
                      <a:cubicBezTo>
                        <a:pt x="788" y="1"/>
                        <a:pt x="1" y="788"/>
                        <a:pt x="1" y="1733"/>
                      </a:cubicBezTo>
                      <a:cubicBezTo>
                        <a:pt x="1" y="2679"/>
                        <a:pt x="788" y="3466"/>
                        <a:pt x="1733" y="3466"/>
                      </a:cubicBezTo>
                      <a:cubicBezTo>
                        <a:pt x="2678" y="3466"/>
                        <a:pt x="3466" y="2679"/>
                        <a:pt x="3466" y="1733"/>
                      </a:cubicBezTo>
                      <a:cubicBezTo>
                        <a:pt x="3466" y="788"/>
                        <a:pt x="2678" y="1"/>
                        <a:pt x="173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5" name="Google Shape;1815;p18"/>
                <p:cNvSpPr/>
                <p:nvPr/>
              </p:nvSpPr>
              <p:spPr>
                <a:xfrm>
                  <a:off x="2178025" y="3289500"/>
                  <a:ext cx="104000" cy="67950"/>
                </a:xfrm>
                <a:custGeom>
                  <a:rect b="b" l="l" r="r" t="t"/>
                  <a:pathLst>
                    <a:path extrusionOk="0" h="2718" w="4160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95" y="662"/>
                        <a:pt x="316" y="662"/>
                      </a:cubicBezTo>
                      <a:lnTo>
                        <a:pt x="2395" y="662"/>
                      </a:lnTo>
                      <a:cubicBezTo>
                        <a:pt x="2584" y="662"/>
                        <a:pt x="2742" y="820"/>
                        <a:pt x="2742" y="1009"/>
                      </a:cubicBezTo>
                      <a:lnTo>
                        <a:pt x="2742" y="1576"/>
                      </a:lnTo>
                      <a:lnTo>
                        <a:pt x="2616" y="1450"/>
                      </a:lnTo>
                      <a:cubicBezTo>
                        <a:pt x="2568" y="1387"/>
                        <a:pt x="2482" y="1355"/>
                        <a:pt x="2391" y="1355"/>
                      </a:cubicBezTo>
                      <a:cubicBezTo>
                        <a:pt x="2301" y="1355"/>
                        <a:pt x="2206" y="1387"/>
                        <a:pt x="2143" y="1450"/>
                      </a:cubicBezTo>
                      <a:cubicBezTo>
                        <a:pt x="2049" y="1576"/>
                        <a:pt x="2049" y="1796"/>
                        <a:pt x="2143" y="1922"/>
                      </a:cubicBezTo>
                      <a:lnTo>
                        <a:pt x="2868" y="2647"/>
                      </a:lnTo>
                      <a:cubicBezTo>
                        <a:pt x="2931" y="2694"/>
                        <a:pt x="3017" y="2718"/>
                        <a:pt x="3104" y="2718"/>
                      </a:cubicBezTo>
                      <a:cubicBezTo>
                        <a:pt x="3191" y="2718"/>
                        <a:pt x="3277" y="2694"/>
                        <a:pt x="3340" y="2647"/>
                      </a:cubicBezTo>
                      <a:lnTo>
                        <a:pt x="4033" y="1922"/>
                      </a:lnTo>
                      <a:cubicBezTo>
                        <a:pt x="4159" y="1796"/>
                        <a:pt x="4159" y="1576"/>
                        <a:pt x="4033" y="1450"/>
                      </a:cubicBezTo>
                      <a:cubicBezTo>
                        <a:pt x="3986" y="1387"/>
                        <a:pt x="3899" y="1355"/>
                        <a:pt x="3809" y="1355"/>
                      </a:cubicBezTo>
                      <a:cubicBezTo>
                        <a:pt x="3718" y="1355"/>
                        <a:pt x="3624" y="1387"/>
                        <a:pt x="3561" y="1450"/>
                      </a:cubicBezTo>
                      <a:lnTo>
                        <a:pt x="3466" y="1576"/>
                      </a:lnTo>
                      <a:lnTo>
                        <a:pt x="3466" y="1009"/>
                      </a:lnTo>
                      <a:cubicBezTo>
                        <a:pt x="3466" y="441"/>
                        <a:pt x="2994" y="0"/>
                        <a:pt x="24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6" name="Google Shape;1816;p18"/>
                <p:cNvSpPr/>
                <p:nvPr/>
              </p:nvSpPr>
              <p:spPr>
                <a:xfrm>
                  <a:off x="2070125" y="3444225"/>
                  <a:ext cx="106350" cy="69075"/>
                </a:xfrm>
                <a:custGeom>
                  <a:rect b="b" l="l" r="r" t="t"/>
                  <a:pathLst>
                    <a:path extrusionOk="0" h="2763" w="4254">
                      <a:moveTo>
                        <a:pt x="1095" y="0"/>
                      </a:moveTo>
                      <a:cubicBezTo>
                        <a:pt x="1002" y="0"/>
                        <a:pt x="904" y="28"/>
                        <a:pt x="820" y="112"/>
                      </a:cubicBezTo>
                      <a:lnTo>
                        <a:pt x="127" y="805"/>
                      </a:lnTo>
                      <a:cubicBezTo>
                        <a:pt x="1" y="931"/>
                        <a:pt x="1" y="1184"/>
                        <a:pt x="127" y="1278"/>
                      </a:cubicBezTo>
                      <a:cubicBezTo>
                        <a:pt x="190" y="1341"/>
                        <a:pt x="276" y="1373"/>
                        <a:pt x="363" y="1373"/>
                      </a:cubicBezTo>
                      <a:cubicBezTo>
                        <a:pt x="449" y="1373"/>
                        <a:pt x="536" y="1341"/>
                        <a:pt x="599" y="1278"/>
                      </a:cubicBezTo>
                      <a:lnTo>
                        <a:pt x="725" y="1184"/>
                      </a:lnTo>
                      <a:lnTo>
                        <a:pt x="725" y="1719"/>
                      </a:lnTo>
                      <a:cubicBezTo>
                        <a:pt x="725" y="2318"/>
                        <a:pt x="1198" y="2759"/>
                        <a:pt x="1733" y="2759"/>
                      </a:cubicBezTo>
                      <a:lnTo>
                        <a:pt x="3813" y="2759"/>
                      </a:lnTo>
                      <a:cubicBezTo>
                        <a:pt x="3837" y="2761"/>
                        <a:pt x="3861" y="2763"/>
                        <a:pt x="3883" y="2763"/>
                      </a:cubicBezTo>
                      <a:cubicBezTo>
                        <a:pt x="4122" y="2763"/>
                        <a:pt x="4254" y="2616"/>
                        <a:pt x="4254" y="2444"/>
                      </a:cubicBezTo>
                      <a:cubicBezTo>
                        <a:pt x="4254" y="2223"/>
                        <a:pt x="4096" y="2066"/>
                        <a:pt x="3907" y="2066"/>
                      </a:cubicBezTo>
                      <a:lnTo>
                        <a:pt x="1828" y="2066"/>
                      </a:lnTo>
                      <a:cubicBezTo>
                        <a:pt x="1639" y="2066"/>
                        <a:pt x="1481" y="1908"/>
                        <a:pt x="1481" y="1719"/>
                      </a:cubicBezTo>
                      <a:lnTo>
                        <a:pt x="1481" y="1184"/>
                      </a:lnTo>
                      <a:lnTo>
                        <a:pt x="1576" y="1278"/>
                      </a:lnTo>
                      <a:cubicBezTo>
                        <a:pt x="1639" y="1341"/>
                        <a:pt x="1733" y="1373"/>
                        <a:pt x="1824" y="1373"/>
                      </a:cubicBezTo>
                      <a:cubicBezTo>
                        <a:pt x="1914" y="1373"/>
                        <a:pt x="2001" y="1341"/>
                        <a:pt x="2048" y="1278"/>
                      </a:cubicBezTo>
                      <a:cubicBezTo>
                        <a:pt x="2174" y="1184"/>
                        <a:pt x="2174" y="931"/>
                        <a:pt x="2048" y="805"/>
                      </a:cubicBezTo>
                      <a:lnTo>
                        <a:pt x="1355" y="112"/>
                      </a:lnTo>
                      <a:cubicBezTo>
                        <a:pt x="1292" y="81"/>
                        <a:pt x="1261" y="81"/>
                        <a:pt x="1229" y="18"/>
                      </a:cubicBezTo>
                      <a:cubicBezTo>
                        <a:pt x="1187" y="7"/>
                        <a:pt x="1142" y="0"/>
                        <a:pt x="109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7" name="Google Shape;1817;p18"/>
                <p:cNvSpPr/>
                <p:nvPr/>
              </p:nvSpPr>
              <p:spPr>
                <a:xfrm>
                  <a:off x="2219775" y="3375350"/>
                  <a:ext cx="89025" cy="85875"/>
                </a:xfrm>
                <a:custGeom>
                  <a:rect b="b" l="l" r="r" t="t"/>
                  <a:pathLst>
                    <a:path extrusionOk="0" h="3435" w="3561">
                      <a:moveTo>
                        <a:pt x="1796" y="0"/>
                      </a:moveTo>
                      <a:cubicBezTo>
                        <a:pt x="788" y="0"/>
                        <a:pt x="0" y="788"/>
                        <a:pt x="0" y="1733"/>
                      </a:cubicBezTo>
                      <a:cubicBezTo>
                        <a:pt x="0" y="2647"/>
                        <a:pt x="788" y="3434"/>
                        <a:pt x="1796" y="3434"/>
                      </a:cubicBezTo>
                      <a:cubicBezTo>
                        <a:pt x="2741" y="3434"/>
                        <a:pt x="3561" y="2647"/>
                        <a:pt x="3561" y="1733"/>
                      </a:cubicBezTo>
                      <a:cubicBezTo>
                        <a:pt x="3561" y="788"/>
                        <a:pt x="2773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8" name="Google Shape;1818;p18"/>
                <p:cNvSpPr/>
                <p:nvPr/>
              </p:nvSpPr>
              <p:spPr>
                <a:xfrm>
                  <a:off x="2037825" y="3339125"/>
                  <a:ext cx="138650" cy="88225"/>
                </a:xfrm>
                <a:custGeom>
                  <a:rect b="b" l="l" r="r" t="t"/>
                  <a:pathLst>
                    <a:path extrusionOk="0" h="3529" w="5546">
                      <a:moveTo>
                        <a:pt x="1072" y="0"/>
                      </a:moveTo>
                      <a:cubicBezTo>
                        <a:pt x="442" y="536"/>
                        <a:pt x="32" y="1292"/>
                        <a:pt x="32" y="2143"/>
                      </a:cubicBezTo>
                      <a:lnTo>
                        <a:pt x="32" y="3182"/>
                      </a:lnTo>
                      <a:cubicBezTo>
                        <a:pt x="1" y="3371"/>
                        <a:pt x="158" y="3529"/>
                        <a:pt x="347" y="3529"/>
                      </a:cubicBezTo>
                      <a:lnTo>
                        <a:pt x="5199" y="3529"/>
                      </a:lnTo>
                      <a:cubicBezTo>
                        <a:pt x="5388" y="3529"/>
                        <a:pt x="5546" y="3371"/>
                        <a:pt x="5546" y="3182"/>
                      </a:cubicBezTo>
                      <a:lnTo>
                        <a:pt x="5546" y="2143"/>
                      </a:lnTo>
                      <a:cubicBezTo>
                        <a:pt x="5546" y="1292"/>
                        <a:pt x="5168" y="536"/>
                        <a:pt x="4538" y="0"/>
                      </a:cubicBezTo>
                      <a:cubicBezTo>
                        <a:pt x="4096" y="473"/>
                        <a:pt x="3466" y="756"/>
                        <a:pt x="2805" y="756"/>
                      </a:cubicBezTo>
                      <a:cubicBezTo>
                        <a:pt x="2143" y="756"/>
                        <a:pt x="1513" y="504"/>
                        <a:pt x="10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19" name="Google Shape;1819;p18"/>
                <p:cNvSpPr/>
                <p:nvPr/>
              </p:nvSpPr>
              <p:spPr>
                <a:xfrm>
                  <a:off x="2193775" y="3460400"/>
                  <a:ext cx="140225" cy="89825"/>
                </a:xfrm>
                <a:custGeom>
                  <a:rect b="b" l="l" r="r" t="t"/>
                  <a:pathLst>
                    <a:path extrusionOk="0" h="3593" w="5609">
                      <a:moveTo>
                        <a:pt x="1009" y="1"/>
                      </a:moveTo>
                      <a:cubicBezTo>
                        <a:pt x="379" y="537"/>
                        <a:pt x="1" y="1261"/>
                        <a:pt x="1" y="2143"/>
                      </a:cubicBezTo>
                      <a:lnTo>
                        <a:pt x="1" y="3246"/>
                      </a:lnTo>
                      <a:cubicBezTo>
                        <a:pt x="1" y="3435"/>
                        <a:pt x="158" y="3592"/>
                        <a:pt x="347" y="3592"/>
                      </a:cubicBezTo>
                      <a:lnTo>
                        <a:pt x="5262" y="3592"/>
                      </a:lnTo>
                      <a:cubicBezTo>
                        <a:pt x="5451" y="3592"/>
                        <a:pt x="5609" y="3435"/>
                        <a:pt x="5609" y="3246"/>
                      </a:cubicBezTo>
                      <a:lnTo>
                        <a:pt x="5609" y="2143"/>
                      </a:lnTo>
                      <a:cubicBezTo>
                        <a:pt x="5577" y="1261"/>
                        <a:pt x="5199" y="537"/>
                        <a:pt x="4569" y="1"/>
                      </a:cubicBezTo>
                      <a:cubicBezTo>
                        <a:pt x="4128" y="474"/>
                        <a:pt x="3498" y="757"/>
                        <a:pt x="2773" y="757"/>
                      </a:cubicBezTo>
                      <a:cubicBezTo>
                        <a:pt x="2080" y="757"/>
                        <a:pt x="1450" y="474"/>
                        <a:pt x="100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20" name="Google Shape;1820;p18"/>
              <p:cNvGrpSpPr/>
              <p:nvPr/>
            </p:nvGrpSpPr>
            <p:grpSpPr>
              <a:xfrm>
                <a:off x="3300379" y="4378904"/>
                <a:ext cx="505949" cy="498977"/>
                <a:chOff x="2034675" y="3617925"/>
                <a:chExt cx="299325" cy="295200"/>
              </a:xfrm>
            </p:grpSpPr>
            <p:sp>
              <p:nvSpPr>
                <p:cNvPr id="1821" name="Google Shape;1821;p18"/>
                <p:cNvSpPr/>
                <p:nvPr/>
              </p:nvSpPr>
              <p:spPr>
                <a:xfrm>
                  <a:off x="2195350" y="3721900"/>
                  <a:ext cx="69350" cy="33900"/>
                </a:xfrm>
                <a:custGeom>
                  <a:rect b="b" l="l" r="r" t="t"/>
                  <a:pathLst>
                    <a:path extrusionOk="0" h="1356" w="2774">
                      <a:moveTo>
                        <a:pt x="1387" y="1"/>
                      </a:moveTo>
                      <a:cubicBezTo>
                        <a:pt x="631" y="1"/>
                        <a:pt x="1" y="631"/>
                        <a:pt x="1" y="1355"/>
                      </a:cubicBezTo>
                      <a:lnTo>
                        <a:pt x="2773" y="1355"/>
                      </a:lnTo>
                      <a:cubicBezTo>
                        <a:pt x="2773" y="599"/>
                        <a:pt x="2143" y="1"/>
                        <a:pt x="13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2" name="Google Shape;1822;p18"/>
                <p:cNvSpPr/>
                <p:nvPr/>
              </p:nvSpPr>
              <p:spPr>
                <a:xfrm>
                  <a:off x="2211900" y="3669125"/>
                  <a:ext cx="35475" cy="35475"/>
                </a:xfrm>
                <a:custGeom>
                  <a:rect b="b" l="l" r="r" t="t"/>
                  <a:pathLst>
                    <a:path extrusionOk="0" h="1419" w="1419">
                      <a:moveTo>
                        <a:pt x="725" y="1"/>
                      </a:moveTo>
                      <a:cubicBezTo>
                        <a:pt x="315" y="1"/>
                        <a:pt x="0" y="316"/>
                        <a:pt x="0" y="725"/>
                      </a:cubicBezTo>
                      <a:cubicBezTo>
                        <a:pt x="0" y="1103"/>
                        <a:pt x="315" y="1418"/>
                        <a:pt x="725" y="1418"/>
                      </a:cubicBezTo>
                      <a:cubicBezTo>
                        <a:pt x="1103" y="1418"/>
                        <a:pt x="1418" y="1103"/>
                        <a:pt x="1418" y="725"/>
                      </a:cubicBez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3" name="Google Shape;1823;p18"/>
                <p:cNvSpPr/>
                <p:nvPr/>
              </p:nvSpPr>
              <p:spPr>
                <a:xfrm>
                  <a:off x="2125250" y="3617925"/>
                  <a:ext cx="208750" cy="208750"/>
                </a:xfrm>
                <a:custGeom>
                  <a:rect b="b" l="l" r="r" t="t"/>
                  <a:pathLst>
                    <a:path extrusionOk="0" h="8350" w="8350">
                      <a:moveTo>
                        <a:pt x="4128" y="1387"/>
                      </a:moveTo>
                      <a:cubicBezTo>
                        <a:pt x="4884" y="1387"/>
                        <a:pt x="5514" y="2017"/>
                        <a:pt x="5514" y="2773"/>
                      </a:cubicBezTo>
                      <a:cubicBezTo>
                        <a:pt x="5514" y="3120"/>
                        <a:pt x="5357" y="3466"/>
                        <a:pt x="5136" y="3718"/>
                      </a:cubicBezTo>
                      <a:cubicBezTo>
                        <a:pt x="5766" y="4065"/>
                        <a:pt x="6176" y="4727"/>
                        <a:pt x="6176" y="5514"/>
                      </a:cubicBezTo>
                      <a:lnTo>
                        <a:pt x="6176" y="5892"/>
                      </a:lnTo>
                      <a:lnTo>
                        <a:pt x="6270" y="5892"/>
                      </a:lnTo>
                      <a:cubicBezTo>
                        <a:pt x="6270" y="6081"/>
                        <a:pt x="6113" y="6239"/>
                        <a:pt x="5924" y="6239"/>
                      </a:cubicBezTo>
                      <a:lnTo>
                        <a:pt x="2458" y="6239"/>
                      </a:lnTo>
                      <a:cubicBezTo>
                        <a:pt x="2238" y="6239"/>
                        <a:pt x="2080" y="6081"/>
                        <a:pt x="2080" y="5892"/>
                      </a:cubicBezTo>
                      <a:lnTo>
                        <a:pt x="2080" y="5514"/>
                      </a:lnTo>
                      <a:cubicBezTo>
                        <a:pt x="2080" y="4727"/>
                        <a:pt x="2521" y="4065"/>
                        <a:pt x="3151" y="3718"/>
                      </a:cubicBezTo>
                      <a:cubicBezTo>
                        <a:pt x="2931" y="3466"/>
                        <a:pt x="2773" y="3120"/>
                        <a:pt x="2773" y="2773"/>
                      </a:cubicBezTo>
                      <a:cubicBezTo>
                        <a:pt x="2773" y="2017"/>
                        <a:pt x="3403" y="1387"/>
                        <a:pt x="4128" y="1387"/>
                      </a:cubicBezTo>
                      <a:close/>
                      <a:moveTo>
                        <a:pt x="4191" y="1"/>
                      </a:moveTo>
                      <a:cubicBezTo>
                        <a:pt x="1891" y="1"/>
                        <a:pt x="1" y="1860"/>
                        <a:pt x="1" y="4191"/>
                      </a:cubicBezTo>
                      <a:cubicBezTo>
                        <a:pt x="1" y="6522"/>
                        <a:pt x="1860" y="8350"/>
                        <a:pt x="4191" y="8350"/>
                      </a:cubicBezTo>
                      <a:cubicBezTo>
                        <a:pt x="6459" y="8350"/>
                        <a:pt x="8350" y="6522"/>
                        <a:pt x="8350" y="4191"/>
                      </a:cubicBezTo>
                      <a:cubicBezTo>
                        <a:pt x="8350" y="1860"/>
                        <a:pt x="6459" y="1"/>
                        <a:pt x="41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4" name="Google Shape;1824;p18"/>
                <p:cNvSpPr/>
                <p:nvPr/>
              </p:nvSpPr>
              <p:spPr>
                <a:xfrm>
                  <a:off x="2107150" y="3771525"/>
                  <a:ext cx="73275" cy="72475"/>
                </a:xfrm>
                <a:custGeom>
                  <a:rect b="b" l="l" r="r" t="t"/>
                  <a:pathLst>
                    <a:path extrusionOk="0" h="2899" w="2931">
                      <a:moveTo>
                        <a:pt x="504" y="0"/>
                      </a:moveTo>
                      <a:lnTo>
                        <a:pt x="378" y="126"/>
                      </a:lnTo>
                      <a:cubicBezTo>
                        <a:pt x="0" y="536"/>
                        <a:pt x="0" y="1198"/>
                        <a:pt x="378" y="1576"/>
                      </a:cubicBezTo>
                      <a:lnTo>
                        <a:pt x="1355" y="2584"/>
                      </a:lnTo>
                      <a:cubicBezTo>
                        <a:pt x="1576" y="2773"/>
                        <a:pt x="1828" y="2899"/>
                        <a:pt x="2111" y="2899"/>
                      </a:cubicBezTo>
                      <a:cubicBezTo>
                        <a:pt x="2395" y="2899"/>
                        <a:pt x="2678" y="2773"/>
                        <a:pt x="2867" y="2584"/>
                      </a:cubicBezTo>
                      <a:lnTo>
                        <a:pt x="2930" y="2458"/>
                      </a:lnTo>
                      <a:cubicBezTo>
                        <a:pt x="1828" y="1985"/>
                        <a:pt x="977" y="1071"/>
                        <a:pt x="50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5" name="Google Shape;1825;p18"/>
                <p:cNvSpPr/>
                <p:nvPr/>
              </p:nvSpPr>
              <p:spPr>
                <a:xfrm>
                  <a:off x="2034675" y="3816425"/>
                  <a:ext cx="100050" cy="96700"/>
                </a:xfrm>
                <a:custGeom>
                  <a:rect b="b" l="l" r="r" t="t"/>
                  <a:pathLst>
                    <a:path extrusionOk="0" h="3868" w="4002">
                      <a:moveTo>
                        <a:pt x="2521" y="0"/>
                      </a:moveTo>
                      <a:lnTo>
                        <a:pt x="410" y="2111"/>
                      </a:lnTo>
                      <a:cubicBezTo>
                        <a:pt x="1" y="2520"/>
                        <a:pt x="1" y="3182"/>
                        <a:pt x="410" y="3560"/>
                      </a:cubicBezTo>
                      <a:cubicBezTo>
                        <a:pt x="599" y="3765"/>
                        <a:pt x="867" y="3867"/>
                        <a:pt x="1135" y="3867"/>
                      </a:cubicBezTo>
                      <a:cubicBezTo>
                        <a:pt x="1403" y="3867"/>
                        <a:pt x="1671" y="3765"/>
                        <a:pt x="1860" y="3560"/>
                      </a:cubicBezTo>
                      <a:lnTo>
                        <a:pt x="4002" y="1449"/>
                      </a:lnTo>
                      <a:cubicBezTo>
                        <a:pt x="3907" y="1418"/>
                        <a:pt x="3844" y="1323"/>
                        <a:pt x="3750" y="1260"/>
                      </a:cubicBezTo>
                      <a:lnTo>
                        <a:pt x="2773" y="252"/>
                      </a:lnTo>
                      <a:cubicBezTo>
                        <a:pt x="2679" y="189"/>
                        <a:pt x="2616" y="95"/>
                        <a:pt x="25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26" name="Google Shape;1826;p18"/>
              <p:cNvGrpSpPr/>
              <p:nvPr/>
            </p:nvGrpSpPr>
            <p:grpSpPr>
              <a:xfrm>
                <a:off x="3303046" y="4985474"/>
                <a:ext cx="500625" cy="499272"/>
                <a:chOff x="2037825" y="3981825"/>
                <a:chExt cx="296175" cy="295375"/>
              </a:xfrm>
            </p:grpSpPr>
            <p:sp>
              <p:nvSpPr>
                <p:cNvPr id="1827" name="Google Shape;1827;p18"/>
                <p:cNvSpPr/>
                <p:nvPr/>
              </p:nvSpPr>
              <p:spPr>
                <a:xfrm>
                  <a:off x="2072500" y="4085775"/>
                  <a:ext cx="88225" cy="86675"/>
                </a:xfrm>
                <a:custGeom>
                  <a:rect b="b" l="l" r="r" t="t"/>
                  <a:pathLst>
                    <a:path extrusionOk="0" h="3467" w="3529">
                      <a:moveTo>
                        <a:pt x="1764" y="1"/>
                      </a:moveTo>
                      <a:cubicBezTo>
                        <a:pt x="819" y="1"/>
                        <a:pt x="0" y="788"/>
                        <a:pt x="0" y="1734"/>
                      </a:cubicBezTo>
                      <a:cubicBezTo>
                        <a:pt x="0" y="2679"/>
                        <a:pt x="819" y="3466"/>
                        <a:pt x="1764" y="3466"/>
                      </a:cubicBezTo>
                      <a:cubicBezTo>
                        <a:pt x="2709" y="3466"/>
                        <a:pt x="3529" y="2679"/>
                        <a:pt x="3529" y="1734"/>
                      </a:cubicBezTo>
                      <a:cubicBezTo>
                        <a:pt x="3529" y="788"/>
                        <a:pt x="2741" y="1"/>
                        <a:pt x="176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8" name="Google Shape;1828;p18"/>
                <p:cNvSpPr/>
                <p:nvPr/>
              </p:nvSpPr>
              <p:spPr>
                <a:xfrm>
                  <a:off x="2176450" y="3981825"/>
                  <a:ext cx="157550" cy="155975"/>
                </a:xfrm>
                <a:custGeom>
                  <a:rect b="b" l="l" r="r" t="t"/>
                  <a:pathLst>
                    <a:path extrusionOk="0" h="6239" w="6302">
                      <a:moveTo>
                        <a:pt x="3151" y="1733"/>
                      </a:moveTo>
                      <a:cubicBezTo>
                        <a:pt x="3372" y="1733"/>
                        <a:pt x="3529" y="1890"/>
                        <a:pt x="3529" y="2079"/>
                      </a:cubicBezTo>
                      <a:cubicBezTo>
                        <a:pt x="3529" y="2268"/>
                        <a:pt x="3372" y="2426"/>
                        <a:pt x="3151" y="2426"/>
                      </a:cubicBezTo>
                      <a:cubicBezTo>
                        <a:pt x="2962" y="2426"/>
                        <a:pt x="2805" y="2268"/>
                        <a:pt x="2805" y="2079"/>
                      </a:cubicBezTo>
                      <a:cubicBezTo>
                        <a:pt x="2805" y="1890"/>
                        <a:pt x="2962" y="1733"/>
                        <a:pt x="3151" y="1733"/>
                      </a:cubicBezTo>
                      <a:close/>
                      <a:moveTo>
                        <a:pt x="3151" y="2773"/>
                      </a:moveTo>
                      <a:cubicBezTo>
                        <a:pt x="3372" y="2773"/>
                        <a:pt x="3529" y="2930"/>
                        <a:pt x="3529" y="3151"/>
                      </a:cubicBezTo>
                      <a:lnTo>
                        <a:pt x="3529" y="4505"/>
                      </a:lnTo>
                      <a:cubicBezTo>
                        <a:pt x="3529" y="4726"/>
                        <a:pt x="3372" y="4883"/>
                        <a:pt x="3151" y="4883"/>
                      </a:cubicBezTo>
                      <a:cubicBezTo>
                        <a:pt x="2962" y="4883"/>
                        <a:pt x="2805" y="4726"/>
                        <a:pt x="2805" y="4505"/>
                      </a:cubicBezTo>
                      <a:lnTo>
                        <a:pt x="2805" y="3151"/>
                      </a:lnTo>
                      <a:cubicBezTo>
                        <a:pt x="2805" y="2930"/>
                        <a:pt x="2962" y="2773"/>
                        <a:pt x="3151" y="2773"/>
                      </a:cubicBezTo>
                      <a:close/>
                      <a:moveTo>
                        <a:pt x="3151" y="0"/>
                      </a:moveTo>
                      <a:cubicBezTo>
                        <a:pt x="1418" y="0"/>
                        <a:pt x="64" y="1418"/>
                        <a:pt x="64" y="3088"/>
                      </a:cubicBezTo>
                      <a:cubicBezTo>
                        <a:pt x="64" y="3655"/>
                        <a:pt x="158" y="4159"/>
                        <a:pt x="442" y="4631"/>
                      </a:cubicBezTo>
                      <a:lnTo>
                        <a:pt x="64" y="5765"/>
                      </a:lnTo>
                      <a:cubicBezTo>
                        <a:pt x="1" y="5892"/>
                        <a:pt x="64" y="6018"/>
                        <a:pt x="127" y="6112"/>
                      </a:cubicBezTo>
                      <a:cubicBezTo>
                        <a:pt x="190" y="6207"/>
                        <a:pt x="379" y="6238"/>
                        <a:pt x="473" y="6238"/>
                      </a:cubicBezTo>
                      <a:lnTo>
                        <a:pt x="1796" y="5923"/>
                      </a:lnTo>
                      <a:cubicBezTo>
                        <a:pt x="2206" y="6175"/>
                        <a:pt x="2679" y="6238"/>
                        <a:pt x="3214" y="6238"/>
                      </a:cubicBezTo>
                      <a:cubicBezTo>
                        <a:pt x="4947" y="6238"/>
                        <a:pt x="6302" y="4820"/>
                        <a:pt x="6302" y="3119"/>
                      </a:cubicBezTo>
                      <a:cubicBezTo>
                        <a:pt x="6270" y="1418"/>
                        <a:pt x="4884" y="0"/>
                        <a:pt x="315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29" name="Google Shape;1829;p18"/>
                <p:cNvSpPr/>
                <p:nvPr/>
              </p:nvSpPr>
              <p:spPr>
                <a:xfrm>
                  <a:off x="2037825" y="4168475"/>
                  <a:ext cx="157550" cy="108725"/>
                </a:xfrm>
                <a:custGeom>
                  <a:rect b="b" l="l" r="r" t="t"/>
                  <a:pathLst>
                    <a:path extrusionOk="0" h="4349" w="6302">
                      <a:moveTo>
                        <a:pt x="1356" y="1"/>
                      </a:moveTo>
                      <a:cubicBezTo>
                        <a:pt x="568" y="568"/>
                        <a:pt x="1" y="1513"/>
                        <a:pt x="1" y="2553"/>
                      </a:cubicBezTo>
                      <a:lnTo>
                        <a:pt x="1" y="3970"/>
                      </a:lnTo>
                      <a:cubicBezTo>
                        <a:pt x="1" y="4222"/>
                        <a:pt x="158" y="4348"/>
                        <a:pt x="347" y="4348"/>
                      </a:cubicBezTo>
                      <a:lnTo>
                        <a:pt x="5955" y="4348"/>
                      </a:lnTo>
                      <a:cubicBezTo>
                        <a:pt x="6144" y="4348"/>
                        <a:pt x="6302" y="4191"/>
                        <a:pt x="6302" y="3970"/>
                      </a:cubicBezTo>
                      <a:lnTo>
                        <a:pt x="6302" y="2553"/>
                      </a:lnTo>
                      <a:cubicBezTo>
                        <a:pt x="6302" y="1513"/>
                        <a:pt x="5798" y="599"/>
                        <a:pt x="4947" y="1"/>
                      </a:cubicBezTo>
                      <a:cubicBezTo>
                        <a:pt x="4538" y="505"/>
                        <a:pt x="3844" y="820"/>
                        <a:pt x="3151" y="820"/>
                      </a:cubicBezTo>
                      <a:cubicBezTo>
                        <a:pt x="2427" y="820"/>
                        <a:pt x="1765" y="505"/>
                        <a:pt x="13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30" name="Google Shape;1830;p18"/>
              <p:cNvGrpSpPr/>
              <p:nvPr/>
            </p:nvGrpSpPr>
            <p:grpSpPr>
              <a:xfrm>
                <a:off x="6475237" y="3793932"/>
                <a:ext cx="500625" cy="408757"/>
                <a:chOff x="3860400" y="3254050"/>
                <a:chExt cx="296175" cy="241825"/>
              </a:xfrm>
            </p:grpSpPr>
            <p:sp>
              <p:nvSpPr>
                <p:cNvPr id="1831" name="Google Shape;1831;p18"/>
                <p:cNvSpPr/>
                <p:nvPr/>
              </p:nvSpPr>
              <p:spPr>
                <a:xfrm>
                  <a:off x="4112425" y="3358025"/>
                  <a:ext cx="44150" cy="18125"/>
                </a:xfrm>
                <a:custGeom>
                  <a:rect b="b" l="l" r="r" t="t"/>
                  <a:pathLst>
                    <a:path extrusionOk="0" h="725" w="1766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419" y="725"/>
                      </a:lnTo>
                      <a:cubicBezTo>
                        <a:pt x="1608" y="725"/>
                        <a:pt x="1765" y="567"/>
                        <a:pt x="1765" y="378"/>
                      </a:cubicBezTo>
                      <a:cubicBezTo>
                        <a:pt x="1734" y="158"/>
                        <a:pt x="1608" y="0"/>
                        <a:pt x="14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2" name="Google Shape;1832;p18"/>
                <p:cNvSpPr/>
                <p:nvPr/>
              </p:nvSpPr>
              <p:spPr>
                <a:xfrm>
                  <a:off x="4102200" y="3393475"/>
                  <a:ext cx="37050" cy="33875"/>
                </a:xfrm>
                <a:custGeom>
                  <a:rect b="b" l="l" r="r" t="t"/>
                  <a:pathLst>
                    <a:path extrusionOk="0" h="1355" w="1482">
                      <a:moveTo>
                        <a:pt x="394" y="0"/>
                      </a:moveTo>
                      <a:cubicBezTo>
                        <a:pt x="308" y="0"/>
                        <a:pt x="221" y="32"/>
                        <a:pt x="158" y="95"/>
                      </a:cubicBezTo>
                      <a:cubicBezTo>
                        <a:pt x="0" y="221"/>
                        <a:pt x="0" y="410"/>
                        <a:pt x="158" y="567"/>
                      </a:cubicBezTo>
                      <a:lnTo>
                        <a:pt x="882" y="1260"/>
                      </a:lnTo>
                      <a:cubicBezTo>
                        <a:pt x="945" y="1323"/>
                        <a:pt x="1032" y="1355"/>
                        <a:pt x="1119" y="1355"/>
                      </a:cubicBezTo>
                      <a:cubicBezTo>
                        <a:pt x="1205" y="1355"/>
                        <a:pt x="1292" y="1323"/>
                        <a:pt x="1355" y="1260"/>
                      </a:cubicBezTo>
                      <a:cubicBezTo>
                        <a:pt x="1481" y="1134"/>
                        <a:pt x="1481" y="914"/>
                        <a:pt x="1355" y="788"/>
                      </a:cubicBezTo>
                      <a:lnTo>
                        <a:pt x="630" y="95"/>
                      </a:lnTo>
                      <a:cubicBezTo>
                        <a:pt x="567" y="32"/>
                        <a:pt x="481" y="0"/>
                        <a:pt x="39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3" name="Google Shape;1833;p18"/>
                <p:cNvSpPr/>
                <p:nvPr/>
              </p:nvSpPr>
              <p:spPr>
                <a:xfrm>
                  <a:off x="4103775" y="3306025"/>
                  <a:ext cx="35475" cy="34500"/>
                </a:xfrm>
                <a:custGeom>
                  <a:rect b="b" l="l" r="r" t="t"/>
                  <a:pathLst>
                    <a:path extrusionOk="0" h="1380" w="1419">
                      <a:moveTo>
                        <a:pt x="1056" y="1"/>
                      </a:moveTo>
                      <a:cubicBezTo>
                        <a:pt x="969" y="1"/>
                        <a:pt x="882" y="32"/>
                        <a:pt x="819" y="96"/>
                      </a:cubicBezTo>
                      <a:lnTo>
                        <a:pt x="95" y="789"/>
                      </a:lnTo>
                      <a:cubicBezTo>
                        <a:pt x="0" y="915"/>
                        <a:pt x="0" y="1135"/>
                        <a:pt x="95" y="1261"/>
                      </a:cubicBezTo>
                      <a:cubicBezTo>
                        <a:pt x="158" y="1340"/>
                        <a:pt x="252" y="1379"/>
                        <a:pt x="343" y="1379"/>
                      </a:cubicBezTo>
                      <a:cubicBezTo>
                        <a:pt x="434" y="1379"/>
                        <a:pt x="520" y="1340"/>
                        <a:pt x="567" y="1261"/>
                      </a:cubicBezTo>
                      <a:lnTo>
                        <a:pt x="1292" y="568"/>
                      </a:lnTo>
                      <a:cubicBezTo>
                        <a:pt x="1418" y="442"/>
                        <a:pt x="1418" y="190"/>
                        <a:pt x="1292" y="96"/>
                      </a:cubicBezTo>
                      <a:cubicBezTo>
                        <a:pt x="1229" y="32"/>
                        <a:pt x="1142" y="1"/>
                        <a:pt x="10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4" name="Google Shape;1834;p18"/>
                <p:cNvSpPr/>
                <p:nvPr/>
              </p:nvSpPr>
              <p:spPr>
                <a:xfrm>
                  <a:off x="3860400" y="3306025"/>
                  <a:ext cx="105550" cy="104800"/>
                </a:xfrm>
                <a:custGeom>
                  <a:rect b="b" l="l" r="r" t="t"/>
                  <a:pathLst>
                    <a:path extrusionOk="0" h="4192" w="4222">
                      <a:moveTo>
                        <a:pt x="2489" y="1"/>
                      </a:moveTo>
                      <a:cubicBezTo>
                        <a:pt x="2048" y="1"/>
                        <a:pt x="1639" y="285"/>
                        <a:pt x="1481" y="726"/>
                      </a:cubicBezTo>
                      <a:lnTo>
                        <a:pt x="1418" y="726"/>
                      </a:lnTo>
                      <a:cubicBezTo>
                        <a:pt x="662" y="726"/>
                        <a:pt x="0" y="1356"/>
                        <a:pt x="0" y="2080"/>
                      </a:cubicBezTo>
                      <a:cubicBezTo>
                        <a:pt x="0" y="2836"/>
                        <a:pt x="630" y="3467"/>
                        <a:pt x="1418" y="3467"/>
                      </a:cubicBezTo>
                      <a:lnTo>
                        <a:pt x="1481" y="3467"/>
                      </a:lnTo>
                      <a:cubicBezTo>
                        <a:pt x="1639" y="3845"/>
                        <a:pt x="2017" y="4191"/>
                        <a:pt x="2489" y="4191"/>
                      </a:cubicBezTo>
                      <a:lnTo>
                        <a:pt x="4222" y="4191"/>
                      </a:lnTo>
                      <a:lnTo>
                        <a:pt x="4222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5" name="Google Shape;1835;p18"/>
                <p:cNvSpPr/>
                <p:nvPr/>
              </p:nvSpPr>
              <p:spPr>
                <a:xfrm>
                  <a:off x="4050225" y="3254050"/>
                  <a:ext cx="35450" cy="208750"/>
                </a:xfrm>
                <a:custGeom>
                  <a:rect b="b" l="l" r="r" t="t"/>
                  <a:pathLst>
                    <a:path extrusionOk="0" h="8350" w="1418">
                      <a:moveTo>
                        <a:pt x="725" y="1"/>
                      </a:moveTo>
                      <a:cubicBezTo>
                        <a:pt x="315" y="1"/>
                        <a:pt x="0" y="316"/>
                        <a:pt x="0" y="694"/>
                      </a:cubicBezTo>
                      <a:lnTo>
                        <a:pt x="0" y="7625"/>
                      </a:lnTo>
                      <a:cubicBezTo>
                        <a:pt x="0" y="8034"/>
                        <a:pt x="315" y="8349"/>
                        <a:pt x="725" y="8349"/>
                      </a:cubicBezTo>
                      <a:cubicBezTo>
                        <a:pt x="1134" y="8286"/>
                        <a:pt x="1418" y="8003"/>
                        <a:pt x="1418" y="7625"/>
                      </a:cubicBezTo>
                      <a:lnTo>
                        <a:pt x="1418" y="694"/>
                      </a:lnTo>
                      <a:cubicBezTo>
                        <a:pt x="1418" y="316"/>
                        <a:pt x="1103" y="1"/>
                        <a:pt x="7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6" name="Google Shape;1836;p18"/>
                <p:cNvSpPr/>
                <p:nvPr/>
              </p:nvSpPr>
              <p:spPr>
                <a:xfrm>
                  <a:off x="3912375" y="3426550"/>
                  <a:ext cx="51225" cy="69325"/>
                </a:xfrm>
                <a:custGeom>
                  <a:rect b="b" l="l" r="r" t="t"/>
                  <a:pathLst>
                    <a:path extrusionOk="0" h="2773" w="2049">
                      <a:moveTo>
                        <a:pt x="1" y="0"/>
                      </a:moveTo>
                      <a:lnTo>
                        <a:pt x="1" y="1764"/>
                      </a:lnTo>
                      <a:cubicBezTo>
                        <a:pt x="1" y="2363"/>
                        <a:pt x="473" y="2773"/>
                        <a:pt x="1040" y="2773"/>
                      </a:cubicBezTo>
                      <a:cubicBezTo>
                        <a:pt x="1607" y="2773"/>
                        <a:pt x="2048" y="2300"/>
                        <a:pt x="2048" y="1764"/>
                      </a:cubicBezTo>
                      <a:lnTo>
                        <a:pt x="2048" y="32"/>
                      </a:lnTo>
                      <a:lnTo>
                        <a:pt x="316" y="32"/>
                      </a:lnTo>
                      <a:cubicBezTo>
                        <a:pt x="253" y="32"/>
                        <a:pt x="127" y="32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37" name="Google Shape;1837;p18"/>
                <p:cNvSpPr/>
                <p:nvPr/>
              </p:nvSpPr>
              <p:spPr>
                <a:xfrm>
                  <a:off x="3982475" y="3275325"/>
                  <a:ext cx="52000" cy="163850"/>
                </a:xfrm>
                <a:custGeom>
                  <a:rect b="b" l="l" r="r" t="t"/>
                  <a:pathLst>
                    <a:path extrusionOk="0" h="6554" w="2080">
                      <a:moveTo>
                        <a:pt x="2080" y="0"/>
                      </a:moveTo>
                      <a:lnTo>
                        <a:pt x="1765" y="315"/>
                      </a:lnTo>
                      <a:cubicBezTo>
                        <a:pt x="1292" y="788"/>
                        <a:pt x="662" y="1071"/>
                        <a:pt x="1" y="1166"/>
                      </a:cubicBezTo>
                      <a:lnTo>
                        <a:pt x="1" y="5419"/>
                      </a:lnTo>
                      <a:cubicBezTo>
                        <a:pt x="662" y="5482"/>
                        <a:pt x="1292" y="5766"/>
                        <a:pt x="1765" y="6238"/>
                      </a:cubicBezTo>
                      <a:lnTo>
                        <a:pt x="2080" y="6553"/>
                      </a:lnTo>
                      <a:lnTo>
                        <a:pt x="208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38" name="Google Shape;1838;p18"/>
              <p:cNvGrpSpPr/>
              <p:nvPr/>
            </p:nvGrpSpPr>
            <p:grpSpPr>
              <a:xfrm>
                <a:off x="6474551" y="4378078"/>
                <a:ext cx="501977" cy="500625"/>
                <a:chOff x="3859600" y="3591950"/>
                <a:chExt cx="296975" cy="296175"/>
              </a:xfrm>
            </p:grpSpPr>
            <p:sp>
              <p:nvSpPr>
                <p:cNvPr id="1839" name="Google Shape;1839;p18"/>
                <p:cNvSpPr/>
                <p:nvPr/>
              </p:nvSpPr>
              <p:spPr>
                <a:xfrm>
                  <a:off x="4034450" y="3766000"/>
                  <a:ext cx="122125" cy="122125"/>
                </a:xfrm>
                <a:custGeom>
                  <a:rect b="b" l="l" r="r" t="t"/>
                  <a:pathLst>
                    <a:path extrusionOk="0" h="4885" w="4885">
                      <a:moveTo>
                        <a:pt x="2395" y="1324"/>
                      </a:moveTo>
                      <a:cubicBezTo>
                        <a:pt x="2616" y="1324"/>
                        <a:pt x="2773" y="1482"/>
                        <a:pt x="2773" y="1702"/>
                      </a:cubicBezTo>
                      <a:lnTo>
                        <a:pt x="2773" y="2049"/>
                      </a:lnTo>
                      <a:lnTo>
                        <a:pt x="3120" y="2049"/>
                      </a:lnTo>
                      <a:cubicBezTo>
                        <a:pt x="3309" y="2049"/>
                        <a:pt x="3466" y="2206"/>
                        <a:pt x="3466" y="2395"/>
                      </a:cubicBezTo>
                      <a:cubicBezTo>
                        <a:pt x="3466" y="2584"/>
                        <a:pt x="3309" y="2742"/>
                        <a:pt x="3120" y="2742"/>
                      </a:cubicBezTo>
                      <a:lnTo>
                        <a:pt x="2395" y="2742"/>
                      </a:lnTo>
                      <a:cubicBezTo>
                        <a:pt x="2206" y="2742"/>
                        <a:pt x="2049" y="2584"/>
                        <a:pt x="2049" y="2395"/>
                      </a:cubicBezTo>
                      <a:lnTo>
                        <a:pt x="2049" y="1702"/>
                      </a:lnTo>
                      <a:cubicBezTo>
                        <a:pt x="2049" y="1482"/>
                        <a:pt x="2206" y="1324"/>
                        <a:pt x="2395" y="1324"/>
                      </a:cubicBezTo>
                      <a:close/>
                      <a:moveTo>
                        <a:pt x="2458" y="1"/>
                      </a:moveTo>
                      <a:cubicBezTo>
                        <a:pt x="1104" y="1"/>
                        <a:pt x="1" y="1103"/>
                        <a:pt x="1" y="2427"/>
                      </a:cubicBezTo>
                      <a:cubicBezTo>
                        <a:pt x="1" y="3781"/>
                        <a:pt x="1104" y="4884"/>
                        <a:pt x="2458" y="4884"/>
                      </a:cubicBezTo>
                      <a:cubicBezTo>
                        <a:pt x="3782" y="4884"/>
                        <a:pt x="4884" y="3781"/>
                        <a:pt x="4884" y="2427"/>
                      </a:cubicBezTo>
                      <a:cubicBezTo>
                        <a:pt x="4853" y="1072"/>
                        <a:pt x="3782" y="1"/>
                        <a:pt x="24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0" name="Google Shape;1840;p18"/>
                <p:cNvSpPr/>
                <p:nvPr/>
              </p:nvSpPr>
              <p:spPr>
                <a:xfrm>
                  <a:off x="3860400" y="3679375"/>
                  <a:ext cx="260725" cy="173300"/>
                </a:xfrm>
                <a:custGeom>
                  <a:rect b="b" l="l" r="r" t="t"/>
                  <a:pathLst>
                    <a:path extrusionOk="0" h="6932" w="10429">
                      <a:moveTo>
                        <a:pt x="2426" y="662"/>
                      </a:moveTo>
                      <a:cubicBezTo>
                        <a:pt x="2647" y="662"/>
                        <a:pt x="2804" y="819"/>
                        <a:pt x="2804" y="1008"/>
                      </a:cubicBezTo>
                      <a:cubicBezTo>
                        <a:pt x="2804" y="1197"/>
                        <a:pt x="2647" y="1355"/>
                        <a:pt x="2426" y="1355"/>
                      </a:cubicBezTo>
                      <a:lnTo>
                        <a:pt x="1733" y="1355"/>
                      </a:lnTo>
                      <a:cubicBezTo>
                        <a:pt x="1544" y="1355"/>
                        <a:pt x="1387" y="1197"/>
                        <a:pt x="1387" y="1008"/>
                      </a:cubicBezTo>
                      <a:cubicBezTo>
                        <a:pt x="1387" y="819"/>
                        <a:pt x="1544" y="662"/>
                        <a:pt x="1733" y="662"/>
                      </a:cubicBezTo>
                      <a:close/>
                      <a:moveTo>
                        <a:pt x="4537" y="662"/>
                      </a:moveTo>
                      <a:cubicBezTo>
                        <a:pt x="4726" y="662"/>
                        <a:pt x="4884" y="819"/>
                        <a:pt x="4884" y="1008"/>
                      </a:cubicBezTo>
                      <a:cubicBezTo>
                        <a:pt x="4884" y="1197"/>
                        <a:pt x="4695" y="1355"/>
                        <a:pt x="4537" y="1355"/>
                      </a:cubicBezTo>
                      <a:lnTo>
                        <a:pt x="3812" y="1355"/>
                      </a:lnTo>
                      <a:cubicBezTo>
                        <a:pt x="3623" y="1355"/>
                        <a:pt x="3466" y="1197"/>
                        <a:pt x="3466" y="1008"/>
                      </a:cubicBezTo>
                      <a:cubicBezTo>
                        <a:pt x="3466" y="819"/>
                        <a:pt x="3623" y="662"/>
                        <a:pt x="3812" y="662"/>
                      </a:cubicBezTo>
                      <a:close/>
                      <a:moveTo>
                        <a:pt x="6648" y="662"/>
                      </a:moveTo>
                      <a:cubicBezTo>
                        <a:pt x="6837" y="662"/>
                        <a:pt x="6994" y="819"/>
                        <a:pt x="6994" y="1008"/>
                      </a:cubicBezTo>
                      <a:cubicBezTo>
                        <a:pt x="6994" y="1197"/>
                        <a:pt x="6837" y="1355"/>
                        <a:pt x="6648" y="1355"/>
                      </a:cubicBezTo>
                      <a:lnTo>
                        <a:pt x="5955" y="1355"/>
                      </a:lnTo>
                      <a:cubicBezTo>
                        <a:pt x="5734" y="1355"/>
                        <a:pt x="5577" y="1197"/>
                        <a:pt x="5577" y="1008"/>
                      </a:cubicBezTo>
                      <a:cubicBezTo>
                        <a:pt x="5577" y="819"/>
                        <a:pt x="5734" y="662"/>
                        <a:pt x="5955" y="662"/>
                      </a:cubicBezTo>
                      <a:close/>
                      <a:moveTo>
                        <a:pt x="8727" y="662"/>
                      </a:moveTo>
                      <a:cubicBezTo>
                        <a:pt x="8948" y="662"/>
                        <a:pt x="9105" y="819"/>
                        <a:pt x="9105" y="1008"/>
                      </a:cubicBezTo>
                      <a:cubicBezTo>
                        <a:pt x="9105" y="1197"/>
                        <a:pt x="8948" y="1355"/>
                        <a:pt x="8727" y="1355"/>
                      </a:cubicBezTo>
                      <a:lnTo>
                        <a:pt x="8034" y="1355"/>
                      </a:lnTo>
                      <a:cubicBezTo>
                        <a:pt x="7845" y="1355"/>
                        <a:pt x="7688" y="1197"/>
                        <a:pt x="7688" y="1008"/>
                      </a:cubicBezTo>
                      <a:cubicBezTo>
                        <a:pt x="7688" y="819"/>
                        <a:pt x="7845" y="662"/>
                        <a:pt x="8034" y="662"/>
                      </a:cubicBezTo>
                      <a:close/>
                      <a:moveTo>
                        <a:pt x="2426" y="2080"/>
                      </a:moveTo>
                      <a:cubicBezTo>
                        <a:pt x="2647" y="2080"/>
                        <a:pt x="2804" y="2237"/>
                        <a:pt x="2804" y="2426"/>
                      </a:cubicBezTo>
                      <a:cubicBezTo>
                        <a:pt x="2804" y="2647"/>
                        <a:pt x="2647" y="2773"/>
                        <a:pt x="2426" y="2773"/>
                      </a:cubicBezTo>
                      <a:lnTo>
                        <a:pt x="1733" y="2773"/>
                      </a:lnTo>
                      <a:cubicBezTo>
                        <a:pt x="1544" y="2773"/>
                        <a:pt x="1387" y="2647"/>
                        <a:pt x="1387" y="2426"/>
                      </a:cubicBezTo>
                      <a:cubicBezTo>
                        <a:pt x="1387" y="2206"/>
                        <a:pt x="1544" y="2080"/>
                        <a:pt x="1733" y="2080"/>
                      </a:cubicBezTo>
                      <a:close/>
                      <a:moveTo>
                        <a:pt x="4537" y="2080"/>
                      </a:moveTo>
                      <a:cubicBezTo>
                        <a:pt x="4726" y="2080"/>
                        <a:pt x="4884" y="2237"/>
                        <a:pt x="4884" y="2426"/>
                      </a:cubicBezTo>
                      <a:cubicBezTo>
                        <a:pt x="4884" y="2647"/>
                        <a:pt x="4695" y="2773"/>
                        <a:pt x="4537" y="2773"/>
                      </a:cubicBezTo>
                      <a:lnTo>
                        <a:pt x="3812" y="2773"/>
                      </a:lnTo>
                      <a:cubicBezTo>
                        <a:pt x="3623" y="2773"/>
                        <a:pt x="3466" y="2647"/>
                        <a:pt x="3466" y="2426"/>
                      </a:cubicBezTo>
                      <a:cubicBezTo>
                        <a:pt x="3466" y="2206"/>
                        <a:pt x="3623" y="2080"/>
                        <a:pt x="3812" y="2080"/>
                      </a:cubicBezTo>
                      <a:close/>
                      <a:moveTo>
                        <a:pt x="6648" y="2080"/>
                      </a:moveTo>
                      <a:cubicBezTo>
                        <a:pt x="6837" y="2080"/>
                        <a:pt x="6994" y="2237"/>
                        <a:pt x="6994" y="2426"/>
                      </a:cubicBezTo>
                      <a:cubicBezTo>
                        <a:pt x="6994" y="2647"/>
                        <a:pt x="6837" y="2773"/>
                        <a:pt x="6648" y="2773"/>
                      </a:cubicBezTo>
                      <a:lnTo>
                        <a:pt x="5955" y="2773"/>
                      </a:lnTo>
                      <a:cubicBezTo>
                        <a:pt x="5734" y="2773"/>
                        <a:pt x="5577" y="2647"/>
                        <a:pt x="5577" y="2426"/>
                      </a:cubicBezTo>
                      <a:cubicBezTo>
                        <a:pt x="5577" y="2206"/>
                        <a:pt x="5734" y="2080"/>
                        <a:pt x="5955" y="2080"/>
                      </a:cubicBezTo>
                      <a:close/>
                      <a:moveTo>
                        <a:pt x="8727" y="2080"/>
                      </a:moveTo>
                      <a:cubicBezTo>
                        <a:pt x="8948" y="2080"/>
                        <a:pt x="9105" y="2237"/>
                        <a:pt x="9105" y="2426"/>
                      </a:cubicBezTo>
                      <a:cubicBezTo>
                        <a:pt x="9105" y="2647"/>
                        <a:pt x="8948" y="2773"/>
                        <a:pt x="8727" y="2773"/>
                      </a:cubicBezTo>
                      <a:lnTo>
                        <a:pt x="8034" y="2773"/>
                      </a:lnTo>
                      <a:cubicBezTo>
                        <a:pt x="7845" y="2773"/>
                        <a:pt x="7688" y="2647"/>
                        <a:pt x="7688" y="2426"/>
                      </a:cubicBezTo>
                      <a:cubicBezTo>
                        <a:pt x="7688" y="2206"/>
                        <a:pt x="7845" y="2080"/>
                        <a:pt x="8034" y="2080"/>
                      </a:cubicBezTo>
                      <a:close/>
                      <a:moveTo>
                        <a:pt x="2426" y="3466"/>
                      </a:moveTo>
                      <a:cubicBezTo>
                        <a:pt x="2647" y="3466"/>
                        <a:pt x="2804" y="3623"/>
                        <a:pt x="2804" y="3812"/>
                      </a:cubicBezTo>
                      <a:cubicBezTo>
                        <a:pt x="2804" y="4001"/>
                        <a:pt x="2647" y="4159"/>
                        <a:pt x="2426" y="4159"/>
                      </a:cubicBezTo>
                      <a:lnTo>
                        <a:pt x="1733" y="4159"/>
                      </a:lnTo>
                      <a:cubicBezTo>
                        <a:pt x="1544" y="4159"/>
                        <a:pt x="1387" y="4001"/>
                        <a:pt x="1387" y="3812"/>
                      </a:cubicBezTo>
                      <a:cubicBezTo>
                        <a:pt x="1387" y="3623"/>
                        <a:pt x="1544" y="3466"/>
                        <a:pt x="1733" y="3466"/>
                      </a:cubicBezTo>
                      <a:close/>
                      <a:moveTo>
                        <a:pt x="4537" y="3466"/>
                      </a:moveTo>
                      <a:cubicBezTo>
                        <a:pt x="4726" y="3466"/>
                        <a:pt x="4884" y="3623"/>
                        <a:pt x="4884" y="3812"/>
                      </a:cubicBezTo>
                      <a:cubicBezTo>
                        <a:pt x="4884" y="4001"/>
                        <a:pt x="4695" y="4159"/>
                        <a:pt x="4537" y="4159"/>
                      </a:cubicBezTo>
                      <a:lnTo>
                        <a:pt x="3812" y="4159"/>
                      </a:lnTo>
                      <a:cubicBezTo>
                        <a:pt x="3623" y="4159"/>
                        <a:pt x="3466" y="4001"/>
                        <a:pt x="3466" y="3812"/>
                      </a:cubicBezTo>
                      <a:cubicBezTo>
                        <a:pt x="3466" y="3623"/>
                        <a:pt x="3623" y="3466"/>
                        <a:pt x="3812" y="3466"/>
                      </a:cubicBezTo>
                      <a:close/>
                      <a:moveTo>
                        <a:pt x="6648" y="3466"/>
                      </a:moveTo>
                      <a:cubicBezTo>
                        <a:pt x="6837" y="3466"/>
                        <a:pt x="6994" y="3623"/>
                        <a:pt x="6994" y="3812"/>
                      </a:cubicBezTo>
                      <a:cubicBezTo>
                        <a:pt x="6994" y="4001"/>
                        <a:pt x="6837" y="4159"/>
                        <a:pt x="6648" y="4159"/>
                      </a:cubicBezTo>
                      <a:lnTo>
                        <a:pt x="5955" y="4159"/>
                      </a:lnTo>
                      <a:cubicBezTo>
                        <a:pt x="5734" y="4159"/>
                        <a:pt x="5577" y="4001"/>
                        <a:pt x="5577" y="3812"/>
                      </a:cubicBezTo>
                      <a:cubicBezTo>
                        <a:pt x="5577" y="3623"/>
                        <a:pt x="5734" y="3466"/>
                        <a:pt x="5955" y="3466"/>
                      </a:cubicBezTo>
                      <a:close/>
                      <a:moveTo>
                        <a:pt x="2426" y="4852"/>
                      </a:moveTo>
                      <a:cubicBezTo>
                        <a:pt x="2647" y="4852"/>
                        <a:pt x="2804" y="5010"/>
                        <a:pt x="2804" y="5199"/>
                      </a:cubicBezTo>
                      <a:cubicBezTo>
                        <a:pt x="2804" y="5388"/>
                        <a:pt x="2647" y="5545"/>
                        <a:pt x="2426" y="5545"/>
                      </a:cubicBezTo>
                      <a:lnTo>
                        <a:pt x="1733" y="5545"/>
                      </a:lnTo>
                      <a:cubicBezTo>
                        <a:pt x="1544" y="5545"/>
                        <a:pt x="1387" y="5388"/>
                        <a:pt x="1387" y="5199"/>
                      </a:cubicBezTo>
                      <a:cubicBezTo>
                        <a:pt x="1387" y="5010"/>
                        <a:pt x="1544" y="4852"/>
                        <a:pt x="1733" y="4852"/>
                      </a:cubicBezTo>
                      <a:close/>
                      <a:moveTo>
                        <a:pt x="4537" y="4852"/>
                      </a:moveTo>
                      <a:cubicBezTo>
                        <a:pt x="4726" y="4852"/>
                        <a:pt x="4884" y="5010"/>
                        <a:pt x="4884" y="5199"/>
                      </a:cubicBezTo>
                      <a:cubicBezTo>
                        <a:pt x="4884" y="5388"/>
                        <a:pt x="4695" y="5545"/>
                        <a:pt x="4537" y="5545"/>
                      </a:cubicBezTo>
                      <a:lnTo>
                        <a:pt x="3812" y="5545"/>
                      </a:lnTo>
                      <a:cubicBezTo>
                        <a:pt x="3623" y="5545"/>
                        <a:pt x="3466" y="5388"/>
                        <a:pt x="3466" y="5199"/>
                      </a:cubicBezTo>
                      <a:cubicBezTo>
                        <a:pt x="3466" y="5010"/>
                        <a:pt x="3623" y="4852"/>
                        <a:pt x="3812" y="4852"/>
                      </a:cubicBezTo>
                      <a:close/>
                      <a:moveTo>
                        <a:pt x="0" y="0"/>
                      </a:moveTo>
                      <a:lnTo>
                        <a:pt x="0" y="5892"/>
                      </a:lnTo>
                      <a:cubicBezTo>
                        <a:pt x="0" y="6459"/>
                        <a:pt x="473" y="6931"/>
                        <a:pt x="1071" y="6931"/>
                      </a:cubicBezTo>
                      <a:lnTo>
                        <a:pt x="6490" y="6931"/>
                      </a:lnTo>
                      <a:cubicBezTo>
                        <a:pt x="6364" y="6616"/>
                        <a:pt x="6301" y="6270"/>
                        <a:pt x="6301" y="5892"/>
                      </a:cubicBezTo>
                      <a:cubicBezTo>
                        <a:pt x="6301" y="5797"/>
                        <a:pt x="6333" y="5671"/>
                        <a:pt x="6333" y="5545"/>
                      </a:cubicBezTo>
                      <a:lnTo>
                        <a:pt x="5955" y="5545"/>
                      </a:lnTo>
                      <a:cubicBezTo>
                        <a:pt x="5734" y="5545"/>
                        <a:pt x="5577" y="5388"/>
                        <a:pt x="5577" y="5199"/>
                      </a:cubicBezTo>
                      <a:cubicBezTo>
                        <a:pt x="5577" y="5010"/>
                        <a:pt x="5734" y="4852"/>
                        <a:pt x="5955" y="4852"/>
                      </a:cubicBezTo>
                      <a:lnTo>
                        <a:pt x="6490" y="4852"/>
                      </a:lnTo>
                      <a:cubicBezTo>
                        <a:pt x="6931" y="3623"/>
                        <a:pt x="8066" y="2741"/>
                        <a:pt x="9420" y="2741"/>
                      </a:cubicBezTo>
                      <a:cubicBezTo>
                        <a:pt x="9767" y="2741"/>
                        <a:pt x="10113" y="2836"/>
                        <a:pt x="10428" y="2962"/>
                      </a:cubicBezTo>
                      <a:lnTo>
                        <a:pt x="104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1" name="Google Shape;1841;p18"/>
                <p:cNvSpPr/>
                <p:nvPr/>
              </p:nvSpPr>
              <p:spPr>
                <a:xfrm>
                  <a:off x="3859600" y="3591950"/>
                  <a:ext cx="261525" cy="70900"/>
                </a:xfrm>
                <a:custGeom>
                  <a:rect b="b" l="l" r="r" t="t"/>
                  <a:pathLst>
                    <a:path extrusionOk="0" h="2836" w="10461">
                      <a:moveTo>
                        <a:pt x="1734" y="0"/>
                      </a:moveTo>
                      <a:cubicBezTo>
                        <a:pt x="1513" y="0"/>
                        <a:pt x="1356" y="158"/>
                        <a:pt x="1356" y="347"/>
                      </a:cubicBezTo>
                      <a:lnTo>
                        <a:pt x="1356" y="693"/>
                      </a:lnTo>
                      <a:lnTo>
                        <a:pt x="1009" y="693"/>
                      </a:lnTo>
                      <a:cubicBezTo>
                        <a:pt x="410" y="693"/>
                        <a:pt x="1" y="1166"/>
                        <a:pt x="1" y="1733"/>
                      </a:cubicBezTo>
                      <a:lnTo>
                        <a:pt x="1" y="2836"/>
                      </a:lnTo>
                      <a:lnTo>
                        <a:pt x="10429" y="2836"/>
                      </a:lnTo>
                      <a:lnTo>
                        <a:pt x="10429" y="1733"/>
                      </a:lnTo>
                      <a:lnTo>
                        <a:pt x="10460" y="1733"/>
                      </a:lnTo>
                      <a:cubicBezTo>
                        <a:pt x="10460" y="1134"/>
                        <a:pt x="9988" y="693"/>
                        <a:pt x="9421" y="693"/>
                      </a:cubicBezTo>
                      <a:lnTo>
                        <a:pt x="9074" y="693"/>
                      </a:lnTo>
                      <a:lnTo>
                        <a:pt x="9074" y="347"/>
                      </a:lnTo>
                      <a:cubicBezTo>
                        <a:pt x="9074" y="158"/>
                        <a:pt x="8917" y="0"/>
                        <a:pt x="8728" y="0"/>
                      </a:cubicBezTo>
                      <a:cubicBezTo>
                        <a:pt x="8539" y="0"/>
                        <a:pt x="8381" y="158"/>
                        <a:pt x="8381" y="347"/>
                      </a:cubicBezTo>
                      <a:lnTo>
                        <a:pt x="8381" y="693"/>
                      </a:lnTo>
                      <a:lnTo>
                        <a:pt x="6995" y="693"/>
                      </a:lnTo>
                      <a:lnTo>
                        <a:pt x="6995" y="347"/>
                      </a:lnTo>
                      <a:cubicBezTo>
                        <a:pt x="6995" y="158"/>
                        <a:pt x="6837" y="0"/>
                        <a:pt x="6648" y="0"/>
                      </a:cubicBezTo>
                      <a:cubicBezTo>
                        <a:pt x="6459" y="0"/>
                        <a:pt x="6302" y="158"/>
                        <a:pt x="6302" y="347"/>
                      </a:cubicBezTo>
                      <a:lnTo>
                        <a:pt x="6302" y="693"/>
                      </a:lnTo>
                      <a:lnTo>
                        <a:pt x="4159" y="693"/>
                      </a:lnTo>
                      <a:lnTo>
                        <a:pt x="4159" y="347"/>
                      </a:lnTo>
                      <a:cubicBezTo>
                        <a:pt x="4159" y="158"/>
                        <a:pt x="4002" y="0"/>
                        <a:pt x="3813" y="0"/>
                      </a:cubicBezTo>
                      <a:cubicBezTo>
                        <a:pt x="3624" y="0"/>
                        <a:pt x="3466" y="158"/>
                        <a:pt x="3466" y="347"/>
                      </a:cubicBezTo>
                      <a:lnTo>
                        <a:pt x="3466" y="693"/>
                      </a:lnTo>
                      <a:lnTo>
                        <a:pt x="2080" y="693"/>
                      </a:lnTo>
                      <a:lnTo>
                        <a:pt x="2080" y="347"/>
                      </a:lnTo>
                      <a:cubicBezTo>
                        <a:pt x="2080" y="158"/>
                        <a:pt x="1923" y="0"/>
                        <a:pt x="173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42" name="Google Shape;1842;p18"/>
              <p:cNvGrpSpPr/>
              <p:nvPr/>
            </p:nvGrpSpPr>
            <p:grpSpPr>
              <a:xfrm>
                <a:off x="6475237" y="4984814"/>
                <a:ext cx="500625" cy="500625"/>
                <a:chOff x="3860400" y="3955025"/>
                <a:chExt cx="296175" cy="296175"/>
              </a:xfrm>
            </p:grpSpPr>
            <p:sp>
              <p:nvSpPr>
                <p:cNvPr id="1843" name="Google Shape;1843;p18"/>
                <p:cNvSpPr/>
                <p:nvPr/>
              </p:nvSpPr>
              <p:spPr>
                <a:xfrm>
                  <a:off x="3973825" y="3955025"/>
                  <a:ext cx="68525" cy="68550"/>
                </a:xfrm>
                <a:custGeom>
                  <a:rect b="b" l="l" r="r" t="t"/>
                  <a:pathLst>
                    <a:path extrusionOk="0" h="2742" w="2741">
                      <a:moveTo>
                        <a:pt x="1355" y="1"/>
                      </a:moveTo>
                      <a:cubicBezTo>
                        <a:pt x="630" y="1"/>
                        <a:pt x="0" y="631"/>
                        <a:pt x="0" y="1387"/>
                      </a:cubicBezTo>
                      <a:cubicBezTo>
                        <a:pt x="0" y="2112"/>
                        <a:pt x="630" y="2742"/>
                        <a:pt x="1355" y="2742"/>
                      </a:cubicBezTo>
                      <a:cubicBezTo>
                        <a:pt x="2111" y="2742"/>
                        <a:pt x="2741" y="2112"/>
                        <a:pt x="2741" y="1387"/>
                      </a:cubicBezTo>
                      <a:cubicBezTo>
                        <a:pt x="2741" y="631"/>
                        <a:pt x="2142" y="1"/>
                        <a:pt x="13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4" name="Google Shape;1844;p18"/>
                <p:cNvSpPr/>
                <p:nvPr/>
              </p:nvSpPr>
              <p:spPr>
                <a:xfrm>
                  <a:off x="3947025" y="4021975"/>
                  <a:ext cx="122125" cy="71700"/>
                </a:xfrm>
                <a:custGeom>
                  <a:rect b="b" l="l" r="r" t="t"/>
                  <a:pathLst>
                    <a:path extrusionOk="0" h="2868" w="4885">
                      <a:moveTo>
                        <a:pt x="820" y="1"/>
                      </a:moveTo>
                      <a:cubicBezTo>
                        <a:pt x="316" y="442"/>
                        <a:pt x="1" y="1104"/>
                        <a:pt x="1" y="1797"/>
                      </a:cubicBezTo>
                      <a:lnTo>
                        <a:pt x="1" y="2521"/>
                      </a:lnTo>
                      <a:cubicBezTo>
                        <a:pt x="1" y="2710"/>
                        <a:pt x="158" y="2868"/>
                        <a:pt x="347" y="2868"/>
                      </a:cubicBezTo>
                      <a:lnTo>
                        <a:pt x="4506" y="2868"/>
                      </a:lnTo>
                      <a:cubicBezTo>
                        <a:pt x="4727" y="2868"/>
                        <a:pt x="4884" y="2710"/>
                        <a:pt x="4884" y="2521"/>
                      </a:cubicBezTo>
                      <a:lnTo>
                        <a:pt x="4884" y="1860"/>
                      </a:lnTo>
                      <a:cubicBezTo>
                        <a:pt x="4884" y="1135"/>
                        <a:pt x="4569" y="473"/>
                        <a:pt x="4034" y="32"/>
                      </a:cubicBezTo>
                      <a:cubicBezTo>
                        <a:pt x="3655" y="473"/>
                        <a:pt x="3120" y="788"/>
                        <a:pt x="2427" y="788"/>
                      </a:cubicBezTo>
                      <a:cubicBezTo>
                        <a:pt x="1797" y="788"/>
                        <a:pt x="1198" y="473"/>
                        <a:pt x="82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5" name="Google Shape;1845;p18"/>
                <p:cNvSpPr/>
                <p:nvPr/>
              </p:nvSpPr>
              <p:spPr>
                <a:xfrm>
                  <a:off x="4086450" y="4145650"/>
                  <a:ext cx="70125" cy="104775"/>
                </a:xfrm>
                <a:custGeom>
                  <a:rect b="b" l="l" r="r" t="t"/>
                  <a:pathLst>
                    <a:path extrusionOk="0" h="4191" w="2805">
                      <a:moveTo>
                        <a:pt x="0" y="0"/>
                      </a:moveTo>
                      <a:lnTo>
                        <a:pt x="0" y="4190"/>
                      </a:lnTo>
                      <a:lnTo>
                        <a:pt x="2458" y="4190"/>
                      </a:lnTo>
                      <a:cubicBezTo>
                        <a:pt x="2647" y="4190"/>
                        <a:pt x="2804" y="4033"/>
                        <a:pt x="2804" y="3844"/>
                      </a:cubicBezTo>
                      <a:lnTo>
                        <a:pt x="2804" y="315"/>
                      </a:lnTo>
                      <a:cubicBezTo>
                        <a:pt x="2773" y="158"/>
                        <a:pt x="2647" y="0"/>
                        <a:pt x="245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6" name="Google Shape;1846;p18"/>
                <p:cNvSpPr/>
                <p:nvPr/>
              </p:nvSpPr>
              <p:spPr>
                <a:xfrm>
                  <a:off x="3860400" y="4180300"/>
                  <a:ext cx="70125" cy="70125"/>
                </a:xfrm>
                <a:custGeom>
                  <a:rect b="b" l="l" r="r" t="t"/>
                  <a:pathLst>
                    <a:path extrusionOk="0" h="2805" w="2805">
                      <a:moveTo>
                        <a:pt x="347" y="0"/>
                      </a:moveTo>
                      <a:cubicBezTo>
                        <a:pt x="158" y="0"/>
                        <a:pt x="0" y="189"/>
                        <a:pt x="0" y="347"/>
                      </a:cubicBezTo>
                      <a:lnTo>
                        <a:pt x="0" y="2458"/>
                      </a:lnTo>
                      <a:cubicBezTo>
                        <a:pt x="0" y="2678"/>
                        <a:pt x="158" y="2804"/>
                        <a:pt x="347" y="2804"/>
                      </a:cubicBezTo>
                      <a:lnTo>
                        <a:pt x="2804" y="2804"/>
                      </a:lnTo>
                      <a:lnTo>
                        <a:pt x="280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47" name="Google Shape;1847;p18"/>
                <p:cNvSpPr/>
                <p:nvPr/>
              </p:nvSpPr>
              <p:spPr>
                <a:xfrm>
                  <a:off x="3947025" y="4111775"/>
                  <a:ext cx="122125" cy="139425"/>
                </a:xfrm>
                <a:custGeom>
                  <a:rect b="b" l="l" r="r" t="t"/>
                  <a:pathLst>
                    <a:path extrusionOk="0" h="5577" w="4885">
                      <a:moveTo>
                        <a:pt x="2466" y="1377"/>
                      </a:moveTo>
                      <a:cubicBezTo>
                        <a:pt x="2522" y="1377"/>
                        <a:pt x="2582" y="1392"/>
                        <a:pt x="2647" y="1418"/>
                      </a:cubicBezTo>
                      <a:cubicBezTo>
                        <a:pt x="2742" y="1450"/>
                        <a:pt x="2836" y="1607"/>
                        <a:pt x="2836" y="1733"/>
                      </a:cubicBezTo>
                      <a:lnTo>
                        <a:pt x="2836" y="3497"/>
                      </a:lnTo>
                      <a:lnTo>
                        <a:pt x="3183" y="3497"/>
                      </a:lnTo>
                      <a:cubicBezTo>
                        <a:pt x="3372" y="3497"/>
                        <a:pt x="3529" y="3655"/>
                        <a:pt x="3529" y="3844"/>
                      </a:cubicBezTo>
                      <a:cubicBezTo>
                        <a:pt x="3529" y="4033"/>
                        <a:pt x="3340" y="4159"/>
                        <a:pt x="3151" y="4159"/>
                      </a:cubicBezTo>
                      <a:lnTo>
                        <a:pt x="1765" y="4159"/>
                      </a:lnTo>
                      <a:cubicBezTo>
                        <a:pt x="1576" y="4159"/>
                        <a:pt x="1419" y="4002"/>
                        <a:pt x="1419" y="3812"/>
                      </a:cubicBezTo>
                      <a:cubicBezTo>
                        <a:pt x="1419" y="3623"/>
                        <a:pt x="1576" y="3466"/>
                        <a:pt x="1765" y="3466"/>
                      </a:cubicBezTo>
                      <a:lnTo>
                        <a:pt x="2112" y="3466"/>
                      </a:lnTo>
                      <a:lnTo>
                        <a:pt x="2112" y="2552"/>
                      </a:lnTo>
                      <a:lnTo>
                        <a:pt x="1986" y="2678"/>
                      </a:lnTo>
                      <a:cubicBezTo>
                        <a:pt x="1938" y="2726"/>
                        <a:pt x="1852" y="2749"/>
                        <a:pt x="1765" y="2749"/>
                      </a:cubicBezTo>
                      <a:cubicBezTo>
                        <a:pt x="1679" y="2749"/>
                        <a:pt x="1592" y="2726"/>
                        <a:pt x="1545" y="2678"/>
                      </a:cubicBezTo>
                      <a:cubicBezTo>
                        <a:pt x="1419" y="2552"/>
                        <a:pt x="1419" y="2300"/>
                        <a:pt x="1545" y="2206"/>
                      </a:cubicBezTo>
                      <a:lnTo>
                        <a:pt x="2238" y="1481"/>
                      </a:lnTo>
                      <a:cubicBezTo>
                        <a:pt x="2312" y="1407"/>
                        <a:pt x="2385" y="1377"/>
                        <a:pt x="2466" y="1377"/>
                      </a:cubicBezTo>
                      <a:close/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lnTo>
                        <a:pt x="1" y="5577"/>
                      </a:lnTo>
                      <a:lnTo>
                        <a:pt x="4853" y="5577"/>
                      </a:lnTo>
                      <a:cubicBezTo>
                        <a:pt x="4884" y="3245"/>
                        <a:pt x="4884" y="2678"/>
                        <a:pt x="4884" y="347"/>
                      </a:cubicBezTo>
                      <a:cubicBezTo>
                        <a:pt x="4884" y="158"/>
                        <a:pt x="4727" y="0"/>
                        <a:pt x="453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48" name="Google Shape;1848;p18"/>
              <p:cNvGrpSpPr/>
              <p:nvPr/>
            </p:nvGrpSpPr>
            <p:grpSpPr>
              <a:xfrm>
                <a:off x="9643064" y="3748681"/>
                <a:ext cx="508611" cy="499272"/>
                <a:chOff x="5716825" y="3235950"/>
                <a:chExt cx="300900" cy="295375"/>
              </a:xfrm>
            </p:grpSpPr>
            <p:sp>
              <p:nvSpPr>
                <p:cNvPr id="1849" name="Google Shape;1849;p18"/>
                <p:cNvSpPr/>
                <p:nvPr/>
              </p:nvSpPr>
              <p:spPr>
                <a:xfrm>
                  <a:off x="5716825" y="3309975"/>
                  <a:ext cx="137075" cy="146525"/>
                </a:xfrm>
                <a:custGeom>
                  <a:rect b="b" l="l" r="r" t="t"/>
                  <a:pathLst>
                    <a:path extrusionOk="0" h="5861" w="5483">
                      <a:moveTo>
                        <a:pt x="2584" y="1"/>
                      </a:moveTo>
                      <a:lnTo>
                        <a:pt x="410" y="2206"/>
                      </a:lnTo>
                      <a:cubicBezTo>
                        <a:pt x="1" y="2615"/>
                        <a:pt x="1" y="3277"/>
                        <a:pt x="410" y="3655"/>
                      </a:cubicBezTo>
                      <a:lnTo>
                        <a:pt x="2584" y="5860"/>
                      </a:lnTo>
                      <a:lnTo>
                        <a:pt x="3781" y="4632"/>
                      </a:lnTo>
                      <a:cubicBezTo>
                        <a:pt x="3844" y="4584"/>
                        <a:pt x="3939" y="4561"/>
                        <a:pt x="4029" y="4561"/>
                      </a:cubicBezTo>
                      <a:cubicBezTo>
                        <a:pt x="4120" y="4561"/>
                        <a:pt x="4206" y="4584"/>
                        <a:pt x="4254" y="4632"/>
                      </a:cubicBezTo>
                      <a:lnTo>
                        <a:pt x="4726" y="5104"/>
                      </a:lnTo>
                      <a:cubicBezTo>
                        <a:pt x="4789" y="5167"/>
                        <a:pt x="4884" y="5199"/>
                        <a:pt x="4974" y="5199"/>
                      </a:cubicBezTo>
                      <a:cubicBezTo>
                        <a:pt x="5065" y="5199"/>
                        <a:pt x="5152" y="5167"/>
                        <a:pt x="5199" y="5104"/>
                      </a:cubicBezTo>
                      <a:cubicBezTo>
                        <a:pt x="5325" y="5010"/>
                        <a:pt x="5325" y="4758"/>
                        <a:pt x="5199" y="4632"/>
                      </a:cubicBezTo>
                      <a:lnTo>
                        <a:pt x="4726" y="4159"/>
                      </a:lnTo>
                      <a:cubicBezTo>
                        <a:pt x="4632" y="4065"/>
                        <a:pt x="4632" y="3813"/>
                        <a:pt x="4726" y="3687"/>
                      </a:cubicBezTo>
                      <a:lnTo>
                        <a:pt x="5482" y="2962"/>
                      </a:lnTo>
                      <a:lnTo>
                        <a:pt x="5010" y="2489"/>
                      </a:lnTo>
                      <a:lnTo>
                        <a:pt x="4789" y="2710"/>
                      </a:lnTo>
                      <a:cubicBezTo>
                        <a:pt x="4584" y="2915"/>
                        <a:pt x="4317" y="3017"/>
                        <a:pt x="4049" y="3017"/>
                      </a:cubicBezTo>
                      <a:cubicBezTo>
                        <a:pt x="3781" y="3017"/>
                        <a:pt x="3513" y="2915"/>
                        <a:pt x="3309" y="2710"/>
                      </a:cubicBezTo>
                      <a:cubicBezTo>
                        <a:pt x="2930" y="2332"/>
                        <a:pt x="2930" y="1670"/>
                        <a:pt x="3309" y="1261"/>
                      </a:cubicBezTo>
                      <a:lnTo>
                        <a:pt x="3561" y="1040"/>
                      </a:lnTo>
                      <a:lnTo>
                        <a:pt x="258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0" name="Google Shape;1850;p18"/>
                <p:cNvSpPr/>
                <p:nvPr/>
              </p:nvSpPr>
              <p:spPr>
                <a:xfrm>
                  <a:off x="5794025" y="3235950"/>
                  <a:ext cx="145725" cy="133900"/>
                </a:xfrm>
                <a:custGeom>
                  <a:rect b="b" l="l" r="r" t="t"/>
                  <a:pathLst>
                    <a:path extrusionOk="0" h="5356" w="5829">
                      <a:moveTo>
                        <a:pt x="2926" y="0"/>
                      </a:moveTo>
                      <a:cubicBezTo>
                        <a:pt x="2662" y="0"/>
                        <a:pt x="2394" y="95"/>
                        <a:pt x="2205" y="284"/>
                      </a:cubicBezTo>
                      <a:lnTo>
                        <a:pt x="0" y="2457"/>
                      </a:lnTo>
                      <a:lnTo>
                        <a:pt x="1229" y="3686"/>
                      </a:lnTo>
                      <a:cubicBezTo>
                        <a:pt x="1323" y="3781"/>
                        <a:pt x="1323" y="4033"/>
                        <a:pt x="1229" y="4127"/>
                      </a:cubicBezTo>
                      <a:lnTo>
                        <a:pt x="725" y="4600"/>
                      </a:lnTo>
                      <a:cubicBezTo>
                        <a:pt x="630" y="4726"/>
                        <a:pt x="630" y="4978"/>
                        <a:pt x="725" y="5072"/>
                      </a:cubicBezTo>
                      <a:cubicBezTo>
                        <a:pt x="788" y="5135"/>
                        <a:pt x="882" y="5167"/>
                        <a:pt x="977" y="5167"/>
                      </a:cubicBezTo>
                      <a:cubicBezTo>
                        <a:pt x="1071" y="5167"/>
                        <a:pt x="1166" y="5135"/>
                        <a:pt x="1229" y="5072"/>
                      </a:cubicBezTo>
                      <a:lnTo>
                        <a:pt x="1701" y="4600"/>
                      </a:lnTo>
                      <a:cubicBezTo>
                        <a:pt x="1749" y="4553"/>
                        <a:pt x="1835" y="4529"/>
                        <a:pt x="1926" y="4529"/>
                      </a:cubicBezTo>
                      <a:cubicBezTo>
                        <a:pt x="2016" y="4529"/>
                        <a:pt x="2111" y="4553"/>
                        <a:pt x="2174" y="4600"/>
                      </a:cubicBezTo>
                      <a:lnTo>
                        <a:pt x="2898" y="5356"/>
                      </a:lnTo>
                      <a:lnTo>
                        <a:pt x="3371" y="4883"/>
                      </a:lnTo>
                      <a:lnTo>
                        <a:pt x="3151" y="4663"/>
                      </a:lnTo>
                      <a:cubicBezTo>
                        <a:pt x="2741" y="4253"/>
                        <a:pt x="2741" y="3592"/>
                        <a:pt x="3151" y="3214"/>
                      </a:cubicBezTo>
                      <a:cubicBezTo>
                        <a:pt x="3340" y="3009"/>
                        <a:pt x="3607" y="2906"/>
                        <a:pt x="3875" y="2906"/>
                      </a:cubicBezTo>
                      <a:cubicBezTo>
                        <a:pt x="4143" y="2906"/>
                        <a:pt x="4411" y="3009"/>
                        <a:pt x="4600" y="3214"/>
                      </a:cubicBezTo>
                      <a:lnTo>
                        <a:pt x="4852" y="3434"/>
                      </a:lnTo>
                      <a:lnTo>
                        <a:pt x="5828" y="2457"/>
                      </a:lnTo>
                      <a:lnTo>
                        <a:pt x="3623" y="284"/>
                      </a:lnTo>
                      <a:cubicBezTo>
                        <a:pt x="3450" y="95"/>
                        <a:pt x="3190" y="0"/>
                        <a:pt x="29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1" name="Google Shape;1851;p18"/>
                <p:cNvSpPr/>
                <p:nvPr/>
              </p:nvSpPr>
              <p:spPr>
                <a:xfrm>
                  <a:off x="5880650" y="3309975"/>
                  <a:ext cx="137075" cy="145725"/>
                </a:xfrm>
                <a:custGeom>
                  <a:rect b="b" l="l" r="r" t="t"/>
                  <a:pathLst>
                    <a:path extrusionOk="0" h="5829" w="5483">
                      <a:moveTo>
                        <a:pt x="2899" y="1"/>
                      </a:moveTo>
                      <a:lnTo>
                        <a:pt x="1702" y="1229"/>
                      </a:lnTo>
                      <a:cubicBezTo>
                        <a:pt x="1639" y="1292"/>
                        <a:pt x="1544" y="1324"/>
                        <a:pt x="1450" y="1324"/>
                      </a:cubicBezTo>
                      <a:cubicBezTo>
                        <a:pt x="1355" y="1324"/>
                        <a:pt x="1261" y="1292"/>
                        <a:pt x="1198" y="1229"/>
                      </a:cubicBezTo>
                      <a:lnTo>
                        <a:pt x="725" y="757"/>
                      </a:lnTo>
                      <a:cubicBezTo>
                        <a:pt x="678" y="694"/>
                        <a:pt x="591" y="662"/>
                        <a:pt x="501" y="662"/>
                      </a:cubicBezTo>
                      <a:cubicBezTo>
                        <a:pt x="410" y="662"/>
                        <a:pt x="316" y="694"/>
                        <a:pt x="253" y="757"/>
                      </a:cubicBezTo>
                      <a:cubicBezTo>
                        <a:pt x="158" y="883"/>
                        <a:pt x="158" y="1103"/>
                        <a:pt x="253" y="1229"/>
                      </a:cubicBezTo>
                      <a:lnTo>
                        <a:pt x="725" y="1702"/>
                      </a:lnTo>
                      <a:cubicBezTo>
                        <a:pt x="851" y="1828"/>
                        <a:pt x="851" y="2048"/>
                        <a:pt x="725" y="2174"/>
                      </a:cubicBezTo>
                      <a:lnTo>
                        <a:pt x="1" y="2899"/>
                      </a:lnTo>
                      <a:lnTo>
                        <a:pt x="473" y="3372"/>
                      </a:lnTo>
                      <a:lnTo>
                        <a:pt x="694" y="3151"/>
                      </a:lnTo>
                      <a:cubicBezTo>
                        <a:pt x="898" y="2946"/>
                        <a:pt x="1166" y="2844"/>
                        <a:pt x="1434" y="2844"/>
                      </a:cubicBezTo>
                      <a:cubicBezTo>
                        <a:pt x="1702" y="2844"/>
                        <a:pt x="1970" y="2946"/>
                        <a:pt x="2174" y="3151"/>
                      </a:cubicBezTo>
                      <a:cubicBezTo>
                        <a:pt x="2552" y="3529"/>
                        <a:pt x="2552" y="4222"/>
                        <a:pt x="2174" y="4600"/>
                      </a:cubicBezTo>
                      <a:lnTo>
                        <a:pt x="1922" y="4852"/>
                      </a:lnTo>
                      <a:lnTo>
                        <a:pt x="2899" y="5829"/>
                      </a:lnTo>
                      <a:lnTo>
                        <a:pt x="5073" y="3655"/>
                      </a:lnTo>
                      <a:cubicBezTo>
                        <a:pt x="5482" y="3277"/>
                        <a:pt x="5482" y="2615"/>
                        <a:pt x="5073" y="2206"/>
                      </a:cubicBezTo>
                      <a:lnTo>
                        <a:pt x="289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2" name="Google Shape;1852;p18"/>
                <p:cNvSpPr/>
                <p:nvPr/>
              </p:nvSpPr>
              <p:spPr>
                <a:xfrm>
                  <a:off x="5794025" y="3396625"/>
                  <a:ext cx="147300" cy="134700"/>
                </a:xfrm>
                <a:custGeom>
                  <a:rect b="b" l="l" r="r" t="t"/>
                  <a:pathLst>
                    <a:path extrusionOk="0" h="5388" w="5892">
                      <a:moveTo>
                        <a:pt x="2993" y="0"/>
                      </a:moveTo>
                      <a:lnTo>
                        <a:pt x="2520" y="473"/>
                      </a:lnTo>
                      <a:lnTo>
                        <a:pt x="2741" y="725"/>
                      </a:lnTo>
                      <a:cubicBezTo>
                        <a:pt x="3151" y="1103"/>
                        <a:pt x="3151" y="1764"/>
                        <a:pt x="2741" y="2174"/>
                      </a:cubicBezTo>
                      <a:cubicBezTo>
                        <a:pt x="2505" y="2363"/>
                        <a:pt x="2221" y="2457"/>
                        <a:pt x="1949" y="2457"/>
                      </a:cubicBezTo>
                      <a:cubicBezTo>
                        <a:pt x="1678" y="2457"/>
                        <a:pt x="1418" y="2363"/>
                        <a:pt x="1229" y="2174"/>
                      </a:cubicBezTo>
                      <a:lnTo>
                        <a:pt x="977" y="1922"/>
                      </a:lnTo>
                      <a:lnTo>
                        <a:pt x="0" y="2930"/>
                      </a:lnTo>
                      <a:lnTo>
                        <a:pt x="2205" y="5072"/>
                      </a:lnTo>
                      <a:cubicBezTo>
                        <a:pt x="2394" y="5293"/>
                        <a:pt x="2678" y="5387"/>
                        <a:pt x="2930" y="5387"/>
                      </a:cubicBezTo>
                      <a:cubicBezTo>
                        <a:pt x="3214" y="5387"/>
                        <a:pt x="3497" y="5293"/>
                        <a:pt x="3686" y="5072"/>
                      </a:cubicBezTo>
                      <a:lnTo>
                        <a:pt x="5891" y="2930"/>
                      </a:lnTo>
                      <a:lnTo>
                        <a:pt x="4663" y="1701"/>
                      </a:lnTo>
                      <a:cubicBezTo>
                        <a:pt x="4568" y="1575"/>
                        <a:pt x="4568" y="1355"/>
                        <a:pt x="4663" y="1229"/>
                      </a:cubicBezTo>
                      <a:lnTo>
                        <a:pt x="5167" y="756"/>
                      </a:lnTo>
                      <a:cubicBezTo>
                        <a:pt x="5261" y="630"/>
                        <a:pt x="5261" y="410"/>
                        <a:pt x="5167" y="284"/>
                      </a:cubicBezTo>
                      <a:cubicBezTo>
                        <a:pt x="5104" y="221"/>
                        <a:pt x="5009" y="189"/>
                        <a:pt x="4915" y="189"/>
                      </a:cubicBezTo>
                      <a:cubicBezTo>
                        <a:pt x="4820" y="189"/>
                        <a:pt x="4726" y="221"/>
                        <a:pt x="4663" y="284"/>
                      </a:cubicBezTo>
                      <a:lnTo>
                        <a:pt x="4190" y="756"/>
                      </a:lnTo>
                      <a:cubicBezTo>
                        <a:pt x="4143" y="819"/>
                        <a:pt x="4056" y="851"/>
                        <a:pt x="3966" y="851"/>
                      </a:cubicBezTo>
                      <a:cubicBezTo>
                        <a:pt x="3875" y="851"/>
                        <a:pt x="3781" y="819"/>
                        <a:pt x="3718" y="756"/>
                      </a:cubicBezTo>
                      <a:lnTo>
                        <a:pt x="299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53" name="Google Shape;1853;p18"/>
              <p:cNvGrpSpPr/>
              <p:nvPr/>
            </p:nvGrpSpPr>
            <p:grpSpPr>
              <a:xfrm>
                <a:off x="9661695" y="4394041"/>
                <a:ext cx="471340" cy="468678"/>
                <a:chOff x="5727850" y="3609275"/>
                <a:chExt cx="278850" cy="277275"/>
              </a:xfrm>
            </p:grpSpPr>
            <p:sp>
              <p:nvSpPr>
                <p:cNvPr id="1854" name="Google Shape;1854;p18"/>
                <p:cNvSpPr/>
                <p:nvPr/>
              </p:nvSpPr>
              <p:spPr>
                <a:xfrm>
                  <a:off x="5884600" y="3765225"/>
                  <a:ext cx="122100" cy="121325"/>
                </a:xfrm>
                <a:custGeom>
                  <a:rect b="b" l="l" r="r" t="t"/>
                  <a:pathLst>
                    <a:path extrusionOk="0" h="4853" w="4884">
                      <a:moveTo>
                        <a:pt x="2426" y="662"/>
                      </a:moveTo>
                      <a:cubicBezTo>
                        <a:pt x="2646" y="662"/>
                        <a:pt x="2804" y="819"/>
                        <a:pt x="2804" y="1008"/>
                      </a:cubicBezTo>
                      <a:cubicBezTo>
                        <a:pt x="2804" y="1197"/>
                        <a:pt x="2646" y="1355"/>
                        <a:pt x="2426" y="1355"/>
                      </a:cubicBezTo>
                      <a:cubicBezTo>
                        <a:pt x="2237" y="1355"/>
                        <a:pt x="2079" y="1197"/>
                        <a:pt x="2079" y="1008"/>
                      </a:cubicBezTo>
                      <a:cubicBezTo>
                        <a:pt x="2079" y="819"/>
                        <a:pt x="2237" y="662"/>
                        <a:pt x="2426" y="662"/>
                      </a:cubicBezTo>
                      <a:close/>
                      <a:moveTo>
                        <a:pt x="2426" y="1670"/>
                      </a:moveTo>
                      <a:cubicBezTo>
                        <a:pt x="2646" y="1670"/>
                        <a:pt x="2804" y="1828"/>
                        <a:pt x="2804" y="2048"/>
                      </a:cubicBezTo>
                      <a:lnTo>
                        <a:pt x="2804" y="3781"/>
                      </a:lnTo>
                      <a:cubicBezTo>
                        <a:pt x="2804" y="3970"/>
                        <a:pt x="2646" y="4127"/>
                        <a:pt x="2426" y="4127"/>
                      </a:cubicBezTo>
                      <a:cubicBezTo>
                        <a:pt x="2237" y="4127"/>
                        <a:pt x="2079" y="3970"/>
                        <a:pt x="2079" y="3781"/>
                      </a:cubicBezTo>
                      <a:lnTo>
                        <a:pt x="2079" y="2048"/>
                      </a:lnTo>
                      <a:cubicBezTo>
                        <a:pt x="2079" y="1828"/>
                        <a:pt x="2237" y="1670"/>
                        <a:pt x="2426" y="1670"/>
                      </a:cubicBezTo>
                      <a:close/>
                      <a:moveTo>
                        <a:pt x="2426" y="0"/>
                      </a:moveTo>
                      <a:cubicBezTo>
                        <a:pt x="1103" y="0"/>
                        <a:pt x="0" y="1103"/>
                        <a:pt x="0" y="2426"/>
                      </a:cubicBezTo>
                      <a:cubicBezTo>
                        <a:pt x="0" y="3749"/>
                        <a:pt x="1103" y="4852"/>
                        <a:pt x="2426" y="4852"/>
                      </a:cubicBezTo>
                      <a:cubicBezTo>
                        <a:pt x="3781" y="4852"/>
                        <a:pt x="4883" y="3749"/>
                        <a:pt x="4883" y="2426"/>
                      </a:cubicBezTo>
                      <a:cubicBezTo>
                        <a:pt x="4883" y="1040"/>
                        <a:pt x="3781" y="0"/>
                        <a:pt x="24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5" name="Google Shape;1855;p18"/>
                <p:cNvSpPr/>
                <p:nvPr/>
              </p:nvSpPr>
              <p:spPr>
                <a:xfrm>
                  <a:off x="5727850" y="3669125"/>
                  <a:ext cx="35475" cy="216625"/>
                </a:xfrm>
                <a:custGeom>
                  <a:rect b="b" l="l" r="r" t="t"/>
                  <a:pathLst>
                    <a:path extrusionOk="0" h="8665" w="1419">
                      <a:moveTo>
                        <a:pt x="32" y="1"/>
                      </a:moveTo>
                      <a:lnTo>
                        <a:pt x="32" y="7310"/>
                      </a:lnTo>
                      <a:cubicBezTo>
                        <a:pt x="1" y="8034"/>
                        <a:pt x="631" y="8665"/>
                        <a:pt x="1418" y="8665"/>
                      </a:cubicBezTo>
                      <a:lnTo>
                        <a:pt x="1418" y="347"/>
                      </a:lnTo>
                      <a:lnTo>
                        <a:pt x="1072" y="347"/>
                      </a:lnTo>
                      <a:cubicBezTo>
                        <a:pt x="662" y="347"/>
                        <a:pt x="316" y="253"/>
                        <a:pt x="3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6" name="Google Shape;1856;p18"/>
                <p:cNvSpPr/>
                <p:nvPr/>
              </p:nvSpPr>
              <p:spPr>
                <a:xfrm>
                  <a:off x="5779825" y="3677800"/>
                  <a:ext cx="174900" cy="207950"/>
                </a:xfrm>
                <a:custGeom>
                  <a:rect b="b" l="l" r="r" t="t"/>
                  <a:pathLst>
                    <a:path extrusionOk="0" h="8318" w="6996">
                      <a:moveTo>
                        <a:pt x="5262" y="693"/>
                      </a:moveTo>
                      <a:cubicBezTo>
                        <a:pt x="5451" y="693"/>
                        <a:pt x="5609" y="851"/>
                        <a:pt x="5609" y="1040"/>
                      </a:cubicBezTo>
                      <a:cubicBezTo>
                        <a:pt x="5609" y="1229"/>
                        <a:pt x="5451" y="1386"/>
                        <a:pt x="5262" y="1386"/>
                      </a:cubicBezTo>
                      <a:lnTo>
                        <a:pt x="1072" y="1386"/>
                      </a:lnTo>
                      <a:cubicBezTo>
                        <a:pt x="883" y="1386"/>
                        <a:pt x="726" y="1229"/>
                        <a:pt x="726" y="1040"/>
                      </a:cubicBezTo>
                      <a:cubicBezTo>
                        <a:pt x="726" y="851"/>
                        <a:pt x="883" y="693"/>
                        <a:pt x="1072" y="693"/>
                      </a:cubicBezTo>
                      <a:close/>
                      <a:moveTo>
                        <a:pt x="5262" y="2080"/>
                      </a:moveTo>
                      <a:cubicBezTo>
                        <a:pt x="5451" y="2080"/>
                        <a:pt x="5609" y="2237"/>
                        <a:pt x="5609" y="2426"/>
                      </a:cubicBezTo>
                      <a:cubicBezTo>
                        <a:pt x="5609" y="2615"/>
                        <a:pt x="5451" y="2773"/>
                        <a:pt x="5262" y="2773"/>
                      </a:cubicBezTo>
                      <a:lnTo>
                        <a:pt x="1072" y="2773"/>
                      </a:lnTo>
                      <a:cubicBezTo>
                        <a:pt x="883" y="2773"/>
                        <a:pt x="726" y="2615"/>
                        <a:pt x="726" y="2426"/>
                      </a:cubicBezTo>
                      <a:cubicBezTo>
                        <a:pt x="726" y="2237"/>
                        <a:pt x="883" y="2080"/>
                        <a:pt x="1072" y="2080"/>
                      </a:cubicBezTo>
                      <a:close/>
                      <a:moveTo>
                        <a:pt x="1" y="0"/>
                      </a:moveTo>
                      <a:lnTo>
                        <a:pt x="1" y="8318"/>
                      </a:lnTo>
                      <a:lnTo>
                        <a:pt x="4695" y="8318"/>
                      </a:lnTo>
                      <a:cubicBezTo>
                        <a:pt x="4002" y="7750"/>
                        <a:pt x="3498" y="6868"/>
                        <a:pt x="3498" y="5892"/>
                      </a:cubicBezTo>
                      <a:cubicBezTo>
                        <a:pt x="3498" y="5766"/>
                        <a:pt x="3561" y="5640"/>
                        <a:pt x="3561" y="5545"/>
                      </a:cubicBezTo>
                      <a:lnTo>
                        <a:pt x="1072" y="5545"/>
                      </a:lnTo>
                      <a:cubicBezTo>
                        <a:pt x="883" y="5545"/>
                        <a:pt x="726" y="5388"/>
                        <a:pt x="726" y="5167"/>
                      </a:cubicBezTo>
                      <a:lnTo>
                        <a:pt x="726" y="3812"/>
                      </a:lnTo>
                      <a:cubicBezTo>
                        <a:pt x="726" y="3592"/>
                        <a:pt x="883" y="3434"/>
                        <a:pt x="1072" y="3434"/>
                      </a:cubicBezTo>
                      <a:lnTo>
                        <a:pt x="4695" y="3434"/>
                      </a:lnTo>
                      <a:cubicBezTo>
                        <a:pt x="5199" y="3056"/>
                        <a:pt x="5861" y="2773"/>
                        <a:pt x="6617" y="2773"/>
                      </a:cubicBezTo>
                      <a:cubicBezTo>
                        <a:pt x="6743" y="2773"/>
                        <a:pt x="6869" y="2804"/>
                        <a:pt x="6995" y="2804"/>
                      </a:cubicBezTo>
                      <a:lnTo>
                        <a:pt x="699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7" name="Google Shape;1857;p18"/>
                <p:cNvSpPr/>
                <p:nvPr/>
              </p:nvSpPr>
              <p:spPr>
                <a:xfrm>
                  <a:off x="5815275" y="3781750"/>
                  <a:ext cx="66200" cy="17350"/>
                </a:xfrm>
                <a:custGeom>
                  <a:rect b="b" l="l" r="r" t="t"/>
                  <a:pathLst>
                    <a:path extrusionOk="0" h="694" w="2648">
                      <a:moveTo>
                        <a:pt x="1" y="1"/>
                      </a:moveTo>
                      <a:lnTo>
                        <a:pt x="1" y="694"/>
                      </a:lnTo>
                      <a:lnTo>
                        <a:pt x="2301" y="694"/>
                      </a:lnTo>
                      <a:cubicBezTo>
                        <a:pt x="2364" y="473"/>
                        <a:pt x="2490" y="221"/>
                        <a:pt x="26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58" name="Google Shape;1858;p18"/>
                <p:cNvSpPr/>
                <p:nvPr/>
              </p:nvSpPr>
              <p:spPr>
                <a:xfrm>
                  <a:off x="5727850" y="3609275"/>
                  <a:ext cx="226075" cy="51225"/>
                </a:xfrm>
                <a:custGeom>
                  <a:rect b="b" l="l" r="r" t="t"/>
                  <a:pathLst>
                    <a:path extrusionOk="0" h="2049" w="9043">
                      <a:moveTo>
                        <a:pt x="1072" y="0"/>
                      </a:moveTo>
                      <a:cubicBezTo>
                        <a:pt x="473" y="0"/>
                        <a:pt x="32" y="473"/>
                        <a:pt x="32" y="1040"/>
                      </a:cubicBezTo>
                      <a:cubicBezTo>
                        <a:pt x="1" y="1576"/>
                        <a:pt x="473" y="2048"/>
                        <a:pt x="1072" y="2048"/>
                      </a:cubicBezTo>
                      <a:lnTo>
                        <a:pt x="9043" y="2048"/>
                      </a:lnTo>
                      <a:cubicBezTo>
                        <a:pt x="8475" y="2048"/>
                        <a:pt x="8034" y="1576"/>
                        <a:pt x="8034" y="1040"/>
                      </a:cubicBezTo>
                      <a:cubicBezTo>
                        <a:pt x="8034" y="441"/>
                        <a:pt x="8507" y="0"/>
                        <a:pt x="90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59" name="Google Shape;1859;p18"/>
              <p:cNvGrpSpPr/>
              <p:nvPr/>
            </p:nvGrpSpPr>
            <p:grpSpPr>
              <a:xfrm>
                <a:off x="9677687" y="4985473"/>
                <a:ext cx="439351" cy="499272"/>
                <a:chOff x="5736525" y="3963700"/>
                <a:chExt cx="259925" cy="295375"/>
              </a:xfrm>
            </p:grpSpPr>
            <p:sp>
              <p:nvSpPr>
                <p:cNvPr id="1860" name="Google Shape;1860;p18"/>
                <p:cNvSpPr/>
                <p:nvPr/>
              </p:nvSpPr>
              <p:spPr>
                <a:xfrm>
                  <a:off x="5736525" y="4153525"/>
                  <a:ext cx="121300" cy="105550"/>
                </a:xfrm>
                <a:custGeom>
                  <a:rect b="b" l="l" r="r" t="t"/>
                  <a:pathLst>
                    <a:path extrusionOk="0" h="4222" w="4852">
                      <a:moveTo>
                        <a:pt x="1733" y="0"/>
                      </a:moveTo>
                      <a:cubicBezTo>
                        <a:pt x="788" y="0"/>
                        <a:pt x="0" y="788"/>
                        <a:pt x="0" y="1733"/>
                      </a:cubicBezTo>
                      <a:lnTo>
                        <a:pt x="0" y="3875"/>
                      </a:lnTo>
                      <a:cubicBezTo>
                        <a:pt x="0" y="4064"/>
                        <a:pt x="158" y="4222"/>
                        <a:pt x="378" y="4222"/>
                      </a:cubicBezTo>
                      <a:lnTo>
                        <a:pt x="4852" y="4222"/>
                      </a:lnTo>
                      <a:lnTo>
                        <a:pt x="4852" y="2584"/>
                      </a:lnTo>
                      <a:lnTo>
                        <a:pt x="230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1" name="Google Shape;1861;p18"/>
                <p:cNvSpPr/>
                <p:nvPr/>
              </p:nvSpPr>
              <p:spPr>
                <a:xfrm>
                  <a:off x="5833400" y="4168475"/>
                  <a:ext cx="66975" cy="33900"/>
                </a:xfrm>
                <a:custGeom>
                  <a:rect b="b" l="l" r="r" t="t"/>
                  <a:pathLst>
                    <a:path extrusionOk="0" h="1356" w="2679">
                      <a:moveTo>
                        <a:pt x="2678" y="1"/>
                      </a:moveTo>
                      <a:lnTo>
                        <a:pt x="2678" y="1"/>
                      </a:lnTo>
                      <a:cubicBezTo>
                        <a:pt x="2458" y="32"/>
                        <a:pt x="2237" y="127"/>
                        <a:pt x="1985" y="127"/>
                      </a:cubicBezTo>
                      <a:lnTo>
                        <a:pt x="662" y="127"/>
                      </a:lnTo>
                      <a:cubicBezTo>
                        <a:pt x="441" y="127"/>
                        <a:pt x="221" y="95"/>
                        <a:pt x="0" y="1"/>
                      </a:cubicBezTo>
                      <a:lnTo>
                        <a:pt x="0" y="1"/>
                      </a:lnTo>
                      <a:lnTo>
                        <a:pt x="1323" y="1355"/>
                      </a:lnTo>
                      <a:lnTo>
                        <a:pt x="267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2" name="Google Shape;1862;p18"/>
                <p:cNvSpPr/>
                <p:nvPr/>
              </p:nvSpPr>
              <p:spPr>
                <a:xfrm>
                  <a:off x="5875925" y="4153525"/>
                  <a:ext cx="120525" cy="105550"/>
                </a:xfrm>
                <a:custGeom>
                  <a:rect b="b" l="l" r="r" t="t"/>
                  <a:pathLst>
                    <a:path extrusionOk="0" h="4222" w="4821">
                      <a:moveTo>
                        <a:pt x="2426" y="2048"/>
                      </a:moveTo>
                      <a:cubicBezTo>
                        <a:pt x="2615" y="2048"/>
                        <a:pt x="2773" y="2205"/>
                        <a:pt x="2773" y="2426"/>
                      </a:cubicBezTo>
                      <a:cubicBezTo>
                        <a:pt x="2773" y="2615"/>
                        <a:pt x="2615" y="2773"/>
                        <a:pt x="2426" y="2773"/>
                      </a:cubicBezTo>
                      <a:lnTo>
                        <a:pt x="1733" y="2773"/>
                      </a:lnTo>
                      <a:cubicBezTo>
                        <a:pt x="1513" y="2773"/>
                        <a:pt x="1355" y="2615"/>
                        <a:pt x="1355" y="2426"/>
                      </a:cubicBezTo>
                      <a:cubicBezTo>
                        <a:pt x="1355" y="2205"/>
                        <a:pt x="1513" y="2048"/>
                        <a:pt x="1733" y="2048"/>
                      </a:cubicBezTo>
                      <a:close/>
                      <a:moveTo>
                        <a:pt x="2552" y="0"/>
                      </a:moveTo>
                      <a:lnTo>
                        <a:pt x="1" y="2584"/>
                      </a:lnTo>
                      <a:lnTo>
                        <a:pt x="1" y="4222"/>
                      </a:lnTo>
                      <a:lnTo>
                        <a:pt x="4474" y="4222"/>
                      </a:lnTo>
                      <a:cubicBezTo>
                        <a:pt x="4663" y="4222"/>
                        <a:pt x="4821" y="4064"/>
                        <a:pt x="4821" y="3875"/>
                      </a:cubicBezTo>
                      <a:lnTo>
                        <a:pt x="4821" y="1733"/>
                      </a:lnTo>
                      <a:cubicBezTo>
                        <a:pt x="4821" y="788"/>
                        <a:pt x="4033" y="0"/>
                        <a:pt x="308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3" name="Google Shape;1863;p18"/>
                <p:cNvSpPr/>
                <p:nvPr/>
              </p:nvSpPr>
              <p:spPr>
                <a:xfrm>
                  <a:off x="5754625" y="3963700"/>
                  <a:ext cx="224500" cy="154400"/>
                </a:xfrm>
                <a:custGeom>
                  <a:rect b="b" l="l" r="r" t="t"/>
                  <a:pathLst>
                    <a:path extrusionOk="0" h="6176" w="8980">
                      <a:moveTo>
                        <a:pt x="3120" y="1"/>
                      </a:moveTo>
                      <a:cubicBezTo>
                        <a:pt x="1387" y="1"/>
                        <a:pt x="1" y="1418"/>
                        <a:pt x="1" y="3119"/>
                      </a:cubicBezTo>
                      <a:lnTo>
                        <a:pt x="1" y="4506"/>
                      </a:lnTo>
                      <a:cubicBezTo>
                        <a:pt x="1" y="5325"/>
                        <a:pt x="568" y="6018"/>
                        <a:pt x="1355" y="6175"/>
                      </a:cubicBezTo>
                      <a:lnTo>
                        <a:pt x="1355" y="2773"/>
                      </a:lnTo>
                      <a:lnTo>
                        <a:pt x="1009" y="2773"/>
                      </a:lnTo>
                      <a:cubicBezTo>
                        <a:pt x="914" y="2773"/>
                        <a:pt x="820" y="2804"/>
                        <a:pt x="694" y="2804"/>
                      </a:cubicBezTo>
                      <a:cubicBezTo>
                        <a:pt x="851" y="1607"/>
                        <a:pt x="1860" y="662"/>
                        <a:pt x="3120" y="662"/>
                      </a:cubicBezTo>
                      <a:lnTo>
                        <a:pt x="5861" y="662"/>
                      </a:lnTo>
                      <a:cubicBezTo>
                        <a:pt x="7089" y="662"/>
                        <a:pt x="8098" y="1607"/>
                        <a:pt x="8255" y="2804"/>
                      </a:cubicBezTo>
                      <a:cubicBezTo>
                        <a:pt x="8161" y="2773"/>
                        <a:pt x="8066" y="2773"/>
                        <a:pt x="7940" y="2773"/>
                      </a:cubicBezTo>
                      <a:lnTo>
                        <a:pt x="7593" y="2773"/>
                      </a:lnTo>
                      <a:lnTo>
                        <a:pt x="7593" y="6175"/>
                      </a:lnTo>
                      <a:cubicBezTo>
                        <a:pt x="8381" y="6018"/>
                        <a:pt x="8980" y="5325"/>
                        <a:pt x="8980" y="4506"/>
                      </a:cubicBezTo>
                      <a:lnTo>
                        <a:pt x="8980" y="3119"/>
                      </a:lnTo>
                      <a:cubicBezTo>
                        <a:pt x="8980" y="1387"/>
                        <a:pt x="7562" y="1"/>
                        <a:pt x="586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4" name="Google Shape;1864;p18"/>
                <p:cNvSpPr/>
                <p:nvPr/>
              </p:nvSpPr>
              <p:spPr>
                <a:xfrm>
                  <a:off x="5806625" y="3998350"/>
                  <a:ext cx="69325" cy="52025"/>
                </a:xfrm>
                <a:custGeom>
                  <a:rect b="b" l="l" r="r" t="t"/>
                  <a:pathLst>
                    <a:path extrusionOk="0" h="2081" w="2773">
                      <a:moveTo>
                        <a:pt x="1733" y="1"/>
                      </a:moveTo>
                      <a:cubicBezTo>
                        <a:pt x="788" y="1"/>
                        <a:pt x="0" y="788"/>
                        <a:pt x="0" y="1733"/>
                      </a:cubicBezTo>
                      <a:lnTo>
                        <a:pt x="0" y="2080"/>
                      </a:lnTo>
                      <a:lnTo>
                        <a:pt x="1733" y="2080"/>
                      </a:lnTo>
                      <a:cubicBezTo>
                        <a:pt x="2300" y="2049"/>
                        <a:pt x="2773" y="1607"/>
                        <a:pt x="2773" y="1009"/>
                      </a:cubicBezTo>
                      <a:lnTo>
                        <a:pt x="277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5" name="Google Shape;1865;p18"/>
                <p:cNvSpPr/>
                <p:nvPr/>
              </p:nvSpPr>
              <p:spPr>
                <a:xfrm>
                  <a:off x="5893250" y="3999150"/>
                  <a:ext cx="34675" cy="51225"/>
                </a:xfrm>
                <a:custGeom>
                  <a:rect b="b" l="l" r="r" t="t"/>
                  <a:pathLst>
                    <a:path extrusionOk="0" h="2049" w="1387">
                      <a:moveTo>
                        <a:pt x="1" y="0"/>
                      </a:moveTo>
                      <a:lnTo>
                        <a:pt x="1" y="1040"/>
                      </a:lnTo>
                      <a:cubicBezTo>
                        <a:pt x="1" y="1607"/>
                        <a:pt x="473" y="2048"/>
                        <a:pt x="1040" y="2048"/>
                      </a:cubicBezTo>
                      <a:lnTo>
                        <a:pt x="1387" y="2048"/>
                      </a:lnTo>
                      <a:lnTo>
                        <a:pt x="1387" y="1701"/>
                      </a:lnTo>
                      <a:cubicBezTo>
                        <a:pt x="1387" y="882"/>
                        <a:pt x="788" y="158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6" name="Google Shape;1866;p18"/>
                <p:cNvSpPr/>
                <p:nvPr/>
              </p:nvSpPr>
              <p:spPr>
                <a:xfrm>
                  <a:off x="5806625" y="4049550"/>
                  <a:ext cx="121300" cy="104000"/>
                </a:xfrm>
                <a:custGeom>
                  <a:rect b="b" l="l" r="r" t="t"/>
                  <a:pathLst>
                    <a:path extrusionOk="0" h="4160" w="4852">
                      <a:moveTo>
                        <a:pt x="3119" y="1"/>
                      </a:moveTo>
                      <a:cubicBezTo>
                        <a:pt x="2804" y="442"/>
                        <a:pt x="2300" y="694"/>
                        <a:pt x="1733" y="694"/>
                      </a:cubicBezTo>
                      <a:lnTo>
                        <a:pt x="0" y="694"/>
                      </a:lnTo>
                      <a:lnTo>
                        <a:pt x="0" y="2426"/>
                      </a:lnTo>
                      <a:cubicBezTo>
                        <a:pt x="0" y="3372"/>
                        <a:pt x="788" y="4159"/>
                        <a:pt x="1733" y="4159"/>
                      </a:cubicBezTo>
                      <a:lnTo>
                        <a:pt x="3119" y="4159"/>
                      </a:lnTo>
                      <a:cubicBezTo>
                        <a:pt x="4064" y="4159"/>
                        <a:pt x="4852" y="3372"/>
                        <a:pt x="4852" y="2426"/>
                      </a:cubicBezTo>
                      <a:lnTo>
                        <a:pt x="4852" y="694"/>
                      </a:lnTo>
                      <a:lnTo>
                        <a:pt x="4505" y="694"/>
                      </a:lnTo>
                      <a:cubicBezTo>
                        <a:pt x="3938" y="694"/>
                        <a:pt x="3434" y="442"/>
                        <a:pt x="31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67" name="Google Shape;1867;p18"/>
              <p:cNvGrpSpPr/>
              <p:nvPr/>
            </p:nvGrpSpPr>
            <p:grpSpPr>
              <a:xfrm>
                <a:off x="10925743" y="4378078"/>
                <a:ext cx="501977" cy="500625"/>
                <a:chOff x="6553275" y="3604550"/>
                <a:chExt cx="296975" cy="296175"/>
              </a:xfrm>
            </p:grpSpPr>
            <p:sp>
              <p:nvSpPr>
                <p:cNvPr id="1868" name="Google Shape;1868;p18"/>
                <p:cNvSpPr/>
                <p:nvPr/>
              </p:nvSpPr>
              <p:spPr>
                <a:xfrm>
                  <a:off x="6657250" y="3604550"/>
                  <a:ext cx="86650" cy="86650"/>
                </a:xfrm>
                <a:custGeom>
                  <a:rect b="b" l="l" r="r" t="t"/>
                  <a:pathLst>
                    <a:path extrusionOk="0" h="3466" w="3466">
                      <a:moveTo>
                        <a:pt x="1733" y="0"/>
                      </a:moveTo>
                      <a:cubicBezTo>
                        <a:pt x="788" y="0"/>
                        <a:pt x="0" y="788"/>
                        <a:pt x="0" y="1733"/>
                      </a:cubicBezTo>
                      <a:cubicBezTo>
                        <a:pt x="0" y="2678"/>
                        <a:pt x="788" y="3466"/>
                        <a:pt x="1733" y="3466"/>
                      </a:cubicBezTo>
                      <a:cubicBezTo>
                        <a:pt x="2678" y="3466"/>
                        <a:pt x="3466" y="2678"/>
                        <a:pt x="3466" y="1733"/>
                      </a:cubicBezTo>
                      <a:cubicBezTo>
                        <a:pt x="3466" y="788"/>
                        <a:pt x="2678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69" name="Google Shape;1869;p18"/>
                <p:cNvSpPr/>
                <p:nvPr/>
              </p:nvSpPr>
              <p:spPr>
                <a:xfrm>
                  <a:off x="6553275" y="3777825"/>
                  <a:ext cx="296975" cy="122900"/>
                </a:xfrm>
                <a:custGeom>
                  <a:rect b="b" l="l" r="r" t="t"/>
                  <a:pathLst>
                    <a:path extrusionOk="0" h="4916" w="11879">
                      <a:moveTo>
                        <a:pt x="694" y="0"/>
                      </a:moveTo>
                      <a:cubicBezTo>
                        <a:pt x="316" y="0"/>
                        <a:pt x="1" y="315"/>
                        <a:pt x="1" y="693"/>
                      </a:cubicBezTo>
                      <a:cubicBezTo>
                        <a:pt x="1" y="1103"/>
                        <a:pt x="316" y="1418"/>
                        <a:pt x="694" y="1418"/>
                      </a:cubicBezTo>
                      <a:lnTo>
                        <a:pt x="694" y="4569"/>
                      </a:lnTo>
                      <a:cubicBezTo>
                        <a:pt x="694" y="4758"/>
                        <a:pt x="851" y="4915"/>
                        <a:pt x="1040" y="4915"/>
                      </a:cubicBezTo>
                      <a:lnTo>
                        <a:pt x="10807" y="4915"/>
                      </a:lnTo>
                      <a:cubicBezTo>
                        <a:pt x="11028" y="4915"/>
                        <a:pt x="11185" y="4758"/>
                        <a:pt x="11185" y="4569"/>
                      </a:cubicBezTo>
                      <a:lnTo>
                        <a:pt x="11185" y="1418"/>
                      </a:lnTo>
                      <a:cubicBezTo>
                        <a:pt x="11563" y="1418"/>
                        <a:pt x="11878" y="1103"/>
                        <a:pt x="11878" y="693"/>
                      </a:cubicBezTo>
                      <a:cubicBezTo>
                        <a:pt x="11815" y="315"/>
                        <a:pt x="11500" y="0"/>
                        <a:pt x="11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70" name="Google Shape;1870;p18"/>
                <p:cNvSpPr/>
                <p:nvPr/>
              </p:nvSpPr>
              <p:spPr>
                <a:xfrm>
                  <a:off x="6755700" y="3640000"/>
                  <a:ext cx="74850" cy="121300"/>
                </a:xfrm>
                <a:custGeom>
                  <a:rect b="b" l="l" r="r" t="t"/>
                  <a:pathLst>
                    <a:path extrusionOk="0" h="4852" w="2994">
                      <a:moveTo>
                        <a:pt x="190" y="0"/>
                      </a:moveTo>
                      <a:cubicBezTo>
                        <a:pt x="190" y="126"/>
                        <a:pt x="253" y="221"/>
                        <a:pt x="253" y="347"/>
                      </a:cubicBezTo>
                      <a:cubicBezTo>
                        <a:pt x="253" y="693"/>
                        <a:pt x="158" y="1071"/>
                        <a:pt x="1" y="1386"/>
                      </a:cubicBezTo>
                      <a:cubicBezTo>
                        <a:pt x="977" y="2079"/>
                        <a:pt x="1607" y="3182"/>
                        <a:pt x="1607" y="4474"/>
                      </a:cubicBezTo>
                      <a:lnTo>
                        <a:pt x="1607" y="4852"/>
                      </a:lnTo>
                      <a:lnTo>
                        <a:pt x="2994" y="4852"/>
                      </a:lnTo>
                      <a:lnTo>
                        <a:pt x="2489" y="756"/>
                      </a:lnTo>
                      <a:cubicBezTo>
                        <a:pt x="2363" y="315"/>
                        <a:pt x="1922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71" name="Google Shape;1871;p18"/>
                <p:cNvSpPr/>
                <p:nvPr/>
              </p:nvSpPr>
              <p:spPr>
                <a:xfrm>
                  <a:off x="6570600" y="3640000"/>
                  <a:ext cx="74850" cy="121300"/>
                </a:xfrm>
                <a:custGeom>
                  <a:rect b="b" l="l" r="r" t="t"/>
                  <a:pathLst>
                    <a:path extrusionOk="0" h="4852" w="2994">
                      <a:moveTo>
                        <a:pt x="1545" y="0"/>
                      </a:moveTo>
                      <a:cubicBezTo>
                        <a:pt x="1072" y="0"/>
                        <a:pt x="663" y="315"/>
                        <a:pt x="505" y="788"/>
                      </a:cubicBezTo>
                      <a:lnTo>
                        <a:pt x="1" y="4852"/>
                      </a:lnTo>
                      <a:lnTo>
                        <a:pt x="1356" y="4852"/>
                      </a:lnTo>
                      <a:lnTo>
                        <a:pt x="1356" y="4474"/>
                      </a:lnTo>
                      <a:lnTo>
                        <a:pt x="1387" y="4474"/>
                      </a:lnTo>
                      <a:cubicBezTo>
                        <a:pt x="1387" y="3182"/>
                        <a:pt x="2017" y="2048"/>
                        <a:pt x="2994" y="1386"/>
                      </a:cubicBezTo>
                      <a:cubicBezTo>
                        <a:pt x="2836" y="1071"/>
                        <a:pt x="2773" y="693"/>
                        <a:pt x="2773" y="347"/>
                      </a:cubicBezTo>
                      <a:cubicBezTo>
                        <a:pt x="2773" y="221"/>
                        <a:pt x="2773" y="95"/>
                        <a:pt x="280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72" name="Google Shape;1872;p18"/>
                <p:cNvSpPr/>
                <p:nvPr/>
              </p:nvSpPr>
              <p:spPr>
                <a:xfrm>
                  <a:off x="6707650" y="3688025"/>
                  <a:ext cx="70925" cy="70925"/>
                </a:xfrm>
                <a:custGeom>
                  <a:rect b="b" l="l" r="r" t="t"/>
                  <a:pathLst>
                    <a:path extrusionOk="0" h="2837" w="2837">
                      <a:moveTo>
                        <a:pt x="1482" y="1"/>
                      </a:moveTo>
                      <a:cubicBezTo>
                        <a:pt x="1450" y="32"/>
                        <a:pt x="1418" y="64"/>
                        <a:pt x="1324" y="127"/>
                      </a:cubicBezTo>
                      <a:cubicBezTo>
                        <a:pt x="1324" y="190"/>
                        <a:pt x="1292" y="253"/>
                        <a:pt x="1261" y="284"/>
                      </a:cubicBezTo>
                      <a:lnTo>
                        <a:pt x="1" y="1923"/>
                      </a:lnTo>
                      <a:lnTo>
                        <a:pt x="1" y="2836"/>
                      </a:lnTo>
                      <a:lnTo>
                        <a:pt x="2742" y="2836"/>
                      </a:lnTo>
                      <a:lnTo>
                        <a:pt x="2742" y="2553"/>
                      </a:lnTo>
                      <a:lnTo>
                        <a:pt x="2836" y="2553"/>
                      </a:lnTo>
                      <a:cubicBezTo>
                        <a:pt x="2836" y="1513"/>
                        <a:pt x="2332" y="599"/>
                        <a:pt x="148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73" name="Google Shape;1873;p18"/>
                <p:cNvSpPr/>
                <p:nvPr/>
              </p:nvSpPr>
              <p:spPr>
                <a:xfrm>
                  <a:off x="6621025" y="3688825"/>
                  <a:ext cx="70900" cy="73275"/>
                </a:xfrm>
                <a:custGeom>
                  <a:rect b="b" l="l" r="r" t="t"/>
                  <a:pathLst>
                    <a:path extrusionOk="0" h="2931" w="2836">
                      <a:moveTo>
                        <a:pt x="1323" y="0"/>
                      </a:moveTo>
                      <a:cubicBezTo>
                        <a:pt x="536" y="567"/>
                        <a:pt x="0" y="1513"/>
                        <a:pt x="0" y="2584"/>
                      </a:cubicBezTo>
                      <a:lnTo>
                        <a:pt x="0" y="2930"/>
                      </a:lnTo>
                      <a:lnTo>
                        <a:pt x="2741" y="2930"/>
                      </a:lnTo>
                      <a:lnTo>
                        <a:pt x="2741" y="1922"/>
                      </a:lnTo>
                      <a:lnTo>
                        <a:pt x="2836" y="1922"/>
                      </a:lnTo>
                      <a:lnTo>
                        <a:pt x="1575" y="284"/>
                      </a:lnTo>
                      <a:cubicBezTo>
                        <a:pt x="1512" y="252"/>
                        <a:pt x="1512" y="158"/>
                        <a:pt x="1481" y="126"/>
                      </a:cubicBezTo>
                      <a:cubicBezTo>
                        <a:pt x="1449" y="95"/>
                        <a:pt x="1355" y="63"/>
                        <a:pt x="132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sp>
        <p:nvSpPr>
          <p:cNvPr id="1874" name="Google Shape;1874;p18"/>
          <p:cNvSpPr txBox="1"/>
          <p:nvPr/>
        </p:nvSpPr>
        <p:spPr>
          <a:xfrm>
            <a:off x="0" y="235229"/>
            <a:ext cx="9144000" cy="531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Lora"/>
              <a:buNone/>
            </a:pPr>
            <a:r>
              <a:rPr b="1" i="0" lang="en" sz="3000" u="none" cap="none" strike="noStrike">
                <a:solidFill>
                  <a:srgbClr val="000000"/>
                </a:solidFill>
                <a:latin typeface="Lora"/>
                <a:ea typeface="Lora"/>
                <a:cs typeface="Lora"/>
                <a:sym typeface="Lora"/>
              </a:rPr>
              <a:t>Icons</a:t>
            </a:r>
            <a:endParaRPr sz="11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8" name="Shape 1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9" name="Google Shape;1879;p19"/>
          <p:cNvSpPr txBox="1"/>
          <p:nvPr/>
        </p:nvSpPr>
        <p:spPr>
          <a:xfrm>
            <a:off x="0" y="235229"/>
            <a:ext cx="9144000" cy="531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Lora"/>
              <a:buNone/>
            </a:pPr>
            <a:r>
              <a:rPr b="1" i="0" lang="en" sz="3000" u="none" cap="none" strike="noStrike">
                <a:solidFill>
                  <a:srgbClr val="000000"/>
                </a:solidFill>
                <a:latin typeface="Lora"/>
                <a:ea typeface="Lora"/>
                <a:cs typeface="Lora"/>
                <a:sym typeface="Lora"/>
              </a:rPr>
              <a:t>Icons</a:t>
            </a:r>
            <a:endParaRPr sz="1100"/>
          </a:p>
        </p:txBody>
      </p:sp>
      <p:grpSp>
        <p:nvGrpSpPr>
          <p:cNvPr id="1880" name="Google Shape;1880;p19"/>
          <p:cNvGrpSpPr/>
          <p:nvPr/>
        </p:nvGrpSpPr>
        <p:grpSpPr>
          <a:xfrm>
            <a:off x="297894" y="1107243"/>
            <a:ext cx="8548205" cy="3460803"/>
            <a:chOff x="397192" y="1548893"/>
            <a:chExt cx="11397607" cy="4614404"/>
          </a:xfrm>
        </p:grpSpPr>
        <p:grpSp>
          <p:nvGrpSpPr>
            <p:cNvPr id="1881" name="Google Shape;1881;p19"/>
            <p:cNvGrpSpPr/>
            <p:nvPr/>
          </p:nvGrpSpPr>
          <p:grpSpPr>
            <a:xfrm>
              <a:off x="420547" y="3548838"/>
              <a:ext cx="11373472" cy="644877"/>
              <a:chOff x="420547" y="3453239"/>
              <a:chExt cx="11373472" cy="644877"/>
            </a:xfrm>
          </p:grpSpPr>
          <p:sp>
            <p:nvSpPr>
              <p:cNvPr id="1882" name="Google Shape;1882;p19"/>
              <p:cNvSpPr/>
              <p:nvPr/>
            </p:nvSpPr>
            <p:spPr>
              <a:xfrm>
                <a:off x="420547" y="3454119"/>
                <a:ext cx="649969" cy="642983"/>
              </a:xfrm>
              <a:custGeom>
                <a:rect b="b" l="l" r="r" t="t"/>
                <a:pathLst>
                  <a:path extrusionOk="0" h="11689" w="11816">
                    <a:moveTo>
                      <a:pt x="7026" y="757"/>
                    </a:moveTo>
                    <a:lnTo>
                      <a:pt x="7026" y="2710"/>
                    </a:lnTo>
                    <a:lnTo>
                      <a:pt x="5829" y="2710"/>
                    </a:lnTo>
                    <a:cubicBezTo>
                      <a:pt x="5924" y="2332"/>
                      <a:pt x="6081" y="1954"/>
                      <a:pt x="6176" y="1702"/>
                    </a:cubicBezTo>
                    <a:cubicBezTo>
                      <a:pt x="6428" y="1229"/>
                      <a:pt x="6711" y="914"/>
                      <a:pt x="7026" y="757"/>
                    </a:cubicBezTo>
                    <a:close/>
                    <a:moveTo>
                      <a:pt x="7688" y="757"/>
                    </a:moveTo>
                    <a:cubicBezTo>
                      <a:pt x="8003" y="914"/>
                      <a:pt x="8287" y="1229"/>
                      <a:pt x="8507" y="1702"/>
                    </a:cubicBezTo>
                    <a:cubicBezTo>
                      <a:pt x="8665" y="2017"/>
                      <a:pt x="8791" y="2364"/>
                      <a:pt x="8854" y="2710"/>
                    </a:cubicBezTo>
                    <a:lnTo>
                      <a:pt x="7688" y="2710"/>
                    </a:lnTo>
                    <a:lnTo>
                      <a:pt x="7688" y="757"/>
                    </a:lnTo>
                    <a:close/>
                    <a:moveTo>
                      <a:pt x="8917" y="977"/>
                    </a:moveTo>
                    <a:cubicBezTo>
                      <a:pt x="9704" y="1387"/>
                      <a:pt x="10334" y="1954"/>
                      <a:pt x="10712" y="2710"/>
                    </a:cubicBezTo>
                    <a:lnTo>
                      <a:pt x="9578" y="2710"/>
                    </a:lnTo>
                    <a:cubicBezTo>
                      <a:pt x="9452" y="2206"/>
                      <a:pt x="9295" y="1765"/>
                      <a:pt x="9106" y="1387"/>
                    </a:cubicBezTo>
                    <a:cubicBezTo>
                      <a:pt x="9011" y="1261"/>
                      <a:pt x="8948" y="1103"/>
                      <a:pt x="8917" y="977"/>
                    </a:cubicBezTo>
                    <a:close/>
                    <a:moveTo>
                      <a:pt x="5798" y="1009"/>
                    </a:moveTo>
                    <a:lnTo>
                      <a:pt x="5798" y="1009"/>
                    </a:lnTo>
                    <a:cubicBezTo>
                      <a:pt x="5703" y="1135"/>
                      <a:pt x="5640" y="1261"/>
                      <a:pt x="5609" y="1418"/>
                    </a:cubicBezTo>
                    <a:cubicBezTo>
                      <a:pt x="5388" y="1796"/>
                      <a:pt x="5231" y="2269"/>
                      <a:pt x="5136" y="2742"/>
                    </a:cubicBezTo>
                    <a:lnTo>
                      <a:pt x="3970" y="2742"/>
                    </a:lnTo>
                    <a:cubicBezTo>
                      <a:pt x="4380" y="1954"/>
                      <a:pt x="5042" y="1387"/>
                      <a:pt x="5798" y="1009"/>
                    </a:cubicBezTo>
                    <a:close/>
                    <a:moveTo>
                      <a:pt x="5010" y="3435"/>
                    </a:moveTo>
                    <a:cubicBezTo>
                      <a:pt x="4978" y="3750"/>
                      <a:pt x="4915" y="4096"/>
                      <a:pt x="4915" y="4443"/>
                    </a:cubicBezTo>
                    <a:cubicBezTo>
                      <a:pt x="4978" y="4789"/>
                      <a:pt x="4978" y="5167"/>
                      <a:pt x="5010" y="5482"/>
                    </a:cubicBezTo>
                    <a:lnTo>
                      <a:pt x="3718" y="5482"/>
                    </a:lnTo>
                    <a:cubicBezTo>
                      <a:pt x="3624" y="5167"/>
                      <a:pt x="3561" y="4789"/>
                      <a:pt x="3561" y="4443"/>
                    </a:cubicBezTo>
                    <a:cubicBezTo>
                      <a:pt x="3561" y="4096"/>
                      <a:pt x="3592" y="3750"/>
                      <a:pt x="3718" y="3435"/>
                    </a:cubicBezTo>
                    <a:close/>
                    <a:moveTo>
                      <a:pt x="7026" y="3435"/>
                    </a:moveTo>
                    <a:lnTo>
                      <a:pt x="7026" y="5482"/>
                    </a:lnTo>
                    <a:lnTo>
                      <a:pt x="5703" y="5482"/>
                    </a:lnTo>
                    <a:cubicBezTo>
                      <a:pt x="5672" y="5136"/>
                      <a:pt x="5640" y="4789"/>
                      <a:pt x="5640" y="4443"/>
                    </a:cubicBezTo>
                    <a:cubicBezTo>
                      <a:pt x="5640" y="4096"/>
                      <a:pt x="5672" y="3718"/>
                      <a:pt x="5703" y="3435"/>
                    </a:cubicBezTo>
                    <a:close/>
                    <a:moveTo>
                      <a:pt x="8980" y="3435"/>
                    </a:moveTo>
                    <a:cubicBezTo>
                      <a:pt x="9011" y="3750"/>
                      <a:pt x="9074" y="4096"/>
                      <a:pt x="9074" y="4443"/>
                    </a:cubicBezTo>
                    <a:cubicBezTo>
                      <a:pt x="9074" y="4789"/>
                      <a:pt x="9011" y="5167"/>
                      <a:pt x="8980" y="5482"/>
                    </a:cubicBezTo>
                    <a:lnTo>
                      <a:pt x="7688" y="5482"/>
                    </a:lnTo>
                    <a:lnTo>
                      <a:pt x="7688" y="3435"/>
                    </a:lnTo>
                    <a:close/>
                    <a:moveTo>
                      <a:pt x="10996" y="3435"/>
                    </a:moveTo>
                    <a:cubicBezTo>
                      <a:pt x="11059" y="3750"/>
                      <a:pt x="11153" y="4096"/>
                      <a:pt x="11153" y="4443"/>
                    </a:cubicBezTo>
                    <a:cubicBezTo>
                      <a:pt x="11153" y="4789"/>
                      <a:pt x="11122" y="5167"/>
                      <a:pt x="10996" y="5482"/>
                    </a:cubicBezTo>
                    <a:lnTo>
                      <a:pt x="9704" y="5482"/>
                    </a:lnTo>
                    <a:cubicBezTo>
                      <a:pt x="9736" y="5136"/>
                      <a:pt x="9767" y="4789"/>
                      <a:pt x="9767" y="4443"/>
                    </a:cubicBezTo>
                    <a:cubicBezTo>
                      <a:pt x="9736" y="4096"/>
                      <a:pt x="9736" y="3750"/>
                      <a:pt x="9704" y="3435"/>
                    </a:cubicBezTo>
                    <a:close/>
                    <a:moveTo>
                      <a:pt x="5136" y="6144"/>
                    </a:moveTo>
                    <a:cubicBezTo>
                      <a:pt x="5231" y="6648"/>
                      <a:pt x="5388" y="7089"/>
                      <a:pt x="5609" y="7467"/>
                    </a:cubicBezTo>
                    <a:cubicBezTo>
                      <a:pt x="5672" y="7593"/>
                      <a:pt x="5766" y="7751"/>
                      <a:pt x="5798" y="7877"/>
                    </a:cubicBezTo>
                    <a:cubicBezTo>
                      <a:pt x="5042" y="7530"/>
                      <a:pt x="4380" y="6932"/>
                      <a:pt x="3970" y="6144"/>
                    </a:cubicBezTo>
                    <a:close/>
                    <a:moveTo>
                      <a:pt x="10712" y="6144"/>
                    </a:moveTo>
                    <a:cubicBezTo>
                      <a:pt x="10334" y="6932"/>
                      <a:pt x="9704" y="7530"/>
                      <a:pt x="8917" y="7877"/>
                    </a:cubicBezTo>
                    <a:cubicBezTo>
                      <a:pt x="8980" y="7751"/>
                      <a:pt x="9074" y="7625"/>
                      <a:pt x="9106" y="7467"/>
                    </a:cubicBezTo>
                    <a:cubicBezTo>
                      <a:pt x="9295" y="7089"/>
                      <a:pt x="9452" y="6617"/>
                      <a:pt x="9578" y="6144"/>
                    </a:cubicBezTo>
                    <a:close/>
                    <a:moveTo>
                      <a:pt x="7026" y="6144"/>
                    </a:moveTo>
                    <a:lnTo>
                      <a:pt x="7026" y="8097"/>
                    </a:lnTo>
                    <a:cubicBezTo>
                      <a:pt x="6743" y="7940"/>
                      <a:pt x="6428" y="7625"/>
                      <a:pt x="6239" y="7152"/>
                    </a:cubicBezTo>
                    <a:cubicBezTo>
                      <a:pt x="6081" y="6837"/>
                      <a:pt x="5955" y="6491"/>
                      <a:pt x="5861" y="6144"/>
                    </a:cubicBezTo>
                    <a:close/>
                    <a:moveTo>
                      <a:pt x="8854" y="6144"/>
                    </a:moveTo>
                    <a:cubicBezTo>
                      <a:pt x="8791" y="6522"/>
                      <a:pt x="8633" y="6900"/>
                      <a:pt x="8507" y="7152"/>
                    </a:cubicBezTo>
                    <a:cubicBezTo>
                      <a:pt x="8287" y="7688"/>
                      <a:pt x="8003" y="8003"/>
                      <a:pt x="7688" y="8097"/>
                    </a:cubicBezTo>
                    <a:lnTo>
                      <a:pt x="7688" y="6144"/>
                    </a:lnTo>
                    <a:close/>
                    <a:moveTo>
                      <a:pt x="2726" y="8759"/>
                    </a:moveTo>
                    <a:cubicBezTo>
                      <a:pt x="2813" y="8759"/>
                      <a:pt x="2899" y="8790"/>
                      <a:pt x="2962" y="8853"/>
                    </a:cubicBezTo>
                    <a:cubicBezTo>
                      <a:pt x="3088" y="8980"/>
                      <a:pt x="3088" y="9169"/>
                      <a:pt x="2962" y="9326"/>
                    </a:cubicBezTo>
                    <a:lnTo>
                      <a:pt x="1387" y="10901"/>
                    </a:lnTo>
                    <a:cubicBezTo>
                      <a:pt x="1324" y="10964"/>
                      <a:pt x="1237" y="10996"/>
                      <a:pt x="1151" y="10996"/>
                    </a:cubicBezTo>
                    <a:cubicBezTo>
                      <a:pt x="1064" y="10996"/>
                      <a:pt x="977" y="10964"/>
                      <a:pt x="914" y="10901"/>
                    </a:cubicBezTo>
                    <a:cubicBezTo>
                      <a:pt x="788" y="10775"/>
                      <a:pt x="788" y="10555"/>
                      <a:pt x="914" y="10429"/>
                    </a:cubicBezTo>
                    <a:lnTo>
                      <a:pt x="2490" y="8853"/>
                    </a:lnTo>
                    <a:cubicBezTo>
                      <a:pt x="2553" y="8790"/>
                      <a:pt x="2639" y="8759"/>
                      <a:pt x="2726" y="8759"/>
                    </a:cubicBezTo>
                    <a:close/>
                    <a:moveTo>
                      <a:pt x="7373" y="1"/>
                    </a:moveTo>
                    <a:cubicBezTo>
                      <a:pt x="4915" y="1"/>
                      <a:pt x="2931" y="1985"/>
                      <a:pt x="2931" y="4443"/>
                    </a:cubicBezTo>
                    <a:cubicBezTo>
                      <a:pt x="2931" y="5514"/>
                      <a:pt x="3309" y="6522"/>
                      <a:pt x="4002" y="7310"/>
                    </a:cubicBezTo>
                    <a:lnTo>
                      <a:pt x="3151" y="8160"/>
                    </a:lnTo>
                    <a:cubicBezTo>
                      <a:pt x="3011" y="8079"/>
                      <a:pt x="2858" y="8040"/>
                      <a:pt x="2705" y="8040"/>
                    </a:cubicBezTo>
                    <a:cubicBezTo>
                      <a:pt x="2445" y="8040"/>
                      <a:pt x="2184" y="8151"/>
                      <a:pt x="1986" y="8349"/>
                    </a:cubicBezTo>
                    <a:lnTo>
                      <a:pt x="410" y="9925"/>
                    </a:lnTo>
                    <a:cubicBezTo>
                      <a:pt x="1" y="10303"/>
                      <a:pt x="1" y="10996"/>
                      <a:pt x="410" y="11374"/>
                    </a:cubicBezTo>
                    <a:cubicBezTo>
                      <a:pt x="599" y="11563"/>
                      <a:pt x="883" y="11689"/>
                      <a:pt x="1103" y="11689"/>
                    </a:cubicBezTo>
                    <a:cubicBezTo>
                      <a:pt x="1387" y="11689"/>
                      <a:pt x="1607" y="11563"/>
                      <a:pt x="1828" y="11374"/>
                    </a:cubicBezTo>
                    <a:lnTo>
                      <a:pt x="3403" y="9799"/>
                    </a:lnTo>
                    <a:cubicBezTo>
                      <a:pt x="3718" y="9484"/>
                      <a:pt x="3781" y="9011"/>
                      <a:pt x="3592" y="8633"/>
                    </a:cubicBezTo>
                    <a:lnTo>
                      <a:pt x="4411" y="7782"/>
                    </a:lnTo>
                    <a:cubicBezTo>
                      <a:pt x="5199" y="8444"/>
                      <a:pt x="6207" y="8853"/>
                      <a:pt x="7278" y="8853"/>
                    </a:cubicBezTo>
                    <a:cubicBezTo>
                      <a:pt x="7298" y="8854"/>
                      <a:pt x="7318" y="8854"/>
                      <a:pt x="7338" y="8854"/>
                    </a:cubicBezTo>
                    <a:cubicBezTo>
                      <a:pt x="9830" y="8854"/>
                      <a:pt x="11815" y="6881"/>
                      <a:pt x="11815" y="4443"/>
                    </a:cubicBezTo>
                    <a:cubicBezTo>
                      <a:pt x="11815" y="2017"/>
                      <a:pt x="9799" y="1"/>
                      <a:pt x="7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883" name="Google Shape;1883;p19"/>
              <p:cNvGrpSpPr/>
              <p:nvPr/>
            </p:nvGrpSpPr>
            <p:grpSpPr>
              <a:xfrm>
                <a:off x="4542100" y="3455129"/>
                <a:ext cx="644743" cy="641277"/>
                <a:chOff x="-4931075" y="2765725"/>
                <a:chExt cx="293025" cy="291450"/>
              </a:xfrm>
            </p:grpSpPr>
            <p:sp>
              <p:nvSpPr>
                <p:cNvPr id="1884" name="Google Shape;1884;p19"/>
                <p:cNvSpPr/>
                <p:nvPr/>
              </p:nvSpPr>
              <p:spPr>
                <a:xfrm>
                  <a:off x="-4810550" y="2884650"/>
                  <a:ext cx="51225" cy="51225"/>
                </a:xfrm>
                <a:custGeom>
                  <a:rect b="b" l="l" r="r" t="t"/>
                  <a:pathLst>
                    <a:path extrusionOk="0" h="2049" w="2049">
                      <a:moveTo>
                        <a:pt x="1008" y="663"/>
                      </a:moveTo>
                      <a:cubicBezTo>
                        <a:pt x="1229" y="663"/>
                        <a:pt x="1386" y="820"/>
                        <a:pt x="1386" y="1041"/>
                      </a:cubicBezTo>
                      <a:cubicBezTo>
                        <a:pt x="1386" y="1230"/>
                        <a:pt x="1229" y="1387"/>
                        <a:pt x="1008" y="1387"/>
                      </a:cubicBezTo>
                      <a:cubicBezTo>
                        <a:pt x="819" y="1387"/>
                        <a:pt x="662" y="1230"/>
                        <a:pt x="662" y="1041"/>
                      </a:cubicBezTo>
                      <a:cubicBezTo>
                        <a:pt x="662" y="820"/>
                        <a:pt x="819" y="663"/>
                        <a:pt x="1008" y="663"/>
                      </a:cubicBezTo>
                      <a:close/>
                      <a:moveTo>
                        <a:pt x="1008" y="1"/>
                      </a:moveTo>
                      <a:cubicBezTo>
                        <a:pt x="473" y="1"/>
                        <a:pt x="0" y="473"/>
                        <a:pt x="0" y="1041"/>
                      </a:cubicBezTo>
                      <a:cubicBezTo>
                        <a:pt x="0" y="1576"/>
                        <a:pt x="473" y="2049"/>
                        <a:pt x="1040" y="2049"/>
                      </a:cubicBezTo>
                      <a:cubicBezTo>
                        <a:pt x="1575" y="2049"/>
                        <a:pt x="2048" y="1576"/>
                        <a:pt x="2048" y="1041"/>
                      </a:cubicBezTo>
                      <a:cubicBezTo>
                        <a:pt x="2048" y="473"/>
                        <a:pt x="1607" y="1"/>
                        <a:pt x="10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85" name="Google Shape;1885;p19"/>
                <p:cNvSpPr/>
                <p:nvPr/>
              </p:nvSpPr>
              <p:spPr>
                <a:xfrm>
                  <a:off x="-4931075" y="2765725"/>
                  <a:ext cx="293025" cy="291450"/>
                </a:xfrm>
                <a:custGeom>
                  <a:rect b="b" l="l" r="r" t="t"/>
                  <a:pathLst>
                    <a:path extrusionOk="0" h="11658" w="11721">
                      <a:moveTo>
                        <a:pt x="3214" y="1387"/>
                      </a:moveTo>
                      <a:lnTo>
                        <a:pt x="4475" y="3844"/>
                      </a:lnTo>
                      <a:cubicBezTo>
                        <a:pt x="4223" y="4002"/>
                        <a:pt x="4034" y="4222"/>
                        <a:pt x="3876" y="4443"/>
                      </a:cubicBezTo>
                      <a:lnTo>
                        <a:pt x="1356" y="3214"/>
                      </a:lnTo>
                      <a:cubicBezTo>
                        <a:pt x="1828" y="2427"/>
                        <a:pt x="2458" y="1796"/>
                        <a:pt x="3214" y="1387"/>
                      </a:cubicBezTo>
                      <a:close/>
                      <a:moveTo>
                        <a:pt x="5829" y="4128"/>
                      </a:moveTo>
                      <a:cubicBezTo>
                        <a:pt x="6775" y="4128"/>
                        <a:pt x="7531" y="4884"/>
                        <a:pt x="7531" y="5829"/>
                      </a:cubicBezTo>
                      <a:cubicBezTo>
                        <a:pt x="7562" y="6743"/>
                        <a:pt x="6775" y="7530"/>
                        <a:pt x="5829" y="7530"/>
                      </a:cubicBezTo>
                      <a:cubicBezTo>
                        <a:pt x="4884" y="7530"/>
                        <a:pt x="4160" y="6774"/>
                        <a:pt x="4160" y="5829"/>
                      </a:cubicBezTo>
                      <a:cubicBezTo>
                        <a:pt x="4160" y="4884"/>
                        <a:pt x="4884" y="4128"/>
                        <a:pt x="5829" y="4128"/>
                      </a:cubicBezTo>
                      <a:close/>
                      <a:moveTo>
                        <a:pt x="5798" y="662"/>
                      </a:moveTo>
                      <a:cubicBezTo>
                        <a:pt x="8665" y="662"/>
                        <a:pt x="10996" y="2994"/>
                        <a:pt x="10996" y="5861"/>
                      </a:cubicBezTo>
                      <a:cubicBezTo>
                        <a:pt x="10996" y="6585"/>
                        <a:pt x="10839" y="7247"/>
                        <a:pt x="10618" y="7845"/>
                      </a:cubicBezTo>
                      <a:lnTo>
                        <a:pt x="8129" y="6585"/>
                      </a:lnTo>
                      <a:cubicBezTo>
                        <a:pt x="8192" y="6333"/>
                        <a:pt x="8255" y="6050"/>
                        <a:pt x="8255" y="5829"/>
                      </a:cubicBezTo>
                      <a:cubicBezTo>
                        <a:pt x="8255" y="4474"/>
                        <a:pt x="7184" y="3435"/>
                        <a:pt x="5829" y="3435"/>
                      </a:cubicBezTo>
                      <a:cubicBezTo>
                        <a:pt x="5577" y="3435"/>
                        <a:pt x="5325" y="3466"/>
                        <a:pt x="5105" y="3529"/>
                      </a:cubicBezTo>
                      <a:lnTo>
                        <a:pt x="3845" y="1072"/>
                      </a:lnTo>
                      <a:cubicBezTo>
                        <a:pt x="4412" y="820"/>
                        <a:pt x="5105" y="662"/>
                        <a:pt x="5798" y="662"/>
                      </a:cubicBezTo>
                      <a:close/>
                      <a:moveTo>
                        <a:pt x="7814" y="7152"/>
                      </a:moveTo>
                      <a:lnTo>
                        <a:pt x="10303" y="8412"/>
                      </a:lnTo>
                      <a:cubicBezTo>
                        <a:pt x="9862" y="9200"/>
                        <a:pt x="9232" y="9830"/>
                        <a:pt x="8444" y="10271"/>
                      </a:cubicBezTo>
                      <a:lnTo>
                        <a:pt x="7216" y="7751"/>
                      </a:lnTo>
                      <a:cubicBezTo>
                        <a:pt x="7468" y="7593"/>
                        <a:pt x="7657" y="7404"/>
                        <a:pt x="7814" y="7152"/>
                      </a:cubicBezTo>
                      <a:close/>
                      <a:moveTo>
                        <a:pt x="1072" y="3844"/>
                      </a:moveTo>
                      <a:lnTo>
                        <a:pt x="3593" y="5073"/>
                      </a:lnTo>
                      <a:cubicBezTo>
                        <a:pt x="3530" y="5325"/>
                        <a:pt x="3498" y="5546"/>
                        <a:pt x="3498" y="5829"/>
                      </a:cubicBezTo>
                      <a:cubicBezTo>
                        <a:pt x="3498" y="7152"/>
                        <a:pt x="4538" y="8223"/>
                        <a:pt x="5892" y="8223"/>
                      </a:cubicBezTo>
                      <a:cubicBezTo>
                        <a:pt x="6176" y="8223"/>
                        <a:pt x="6396" y="8192"/>
                        <a:pt x="6648" y="8097"/>
                      </a:cubicBezTo>
                      <a:lnTo>
                        <a:pt x="7846" y="10618"/>
                      </a:lnTo>
                      <a:cubicBezTo>
                        <a:pt x="7216" y="10901"/>
                        <a:pt x="6554" y="11027"/>
                        <a:pt x="5892" y="11027"/>
                      </a:cubicBezTo>
                      <a:cubicBezTo>
                        <a:pt x="2994" y="10996"/>
                        <a:pt x="694" y="8665"/>
                        <a:pt x="694" y="5829"/>
                      </a:cubicBezTo>
                      <a:cubicBezTo>
                        <a:pt x="694" y="5104"/>
                        <a:pt x="852" y="4443"/>
                        <a:pt x="1072" y="3844"/>
                      </a:cubicBezTo>
                      <a:close/>
                      <a:moveTo>
                        <a:pt x="5798" y="1"/>
                      </a:moveTo>
                      <a:cubicBezTo>
                        <a:pt x="4254" y="1"/>
                        <a:pt x="2773" y="599"/>
                        <a:pt x="1702" y="1702"/>
                      </a:cubicBezTo>
                      <a:cubicBezTo>
                        <a:pt x="600" y="2805"/>
                        <a:pt x="1" y="4254"/>
                        <a:pt x="1" y="5798"/>
                      </a:cubicBezTo>
                      <a:cubicBezTo>
                        <a:pt x="1" y="8980"/>
                        <a:pt x="2647" y="11657"/>
                        <a:pt x="5892" y="11657"/>
                      </a:cubicBezTo>
                      <a:cubicBezTo>
                        <a:pt x="9106" y="11657"/>
                        <a:pt x="11721" y="9043"/>
                        <a:pt x="11721" y="5829"/>
                      </a:cubicBezTo>
                      <a:cubicBezTo>
                        <a:pt x="11658" y="2647"/>
                        <a:pt x="9043" y="1"/>
                        <a:pt x="579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86" name="Google Shape;1886;p19"/>
              <p:cNvGrpSpPr/>
              <p:nvPr/>
            </p:nvGrpSpPr>
            <p:grpSpPr>
              <a:xfrm>
                <a:off x="8683499" y="3492404"/>
                <a:ext cx="641277" cy="566742"/>
                <a:chOff x="-3137650" y="2787000"/>
                <a:chExt cx="291450" cy="257575"/>
              </a:xfrm>
            </p:grpSpPr>
            <p:sp>
              <p:nvSpPr>
                <p:cNvPr id="1887" name="Google Shape;1887;p19"/>
                <p:cNvSpPr/>
                <p:nvPr/>
              </p:nvSpPr>
              <p:spPr>
                <a:xfrm>
                  <a:off x="-3137650" y="2787000"/>
                  <a:ext cx="291450" cy="257575"/>
                </a:xfrm>
                <a:custGeom>
                  <a:rect b="b" l="l" r="r" t="t"/>
                  <a:pathLst>
                    <a:path extrusionOk="0" h="10303" w="11658">
                      <a:moveTo>
                        <a:pt x="10618" y="693"/>
                      </a:moveTo>
                      <a:cubicBezTo>
                        <a:pt x="10807" y="693"/>
                        <a:pt x="10964" y="851"/>
                        <a:pt x="10964" y="1040"/>
                      </a:cubicBezTo>
                      <a:lnTo>
                        <a:pt x="10964" y="2741"/>
                      </a:lnTo>
                      <a:lnTo>
                        <a:pt x="662" y="2741"/>
                      </a:lnTo>
                      <a:lnTo>
                        <a:pt x="662" y="1040"/>
                      </a:lnTo>
                      <a:cubicBezTo>
                        <a:pt x="662" y="851"/>
                        <a:pt x="820" y="693"/>
                        <a:pt x="1009" y="693"/>
                      </a:cubicBezTo>
                      <a:close/>
                      <a:moveTo>
                        <a:pt x="10996" y="3403"/>
                      </a:moveTo>
                      <a:lnTo>
                        <a:pt x="10996" y="9231"/>
                      </a:lnTo>
                      <a:cubicBezTo>
                        <a:pt x="10964" y="9420"/>
                        <a:pt x="10838" y="9578"/>
                        <a:pt x="10618" y="9578"/>
                      </a:cubicBezTo>
                      <a:lnTo>
                        <a:pt x="1009" y="9578"/>
                      </a:lnTo>
                      <a:cubicBezTo>
                        <a:pt x="820" y="9578"/>
                        <a:pt x="662" y="9420"/>
                        <a:pt x="662" y="9231"/>
                      </a:cubicBezTo>
                      <a:lnTo>
                        <a:pt x="662" y="3403"/>
                      </a:ln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40"/>
                      </a:cubicBezTo>
                      <a:lnTo>
                        <a:pt x="1" y="9263"/>
                      </a:lnTo>
                      <a:cubicBezTo>
                        <a:pt x="1" y="9830"/>
                        <a:pt x="473" y="10302"/>
                        <a:pt x="1009" y="10302"/>
                      </a:cubicBezTo>
                      <a:lnTo>
                        <a:pt x="10618" y="10302"/>
                      </a:lnTo>
                      <a:cubicBezTo>
                        <a:pt x="11185" y="10302"/>
                        <a:pt x="11658" y="9830"/>
                        <a:pt x="11658" y="9263"/>
                      </a:cubicBezTo>
                      <a:lnTo>
                        <a:pt x="11658" y="1040"/>
                      </a:lnTo>
                      <a:cubicBezTo>
                        <a:pt x="11658" y="441"/>
                        <a:pt x="11217" y="0"/>
                        <a:pt x="1061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88" name="Google Shape;1888;p19"/>
                <p:cNvSpPr/>
                <p:nvPr/>
              </p:nvSpPr>
              <p:spPr>
                <a:xfrm>
                  <a:off x="-3104575" y="2820875"/>
                  <a:ext cx="18150" cy="17350"/>
                </a:xfrm>
                <a:custGeom>
                  <a:rect b="b" l="l" r="r" t="t"/>
                  <a:pathLst>
                    <a:path extrusionOk="0" h="694" w="726">
                      <a:moveTo>
                        <a:pt x="348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48" y="693"/>
                      </a:cubicBezTo>
                      <a:cubicBezTo>
                        <a:pt x="568" y="693"/>
                        <a:pt x="726" y="536"/>
                        <a:pt x="726" y="347"/>
                      </a:cubicBezTo>
                      <a:cubicBezTo>
                        <a:pt x="726" y="158"/>
                        <a:pt x="568" y="0"/>
                        <a:pt x="34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89" name="Google Shape;1889;p19"/>
                <p:cNvSpPr/>
                <p:nvPr/>
              </p:nvSpPr>
              <p:spPr>
                <a:xfrm>
                  <a:off x="-3069900" y="2820875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0" name="Google Shape;1890;p19"/>
                <p:cNvSpPr/>
                <p:nvPr/>
              </p:nvSpPr>
              <p:spPr>
                <a:xfrm>
                  <a:off x="-3035250" y="2820875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1" name="Google Shape;1891;p19"/>
                <p:cNvSpPr/>
                <p:nvPr/>
              </p:nvSpPr>
              <p:spPr>
                <a:xfrm>
                  <a:off x="-3002175" y="2820875"/>
                  <a:ext cx="121325" cy="17350"/>
                </a:xfrm>
                <a:custGeom>
                  <a:rect b="b" l="l" r="r" t="t"/>
                  <a:pathLst>
                    <a:path extrusionOk="0" h="694" w="4853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32" y="536"/>
                        <a:pt x="190" y="693"/>
                        <a:pt x="347" y="693"/>
                      </a:cubicBezTo>
                      <a:lnTo>
                        <a:pt x="4506" y="693"/>
                      </a:lnTo>
                      <a:cubicBezTo>
                        <a:pt x="4695" y="693"/>
                        <a:pt x="4852" y="536"/>
                        <a:pt x="4852" y="347"/>
                      </a:cubicBezTo>
                      <a:cubicBezTo>
                        <a:pt x="4852" y="158"/>
                        <a:pt x="4695" y="0"/>
                        <a:pt x="450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2" name="Google Shape;1892;p19"/>
                <p:cNvSpPr/>
                <p:nvPr/>
              </p:nvSpPr>
              <p:spPr>
                <a:xfrm>
                  <a:off x="-2948625" y="2907300"/>
                  <a:ext cx="52025" cy="85300"/>
                </a:xfrm>
                <a:custGeom>
                  <a:rect b="b" l="l" r="r" t="t"/>
                  <a:pathLst>
                    <a:path extrusionOk="0" h="3412" w="2081">
                      <a:moveTo>
                        <a:pt x="347" y="1"/>
                      </a:moveTo>
                      <a:cubicBezTo>
                        <a:pt x="261" y="1"/>
                        <a:pt x="174" y="24"/>
                        <a:pt x="127" y="72"/>
                      </a:cubicBezTo>
                      <a:cubicBezTo>
                        <a:pt x="1" y="198"/>
                        <a:pt x="1" y="450"/>
                        <a:pt x="127" y="544"/>
                      </a:cubicBezTo>
                      <a:lnTo>
                        <a:pt x="1261" y="1710"/>
                      </a:lnTo>
                      <a:lnTo>
                        <a:pt x="127" y="2844"/>
                      </a:lnTo>
                      <a:cubicBezTo>
                        <a:pt x="1" y="2970"/>
                        <a:pt x="1" y="3191"/>
                        <a:pt x="127" y="3317"/>
                      </a:cubicBezTo>
                      <a:cubicBezTo>
                        <a:pt x="174" y="3380"/>
                        <a:pt x="261" y="3411"/>
                        <a:pt x="347" y="3411"/>
                      </a:cubicBezTo>
                      <a:cubicBezTo>
                        <a:pt x="434" y="3411"/>
                        <a:pt x="521" y="3380"/>
                        <a:pt x="568" y="3317"/>
                      </a:cubicBezTo>
                      <a:lnTo>
                        <a:pt x="1954" y="1930"/>
                      </a:lnTo>
                      <a:cubicBezTo>
                        <a:pt x="2080" y="1804"/>
                        <a:pt x="2080" y="1584"/>
                        <a:pt x="1954" y="1458"/>
                      </a:cubicBezTo>
                      <a:lnTo>
                        <a:pt x="568" y="72"/>
                      </a:lnTo>
                      <a:cubicBezTo>
                        <a:pt x="521" y="24"/>
                        <a:pt x="434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3" name="Google Shape;1893;p19"/>
                <p:cNvSpPr/>
                <p:nvPr/>
              </p:nvSpPr>
              <p:spPr>
                <a:xfrm>
                  <a:off x="-3088025" y="2907300"/>
                  <a:ext cx="53575" cy="85300"/>
                </a:xfrm>
                <a:custGeom>
                  <a:rect b="b" l="l" r="r" t="t"/>
                  <a:pathLst>
                    <a:path extrusionOk="0" h="3412" w="2143">
                      <a:moveTo>
                        <a:pt x="1749" y="1"/>
                      </a:moveTo>
                      <a:cubicBezTo>
                        <a:pt x="1662" y="1"/>
                        <a:pt x="1576" y="24"/>
                        <a:pt x="1513" y="72"/>
                      </a:cubicBezTo>
                      <a:lnTo>
                        <a:pt x="127" y="1458"/>
                      </a:lnTo>
                      <a:cubicBezTo>
                        <a:pt x="1" y="1584"/>
                        <a:pt x="1" y="1804"/>
                        <a:pt x="127" y="1930"/>
                      </a:cubicBezTo>
                      <a:lnTo>
                        <a:pt x="1513" y="3317"/>
                      </a:lnTo>
                      <a:cubicBezTo>
                        <a:pt x="1576" y="3380"/>
                        <a:pt x="1662" y="3411"/>
                        <a:pt x="1749" y="3411"/>
                      </a:cubicBezTo>
                      <a:cubicBezTo>
                        <a:pt x="1836" y="3411"/>
                        <a:pt x="1922" y="3380"/>
                        <a:pt x="1985" y="3317"/>
                      </a:cubicBezTo>
                      <a:cubicBezTo>
                        <a:pt x="2111" y="3191"/>
                        <a:pt x="2111" y="2970"/>
                        <a:pt x="1985" y="2844"/>
                      </a:cubicBezTo>
                      <a:lnTo>
                        <a:pt x="851" y="1710"/>
                      </a:lnTo>
                      <a:lnTo>
                        <a:pt x="1985" y="544"/>
                      </a:lnTo>
                      <a:cubicBezTo>
                        <a:pt x="2143" y="450"/>
                        <a:pt x="2143" y="198"/>
                        <a:pt x="1985" y="72"/>
                      </a:cubicBezTo>
                      <a:cubicBezTo>
                        <a:pt x="1922" y="24"/>
                        <a:pt x="1836" y="1"/>
                        <a:pt x="174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4" name="Google Shape;1894;p19"/>
                <p:cNvSpPr/>
                <p:nvPr/>
              </p:nvSpPr>
              <p:spPr>
                <a:xfrm>
                  <a:off x="-3019500" y="2888975"/>
                  <a:ext cx="54375" cy="119400"/>
                </a:xfrm>
                <a:custGeom>
                  <a:rect b="b" l="l" r="r" t="t"/>
                  <a:pathLst>
                    <a:path extrusionOk="0" h="4776" w="2175">
                      <a:moveTo>
                        <a:pt x="1778" y="0"/>
                      </a:moveTo>
                      <a:cubicBezTo>
                        <a:pt x="1617" y="0"/>
                        <a:pt x="1501" y="108"/>
                        <a:pt x="1450" y="237"/>
                      </a:cubicBezTo>
                      <a:lnTo>
                        <a:pt x="63" y="4333"/>
                      </a:lnTo>
                      <a:cubicBezTo>
                        <a:pt x="0" y="4522"/>
                        <a:pt x="95" y="4680"/>
                        <a:pt x="253" y="4743"/>
                      </a:cubicBezTo>
                      <a:cubicBezTo>
                        <a:pt x="305" y="4765"/>
                        <a:pt x="354" y="4775"/>
                        <a:pt x="399" y="4775"/>
                      </a:cubicBezTo>
                      <a:cubicBezTo>
                        <a:pt x="543" y="4775"/>
                        <a:pt x="646" y="4674"/>
                        <a:pt x="694" y="4554"/>
                      </a:cubicBezTo>
                      <a:lnTo>
                        <a:pt x="2080" y="458"/>
                      </a:lnTo>
                      <a:cubicBezTo>
                        <a:pt x="2174" y="300"/>
                        <a:pt x="2048" y="111"/>
                        <a:pt x="1891" y="17"/>
                      </a:cubicBezTo>
                      <a:cubicBezTo>
                        <a:pt x="1851" y="6"/>
                        <a:pt x="1813" y="0"/>
                        <a:pt x="177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895" name="Google Shape;1895;p19"/>
              <p:cNvGrpSpPr/>
              <p:nvPr/>
            </p:nvGrpSpPr>
            <p:grpSpPr>
              <a:xfrm>
                <a:off x="1243744" y="3454287"/>
                <a:ext cx="642983" cy="642983"/>
                <a:chOff x="-6354300" y="2757075"/>
                <a:chExt cx="292225" cy="292225"/>
              </a:xfrm>
            </p:grpSpPr>
            <p:sp>
              <p:nvSpPr>
                <p:cNvPr id="1896" name="Google Shape;1896;p19"/>
                <p:cNvSpPr/>
                <p:nvPr/>
              </p:nvSpPr>
              <p:spPr>
                <a:xfrm>
                  <a:off x="-6354300" y="2757075"/>
                  <a:ext cx="292225" cy="292225"/>
                </a:xfrm>
                <a:custGeom>
                  <a:rect b="b" l="l" r="r" t="t"/>
                  <a:pathLst>
                    <a:path extrusionOk="0" h="11689" w="11689">
                      <a:moveTo>
                        <a:pt x="10681" y="4159"/>
                      </a:moveTo>
                      <a:cubicBezTo>
                        <a:pt x="10870" y="4159"/>
                        <a:pt x="11027" y="4316"/>
                        <a:pt x="11027" y="4505"/>
                      </a:cubicBezTo>
                      <a:lnTo>
                        <a:pt x="11027" y="4915"/>
                      </a:lnTo>
                      <a:cubicBezTo>
                        <a:pt x="10901" y="4883"/>
                        <a:pt x="10775" y="4883"/>
                        <a:pt x="10681" y="4883"/>
                      </a:cubicBezTo>
                      <a:lnTo>
                        <a:pt x="9609" y="4883"/>
                      </a:lnTo>
                      <a:lnTo>
                        <a:pt x="9609" y="4190"/>
                      </a:lnTo>
                      <a:lnTo>
                        <a:pt x="10681" y="4190"/>
                      </a:lnTo>
                      <a:lnTo>
                        <a:pt x="10681" y="4159"/>
                      </a:lnTo>
                      <a:close/>
                      <a:moveTo>
                        <a:pt x="2048" y="2773"/>
                      </a:moveTo>
                      <a:lnTo>
                        <a:pt x="2048" y="6207"/>
                      </a:lnTo>
                      <a:lnTo>
                        <a:pt x="662" y="6207"/>
                      </a:lnTo>
                      <a:lnTo>
                        <a:pt x="662" y="3151"/>
                      </a:lnTo>
                      <a:cubicBezTo>
                        <a:pt x="694" y="2930"/>
                        <a:pt x="851" y="2773"/>
                        <a:pt x="1009" y="2773"/>
                      </a:cubicBezTo>
                      <a:close/>
                      <a:moveTo>
                        <a:pt x="8885" y="693"/>
                      </a:moveTo>
                      <a:lnTo>
                        <a:pt x="8885" y="4883"/>
                      </a:lnTo>
                      <a:cubicBezTo>
                        <a:pt x="8538" y="4915"/>
                        <a:pt x="8223" y="5104"/>
                        <a:pt x="8066" y="5419"/>
                      </a:cubicBezTo>
                      <a:lnTo>
                        <a:pt x="7751" y="6049"/>
                      </a:lnTo>
                      <a:cubicBezTo>
                        <a:pt x="7719" y="6175"/>
                        <a:pt x="7593" y="6238"/>
                        <a:pt x="7436" y="6238"/>
                      </a:cubicBezTo>
                      <a:lnTo>
                        <a:pt x="2710" y="6238"/>
                      </a:lnTo>
                      <a:lnTo>
                        <a:pt x="2710" y="693"/>
                      </a:lnTo>
                      <a:close/>
                      <a:moveTo>
                        <a:pt x="10681" y="5513"/>
                      </a:moveTo>
                      <a:cubicBezTo>
                        <a:pt x="10870" y="5513"/>
                        <a:pt x="11027" y="5671"/>
                        <a:pt x="11027" y="5860"/>
                      </a:cubicBezTo>
                      <a:lnTo>
                        <a:pt x="11027" y="10649"/>
                      </a:lnTo>
                      <a:cubicBezTo>
                        <a:pt x="11027" y="10869"/>
                        <a:pt x="10870" y="11027"/>
                        <a:pt x="10681" y="11027"/>
                      </a:cubicBezTo>
                      <a:lnTo>
                        <a:pt x="1009" y="11027"/>
                      </a:lnTo>
                      <a:cubicBezTo>
                        <a:pt x="820" y="11027"/>
                        <a:pt x="662" y="10869"/>
                        <a:pt x="662" y="10649"/>
                      </a:cubicBezTo>
                      <a:lnTo>
                        <a:pt x="662" y="6868"/>
                      </a:lnTo>
                      <a:lnTo>
                        <a:pt x="7436" y="6868"/>
                      </a:lnTo>
                      <a:cubicBezTo>
                        <a:pt x="7845" y="6868"/>
                        <a:pt x="8192" y="6648"/>
                        <a:pt x="8349" y="6333"/>
                      </a:cubicBezTo>
                      <a:lnTo>
                        <a:pt x="8664" y="5703"/>
                      </a:lnTo>
                      <a:cubicBezTo>
                        <a:pt x="8696" y="5576"/>
                        <a:pt x="8822" y="5513"/>
                        <a:pt x="8979" y="5513"/>
                      </a:cubicBezTo>
                      <a:close/>
                      <a:moveTo>
                        <a:pt x="2395" y="0"/>
                      </a:moveTo>
                      <a:cubicBezTo>
                        <a:pt x="2206" y="0"/>
                        <a:pt x="2048" y="158"/>
                        <a:pt x="2048" y="347"/>
                      </a:cubicBezTo>
                      <a:lnTo>
                        <a:pt x="2048" y="2111"/>
                      </a:lnTo>
                      <a:lnTo>
                        <a:pt x="1009" y="2111"/>
                      </a:lnTo>
                      <a:cubicBezTo>
                        <a:pt x="473" y="2111"/>
                        <a:pt x="0" y="2584"/>
                        <a:pt x="0" y="3151"/>
                      </a:cubicBezTo>
                      <a:lnTo>
                        <a:pt x="0" y="10649"/>
                      </a:lnTo>
                      <a:cubicBezTo>
                        <a:pt x="0" y="11216"/>
                        <a:pt x="473" y="11688"/>
                        <a:pt x="1009" y="11688"/>
                      </a:cubicBezTo>
                      <a:lnTo>
                        <a:pt x="10618" y="11688"/>
                      </a:lnTo>
                      <a:cubicBezTo>
                        <a:pt x="11185" y="11688"/>
                        <a:pt x="11657" y="11216"/>
                        <a:pt x="11657" y="10649"/>
                      </a:cubicBezTo>
                      <a:lnTo>
                        <a:pt x="11657" y="4505"/>
                      </a:lnTo>
                      <a:cubicBezTo>
                        <a:pt x="11689" y="3938"/>
                        <a:pt x="11216" y="3466"/>
                        <a:pt x="10681" y="3466"/>
                      </a:cubicBezTo>
                      <a:lnTo>
                        <a:pt x="9609" y="3466"/>
                      </a:lnTo>
                      <a:lnTo>
                        <a:pt x="9609" y="347"/>
                      </a:lnTo>
                      <a:cubicBezTo>
                        <a:pt x="9609" y="158"/>
                        <a:pt x="9452" y="0"/>
                        <a:pt x="926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7" name="Google Shape;1897;p19"/>
                <p:cNvSpPr/>
                <p:nvPr/>
              </p:nvSpPr>
              <p:spPr>
                <a:xfrm>
                  <a:off x="-6268450" y="2790150"/>
                  <a:ext cx="119750" cy="18125"/>
                </a:xfrm>
                <a:custGeom>
                  <a:rect b="b" l="l" r="r" t="t"/>
                  <a:pathLst>
                    <a:path extrusionOk="0" h="725" w="4790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99"/>
                        <a:pt x="158" y="725"/>
                        <a:pt x="347" y="725"/>
                      </a:cubicBezTo>
                      <a:lnTo>
                        <a:pt x="4443" y="725"/>
                      </a:lnTo>
                      <a:cubicBezTo>
                        <a:pt x="4632" y="725"/>
                        <a:pt x="4789" y="567"/>
                        <a:pt x="4789" y="347"/>
                      </a:cubicBezTo>
                      <a:cubicBezTo>
                        <a:pt x="4789" y="158"/>
                        <a:pt x="4632" y="0"/>
                        <a:pt x="44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8" name="Google Shape;1898;p19"/>
                <p:cNvSpPr/>
                <p:nvPr/>
              </p:nvSpPr>
              <p:spPr>
                <a:xfrm>
                  <a:off x="-6268450" y="2825600"/>
                  <a:ext cx="119750" cy="18125"/>
                </a:xfrm>
                <a:custGeom>
                  <a:rect b="b" l="l" r="r" t="t"/>
                  <a:pathLst>
                    <a:path extrusionOk="0" h="725" w="4790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99"/>
                        <a:pt x="158" y="725"/>
                        <a:pt x="347" y="725"/>
                      </a:cubicBezTo>
                      <a:lnTo>
                        <a:pt x="4443" y="725"/>
                      </a:lnTo>
                      <a:cubicBezTo>
                        <a:pt x="4632" y="725"/>
                        <a:pt x="4789" y="567"/>
                        <a:pt x="4789" y="347"/>
                      </a:cubicBezTo>
                      <a:cubicBezTo>
                        <a:pt x="4789" y="158"/>
                        <a:pt x="4632" y="0"/>
                        <a:pt x="44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899" name="Google Shape;1899;p19"/>
                <p:cNvSpPr/>
                <p:nvPr/>
              </p:nvSpPr>
              <p:spPr>
                <a:xfrm>
                  <a:off x="-6268450" y="2860250"/>
                  <a:ext cx="119750" cy="17350"/>
                </a:xfrm>
                <a:custGeom>
                  <a:rect b="b" l="l" r="r" t="t"/>
                  <a:pathLst>
                    <a:path extrusionOk="0" h="694" w="4790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47" y="693"/>
                      </a:cubicBezTo>
                      <a:lnTo>
                        <a:pt x="4443" y="693"/>
                      </a:lnTo>
                      <a:cubicBezTo>
                        <a:pt x="4632" y="693"/>
                        <a:pt x="4789" y="536"/>
                        <a:pt x="4789" y="347"/>
                      </a:cubicBezTo>
                      <a:cubicBezTo>
                        <a:pt x="4789" y="158"/>
                        <a:pt x="4632" y="0"/>
                        <a:pt x="44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00" name="Google Shape;1900;p19"/>
              <p:cNvGrpSpPr/>
              <p:nvPr/>
            </p:nvGrpSpPr>
            <p:grpSpPr>
              <a:xfrm>
                <a:off x="5368350" y="3453428"/>
                <a:ext cx="644743" cy="644688"/>
                <a:chOff x="-4572700" y="2764950"/>
                <a:chExt cx="293025" cy="293000"/>
              </a:xfrm>
            </p:grpSpPr>
            <p:sp>
              <p:nvSpPr>
                <p:cNvPr id="1901" name="Google Shape;1901;p19"/>
                <p:cNvSpPr/>
                <p:nvPr/>
              </p:nvSpPr>
              <p:spPr>
                <a:xfrm>
                  <a:off x="-4572700" y="2764950"/>
                  <a:ext cx="293025" cy="293000"/>
                </a:xfrm>
                <a:custGeom>
                  <a:rect b="b" l="l" r="r" t="t"/>
                  <a:pathLst>
                    <a:path extrusionOk="0" h="11720" w="11721">
                      <a:moveTo>
                        <a:pt x="10681" y="2048"/>
                      </a:moveTo>
                      <a:cubicBezTo>
                        <a:pt x="10870" y="2048"/>
                        <a:pt x="11027" y="2206"/>
                        <a:pt x="11027" y="2395"/>
                      </a:cubicBezTo>
                      <a:lnTo>
                        <a:pt x="11027" y="7246"/>
                      </a:lnTo>
                      <a:cubicBezTo>
                        <a:pt x="11027" y="7435"/>
                        <a:pt x="10870" y="7593"/>
                        <a:pt x="10681" y="7593"/>
                      </a:cubicBezTo>
                      <a:lnTo>
                        <a:pt x="1072" y="7593"/>
                      </a:lnTo>
                      <a:cubicBezTo>
                        <a:pt x="883" y="7593"/>
                        <a:pt x="725" y="7435"/>
                        <a:pt x="725" y="7246"/>
                      </a:cubicBezTo>
                      <a:lnTo>
                        <a:pt x="725" y="2395"/>
                      </a:lnTo>
                      <a:cubicBezTo>
                        <a:pt x="725" y="2206"/>
                        <a:pt x="883" y="2048"/>
                        <a:pt x="1072" y="2048"/>
                      </a:cubicBezTo>
                      <a:close/>
                      <a:moveTo>
                        <a:pt x="4821" y="8286"/>
                      </a:moveTo>
                      <a:lnTo>
                        <a:pt x="4821" y="8979"/>
                      </a:lnTo>
                      <a:lnTo>
                        <a:pt x="3435" y="8979"/>
                      </a:lnTo>
                      <a:lnTo>
                        <a:pt x="3435" y="8286"/>
                      </a:lnTo>
                      <a:close/>
                      <a:moveTo>
                        <a:pt x="8287" y="8286"/>
                      </a:moveTo>
                      <a:lnTo>
                        <a:pt x="8287" y="8979"/>
                      </a:lnTo>
                      <a:lnTo>
                        <a:pt x="6869" y="8979"/>
                      </a:lnTo>
                      <a:lnTo>
                        <a:pt x="6869" y="8286"/>
                      </a:lnTo>
                      <a:close/>
                      <a:moveTo>
                        <a:pt x="6207" y="8254"/>
                      </a:moveTo>
                      <a:lnTo>
                        <a:pt x="6207" y="11027"/>
                      </a:lnTo>
                      <a:lnTo>
                        <a:pt x="5514" y="11027"/>
                      </a:lnTo>
                      <a:lnTo>
                        <a:pt x="5514" y="8254"/>
                      </a:lnTo>
                      <a:close/>
                      <a:moveTo>
                        <a:pt x="1733" y="0"/>
                      </a:moveTo>
                      <a:cubicBezTo>
                        <a:pt x="1544" y="0"/>
                        <a:pt x="1387" y="158"/>
                        <a:pt x="1387" y="347"/>
                      </a:cubicBezTo>
                      <a:cubicBezTo>
                        <a:pt x="1387" y="536"/>
                        <a:pt x="1544" y="693"/>
                        <a:pt x="1733" y="693"/>
                      </a:cubicBezTo>
                      <a:lnTo>
                        <a:pt x="2112" y="693"/>
                      </a:lnTo>
                      <a:lnTo>
                        <a:pt x="2112" y="1355"/>
                      </a:lnTo>
                      <a:lnTo>
                        <a:pt x="1072" y="1355"/>
                      </a:lnTo>
                      <a:cubicBezTo>
                        <a:pt x="536" y="1355"/>
                        <a:pt x="64" y="1827"/>
                        <a:pt x="64" y="2395"/>
                      </a:cubicBezTo>
                      <a:lnTo>
                        <a:pt x="64" y="7246"/>
                      </a:lnTo>
                      <a:cubicBezTo>
                        <a:pt x="64" y="7782"/>
                        <a:pt x="536" y="8254"/>
                        <a:pt x="1072" y="8254"/>
                      </a:cubicBezTo>
                      <a:lnTo>
                        <a:pt x="2773" y="8254"/>
                      </a:lnTo>
                      <a:lnTo>
                        <a:pt x="2773" y="8916"/>
                      </a:lnTo>
                      <a:lnTo>
                        <a:pt x="1733" y="8916"/>
                      </a:lnTo>
                      <a:cubicBezTo>
                        <a:pt x="1544" y="8916"/>
                        <a:pt x="1387" y="9074"/>
                        <a:pt x="1387" y="9294"/>
                      </a:cubicBezTo>
                      <a:cubicBezTo>
                        <a:pt x="1387" y="9483"/>
                        <a:pt x="1544" y="9641"/>
                        <a:pt x="1733" y="9641"/>
                      </a:cubicBezTo>
                      <a:lnTo>
                        <a:pt x="4821" y="9641"/>
                      </a:lnTo>
                      <a:lnTo>
                        <a:pt x="4821" y="11027"/>
                      </a:lnTo>
                      <a:lnTo>
                        <a:pt x="379" y="11027"/>
                      </a:lnTo>
                      <a:cubicBezTo>
                        <a:pt x="158" y="11027"/>
                        <a:pt x="1" y="11184"/>
                        <a:pt x="1" y="11373"/>
                      </a:cubicBezTo>
                      <a:cubicBezTo>
                        <a:pt x="1" y="11562"/>
                        <a:pt x="158" y="11720"/>
                        <a:pt x="379" y="11720"/>
                      </a:cubicBezTo>
                      <a:lnTo>
                        <a:pt x="11342" y="11720"/>
                      </a:lnTo>
                      <a:cubicBezTo>
                        <a:pt x="11563" y="11720"/>
                        <a:pt x="11721" y="11562"/>
                        <a:pt x="11721" y="11373"/>
                      </a:cubicBezTo>
                      <a:cubicBezTo>
                        <a:pt x="11721" y="11184"/>
                        <a:pt x="11563" y="11027"/>
                        <a:pt x="11342" y="11027"/>
                      </a:cubicBezTo>
                      <a:lnTo>
                        <a:pt x="6869" y="11027"/>
                      </a:lnTo>
                      <a:lnTo>
                        <a:pt x="6869" y="9641"/>
                      </a:lnTo>
                      <a:lnTo>
                        <a:pt x="9988" y="9641"/>
                      </a:lnTo>
                      <a:cubicBezTo>
                        <a:pt x="10177" y="9641"/>
                        <a:pt x="10334" y="9483"/>
                        <a:pt x="10334" y="9294"/>
                      </a:cubicBezTo>
                      <a:cubicBezTo>
                        <a:pt x="10334" y="9074"/>
                        <a:pt x="10177" y="8916"/>
                        <a:pt x="9988" y="8916"/>
                      </a:cubicBezTo>
                      <a:lnTo>
                        <a:pt x="8948" y="8916"/>
                      </a:lnTo>
                      <a:lnTo>
                        <a:pt x="8948" y="8254"/>
                      </a:lnTo>
                      <a:lnTo>
                        <a:pt x="10681" y="8254"/>
                      </a:lnTo>
                      <a:cubicBezTo>
                        <a:pt x="11248" y="8254"/>
                        <a:pt x="11721" y="7782"/>
                        <a:pt x="11721" y="7246"/>
                      </a:cubicBezTo>
                      <a:lnTo>
                        <a:pt x="11721" y="2395"/>
                      </a:lnTo>
                      <a:cubicBezTo>
                        <a:pt x="11721" y="1827"/>
                        <a:pt x="11248" y="1355"/>
                        <a:pt x="10681" y="1355"/>
                      </a:cubicBezTo>
                      <a:lnTo>
                        <a:pt x="9673" y="1355"/>
                      </a:lnTo>
                      <a:lnTo>
                        <a:pt x="9673" y="693"/>
                      </a:lnTo>
                      <a:lnTo>
                        <a:pt x="10019" y="693"/>
                      </a:lnTo>
                      <a:cubicBezTo>
                        <a:pt x="10208" y="693"/>
                        <a:pt x="10366" y="536"/>
                        <a:pt x="10366" y="347"/>
                      </a:cubicBezTo>
                      <a:cubicBezTo>
                        <a:pt x="10366" y="158"/>
                        <a:pt x="10208" y="0"/>
                        <a:pt x="10019" y="0"/>
                      </a:cubicBezTo>
                      <a:lnTo>
                        <a:pt x="8633" y="0"/>
                      </a:lnTo>
                      <a:cubicBezTo>
                        <a:pt x="8444" y="0"/>
                        <a:pt x="8287" y="158"/>
                        <a:pt x="8287" y="347"/>
                      </a:cubicBezTo>
                      <a:cubicBezTo>
                        <a:pt x="8287" y="536"/>
                        <a:pt x="8444" y="693"/>
                        <a:pt x="8633" y="693"/>
                      </a:cubicBezTo>
                      <a:lnTo>
                        <a:pt x="8980" y="693"/>
                      </a:lnTo>
                      <a:lnTo>
                        <a:pt x="8980" y="1355"/>
                      </a:lnTo>
                      <a:lnTo>
                        <a:pt x="6207" y="1355"/>
                      </a:lnTo>
                      <a:lnTo>
                        <a:pt x="6207" y="693"/>
                      </a:lnTo>
                      <a:lnTo>
                        <a:pt x="6554" y="693"/>
                      </a:lnTo>
                      <a:cubicBezTo>
                        <a:pt x="6743" y="693"/>
                        <a:pt x="6900" y="536"/>
                        <a:pt x="6900" y="347"/>
                      </a:cubicBezTo>
                      <a:cubicBezTo>
                        <a:pt x="6900" y="158"/>
                        <a:pt x="6743" y="0"/>
                        <a:pt x="6554" y="0"/>
                      </a:cubicBezTo>
                      <a:lnTo>
                        <a:pt x="5168" y="0"/>
                      </a:lnTo>
                      <a:cubicBezTo>
                        <a:pt x="4978" y="0"/>
                        <a:pt x="4821" y="158"/>
                        <a:pt x="4821" y="347"/>
                      </a:cubicBezTo>
                      <a:cubicBezTo>
                        <a:pt x="4821" y="536"/>
                        <a:pt x="4978" y="693"/>
                        <a:pt x="5168" y="693"/>
                      </a:cubicBezTo>
                      <a:lnTo>
                        <a:pt x="5514" y="693"/>
                      </a:lnTo>
                      <a:lnTo>
                        <a:pt x="5514" y="1355"/>
                      </a:lnTo>
                      <a:lnTo>
                        <a:pt x="2773" y="1355"/>
                      </a:lnTo>
                      <a:lnTo>
                        <a:pt x="2773" y="693"/>
                      </a:lnTo>
                      <a:lnTo>
                        <a:pt x="3120" y="693"/>
                      </a:lnTo>
                      <a:cubicBezTo>
                        <a:pt x="3309" y="693"/>
                        <a:pt x="3466" y="536"/>
                        <a:pt x="3466" y="347"/>
                      </a:cubicBezTo>
                      <a:cubicBezTo>
                        <a:pt x="3466" y="158"/>
                        <a:pt x="3309" y="0"/>
                        <a:pt x="31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2" name="Google Shape;1902;p19"/>
                <p:cNvSpPr/>
                <p:nvPr/>
              </p:nvSpPr>
              <p:spPr>
                <a:xfrm>
                  <a:off x="-4538825" y="2833475"/>
                  <a:ext cx="86650" cy="104775"/>
                </a:xfrm>
                <a:custGeom>
                  <a:rect b="b" l="l" r="r" t="t"/>
                  <a:pathLst>
                    <a:path extrusionOk="0" h="4191" w="3466">
                      <a:moveTo>
                        <a:pt x="2804" y="662"/>
                      </a:moveTo>
                      <a:lnTo>
                        <a:pt x="2804" y="3466"/>
                      </a:lnTo>
                      <a:lnTo>
                        <a:pt x="757" y="3466"/>
                      </a:lnTo>
                      <a:lnTo>
                        <a:pt x="757" y="662"/>
                      </a:lnTo>
                      <a:close/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3812"/>
                      </a:lnTo>
                      <a:cubicBezTo>
                        <a:pt x="0" y="4033"/>
                        <a:pt x="158" y="4190"/>
                        <a:pt x="347" y="4190"/>
                      </a:cubicBezTo>
                      <a:lnTo>
                        <a:pt x="3119" y="4190"/>
                      </a:lnTo>
                      <a:cubicBezTo>
                        <a:pt x="3308" y="4190"/>
                        <a:pt x="3466" y="4033"/>
                        <a:pt x="3466" y="3812"/>
                      </a:cubicBezTo>
                      <a:lnTo>
                        <a:pt x="3466" y="347"/>
                      </a:lnTo>
                      <a:cubicBezTo>
                        <a:pt x="3466" y="158"/>
                        <a:pt x="3308" y="0"/>
                        <a:pt x="31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3" name="Google Shape;1903;p19"/>
                <p:cNvSpPr/>
                <p:nvPr/>
              </p:nvSpPr>
              <p:spPr>
                <a:xfrm>
                  <a:off x="-4435650" y="2902775"/>
                  <a:ext cx="121325" cy="17350"/>
                </a:xfrm>
                <a:custGeom>
                  <a:rect b="b" l="l" r="r" t="t"/>
                  <a:pathLst>
                    <a:path extrusionOk="0" h="694" w="4853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32" y="536"/>
                        <a:pt x="158" y="694"/>
                        <a:pt x="347" y="694"/>
                      </a:cubicBezTo>
                      <a:lnTo>
                        <a:pt x="4506" y="694"/>
                      </a:lnTo>
                      <a:cubicBezTo>
                        <a:pt x="4695" y="694"/>
                        <a:pt x="4852" y="536"/>
                        <a:pt x="4852" y="347"/>
                      </a:cubicBezTo>
                      <a:cubicBezTo>
                        <a:pt x="4852" y="158"/>
                        <a:pt x="4695" y="1"/>
                        <a:pt x="450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4" name="Google Shape;1904;p19"/>
                <p:cNvSpPr/>
                <p:nvPr/>
              </p:nvSpPr>
              <p:spPr>
                <a:xfrm>
                  <a:off x="-4435650" y="2867325"/>
                  <a:ext cx="121325" cy="17350"/>
                </a:xfrm>
                <a:custGeom>
                  <a:rect b="b" l="l" r="r" t="t"/>
                  <a:pathLst>
                    <a:path extrusionOk="0" h="694" w="4853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32" y="568"/>
                        <a:pt x="158" y="694"/>
                        <a:pt x="347" y="694"/>
                      </a:cubicBezTo>
                      <a:lnTo>
                        <a:pt x="4506" y="694"/>
                      </a:lnTo>
                      <a:cubicBezTo>
                        <a:pt x="4695" y="694"/>
                        <a:pt x="4852" y="536"/>
                        <a:pt x="4852" y="347"/>
                      </a:cubicBezTo>
                      <a:cubicBezTo>
                        <a:pt x="4852" y="158"/>
                        <a:pt x="4695" y="1"/>
                        <a:pt x="450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5" name="Google Shape;1905;p19"/>
                <p:cNvSpPr/>
                <p:nvPr/>
              </p:nvSpPr>
              <p:spPr>
                <a:xfrm>
                  <a:off x="-4435650" y="2833475"/>
                  <a:ext cx="121325" cy="18125"/>
                </a:xfrm>
                <a:custGeom>
                  <a:rect b="b" l="l" r="r" t="t"/>
                  <a:pathLst>
                    <a:path extrusionOk="0" h="725" w="4853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32" y="567"/>
                        <a:pt x="158" y="725"/>
                        <a:pt x="347" y="725"/>
                      </a:cubicBezTo>
                      <a:lnTo>
                        <a:pt x="4506" y="725"/>
                      </a:lnTo>
                      <a:cubicBezTo>
                        <a:pt x="4695" y="725"/>
                        <a:pt x="4852" y="567"/>
                        <a:pt x="4852" y="347"/>
                      </a:cubicBezTo>
                      <a:cubicBezTo>
                        <a:pt x="4852" y="158"/>
                        <a:pt x="4695" y="0"/>
                        <a:pt x="450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06" name="Google Shape;1906;p19"/>
              <p:cNvGrpSpPr/>
              <p:nvPr/>
            </p:nvGrpSpPr>
            <p:grpSpPr>
              <a:xfrm>
                <a:off x="9506262" y="3456015"/>
                <a:ext cx="642983" cy="639517"/>
                <a:chOff x="-2571737" y="2764550"/>
                <a:chExt cx="292225" cy="290650"/>
              </a:xfrm>
            </p:grpSpPr>
            <p:sp>
              <p:nvSpPr>
                <p:cNvPr id="1907" name="Google Shape;1907;p19"/>
                <p:cNvSpPr/>
                <p:nvPr/>
              </p:nvSpPr>
              <p:spPr>
                <a:xfrm>
                  <a:off x="-2496085" y="30091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1"/>
                      </a:moveTo>
                      <a:cubicBezTo>
                        <a:pt x="127" y="1"/>
                        <a:pt x="0" y="158"/>
                        <a:pt x="0" y="347"/>
                      </a:cubicBezTo>
                      <a:cubicBezTo>
                        <a:pt x="0" y="536"/>
                        <a:pt x="127" y="694"/>
                        <a:pt x="347" y="694"/>
                      </a:cubicBezTo>
                      <a:cubicBezTo>
                        <a:pt x="536" y="694"/>
                        <a:pt x="694" y="536"/>
                        <a:pt x="694" y="347"/>
                      </a:cubicBezTo>
                      <a:cubicBezTo>
                        <a:pt x="662" y="158"/>
                        <a:pt x="505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8" name="Google Shape;1908;p19"/>
                <p:cNvSpPr/>
                <p:nvPr/>
              </p:nvSpPr>
              <p:spPr>
                <a:xfrm>
                  <a:off x="-2398548" y="2800375"/>
                  <a:ext cx="52000" cy="120525"/>
                </a:xfrm>
                <a:custGeom>
                  <a:rect b="b" l="l" r="r" t="t"/>
                  <a:pathLst>
                    <a:path extrusionOk="0" h="4821" w="2080">
                      <a:moveTo>
                        <a:pt x="1008" y="0"/>
                      </a:moveTo>
                      <a:cubicBezTo>
                        <a:pt x="819" y="0"/>
                        <a:pt x="662" y="158"/>
                        <a:pt x="662" y="378"/>
                      </a:cubicBezTo>
                      <a:lnTo>
                        <a:pt x="662" y="757"/>
                      </a:lnTo>
                      <a:cubicBezTo>
                        <a:pt x="252" y="914"/>
                        <a:pt x="0" y="1261"/>
                        <a:pt x="0" y="1733"/>
                      </a:cubicBezTo>
                      <a:cubicBezTo>
                        <a:pt x="0" y="2300"/>
                        <a:pt x="473" y="2773"/>
                        <a:pt x="1008" y="2773"/>
                      </a:cubicBezTo>
                      <a:cubicBezTo>
                        <a:pt x="1323" y="2773"/>
                        <a:pt x="1481" y="3119"/>
                        <a:pt x="1260" y="3371"/>
                      </a:cubicBezTo>
                      <a:cubicBezTo>
                        <a:pt x="1197" y="3419"/>
                        <a:pt x="1103" y="3442"/>
                        <a:pt x="1012" y="3442"/>
                      </a:cubicBezTo>
                      <a:cubicBezTo>
                        <a:pt x="922" y="3442"/>
                        <a:pt x="835" y="3419"/>
                        <a:pt x="788" y="3371"/>
                      </a:cubicBezTo>
                      <a:cubicBezTo>
                        <a:pt x="725" y="3308"/>
                        <a:pt x="630" y="3277"/>
                        <a:pt x="540" y="3277"/>
                      </a:cubicBezTo>
                      <a:cubicBezTo>
                        <a:pt x="449" y="3277"/>
                        <a:pt x="362" y="3308"/>
                        <a:pt x="315" y="3371"/>
                      </a:cubicBezTo>
                      <a:cubicBezTo>
                        <a:pt x="189" y="3466"/>
                        <a:pt x="189" y="3718"/>
                        <a:pt x="315" y="3844"/>
                      </a:cubicBezTo>
                      <a:cubicBezTo>
                        <a:pt x="410" y="3939"/>
                        <a:pt x="536" y="4033"/>
                        <a:pt x="693" y="4065"/>
                      </a:cubicBezTo>
                      <a:lnTo>
                        <a:pt x="693" y="4474"/>
                      </a:lnTo>
                      <a:cubicBezTo>
                        <a:pt x="693" y="4663"/>
                        <a:pt x="851" y="4821"/>
                        <a:pt x="1040" y="4821"/>
                      </a:cubicBezTo>
                      <a:cubicBezTo>
                        <a:pt x="1260" y="4821"/>
                        <a:pt x="1418" y="4663"/>
                        <a:pt x="1418" y="4474"/>
                      </a:cubicBezTo>
                      <a:lnTo>
                        <a:pt x="1418" y="4065"/>
                      </a:lnTo>
                      <a:cubicBezTo>
                        <a:pt x="1796" y="3907"/>
                        <a:pt x="2079" y="3560"/>
                        <a:pt x="2079" y="3088"/>
                      </a:cubicBezTo>
                      <a:cubicBezTo>
                        <a:pt x="2079" y="2521"/>
                        <a:pt x="1607" y="2048"/>
                        <a:pt x="1040" y="2048"/>
                      </a:cubicBezTo>
                      <a:cubicBezTo>
                        <a:pt x="851" y="2048"/>
                        <a:pt x="693" y="1891"/>
                        <a:pt x="693" y="1702"/>
                      </a:cubicBezTo>
                      <a:cubicBezTo>
                        <a:pt x="693" y="1495"/>
                        <a:pt x="842" y="1356"/>
                        <a:pt x="1016" y="1356"/>
                      </a:cubicBezTo>
                      <a:cubicBezTo>
                        <a:pt x="1107" y="1356"/>
                        <a:pt x="1205" y="1394"/>
                        <a:pt x="1292" y="1481"/>
                      </a:cubicBezTo>
                      <a:cubicBezTo>
                        <a:pt x="1355" y="1528"/>
                        <a:pt x="1441" y="1552"/>
                        <a:pt x="1528" y="1552"/>
                      </a:cubicBezTo>
                      <a:cubicBezTo>
                        <a:pt x="1615" y="1552"/>
                        <a:pt x="1701" y="1528"/>
                        <a:pt x="1764" y="1481"/>
                      </a:cubicBezTo>
                      <a:cubicBezTo>
                        <a:pt x="1859" y="1355"/>
                        <a:pt x="1859" y="1103"/>
                        <a:pt x="1764" y="1009"/>
                      </a:cubicBezTo>
                      <a:cubicBezTo>
                        <a:pt x="1638" y="883"/>
                        <a:pt x="1512" y="788"/>
                        <a:pt x="1355" y="757"/>
                      </a:cubicBezTo>
                      <a:lnTo>
                        <a:pt x="1355" y="378"/>
                      </a:lnTo>
                      <a:cubicBezTo>
                        <a:pt x="1355" y="158"/>
                        <a:pt x="1197" y="0"/>
                        <a:pt x="10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09" name="Google Shape;1909;p19"/>
                <p:cNvSpPr/>
                <p:nvPr/>
              </p:nvSpPr>
              <p:spPr>
                <a:xfrm>
                  <a:off x="-2571737" y="2764550"/>
                  <a:ext cx="292225" cy="290650"/>
                </a:xfrm>
                <a:custGeom>
                  <a:rect b="b" l="l" r="r" t="t"/>
                  <a:pathLst>
                    <a:path extrusionOk="0" h="11626" w="11689">
                      <a:moveTo>
                        <a:pt x="5009" y="1355"/>
                      </a:moveTo>
                      <a:cubicBezTo>
                        <a:pt x="4789" y="1576"/>
                        <a:pt x="4694" y="1796"/>
                        <a:pt x="4537" y="2049"/>
                      </a:cubicBezTo>
                      <a:lnTo>
                        <a:pt x="662" y="2049"/>
                      </a:lnTo>
                      <a:lnTo>
                        <a:pt x="662" y="1670"/>
                      </a:lnTo>
                      <a:cubicBezTo>
                        <a:pt x="662" y="1513"/>
                        <a:pt x="819" y="1355"/>
                        <a:pt x="1008" y="1355"/>
                      </a:cubicBezTo>
                      <a:close/>
                      <a:moveTo>
                        <a:pt x="7908" y="694"/>
                      </a:moveTo>
                      <a:cubicBezTo>
                        <a:pt x="9609" y="694"/>
                        <a:pt x="10995" y="2080"/>
                        <a:pt x="10995" y="3781"/>
                      </a:cubicBezTo>
                      <a:cubicBezTo>
                        <a:pt x="10995" y="5451"/>
                        <a:pt x="9609" y="6837"/>
                        <a:pt x="7908" y="6837"/>
                      </a:cubicBezTo>
                      <a:cubicBezTo>
                        <a:pt x="7309" y="6837"/>
                        <a:pt x="6679" y="6680"/>
                        <a:pt x="6206" y="6365"/>
                      </a:cubicBezTo>
                      <a:cubicBezTo>
                        <a:pt x="6162" y="6342"/>
                        <a:pt x="6086" y="6320"/>
                        <a:pt x="6023" y="6320"/>
                      </a:cubicBezTo>
                      <a:cubicBezTo>
                        <a:pt x="5997" y="6320"/>
                        <a:pt x="5973" y="6324"/>
                        <a:pt x="5954" y="6333"/>
                      </a:cubicBezTo>
                      <a:cubicBezTo>
                        <a:pt x="5671" y="6396"/>
                        <a:pt x="5324" y="6522"/>
                        <a:pt x="5009" y="6648"/>
                      </a:cubicBezTo>
                      <a:lnTo>
                        <a:pt x="5324" y="5703"/>
                      </a:lnTo>
                      <a:cubicBezTo>
                        <a:pt x="5356" y="5609"/>
                        <a:pt x="5324" y="5514"/>
                        <a:pt x="5261" y="5420"/>
                      </a:cubicBezTo>
                      <a:cubicBezTo>
                        <a:pt x="4946" y="4947"/>
                        <a:pt x="4789" y="4348"/>
                        <a:pt x="4789" y="3781"/>
                      </a:cubicBezTo>
                      <a:cubicBezTo>
                        <a:pt x="4789" y="2080"/>
                        <a:pt x="6238" y="694"/>
                        <a:pt x="7908" y="694"/>
                      </a:cubicBezTo>
                      <a:close/>
                      <a:moveTo>
                        <a:pt x="4253" y="2710"/>
                      </a:moveTo>
                      <a:cubicBezTo>
                        <a:pt x="4190" y="3025"/>
                        <a:pt x="4096" y="3372"/>
                        <a:pt x="4096" y="3718"/>
                      </a:cubicBezTo>
                      <a:cubicBezTo>
                        <a:pt x="4096" y="4411"/>
                        <a:pt x="4253" y="5041"/>
                        <a:pt x="4600" y="5609"/>
                      </a:cubicBezTo>
                      <a:lnTo>
                        <a:pt x="4127" y="7089"/>
                      </a:lnTo>
                      <a:cubicBezTo>
                        <a:pt x="4096" y="7184"/>
                        <a:pt x="4127" y="7341"/>
                        <a:pt x="4222" y="7436"/>
                      </a:cubicBezTo>
                      <a:cubicBezTo>
                        <a:pt x="4266" y="7480"/>
                        <a:pt x="4358" y="7525"/>
                        <a:pt x="4453" y="7525"/>
                      </a:cubicBezTo>
                      <a:cubicBezTo>
                        <a:pt x="4492" y="7525"/>
                        <a:pt x="4531" y="7517"/>
                        <a:pt x="4568" y="7499"/>
                      </a:cubicBezTo>
                      <a:cubicBezTo>
                        <a:pt x="4568" y="7499"/>
                        <a:pt x="5387" y="7247"/>
                        <a:pt x="6017" y="7026"/>
                      </a:cubicBezTo>
                      <a:cubicBezTo>
                        <a:pt x="6080" y="7089"/>
                        <a:pt x="6143" y="7089"/>
                        <a:pt x="6175" y="7121"/>
                      </a:cubicBezTo>
                      <a:lnTo>
                        <a:pt x="6175" y="8223"/>
                      </a:lnTo>
                      <a:lnTo>
                        <a:pt x="662" y="8223"/>
                      </a:lnTo>
                      <a:lnTo>
                        <a:pt x="662" y="2710"/>
                      </a:lnTo>
                      <a:close/>
                      <a:moveTo>
                        <a:pt x="6112" y="8885"/>
                      </a:moveTo>
                      <a:lnTo>
                        <a:pt x="6112" y="10618"/>
                      </a:lnTo>
                      <a:cubicBezTo>
                        <a:pt x="6143" y="10807"/>
                        <a:pt x="5986" y="10964"/>
                        <a:pt x="5797" y="10964"/>
                      </a:cubicBezTo>
                      <a:lnTo>
                        <a:pt x="977" y="10964"/>
                      </a:lnTo>
                      <a:cubicBezTo>
                        <a:pt x="788" y="10964"/>
                        <a:pt x="630" y="10807"/>
                        <a:pt x="630" y="10618"/>
                      </a:cubicBezTo>
                      <a:lnTo>
                        <a:pt x="630" y="8885"/>
                      </a:lnTo>
                      <a:close/>
                      <a:moveTo>
                        <a:pt x="7908" y="1"/>
                      </a:moveTo>
                      <a:cubicBezTo>
                        <a:pt x="7120" y="1"/>
                        <a:pt x="6364" y="221"/>
                        <a:pt x="5734" y="662"/>
                      </a:cubicBezTo>
                      <a:lnTo>
                        <a:pt x="1008" y="662"/>
                      </a:lnTo>
                      <a:cubicBezTo>
                        <a:pt x="473" y="662"/>
                        <a:pt x="0" y="1135"/>
                        <a:pt x="0" y="1670"/>
                      </a:cubicBezTo>
                      <a:lnTo>
                        <a:pt x="0" y="10618"/>
                      </a:lnTo>
                      <a:cubicBezTo>
                        <a:pt x="0" y="11153"/>
                        <a:pt x="473" y="11626"/>
                        <a:pt x="1008" y="11626"/>
                      </a:cubicBezTo>
                      <a:lnTo>
                        <a:pt x="5828" y="11626"/>
                      </a:lnTo>
                      <a:cubicBezTo>
                        <a:pt x="6364" y="11626"/>
                        <a:pt x="6837" y="11153"/>
                        <a:pt x="6837" y="10618"/>
                      </a:cubicBezTo>
                      <a:lnTo>
                        <a:pt x="6837" y="7341"/>
                      </a:lnTo>
                      <a:cubicBezTo>
                        <a:pt x="7215" y="7436"/>
                        <a:pt x="7561" y="7499"/>
                        <a:pt x="7908" y="7499"/>
                      </a:cubicBezTo>
                      <a:cubicBezTo>
                        <a:pt x="9987" y="7499"/>
                        <a:pt x="11688" y="5798"/>
                        <a:pt x="11688" y="3718"/>
                      </a:cubicBezTo>
                      <a:cubicBezTo>
                        <a:pt x="11657" y="1670"/>
                        <a:pt x="9956" y="1"/>
                        <a:pt x="79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10" name="Google Shape;1910;p19"/>
              <p:cNvGrpSpPr/>
              <p:nvPr/>
            </p:nvGrpSpPr>
            <p:grpSpPr>
              <a:xfrm>
                <a:off x="2089113" y="3454287"/>
                <a:ext cx="606568" cy="642983"/>
                <a:chOff x="-5995925" y="2757850"/>
                <a:chExt cx="275675" cy="292225"/>
              </a:xfrm>
            </p:grpSpPr>
            <p:sp>
              <p:nvSpPr>
                <p:cNvPr id="1911" name="Google Shape;1911;p19"/>
                <p:cNvSpPr/>
                <p:nvPr/>
              </p:nvSpPr>
              <p:spPr>
                <a:xfrm>
                  <a:off x="-5995925" y="2757850"/>
                  <a:ext cx="275675" cy="292225"/>
                </a:xfrm>
                <a:custGeom>
                  <a:rect b="b" l="l" r="r" t="t"/>
                  <a:pathLst>
                    <a:path extrusionOk="0" h="11689" w="11027">
                      <a:moveTo>
                        <a:pt x="9924" y="1324"/>
                      </a:moveTo>
                      <a:cubicBezTo>
                        <a:pt x="10113" y="1324"/>
                        <a:pt x="10271" y="1481"/>
                        <a:pt x="10271" y="1702"/>
                      </a:cubicBezTo>
                      <a:lnTo>
                        <a:pt x="10271" y="9263"/>
                      </a:lnTo>
                      <a:lnTo>
                        <a:pt x="10302" y="9263"/>
                      </a:lnTo>
                      <a:cubicBezTo>
                        <a:pt x="10302" y="9452"/>
                        <a:pt x="10145" y="9610"/>
                        <a:pt x="9956" y="9610"/>
                      </a:cubicBezTo>
                      <a:lnTo>
                        <a:pt x="9609" y="9610"/>
                      </a:lnTo>
                      <a:lnTo>
                        <a:pt x="9609" y="8570"/>
                      </a:lnTo>
                      <a:cubicBezTo>
                        <a:pt x="9609" y="8381"/>
                        <a:pt x="9452" y="8223"/>
                        <a:pt x="9263" y="8223"/>
                      </a:cubicBezTo>
                      <a:lnTo>
                        <a:pt x="4442" y="8223"/>
                      </a:lnTo>
                      <a:cubicBezTo>
                        <a:pt x="4253" y="8223"/>
                        <a:pt x="4096" y="8381"/>
                        <a:pt x="4096" y="8570"/>
                      </a:cubicBezTo>
                      <a:lnTo>
                        <a:pt x="4096" y="9610"/>
                      </a:lnTo>
                      <a:lnTo>
                        <a:pt x="3434" y="9610"/>
                      </a:lnTo>
                      <a:lnTo>
                        <a:pt x="3434" y="1324"/>
                      </a:lnTo>
                      <a:close/>
                      <a:moveTo>
                        <a:pt x="2426" y="631"/>
                      </a:moveTo>
                      <a:cubicBezTo>
                        <a:pt x="2647" y="631"/>
                        <a:pt x="2804" y="788"/>
                        <a:pt x="2804" y="977"/>
                      </a:cubicBezTo>
                      <a:lnTo>
                        <a:pt x="2804" y="9925"/>
                      </a:lnTo>
                      <a:cubicBezTo>
                        <a:pt x="2804" y="10114"/>
                        <a:pt x="2647" y="10271"/>
                        <a:pt x="2426" y="10271"/>
                      </a:cubicBezTo>
                      <a:lnTo>
                        <a:pt x="1071" y="10271"/>
                      </a:lnTo>
                      <a:cubicBezTo>
                        <a:pt x="851" y="10271"/>
                        <a:pt x="693" y="10114"/>
                        <a:pt x="693" y="9925"/>
                      </a:cubicBezTo>
                      <a:lnTo>
                        <a:pt x="693" y="977"/>
                      </a:lnTo>
                      <a:cubicBezTo>
                        <a:pt x="693" y="788"/>
                        <a:pt x="851" y="631"/>
                        <a:pt x="1071" y="631"/>
                      </a:cubicBezTo>
                      <a:close/>
                      <a:moveTo>
                        <a:pt x="8948" y="8948"/>
                      </a:moveTo>
                      <a:lnTo>
                        <a:pt x="8948" y="10996"/>
                      </a:lnTo>
                      <a:lnTo>
                        <a:pt x="4852" y="10996"/>
                      </a:lnTo>
                      <a:lnTo>
                        <a:pt x="4852" y="8948"/>
                      </a:lnTo>
                      <a:close/>
                      <a:moveTo>
                        <a:pt x="1008" y="1"/>
                      </a:moveTo>
                      <a:cubicBezTo>
                        <a:pt x="473" y="1"/>
                        <a:pt x="0" y="473"/>
                        <a:pt x="0" y="1009"/>
                      </a:cubicBezTo>
                      <a:lnTo>
                        <a:pt x="0" y="9956"/>
                      </a:lnTo>
                      <a:cubicBezTo>
                        <a:pt x="0" y="10523"/>
                        <a:pt x="473" y="10996"/>
                        <a:pt x="1008" y="10996"/>
                      </a:cubicBezTo>
                      <a:lnTo>
                        <a:pt x="2395" y="10996"/>
                      </a:lnTo>
                      <a:cubicBezTo>
                        <a:pt x="2836" y="10996"/>
                        <a:pt x="3214" y="10712"/>
                        <a:pt x="3371" y="10303"/>
                      </a:cubicBezTo>
                      <a:lnTo>
                        <a:pt x="4127" y="10303"/>
                      </a:lnTo>
                      <a:lnTo>
                        <a:pt x="4127" y="11342"/>
                      </a:lnTo>
                      <a:cubicBezTo>
                        <a:pt x="4127" y="11531"/>
                        <a:pt x="4285" y="11689"/>
                        <a:pt x="4474" y="11689"/>
                      </a:cubicBezTo>
                      <a:lnTo>
                        <a:pt x="9294" y="11689"/>
                      </a:lnTo>
                      <a:cubicBezTo>
                        <a:pt x="9483" y="11689"/>
                        <a:pt x="9641" y="11531"/>
                        <a:pt x="9641" y="11342"/>
                      </a:cubicBezTo>
                      <a:lnTo>
                        <a:pt x="9641" y="10271"/>
                      </a:lnTo>
                      <a:lnTo>
                        <a:pt x="9987" y="10271"/>
                      </a:lnTo>
                      <a:cubicBezTo>
                        <a:pt x="10554" y="10271"/>
                        <a:pt x="11027" y="9799"/>
                        <a:pt x="11027" y="9263"/>
                      </a:cubicBezTo>
                      <a:lnTo>
                        <a:pt x="11027" y="1702"/>
                      </a:lnTo>
                      <a:cubicBezTo>
                        <a:pt x="10995" y="1103"/>
                        <a:pt x="10554" y="662"/>
                        <a:pt x="9956" y="662"/>
                      </a:cubicBezTo>
                      <a:lnTo>
                        <a:pt x="3371" y="662"/>
                      </a:lnTo>
                      <a:cubicBezTo>
                        <a:pt x="3214" y="284"/>
                        <a:pt x="2867" y="1"/>
                        <a:pt x="239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2" name="Google Shape;1912;p19"/>
                <p:cNvSpPr/>
                <p:nvPr/>
              </p:nvSpPr>
              <p:spPr>
                <a:xfrm>
                  <a:off x="-5892750" y="2808250"/>
                  <a:ext cx="137850" cy="69350"/>
                </a:xfrm>
                <a:custGeom>
                  <a:rect b="b" l="l" r="r" t="t"/>
                  <a:pathLst>
                    <a:path extrusionOk="0" h="2774" w="5514">
                      <a:moveTo>
                        <a:pt x="4821" y="694"/>
                      </a:moveTo>
                      <a:lnTo>
                        <a:pt x="4821" y="2112"/>
                      </a:lnTo>
                      <a:lnTo>
                        <a:pt x="725" y="2112"/>
                      </a:lnTo>
                      <a:lnTo>
                        <a:pt x="725" y="694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8"/>
                      </a:cubicBezTo>
                      <a:lnTo>
                        <a:pt x="0" y="2427"/>
                      </a:lnTo>
                      <a:cubicBezTo>
                        <a:pt x="0" y="2616"/>
                        <a:pt x="158" y="2773"/>
                        <a:pt x="347" y="2773"/>
                      </a:cubicBezTo>
                      <a:lnTo>
                        <a:pt x="5167" y="2773"/>
                      </a:lnTo>
                      <a:cubicBezTo>
                        <a:pt x="5356" y="2773"/>
                        <a:pt x="5514" y="2616"/>
                        <a:pt x="5514" y="2427"/>
                      </a:cubicBezTo>
                      <a:lnTo>
                        <a:pt x="5514" y="348"/>
                      </a:lnTo>
                      <a:cubicBezTo>
                        <a:pt x="5514" y="158"/>
                        <a:pt x="5356" y="1"/>
                        <a:pt x="51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3" name="Google Shape;1913;p19"/>
                <p:cNvSpPr/>
                <p:nvPr/>
              </p:nvSpPr>
              <p:spPr>
                <a:xfrm>
                  <a:off x="-5891975" y="2895675"/>
                  <a:ext cx="34700" cy="17375"/>
                </a:xfrm>
                <a:custGeom>
                  <a:rect b="b" l="l" r="r" t="t"/>
                  <a:pathLst>
                    <a:path extrusionOk="0" h="695" w="1388">
                      <a:moveTo>
                        <a:pt x="379" y="1"/>
                      </a:moveTo>
                      <a:cubicBezTo>
                        <a:pt x="158" y="1"/>
                        <a:pt x="1" y="159"/>
                        <a:pt x="1" y="348"/>
                      </a:cubicBezTo>
                      <a:cubicBezTo>
                        <a:pt x="1" y="537"/>
                        <a:pt x="158" y="694"/>
                        <a:pt x="379" y="694"/>
                      </a:cubicBezTo>
                      <a:lnTo>
                        <a:pt x="1041" y="694"/>
                      </a:lnTo>
                      <a:cubicBezTo>
                        <a:pt x="1230" y="694"/>
                        <a:pt x="1387" y="537"/>
                        <a:pt x="1387" y="348"/>
                      </a:cubicBezTo>
                      <a:cubicBezTo>
                        <a:pt x="1356" y="127"/>
                        <a:pt x="1198" y="1"/>
                        <a:pt x="104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4" name="Google Shape;1914;p19"/>
                <p:cNvSpPr/>
                <p:nvPr/>
              </p:nvSpPr>
              <p:spPr>
                <a:xfrm>
                  <a:off x="-5891975" y="2928775"/>
                  <a:ext cx="34700" cy="18125"/>
                </a:xfrm>
                <a:custGeom>
                  <a:rect b="b" l="l" r="r" t="t"/>
                  <a:pathLst>
                    <a:path extrusionOk="0" h="725" w="1388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79" y="725"/>
                      </a:cubicBezTo>
                      <a:lnTo>
                        <a:pt x="1041" y="725"/>
                      </a:lnTo>
                      <a:cubicBezTo>
                        <a:pt x="1230" y="725"/>
                        <a:pt x="1387" y="567"/>
                        <a:pt x="1387" y="378"/>
                      </a:cubicBezTo>
                      <a:cubicBezTo>
                        <a:pt x="1356" y="158"/>
                        <a:pt x="1198" y="0"/>
                        <a:pt x="10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5" name="Google Shape;1915;p19"/>
                <p:cNvSpPr/>
                <p:nvPr/>
              </p:nvSpPr>
              <p:spPr>
                <a:xfrm>
                  <a:off x="-5840775" y="2928775"/>
                  <a:ext cx="34675" cy="18125"/>
                </a:xfrm>
                <a:custGeom>
                  <a:rect b="b" l="l" r="r" t="t"/>
                  <a:pathLst>
                    <a:path extrusionOk="0" h="725" w="1387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79" y="725"/>
                      </a:cubicBezTo>
                      <a:lnTo>
                        <a:pt x="1040" y="725"/>
                      </a:lnTo>
                      <a:cubicBezTo>
                        <a:pt x="1229" y="725"/>
                        <a:pt x="1387" y="567"/>
                        <a:pt x="1387" y="378"/>
                      </a:cubicBezTo>
                      <a:cubicBezTo>
                        <a:pt x="1387" y="158"/>
                        <a:pt x="1229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6" name="Google Shape;1916;p19"/>
                <p:cNvSpPr/>
                <p:nvPr/>
              </p:nvSpPr>
              <p:spPr>
                <a:xfrm>
                  <a:off x="-5840775" y="2895675"/>
                  <a:ext cx="34675" cy="17375"/>
                </a:xfrm>
                <a:custGeom>
                  <a:rect b="b" l="l" r="r" t="t"/>
                  <a:pathLst>
                    <a:path extrusionOk="0" h="695" w="1387">
                      <a:moveTo>
                        <a:pt x="379" y="1"/>
                      </a:moveTo>
                      <a:cubicBezTo>
                        <a:pt x="158" y="1"/>
                        <a:pt x="1" y="159"/>
                        <a:pt x="1" y="348"/>
                      </a:cubicBezTo>
                      <a:cubicBezTo>
                        <a:pt x="1" y="537"/>
                        <a:pt x="158" y="694"/>
                        <a:pt x="379" y="694"/>
                      </a:cubicBezTo>
                      <a:lnTo>
                        <a:pt x="1040" y="694"/>
                      </a:lnTo>
                      <a:cubicBezTo>
                        <a:pt x="1229" y="694"/>
                        <a:pt x="1387" y="537"/>
                        <a:pt x="1387" y="348"/>
                      </a:cubicBezTo>
                      <a:cubicBezTo>
                        <a:pt x="1387" y="127"/>
                        <a:pt x="1229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7" name="Google Shape;1917;p19"/>
                <p:cNvSpPr/>
                <p:nvPr/>
              </p:nvSpPr>
              <p:spPr>
                <a:xfrm>
                  <a:off x="-5789575" y="2895675"/>
                  <a:ext cx="34675" cy="17375"/>
                </a:xfrm>
                <a:custGeom>
                  <a:rect b="b" l="l" r="r" t="t"/>
                  <a:pathLst>
                    <a:path extrusionOk="0" h="695" w="1387">
                      <a:moveTo>
                        <a:pt x="379" y="1"/>
                      </a:moveTo>
                      <a:cubicBezTo>
                        <a:pt x="158" y="1"/>
                        <a:pt x="1" y="159"/>
                        <a:pt x="1" y="348"/>
                      </a:cubicBezTo>
                      <a:cubicBezTo>
                        <a:pt x="1" y="537"/>
                        <a:pt x="158" y="694"/>
                        <a:pt x="379" y="694"/>
                      </a:cubicBezTo>
                      <a:lnTo>
                        <a:pt x="1040" y="694"/>
                      </a:lnTo>
                      <a:cubicBezTo>
                        <a:pt x="1229" y="694"/>
                        <a:pt x="1387" y="537"/>
                        <a:pt x="1387" y="348"/>
                      </a:cubicBezTo>
                      <a:cubicBezTo>
                        <a:pt x="1387" y="127"/>
                        <a:pt x="1229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8" name="Google Shape;1918;p19"/>
                <p:cNvSpPr/>
                <p:nvPr/>
              </p:nvSpPr>
              <p:spPr>
                <a:xfrm>
                  <a:off x="-5789575" y="2928775"/>
                  <a:ext cx="34675" cy="18125"/>
                </a:xfrm>
                <a:custGeom>
                  <a:rect b="b" l="l" r="r" t="t"/>
                  <a:pathLst>
                    <a:path extrusionOk="0" h="725" w="1387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79" y="725"/>
                      </a:cubicBezTo>
                      <a:lnTo>
                        <a:pt x="1040" y="725"/>
                      </a:lnTo>
                      <a:cubicBezTo>
                        <a:pt x="1229" y="725"/>
                        <a:pt x="1387" y="567"/>
                        <a:pt x="1387" y="378"/>
                      </a:cubicBezTo>
                      <a:cubicBezTo>
                        <a:pt x="1387" y="158"/>
                        <a:pt x="1229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19" name="Google Shape;1919;p19"/>
                <p:cNvSpPr/>
                <p:nvPr/>
              </p:nvSpPr>
              <p:spPr>
                <a:xfrm>
                  <a:off x="-5858100" y="2998075"/>
                  <a:ext cx="68550" cy="17350"/>
                </a:xfrm>
                <a:custGeom>
                  <a:rect b="b" l="l" r="r" t="t"/>
                  <a:pathLst>
                    <a:path extrusionOk="0" h="694" w="2742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7" y="694"/>
                      </a:cubicBezTo>
                      <a:lnTo>
                        <a:pt x="2395" y="694"/>
                      </a:lnTo>
                      <a:cubicBezTo>
                        <a:pt x="2584" y="694"/>
                        <a:pt x="2742" y="536"/>
                        <a:pt x="2742" y="347"/>
                      </a:cubicBezTo>
                      <a:cubicBezTo>
                        <a:pt x="2742" y="158"/>
                        <a:pt x="2584" y="1"/>
                        <a:pt x="239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20" name="Google Shape;1920;p19"/>
              <p:cNvGrpSpPr/>
              <p:nvPr/>
            </p:nvGrpSpPr>
            <p:grpSpPr>
              <a:xfrm>
                <a:off x="6192834" y="3474219"/>
                <a:ext cx="641277" cy="603102"/>
                <a:chOff x="-4211975" y="2783850"/>
                <a:chExt cx="291450" cy="274100"/>
              </a:xfrm>
            </p:grpSpPr>
            <p:sp>
              <p:nvSpPr>
                <p:cNvPr id="1921" name="Google Shape;1921;p19"/>
                <p:cNvSpPr/>
                <p:nvPr/>
              </p:nvSpPr>
              <p:spPr>
                <a:xfrm>
                  <a:off x="-4211975" y="2937125"/>
                  <a:ext cx="291450" cy="120825"/>
                </a:xfrm>
                <a:custGeom>
                  <a:rect b="b" l="l" r="r" t="t"/>
                  <a:pathLst>
                    <a:path extrusionOk="0" h="4833" w="11658">
                      <a:moveTo>
                        <a:pt x="978" y="706"/>
                      </a:moveTo>
                      <a:cubicBezTo>
                        <a:pt x="1167" y="706"/>
                        <a:pt x="1324" y="863"/>
                        <a:pt x="1324" y="1052"/>
                      </a:cubicBezTo>
                      <a:lnTo>
                        <a:pt x="1324" y="3762"/>
                      </a:lnTo>
                      <a:cubicBezTo>
                        <a:pt x="1324" y="3982"/>
                        <a:pt x="1167" y="4140"/>
                        <a:pt x="978" y="4140"/>
                      </a:cubicBezTo>
                      <a:lnTo>
                        <a:pt x="631" y="4140"/>
                      </a:lnTo>
                      <a:lnTo>
                        <a:pt x="631" y="706"/>
                      </a:lnTo>
                      <a:close/>
                      <a:moveTo>
                        <a:pt x="3866" y="717"/>
                      </a:moveTo>
                      <a:cubicBezTo>
                        <a:pt x="4374" y="717"/>
                        <a:pt x="4886" y="859"/>
                        <a:pt x="5325" y="1147"/>
                      </a:cubicBezTo>
                      <a:cubicBezTo>
                        <a:pt x="5672" y="1367"/>
                        <a:pt x="5703" y="1399"/>
                        <a:pt x="5829" y="1399"/>
                      </a:cubicBezTo>
                      <a:lnTo>
                        <a:pt x="7247" y="1399"/>
                      </a:lnTo>
                      <a:cubicBezTo>
                        <a:pt x="7436" y="1399"/>
                        <a:pt x="7594" y="1556"/>
                        <a:pt x="7594" y="1777"/>
                      </a:cubicBezTo>
                      <a:cubicBezTo>
                        <a:pt x="7594" y="1966"/>
                        <a:pt x="7436" y="2124"/>
                        <a:pt x="7247" y="2124"/>
                      </a:cubicBezTo>
                      <a:lnTo>
                        <a:pt x="4758" y="2124"/>
                      </a:lnTo>
                      <a:cubicBezTo>
                        <a:pt x="4380" y="2124"/>
                        <a:pt x="4034" y="2344"/>
                        <a:pt x="3845" y="2659"/>
                      </a:cubicBezTo>
                      <a:cubicBezTo>
                        <a:pt x="3782" y="2817"/>
                        <a:pt x="3845" y="3069"/>
                        <a:pt x="4002" y="3132"/>
                      </a:cubicBezTo>
                      <a:cubicBezTo>
                        <a:pt x="4045" y="3158"/>
                        <a:pt x="4096" y="3169"/>
                        <a:pt x="4148" y="3169"/>
                      </a:cubicBezTo>
                      <a:cubicBezTo>
                        <a:pt x="4284" y="3169"/>
                        <a:pt x="4429" y="3088"/>
                        <a:pt x="4475" y="2974"/>
                      </a:cubicBezTo>
                      <a:cubicBezTo>
                        <a:pt x="4538" y="2848"/>
                        <a:pt x="4632" y="2785"/>
                        <a:pt x="4790" y="2785"/>
                      </a:cubicBezTo>
                      <a:lnTo>
                        <a:pt x="7562" y="2785"/>
                      </a:lnTo>
                      <a:cubicBezTo>
                        <a:pt x="7783" y="2785"/>
                        <a:pt x="8003" y="2722"/>
                        <a:pt x="8192" y="2596"/>
                      </a:cubicBezTo>
                      <a:lnTo>
                        <a:pt x="10555" y="769"/>
                      </a:lnTo>
                      <a:cubicBezTo>
                        <a:pt x="10603" y="747"/>
                        <a:pt x="10649" y="737"/>
                        <a:pt x="10693" y="737"/>
                      </a:cubicBezTo>
                      <a:cubicBezTo>
                        <a:pt x="10969" y="737"/>
                        <a:pt x="11146" y="1123"/>
                        <a:pt x="10902" y="1367"/>
                      </a:cubicBezTo>
                      <a:cubicBezTo>
                        <a:pt x="10844" y="1406"/>
                        <a:pt x="10817" y="1419"/>
                        <a:pt x="10805" y="1419"/>
                      </a:cubicBezTo>
                      <a:cubicBezTo>
                        <a:pt x="10780" y="1419"/>
                        <a:pt x="10836" y="1354"/>
                        <a:pt x="10826" y="1354"/>
                      </a:cubicBezTo>
                      <a:cubicBezTo>
                        <a:pt x="10804" y="1354"/>
                        <a:pt x="10447" y="1686"/>
                        <a:pt x="8066" y="3856"/>
                      </a:cubicBezTo>
                      <a:cubicBezTo>
                        <a:pt x="7877" y="4014"/>
                        <a:pt x="7625" y="4140"/>
                        <a:pt x="7373" y="4140"/>
                      </a:cubicBezTo>
                      <a:lnTo>
                        <a:pt x="3435" y="4140"/>
                      </a:lnTo>
                      <a:cubicBezTo>
                        <a:pt x="2962" y="4140"/>
                        <a:pt x="2490" y="4014"/>
                        <a:pt x="2049" y="3825"/>
                      </a:cubicBezTo>
                      <a:lnTo>
                        <a:pt x="2049" y="1399"/>
                      </a:lnTo>
                      <a:lnTo>
                        <a:pt x="2332" y="1210"/>
                      </a:lnTo>
                      <a:cubicBezTo>
                        <a:pt x="2774" y="883"/>
                        <a:pt x="3318" y="717"/>
                        <a:pt x="3866" y="717"/>
                      </a:cubicBezTo>
                      <a:close/>
                      <a:moveTo>
                        <a:pt x="3817" y="0"/>
                      </a:moveTo>
                      <a:cubicBezTo>
                        <a:pt x="3151" y="0"/>
                        <a:pt x="2491" y="205"/>
                        <a:pt x="1923" y="611"/>
                      </a:cubicBezTo>
                      <a:cubicBezTo>
                        <a:pt x="1765" y="265"/>
                        <a:pt x="1419" y="13"/>
                        <a:pt x="1009" y="13"/>
                      </a:cubicBezTo>
                      <a:lnTo>
                        <a:pt x="348" y="13"/>
                      </a:lnTo>
                      <a:cubicBezTo>
                        <a:pt x="159" y="13"/>
                        <a:pt x="1" y="170"/>
                        <a:pt x="1" y="391"/>
                      </a:cubicBezTo>
                      <a:lnTo>
                        <a:pt x="1" y="4486"/>
                      </a:lnTo>
                      <a:cubicBezTo>
                        <a:pt x="1" y="4675"/>
                        <a:pt x="159" y="4833"/>
                        <a:pt x="348" y="4833"/>
                      </a:cubicBezTo>
                      <a:lnTo>
                        <a:pt x="1009" y="4833"/>
                      </a:lnTo>
                      <a:cubicBezTo>
                        <a:pt x="1324" y="4833"/>
                        <a:pt x="1608" y="4675"/>
                        <a:pt x="1797" y="4486"/>
                      </a:cubicBezTo>
                      <a:cubicBezTo>
                        <a:pt x="2332" y="4707"/>
                        <a:pt x="2868" y="4833"/>
                        <a:pt x="3435" y="4833"/>
                      </a:cubicBezTo>
                      <a:lnTo>
                        <a:pt x="7373" y="4833"/>
                      </a:lnTo>
                      <a:cubicBezTo>
                        <a:pt x="7783" y="4833"/>
                        <a:pt x="8192" y="4675"/>
                        <a:pt x="8507" y="4392"/>
                      </a:cubicBezTo>
                      <a:cubicBezTo>
                        <a:pt x="8539" y="4392"/>
                        <a:pt x="11217" y="1903"/>
                        <a:pt x="11248" y="1872"/>
                      </a:cubicBezTo>
                      <a:cubicBezTo>
                        <a:pt x="11406" y="1809"/>
                        <a:pt x="11658" y="1493"/>
                        <a:pt x="11658" y="1084"/>
                      </a:cubicBezTo>
                      <a:cubicBezTo>
                        <a:pt x="11658" y="454"/>
                        <a:pt x="11185" y="44"/>
                        <a:pt x="10618" y="44"/>
                      </a:cubicBezTo>
                      <a:cubicBezTo>
                        <a:pt x="10303" y="44"/>
                        <a:pt x="10051" y="202"/>
                        <a:pt x="9925" y="296"/>
                      </a:cubicBezTo>
                      <a:lnTo>
                        <a:pt x="8192" y="1619"/>
                      </a:lnTo>
                      <a:cubicBezTo>
                        <a:pt x="8098" y="1084"/>
                        <a:pt x="7688" y="706"/>
                        <a:pt x="7153" y="706"/>
                      </a:cubicBezTo>
                      <a:lnTo>
                        <a:pt x="5861" y="706"/>
                      </a:lnTo>
                      <a:lnTo>
                        <a:pt x="5640" y="548"/>
                      </a:lnTo>
                      <a:cubicBezTo>
                        <a:pt x="5075" y="182"/>
                        <a:pt x="4444" y="0"/>
                        <a:pt x="381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22" name="Google Shape;1922;p19"/>
                <p:cNvSpPr/>
                <p:nvPr/>
              </p:nvSpPr>
              <p:spPr>
                <a:xfrm>
                  <a:off x="-4109575" y="2783850"/>
                  <a:ext cx="153625" cy="154400"/>
                </a:xfrm>
                <a:custGeom>
                  <a:rect b="b" l="l" r="r" t="t"/>
                  <a:pathLst>
                    <a:path extrusionOk="0" h="6176" w="6145">
                      <a:moveTo>
                        <a:pt x="3057" y="693"/>
                      </a:moveTo>
                      <a:cubicBezTo>
                        <a:pt x="4411" y="693"/>
                        <a:pt x="5482" y="1765"/>
                        <a:pt x="5482" y="3088"/>
                      </a:cubicBezTo>
                      <a:cubicBezTo>
                        <a:pt x="5482" y="4442"/>
                        <a:pt x="4411" y="5482"/>
                        <a:pt x="3057" y="5482"/>
                      </a:cubicBezTo>
                      <a:cubicBezTo>
                        <a:pt x="1733" y="5482"/>
                        <a:pt x="662" y="4442"/>
                        <a:pt x="662" y="3088"/>
                      </a:cubicBezTo>
                      <a:cubicBezTo>
                        <a:pt x="662" y="1765"/>
                        <a:pt x="1733" y="693"/>
                        <a:pt x="3057" y="693"/>
                      </a:cubicBezTo>
                      <a:close/>
                      <a:moveTo>
                        <a:pt x="3057" y="0"/>
                      </a:moveTo>
                      <a:cubicBezTo>
                        <a:pt x="1387" y="0"/>
                        <a:pt x="1" y="1387"/>
                        <a:pt x="1" y="3088"/>
                      </a:cubicBezTo>
                      <a:cubicBezTo>
                        <a:pt x="1" y="4789"/>
                        <a:pt x="1387" y="6175"/>
                        <a:pt x="3057" y="6175"/>
                      </a:cubicBezTo>
                      <a:cubicBezTo>
                        <a:pt x="4758" y="6175"/>
                        <a:pt x="6144" y="4789"/>
                        <a:pt x="6144" y="3088"/>
                      </a:cubicBezTo>
                      <a:cubicBezTo>
                        <a:pt x="6144" y="1387"/>
                        <a:pt x="4758" y="0"/>
                        <a:pt x="305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23" name="Google Shape;1923;p19"/>
                <p:cNvSpPr/>
                <p:nvPr/>
              </p:nvSpPr>
              <p:spPr>
                <a:xfrm>
                  <a:off x="-4074925" y="2818500"/>
                  <a:ext cx="84300" cy="85100"/>
                </a:xfrm>
                <a:custGeom>
                  <a:rect b="b" l="l" r="r" t="t"/>
                  <a:pathLst>
                    <a:path extrusionOk="0" h="3404" w="3372">
                      <a:moveTo>
                        <a:pt x="1671" y="631"/>
                      </a:moveTo>
                      <a:cubicBezTo>
                        <a:pt x="2238" y="631"/>
                        <a:pt x="2710" y="1103"/>
                        <a:pt x="2710" y="1670"/>
                      </a:cubicBezTo>
                      <a:cubicBezTo>
                        <a:pt x="2710" y="2206"/>
                        <a:pt x="2238" y="2678"/>
                        <a:pt x="1671" y="2678"/>
                      </a:cubicBezTo>
                      <a:cubicBezTo>
                        <a:pt x="1135" y="2678"/>
                        <a:pt x="662" y="2206"/>
                        <a:pt x="662" y="1670"/>
                      </a:cubicBezTo>
                      <a:cubicBezTo>
                        <a:pt x="662" y="1103"/>
                        <a:pt x="1135" y="631"/>
                        <a:pt x="1671" y="631"/>
                      </a:cubicBezTo>
                      <a:close/>
                      <a:moveTo>
                        <a:pt x="1671" y="1"/>
                      </a:moveTo>
                      <a:cubicBezTo>
                        <a:pt x="725" y="1"/>
                        <a:pt x="1" y="757"/>
                        <a:pt x="1" y="1702"/>
                      </a:cubicBezTo>
                      <a:cubicBezTo>
                        <a:pt x="1" y="2647"/>
                        <a:pt x="725" y="3403"/>
                        <a:pt x="1671" y="3403"/>
                      </a:cubicBezTo>
                      <a:cubicBezTo>
                        <a:pt x="2616" y="3403"/>
                        <a:pt x="3372" y="2647"/>
                        <a:pt x="3372" y="1702"/>
                      </a:cubicBezTo>
                      <a:cubicBezTo>
                        <a:pt x="3372" y="757"/>
                        <a:pt x="2616" y="1"/>
                        <a:pt x="167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24" name="Google Shape;1924;p19"/>
              <p:cNvSpPr/>
              <p:nvPr/>
            </p:nvSpPr>
            <p:spPr>
              <a:xfrm>
                <a:off x="10330796" y="3453239"/>
                <a:ext cx="646448" cy="644743"/>
              </a:xfrm>
              <a:custGeom>
                <a:rect b="b" l="l" r="r" t="t"/>
                <a:pathLst>
                  <a:path extrusionOk="0" h="11721" w="11752">
                    <a:moveTo>
                      <a:pt x="6490" y="662"/>
                    </a:moveTo>
                    <a:cubicBezTo>
                      <a:pt x="6711" y="662"/>
                      <a:pt x="6868" y="820"/>
                      <a:pt x="6868" y="1009"/>
                    </a:cubicBezTo>
                    <a:lnTo>
                      <a:pt x="6868" y="1355"/>
                    </a:lnTo>
                    <a:lnTo>
                      <a:pt x="5167" y="1355"/>
                    </a:lnTo>
                    <a:cubicBezTo>
                      <a:pt x="4600" y="1355"/>
                      <a:pt x="4127" y="1828"/>
                      <a:pt x="4127" y="2395"/>
                    </a:cubicBezTo>
                    <a:lnTo>
                      <a:pt x="4127" y="2773"/>
                    </a:lnTo>
                    <a:lnTo>
                      <a:pt x="3088" y="2773"/>
                    </a:lnTo>
                    <a:cubicBezTo>
                      <a:pt x="2993" y="2773"/>
                      <a:pt x="2867" y="2836"/>
                      <a:pt x="2836" y="2899"/>
                    </a:cubicBezTo>
                    <a:lnTo>
                      <a:pt x="2048" y="3687"/>
                    </a:lnTo>
                    <a:lnTo>
                      <a:pt x="2048" y="3151"/>
                    </a:lnTo>
                    <a:cubicBezTo>
                      <a:pt x="2048" y="2931"/>
                      <a:pt x="1891" y="2773"/>
                      <a:pt x="1702" y="2773"/>
                    </a:cubicBezTo>
                    <a:lnTo>
                      <a:pt x="1040" y="2773"/>
                    </a:lnTo>
                    <a:cubicBezTo>
                      <a:pt x="819" y="2773"/>
                      <a:pt x="662" y="2616"/>
                      <a:pt x="662" y="2427"/>
                    </a:cubicBezTo>
                    <a:lnTo>
                      <a:pt x="662" y="1009"/>
                    </a:lnTo>
                    <a:cubicBezTo>
                      <a:pt x="662" y="820"/>
                      <a:pt x="819" y="662"/>
                      <a:pt x="1040" y="662"/>
                    </a:cubicBezTo>
                    <a:close/>
                    <a:moveTo>
                      <a:pt x="10649" y="1986"/>
                    </a:moveTo>
                    <a:cubicBezTo>
                      <a:pt x="10838" y="1986"/>
                      <a:pt x="10995" y="2143"/>
                      <a:pt x="10995" y="2364"/>
                    </a:cubicBezTo>
                    <a:lnTo>
                      <a:pt x="10995" y="3781"/>
                    </a:lnTo>
                    <a:cubicBezTo>
                      <a:pt x="10995" y="3970"/>
                      <a:pt x="10838" y="4128"/>
                      <a:pt x="10649" y="4128"/>
                    </a:cubicBezTo>
                    <a:lnTo>
                      <a:pt x="8601" y="4128"/>
                    </a:lnTo>
                    <a:cubicBezTo>
                      <a:pt x="8412" y="4128"/>
                      <a:pt x="8255" y="4285"/>
                      <a:pt x="8255" y="4474"/>
                    </a:cubicBezTo>
                    <a:lnTo>
                      <a:pt x="8255" y="5041"/>
                    </a:lnTo>
                    <a:lnTo>
                      <a:pt x="7404" y="4191"/>
                    </a:lnTo>
                    <a:cubicBezTo>
                      <a:pt x="7372" y="4159"/>
                      <a:pt x="7246" y="4128"/>
                      <a:pt x="7183" y="4128"/>
                    </a:cubicBezTo>
                    <a:lnTo>
                      <a:pt x="5136" y="4128"/>
                    </a:lnTo>
                    <a:cubicBezTo>
                      <a:pt x="4947" y="4128"/>
                      <a:pt x="4789" y="3970"/>
                      <a:pt x="4789" y="3781"/>
                    </a:cubicBezTo>
                    <a:lnTo>
                      <a:pt x="4789" y="2364"/>
                    </a:lnTo>
                    <a:cubicBezTo>
                      <a:pt x="4789" y="2143"/>
                      <a:pt x="4947" y="1986"/>
                      <a:pt x="5136" y="1986"/>
                    </a:cubicBezTo>
                    <a:close/>
                    <a:moveTo>
                      <a:pt x="3088" y="6207"/>
                    </a:moveTo>
                    <a:cubicBezTo>
                      <a:pt x="3623" y="6207"/>
                      <a:pt x="4096" y="6680"/>
                      <a:pt x="4096" y="7247"/>
                    </a:cubicBezTo>
                    <a:cubicBezTo>
                      <a:pt x="4096" y="7782"/>
                      <a:pt x="3623" y="8255"/>
                      <a:pt x="3088" y="8255"/>
                    </a:cubicBezTo>
                    <a:cubicBezTo>
                      <a:pt x="2521" y="8255"/>
                      <a:pt x="2048" y="7782"/>
                      <a:pt x="2048" y="7247"/>
                    </a:cubicBezTo>
                    <a:cubicBezTo>
                      <a:pt x="2048" y="6648"/>
                      <a:pt x="2489" y="6207"/>
                      <a:pt x="3088" y="6207"/>
                    </a:cubicBezTo>
                    <a:close/>
                    <a:moveTo>
                      <a:pt x="8601" y="6207"/>
                    </a:moveTo>
                    <a:cubicBezTo>
                      <a:pt x="9137" y="6207"/>
                      <a:pt x="9609" y="6648"/>
                      <a:pt x="9609" y="7247"/>
                    </a:cubicBezTo>
                    <a:cubicBezTo>
                      <a:pt x="9609" y="7782"/>
                      <a:pt x="9137" y="8255"/>
                      <a:pt x="8601" y="8255"/>
                    </a:cubicBezTo>
                    <a:cubicBezTo>
                      <a:pt x="8003" y="8255"/>
                      <a:pt x="7530" y="7782"/>
                      <a:pt x="7530" y="7247"/>
                    </a:cubicBezTo>
                    <a:cubicBezTo>
                      <a:pt x="7530" y="6680"/>
                      <a:pt x="8003" y="6207"/>
                      <a:pt x="8601" y="6207"/>
                    </a:cubicBezTo>
                    <a:close/>
                    <a:moveTo>
                      <a:pt x="3749" y="8980"/>
                    </a:moveTo>
                    <a:cubicBezTo>
                      <a:pt x="4695" y="8980"/>
                      <a:pt x="5451" y="9704"/>
                      <a:pt x="5451" y="10649"/>
                    </a:cubicBezTo>
                    <a:lnTo>
                      <a:pt x="5451" y="11027"/>
                    </a:lnTo>
                    <a:lnTo>
                      <a:pt x="630" y="11027"/>
                    </a:lnTo>
                    <a:lnTo>
                      <a:pt x="630" y="10649"/>
                    </a:lnTo>
                    <a:lnTo>
                      <a:pt x="662" y="10649"/>
                    </a:lnTo>
                    <a:cubicBezTo>
                      <a:pt x="662" y="9704"/>
                      <a:pt x="1418" y="8980"/>
                      <a:pt x="2363" y="8980"/>
                    </a:cubicBezTo>
                    <a:close/>
                    <a:moveTo>
                      <a:pt x="9369" y="8976"/>
                    </a:moveTo>
                    <a:cubicBezTo>
                      <a:pt x="10266" y="8976"/>
                      <a:pt x="10995" y="9740"/>
                      <a:pt x="10995" y="10649"/>
                    </a:cubicBezTo>
                    <a:lnTo>
                      <a:pt x="10995" y="11027"/>
                    </a:lnTo>
                    <a:lnTo>
                      <a:pt x="6144" y="11027"/>
                    </a:lnTo>
                    <a:lnTo>
                      <a:pt x="6144" y="10649"/>
                    </a:lnTo>
                    <a:cubicBezTo>
                      <a:pt x="6144" y="9704"/>
                      <a:pt x="6900" y="8980"/>
                      <a:pt x="7845" y="8980"/>
                    </a:cubicBezTo>
                    <a:lnTo>
                      <a:pt x="9263" y="8980"/>
                    </a:lnTo>
                    <a:cubicBezTo>
                      <a:pt x="9298" y="8977"/>
                      <a:pt x="9334" y="8976"/>
                      <a:pt x="9369" y="8976"/>
                    </a:cubicBezTo>
                    <a:close/>
                    <a:moveTo>
                      <a:pt x="1040" y="1"/>
                    </a:moveTo>
                    <a:cubicBezTo>
                      <a:pt x="473" y="1"/>
                      <a:pt x="0" y="473"/>
                      <a:pt x="0" y="1009"/>
                    </a:cubicBezTo>
                    <a:lnTo>
                      <a:pt x="0" y="2427"/>
                    </a:lnTo>
                    <a:cubicBezTo>
                      <a:pt x="0" y="2994"/>
                      <a:pt x="473" y="3466"/>
                      <a:pt x="1040" y="3466"/>
                    </a:cubicBezTo>
                    <a:lnTo>
                      <a:pt x="1386" y="3466"/>
                    </a:lnTo>
                    <a:lnTo>
                      <a:pt x="1386" y="4474"/>
                    </a:lnTo>
                    <a:cubicBezTo>
                      <a:pt x="1386" y="4688"/>
                      <a:pt x="1546" y="4829"/>
                      <a:pt x="1727" y="4829"/>
                    </a:cubicBezTo>
                    <a:cubicBezTo>
                      <a:pt x="1813" y="4829"/>
                      <a:pt x="1904" y="4797"/>
                      <a:pt x="1985" y="4726"/>
                    </a:cubicBezTo>
                    <a:lnTo>
                      <a:pt x="3245" y="3466"/>
                    </a:lnTo>
                    <a:lnTo>
                      <a:pt x="4096" y="3466"/>
                    </a:lnTo>
                    <a:lnTo>
                      <a:pt x="4096" y="3813"/>
                    </a:lnTo>
                    <a:cubicBezTo>
                      <a:pt x="4096" y="4348"/>
                      <a:pt x="4568" y="4821"/>
                      <a:pt x="5136" y="4821"/>
                    </a:cubicBezTo>
                    <a:lnTo>
                      <a:pt x="7057" y="4821"/>
                    </a:lnTo>
                    <a:lnTo>
                      <a:pt x="7908" y="5672"/>
                    </a:lnTo>
                    <a:cubicBezTo>
                      <a:pt x="7341" y="5924"/>
                      <a:pt x="6868" y="6522"/>
                      <a:pt x="6868" y="7247"/>
                    </a:cubicBezTo>
                    <a:cubicBezTo>
                      <a:pt x="6868" y="7625"/>
                      <a:pt x="7026" y="8034"/>
                      <a:pt x="7278" y="8349"/>
                    </a:cubicBezTo>
                    <a:cubicBezTo>
                      <a:pt x="6648" y="8507"/>
                      <a:pt x="6144" y="8885"/>
                      <a:pt x="5829" y="9452"/>
                    </a:cubicBezTo>
                    <a:cubicBezTo>
                      <a:pt x="5514" y="8917"/>
                      <a:pt x="5010" y="8539"/>
                      <a:pt x="4411" y="8381"/>
                    </a:cubicBezTo>
                    <a:cubicBezTo>
                      <a:pt x="4663" y="8066"/>
                      <a:pt x="4821" y="7719"/>
                      <a:pt x="4821" y="7278"/>
                    </a:cubicBezTo>
                    <a:cubicBezTo>
                      <a:pt x="4821" y="6333"/>
                      <a:pt x="4064" y="5577"/>
                      <a:pt x="3119" y="5577"/>
                    </a:cubicBezTo>
                    <a:cubicBezTo>
                      <a:pt x="2174" y="5577"/>
                      <a:pt x="1418" y="6333"/>
                      <a:pt x="1418" y="7278"/>
                    </a:cubicBezTo>
                    <a:cubicBezTo>
                      <a:pt x="1418" y="7719"/>
                      <a:pt x="1576" y="8097"/>
                      <a:pt x="1828" y="8381"/>
                    </a:cubicBezTo>
                    <a:cubicBezTo>
                      <a:pt x="788" y="8665"/>
                      <a:pt x="32" y="9610"/>
                      <a:pt x="32" y="10712"/>
                    </a:cubicBezTo>
                    <a:lnTo>
                      <a:pt x="32" y="11374"/>
                    </a:lnTo>
                    <a:cubicBezTo>
                      <a:pt x="32" y="11563"/>
                      <a:pt x="189" y="11721"/>
                      <a:pt x="410" y="11721"/>
                    </a:cubicBezTo>
                    <a:lnTo>
                      <a:pt x="11374" y="11721"/>
                    </a:lnTo>
                    <a:cubicBezTo>
                      <a:pt x="11594" y="11721"/>
                      <a:pt x="11752" y="11563"/>
                      <a:pt x="11752" y="11374"/>
                    </a:cubicBezTo>
                    <a:lnTo>
                      <a:pt x="11752" y="10712"/>
                    </a:lnTo>
                    <a:cubicBezTo>
                      <a:pt x="11752" y="9610"/>
                      <a:pt x="10995" y="8665"/>
                      <a:pt x="9956" y="8381"/>
                    </a:cubicBezTo>
                    <a:cubicBezTo>
                      <a:pt x="10208" y="8066"/>
                      <a:pt x="10365" y="7719"/>
                      <a:pt x="10365" y="7278"/>
                    </a:cubicBezTo>
                    <a:cubicBezTo>
                      <a:pt x="10365" y="6459"/>
                      <a:pt x="9767" y="5735"/>
                      <a:pt x="8979" y="5577"/>
                    </a:cubicBezTo>
                    <a:lnTo>
                      <a:pt x="8979" y="4884"/>
                    </a:lnTo>
                    <a:lnTo>
                      <a:pt x="10649" y="4884"/>
                    </a:lnTo>
                    <a:lnTo>
                      <a:pt x="10649" y="4821"/>
                    </a:lnTo>
                    <a:cubicBezTo>
                      <a:pt x="11185" y="4821"/>
                      <a:pt x="11657" y="4348"/>
                      <a:pt x="11657" y="3813"/>
                    </a:cubicBezTo>
                    <a:lnTo>
                      <a:pt x="11657" y="2395"/>
                    </a:lnTo>
                    <a:cubicBezTo>
                      <a:pt x="11657" y="1828"/>
                      <a:pt x="11185" y="1355"/>
                      <a:pt x="10649" y="1355"/>
                    </a:cubicBezTo>
                    <a:lnTo>
                      <a:pt x="7530" y="1355"/>
                    </a:lnTo>
                    <a:lnTo>
                      <a:pt x="7530" y="1009"/>
                    </a:lnTo>
                    <a:cubicBezTo>
                      <a:pt x="7530" y="473"/>
                      <a:pt x="7057" y="1"/>
                      <a:pt x="64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25" name="Google Shape;1925;p19"/>
              <p:cNvGrpSpPr/>
              <p:nvPr/>
            </p:nvGrpSpPr>
            <p:grpSpPr>
              <a:xfrm>
                <a:off x="2893464" y="3454287"/>
                <a:ext cx="644688" cy="642983"/>
                <a:chOff x="-5635975" y="2757075"/>
                <a:chExt cx="293000" cy="292225"/>
              </a:xfrm>
            </p:grpSpPr>
            <p:sp>
              <p:nvSpPr>
                <p:cNvPr id="1926" name="Google Shape;1926;p19"/>
                <p:cNvSpPr/>
                <p:nvPr/>
              </p:nvSpPr>
              <p:spPr>
                <a:xfrm>
                  <a:off x="-5635975" y="2757075"/>
                  <a:ext cx="293000" cy="292225"/>
                </a:xfrm>
                <a:custGeom>
                  <a:rect b="b" l="l" r="r" t="t"/>
                  <a:pathLst>
                    <a:path extrusionOk="0" h="11689" w="11720">
                      <a:moveTo>
                        <a:pt x="10649" y="693"/>
                      </a:moveTo>
                      <a:cubicBezTo>
                        <a:pt x="10838" y="693"/>
                        <a:pt x="10995" y="851"/>
                        <a:pt x="10995" y="1040"/>
                      </a:cubicBezTo>
                      <a:lnTo>
                        <a:pt x="10995" y="7593"/>
                      </a:lnTo>
                      <a:lnTo>
                        <a:pt x="693" y="7593"/>
                      </a:lnTo>
                      <a:lnTo>
                        <a:pt x="693" y="1040"/>
                      </a:lnTo>
                      <a:cubicBezTo>
                        <a:pt x="725" y="851"/>
                        <a:pt x="882" y="693"/>
                        <a:pt x="1040" y="693"/>
                      </a:cubicBezTo>
                      <a:close/>
                      <a:moveTo>
                        <a:pt x="10995" y="8223"/>
                      </a:moveTo>
                      <a:lnTo>
                        <a:pt x="10995" y="8569"/>
                      </a:lnTo>
                      <a:cubicBezTo>
                        <a:pt x="11027" y="8821"/>
                        <a:pt x="10869" y="8916"/>
                        <a:pt x="10680" y="8916"/>
                      </a:cubicBezTo>
                      <a:lnTo>
                        <a:pt x="1040" y="8916"/>
                      </a:lnTo>
                      <a:cubicBezTo>
                        <a:pt x="851" y="8916"/>
                        <a:pt x="693" y="8758"/>
                        <a:pt x="693" y="8569"/>
                      </a:cubicBezTo>
                      <a:lnTo>
                        <a:pt x="693" y="8223"/>
                      </a:lnTo>
                      <a:close/>
                      <a:moveTo>
                        <a:pt x="6679" y="9641"/>
                      </a:moveTo>
                      <a:lnTo>
                        <a:pt x="6994" y="11027"/>
                      </a:lnTo>
                      <a:lnTo>
                        <a:pt x="4694" y="11027"/>
                      </a:lnTo>
                      <a:lnTo>
                        <a:pt x="5009" y="9641"/>
                      </a:lnTo>
                      <a:close/>
                      <a:moveTo>
                        <a:pt x="1040" y="0"/>
                      </a:moveTo>
                      <a:cubicBezTo>
                        <a:pt x="473" y="0"/>
                        <a:pt x="0" y="473"/>
                        <a:pt x="0" y="1008"/>
                      </a:cubicBezTo>
                      <a:lnTo>
                        <a:pt x="0" y="8569"/>
                      </a:lnTo>
                      <a:cubicBezTo>
                        <a:pt x="0" y="9137"/>
                        <a:pt x="473" y="9609"/>
                        <a:pt x="1040" y="9609"/>
                      </a:cubicBezTo>
                      <a:lnTo>
                        <a:pt x="4316" y="9609"/>
                      </a:lnTo>
                      <a:lnTo>
                        <a:pt x="4001" y="10964"/>
                      </a:lnTo>
                      <a:lnTo>
                        <a:pt x="3087" y="10964"/>
                      </a:lnTo>
                      <a:cubicBezTo>
                        <a:pt x="2898" y="10964"/>
                        <a:pt x="2741" y="11121"/>
                        <a:pt x="2741" y="11342"/>
                      </a:cubicBezTo>
                      <a:cubicBezTo>
                        <a:pt x="2741" y="11531"/>
                        <a:pt x="2898" y="11688"/>
                        <a:pt x="3087" y="11688"/>
                      </a:cubicBezTo>
                      <a:lnTo>
                        <a:pt x="8569" y="11688"/>
                      </a:lnTo>
                      <a:cubicBezTo>
                        <a:pt x="8758" y="11688"/>
                        <a:pt x="8916" y="11531"/>
                        <a:pt x="8916" y="11342"/>
                      </a:cubicBezTo>
                      <a:cubicBezTo>
                        <a:pt x="8916" y="11121"/>
                        <a:pt x="8758" y="10964"/>
                        <a:pt x="8569" y="10964"/>
                      </a:cubicBezTo>
                      <a:lnTo>
                        <a:pt x="7656" y="10964"/>
                      </a:lnTo>
                      <a:lnTo>
                        <a:pt x="7341" y="9609"/>
                      </a:lnTo>
                      <a:lnTo>
                        <a:pt x="10649" y="9609"/>
                      </a:lnTo>
                      <a:cubicBezTo>
                        <a:pt x="11216" y="9609"/>
                        <a:pt x="11688" y="9137"/>
                        <a:pt x="11688" y="8569"/>
                      </a:cubicBezTo>
                      <a:lnTo>
                        <a:pt x="11688" y="1008"/>
                      </a:lnTo>
                      <a:cubicBezTo>
                        <a:pt x="11720" y="473"/>
                        <a:pt x="11247" y="0"/>
                        <a:pt x="1068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27" name="Google Shape;1927;p19"/>
                <p:cNvSpPr/>
                <p:nvPr/>
              </p:nvSpPr>
              <p:spPr>
                <a:xfrm>
                  <a:off x="-5584800" y="2790150"/>
                  <a:ext cx="189850" cy="138050"/>
                </a:xfrm>
                <a:custGeom>
                  <a:rect b="b" l="l" r="r" t="t"/>
                  <a:pathLst>
                    <a:path extrusionOk="0" h="5522" w="7594">
                      <a:moveTo>
                        <a:pt x="2994" y="725"/>
                      </a:moveTo>
                      <a:lnTo>
                        <a:pt x="2332" y="1387"/>
                      </a:lnTo>
                      <a:lnTo>
                        <a:pt x="1230" y="1387"/>
                      </a:lnTo>
                      <a:lnTo>
                        <a:pt x="1891" y="725"/>
                      </a:lnTo>
                      <a:close/>
                      <a:moveTo>
                        <a:pt x="3781" y="882"/>
                      </a:moveTo>
                      <a:lnTo>
                        <a:pt x="4349" y="1418"/>
                      </a:lnTo>
                      <a:lnTo>
                        <a:pt x="3246" y="1418"/>
                      </a:lnTo>
                      <a:lnTo>
                        <a:pt x="3781" y="882"/>
                      </a:lnTo>
                      <a:close/>
                      <a:moveTo>
                        <a:pt x="5735" y="756"/>
                      </a:moveTo>
                      <a:lnTo>
                        <a:pt x="6396" y="1418"/>
                      </a:lnTo>
                      <a:lnTo>
                        <a:pt x="5294" y="1418"/>
                      </a:lnTo>
                      <a:lnTo>
                        <a:pt x="4632" y="756"/>
                      </a:lnTo>
                      <a:close/>
                      <a:moveTo>
                        <a:pt x="2175" y="2080"/>
                      </a:moveTo>
                      <a:lnTo>
                        <a:pt x="2868" y="3749"/>
                      </a:lnTo>
                      <a:lnTo>
                        <a:pt x="1198" y="2080"/>
                      </a:lnTo>
                      <a:close/>
                      <a:moveTo>
                        <a:pt x="6396" y="2080"/>
                      </a:moveTo>
                      <a:lnTo>
                        <a:pt x="4727" y="3749"/>
                      </a:lnTo>
                      <a:lnTo>
                        <a:pt x="5420" y="2080"/>
                      </a:lnTo>
                      <a:close/>
                      <a:moveTo>
                        <a:pt x="4664" y="2080"/>
                      </a:moveTo>
                      <a:lnTo>
                        <a:pt x="3781" y="4253"/>
                      </a:lnTo>
                      <a:lnTo>
                        <a:pt x="2931" y="2080"/>
                      </a:lnTo>
                      <a:close/>
                      <a:moveTo>
                        <a:pt x="1734" y="0"/>
                      </a:moveTo>
                      <a:cubicBezTo>
                        <a:pt x="1671" y="0"/>
                        <a:pt x="1545" y="32"/>
                        <a:pt x="1513" y="126"/>
                      </a:cubicBezTo>
                      <a:lnTo>
                        <a:pt x="127" y="1513"/>
                      </a:lnTo>
                      <a:cubicBezTo>
                        <a:pt x="1" y="1670"/>
                        <a:pt x="1" y="1859"/>
                        <a:pt x="127" y="2017"/>
                      </a:cubicBezTo>
                      <a:lnTo>
                        <a:pt x="3561" y="5451"/>
                      </a:lnTo>
                      <a:cubicBezTo>
                        <a:pt x="3624" y="5498"/>
                        <a:pt x="3711" y="5522"/>
                        <a:pt x="3797" y="5522"/>
                      </a:cubicBezTo>
                      <a:cubicBezTo>
                        <a:pt x="3884" y="5522"/>
                        <a:pt x="3970" y="5498"/>
                        <a:pt x="4033" y="5451"/>
                      </a:cubicBezTo>
                      <a:lnTo>
                        <a:pt x="7468" y="2017"/>
                      </a:lnTo>
                      <a:cubicBezTo>
                        <a:pt x="7594" y="1891"/>
                        <a:pt x="7594" y="1702"/>
                        <a:pt x="7499" y="1544"/>
                      </a:cubicBezTo>
                      <a:lnTo>
                        <a:pt x="7468" y="1513"/>
                      </a:lnTo>
                      <a:lnTo>
                        <a:pt x="6081" y="126"/>
                      </a:lnTo>
                      <a:cubicBezTo>
                        <a:pt x="6018" y="32"/>
                        <a:pt x="5924" y="0"/>
                        <a:pt x="586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28" name="Google Shape;1928;p19"/>
              <p:cNvGrpSpPr/>
              <p:nvPr/>
            </p:nvGrpSpPr>
            <p:grpSpPr>
              <a:xfrm>
                <a:off x="7003613" y="3453428"/>
                <a:ext cx="641277" cy="644688"/>
                <a:chOff x="-3852025" y="2764950"/>
                <a:chExt cx="291450" cy="293000"/>
              </a:xfrm>
            </p:grpSpPr>
            <p:sp>
              <p:nvSpPr>
                <p:cNvPr id="1929" name="Google Shape;1929;p19"/>
                <p:cNvSpPr/>
                <p:nvPr/>
              </p:nvSpPr>
              <p:spPr>
                <a:xfrm>
                  <a:off x="-3852025" y="2764950"/>
                  <a:ext cx="291450" cy="293000"/>
                </a:xfrm>
                <a:custGeom>
                  <a:rect b="b" l="l" r="r" t="t"/>
                  <a:pathLst>
                    <a:path extrusionOk="0" h="11720" w="11658">
                      <a:moveTo>
                        <a:pt x="4380" y="693"/>
                      </a:moveTo>
                      <a:cubicBezTo>
                        <a:pt x="6774" y="693"/>
                        <a:pt x="8161" y="1355"/>
                        <a:pt x="8161" y="1733"/>
                      </a:cubicBezTo>
                      <a:cubicBezTo>
                        <a:pt x="8161" y="2080"/>
                        <a:pt x="6774" y="2741"/>
                        <a:pt x="4380" y="2741"/>
                      </a:cubicBezTo>
                      <a:cubicBezTo>
                        <a:pt x="1986" y="2741"/>
                        <a:pt x="599" y="2080"/>
                        <a:pt x="599" y="1733"/>
                      </a:cubicBezTo>
                      <a:cubicBezTo>
                        <a:pt x="631" y="1355"/>
                        <a:pt x="2017" y="693"/>
                        <a:pt x="4380" y="693"/>
                      </a:cubicBezTo>
                      <a:close/>
                      <a:moveTo>
                        <a:pt x="8224" y="2710"/>
                      </a:moveTo>
                      <a:lnTo>
                        <a:pt x="8224" y="4190"/>
                      </a:lnTo>
                      <a:lnTo>
                        <a:pt x="7845" y="4190"/>
                      </a:lnTo>
                      <a:cubicBezTo>
                        <a:pt x="7815" y="4189"/>
                        <a:pt x="7784" y="4189"/>
                        <a:pt x="7753" y="4189"/>
                      </a:cubicBezTo>
                      <a:cubicBezTo>
                        <a:pt x="6625" y="4189"/>
                        <a:pt x="5622" y="4748"/>
                        <a:pt x="4947" y="5545"/>
                      </a:cubicBezTo>
                      <a:cubicBezTo>
                        <a:pt x="4743" y="5555"/>
                        <a:pt x="4544" y="5560"/>
                        <a:pt x="4352" y="5560"/>
                      </a:cubicBezTo>
                      <a:cubicBezTo>
                        <a:pt x="2081" y="5560"/>
                        <a:pt x="662" y="4912"/>
                        <a:pt x="662" y="4505"/>
                      </a:cubicBezTo>
                      <a:lnTo>
                        <a:pt x="662" y="2710"/>
                      </a:lnTo>
                      <a:cubicBezTo>
                        <a:pt x="1639" y="3308"/>
                        <a:pt x="3246" y="3466"/>
                        <a:pt x="4443" y="3466"/>
                      </a:cubicBezTo>
                      <a:cubicBezTo>
                        <a:pt x="5577" y="3466"/>
                        <a:pt x="7215" y="3308"/>
                        <a:pt x="8224" y="2710"/>
                      </a:cubicBezTo>
                      <a:close/>
                      <a:moveTo>
                        <a:pt x="631" y="5514"/>
                      </a:moveTo>
                      <a:cubicBezTo>
                        <a:pt x="1639" y="6081"/>
                        <a:pt x="3309" y="6238"/>
                        <a:pt x="4474" y="6238"/>
                      </a:cubicBezTo>
                      <a:cubicBezTo>
                        <a:pt x="4222" y="6711"/>
                        <a:pt x="4065" y="7309"/>
                        <a:pt x="4065" y="7939"/>
                      </a:cubicBezTo>
                      <a:lnTo>
                        <a:pt x="4065" y="8286"/>
                      </a:lnTo>
                      <a:cubicBezTo>
                        <a:pt x="1860" y="8223"/>
                        <a:pt x="631" y="7624"/>
                        <a:pt x="631" y="7278"/>
                      </a:cubicBezTo>
                      <a:lnTo>
                        <a:pt x="631" y="5514"/>
                      </a:lnTo>
                      <a:close/>
                      <a:moveTo>
                        <a:pt x="631" y="8223"/>
                      </a:moveTo>
                      <a:cubicBezTo>
                        <a:pt x="1576" y="8759"/>
                        <a:pt x="3120" y="8979"/>
                        <a:pt x="4222" y="8979"/>
                      </a:cubicBezTo>
                      <a:cubicBezTo>
                        <a:pt x="4474" y="9798"/>
                        <a:pt x="4947" y="10460"/>
                        <a:pt x="5609" y="10964"/>
                      </a:cubicBezTo>
                      <a:cubicBezTo>
                        <a:pt x="5199" y="11005"/>
                        <a:pt x="4802" y="11024"/>
                        <a:pt x="4424" y="11024"/>
                      </a:cubicBezTo>
                      <a:cubicBezTo>
                        <a:pt x="2216" y="11024"/>
                        <a:pt x="631" y="10391"/>
                        <a:pt x="631" y="9987"/>
                      </a:cubicBezTo>
                      <a:lnTo>
                        <a:pt x="631" y="8223"/>
                      </a:lnTo>
                      <a:close/>
                      <a:moveTo>
                        <a:pt x="7814" y="4852"/>
                      </a:moveTo>
                      <a:cubicBezTo>
                        <a:pt x="9515" y="4852"/>
                        <a:pt x="10933" y="6238"/>
                        <a:pt x="10933" y="7939"/>
                      </a:cubicBezTo>
                      <a:cubicBezTo>
                        <a:pt x="10964" y="9641"/>
                        <a:pt x="9547" y="11027"/>
                        <a:pt x="7814" y="11027"/>
                      </a:cubicBezTo>
                      <a:cubicBezTo>
                        <a:pt x="6113" y="11027"/>
                        <a:pt x="4726" y="9641"/>
                        <a:pt x="4726" y="7939"/>
                      </a:cubicBezTo>
                      <a:cubicBezTo>
                        <a:pt x="4726" y="6238"/>
                        <a:pt x="6113" y="4852"/>
                        <a:pt x="7814" y="4852"/>
                      </a:cubicBezTo>
                      <a:close/>
                      <a:moveTo>
                        <a:pt x="4411" y="0"/>
                      </a:moveTo>
                      <a:cubicBezTo>
                        <a:pt x="3277" y="0"/>
                        <a:pt x="2206" y="158"/>
                        <a:pt x="1418" y="410"/>
                      </a:cubicBezTo>
                      <a:cubicBezTo>
                        <a:pt x="253" y="819"/>
                        <a:pt x="1" y="1323"/>
                        <a:pt x="1" y="1733"/>
                      </a:cubicBezTo>
                      <a:lnTo>
                        <a:pt x="1" y="9987"/>
                      </a:lnTo>
                      <a:cubicBezTo>
                        <a:pt x="1" y="10334"/>
                        <a:pt x="253" y="10901"/>
                        <a:pt x="1418" y="11279"/>
                      </a:cubicBezTo>
                      <a:cubicBezTo>
                        <a:pt x="2269" y="11562"/>
                        <a:pt x="3309" y="11720"/>
                        <a:pt x="4411" y="11720"/>
                      </a:cubicBezTo>
                      <a:cubicBezTo>
                        <a:pt x="5199" y="11720"/>
                        <a:pt x="5955" y="11657"/>
                        <a:pt x="6617" y="11531"/>
                      </a:cubicBezTo>
                      <a:cubicBezTo>
                        <a:pt x="7026" y="11657"/>
                        <a:pt x="7404" y="11720"/>
                        <a:pt x="7845" y="11720"/>
                      </a:cubicBezTo>
                      <a:cubicBezTo>
                        <a:pt x="9925" y="11720"/>
                        <a:pt x="11658" y="10019"/>
                        <a:pt x="11658" y="7939"/>
                      </a:cubicBezTo>
                      <a:cubicBezTo>
                        <a:pt x="11626" y="6175"/>
                        <a:pt x="10397" y="4757"/>
                        <a:pt x="8822" y="4316"/>
                      </a:cubicBezTo>
                      <a:lnTo>
                        <a:pt x="8822" y="1733"/>
                      </a:lnTo>
                      <a:cubicBezTo>
                        <a:pt x="8822" y="1355"/>
                        <a:pt x="8602" y="819"/>
                        <a:pt x="7404" y="410"/>
                      </a:cubicBezTo>
                      <a:cubicBezTo>
                        <a:pt x="6585" y="158"/>
                        <a:pt x="5514" y="0"/>
                        <a:pt x="4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30" name="Google Shape;1930;p19"/>
                <p:cNvSpPr/>
                <p:nvPr/>
              </p:nvSpPr>
              <p:spPr>
                <a:xfrm>
                  <a:off x="-3707100" y="2937425"/>
                  <a:ext cx="103200" cy="67775"/>
                </a:xfrm>
                <a:custGeom>
                  <a:rect b="b" l="l" r="r" t="t"/>
                  <a:pathLst>
                    <a:path extrusionOk="0" h="2711" w="4128">
                      <a:moveTo>
                        <a:pt x="3785" y="1"/>
                      </a:moveTo>
                      <a:cubicBezTo>
                        <a:pt x="3695" y="1"/>
                        <a:pt x="3608" y="32"/>
                        <a:pt x="3561" y="95"/>
                      </a:cubicBezTo>
                      <a:lnTo>
                        <a:pt x="1733" y="1923"/>
                      </a:lnTo>
                      <a:lnTo>
                        <a:pt x="599" y="757"/>
                      </a:lnTo>
                      <a:cubicBezTo>
                        <a:pt x="536" y="710"/>
                        <a:pt x="450" y="686"/>
                        <a:pt x="363" y="686"/>
                      </a:cubicBezTo>
                      <a:cubicBezTo>
                        <a:pt x="276" y="686"/>
                        <a:pt x="190" y="710"/>
                        <a:pt x="127" y="757"/>
                      </a:cubicBezTo>
                      <a:cubicBezTo>
                        <a:pt x="1" y="883"/>
                        <a:pt x="1" y="1135"/>
                        <a:pt x="127" y="1229"/>
                      </a:cubicBezTo>
                      <a:lnTo>
                        <a:pt x="1513" y="2616"/>
                      </a:lnTo>
                      <a:cubicBezTo>
                        <a:pt x="1560" y="2679"/>
                        <a:pt x="1647" y="2710"/>
                        <a:pt x="1737" y="2710"/>
                      </a:cubicBezTo>
                      <a:cubicBezTo>
                        <a:pt x="1828" y="2710"/>
                        <a:pt x="1922" y="2679"/>
                        <a:pt x="1985" y="2616"/>
                      </a:cubicBezTo>
                      <a:lnTo>
                        <a:pt x="4033" y="568"/>
                      </a:lnTo>
                      <a:cubicBezTo>
                        <a:pt x="4128" y="442"/>
                        <a:pt x="4128" y="221"/>
                        <a:pt x="4033" y="95"/>
                      </a:cubicBezTo>
                      <a:cubicBezTo>
                        <a:pt x="3970" y="32"/>
                        <a:pt x="3876" y="1"/>
                        <a:pt x="37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31" name="Google Shape;1931;p19"/>
              <p:cNvGrpSpPr/>
              <p:nvPr/>
            </p:nvGrpSpPr>
            <p:grpSpPr>
              <a:xfrm>
                <a:off x="11152742" y="3454288"/>
                <a:ext cx="641277" cy="642983"/>
                <a:chOff x="-2060175" y="2768875"/>
                <a:chExt cx="291450" cy="292225"/>
              </a:xfrm>
            </p:grpSpPr>
            <p:sp>
              <p:nvSpPr>
                <p:cNvPr id="1932" name="Google Shape;1932;p19"/>
                <p:cNvSpPr/>
                <p:nvPr/>
              </p:nvSpPr>
              <p:spPr>
                <a:xfrm>
                  <a:off x="-2060175" y="2768875"/>
                  <a:ext cx="291450" cy="292225"/>
                </a:xfrm>
                <a:custGeom>
                  <a:rect b="b" l="l" r="r" t="t"/>
                  <a:pathLst>
                    <a:path extrusionOk="0" h="11689" w="11658">
                      <a:moveTo>
                        <a:pt x="10649" y="662"/>
                      </a:moveTo>
                      <a:cubicBezTo>
                        <a:pt x="10838" y="662"/>
                        <a:pt x="10996" y="820"/>
                        <a:pt x="10996" y="1009"/>
                      </a:cubicBezTo>
                      <a:cubicBezTo>
                        <a:pt x="10996" y="1198"/>
                        <a:pt x="10838" y="1355"/>
                        <a:pt x="10649" y="1355"/>
                      </a:cubicBezTo>
                      <a:lnTo>
                        <a:pt x="1040" y="1355"/>
                      </a:lnTo>
                      <a:cubicBezTo>
                        <a:pt x="851" y="1355"/>
                        <a:pt x="694" y="1198"/>
                        <a:pt x="694" y="1009"/>
                      </a:cubicBez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10303" y="2049"/>
                      </a:moveTo>
                      <a:lnTo>
                        <a:pt x="10303" y="7908"/>
                      </a:lnTo>
                      <a:cubicBezTo>
                        <a:pt x="10334" y="8097"/>
                        <a:pt x="10177" y="8255"/>
                        <a:pt x="9988" y="8255"/>
                      </a:cubicBezTo>
                      <a:lnTo>
                        <a:pt x="1702" y="8255"/>
                      </a:lnTo>
                      <a:cubicBezTo>
                        <a:pt x="1513" y="8255"/>
                        <a:pt x="1355" y="8097"/>
                        <a:pt x="1355" y="7908"/>
                      </a:cubicBezTo>
                      <a:lnTo>
                        <a:pt x="1355" y="2049"/>
                      </a:lnTo>
                      <a:close/>
                      <a:moveTo>
                        <a:pt x="5797" y="10271"/>
                      </a:moveTo>
                      <a:cubicBezTo>
                        <a:pt x="5986" y="10271"/>
                        <a:pt x="6144" y="10429"/>
                        <a:pt x="6144" y="10618"/>
                      </a:cubicBezTo>
                      <a:cubicBezTo>
                        <a:pt x="6144" y="10807"/>
                        <a:pt x="5986" y="10964"/>
                        <a:pt x="5797" y="10964"/>
                      </a:cubicBezTo>
                      <a:cubicBezTo>
                        <a:pt x="5608" y="10964"/>
                        <a:pt x="5451" y="10807"/>
                        <a:pt x="5451" y="10618"/>
                      </a:cubicBezTo>
                      <a:cubicBezTo>
                        <a:pt x="5451" y="10429"/>
                        <a:pt x="5608" y="10271"/>
                        <a:pt x="5797" y="10271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1" y="473"/>
                        <a:pt x="1" y="1009"/>
                      </a:cubicBezTo>
                      <a:cubicBezTo>
                        <a:pt x="1" y="1450"/>
                        <a:pt x="284" y="1828"/>
                        <a:pt x="694" y="1986"/>
                      </a:cubicBezTo>
                      <a:lnTo>
                        <a:pt x="694" y="7908"/>
                      </a:lnTo>
                      <a:cubicBezTo>
                        <a:pt x="694" y="8444"/>
                        <a:pt x="1166" y="8917"/>
                        <a:pt x="1702" y="8917"/>
                      </a:cubicBezTo>
                      <a:lnTo>
                        <a:pt x="5482" y="8917"/>
                      </a:lnTo>
                      <a:lnTo>
                        <a:pt x="5482" y="9673"/>
                      </a:lnTo>
                      <a:cubicBezTo>
                        <a:pt x="5104" y="9830"/>
                        <a:pt x="4821" y="10177"/>
                        <a:pt x="4821" y="10649"/>
                      </a:cubicBezTo>
                      <a:cubicBezTo>
                        <a:pt x="4821" y="11216"/>
                        <a:pt x="5293" y="11689"/>
                        <a:pt x="5829" y="11689"/>
                      </a:cubicBezTo>
                      <a:cubicBezTo>
                        <a:pt x="6396" y="11689"/>
                        <a:pt x="6869" y="11216"/>
                        <a:pt x="6869" y="10649"/>
                      </a:cubicBezTo>
                      <a:cubicBezTo>
                        <a:pt x="6869" y="10240"/>
                        <a:pt x="6585" y="9830"/>
                        <a:pt x="6207" y="9673"/>
                      </a:cubicBezTo>
                      <a:lnTo>
                        <a:pt x="6207" y="8917"/>
                      </a:lnTo>
                      <a:lnTo>
                        <a:pt x="10019" y="8917"/>
                      </a:lnTo>
                      <a:cubicBezTo>
                        <a:pt x="10555" y="8917"/>
                        <a:pt x="11027" y="8444"/>
                        <a:pt x="11027" y="7908"/>
                      </a:cubicBezTo>
                      <a:lnTo>
                        <a:pt x="11027" y="1986"/>
                      </a:lnTo>
                      <a:cubicBezTo>
                        <a:pt x="11405" y="1828"/>
                        <a:pt x="11657" y="1450"/>
                        <a:pt x="11657" y="1009"/>
                      </a:cubicBezTo>
                      <a:cubicBezTo>
                        <a:pt x="11657" y="473"/>
                        <a:pt x="11185" y="1"/>
                        <a:pt x="1064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33" name="Google Shape;1933;p19"/>
                <p:cNvSpPr/>
                <p:nvPr/>
              </p:nvSpPr>
              <p:spPr>
                <a:xfrm>
                  <a:off x="-2008975" y="2855525"/>
                  <a:ext cx="189050" cy="84500"/>
                </a:xfrm>
                <a:custGeom>
                  <a:rect b="b" l="l" r="r" t="t"/>
                  <a:pathLst>
                    <a:path extrusionOk="0" h="3380" w="7562">
                      <a:moveTo>
                        <a:pt x="6553" y="0"/>
                      </a:moveTo>
                      <a:cubicBezTo>
                        <a:pt x="6144" y="0"/>
                        <a:pt x="6081" y="504"/>
                        <a:pt x="6427" y="662"/>
                      </a:cubicBezTo>
                      <a:lnTo>
                        <a:pt x="4474" y="2584"/>
                      </a:lnTo>
                      <a:lnTo>
                        <a:pt x="2647" y="788"/>
                      </a:lnTo>
                      <a:cubicBezTo>
                        <a:pt x="2584" y="725"/>
                        <a:pt x="2497" y="693"/>
                        <a:pt x="2410" y="693"/>
                      </a:cubicBezTo>
                      <a:cubicBezTo>
                        <a:pt x="2324" y="693"/>
                        <a:pt x="2237" y="725"/>
                        <a:pt x="2174" y="788"/>
                      </a:cubicBezTo>
                      <a:lnTo>
                        <a:pt x="126" y="2836"/>
                      </a:lnTo>
                      <a:cubicBezTo>
                        <a:pt x="0" y="2930"/>
                        <a:pt x="0" y="3182"/>
                        <a:pt x="126" y="3308"/>
                      </a:cubicBezTo>
                      <a:cubicBezTo>
                        <a:pt x="189" y="3356"/>
                        <a:pt x="276" y="3379"/>
                        <a:pt x="363" y="3379"/>
                      </a:cubicBezTo>
                      <a:cubicBezTo>
                        <a:pt x="449" y="3379"/>
                        <a:pt x="536" y="3356"/>
                        <a:pt x="599" y="3308"/>
                      </a:cubicBezTo>
                      <a:lnTo>
                        <a:pt x="2426" y="1481"/>
                      </a:lnTo>
                      <a:lnTo>
                        <a:pt x="4222" y="3308"/>
                      </a:lnTo>
                      <a:cubicBezTo>
                        <a:pt x="4285" y="3356"/>
                        <a:pt x="4372" y="3379"/>
                        <a:pt x="4458" y="3379"/>
                      </a:cubicBezTo>
                      <a:cubicBezTo>
                        <a:pt x="4545" y="3379"/>
                        <a:pt x="4632" y="3356"/>
                        <a:pt x="4695" y="3308"/>
                      </a:cubicBezTo>
                      <a:lnTo>
                        <a:pt x="6900" y="1134"/>
                      </a:lnTo>
                      <a:cubicBezTo>
                        <a:pt x="6931" y="1260"/>
                        <a:pt x="7057" y="1355"/>
                        <a:pt x="7215" y="1355"/>
                      </a:cubicBezTo>
                      <a:cubicBezTo>
                        <a:pt x="7404" y="1355"/>
                        <a:pt x="7562" y="1197"/>
                        <a:pt x="7562" y="1008"/>
                      </a:cubicBezTo>
                      <a:lnTo>
                        <a:pt x="7562" y="347"/>
                      </a:lnTo>
                      <a:cubicBezTo>
                        <a:pt x="7562" y="158"/>
                        <a:pt x="7467" y="0"/>
                        <a:pt x="724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34" name="Google Shape;1934;p19"/>
              <p:cNvSpPr/>
              <p:nvPr/>
            </p:nvSpPr>
            <p:spPr>
              <a:xfrm>
                <a:off x="3729407" y="3454999"/>
                <a:ext cx="642983" cy="641222"/>
              </a:xfrm>
              <a:custGeom>
                <a:rect b="b" l="l" r="r" t="t"/>
                <a:pathLst>
                  <a:path extrusionOk="0" h="11657" w="11689">
                    <a:moveTo>
                      <a:pt x="5797" y="2111"/>
                    </a:moveTo>
                    <a:cubicBezTo>
                      <a:pt x="6175" y="2111"/>
                      <a:pt x="6459" y="2426"/>
                      <a:pt x="6459" y="2773"/>
                    </a:cubicBezTo>
                    <a:cubicBezTo>
                      <a:pt x="6459" y="3151"/>
                      <a:pt x="6175" y="3466"/>
                      <a:pt x="5797" y="3466"/>
                    </a:cubicBezTo>
                    <a:cubicBezTo>
                      <a:pt x="5388" y="3466"/>
                      <a:pt x="5104" y="3151"/>
                      <a:pt x="5104" y="2773"/>
                    </a:cubicBezTo>
                    <a:cubicBezTo>
                      <a:pt x="5104" y="2426"/>
                      <a:pt x="5419" y="2111"/>
                      <a:pt x="5797" y="2111"/>
                    </a:cubicBezTo>
                    <a:close/>
                    <a:moveTo>
                      <a:pt x="6112" y="4159"/>
                    </a:moveTo>
                    <a:cubicBezTo>
                      <a:pt x="6648" y="4159"/>
                      <a:pt x="7120" y="4631"/>
                      <a:pt x="7120" y="5198"/>
                    </a:cubicBezTo>
                    <a:lnTo>
                      <a:pt x="7120" y="5545"/>
                    </a:lnTo>
                    <a:lnTo>
                      <a:pt x="4379" y="5545"/>
                    </a:lnTo>
                    <a:lnTo>
                      <a:pt x="4379" y="5198"/>
                    </a:lnTo>
                    <a:cubicBezTo>
                      <a:pt x="4411" y="4600"/>
                      <a:pt x="4884" y="4159"/>
                      <a:pt x="5419" y="4159"/>
                    </a:cubicBezTo>
                    <a:close/>
                    <a:moveTo>
                      <a:pt x="10586" y="662"/>
                    </a:moveTo>
                    <a:cubicBezTo>
                      <a:pt x="10775" y="662"/>
                      <a:pt x="10932" y="819"/>
                      <a:pt x="10932" y="1008"/>
                    </a:cubicBezTo>
                    <a:lnTo>
                      <a:pt x="10932" y="5860"/>
                    </a:lnTo>
                    <a:lnTo>
                      <a:pt x="10996" y="5860"/>
                    </a:lnTo>
                    <a:cubicBezTo>
                      <a:pt x="10996" y="6049"/>
                      <a:pt x="10838" y="6207"/>
                      <a:pt x="10617" y="6207"/>
                    </a:cubicBezTo>
                    <a:lnTo>
                      <a:pt x="9483" y="6207"/>
                    </a:lnTo>
                    <a:cubicBezTo>
                      <a:pt x="9326" y="5829"/>
                      <a:pt x="8979" y="5545"/>
                      <a:pt x="8507" y="5545"/>
                    </a:cubicBezTo>
                    <a:lnTo>
                      <a:pt x="7845" y="5545"/>
                    </a:lnTo>
                    <a:lnTo>
                      <a:pt x="7845" y="5198"/>
                    </a:lnTo>
                    <a:cubicBezTo>
                      <a:pt x="7845" y="4505"/>
                      <a:pt x="7435" y="3938"/>
                      <a:pt x="6837" y="3655"/>
                    </a:cubicBezTo>
                    <a:cubicBezTo>
                      <a:pt x="7057" y="3403"/>
                      <a:pt x="7152" y="3151"/>
                      <a:pt x="7152" y="2773"/>
                    </a:cubicBezTo>
                    <a:cubicBezTo>
                      <a:pt x="7152" y="2048"/>
                      <a:pt x="6522" y="1418"/>
                      <a:pt x="5797" y="1418"/>
                    </a:cubicBezTo>
                    <a:cubicBezTo>
                      <a:pt x="5041" y="1418"/>
                      <a:pt x="4411" y="2048"/>
                      <a:pt x="4411" y="2773"/>
                    </a:cubicBezTo>
                    <a:cubicBezTo>
                      <a:pt x="4411" y="3088"/>
                      <a:pt x="4537" y="3403"/>
                      <a:pt x="4726" y="3655"/>
                    </a:cubicBezTo>
                    <a:cubicBezTo>
                      <a:pt x="4127" y="3938"/>
                      <a:pt x="3749" y="4505"/>
                      <a:pt x="3749" y="5198"/>
                    </a:cubicBezTo>
                    <a:lnTo>
                      <a:pt x="3749" y="5545"/>
                    </a:lnTo>
                    <a:lnTo>
                      <a:pt x="3056" y="5545"/>
                    </a:lnTo>
                    <a:cubicBezTo>
                      <a:pt x="2647" y="5545"/>
                      <a:pt x="2237" y="5829"/>
                      <a:pt x="2080" y="6207"/>
                    </a:cubicBezTo>
                    <a:lnTo>
                      <a:pt x="977" y="6207"/>
                    </a:lnTo>
                    <a:cubicBezTo>
                      <a:pt x="788" y="6207"/>
                      <a:pt x="630" y="6049"/>
                      <a:pt x="630" y="5860"/>
                    </a:cubicBezTo>
                    <a:lnTo>
                      <a:pt x="630" y="1008"/>
                    </a:lnTo>
                    <a:cubicBezTo>
                      <a:pt x="630" y="819"/>
                      <a:pt x="788" y="662"/>
                      <a:pt x="977" y="662"/>
                    </a:cubicBezTo>
                    <a:close/>
                    <a:moveTo>
                      <a:pt x="8538" y="6175"/>
                    </a:moveTo>
                    <a:cubicBezTo>
                      <a:pt x="8759" y="6175"/>
                      <a:pt x="8916" y="6333"/>
                      <a:pt x="8916" y="6522"/>
                    </a:cubicBezTo>
                    <a:cubicBezTo>
                      <a:pt x="8853" y="6711"/>
                      <a:pt x="8696" y="6868"/>
                      <a:pt x="8538" y="6868"/>
                    </a:cubicBezTo>
                    <a:lnTo>
                      <a:pt x="3088" y="6868"/>
                    </a:lnTo>
                    <a:cubicBezTo>
                      <a:pt x="2867" y="6868"/>
                      <a:pt x="2710" y="6711"/>
                      <a:pt x="2710" y="6522"/>
                    </a:cubicBezTo>
                    <a:cubicBezTo>
                      <a:pt x="2710" y="6333"/>
                      <a:pt x="2867" y="6175"/>
                      <a:pt x="3088" y="6175"/>
                    </a:cubicBezTo>
                    <a:close/>
                    <a:moveTo>
                      <a:pt x="8160" y="7593"/>
                    </a:moveTo>
                    <a:lnTo>
                      <a:pt x="7561" y="11027"/>
                    </a:lnTo>
                    <a:lnTo>
                      <a:pt x="4033" y="11027"/>
                    </a:lnTo>
                    <a:lnTo>
                      <a:pt x="3466" y="7593"/>
                    </a:lnTo>
                    <a:close/>
                    <a:moveTo>
                      <a:pt x="1008" y="0"/>
                    </a:moveTo>
                    <a:cubicBezTo>
                      <a:pt x="473" y="0"/>
                      <a:pt x="0" y="473"/>
                      <a:pt x="0" y="1008"/>
                    </a:cubicBezTo>
                    <a:lnTo>
                      <a:pt x="0" y="5860"/>
                    </a:lnTo>
                    <a:cubicBezTo>
                      <a:pt x="0" y="6396"/>
                      <a:pt x="473" y="6868"/>
                      <a:pt x="1008" y="6868"/>
                    </a:cubicBezTo>
                    <a:lnTo>
                      <a:pt x="2111" y="6868"/>
                    </a:lnTo>
                    <a:cubicBezTo>
                      <a:pt x="2237" y="7183"/>
                      <a:pt x="2489" y="7435"/>
                      <a:pt x="2804" y="7498"/>
                    </a:cubicBezTo>
                    <a:lnTo>
                      <a:pt x="3434" y="11373"/>
                    </a:lnTo>
                    <a:cubicBezTo>
                      <a:pt x="3466" y="11531"/>
                      <a:pt x="3592" y="11657"/>
                      <a:pt x="3781" y="11657"/>
                    </a:cubicBezTo>
                    <a:lnTo>
                      <a:pt x="7877" y="11657"/>
                    </a:lnTo>
                    <a:cubicBezTo>
                      <a:pt x="8034" y="11657"/>
                      <a:pt x="8192" y="11531"/>
                      <a:pt x="8223" y="11373"/>
                    </a:cubicBezTo>
                    <a:lnTo>
                      <a:pt x="8853" y="7498"/>
                    </a:lnTo>
                    <a:cubicBezTo>
                      <a:pt x="9168" y="7435"/>
                      <a:pt x="9420" y="7183"/>
                      <a:pt x="9546" y="6868"/>
                    </a:cubicBezTo>
                    <a:lnTo>
                      <a:pt x="10680" y="6868"/>
                    </a:lnTo>
                    <a:cubicBezTo>
                      <a:pt x="11216" y="6868"/>
                      <a:pt x="11689" y="6396"/>
                      <a:pt x="11689" y="5860"/>
                    </a:cubicBezTo>
                    <a:lnTo>
                      <a:pt x="11689" y="1008"/>
                    </a:lnTo>
                    <a:cubicBezTo>
                      <a:pt x="11657" y="473"/>
                      <a:pt x="11185" y="0"/>
                      <a:pt x="106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35" name="Google Shape;1935;p19"/>
              <p:cNvGrpSpPr/>
              <p:nvPr/>
            </p:nvGrpSpPr>
            <p:grpSpPr>
              <a:xfrm>
                <a:off x="7973223" y="3454288"/>
                <a:ext cx="414261" cy="642983"/>
                <a:chOff x="-3443250" y="2765725"/>
                <a:chExt cx="188275" cy="292225"/>
              </a:xfrm>
            </p:grpSpPr>
            <p:sp>
              <p:nvSpPr>
                <p:cNvPr id="1936" name="Google Shape;1936;p19"/>
                <p:cNvSpPr/>
                <p:nvPr/>
              </p:nvSpPr>
              <p:spPr>
                <a:xfrm>
                  <a:off x="-3443250" y="2765725"/>
                  <a:ext cx="188275" cy="292225"/>
                </a:xfrm>
                <a:custGeom>
                  <a:rect b="b" l="l" r="r" t="t"/>
                  <a:pathLst>
                    <a:path extrusionOk="0" h="11689" w="7531">
                      <a:moveTo>
                        <a:pt x="6491" y="662"/>
                      </a:moveTo>
                      <a:cubicBezTo>
                        <a:pt x="6711" y="662"/>
                        <a:pt x="6869" y="820"/>
                        <a:pt x="6869" y="1009"/>
                      </a:cubicBezTo>
                      <a:lnTo>
                        <a:pt x="6869" y="7908"/>
                      </a:lnTo>
                      <a:cubicBezTo>
                        <a:pt x="6869" y="8097"/>
                        <a:pt x="6711" y="8255"/>
                        <a:pt x="6491" y="8255"/>
                      </a:cubicBezTo>
                      <a:lnTo>
                        <a:pt x="1040" y="8255"/>
                      </a:lnTo>
                      <a:cubicBezTo>
                        <a:pt x="851" y="8255"/>
                        <a:pt x="694" y="8097"/>
                        <a:pt x="694" y="7908"/>
                      </a:cubicBezTo>
                      <a:lnTo>
                        <a:pt x="694" y="1009"/>
                      </a:ln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4821" y="8948"/>
                      </a:moveTo>
                      <a:lnTo>
                        <a:pt x="4821" y="10996"/>
                      </a:lnTo>
                      <a:lnTo>
                        <a:pt x="2773" y="10996"/>
                      </a:lnTo>
                      <a:lnTo>
                        <a:pt x="2773" y="8948"/>
                      </a:lnTo>
                      <a:close/>
                      <a:moveTo>
                        <a:pt x="1040" y="1"/>
                      </a:moveTo>
                      <a:cubicBezTo>
                        <a:pt x="473" y="1"/>
                        <a:pt x="1" y="473"/>
                        <a:pt x="1" y="1009"/>
                      </a:cubicBezTo>
                      <a:lnTo>
                        <a:pt x="1" y="7908"/>
                      </a:lnTo>
                      <a:cubicBezTo>
                        <a:pt x="1" y="8475"/>
                        <a:pt x="473" y="8917"/>
                        <a:pt x="1040" y="8917"/>
                      </a:cubicBezTo>
                      <a:lnTo>
                        <a:pt x="2049" y="8917"/>
                      </a:lnTo>
                      <a:lnTo>
                        <a:pt x="2049" y="10964"/>
                      </a:lnTo>
                      <a:lnTo>
                        <a:pt x="1040" y="10964"/>
                      </a:lnTo>
                      <a:cubicBezTo>
                        <a:pt x="851" y="10964"/>
                        <a:pt x="694" y="11122"/>
                        <a:pt x="694" y="11342"/>
                      </a:cubicBezTo>
                      <a:cubicBezTo>
                        <a:pt x="694" y="11531"/>
                        <a:pt x="851" y="11689"/>
                        <a:pt x="1040" y="11689"/>
                      </a:cubicBezTo>
                      <a:lnTo>
                        <a:pt x="6491" y="11689"/>
                      </a:lnTo>
                      <a:cubicBezTo>
                        <a:pt x="6711" y="11689"/>
                        <a:pt x="6869" y="11531"/>
                        <a:pt x="6869" y="11342"/>
                      </a:cubicBezTo>
                      <a:cubicBezTo>
                        <a:pt x="6869" y="11122"/>
                        <a:pt x="6711" y="10964"/>
                        <a:pt x="6491" y="10964"/>
                      </a:cubicBezTo>
                      <a:lnTo>
                        <a:pt x="5483" y="10964"/>
                      </a:lnTo>
                      <a:lnTo>
                        <a:pt x="5483" y="8917"/>
                      </a:lnTo>
                      <a:lnTo>
                        <a:pt x="6491" y="8917"/>
                      </a:lnTo>
                      <a:cubicBezTo>
                        <a:pt x="7058" y="8917"/>
                        <a:pt x="7531" y="8475"/>
                        <a:pt x="7531" y="7908"/>
                      </a:cubicBezTo>
                      <a:lnTo>
                        <a:pt x="7531" y="1009"/>
                      </a:lnTo>
                      <a:cubicBezTo>
                        <a:pt x="7531" y="442"/>
                        <a:pt x="7089" y="1"/>
                        <a:pt x="64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37" name="Google Shape;1937;p19"/>
                <p:cNvSpPr/>
                <p:nvPr/>
              </p:nvSpPr>
              <p:spPr>
                <a:xfrm>
                  <a:off x="-3411725" y="2799375"/>
                  <a:ext cx="124450" cy="86100"/>
                </a:xfrm>
                <a:custGeom>
                  <a:rect b="b" l="l" r="r" t="t"/>
                  <a:pathLst>
                    <a:path extrusionOk="0" h="3444" w="4978">
                      <a:moveTo>
                        <a:pt x="1859" y="1144"/>
                      </a:moveTo>
                      <a:lnTo>
                        <a:pt x="2678" y="2750"/>
                      </a:lnTo>
                      <a:lnTo>
                        <a:pt x="1040" y="2750"/>
                      </a:lnTo>
                      <a:lnTo>
                        <a:pt x="1859" y="1144"/>
                      </a:lnTo>
                      <a:close/>
                      <a:moveTo>
                        <a:pt x="3151" y="1049"/>
                      </a:moveTo>
                      <a:lnTo>
                        <a:pt x="4033" y="2782"/>
                      </a:lnTo>
                      <a:lnTo>
                        <a:pt x="3403" y="2782"/>
                      </a:lnTo>
                      <a:lnTo>
                        <a:pt x="3403" y="2750"/>
                      </a:lnTo>
                      <a:lnTo>
                        <a:pt x="2804" y="1553"/>
                      </a:lnTo>
                      <a:lnTo>
                        <a:pt x="3151" y="1049"/>
                      </a:lnTo>
                      <a:close/>
                      <a:moveTo>
                        <a:pt x="3213" y="1"/>
                      </a:moveTo>
                      <a:cubicBezTo>
                        <a:pt x="3110" y="1"/>
                        <a:pt x="3003" y="48"/>
                        <a:pt x="2930" y="135"/>
                      </a:cubicBezTo>
                      <a:lnTo>
                        <a:pt x="2457" y="829"/>
                      </a:lnTo>
                      <a:lnTo>
                        <a:pt x="2142" y="198"/>
                      </a:lnTo>
                      <a:cubicBezTo>
                        <a:pt x="2079" y="72"/>
                        <a:pt x="1961" y="9"/>
                        <a:pt x="1839" y="9"/>
                      </a:cubicBezTo>
                      <a:cubicBezTo>
                        <a:pt x="1717" y="9"/>
                        <a:pt x="1591" y="72"/>
                        <a:pt x="1512" y="198"/>
                      </a:cubicBezTo>
                      <a:lnTo>
                        <a:pt x="126" y="2939"/>
                      </a:lnTo>
                      <a:cubicBezTo>
                        <a:pt x="0" y="3191"/>
                        <a:pt x="158" y="3443"/>
                        <a:pt x="441" y="3443"/>
                      </a:cubicBezTo>
                      <a:lnTo>
                        <a:pt x="4537" y="3443"/>
                      </a:lnTo>
                      <a:cubicBezTo>
                        <a:pt x="4757" y="3443"/>
                        <a:pt x="4978" y="3191"/>
                        <a:pt x="4852" y="2939"/>
                      </a:cubicBezTo>
                      <a:lnTo>
                        <a:pt x="3497" y="198"/>
                      </a:lnTo>
                      <a:cubicBezTo>
                        <a:pt x="3446" y="63"/>
                        <a:pt x="3332" y="1"/>
                        <a:pt x="321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38" name="Google Shape;1938;p19"/>
                <p:cNvSpPr/>
                <p:nvPr/>
              </p:nvSpPr>
              <p:spPr>
                <a:xfrm>
                  <a:off x="-3392825" y="2903575"/>
                  <a:ext cx="86650" cy="17350"/>
                </a:xfrm>
                <a:custGeom>
                  <a:rect b="b" l="l" r="r" t="t"/>
                  <a:pathLst>
                    <a:path extrusionOk="0" h="694" w="3466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3119" y="693"/>
                      </a:lnTo>
                      <a:cubicBezTo>
                        <a:pt x="3308" y="693"/>
                        <a:pt x="3466" y="536"/>
                        <a:pt x="3466" y="347"/>
                      </a:cubicBezTo>
                      <a:cubicBezTo>
                        <a:pt x="3466" y="158"/>
                        <a:pt x="3308" y="0"/>
                        <a:pt x="31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39" name="Google Shape;1939;p19"/>
                <p:cNvSpPr/>
                <p:nvPr/>
              </p:nvSpPr>
              <p:spPr>
                <a:xfrm>
                  <a:off x="-3392825" y="2938225"/>
                  <a:ext cx="86650" cy="17350"/>
                </a:xfrm>
                <a:custGeom>
                  <a:rect b="b" l="l" r="r" t="t"/>
                  <a:pathLst>
                    <a:path extrusionOk="0" h="694" w="3466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3119" y="693"/>
                      </a:lnTo>
                      <a:cubicBezTo>
                        <a:pt x="3308" y="693"/>
                        <a:pt x="3466" y="536"/>
                        <a:pt x="3466" y="347"/>
                      </a:cubicBezTo>
                      <a:cubicBezTo>
                        <a:pt x="3466" y="158"/>
                        <a:pt x="3308" y="0"/>
                        <a:pt x="31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1940" name="Google Shape;1940;p19"/>
            <p:cNvGrpSpPr/>
            <p:nvPr/>
          </p:nvGrpSpPr>
          <p:grpSpPr>
            <a:xfrm>
              <a:off x="397192" y="1548893"/>
              <a:ext cx="11397607" cy="650850"/>
              <a:chOff x="397192" y="1883322"/>
              <a:chExt cx="11397607" cy="650850"/>
            </a:xfrm>
          </p:grpSpPr>
          <p:sp>
            <p:nvSpPr>
              <p:cNvPr id="1941" name="Google Shape;1941;p19"/>
              <p:cNvSpPr/>
              <p:nvPr/>
            </p:nvSpPr>
            <p:spPr>
              <a:xfrm>
                <a:off x="397192" y="1884273"/>
                <a:ext cx="660310" cy="644303"/>
              </a:xfrm>
              <a:custGeom>
                <a:rect b="b" l="l" r="r" t="t"/>
                <a:pathLst>
                  <a:path extrusionOk="0" h="11713" w="12004">
                    <a:moveTo>
                      <a:pt x="8633" y="2088"/>
                    </a:moveTo>
                    <a:cubicBezTo>
                      <a:pt x="8900" y="2088"/>
                      <a:pt x="9168" y="2182"/>
                      <a:pt x="9357" y="2371"/>
                    </a:cubicBezTo>
                    <a:cubicBezTo>
                      <a:pt x="9767" y="2781"/>
                      <a:pt x="9767" y="3442"/>
                      <a:pt x="9357" y="3820"/>
                    </a:cubicBezTo>
                    <a:lnTo>
                      <a:pt x="8128" y="5018"/>
                    </a:lnTo>
                    <a:cubicBezTo>
                      <a:pt x="7939" y="4702"/>
                      <a:pt x="7750" y="4419"/>
                      <a:pt x="7498" y="4135"/>
                    </a:cubicBezTo>
                    <a:cubicBezTo>
                      <a:pt x="7278" y="3915"/>
                      <a:pt x="6994" y="3726"/>
                      <a:pt x="6679" y="3568"/>
                    </a:cubicBezTo>
                    <a:lnTo>
                      <a:pt x="7908" y="2371"/>
                    </a:lnTo>
                    <a:cubicBezTo>
                      <a:pt x="8097" y="2182"/>
                      <a:pt x="8365" y="2088"/>
                      <a:pt x="8633" y="2088"/>
                    </a:cubicBezTo>
                    <a:close/>
                    <a:moveTo>
                      <a:pt x="5230" y="5333"/>
                    </a:moveTo>
                    <a:cubicBezTo>
                      <a:pt x="5514" y="5333"/>
                      <a:pt x="5829" y="5396"/>
                      <a:pt x="6018" y="5648"/>
                    </a:cubicBezTo>
                    <a:cubicBezTo>
                      <a:pt x="6207" y="5837"/>
                      <a:pt x="6333" y="6120"/>
                      <a:pt x="6333" y="6435"/>
                    </a:cubicBezTo>
                    <a:cubicBezTo>
                      <a:pt x="6049" y="6435"/>
                      <a:pt x="5766" y="6309"/>
                      <a:pt x="5545" y="6120"/>
                    </a:cubicBezTo>
                    <a:cubicBezTo>
                      <a:pt x="5356" y="5931"/>
                      <a:pt x="5230" y="5648"/>
                      <a:pt x="5230" y="5333"/>
                    </a:cubicBezTo>
                    <a:close/>
                    <a:moveTo>
                      <a:pt x="8617" y="717"/>
                    </a:moveTo>
                    <a:cubicBezTo>
                      <a:pt x="9223" y="717"/>
                      <a:pt x="9830" y="953"/>
                      <a:pt x="10302" y="1426"/>
                    </a:cubicBezTo>
                    <a:cubicBezTo>
                      <a:pt x="11247" y="2340"/>
                      <a:pt x="11247" y="3883"/>
                      <a:pt x="10302" y="4828"/>
                    </a:cubicBezTo>
                    <a:lnTo>
                      <a:pt x="8381" y="6719"/>
                    </a:lnTo>
                    <a:cubicBezTo>
                      <a:pt x="8412" y="6404"/>
                      <a:pt x="8412" y="6089"/>
                      <a:pt x="8349" y="5774"/>
                    </a:cubicBezTo>
                    <a:lnTo>
                      <a:pt x="9798" y="4356"/>
                    </a:lnTo>
                    <a:cubicBezTo>
                      <a:pt x="10460" y="3663"/>
                      <a:pt x="10460" y="2560"/>
                      <a:pt x="9798" y="1930"/>
                    </a:cubicBezTo>
                    <a:cubicBezTo>
                      <a:pt x="9467" y="1599"/>
                      <a:pt x="9034" y="1434"/>
                      <a:pt x="8601" y="1434"/>
                    </a:cubicBezTo>
                    <a:cubicBezTo>
                      <a:pt x="8168" y="1434"/>
                      <a:pt x="7735" y="1599"/>
                      <a:pt x="7404" y="1930"/>
                    </a:cubicBezTo>
                    <a:cubicBezTo>
                      <a:pt x="7309" y="2025"/>
                      <a:pt x="5356" y="3946"/>
                      <a:pt x="5073" y="4230"/>
                    </a:cubicBezTo>
                    <a:cubicBezTo>
                      <a:pt x="4411" y="4892"/>
                      <a:pt x="4411" y="5963"/>
                      <a:pt x="5073" y="6624"/>
                    </a:cubicBezTo>
                    <a:cubicBezTo>
                      <a:pt x="5356" y="6908"/>
                      <a:pt x="5671" y="7065"/>
                      <a:pt x="6049" y="7097"/>
                    </a:cubicBezTo>
                    <a:lnTo>
                      <a:pt x="5514" y="7664"/>
                    </a:lnTo>
                    <a:cubicBezTo>
                      <a:pt x="5167" y="7538"/>
                      <a:pt x="4883" y="7349"/>
                      <a:pt x="4600" y="7097"/>
                    </a:cubicBezTo>
                    <a:cubicBezTo>
                      <a:pt x="3655" y="6152"/>
                      <a:pt x="3655" y="4671"/>
                      <a:pt x="4600" y="3726"/>
                    </a:cubicBezTo>
                    <a:lnTo>
                      <a:pt x="6931" y="1426"/>
                    </a:lnTo>
                    <a:cubicBezTo>
                      <a:pt x="7404" y="953"/>
                      <a:pt x="8010" y="717"/>
                      <a:pt x="8617" y="717"/>
                    </a:cubicBezTo>
                    <a:close/>
                    <a:moveTo>
                      <a:pt x="3497" y="6719"/>
                    </a:moveTo>
                    <a:cubicBezTo>
                      <a:pt x="3655" y="7034"/>
                      <a:pt x="3844" y="7286"/>
                      <a:pt x="4127" y="7569"/>
                    </a:cubicBezTo>
                    <a:cubicBezTo>
                      <a:pt x="4348" y="7821"/>
                      <a:pt x="4663" y="8042"/>
                      <a:pt x="4978" y="8168"/>
                    </a:cubicBezTo>
                    <a:lnTo>
                      <a:pt x="3812" y="9334"/>
                    </a:lnTo>
                    <a:cubicBezTo>
                      <a:pt x="3608" y="9538"/>
                      <a:pt x="3340" y="9641"/>
                      <a:pt x="3076" y="9641"/>
                    </a:cubicBezTo>
                    <a:cubicBezTo>
                      <a:pt x="2812" y="9641"/>
                      <a:pt x="2552" y="9538"/>
                      <a:pt x="2363" y="9334"/>
                    </a:cubicBezTo>
                    <a:cubicBezTo>
                      <a:pt x="1954" y="8956"/>
                      <a:pt x="1954" y="8294"/>
                      <a:pt x="2363" y="7884"/>
                    </a:cubicBezTo>
                    <a:lnTo>
                      <a:pt x="3497" y="6719"/>
                    </a:lnTo>
                    <a:close/>
                    <a:moveTo>
                      <a:pt x="6112" y="4135"/>
                    </a:moveTo>
                    <a:cubicBezTo>
                      <a:pt x="6396" y="4261"/>
                      <a:pt x="6742" y="4450"/>
                      <a:pt x="6963" y="4702"/>
                    </a:cubicBezTo>
                    <a:cubicBezTo>
                      <a:pt x="7908" y="5648"/>
                      <a:pt x="7908" y="7128"/>
                      <a:pt x="6963" y="8073"/>
                    </a:cubicBezTo>
                    <a:lnTo>
                      <a:pt x="4757" y="10342"/>
                    </a:lnTo>
                    <a:cubicBezTo>
                      <a:pt x="4285" y="10814"/>
                      <a:pt x="3671" y="11051"/>
                      <a:pt x="3056" y="11051"/>
                    </a:cubicBezTo>
                    <a:cubicBezTo>
                      <a:pt x="2442" y="11051"/>
                      <a:pt x="1828" y="10814"/>
                      <a:pt x="1355" y="10342"/>
                    </a:cubicBezTo>
                    <a:cubicBezTo>
                      <a:pt x="945" y="9901"/>
                      <a:pt x="662" y="9271"/>
                      <a:pt x="662" y="8641"/>
                    </a:cubicBezTo>
                    <a:cubicBezTo>
                      <a:pt x="662" y="8010"/>
                      <a:pt x="882" y="7380"/>
                      <a:pt x="1355" y="6939"/>
                    </a:cubicBezTo>
                    <a:lnTo>
                      <a:pt x="3214" y="5081"/>
                    </a:lnTo>
                    <a:lnTo>
                      <a:pt x="3214" y="5081"/>
                    </a:lnTo>
                    <a:cubicBezTo>
                      <a:pt x="3182" y="5396"/>
                      <a:pt x="3214" y="5679"/>
                      <a:pt x="3245" y="5994"/>
                    </a:cubicBezTo>
                    <a:lnTo>
                      <a:pt x="1828" y="7443"/>
                    </a:lnTo>
                    <a:cubicBezTo>
                      <a:pt x="1166" y="8105"/>
                      <a:pt x="1166" y="9176"/>
                      <a:pt x="1828" y="9838"/>
                    </a:cubicBezTo>
                    <a:cubicBezTo>
                      <a:pt x="2174" y="10184"/>
                      <a:pt x="2623" y="10358"/>
                      <a:pt x="3064" y="10358"/>
                    </a:cubicBezTo>
                    <a:cubicBezTo>
                      <a:pt x="3505" y="10358"/>
                      <a:pt x="3938" y="10184"/>
                      <a:pt x="4253" y="9838"/>
                    </a:cubicBezTo>
                    <a:lnTo>
                      <a:pt x="6490" y="7569"/>
                    </a:lnTo>
                    <a:cubicBezTo>
                      <a:pt x="7152" y="6908"/>
                      <a:pt x="7152" y="5837"/>
                      <a:pt x="6490" y="5175"/>
                    </a:cubicBezTo>
                    <a:cubicBezTo>
                      <a:pt x="6207" y="4892"/>
                      <a:pt x="5892" y="4734"/>
                      <a:pt x="5514" y="4702"/>
                    </a:cubicBezTo>
                    <a:lnTo>
                      <a:pt x="6112" y="4135"/>
                    </a:lnTo>
                    <a:close/>
                    <a:moveTo>
                      <a:pt x="8585" y="0"/>
                    </a:moveTo>
                    <a:cubicBezTo>
                      <a:pt x="7798" y="0"/>
                      <a:pt x="7010" y="308"/>
                      <a:pt x="6396" y="922"/>
                    </a:cubicBezTo>
                    <a:lnTo>
                      <a:pt x="4096" y="3190"/>
                    </a:lnTo>
                    <a:lnTo>
                      <a:pt x="882" y="6467"/>
                    </a:lnTo>
                    <a:cubicBezTo>
                      <a:pt x="315" y="7065"/>
                      <a:pt x="0" y="7821"/>
                      <a:pt x="0" y="8641"/>
                    </a:cubicBezTo>
                    <a:cubicBezTo>
                      <a:pt x="0" y="9460"/>
                      <a:pt x="315" y="10247"/>
                      <a:pt x="882" y="10814"/>
                    </a:cubicBezTo>
                    <a:cubicBezTo>
                      <a:pt x="1497" y="11413"/>
                      <a:pt x="2284" y="11712"/>
                      <a:pt x="3072" y="11712"/>
                    </a:cubicBezTo>
                    <a:cubicBezTo>
                      <a:pt x="3860" y="11712"/>
                      <a:pt x="4647" y="11413"/>
                      <a:pt x="5262" y="10814"/>
                    </a:cubicBezTo>
                    <a:cubicBezTo>
                      <a:pt x="8034" y="8010"/>
                      <a:pt x="6837" y="9145"/>
                      <a:pt x="10775" y="5301"/>
                    </a:cubicBezTo>
                    <a:cubicBezTo>
                      <a:pt x="12004" y="4072"/>
                      <a:pt x="12004" y="2151"/>
                      <a:pt x="10775" y="922"/>
                    </a:cubicBezTo>
                    <a:cubicBezTo>
                      <a:pt x="10161" y="308"/>
                      <a:pt x="9373" y="0"/>
                      <a:pt x="8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42" name="Google Shape;1942;p19"/>
              <p:cNvGrpSpPr/>
              <p:nvPr/>
            </p:nvGrpSpPr>
            <p:grpSpPr>
              <a:xfrm>
                <a:off x="4523918" y="1886122"/>
                <a:ext cx="644743" cy="640837"/>
                <a:chOff x="-4932650" y="2046625"/>
                <a:chExt cx="293025" cy="291250"/>
              </a:xfrm>
            </p:grpSpPr>
            <p:sp>
              <p:nvSpPr>
                <p:cNvPr id="1943" name="Google Shape;1943;p19"/>
                <p:cNvSpPr/>
                <p:nvPr/>
              </p:nvSpPr>
              <p:spPr>
                <a:xfrm>
                  <a:off x="-4932650" y="2046625"/>
                  <a:ext cx="293025" cy="291250"/>
                </a:xfrm>
                <a:custGeom>
                  <a:rect b="b" l="l" r="r" t="t"/>
                  <a:pathLst>
                    <a:path extrusionOk="0" h="11650" w="11721">
                      <a:moveTo>
                        <a:pt x="7625" y="694"/>
                      </a:moveTo>
                      <a:cubicBezTo>
                        <a:pt x="9515" y="694"/>
                        <a:pt x="11059" y="2206"/>
                        <a:pt x="11059" y="4096"/>
                      </a:cubicBezTo>
                      <a:cubicBezTo>
                        <a:pt x="11059" y="5987"/>
                        <a:pt x="9515" y="7530"/>
                        <a:pt x="7625" y="7530"/>
                      </a:cubicBezTo>
                      <a:cubicBezTo>
                        <a:pt x="5735" y="7530"/>
                        <a:pt x="4223" y="5987"/>
                        <a:pt x="4223" y="4096"/>
                      </a:cubicBezTo>
                      <a:cubicBezTo>
                        <a:pt x="4223" y="2206"/>
                        <a:pt x="5735" y="694"/>
                        <a:pt x="7625" y="694"/>
                      </a:cubicBezTo>
                      <a:close/>
                      <a:moveTo>
                        <a:pt x="3344" y="8066"/>
                      </a:moveTo>
                      <a:cubicBezTo>
                        <a:pt x="3435" y="8066"/>
                        <a:pt x="3529" y="8098"/>
                        <a:pt x="3593" y="8161"/>
                      </a:cubicBezTo>
                      <a:cubicBezTo>
                        <a:pt x="3719" y="8287"/>
                        <a:pt x="3719" y="8507"/>
                        <a:pt x="3593" y="8633"/>
                      </a:cubicBezTo>
                      <a:lnTo>
                        <a:pt x="1324" y="10870"/>
                      </a:lnTo>
                      <a:cubicBezTo>
                        <a:pt x="1277" y="10933"/>
                        <a:pt x="1190" y="10964"/>
                        <a:pt x="1100" y="10964"/>
                      </a:cubicBezTo>
                      <a:cubicBezTo>
                        <a:pt x="1009" y="10964"/>
                        <a:pt x="915" y="10933"/>
                        <a:pt x="852" y="10870"/>
                      </a:cubicBezTo>
                      <a:cubicBezTo>
                        <a:pt x="757" y="10744"/>
                        <a:pt x="757" y="10523"/>
                        <a:pt x="852" y="10397"/>
                      </a:cubicBezTo>
                      <a:lnTo>
                        <a:pt x="3120" y="8161"/>
                      </a:lnTo>
                      <a:cubicBezTo>
                        <a:pt x="3167" y="8098"/>
                        <a:pt x="3254" y="8066"/>
                        <a:pt x="3344" y="8066"/>
                      </a:cubicBezTo>
                      <a:close/>
                      <a:moveTo>
                        <a:pt x="7625" y="1"/>
                      </a:moveTo>
                      <a:cubicBezTo>
                        <a:pt x="5357" y="1"/>
                        <a:pt x="3529" y="1860"/>
                        <a:pt x="3529" y="4096"/>
                      </a:cubicBezTo>
                      <a:cubicBezTo>
                        <a:pt x="3529" y="5136"/>
                        <a:pt x="3908" y="6050"/>
                        <a:pt x="4538" y="6743"/>
                      </a:cubicBezTo>
                      <a:lnTo>
                        <a:pt x="3813" y="7467"/>
                      </a:lnTo>
                      <a:cubicBezTo>
                        <a:pt x="3673" y="7386"/>
                        <a:pt x="3520" y="7347"/>
                        <a:pt x="3367" y="7347"/>
                      </a:cubicBezTo>
                      <a:cubicBezTo>
                        <a:pt x="3106" y="7347"/>
                        <a:pt x="2846" y="7458"/>
                        <a:pt x="2647" y="7656"/>
                      </a:cubicBezTo>
                      <a:lnTo>
                        <a:pt x="379" y="9893"/>
                      </a:lnTo>
                      <a:cubicBezTo>
                        <a:pt x="1" y="10271"/>
                        <a:pt x="1" y="10964"/>
                        <a:pt x="379" y="11343"/>
                      </a:cubicBezTo>
                      <a:cubicBezTo>
                        <a:pt x="584" y="11547"/>
                        <a:pt x="852" y="11650"/>
                        <a:pt x="1119" y="11650"/>
                      </a:cubicBezTo>
                      <a:cubicBezTo>
                        <a:pt x="1387" y="11650"/>
                        <a:pt x="1655" y="11547"/>
                        <a:pt x="1860" y="11343"/>
                      </a:cubicBezTo>
                      <a:lnTo>
                        <a:pt x="4097" y="9106"/>
                      </a:lnTo>
                      <a:cubicBezTo>
                        <a:pt x="4412" y="8791"/>
                        <a:pt x="4506" y="8318"/>
                        <a:pt x="4286" y="7909"/>
                      </a:cubicBezTo>
                      <a:lnTo>
                        <a:pt x="5010" y="7215"/>
                      </a:lnTo>
                      <a:cubicBezTo>
                        <a:pt x="5703" y="7814"/>
                        <a:pt x="6648" y="8192"/>
                        <a:pt x="7625" y="8192"/>
                      </a:cubicBezTo>
                      <a:cubicBezTo>
                        <a:pt x="9925" y="8192"/>
                        <a:pt x="11721" y="6333"/>
                        <a:pt x="11721" y="4096"/>
                      </a:cubicBezTo>
                      <a:cubicBezTo>
                        <a:pt x="11721" y="1828"/>
                        <a:pt x="9893" y="1"/>
                        <a:pt x="762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44" name="Google Shape;1944;p19"/>
                <p:cNvSpPr/>
                <p:nvPr/>
              </p:nvSpPr>
              <p:spPr>
                <a:xfrm>
                  <a:off x="-4802675" y="2115050"/>
                  <a:ext cx="122100" cy="86075"/>
                </a:xfrm>
                <a:custGeom>
                  <a:rect b="b" l="l" r="r" t="t"/>
                  <a:pathLst>
                    <a:path extrusionOk="0" h="3443" w="4884">
                      <a:moveTo>
                        <a:pt x="2428" y="1"/>
                      </a:moveTo>
                      <a:cubicBezTo>
                        <a:pt x="2301" y="1"/>
                        <a:pt x="2172" y="72"/>
                        <a:pt x="2111" y="225"/>
                      </a:cubicBezTo>
                      <a:lnTo>
                        <a:pt x="1418" y="2116"/>
                      </a:lnTo>
                      <a:lnTo>
                        <a:pt x="693" y="225"/>
                      </a:lnTo>
                      <a:cubicBezTo>
                        <a:pt x="645" y="105"/>
                        <a:pt x="524" y="4"/>
                        <a:pt x="400" y="4"/>
                      </a:cubicBezTo>
                      <a:cubicBezTo>
                        <a:pt x="361" y="4"/>
                        <a:pt x="321" y="14"/>
                        <a:pt x="284" y="36"/>
                      </a:cubicBezTo>
                      <a:cubicBezTo>
                        <a:pt x="126" y="99"/>
                        <a:pt x="0" y="288"/>
                        <a:pt x="63" y="446"/>
                      </a:cubicBezTo>
                      <a:lnTo>
                        <a:pt x="1103" y="3218"/>
                      </a:lnTo>
                      <a:cubicBezTo>
                        <a:pt x="1168" y="3364"/>
                        <a:pt x="1299" y="3443"/>
                        <a:pt x="1428" y="3443"/>
                      </a:cubicBezTo>
                      <a:cubicBezTo>
                        <a:pt x="1551" y="3443"/>
                        <a:pt x="1672" y="3372"/>
                        <a:pt x="1733" y="3218"/>
                      </a:cubicBezTo>
                      <a:lnTo>
                        <a:pt x="2426" y="1328"/>
                      </a:lnTo>
                      <a:lnTo>
                        <a:pt x="3151" y="3218"/>
                      </a:lnTo>
                      <a:cubicBezTo>
                        <a:pt x="3215" y="3364"/>
                        <a:pt x="3346" y="3443"/>
                        <a:pt x="3476" y="3443"/>
                      </a:cubicBezTo>
                      <a:cubicBezTo>
                        <a:pt x="3598" y="3443"/>
                        <a:pt x="3719" y="3372"/>
                        <a:pt x="3781" y="3218"/>
                      </a:cubicBezTo>
                      <a:lnTo>
                        <a:pt x="4789" y="446"/>
                      </a:lnTo>
                      <a:cubicBezTo>
                        <a:pt x="4884" y="257"/>
                        <a:pt x="4789" y="68"/>
                        <a:pt x="4600" y="36"/>
                      </a:cubicBezTo>
                      <a:cubicBezTo>
                        <a:pt x="4562" y="14"/>
                        <a:pt x="4521" y="4"/>
                        <a:pt x="4479" y="4"/>
                      </a:cubicBezTo>
                      <a:cubicBezTo>
                        <a:pt x="4346" y="4"/>
                        <a:pt x="4207" y="105"/>
                        <a:pt x="4159" y="225"/>
                      </a:cubicBezTo>
                      <a:lnTo>
                        <a:pt x="3466" y="2116"/>
                      </a:lnTo>
                      <a:lnTo>
                        <a:pt x="2741" y="225"/>
                      </a:lnTo>
                      <a:cubicBezTo>
                        <a:pt x="2693" y="80"/>
                        <a:pt x="2561" y="1"/>
                        <a:pt x="242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45" name="Google Shape;1945;p19"/>
              <p:cNvGrpSpPr/>
              <p:nvPr/>
            </p:nvGrpSpPr>
            <p:grpSpPr>
              <a:xfrm>
                <a:off x="8665316" y="1924054"/>
                <a:ext cx="641277" cy="564982"/>
                <a:chOff x="-3137650" y="2067900"/>
                <a:chExt cx="291450" cy="256775"/>
              </a:xfrm>
            </p:grpSpPr>
            <p:sp>
              <p:nvSpPr>
                <p:cNvPr id="1946" name="Google Shape;1946;p19"/>
                <p:cNvSpPr/>
                <p:nvPr/>
              </p:nvSpPr>
              <p:spPr>
                <a:xfrm>
                  <a:off x="-3137650" y="2067900"/>
                  <a:ext cx="291450" cy="187475"/>
                </a:xfrm>
                <a:custGeom>
                  <a:rect b="b" l="l" r="r" t="t"/>
                  <a:pathLst>
                    <a:path extrusionOk="0" h="7499" w="11658">
                      <a:moveTo>
                        <a:pt x="10618" y="694"/>
                      </a:moveTo>
                      <a:cubicBezTo>
                        <a:pt x="10838" y="694"/>
                        <a:pt x="10964" y="851"/>
                        <a:pt x="10964" y="1040"/>
                      </a:cubicBezTo>
                      <a:lnTo>
                        <a:pt x="10964" y="6522"/>
                      </a:lnTo>
                      <a:cubicBezTo>
                        <a:pt x="10964" y="6711"/>
                        <a:pt x="10838" y="6868"/>
                        <a:pt x="10618" y="6868"/>
                      </a:cubicBezTo>
                      <a:lnTo>
                        <a:pt x="1009" y="6868"/>
                      </a:lnTo>
                      <a:cubicBezTo>
                        <a:pt x="820" y="6868"/>
                        <a:pt x="662" y="6711"/>
                        <a:pt x="662" y="6522"/>
                      </a:cubicBezTo>
                      <a:lnTo>
                        <a:pt x="662" y="1040"/>
                      </a:lnTo>
                      <a:cubicBezTo>
                        <a:pt x="662" y="851"/>
                        <a:pt x="820" y="694"/>
                        <a:pt x="1009" y="694"/>
                      </a:cubicBez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09"/>
                      </a:cubicBezTo>
                      <a:lnTo>
                        <a:pt x="1" y="6490"/>
                      </a:lnTo>
                      <a:cubicBezTo>
                        <a:pt x="1" y="7026"/>
                        <a:pt x="473" y="7499"/>
                        <a:pt x="1009" y="7499"/>
                      </a:cubicBezTo>
                      <a:lnTo>
                        <a:pt x="10618" y="7499"/>
                      </a:lnTo>
                      <a:cubicBezTo>
                        <a:pt x="11185" y="7499"/>
                        <a:pt x="11658" y="7026"/>
                        <a:pt x="11658" y="6490"/>
                      </a:cubicBezTo>
                      <a:lnTo>
                        <a:pt x="11658" y="1009"/>
                      </a:lnTo>
                      <a:cubicBezTo>
                        <a:pt x="11658" y="473"/>
                        <a:pt x="11217" y="0"/>
                        <a:pt x="1061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47" name="Google Shape;1947;p19"/>
                <p:cNvSpPr/>
                <p:nvPr/>
              </p:nvSpPr>
              <p:spPr>
                <a:xfrm>
                  <a:off x="-3137650" y="2273475"/>
                  <a:ext cx="291450" cy="51200"/>
                </a:xfrm>
                <a:custGeom>
                  <a:rect b="b" l="l" r="r" t="t"/>
                  <a:pathLst>
                    <a:path extrusionOk="0" h="2048" w="11658">
                      <a:moveTo>
                        <a:pt x="10618" y="662"/>
                      </a:moveTo>
                      <a:cubicBezTo>
                        <a:pt x="10838" y="662"/>
                        <a:pt x="10964" y="819"/>
                        <a:pt x="10964" y="1008"/>
                      </a:cubicBezTo>
                      <a:cubicBezTo>
                        <a:pt x="10964" y="1197"/>
                        <a:pt x="10838" y="1355"/>
                        <a:pt x="10618" y="1355"/>
                      </a:cubicBezTo>
                      <a:lnTo>
                        <a:pt x="6050" y="1355"/>
                      </a:lnTo>
                      <a:cubicBezTo>
                        <a:pt x="6113" y="1260"/>
                        <a:pt x="6113" y="1134"/>
                        <a:pt x="6113" y="1008"/>
                      </a:cubicBezTo>
                      <a:cubicBezTo>
                        <a:pt x="6113" y="882"/>
                        <a:pt x="6050" y="788"/>
                        <a:pt x="6050" y="662"/>
                      </a:cubicBezTo>
                      <a:close/>
                      <a:moveTo>
                        <a:pt x="5105" y="662"/>
                      </a:moveTo>
                      <a:cubicBezTo>
                        <a:pt x="5294" y="662"/>
                        <a:pt x="5451" y="819"/>
                        <a:pt x="5451" y="1008"/>
                      </a:cubicBezTo>
                      <a:cubicBezTo>
                        <a:pt x="5451" y="1229"/>
                        <a:pt x="5294" y="1386"/>
                        <a:pt x="5105" y="1386"/>
                      </a:cubicBezTo>
                      <a:lnTo>
                        <a:pt x="1009" y="1386"/>
                      </a:lnTo>
                      <a:cubicBezTo>
                        <a:pt x="820" y="1355"/>
                        <a:pt x="662" y="1229"/>
                        <a:pt x="662" y="1008"/>
                      </a:cubicBezTo>
                      <a:cubicBezTo>
                        <a:pt x="662" y="819"/>
                        <a:pt x="820" y="662"/>
                        <a:pt x="1009" y="662"/>
                      </a:cubicBez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08"/>
                      </a:cubicBezTo>
                      <a:cubicBezTo>
                        <a:pt x="1" y="1575"/>
                        <a:pt x="473" y="2048"/>
                        <a:pt x="1009" y="2048"/>
                      </a:cubicBezTo>
                      <a:lnTo>
                        <a:pt x="10618" y="2048"/>
                      </a:lnTo>
                      <a:cubicBezTo>
                        <a:pt x="11185" y="2048"/>
                        <a:pt x="11658" y="1575"/>
                        <a:pt x="11658" y="1008"/>
                      </a:cubicBezTo>
                      <a:cubicBezTo>
                        <a:pt x="11658" y="473"/>
                        <a:pt x="11217" y="0"/>
                        <a:pt x="1061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48" name="Google Shape;1948;p19"/>
                <p:cNvSpPr/>
                <p:nvPr/>
              </p:nvSpPr>
              <p:spPr>
                <a:xfrm>
                  <a:off x="-3035250" y="2103000"/>
                  <a:ext cx="104000" cy="118500"/>
                </a:xfrm>
                <a:custGeom>
                  <a:rect b="b" l="l" r="r" t="t"/>
                  <a:pathLst>
                    <a:path extrusionOk="0" h="4740" w="4160">
                      <a:moveTo>
                        <a:pt x="662" y="896"/>
                      </a:moveTo>
                      <a:lnTo>
                        <a:pt x="3056" y="2346"/>
                      </a:lnTo>
                      <a:lnTo>
                        <a:pt x="662" y="3826"/>
                      </a:lnTo>
                      <a:lnTo>
                        <a:pt x="662" y="896"/>
                      </a:lnTo>
                      <a:close/>
                      <a:moveTo>
                        <a:pt x="322" y="1"/>
                      </a:moveTo>
                      <a:cubicBezTo>
                        <a:pt x="144" y="1"/>
                        <a:pt x="0" y="131"/>
                        <a:pt x="0" y="298"/>
                      </a:cubicBezTo>
                      <a:lnTo>
                        <a:pt x="0" y="4425"/>
                      </a:lnTo>
                      <a:cubicBezTo>
                        <a:pt x="0" y="4607"/>
                        <a:pt x="132" y="4740"/>
                        <a:pt x="301" y="4740"/>
                      </a:cubicBezTo>
                      <a:cubicBezTo>
                        <a:pt x="365" y="4740"/>
                        <a:pt x="435" y="4720"/>
                        <a:pt x="504" y="4677"/>
                      </a:cubicBezTo>
                      <a:lnTo>
                        <a:pt x="3939" y="2629"/>
                      </a:lnTo>
                      <a:cubicBezTo>
                        <a:pt x="4159" y="2535"/>
                        <a:pt x="4159" y="2219"/>
                        <a:pt x="3939" y="2093"/>
                      </a:cubicBezTo>
                      <a:lnTo>
                        <a:pt x="504" y="46"/>
                      </a:lnTo>
                      <a:cubicBezTo>
                        <a:pt x="443" y="15"/>
                        <a:pt x="381" y="1"/>
                        <a:pt x="32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49" name="Google Shape;1949;p19"/>
              <p:cNvSpPr/>
              <p:nvPr/>
            </p:nvSpPr>
            <p:spPr>
              <a:xfrm>
                <a:off x="1225976" y="1884797"/>
                <a:ext cx="642983" cy="643258"/>
              </a:xfrm>
              <a:custGeom>
                <a:rect b="b" l="l" r="r" t="t"/>
                <a:pathLst>
                  <a:path extrusionOk="0" h="11694" w="11689">
                    <a:moveTo>
                      <a:pt x="5829" y="2048"/>
                    </a:moveTo>
                    <a:cubicBezTo>
                      <a:pt x="6018" y="2048"/>
                      <a:pt x="6175" y="2206"/>
                      <a:pt x="6175" y="2395"/>
                    </a:cubicBezTo>
                    <a:cubicBezTo>
                      <a:pt x="6175" y="2615"/>
                      <a:pt x="6018" y="2804"/>
                      <a:pt x="5829" y="2804"/>
                    </a:cubicBezTo>
                    <a:cubicBezTo>
                      <a:pt x="5640" y="2804"/>
                      <a:pt x="5482" y="2615"/>
                      <a:pt x="5482" y="2395"/>
                    </a:cubicBezTo>
                    <a:cubicBezTo>
                      <a:pt x="5482" y="2206"/>
                      <a:pt x="5640" y="2048"/>
                      <a:pt x="5829" y="2048"/>
                    </a:cubicBezTo>
                    <a:close/>
                    <a:moveTo>
                      <a:pt x="5829" y="725"/>
                    </a:moveTo>
                    <a:cubicBezTo>
                      <a:pt x="6774" y="725"/>
                      <a:pt x="7530" y="1449"/>
                      <a:pt x="7530" y="2395"/>
                    </a:cubicBezTo>
                    <a:cubicBezTo>
                      <a:pt x="7530" y="2521"/>
                      <a:pt x="7530" y="2678"/>
                      <a:pt x="7467" y="2804"/>
                    </a:cubicBezTo>
                    <a:lnTo>
                      <a:pt x="6774" y="2804"/>
                    </a:lnTo>
                    <a:cubicBezTo>
                      <a:pt x="6806" y="2678"/>
                      <a:pt x="6837" y="2552"/>
                      <a:pt x="6837" y="2395"/>
                    </a:cubicBezTo>
                    <a:cubicBezTo>
                      <a:pt x="6837" y="1859"/>
                      <a:pt x="6364" y="1386"/>
                      <a:pt x="5829" y="1386"/>
                    </a:cubicBezTo>
                    <a:cubicBezTo>
                      <a:pt x="5262" y="1386"/>
                      <a:pt x="4789" y="1859"/>
                      <a:pt x="4789" y="2395"/>
                    </a:cubicBezTo>
                    <a:cubicBezTo>
                      <a:pt x="4789" y="2521"/>
                      <a:pt x="4852" y="2678"/>
                      <a:pt x="4884" y="2804"/>
                    </a:cubicBezTo>
                    <a:lnTo>
                      <a:pt x="4159" y="2804"/>
                    </a:lnTo>
                    <a:cubicBezTo>
                      <a:pt x="4128" y="2678"/>
                      <a:pt x="4128" y="2521"/>
                      <a:pt x="4128" y="2395"/>
                    </a:cubicBezTo>
                    <a:cubicBezTo>
                      <a:pt x="4128" y="1449"/>
                      <a:pt x="4884" y="725"/>
                      <a:pt x="5829" y="725"/>
                    </a:cubicBezTo>
                    <a:close/>
                    <a:moveTo>
                      <a:pt x="10681" y="3466"/>
                    </a:moveTo>
                    <a:cubicBezTo>
                      <a:pt x="10870" y="3466"/>
                      <a:pt x="11027" y="3623"/>
                      <a:pt x="11027" y="3812"/>
                    </a:cubicBezTo>
                    <a:cubicBezTo>
                      <a:pt x="11027" y="4033"/>
                      <a:pt x="10870" y="4190"/>
                      <a:pt x="10681" y="4190"/>
                    </a:cubicBezTo>
                    <a:lnTo>
                      <a:pt x="1009" y="4190"/>
                    </a:lnTo>
                    <a:cubicBezTo>
                      <a:pt x="820" y="4190"/>
                      <a:pt x="662" y="4033"/>
                      <a:pt x="662" y="3812"/>
                    </a:cubicBezTo>
                    <a:cubicBezTo>
                      <a:pt x="662" y="3623"/>
                      <a:pt x="851" y="3466"/>
                      <a:pt x="1009" y="3466"/>
                    </a:cubicBezTo>
                    <a:close/>
                    <a:moveTo>
                      <a:pt x="9799" y="4852"/>
                    </a:moveTo>
                    <a:lnTo>
                      <a:pt x="7058" y="7593"/>
                    </a:lnTo>
                    <a:lnTo>
                      <a:pt x="4600" y="7593"/>
                    </a:lnTo>
                    <a:lnTo>
                      <a:pt x="1859" y="4852"/>
                    </a:lnTo>
                    <a:close/>
                    <a:moveTo>
                      <a:pt x="6869" y="8255"/>
                    </a:moveTo>
                    <a:lnTo>
                      <a:pt x="6869" y="9767"/>
                    </a:lnTo>
                    <a:lnTo>
                      <a:pt x="4789" y="10775"/>
                    </a:lnTo>
                    <a:lnTo>
                      <a:pt x="4789" y="8255"/>
                    </a:lnTo>
                    <a:close/>
                    <a:moveTo>
                      <a:pt x="5829" y="0"/>
                    </a:moveTo>
                    <a:cubicBezTo>
                      <a:pt x="4474" y="0"/>
                      <a:pt x="3435" y="1071"/>
                      <a:pt x="3435" y="2395"/>
                    </a:cubicBezTo>
                    <a:cubicBezTo>
                      <a:pt x="3435" y="2521"/>
                      <a:pt x="3435" y="2678"/>
                      <a:pt x="3466" y="2804"/>
                    </a:cubicBezTo>
                    <a:lnTo>
                      <a:pt x="1009" y="2804"/>
                    </a:lnTo>
                    <a:cubicBezTo>
                      <a:pt x="473" y="2804"/>
                      <a:pt x="0" y="3277"/>
                      <a:pt x="0" y="3812"/>
                    </a:cubicBezTo>
                    <a:cubicBezTo>
                      <a:pt x="0" y="4348"/>
                      <a:pt x="379" y="4757"/>
                      <a:pt x="851" y="4852"/>
                    </a:cubicBezTo>
                    <a:lnTo>
                      <a:pt x="4096" y="8065"/>
                    </a:lnTo>
                    <a:lnTo>
                      <a:pt x="4096" y="11342"/>
                    </a:lnTo>
                    <a:cubicBezTo>
                      <a:pt x="4096" y="11518"/>
                      <a:pt x="4277" y="11694"/>
                      <a:pt x="4462" y="11694"/>
                    </a:cubicBezTo>
                    <a:cubicBezTo>
                      <a:pt x="4508" y="11694"/>
                      <a:pt x="4556" y="11683"/>
                      <a:pt x="4600" y="11657"/>
                    </a:cubicBezTo>
                    <a:lnTo>
                      <a:pt x="7373" y="10271"/>
                    </a:lnTo>
                    <a:cubicBezTo>
                      <a:pt x="7467" y="10239"/>
                      <a:pt x="7562" y="10113"/>
                      <a:pt x="7562" y="9956"/>
                    </a:cubicBezTo>
                    <a:lnTo>
                      <a:pt x="7562" y="8034"/>
                    </a:lnTo>
                    <a:lnTo>
                      <a:pt x="10838" y="4820"/>
                    </a:lnTo>
                    <a:cubicBezTo>
                      <a:pt x="11311" y="4757"/>
                      <a:pt x="11689" y="4348"/>
                      <a:pt x="11689" y="3812"/>
                    </a:cubicBezTo>
                    <a:cubicBezTo>
                      <a:pt x="11689" y="3277"/>
                      <a:pt x="11216" y="2804"/>
                      <a:pt x="10681" y="2804"/>
                    </a:cubicBezTo>
                    <a:lnTo>
                      <a:pt x="8192" y="2804"/>
                    </a:lnTo>
                    <a:cubicBezTo>
                      <a:pt x="8192" y="2678"/>
                      <a:pt x="8223" y="2521"/>
                      <a:pt x="8223" y="2395"/>
                    </a:cubicBezTo>
                    <a:cubicBezTo>
                      <a:pt x="8223" y="1071"/>
                      <a:pt x="7152" y="0"/>
                      <a:pt x="5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50" name="Google Shape;1950;p19"/>
              <p:cNvGrpSpPr/>
              <p:nvPr/>
            </p:nvGrpSpPr>
            <p:grpSpPr>
              <a:xfrm>
                <a:off x="5349325" y="1883322"/>
                <a:ext cx="646448" cy="646448"/>
                <a:chOff x="-4573475" y="2045850"/>
                <a:chExt cx="293800" cy="293800"/>
              </a:xfrm>
            </p:grpSpPr>
            <p:sp>
              <p:nvSpPr>
                <p:cNvPr id="1951" name="Google Shape;1951;p19"/>
                <p:cNvSpPr/>
                <p:nvPr/>
              </p:nvSpPr>
              <p:spPr>
                <a:xfrm>
                  <a:off x="-4573475" y="2045850"/>
                  <a:ext cx="293800" cy="293800"/>
                </a:xfrm>
                <a:custGeom>
                  <a:rect b="b" l="l" r="r" t="t"/>
                  <a:pathLst>
                    <a:path extrusionOk="0" h="11752" w="11752">
                      <a:moveTo>
                        <a:pt x="6333" y="756"/>
                      </a:moveTo>
                      <a:lnTo>
                        <a:pt x="6459" y="1292"/>
                      </a:lnTo>
                      <a:cubicBezTo>
                        <a:pt x="6490" y="1418"/>
                        <a:pt x="6585" y="1544"/>
                        <a:pt x="6742" y="1576"/>
                      </a:cubicBezTo>
                      <a:cubicBezTo>
                        <a:pt x="7372" y="1702"/>
                        <a:pt x="7908" y="1922"/>
                        <a:pt x="8444" y="2300"/>
                      </a:cubicBezTo>
                      <a:cubicBezTo>
                        <a:pt x="8491" y="2332"/>
                        <a:pt x="8546" y="2347"/>
                        <a:pt x="8605" y="2347"/>
                      </a:cubicBezTo>
                      <a:cubicBezTo>
                        <a:pt x="8664" y="2347"/>
                        <a:pt x="8727" y="2332"/>
                        <a:pt x="8790" y="2300"/>
                      </a:cubicBezTo>
                      <a:lnTo>
                        <a:pt x="9231" y="2017"/>
                      </a:lnTo>
                      <a:lnTo>
                        <a:pt x="9798" y="2584"/>
                      </a:lnTo>
                      <a:lnTo>
                        <a:pt x="9546" y="3025"/>
                      </a:lnTo>
                      <a:cubicBezTo>
                        <a:pt x="9452" y="3151"/>
                        <a:pt x="9452" y="3308"/>
                        <a:pt x="9546" y="3371"/>
                      </a:cubicBezTo>
                      <a:cubicBezTo>
                        <a:pt x="9893" y="3907"/>
                        <a:pt x="10113" y="4505"/>
                        <a:pt x="10239" y="5073"/>
                      </a:cubicBezTo>
                      <a:cubicBezTo>
                        <a:pt x="10271" y="5199"/>
                        <a:pt x="10365" y="5325"/>
                        <a:pt x="10523" y="5356"/>
                      </a:cubicBezTo>
                      <a:lnTo>
                        <a:pt x="11058" y="5482"/>
                      </a:lnTo>
                      <a:lnTo>
                        <a:pt x="11058" y="6301"/>
                      </a:lnTo>
                      <a:lnTo>
                        <a:pt x="10523" y="6427"/>
                      </a:lnTo>
                      <a:cubicBezTo>
                        <a:pt x="10397" y="6459"/>
                        <a:pt x="10271" y="6553"/>
                        <a:pt x="10239" y="6711"/>
                      </a:cubicBezTo>
                      <a:cubicBezTo>
                        <a:pt x="10113" y="7309"/>
                        <a:pt x="9893" y="7877"/>
                        <a:pt x="9546" y="8381"/>
                      </a:cubicBezTo>
                      <a:cubicBezTo>
                        <a:pt x="9452" y="8507"/>
                        <a:pt x="9452" y="8633"/>
                        <a:pt x="9546" y="8759"/>
                      </a:cubicBezTo>
                      <a:lnTo>
                        <a:pt x="9798" y="9168"/>
                      </a:lnTo>
                      <a:lnTo>
                        <a:pt x="9231" y="9767"/>
                      </a:lnTo>
                      <a:lnTo>
                        <a:pt x="8790" y="9483"/>
                      </a:lnTo>
                      <a:cubicBezTo>
                        <a:pt x="8727" y="9452"/>
                        <a:pt x="8656" y="9436"/>
                        <a:pt x="8593" y="9436"/>
                      </a:cubicBezTo>
                      <a:cubicBezTo>
                        <a:pt x="8530" y="9436"/>
                        <a:pt x="8475" y="9452"/>
                        <a:pt x="8444" y="9483"/>
                      </a:cubicBezTo>
                      <a:cubicBezTo>
                        <a:pt x="7908" y="9861"/>
                        <a:pt x="7341" y="10082"/>
                        <a:pt x="6742" y="10208"/>
                      </a:cubicBezTo>
                      <a:cubicBezTo>
                        <a:pt x="6616" y="10239"/>
                        <a:pt x="6490" y="10334"/>
                        <a:pt x="6459" y="10428"/>
                      </a:cubicBezTo>
                      <a:lnTo>
                        <a:pt x="6333" y="10964"/>
                      </a:lnTo>
                      <a:lnTo>
                        <a:pt x="5514" y="10964"/>
                      </a:lnTo>
                      <a:lnTo>
                        <a:pt x="5388" y="10428"/>
                      </a:lnTo>
                      <a:cubicBezTo>
                        <a:pt x="5356" y="10334"/>
                        <a:pt x="5230" y="10208"/>
                        <a:pt x="5136" y="10208"/>
                      </a:cubicBezTo>
                      <a:cubicBezTo>
                        <a:pt x="4505" y="10082"/>
                        <a:pt x="3938" y="9861"/>
                        <a:pt x="3434" y="9483"/>
                      </a:cubicBezTo>
                      <a:cubicBezTo>
                        <a:pt x="3371" y="9452"/>
                        <a:pt x="3308" y="9436"/>
                        <a:pt x="3249" y="9436"/>
                      </a:cubicBezTo>
                      <a:cubicBezTo>
                        <a:pt x="3190" y="9436"/>
                        <a:pt x="3135" y="9452"/>
                        <a:pt x="3088" y="9483"/>
                      </a:cubicBezTo>
                      <a:lnTo>
                        <a:pt x="2647" y="9767"/>
                      </a:lnTo>
                      <a:lnTo>
                        <a:pt x="2048" y="9168"/>
                      </a:lnTo>
                      <a:lnTo>
                        <a:pt x="2332" y="8759"/>
                      </a:lnTo>
                      <a:cubicBezTo>
                        <a:pt x="2395" y="8633"/>
                        <a:pt x="2395" y="8475"/>
                        <a:pt x="2332" y="8381"/>
                      </a:cubicBezTo>
                      <a:cubicBezTo>
                        <a:pt x="1985" y="7877"/>
                        <a:pt x="1733" y="7278"/>
                        <a:pt x="1607" y="6711"/>
                      </a:cubicBezTo>
                      <a:cubicBezTo>
                        <a:pt x="1575" y="6585"/>
                        <a:pt x="1512" y="6459"/>
                        <a:pt x="1386" y="6427"/>
                      </a:cubicBezTo>
                      <a:lnTo>
                        <a:pt x="882" y="6301"/>
                      </a:lnTo>
                      <a:lnTo>
                        <a:pt x="882" y="5482"/>
                      </a:lnTo>
                      <a:lnTo>
                        <a:pt x="1386" y="5356"/>
                      </a:lnTo>
                      <a:cubicBezTo>
                        <a:pt x="1512" y="5325"/>
                        <a:pt x="1607" y="5199"/>
                        <a:pt x="1607" y="5073"/>
                      </a:cubicBezTo>
                      <a:cubicBezTo>
                        <a:pt x="1733" y="4442"/>
                        <a:pt x="1985" y="3907"/>
                        <a:pt x="2332" y="3371"/>
                      </a:cubicBezTo>
                      <a:cubicBezTo>
                        <a:pt x="2395" y="3277"/>
                        <a:pt x="2395" y="3151"/>
                        <a:pt x="2332" y="3025"/>
                      </a:cubicBezTo>
                      <a:lnTo>
                        <a:pt x="2048" y="2584"/>
                      </a:lnTo>
                      <a:lnTo>
                        <a:pt x="2647" y="2017"/>
                      </a:lnTo>
                      <a:lnTo>
                        <a:pt x="3088" y="2300"/>
                      </a:lnTo>
                      <a:cubicBezTo>
                        <a:pt x="3135" y="2332"/>
                        <a:pt x="3198" y="2347"/>
                        <a:pt x="3261" y="2347"/>
                      </a:cubicBezTo>
                      <a:cubicBezTo>
                        <a:pt x="3324" y="2347"/>
                        <a:pt x="3387" y="2332"/>
                        <a:pt x="3434" y="2300"/>
                      </a:cubicBezTo>
                      <a:cubicBezTo>
                        <a:pt x="3938" y="1922"/>
                        <a:pt x="4537" y="1702"/>
                        <a:pt x="5136" y="1576"/>
                      </a:cubicBezTo>
                      <a:cubicBezTo>
                        <a:pt x="5230" y="1544"/>
                        <a:pt x="5356" y="1450"/>
                        <a:pt x="5388" y="1292"/>
                      </a:cubicBezTo>
                      <a:lnTo>
                        <a:pt x="5514" y="756"/>
                      </a:lnTo>
                      <a:close/>
                      <a:moveTo>
                        <a:pt x="5167" y="0"/>
                      </a:moveTo>
                      <a:cubicBezTo>
                        <a:pt x="5009" y="0"/>
                        <a:pt x="4852" y="126"/>
                        <a:pt x="4852" y="284"/>
                      </a:cubicBezTo>
                      <a:lnTo>
                        <a:pt x="4694" y="882"/>
                      </a:lnTo>
                      <a:cubicBezTo>
                        <a:pt x="4127" y="977"/>
                        <a:pt x="3623" y="1229"/>
                        <a:pt x="3119" y="1513"/>
                      </a:cubicBezTo>
                      <a:lnTo>
                        <a:pt x="2615" y="1197"/>
                      </a:lnTo>
                      <a:cubicBezTo>
                        <a:pt x="2557" y="1154"/>
                        <a:pt x="2485" y="1130"/>
                        <a:pt x="2412" y="1130"/>
                      </a:cubicBezTo>
                      <a:cubicBezTo>
                        <a:pt x="2327" y="1130"/>
                        <a:pt x="2242" y="1161"/>
                        <a:pt x="2174" y="1229"/>
                      </a:cubicBezTo>
                      <a:lnTo>
                        <a:pt x="1197" y="2206"/>
                      </a:lnTo>
                      <a:cubicBezTo>
                        <a:pt x="1071" y="2332"/>
                        <a:pt x="1071" y="2489"/>
                        <a:pt x="1134" y="2647"/>
                      </a:cubicBezTo>
                      <a:lnTo>
                        <a:pt x="1449" y="3151"/>
                      </a:lnTo>
                      <a:cubicBezTo>
                        <a:pt x="1134" y="3623"/>
                        <a:pt x="945" y="4159"/>
                        <a:pt x="819" y="4726"/>
                      </a:cubicBezTo>
                      <a:lnTo>
                        <a:pt x="284" y="4884"/>
                      </a:lnTo>
                      <a:cubicBezTo>
                        <a:pt x="126" y="4915"/>
                        <a:pt x="0" y="5041"/>
                        <a:pt x="0" y="5199"/>
                      </a:cubicBezTo>
                      <a:lnTo>
                        <a:pt x="0" y="6585"/>
                      </a:lnTo>
                      <a:cubicBezTo>
                        <a:pt x="0" y="6742"/>
                        <a:pt x="126" y="6868"/>
                        <a:pt x="284" y="6900"/>
                      </a:cubicBezTo>
                      <a:lnTo>
                        <a:pt x="819" y="7057"/>
                      </a:lnTo>
                      <a:cubicBezTo>
                        <a:pt x="945" y="7593"/>
                        <a:pt x="1197" y="8129"/>
                        <a:pt x="1449" y="8633"/>
                      </a:cubicBezTo>
                      <a:lnTo>
                        <a:pt x="1134" y="9137"/>
                      </a:lnTo>
                      <a:cubicBezTo>
                        <a:pt x="1071" y="9263"/>
                        <a:pt x="1071" y="9452"/>
                        <a:pt x="1197" y="9578"/>
                      </a:cubicBezTo>
                      <a:lnTo>
                        <a:pt x="2174" y="10554"/>
                      </a:lnTo>
                      <a:cubicBezTo>
                        <a:pt x="2242" y="10622"/>
                        <a:pt x="2318" y="10653"/>
                        <a:pt x="2399" y="10653"/>
                      </a:cubicBezTo>
                      <a:cubicBezTo>
                        <a:pt x="2469" y="10653"/>
                        <a:pt x="2542" y="10630"/>
                        <a:pt x="2615" y="10586"/>
                      </a:cubicBezTo>
                      <a:lnTo>
                        <a:pt x="3119" y="10271"/>
                      </a:lnTo>
                      <a:cubicBezTo>
                        <a:pt x="3592" y="10586"/>
                        <a:pt x="4127" y="10806"/>
                        <a:pt x="4694" y="10901"/>
                      </a:cubicBezTo>
                      <a:lnTo>
                        <a:pt x="4852" y="11468"/>
                      </a:lnTo>
                      <a:cubicBezTo>
                        <a:pt x="4883" y="11626"/>
                        <a:pt x="5009" y="11752"/>
                        <a:pt x="5167" y="11752"/>
                      </a:cubicBezTo>
                      <a:lnTo>
                        <a:pt x="6553" y="11752"/>
                      </a:lnTo>
                      <a:cubicBezTo>
                        <a:pt x="6711" y="11752"/>
                        <a:pt x="6805" y="11626"/>
                        <a:pt x="6868" y="11468"/>
                      </a:cubicBezTo>
                      <a:lnTo>
                        <a:pt x="7026" y="10901"/>
                      </a:lnTo>
                      <a:cubicBezTo>
                        <a:pt x="7561" y="10806"/>
                        <a:pt x="8065" y="10554"/>
                        <a:pt x="8601" y="10271"/>
                      </a:cubicBezTo>
                      <a:lnTo>
                        <a:pt x="9105" y="10586"/>
                      </a:lnTo>
                      <a:cubicBezTo>
                        <a:pt x="9164" y="10630"/>
                        <a:pt x="9236" y="10653"/>
                        <a:pt x="9309" y="10653"/>
                      </a:cubicBezTo>
                      <a:cubicBezTo>
                        <a:pt x="9393" y="10653"/>
                        <a:pt x="9479" y="10622"/>
                        <a:pt x="9546" y="10554"/>
                      </a:cubicBezTo>
                      <a:lnTo>
                        <a:pt x="10523" y="9578"/>
                      </a:lnTo>
                      <a:cubicBezTo>
                        <a:pt x="10649" y="9452"/>
                        <a:pt x="10649" y="9294"/>
                        <a:pt x="10554" y="9137"/>
                      </a:cubicBezTo>
                      <a:lnTo>
                        <a:pt x="10239" y="8633"/>
                      </a:lnTo>
                      <a:cubicBezTo>
                        <a:pt x="10554" y="8160"/>
                        <a:pt x="10743" y="7656"/>
                        <a:pt x="10869" y="7057"/>
                      </a:cubicBezTo>
                      <a:lnTo>
                        <a:pt x="11468" y="6900"/>
                      </a:lnTo>
                      <a:cubicBezTo>
                        <a:pt x="11626" y="6868"/>
                        <a:pt x="11752" y="6742"/>
                        <a:pt x="11752" y="6585"/>
                      </a:cubicBezTo>
                      <a:lnTo>
                        <a:pt x="11752" y="5199"/>
                      </a:lnTo>
                      <a:cubicBezTo>
                        <a:pt x="11752" y="5041"/>
                        <a:pt x="11626" y="4915"/>
                        <a:pt x="11468" y="4884"/>
                      </a:cubicBezTo>
                      <a:lnTo>
                        <a:pt x="10869" y="4726"/>
                      </a:lnTo>
                      <a:cubicBezTo>
                        <a:pt x="10743" y="4159"/>
                        <a:pt x="10523" y="3655"/>
                        <a:pt x="10239" y="3151"/>
                      </a:cubicBezTo>
                      <a:lnTo>
                        <a:pt x="10554" y="2647"/>
                      </a:lnTo>
                      <a:cubicBezTo>
                        <a:pt x="10649" y="2521"/>
                        <a:pt x="10649" y="2332"/>
                        <a:pt x="10523" y="2206"/>
                      </a:cubicBezTo>
                      <a:lnTo>
                        <a:pt x="9546" y="1229"/>
                      </a:lnTo>
                      <a:cubicBezTo>
                        <a:pt x="9479" y="1161"/>
                        <a:pt x="9402" y="1130"/>
                        <a:pt x="9321" y="1130"/>
                      </a:cubicBezTo>
                      <a:cubicBezTo>
                        <a:pt x="9251" y="1130"/>
                        <a:pt x="9178" y="1154"/>
                        <a:pt x="9105" y="1197"/>
                      </a:cubicBezTo>
                      <a:lnTo>
                        <a:pt x="8601" y="1513"/>
                      </a:lnTo>
                      <a:cubicBezTo>
                        <a:pt x="8128" y="1197"/>
                        <a:pt x="7593" y="977"/>
                        <a:pt x="7026" y="882"/>
                      </a:cubicBezTo>
                      <a:lnTo>
                        <a:pt x="6868" y="284"/>
                      </a:lnTo>
                      <a:cubicBezTo>
                        <a:pt x="6805" y="126"/>
                        <a:pt x="6711" y="0"/>
                        <a:pt x="655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52" name="Google Shape;1952;p19"/>
                <p:cNvSpPr/>
                <p:nvPr/>
              </p:nvSpPr>
              <p:spPr>
                <a:xfrm>
                  <a:off x="-4521500" y="2099400"/>
                  <a:ext cx="189050" cy="188275"/>
                </a:xfrm>
                <a:custGeom>
                  <a:rect b="b" l="l" r="r" t="t"/>
                  <a:pathLst>
                    <a:path extrusionOk="0" h="7531" w="7562">
                      <a:moveTo>
                        <a:pt x="3750" y="662"/>
                      </a:moveTo>
                      <a:cubicBezTo>
                        <a:pt x="5451" y="662"/>
                        <a:pt x="6837" y="2017"/>
                        <a:pt x="6837" y="3718"/>
                      </a:cubicBezTo>
                      <a:cubicBezTo>
                        <a:pt x="6869" y="5104"/>
                        <a:pt x="6049" y="6239"/>
                        <a:pt x="4821" y="6648"/>
                      </a:cubicBezTo>
                      <a:lnTo>
                        <a:pt x="4821" y="5892"/>
                      </a:lnTo>
                      <a:cubicBezTo>
                        <a:pt x="5640" y="5514"/>
                        <a:pt x="6207" y="4663"/>
                        <a:pt x="6207" y="3718"/>
                      </a:cubicBezTo>
                      <a:cubicBezTo>
                        <a:pt x="6207" y="2710"/>
                        <a:pt x="5577" y="1796"/>
                        <a:pt x="4569" y="1481"/>
                      </a:cubicBezTo>
                      <a:cubicBezTo>
                        <a:pt x="4535" y="1472"/>
                        <a:pt x="4501" y="1467"/>
                        <a:pt x="4468" y="1467"/>
                      </a:cubicBezTo>
                      <a:cubicBezTo>
                        <a:pt x="4278" y="1467"/>
                        <a:pt x="4096" y="1609"/>
                        <a:pt x="4096" y="1796"/>
                      </a:cubicBezTo>
                      <a:lnTo>
                        <a:pt x="4096" y="3372"/>
                      </a:lnTo>
                      <a:lnTo>
                        <a:pt x="3435" y="3372"/>
                      </a:lnTo>
                      <a:lnTo>
                        <a:pt x="3435" y="1796"/>
                      </a:lnTo>
                      <a:cubicBezTo>
                        <a:pt x="3435" y="1609"/>
                        <a:pt x="3276" y="1467"/>
                        <a:pt x="3073" y="1467"/>
                      </a:cubicBezTo>
                      <a:cubicBezTo>
                        <a:pt x="3037" y="1467"/>
                        <a:pt x="3000" y="1472"/>
                        <a:pt x="2962" y="1481"/>
                      </a:cubicBezTo>
                      <a:cubicBezTo>
                        <a:pt x="2017" y="1828"/>
                        <a:pt x="1355" y="2742"/>
                        <a:pt x="1355" y="3718"/>
                      </a:cubicBezTo>
                      <a:cubicBezTo>
                        <a:pt x="1355" y="4663"/>
                        <a:pt x="1891" y="5514"/>
                        <a:pt x="2741" y="5892"/>
                      </a:cubicBezTo>
                      <a:lnTo>
                        <a:pt x="2741" y="6648"/>
                      </a:lnTo>
                      <a:cubicBezTo>
                        <a:pt x="1544" y="6207"/>
                        <a:pt x="694" y="5073"/>
                        <a:pt x="694" y="3718"/>
                      </a:cubicBezTo>
                      <a:cubicBezTo>
                        <a:pt x="694" y="2017"/>
                        <a:pt x="2048" y="662"/>
                        <a:pt x="3750" y="662"/>
                      </a:cubicBezTo>
                      <a:close/>
                      <a:moveTo>
                        <a:pt x="4852" y="2363"/>
                      </a:moveTo>
                      <a:cubicBezTo>
                        <a:pt x="5293" y="2679"/>
                        <a:pt x="5514" y="3183"/>
                        <a:pt x="5514" y="3718"/>
                      </a:cubicBezTo>
                      <a:cubicBezTo>
                        <a:pt x="5514" y="4443"/>
                        <a:pt x="5041" y="5104"/>
                        <a:pt x="4380" y="5356"/>
                      </a:cubicBezTo>
                      <a:cubicBezTo>
                        <a:pt x="4254" y="5388"/>
                        <a:pt x="4159" y="5545"/>
                        <a:pt x="4159" y="5671"/>
                      </a:cubicBezTo>
                      <a:lnTo>
                        <a:pt x="4159" y="6806"/>
                      </a:lnTo>
                      <a:lnTo>
                        <a:pt x="3781" y="6806"/>
                      </a:lnTo>
                      <a:cubicBezTo>
                        <a:pt x="3734" y="6821"/>
                        <a:pt x="3679" y="6829"/>
                        <a:pt x="3624" y="6829"/>
                      </a:cubicBezTo>
                      <a:cubicBezTo>
                        <a:pt x="3568" y="6829"/>
                        <a:pt x="3513" y="6821"/>
                        <a:pt x="3466" y="6806"/>
                      </a:cubicBezTo>
                      <a:lnTo>
                        <a:pt x="3466" y="5671"/>
                      </a:lnTo>
                      <a:cubicBezTo>
                        <a:pt x="3466" y="5514"/>
                        <a:pt x="3403" y="5388"/>
                        <a:pt x="3246" y="5356"/>
                      </a:cubicBezTo>
                      <a:cubicBezTo>
                        <a:pt x="2584" y="5104"/>
                        <a:pt x="2111" y="4443"/>
                        <a:pt x="2111" y="3718"/>
                      </a:cubicBezTo>
                      <a:cubicBezTo>
                        <a:pt x="2111" y="3183"/>
                        <a:pt x="2363" y="2679"/>
                        <a:pt x="2773" y="2363"/>
                      </a:cubicBezTo>
                      <a:lnTo>
                        <a:pt x="2773" y="3718"/>
                      </a:lnTo>
                      <a:cubicBezTo>
                        <a:pt x="2773" y="3939"/>
                        <a:pt x="2930" y="4096"/>
                        <a:pt x="3120" y="4096"/>
                      </a:cubicBezTo>
                      <a:lnTo>
                        <a:pt x="4506" y="4096"/>
                      </a:lnTo>
                      <a:cubicBezTo>
                        <a:pt x="4695" y="4096"/>
                        <a:pt x="4852" y="3939"/>
                        <a:pt x="4852" y="3718"/>
                      </a:cubicBezTo>
                      <a:lnTo>
                        <a:pt x="4852" y="2363"/>
                      </a:lnTo>
                      <a:close/>
                      <a:moveTo>
                        <a:pt x="3781" y="1"/>
                      </a:moveTo>
                      <a:cubicBezTo>
                        <a:pt x="1702" y="1"/>
                        <a:pt x="1" y="1670"/>
                        <a:pt x="1" y="3781"/>
                      </a:cubicBezTo>
                      <a:cubicBezTo>
                        <a:pt x="1" y="5861"/>
                        <a:pt x="1702" y="7530"/>
                        <a:pt x="3781" y="7530"/>
                      </a:cubicBezTo>
                      <a:cubicBezTo>
                        <a:pt x="5892" y="7530"/>
                        <a:pt x="7562" y="5861"/>
                        <a:pt x="7562" y="3781"/>
                      </a:cubicBezTo>
                      <a:cubicBezTo>
                        <a:pt x="7562" y="1670"/>
                        <a:pt x="5892" y="1"/>
                        <a:pt x="378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53" name="Google Shape;1953;p19"/>
              <p:cNvGrpSpPr/>
              <p:nvPr/>
            </p:nvGrpSpPr>
            <p:grpSpPr>
              <a:xfrm>
                <a:off x="9511674" y="1885876"/>
                <a:ext cx="632201" cy="641332"/>
                <a:chOff x="-2777700" y="2049775"/>
                <a:chExt cx="287325" cy="291475"/>
              </a:xfrm>
            </p:grpSpPr>
            <p:sp>
              <p:nvSpPr>
                <p:cNvPr id="1954" name="Google Shape;1954;p19"/>
                <p:cNvSpPr/>
                <p:nvPr/>
              </p:nvSpPr>
              <p:spPr>
                <a:xfrm>
                  <a:off x="-2777700" y="2049775"/>
                  <a:ext cx="287325" cy="291475"/>
                </a:xfrm>
                <a:custGeom>
                  <a:rect b="b" l="l" r="r" t="t"/>
                  <a:pathLst>
                    <a:path extrusionOk="0" h="11659" w="11493">
                      <a:moveTo>
                        <a:pt x="7121" y="662"/>
                      </a:moveTo>
                      <a:cubicBezTo>
                        <a:pt x="7341" y="662"/>
                        <a:pt x="7499" y="820"/>
                        <a:pt x="7499" y="1040"/>
                      </a:cubicBezTo>
                      <a:cubicBezTo>
                        <a:pt x="7499" y="1230"/>
                        <a:pt x="7341" y="1387"/>
                        <a:pt x="7121" y="1387"/>
                      </a:cubicBezTo>
                      <a:lnTo>
                        <a:pt x="4380" y="1387"/>
                      </a:lnTo>
                      <a:cubicBezTo>
                        <a:pt x="4191" y="1387"/>
                        <a:pt x="4033" y="1230"/>
                        <a:pt x="4033" y="1040"/>
                      </a:cubicBezTo>
                      <a:cubicBezTo>
                        <a:pt x="4033" y="820"/>
                        <a:pt x="4191" y="662"/>
                        <a:pt x="4380" y="662"/>
                      </a:cubicBezTo>
                      <a:close/>
                      <a:moveTo>
                        <a:pt x="6774" y="2049"/>
                      </a:moveTo>
                      <a:lnTo>
                        <a:pt x="6774" y="4285"/>
                      </a:lnTo>
                      <a:cubicBezTo>
                        <a:pt x="6774" y="4412"/>
                        <a:pt x="6774" y="4443"/>
                        <a:pt x="7499" y="5514"/>
                      </a:cubicBezTo>
                      <a:lnTo>
                        <a:pt x="3970" y="5514"/>
                      </a:lnTo>
                      <a:cubicBezTo>
                        <a:pt x="4758" y="4412"/>
                        <a:pt x="4726" y="4443"/>
                        <a:pt x="4726" y="4348"/>
                      </a:cubicBezTo>
                      <a:lnTo>
                        <a:pt x="4726" y="2049"/>
                      </a:lnTo>
                      <a:close/>
                      <a:moveTo>
                        <a:pt x="8003" y="6176"/>
                      </a:moveTo>
                      <a:cubicBezTo>
                        <a:pt x="8696" y="7215"/>
                        <a:pt x="9578" y="8507"/>
                        <a:pt x="10177" y="9389"/>
                      </a:cubicBezTo>
                      <a:cubicBezTo>
                        <a:pt x="10649" y="10082"/>
                        <a:pt x="10177" y="10996"/>
                        <a:pt x="9294" y="10996"/>
                      </a:cubicBezTo>
                      <a:lnTo>
                        <a:pt x="2206" y="10996"/>
                      </a:lnTo>
                      <a:cubicBezTo>
                        <a:pt x="1387" y="10996"/>
                        <a:pt x="914" y="10051"/>
                        <a:pt x="1387" y="9389"/>
                      </a:cubicBezTo>
                      <a:cubicBezTo>
                        <a:pt x="1859" y="8665"/>
                        <a:pt x="2804" y="7341"/>
                        <a:pt x="3561" y="6176"/>
                      </a:cubicBezTo>
                      <a:close/>
                      <a:moveTo>
                        <a:pt x="4380" y="1"/>
                      </a:moveTo>
                      <a:cubicBezTo>
                        <a:pt x="3813" y="1"/>
                        <a:pt x="3340" y="473"/>
                        <a:pt x="3340" y="1040"/>
                      </a:cubicBezTo>
                      <a:cubicBezTo>
                        <a:pt x="3340" y="1513"/>
                        <a:pt x="3655" y="1860"/>
                        <a:pt x="4065" y="2017"/>
                      </a:cubicBezTo>
                      <a:lnTo>
                        <a:pt x="4065" y="4222"/>
                      </a:lnTo>
                      <a:cubicBezTo>
                        <a:pt x="3718" y="4790"/>
                        <a:pt x="1198" y="8413"/>
                        <a:pt x="788" y="8980"/>
                      </a:cubicBezTo>
                      <a:cubicBezTo>
                        <a:pt x="1" y="10114"/>
                        <a:pt x="820" y="11658"/>
                        <a:pt x="2206" y="11658"/>
                      </a:cubicBezTo>
                      <a:lnTo>
                        <a:pt x="9294" y="11658"/>
                      </a:lnTo>
                      <a:cubicBezTo>
                        <a:pt x="9308" y="11658"/>
                        <a:pt x="9322" y="11658"/>
                        <a:pt x="9335" y="11658"/>
                      </a:cubicBezTo>
                      <a:cubicBezTo>
                        <a:pt x="10697" y="11658"/>
                        <a:pt x="11492" y="10103"/>
                        <a:pt x="10712" y="9011"/>
                      </a:cubicBezTo>
                      <a:cubicBezTo>
                        <a:pt x="10271" y="8444"/>
                        <a:pt x="7845" y="4853"/>
                        <a:pt x="7499" y="4254"/>
                      </a:cubicBezTo>
                      <a:lnTo>
                        <a:pt x="7499" y="1986"/>
                      </a:lnTo>
                      <a:cubicBezTo>
                        <a:pt x="7877" y="1828"/>
                        <a:pt x="8160" y="1450"/>
                        <a:pt x="8160" y="1040"/>
                      </a:cubicBezTo>
                      <a:cubicBezTo>
                        <a:pt x="8160" y="473"/>
                        <a:pt x="7688" y="1"/>
                        <a:pt x="712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55" name="Google Shape;1955;p19"/>
                <p:cNvSpPr/>
                <p:nvPr/>
              </p:nvSpPr>
              <p:spPr>
                <a:xfrm>
                  <a:off x="-2694200" y="2221475"/>
                  <a:ext cx="69325" cy="68550"/>
                </a:xfrm>
                <a:custGeom>
                  <a:rect b="b" l="l" r="r" t="t"/>
                  <a:pathLst>
                    <a:path extrusionOk="0" h="2742" w="2773">
                      <a:moveTo>
                        <a:pt x="1386" y="694"/>
                      </a:moveTo>
                      <a:cubicBezTo>
                        <a:pt x="1733" y="694"/>
                        <a:pt x="2048" y="1009"/>
                        <a:pt x="2048" y="1356"/>
                      </a:cubicBezTo>
                      <a:cubicBezTo>
                        <a:pt x="2048" y="1765"/>
                        <a:pt x="1764" y="2049"/>
                        <a:pt x="1386" y="2049"/>
                      </a:cubicBezTo>
                      <a:cubicBezTo>
                        <a:pt x="1008" y="2049"/>
                        <a:pt x="725" y="1702"/>
                        <a:pt x="725" y="1356"/>
                      </a:cubicBezTo>
                      <a:cubicBezTo>
                        <a:pt x="725" y="978"/>
                        <a:pt x="1040" y="694"/>
                        <a:pt x="1386" y="694"/>
                      </a:cubicBezTo>
                      <a:close/>
                      <a:moveTo>
                        <a:pt x="1386" y="1"/>
                      </a:moveTo>
                      <a:cubicBezTo>
                        <a:pt x="630" y="1"/>
                        <a:pt x="0" y="631"/>
                        <a:pt x="0" y="1356"/>
                      </a:cubicBezTo>
                      <a:cubicBezTo>
                        <a:pt x="0" y="2112"/>
                        <a:pt x="630" y="2742"/>
                        <a:pt x="1386" y="2742"/>
                      </a:cubicBezTo>
                      <a:cubicBezTo>
                        <a:pt x="2142" y="2742"/>
                        <a:pt x="2772" y="2112"/>
                        <a:pt x="2772" y="1356"/>
                      </a:cubicBezTo>
                      <a:cubicBezTo>
                        <a:pt x="2772" y="631"/>
                        <a:pt x="2142" y="1"/>
                        <a:pt x="138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56" name="Google Shape;1956;p19"/>
                <p:cNvSpPr/>
                <p:nvPr/>
              </p:nvSpPr>
              <p:spPr>
                <a:xfrm>
                  <a:off x="-2608350" y="2255350"/>
                  <a:ext cx="51200" cy="51225"/>
                </a:xfrm>
                <a:custGeom>
                  <a:rect b="b" l="l" r="r" t="t"/>
                  <a:pathLst>
                    <a:path extrusionOk="0" h="2049" w="2048">
                      <a:moveTo>
                        <a:pt x="1040" y="694"/>
                      </a:moveTo>
                      <a:cubicBezTo>
                        <a:pt x="1229" y="694"/>
                        <a:pt x="1386" y="851"/>
                        <a:pt x="1386" y="1040"/>
                      </a:cubicBezTo>
                      <a:cubicBezTo>
                        <a:pt x="1386" y="1229"/>
                        <a:pt x="1229" y="1387"/>
                        <a:pt x="1040" y="1387"/>
                      </a:cubicBezTo>
                      <a:cubicBezTo>
                        <a:pt x="819" y="1387"/>
                        <a:pt x="693" y="1229"/>
                        <a:pt x="693" y="1040"/>
                      </a:cubicBezTo>
                      <a:cubicBezTo>
                        <a:pt x="693" y="851"/>
                        <a:pt x="819" y="694"/>
                        <a:pt x="1040" y="694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0" y="473"/>
                        <a:pt x="0" y="1040"/>
                      </a:cubicBezTo>
                      <a:cubicBezTo>
                        <a:pt x="0" y="1576"/>
                        <a:pt x="473" y="2048"/>
                        <a:pt x="1040" y="2048"/>
                      </a:cubicBezTo>
                      <a:cubicBezTo>
                        <a:pt x="1575" y="2048"/>
                        <a:pt x="2048" y="1576"/>
                        <a:pt x="2048" y="1040"/>
                      </a:cubicBezTo>
                      <a:cubicBezTo>
                        <a:pt x="2048" y="473"/>
                        <a:pt x="1575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57" name="Google Shape;1957;p19"/>
              <p:cNvGrpSpPr/>
              <p:nvPr/>
            </p:nvGrpSpPr>
            <p:grpSpPr>
              <a:xfrm>
                <a:off x="6173767" y="1886754"/>
                <a:ext cx="643038" cy="639572"/>
                <a:chOff x="-4211975" y="2046625"/>
                <a:chExt cx="292250" cy="290675"/>
              </a:xfrm>
            </p:grpSpPr>
            <p:sp>
              <p:nvSpPr>
                <p:cNvPr id="1958" name="Google Shape;1958;p19"/>
                <p:cNvSpPr/>
                <p:nvPr/>
              </p:nvSpPr>
              <p:spPr>
                <a:xfrm>
                  <a:off x="-4211975" y="2081300"/>
                  <a:ext cx="256025" cy="256000"/>
                </a:xfrm>
                <a:custGeom>
                  <a:rect b="b" l="l" r="r" t="t"/>
                  <a:pathLst>
                    <a:path extrusionOk="0" h="10240" w="10241">
                      <a:moveTo>
                        <a:pt x="4758" y="693"/>
                      </a:moveTo>
                      <a:lnTo>
                        <a:pt x="4758" y="5167"/>
                      </a:lnTo>
                      <a:cubicBezTo>
                        <a:pt x="4758" y="5356"/>
                        <a:pt x="4916" y="5513"/>
                        <a:pt x="5105" y="5513"/>
                      </a:cubicBezTo>
                      <a:lnTo>
                        <a:pt x="9578" y="5513"/>
                      </a:lnTo>
                      <a:cubicBezTo>
                        <a:pt x="9358" y="7813"/>
                        <a:pt x="7436" y="9609"/>
                        <a:pt x="5105" y="9609"/>
                      </a:cubicBezTo>
                      <a:cubicBezTo>
                        <a:pt x="2679" y="9609"/>
                        <a:pt x="663" y="7593"/>
                        <a:pt x="663" y="5167"/>
                      </a:cubicBezTo>
                      <a:cubicBezTo>
                        <a:pt x="663" y="2835"/>
                        <a:pt x="2490" y="914"/>
                        <a:pt x="4758" y="693"/>
                      </a:cubicBezTo>
                      <a:close/>
                      <a:moveTo>
                        <a:pt x="5105" y="0"/>
                      </a:moveTo>
                      <a:cubicBezTo>
                        <a:pt x="2269" y="0"/>
                        <a:pt x="1" y="2300"/>
                        <a:pt x="1" y="5104"/>
                      </a:cubicBezTo>
                      <a:cubicBezTo>
                        <a:pt x="1" y="7939"/>
                        <a:pt x="2269" y="10239"/>
                        <a:pt x="5105" y="10239"/>
                      </a:cubicBezTo>
                      <a:cubicBezTo>
                        <a:pt x="7940" y="10239"/>
                        <a:pt x="10240" y="7939"/>
                        <a:pt x="10240" y="5104"/>
                      </a:cubicBezTo>
                      <a:cubicBezTo>
                        <a:pt x="10240" y="4978"/>
                        <a:pt x="10083" y="4820"/>
                        <a:pt x="9925" y="4820"/>
                      </a:cubicBezTo>
                      <a:lnTo>
                        <a:pt x="5483" y="4820"/>
                      </a:lnTo>
                      <a:lnTo>
                        <a:pt x="5483" y="347"/>
                      </a:lnTo>
                      <a:cubicBezTo>
                        <a:pt x="5483" y="158"/>
                        <a:pt x="5325" y="0"/>
                        <a:pt x="510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59" name="Google Shape;1959;p19"/>
                <p:cNvSpPr/>
                <p:nvPr/>
              </p:nvSpPr>
              <p:spPr>
                <a:xfrm>
                  <a:off x="-4057600" y="2046625"/>
                  <a:ext cx="137875" cy="137875"/>
                </a:xfrm>
                <a:custGeom>
                  <a:rect b="b" l="l" r="r" t="t"/>
                  <a:pathLst>
                    <a:path extrusionOk="0" h="5515" w="5515">
                      <a:moveTo>
                        <a:pt x="663" y="694"/>
                      </a:moveTo>
                      <a:cubicBezTo>
                        <a:pt x="2836" y="851"/>
                        <a:pt x="4601" y="2616"/>
                        <a:pt x="4758" y="4790"/>
                      </a:cubicBezTo>
                      <a:lnTo>
                        <a:pt x="663" y="4790"/>
                      </a:lnTo>
                      <a:lnTo>
                        <a:pt x="663" y="694"/>
                      </a:lnTo>
                      <a:close/>
                      <a:moveTo>
                        <a:pt x="348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lnTo>
                        <a:pt x="1" y="5168"/>
                      </a:lnTo>
                      <a:cubicBezTo>
                        <a:pt x="1" y="5357"/>
                        <a:pt x="158" y="5514"/>
                        <a:pt x="348" y="5514"/>
                      </a:cubicBezTo>
                      <a:lnTo>
                        <a:pt x="5168" y="5514"/>
                      </a:lnTo>
                      <a:cubicBezTo>
                        <a:pt x="5357" y="5514"/>
                        <a:pt x="5514" y="5357"/>
                        <a:pt x="5514" y="5168"/>
                      </a:cubicBezTo>
                      <a:cubicBezTo>
                        <a:pt x="5483" y="3750"/>
                        <a:pt x="4979" y="2490"/>
                        <a:pt x="3971" y="1513"/>
                      </a:cubicBezTo>
                      <a:cubicBezTo>
                        <a:pt x="2994" y="536"/>
                        <a:pt x="1734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60" name="Google Shape;1960;p19"/>
              <p:cNvSpPr/>
              <p:nvPr/>
            </p:nvSpPr>
            <p:spPr>
              <a:xfrm>
                <a:off x="10331675" y="1884054"/>
                <a:ext cx="608328" cy="644743"/>
              </a:xfrm>
              <a:custGeom>
                <a:rect b="b" l="l" r="r" t="t"/>
                <a:pathLst>
                  <a:path extrusionOk="0" h="11721" w="11059">
                    <a:moveTo>
                      <a:pt x="1418" y="693"/>
                    </a:moveTo>
                    <a:lnTo>
                      <a:pt x="1418" y="1387"/>
                    </a:lnTo>
                    <a:lnTo>
                      <a:pt x="725" y="1387"/>
                    </a:lnTo>
                    <a:lnTo>
                      <a:pt x="725" y="693"/>
                    </a:lnTo>
                    <a:close/>
                    <a:moveTo>
                      <a:pt x="9011" y="693"/>
                    </a:moveTo>
                    <a:lnTo>
                      <a:pt x="9011" y="1387"/>
                    </a:lnTo>
                    <a:lnTo>
                      <a:pt x="8349" y="1387"/>
                    </a:lnTo>
                    <a:lnTo>
                      <a:pt x="8349" y="693"/>
                    </a:lnTo>
                    <a:close/>
                    <a:moveTo>
                      <a:pt x="7656" y="1324"/>
                    </a:moveTo>
                    <a:lnTo>
                      <a:pt x="7656" y="1670"/>
                    </a:lnTo>
                    <a:cubicBezTo>
                      <a:pt x="7656" y="1891"/>
                      <a:pt x="7813" y="2048"/>
                      <a:pt x="8034" y="2048"/>
                    </a:cubicBezTo>
                    <a:lnTo>
                      <a:pt x="8381" y="2048"/>
                    </a:lnTo>
                    <a:lnTo>
                      <a:pt x="8381" y="4222"/>
                    </a:lnTo>
                    <a:cubicBezTo>
                      <a:pt x="8255" y="4253"/>
                      <a:pt x="8160" y="4316"/>
                      <a:pt x="8034" y="4411"/>
                    </a:cubicBezTo>
                    <a:cubicBezTo>
                      <a:pt x="7845" y="4243"/>
                      <a:pt x="7614" y="4159"/>
                      <a:pt x="7369" y="4159"/>
                    </a:cubicBezTo>
                    <a:cubicBezTo>
                      <a:pt x="7246" y="4159"/>
                      <a:pt x="7120" y="4180"/>
                      <a:pt x="6994" y="4222"/>
                    </a:cubicBezTo>
                    <a:lnTo>
                      <a:pt x="6994" y="3088"/>
                    </a:lnTo>
                    <a:cubicBezTo>
                      <a:pt x="6994" y="2552"/>
                      <a:pt x="6522" y="2080"/>
                      <a:pt x="5986" y="2080"/>
                    </a:cubicBezTo>
                    <a:cubicBezTo>
                      <a:pt x="5419" y="2080"/>
                      <a:pt x="4947" y="2552"/>
                      <a:pt x="4947" y="3088"/>
                    </a:cubicBezTo>
                    <a:lnTo>
                      <a:pt x="4947" y="6459"/>
                    </a:lnTo>
                    <a:lnTo>
                      <a:pt x="4789" y="6301"/>
                    </a:lnTo>
                    <a:cubicBezTo>
                      <a:pt x="4600" y="6097"/>
                      <a:pt x="4340" y="5994"/>
                      <a:pt x="4076" y="5994"/>
                    </a:cubicBezTo>
                    <a:cubicBezTo>
                      <a:pt x="3812" y="5994"/>
                      <a:pt x="3545" y="6097"/>
                      <a:pt x="3340" y="6301"/>
                    </a:cubicBezTo>
                    <a:cubicBezTo>
                      <a:pt x="2962" y="6679"/>
                      <a:pt x="2962" y="7341"/>
                      <a:pt x="3340" y="7751"/>
                    </a:cubicBezTo>
                    <a:lnTo>
                      <a:pt x="3812" y="8223"/>
                    </a:lnTo>
                    <a:lnTo>
                      <a:pt x="2111" y="8223"/>
                    </a:lnTo>
                    <a:lnTo>
                      <a:pt x="2111" y="7908"/>
                    </a:lnTo>
                    <a:cubicBezTo>
                      <a:pt x="2111" y="7719"/>
                      <a:pt x="1954" y="7561"/>
                      <a:pt x="1765" y="7561"/>
                    </a:cubicBezTo>
                    <a:lnTo>
                      <a:pt x="1418" y="7561"/>
                    </a:lnTo>
                    <a:lnTo>
                      <a:pt x="1418" y="2048"/>
                    </a:lnTo>
                    <a:lnTo>
                      <a:pt x="1765" y="2048"/>
                    </a:lnTo>
                    <a:cubicBezTo>
                      <a:pt x="1954" y="2048"/>
                      <a:pt x="2111" y="1891"/>
                      <a:pt x="2111" y="1670"/>
                    </a:cubicBezTo>
                    <a:lnTo>
                      <a:pt x="2111" y="1324"/>
                    </a:lnTo>
                    <a:close/>
                    <a:moveTo>
                      <a:pt x="1418" y="8255"/>
                    </a:moveTo>
                    <a:lnTo>
                      <a:pt x="1418" y="8948"/>
                    </a:lnTo>
                    <a:lnTo>
                      <a:pt x="725" y="8948"/>
                    </a:lnTo>
                    <a:lnTo>
                      <a:pt x="725" y="8255"/>
                    </a:lnTo>
                    <a:close/>
                    <a:moveTo>
                      <a:pt x="5955" y="2836"/>
                    </a:moveTo>
                    <a:cubicBezTo>
                      <a:pt x="6144" y="2836"/>
                      <a:pt x="6301" y="2993"/>
                      <a:pt x="6301" y="3182"/>
                    </a:cubicBezTo>
                    <a:lnTo>
                      <a:pt x="6301" y="6616"/>
                    </a:lnTo>
                    <a:cubicBezTo>
                      <a:pt x="6301" y="6805"/>
                      <a:pt x="6459" y="6963"/>
                      <a:pt x="6648" y="6963"/>
                    </a:cubicBezTo>
                    <a:cubicBezTo>
                      <a:pt x="6837" y="6963"/>
                      <a:pt x="6994" y="6805"/>
                      <a:pt x="6994" y="6616"/>
                    </a:cubicBezTo>
                    <a:lnTo>
                      <a:pt x="6994" y="5230"/>
                    </a:lnTo>
                    <a:cubicBezTo>
                      <a:pt x="6994" y="5041"/>
                      <a:pt x="7152" y="4884"/>
                      <a:pt x="7372" y="4884"/>
                    </a:cubicBezTo>
                    <a:cubicBezTo>
                      <a:pt x="7561" y="4884"/>
                      <a:pt x="7719" y="5041"/>
                      <a:pt x="7719" y="5230"/>
                    </a:cubicBezTo>
                    <a:lnTo>
                      <a:pt x="7719" y="6616"/>
                    </a:lnTo>
                    <a:cubicBezTo>
                      <a:pt x="7719" y="6805"/>
                      <a:pt x="7876" y="6963"/>
                      <a:pt x="8066" y="6963"/>
                    </a:cubicBezTo>
                    <a:cubicBezTo>
                      <a:pt x="8255" y="6963"/>
                      <a:pt x="8412" y="6805"/>
                      <a:pt x="8412" y="6616"/>
                    </a:cubicBezTo>
                    <a:lnTo>
                      <a:pt x="8412" y="5230"/>
                    </a:lnTo>
                    <a:cubicBezTo>
                      <a:pt x="8412" y="5041"/>
                      <a:pt x="8570" y="4884"/>
                      <a:pt x="8790" y="4884"/>
                    </a:cubicBezTo>
                    <a:cubicBezTo>
                      <a:pt x="8979" y="4884"/>
                      <a:pt x="9137" y="5041"/>
                      <a:pt x="9137" y="5230"/>
                    </a:cubicBezTo>
                    <a:lnTo>
                      <a:pt x="9137" y="6616"/>
                    </a:lnTo>
                    <a:cubicBezTo>
                      <a:pt x="9137" y="6805"/>
                      <a:pt x="9294" y="6963"/>
                      <a:pt x="9483" y="6963"/>
                    </a:cubicBezTo>
                    <a:cubicBezTo>
                      <a:pt x="9672" y="6963"/>
                      <a:pt x="9830" y="6805"/>
                      <a:pt x="9830" y="6616"/>
                    </a:cubicBezTo>
                    <a:lnTo>
                      <a:pt x="9830" y="5955"/>
                    </a:lnTo>
                    <a:cubicBezTo>
                      <a:pt x="9704" y="5703"/>
                      <a:pt x="9861" y="5545"/>
                      <a:pt x="10019" y="5545"/>
                    </a:cubicBezTo>
                    <a:cubicBezTo>
                      <a:pt x="10239" y="5545"/>
                      <a:pt x="10397" y="5703"/>
                      <a:pt x="10397" y="5892"/>
                    </a:cubicBezTo>
                    <a:lnTo>
                      <a:pt x="10397" y="7057"/>
                    </a:lnTo>
                    <a:cubicBezTo>
                      <a:pt x="10397" y="8003"/>
                      <a:pt x="10176" y="8885"/>
                      <a:pt x="9830" y="9672"/>
                    </a:cubicBezTo>
                    <a:lnTo>
                      <a:pt x="6144" y="9672"/>
                    </a:lnTo>
                    <a:lnTo>
                      <a:pt x="3812" y="7372"/>
                    </a:lnTo>
                    <a:cubicBezTo>
                      <a:pt x="3686" y="7246"/>
                      <a:pt x="3686" y="6994"/>
                      <a:pt x="3812" y="6900"/>
                    </a:cubicBezTo>
                    <a:cubicBezTo>
                      <a:pt x="3875" y="6837"/>
                      <a:pt x="3962" y="6805"/>
                      <a:pt x="4049" y="6805"/>
                    </a:cubicBezTo>
                    <a:cubicBezTo>
                      <a:pt x="4135" y="6805"/>
                      <a:pt x="4222" y="6837"/>
                      <a:pt x="4285" y="6900"/>
                    </a:cubicBezTo>
                    <a:lnTo>
                      <a:pt x="5010" y="7593"/>
                    </a:lnTo>
                    <a:cubicBezTo>
                      <a:pt x="5075" y="7659"/>
                      <a:pt x="5163" y="7690"/>
                      <a:pt x="5251" y="7690"/>
                    </a:cubicBezTo>
                    <a:cubicBezTo>
                      <a:pt x="5415" y="7690"/>
                      <a:pt x="5577" y="7578"/>
                      <a:pt x="5577" y="7372"/>
                    </a:cubicBezTo>
                    <a:lnTo>
                      <a:pt x="5577" y="3182"/>
                    </a:lnTo>
                    <a:cubicBezTo>
                      <a:pt x="5577" y="2993"/>
                      <a:pt x="5734" y="2836"/>
                      <a:pt x="5955" y="2836"/>
                    </a:cubicBezTo>
                    <a:close/>
                    <a:moveTo>
                      <a:pt x="9672" y="10302"/>
                    </a:moveTo>
                    <a:lnTo>
                      <a:pt x="9672" y="10680"/>
                    </a:lnTo>
                    <a:cubicBezTo>
                      <a:pt x="9704" y="10869"/>
                      <a:pt x="9546" y="11027"/>
                      <a:pt x="9357" y="11027"/>
                    </a:cubicBezTo>
                    <a:lnTo>
                      <a:pt x="6616" y="11027"/>
                    </a:lnTo>
                    <a:cubicBezTo>
                      <a:pt x="6396" y="11027"/>
                      <a:pt x="6238" y="10869"/>
                      <a:pt x="6238" y="10680"/>
                    </a:cubicBezTo>
                    <a:lnTo>
                      <a:pt x="6238" y="10302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22"/>
                      <a:pt x="158" y="2080"/>
                      <a:pt x="347" y="2080"/>
                    </a:cubicBezTo>
                    <a:lnTo>
                      <a:pt x="693" y="2080"/>
                    </a:lnTo>
                    <a:lnTo>
                      <a:pt x="693" y="7593"/>
                    </a:lnTo>
                    <a:lnTo>
                      <a:pt x="347" y="7593"/>
                    </a:lnTo>
                    <a:cubicBezTo>
                      <a:pt x="158" y="7593"/>
                      <a:pt x="0" y="7751"/>
                      <a:pt x="0" y="7940"/>
                    </a:cubicBezTo>
                    <a:lnTo>
                      <a:pt x="0" y="9326"/>
                    </a:lnTo>
                    <a:cubicBezTo>
                      <a:pt x="0" y="9515"/>
                      <a:pt x="158" y="9672"/>
                      <a:pt x="347" y="9672"/>
                    </a:cubicBezTo>
                    <a:lnTo>
                      <a:pt x="1733" y="9672"/>
                    </a:lnTo>
                    <a:cubicBezTo>
                      <a:pt x="1922" y="9672"/>
                      <a:pt x="2080" y="9515"/>
                      <a:pt x="2080" y="9326"/>
                    </a:cubicBezTo>
                    <a:lnTo>
                      <a:pt x="2080" y="8979"/>
                    </a:lnTo>
                    <a:lnTo>
                      <a:pt x="4442" y="8979"/>
                    </a:lnTo>
                    <a:lnTo>
                      <a:pt x="5577" y="10113"/>
                    </a:lnTo>
                    <a:lnTo>
                      <a:pt x="5577" y="10712"/>
                    </a:lnTo>
                    <a:cubicBezTo>
                      <a:pt x="5577" y="11248"/>
                      <a:pt x="6049" y="11720"/>
                      <a:pt x="6616" y="11720"/>
                    </a:cubicBezTo>
                    <a:lnTo>
                      <a:pt x="9357" y="11720"/>
                    </a:lnTo>
                    <a:cubicBezTo>
                      <a:pt x="9924" y="11720"/>
                      <a:pt x="10397" y="11248"/>
                      <a:pt x="10397" y="10712"/>
                    </a:cubicBezTo>
                    <a:lnTo>
                      <a:pt x="10397" y="10113"/>
                    </a:lnTo>
                    <a:cubicBezTo>
                      <a:pt x="10806" y="9200"/>
                      <a:pt x="11058" y="8160"/>
                      <a:pt x="11058" y="7026"/>
                    </a:cubicBezTo>
                    <a:lnTo>
                      <a:pt x="11058" y="5892"/>
                    </a:lnTo>
                    <a:cubicBezTo>
                      <a:pt x="11058" y="5325"/>
                      <a:pt x="10617" y="4884"/>
                      <a:pt x="10019" y="4884"/>
                    </a:cubicBezTo>
                    <a:cubicBezTo>
                      <a:pt x="9924" y="4884"/>
                      <a:pt x="9767" y="4915"/>
                      <a:pt x="9641" y="4947"/>
                    </a:cubicBezTo>
                    <a:cubicBezTo>
                      <a:pt x="9546" y="4632"/>
                      <a:pt x="9326" y="4379"/>
                      <a:pt x="9011" y="4253"/>
                    </a:cubicBezTo>
                    <a:lnTo>
                      <a:pt x="9011" y="2080"/>
                    </a:lnTo>
                    <a:lnTo>
                      <a:pt x="9357" y="2080"/>
                    </a:lnTo>
                    <a:cubicBezTo>
                      <a:pt x="9546" y="2080"/>
                      <a:pt x="9735" y="1922"/>
                      <a:pt x="9735" y="1733"/>
                    </a:cubicBezTo>
                    <a:lnTo>
                      <a:pt x="9735" y="347"/>
                    </a:lnTo>
                    <a:cubicBezTo>
                      <a:pt x="9735" y="158"/>
                      <a:pt x="9546" y="0"/>
                      <a:pt x="9357" y="0"/>
                    </a:cubicBezTo>
                    <a:lnTo>
                      <a:pt x="7971" y="0"/>
                    </a:lnTo>
                    <a:cubicBezTo>
                      <a:pt x="7782" y="0"/>
                      <a:pt x="7624" y="158"/>
                      <a:pt x="7624" y="347"/>
                    </a:cubicBezTo>
                    <a:lnTo>
                      <a:pt x="7624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2" y="0"/>
                      <a:pt x="1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61" name="Google Shape;1961;p19"/>
              <p:cNvGrpSpPr/>
              <p:nvPr/>
            </p:nvGrpSpPr>
            <p:grpSpPr>
              <a:xfrm>
                <a:off x="2875235" y="1885901"/>
                <a:ext cx="644743" cy="641277"/>
                <a:chOff x="-5635200" y="2037975"/>
                <a:chExt cx="293025" cy="291450"/>
              </a:xfrm>
            </p:grpSpPr>
            <p:sp>
              <p:nvSpPr>
                <p:cNvPr id="1962" name="Google Shape;1962;p19"/>
                <p:cNvSpPr/>
                <p:nvPr/>
              </p:nvSpPr>
              <p:spPr>
                <a:xfrm>
                  <a:off x="-5635200" y="2037975"/>
                  <a:ext cx="293025" cy="291450"/>
                </a:xfrm>
                <a:custGeom>
                  <a:rect b="b" l="l" r="r" t="t"/>
                  <a:pathLst>
                    <a:path extrusionOk="0" h="11658" w="11721">
                      <a:moveTo>
                        <a:pt x="2395" y="725"/>
                      </a:moveTo>
                      <a:cubicBezTo>
                        <a:pt x="2930" y="725"/>
                        <a:pt x="3403" y="1197"/>
                        <a:pt x="3403" y="1733"/>
                      </a:cubicBezTo>
                      <a:cubicBezTo>
                        <a:pt x="3403" y="2300"/>
                        <a:pt x="2930" y="2773"/>
                        <a:pt x="2395" y="2773"/>
                      </a:cubicBezTo>
                      <a:cubicBezTo>
                        <a:pt x="1828" y="2773"/>
                        <a:pt x="1355" y="2300"/>
                        <a:pt x="1355" y="1733"/>
                      </a:cubicBezTo>
                      <a:cubicBezTo>
                        <a:pt x="1355" y="1197"/>
                        <a:pt x="1828" y="725"/>
                        <a:pt x="2395" y="725"/>
                      </a:cubicBezTo>
                      <a:close/>
                      <a:moveTo>
                        <a:pt x="10303" y="725"/>
                      </a:moveTo>
                      <a:lnTo>
                        <a:pt x="10303" y="6585"/>
                      </a:lnTo>
                      <a:lnTo>
                        <a:pt x="10334" y="6585"/>
                      </a:lnTo>
                      <a:cubicBezTo>
                        <a:pt x="10334" y="6774"/>
                        <a:pt x="10177" y="6931"/>
                        <a:pt x="9988" y="6931"/>
                      </a:cubicBezTo>
                      <a:lnTo>
                        <a:pt x="4789" y="6931"/>
                      </a:lnTo>
                      <a:lnTo>
                        <a:pt x="4789" y="5167"/>
                      </a:lnTo>
                      <a:cubicBezTo>
                        <a:pt x="4789" y="4253"/>
                        <a:pt x="4285" y="3434"/>
                        <a:pt x="3498" y="3025"/>
                      </a:cubicBezTo>
                      <a:cubicBezTo>
                        <a:pt x="3844" y="2710"/>
                        <a:pt x="4096" y="2237"/>
                        <a:pt x="4096" y="1733"/>
                      </a:cubicBezTo>
                      <a:cubicBezTo>
                        <a:pt x="4096" y="1355"/>
                        <a:pt x="3970" y="977"/>
                        <a:pt x="3718" y="725"/>
                      </a:cubicBezTo>
                      <a:close/>
                      <a:moveTo>
                        <a:pt x="2710" y="3466"/>
                      </a:moveTo>
                      <a:cubicBezTo>
                        <a:pt x="3498" y="3623"/>
                        <a:pt x="4096" y="4316"/>
                        <a:pt x="4096" y="5167"/>
                      </a:cubicBezTo>
                      <a:lnTo>
                        <a:pt x="4096" y="7246"/>
                      </a:lnTo>
                      <a:cubicBezTo>
                        <a:pt x="4128" y="7435"/>
                        <a:pt x="3970" y="7593"/>
                        <a:pt x="3750" y="7593"/>
                      </a:cubicBezTo>
                      <a:cubicBezTo>
                        <a:pt x="3561" y="7593"/>
                        <a:pt x="3403" y="7750"/>
                        <a:pt x="3403" y="7971"/>
                      </a:cubicBezTo>
                      <a:lnTo>
                        <a:pt x="3403" y="10712"/>
                      </a:lnTo>
                      <a:cubicBezTo>
                        <a:pt x="3403" y="10901"/>
                        <a:pt x="3246" y="11058"/>
                        <a:pt x="3056" y="11058"/>
                      </a:cubicBezTo>
                      <a:lnTo>
                        <a:pt x="1670" y="11058"/>
                      </a:lnTo>
                      <a:cubicBezTo>
                        <a:pt x="1481" y="11058"/>
                        <a:pt x="1324" y="10901"/>
                        <a:pt x="1324" y="10712"/>
                      </a:cubicBezTo>
                      <a:lnTo>
                        <a:pt x="1324" y="7971"/>
                      </a:lnTo>
                      <a:cubicBezTo>
                        <a:pt x="1324" y="7750"/>
                        <a:pt x="1166" y="7593"/>
                        <a:pt x="977" y="7593"/>
                      </a:cubicBezTo>
                      <a:cubicBezTo>
                        <a:pt x="788" y="7593"/>
                        <a:pt x="631" y="7435"/>
                        <a:pt x="631" y="7246"/>
                      </a:cubicBezTo>
                      <a:lnTo>
                        <a:pt x="631" y="5167"/>
                      </a:lnTo>
                      <a:cubicBezTo>
                        <a:pt x="631" y="4316"/>
                        <a:pt x="1198" y="3623"/>
                        <a:pt x="1985" y="3466"/>
                      </a:cubicBezTo>
                      <a:lnTo>
                        <a:pt x="1985" y="5829"/>
                      </a:lnTo>
                      <a:cubicBezTo>
                        <a:pt x="1985" y="6018"/>
                        <a:pt x="2143" y="6175"/>
                        <a:pt x="2363" y="6175"/>
                      </a:cubicBezTo>
                      <a:cubicBezTo>
                        <a:pt x="2552" y="6175"/>
                        <a:pt x="2710" y="6018"/>
                        <a:pt x="2710" y="5829"/>
                      </a:cubicBezTo>
                      <a:lnTo>
                        <a:pt x="2710" y="3466"/>
                      </a:lnTo>
                      <a:close/>
                      <a:moveTo>
                        <a:pt x="2395" y="0"/>
                      </a:moveTo>
                      <a:cubicBezTo>
                        <a:pt x="1450" y="0"/>
                        <a:pt x="694" y="756"/>
                        <a:pt x="694" y="1702"/>
                      </a:cubicBezTo>
                      <a:cubicBezTo>
                        <a:pt x="694" y="2206"/>
                        <a:pt x="946" y="2678"/>
                        <a:pt x="1292" y="2993"/>
                      </a:cubicBezTo>
                      <a:cubicBezTo>
                        <a:pt x="536" y="3403"/>
                        <a:pt x="1" y="4222"/>
                        <a:pt x="1" y="5136"/>
                      </a:cubicBezTo>
                      <a:lnTo>
                        <a:pt x="1" y="7215"/>
                      </a:lnTo>
                      <a:cubicBezTo>
                        <a:pt x="1" y="7656"/>
                        <a:pt x="253" y="8034"/>
                        <a:pt x="662" y="8192"/>
                      </a:cubicBezTo>
                      <a:lnTo>
                        <a:pt x="662" y="10649"/>
                      </a:lnTo>
                      <a:cubicBezTo>
                        <a:pt x="662" y="11184"/>
                        <a:pt x="1135" y="11657"/>
                        <a:pt x="1670" y="11657"/>
                      </a:cubicBezTo>
                      <a:lnTo>
                        <a:pt x="3056" y="11657"/>
                      </a:lnTo>
                      <a:cubicBezTo>
                        <a:pt x="3624" y="11657"/>
                        <a:pt x="4096" y="11184"/>
                        <a:pt x="4096" y="10649"/>
                      </a:cubicBezTo>
                      <a:lnTo>
                        <a:pt x="4096" y="8192"/>
                      </a:lnTo>
                      <a:cubicBezTo>
                        <a:pt x="4348" y="8065"/>
                        <a:pt x="4600" y="7876"/>
                        <a:pt x="4726" y="7561"/>
                      </a:cubicBezTo>
                      <a:lnTo>
                        <a:pt x="9988" y="7561"/>
                      </a:lnTo>
                      <a:cubicBezTo>
                        <a:pt x="10555" y="7561"/>
                        <a:pt x="11027" y="7089"/>
                        <a:pt x="11027" y="6553"/>
                      </a:cubicBezTo>
                      <a:lnTo>
                        <a:pt x="11027" y="662"/>
                      </a:lnTo>
                      <a:lnTo>
                        <a:pt x="11374" y="662"/>
                      </a:lnTo>
                      <a:cubicBezTo>
                        <a:pt x="11563" y="662"/>
                        <a:pt x="11720" y="504"/>
                        <a:pt x="11720" y="315"/>
                      </a:cubicBezTo>
                      <a:cubicBezTo>
                        <a:pt x="11720" y="158"/>
                        <a:pt x="11563" y="0"/>
                        <a:pt x="1137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63" name="Google Shape;1963;p19"/>
                <p:cNvSpPr/>
                <p:nvPr/>
              </p:nvSpPr>
              <p:spPr>
                <a:xfrm>
                  <a:off x="-5496575" y="2072625"/>
                  <a:ext cx="102425" cy="102425"/>
                </a:xfrm>
                <a:custGeom>
                  <a:rect b="b" l="l" r="r" t="t"/>
                  <a:pathLst>
                    <a:path extrusionOk="0" h="4097" w="4097">
                      <a:moveTo>
                        <a:pt x="2395" y="725"/>
                      </a:moveTo>
                      <a:cubicBezTo>
                        <a:pt x="2867" y="851"/>
                        <a:pt x="3245" y="1229"/>
                        <a:pt x="3371" y="1733"/>
                      </a:cubicBezTo>
                      <a:lnTo>
                        <a:pt x="2395" y="1733"/>
                      </a:lnTo>
                      <a:lnTo>
                        <a:pt x="2395" y="725"/>
                      </a:lnTo>
                      <a:close/>
                      <a:moveTo>
                        <a:pt x="1733" y="757"/>
                      </a:moveTo>
                      <a:lnTo>
                        <a:pt x="1733" y="2080"/>
                      </a:lnTo>
                      <a:cubicBezTo>
                        <a:pt x="1733" y="2269"/>
                        <a:pt x="1891" y="2426"/>
                        <a:pt x="2080" y="2426"/>
                      </a:cubicBezTo>
                      <a:lnTo>
                        <a:pt x="3403" y="2426"/>
                      </a:lnTo>
                      <a:cubicBezTo>
                        <a:pt x="3245" y="3025"/>
                        <a:pt x="2741" y="3466"/>
                        <a:pt x="2080" y="3466"/>
                      </a:cubicBezTo>
                      <a:cubicBezTo>
                        <a:pt x="1324" y="3466"/>
                        <a:pt x="693" y="2836"/>
                        <a:pt x="693" y="2080"/>
                      </a:cubicBezTo>
                      <a:cubicBezTo>
                        <a:pt x="693" y="1418"/>
                        <a:pt x="1135" y="851"/>
                        <a:pt x="1733" y="757"/>
                      </a:cubicBezTo>
                      <a:close/>
                      <a:moveTo>
                        <a:pt x="2048" y="0"/>
                      </a:moveTo>
                      <a:cubicBezTo>
                        <a:pt x="883" y="0"/>
                        <a:pt x="0" y="914"/>
                        <a:pt x="0" y="2048"/>
                      </a:cubicBezTo>
                      <a:cubicBezTo>
                        <a:pt x="0" y="3182"/>
                        <a:pt x="946" y="4096"/>
                        <a:pt x="2048" y="4096"/>
                      </a:cubicBezTo>
                      <a:cubicBezTo>
                        <a:pt x="3182" y="4096"/>
                        <a:pt x="4096" y="3182"/>
                        <a:pt x="4096" y="2048"/>
                      </a:cubicBezTo>
                      <a:cubicBezTo>
                        <a:pt x="4096" y="914"/>
                        <a:pt x="3182" y="0"/>
                        <a:pt x="204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64" name="Google Shape;1964;p19"/>
              <p:cNvGrpSpPr/>
              <p:nvPr/>
            </p:nvGrpSpPr>
            <p:grpSpPr>
              <a:xfrm>
                <a:off x="6983677" y="1885901"/>
                <a:ext cx="644743" cy="641277"/>
                <a:chOff x="-3854375" y="2046625"/>
                <a:chExt cx="293025" cy="291450"/>
              </a:xfrm>
            </p:grpSpPr>
            <p:sp>
              <p:nvSpPr>
                <p:cNvPr id="1965" name="Google Shape;1965;p19"/>
                <p:cNvSpPr/>
                <p:nvPr/>
              </p:nvSpPr>
              <p:spPr>
                <a:xfrm>
                  <a:off x="-3854375" y="2046625"/>
                  <a:ext cx="293025" cy="291450"/>
                </a:xfrm>
                <a:custGeom>
                  <a:rect b="b" l="l" r="r" t="t"/>
                  <a:pathLst>
                    <a:path extrusionOk="0" h="11658" w="11721">
                      <a:moveTo>
                        <a:pt x="7624" y="694"/>
                      </a:moveTo>
                      <a:cubicBezTo>
                        <a:pt x="9515" y="694"/>
                        <a:pt x="11058" y="2206"/>
                        <a:pt x="11058" y="4096"/>
                      </a:cubicBezTo>
                      <a:cubicBezTo>
                        <a:pt x="11058" y="5987"/>
                        <a:pt x="9515" y="7530"/>
                        <a:pt x="7624" y="7530"/>
                      </a:cubicBezTo>
                      <a:cubicBezTo>
                        <a:pt x="5734" y="7530"/>
                        <a:pt x="4190" y="5987"/>
                        <a:pt x="4190" y="4096"/>
                      </a:cubicBezTo>
                      <a:cubicBezTo>
                        <a:pt x="4190" y="2206"/>
                        <a:pt x="5734" y="694"/>
                        <a:pt x="7624" y="694"/>
                      </a:cubicBezTo>
                      <a:close/>
                      <a:moveTo>
                        <a:pt x="3336" y="8066"/>
                      </a:moveTo>
                      <a:cubicBezTo>
                        <a:pt x="3426" y="8066"/>
                        <a:pt x="3513" y="8098"/>
                        <a:pt x="3560" y="8161"/>
                      </a:cubicBezTo>
                      <a:cubicBezTo>
                        <a:pt x="3686" y="8287"/>
                        <a:pt x="3686" y="8507"/>
                        <a:pt x="3560" y="8633"/>
                      </a:cubicBezTo>
                      <a:lnTo>
                        <a:pt x="1323" y="10870"/>
                      </a:lnTo>
                      <a:cubicBezTo>
                        <a:pt x="1260" y="10933"/>
                        <a:pt x="1174" y="10964"/>
                        <a:pt x="1087" y="10964"/>
                      </a:cubicBezTo>
                      <a:cubicBezTo>
                        <a:pt x="1001" y="10964"/>
                        <a:pt x="914" y="10933"/>
                        <a:pt x="851" y="10870"/>
                      </a:cubicBezTo>
                      <a:cubicBezTo>
                        <a:pt x="725" y="10744"/>
                        <a:pt x="725" y="10523"/>
                        <a:pt x="851" y="10397"/>
                      </a:cubicBezTo>
                      <a:lnTo>
                        <a:pt x="3088" y="8161"/>
                      </a:lnTo>
                      <a:cubicBezTo>
                        <a:pt x="3151" y="8098"/>
                        <a:pt x="3245" y="8066"/>
                        <a:pt x="3336" y="8066"/>
                      </a:cubicBezTo>
                      <a:close/>
                      <a:moveTo>
                        <a:pt x="7624" y="1"/>
                      </a:moveTo>
                      <a:cubicBezTo>
                        <a:pt x="5356" y="1"/>
                        <a:pt x="3529" y="1860"/>
                        <a:pt x="3529" y="4096"/>
                      </a:cubicBezTo>
                      <a:cubicBezTo>
                        <a:pt x="3529" y="5136"/>
                        <a:pt x="3875" y="6050"/>
                        <a:pt x="4505" y="6743"/>
                      </a:cubicBezTo>
                      <a:lnTo>
                        <a:pt x="3812" y="7467"/>
                      </a:lnTo>
                      <a:cubicBezTo>
                        <a:pt x="3661" y="7386"/>
                        <a:pt x="3500" y="7347"/>
                        <a:pt x="3342" y="7347"/>
                      </a:cubicBezTo>
                      <a:cubicBezTo>
                        <a:pt x="3074" y="7347"/>
                        <a:pt x="2813" y="7458"/>
                        <a:pt x="2615" y="7656"/>
                      </a:cubicBezTo>
                      <a:lnTo>
                        <a:pt x="378" y="9893"/>
                      </a:lnTo>
                      <a:cubicBezTo>
                        <a:pt x="0" y="10271"/>
                        <a:pt x="0" y="10964"/>
                        <a:pt x="378" y="11343"/>
                      </a:cubicBezTo>
                      <a:cubicBezTo>
                        <a:pt x="567" y="11532"/>
                        <a:pt x="851" y="11658"/>
                        <a:pt x="1103" y="11658"/>
                      </a:cubicBezTo>
                      <a:cubicBezTo>
                        <a:pt x="1355" y="11658"/>
                        <a:pt x="1607" y="11532"/>
                        <a:pt x="1796" y="11343"/>
                      </a:cubicBezTo>
                      <a:lnTo>
                        <a:pt x="4033" y="9106"/>
                      </a:lnTo>
                      <a:cubicBezTo>
                        <a:pt x="4348" y="8791"/>
                        <a:pt x="4442" y="8318"/>
                        <a:pt x="4253" y="7909"/>
                      </a:cubicBezTo>
                      <a:lnTo>
                        <a:pt x="4947" y="7215"/>
                      </a:lnTo>
                      <a:cubicBezTo>
                        <a:pt x="5671" y="7814"/>
                        <a:pt x="6616" y="8192"/>
                        <a:pt x="7593" y="8192"/>
                      </a:cubicBezTo>
                      <a:cubicBezTo>
                        <a:pt x="9861" y="8192"/>
                        <a:pt x="11689" y="6333"/>
                        <a:pt x="11689" y="4096"/>
                      </a:cubicBezTo>
                      <a:cubicBezTo>
                        <a:pt x="11720" y="1828"/>
                        <a:pt x="9861" y="1"/>
                        <a:pt x="762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66" name="Google Shape;1966;p19"/>
                <p:cNvSpPr/>
                <p:nvPr/>
              </p:nvSpPr>
              <p:spPr>
                <a:xfrm>
                  <a:off x="-3714975" y="2080500"/>
                  <a:ext cx="103200" cy="119750"/>
                </a:xfrm>
                <a:custGeom>
                  <a:rect b="b" l="l" r="r" t="t"/>
                  <a:pathLst>
                    <a:path extrusionOk="0" h="4790" w="4128">
                      <a:moveTo>
                        <a:pt x="2048" y="694"/>
                      </a:moveTo>
                      <a:cubicBezTo>
                        <a:pt x="2458" y="694"/>
                        <a:pt x="2710" y="1009"/>
                        <a:pt x="2710" y="1387"/>
                      </a:cubicBezTo>
                      <a:cubicBezTo>
                        <a:pt x="2710" y="1765"/>
                        <a:pt x="2395" y="2048"/>
                        <a:pt x="2048" y="2048"/>
                      </a:cubicBezTo>
                      <a:cubicBezTo>
                        <a:pt x="1702" y="2048"/>
                        <a:pt x="1387" y="1733"/>
                        <a:pt x="1387" y="1387"/>
                      </a:cubicBezTo>
                      <a:cubicBezTo>
                        <a:pt x="1355" y="1009"/>
                        <a:pt x="1670" y="694"/>
                        <a:pt x="2048" y="694"/>
                      </a:cubicBezTo>
                      <a:close/>
                      <a:moveTo>
                        <a:pt x="2363" y="2741"/>
                      </a:moveTo>
                      <a:cubicBezTo>
                        <a:pt x="2931" y="2741"/>
                        <a:pt x="3403" y="3214"/>
                        <a:pt x="3403" y="3781"/>
                      </a:cubicBezTo>
                      <a:lnTo>
                        <a:pt x="3403" y="4128"/>
                      </a:lnTo>
                      <a:lnTo>
                        <a:pt x="662" y="4128"/>
                      </a:lnTo>
                      <a:lnTo>
                        <a:pt x="662" y="3781"/>
                      </a:lnTo>
                      <a:cubicBezTo>
                        <a:pt x="662" y="3214"/>
                        <a:pt x="1135" y="2741"/>
                        <a:pt x="1702" y="2741"/>
                      </a:cubicBezTo>
                      <a:close/>
                      <a:moveTo>
                        <a:pt x="2048" y="1"/>
                      </a:moveTo>
                      <a:cubicBezTo>
                        <a:pt x="1292" y="1"/>
                        <a:pt x="662" y="631"/>
                        <a:pt x="662" y="1387"/>
                      </a:cubicBezTo>
                      <a:cubicBezTo>
                        <a:pt x="662" y="1702"/>
                        <a:pt x="788" y="2017"/>
                        <a:pt x="977" y="2237"/>
                      </a:cubicBezTo>
                      <a:cubicBezTo>
                        <a:pt x="410" y="2521"/>
                        <a:pt x="1" y="3119"/>
                        <a:pt x="1" y="3781"/>
                      </a:cubicBezTo>
                      <a:lnTo>
                        <a:pt x="1" y="4443"/>
                      </a:lnTo>
                      <a:cubicBezTo>
                        <a:pt x="1" y="4632"/>
                        <a:pt x="158" y="4789"/>
                        <a:pt x="347" y="4789"/>
                      </a:cubicBezTo>
                      <a:lnTo>
                        <a:pt x="3781" y="4789"/>
                      </a:lnTo>
                      <a:cubicBezTo>
                        <a:pt x="3970" y="4789"/>
                        <a:pt x="4128" y="4632"/>
                        <a:pt x="4128" y="4443"/>
                      </a:cubicBezTo>
                      <a:lnTo>
                        <a:pt x="4128" y="3781"/>
                      </a:lnTo>
                      <a:cubicBezTo>
                        <a:pt x="4096" y="3119"/>
                        <a:pt x="3718" y="2521"/>
                        <a:pt x="3120" y="2237"/>
                      </a:cubicBezTo>
                      <a:cubicBezTo>
                        <a:pt x="3309" y="2017"/>
                        <a:pt x="3435" y="1733"/>
                        <a:pt x="3435" y="1387"/>
                      </a:cubicBezTo>
                      <a:cubicBezTo>
                        <a:pt x="3435" y="631"/>
                        <a:pt x="2805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67" name="Google Shape;1967;p19"/>
              <p:cNvSpPr/>
              <p:nvPr/>
            </p:nvSpPr>
            <p:spPr>
              <a:xfrm>
                <a:off x="11151816" y="1962933"/>
                <a:ext cx="642983" cy="486981"/>
              </a:xfrm>
              <a:custGeom>
                <a:rect b="b" l="l" r="r" t="t"/>
                <a:pathLst>
                  <a:path extrusionOk="0" h="8853" w="11689">
                    <a:moveTo>
                      <a:pt x="1040" y="2709"/>
                    </a:moveTo>
                    <a:cubicBezTo>
                      <a:pt x="1229" y="2709"/>
                      <a:pt x="1386" y="2867"/>
                      <a:pt x="1386" y="3056"/>
                    </a:cubicBezTo>
                    <a:lnTo>
                      <a:pt x="1386" y="5828"/>
                    </a:lnTo>
                    <a:cubicBezTo>
                      <a:pt x="1386" y="6017"/>
                      <a:pt x="1229" y="6175"/>
                      <a:pt x="1040" y="6175"/>
                    </a:cubicBezTo>
                    <a:cubicBezTo>
                      <a:pt x="819" y="6175"/>
                      <a:pt x="662" y="6017"/>
                      <a:pt x="662" y="5828"/>
                    </a:cubicBezTo>
                    <a:lnTo>
                      <a:pt x="662" y="3056"/>
                    </a:lnTo>
                    <a:cubicBezTo>
                      <a:pt x="662" y="2867"/>
                      <a:pt x="819" y="2709"/>
                      <a:pt x="1040" y="2709"/>
                    </a:cubicBezTo>
                    <a:close/>
                    <a:moveTo>
                      <a:pt x="9641" y="1449"/>
                    </a:moveTo>
                    <a:lnTo>
                      <a:pt x="9641" y="7435"/>
                    </a:lnTo>
                    <a:lnTo>
                      <a:pt x="2079" y="5545"/>
                    </a:lnTo>
                    <a:lnTo>
                      <a:pt x="2079" y="3340"/>
                    </a:lnTo>
                    <a:lnTo>
                      <a:pt x="9641" y="1449"/>
                    </a:lnTo>
                    <a:close/>
                    <a:moveTo>
                      <a:pt x="3466" y="6616"/>
                    </a:moveTo>
                    <a:lnTo>
                      <a:pt x="6112" y="7278"/>
                    </a:lnTo>
                    <a:cubicBezTo>
                      <a:pt x="5954" y="7845"/>
                      <a:pt x="5450" y="8223"/>
                      <a:pt x="4820" y="8223"/>
                    </a:cubicBezTo>
                    <a:cubicBezTo>
                      <a:pt x="4064" y="8223"/>
                      <a:pt x="3434" y="7593"/>
                      <a:pt x="3434" y="6837"/>
                    </a:cubicBezTo>
                    <a:cubicBezTo>
                      <a:pt x="3434" y="6774"/>
                      <a:pt x="3434" y="6679"/>
                      <a:pt x="3466" y="6616"/>
                    </a:cubicBezTo>
                    <a:close/>
                    <a:moveTo>
                      <a:pt x="10680" y="662"/>
                    </a:moveTo>
                    <a:cubicBezTo>
                      <a:pt x="10869" y="662"/>
                      <a:pt x="11027" y="819"/>
                      <a:pt x="11027" y="1008"/>
                    </a:cubicBezTo>
                    <a:lnTo>
                      <a:pt x="11027" y="7876"/>
                    </a:lnTo>
                    <a:cubicBezTo>
                      <a:pt x="11027" y="8065"/>
                      <a:pt x="10869" y="8223"/>
                      <a:pt x="10680" y="8223"/>
                    </a:cubicBezTo>
                    <a:cubicBezTo>
                      <a:pt x="10491" y="8223"/>
                      <a:pt x="10334" y="8065"/>
                      <a:pt x="10334" y="7876"/>
                    </a:cubicBezTo>
                    <a:lnTo>
                      <a:pt x="10334" y="1008"/>
                    </a:lnTo>
                    <a:cubicBezTo>
                      <a:pt x="10334" y="819"/>
                      <a:pt x="10491" y="662"/>
                      <a:pt x="10680" y="662"/>
                    </a:cubicBezTo>
                    <a:close/>
                    <a:moveTo>
                      <a:pt x="10680" y="0"/>
                    </a:moveTo>
                    <a:cubicBezTo>
                      <a:pt x="10208" y="0"/>
                      <a:pt x="9798" y="315"/>
                      <a:pt x="9704" y="756"/>
                    </a:cubicBezTo>
                    <a:lnTo>
                      <a:pt x="1985" y="2678"/>
                    </a:lnTo>
                    <a:cubicBezTo>
                      <a:pt x="1827" y="2331"/>
                      <a:pt x="1449" y="2048"/>
                      <a:pt x="1040" y="2048"/>
                    </a:cubicBezTo>
                    <a:cubicBezTo>
                      <a:pt x="473" y="2048"/>
                      <a:pt x="0" y="2520"/>
                      <a:pt x="0" y="3056"/>
                    </a:cubicBezTo>
                    <a:lnTo>
                      <a:pt x="0" y="5828"/>
                    </a:lnTo>
                    <a:cubicBezTo>
                      <a:pt x="0" y="6364"/>
                      <a:pt x="473" y="6837"/>
                      <a:pt x="1040" y="6837"/>
                    </a:cubicBezTo>
                    <a:cubicBezTo>
                      <a:pt x="1449" y="6837"/>
                      <a:pt x="1827" y="6616"/>
                      <a:pt x="1985" y="6206"/>
                    </a:cubicBezTo>
                    <a:lnTo>
                      <a:pt x="2804" y="6427"/>
                    </a:lnTo>
                    <a:cubicBezTo>
                      <a:pt x="2772" y="6522"/>
                      <a:pt x="2772" y="6679"/>
                      <a:pt x="2772" y="6805"/>
                    </a:cubicBezTo>
                    <a:cubicBezTo>
                      <a:pt x="2772" y="7939"/>
                      <a:pt x="3655" y="8853"/>
                      <a:pt x="4820" y="8853"/>
                    </a:cubicBezTo>
                    <a:cubicBezTo>
                      <a:pt x="5324" y="8853"/>
                      <a:pt x="5828" y="8664"/>
                      <a:pt x="6175" y="8317"/>
                    </a:cubicBezTo>
                    <a:cubicBezTo>
                      <a:pt x="6459" y="8065"/>
                      <a:pt x="6648" y="7719"/>
                      <a:pt x="6774" y="7341"/>
                    </a:cubicBezTo>
                    <a:lnTo>
                      <a:pt x="9704" y="8065"/>
                    </a:lnTo>
                    <a:cubicBezTo>
                      <a:pt x="9798" y="8506"/>
                      <a:pt x="10208" y="8821"/>
                      <a:pt x="10680" y="8821"/>
                    </a:cubicBezTo>
                    <a:cubicBezTo>
                      <a:pt x="11216" y="8821"/>
                      <a:pt x="11688" y="8349"/>
                      <a:pt x="11688" y="7782"/>
                    </a:cubicBezTo>
                    <a:lnTo>
                      <a:pt x="11688" y="945"/>
                    </a:lnTo>
                    <a:cubicBezTo>
                      <a:pt x="11688" y="473"/>
                      <a:pt x="11279" y="0"/>
                      <a:pt x="10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68" name="Google Shape;1968;p19"/>
              <p:cNvGrpSpPr/>
              <p:nvPr/>
            </p:nvGrpSpPr>
            <p:grpSpPr>
              <a:xfrm>
                <a:off x="3710871" y="1885059"/>
                <a:ext cx="643038" cy="642983"/>
                <a:chOff x="-5276050" y="2037975"/>
                <a:chExt cx="292250" cy="292225"/>
              </a:xfrm>
            </p:grpSpPr>
            <p:sp>
              <p:nvSpPr>
                <p:cNvPr id="1969" name="Google Shape;1969;p19"/>
                <p:cNvSpPr/>
                <p:nvPr/>
              </p:nvSpPr>
              <p:spPr>
                <a:xfrm>
                  <a:off x="-5102775" y="2211250"/>
                  <a:ext cx="51225" cy="49650"/>
                </a:xfrm>
                <a:custGeom>
                  <a:rect b="b" l="l" r="r" t="t"/>
                  <a:pathLst>
                    <a:path extrusionOk="0" h="1986" w="2049">
                      <a:moveTo>
                        <a:pt x="343" y="0"/>
                      </a:moveTo>
                      <a:cubicBezTo>
                        <a:pt x="253" y="0"/>
                        <a:pt x="158" y="32"/>
                        <a:pt x="95" y="95"/>
                      </a:cubicBezTo>
                      <a:cubicBezTo>
                        <a:pt x="1" y="189"/>
                        <a:pt x="1" y="441"/>
                        <a:pt x="95" y="536"/>
                      </a:cubicBezTo>
                      <a:lnTo>
                        <a:pt x="536" y="977"/>
                      </a:lnTo>
                      <a:lnTo>
                        <a:pt x="95" y="1418"/>
                      </a:lnTo>
                      <a:cubicBezTo>
                        <a:pt x="1" y="1544"/>
                        <a:pt x="1" y="1765"/>
                        <a:pt x="95" y="1891"/>
                      </a:cubicBezTo>
                      <a:cubicBezTo>
                        <a:pt x="158" y="1954"/>
                        <a:pt x="253" y="1985"/>
                        <a:pt x="343" y="1985"/>
                      </a:cubicBezTo>
                      <a:cubicBezTo>
                        <a:pt x="434" y="1985"/>
                        <a:pt x="521" y="1954"/>
                        <a:pt x="568" y="1891"/>
                      </a:cubicBezTo>
                      <a:lnTo>
                        <a:pt x="1009" y="1450"/>
                      </a:lnTo>
                      <a:lnTo>
                        <a:pt x="1450" y="1891"/>
                      </a:lnTo>
                      <a:cubicBezTo>
                        <a:pt x="1513" y="1954"/>
                        <a:pt x="1600" y="1985"/>
                        <a:pt x="1686" y="1985"/>
                      </a:cubicBezTo>
                      <a:cubicBezTo>
                        <a:pt x="1773" y="1985"/>
                        <a:pt x="1860" y="1954"/>
                        <a:pt x="1923" y="1891"/>
                      </a:cubicBezTo>
                      <a:cubicBezTo>
                        <a:pt x="2049" y="1765"/>
                        <a:pt x="2049" y="1544"/>
                        <a:pt x="1923" y="1418"/>
                      </a:cubicBezTo>
                      <a:lnTo>
                        <a:pt x="1482" y="977"/>
                      </a:lnTo>
                      <a:lnTo>
                        <a:pt x="1923" y="536"/>
                      </a:lnTo>
                      <a:cubicBezTo>
                        <a:pt x="2049" y="441"/>
                        <a:pt x="2049" y="189"/>
                        <a:pt x="1923" y="95"/>
                      </a:cubicBezTo>
                      <a:cubicBezTo>
                        <a:pt x="1860" y="32"/>
                        <a:pt x="1773" y="0"/>
                        <a:pt x="1686" y="0"/>
                      </a:cubicBezTo>
                      <a:cubicBezTo>
                        <a:pt x="1600" y="0"/>
                        <a:pt x="1513" y="32"/>
                        <a:pt x="1450" y="95"/>
                      </a:cubicBezTo>
                      <a:lnTo>
                        <a:pt x="1009" y="504"/>
                      </a:lnTo>
                      <a:lnTo>
                        <a:pt x="568" y="95"/>
                      </a:lnTo>
                      <a:cubicBezTo>
                        <a:pt x="521" y="32"/>
                        <a:pt x="434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0" name="Google Shape;1970;p19"/>
                <p:cNvSpPr/>
                <p:nvPr/>
              </p:nvSpPr>
              <p:spPr>
                <a:xfrm>
                  <a:off x="-5224050" y="2107875"/>
                  <a:ext cx="51200" cy="49825"/>
                </a:xfrm>
                <a:custGeom>
                  <a:rect b="b" l="l" r="r" t="t"/>
                  <a:pathLst>
                    <a:path extrusionOk="0" h="1993" w="2048">
                      <a:moveTo>
                        <a:pt x="351" y="0"/>
                      </a:moveTo>
                      <a:cubicBezTo>
                        <a:pt x="260" y="0"/>
                        <a:pt x="173" y="24"/>
                        <a:pt x="126" y="71"/>
                      </a:cubicBezTo>
                      <a:cubicBezTo>
                        <a:pt x="0" y="197"/>
                        <a:pt x="0" y="449"/>
                        <a:pt x="126" y="544"/>
                      </a:cubicBezTo>
                      <a:lnTo>
                        <a:pt x="536" y="985"/>
                      </a:lnTo>
                      <a:lnTo>
                        <a:pt x="126" y="1426"/>
                      </a:lnTo>
                      <a:cubicBezTo>
                        <a:pt x="0" y="1552"/>
                        <a:pt x="0" y="1772"/>
                        <a:pt x="126" y="1898"/>
                      </a:cubicBezTo>
                      <a:cubicBezTo>
                        <a:pt x="173" y="1961"/>
                        <a:pt x="260" y="1993"/>
                        <a:pt x="351" y="1993"/>
                      </a:cubicBezTo>
                      <a:cubicBezTo>
                        <a:pt x="441" y="1993"/>
                        <a:pt x="536" y="1961"/>
                        <a:pt x="599" y="1898"/>
                      </a:cubicBezTo>
                      <a:lnTo>
                        <a:pt x="1008" y="1457"/>
                      </a:lnTo>
                      <a:lnTo>
                        <a:pt x="1449" y="1898"/>
                      </a:lnTo>
                      <a:cubicBezTo>
                        <a:pt x="1512" y="1961"/>
                        <a:pt x="1599" y="1993"/>
                        <a:pt x="1686" y="1993"/>
                      </a:cubicBezTo>
                      <a:cubicBezTo>
                        <a:pt x="1772" y="1993"/>
                        <a:pt x="1859" y="1961"/>
                        <a:pt x="1922" y="1898"/>
                      </a:cubicBezTo>
                      <a:cubicBezTo>
                        <a:pt x="2048" y="1772"/>
                        <a:pt x="2048" y="1520"/>
                        <a:pt x="1922" y="1426"/>
                      </a:cubicBezTo>
                      <a:lnTo>
                        <a:pt x="1481" y="985"/>
                      </a:lnTo>
                      <a:lnTo>
                        <a:pt x="1922" y="544"/>
                      </a:lnTo>
                      <a:cubicBezTo>
                        <a:pt x="2048" y="449"/>
                        <a:pt x="2048" y="197"/>
                        <a:pt x="1922" y="71"/>
                      </a:cubicBezTo>
                      <a:cubicBezTo>
                        <a:pt x="1875" y="24"/>
                        <a:pt x="1788" y="0"/>
                        <a:pt x="1697" y="0"/>
                      </a:cubicBezTo>
                      <a:cubicBezTo>
                        <a:pt x="1607" y="0"/>
                        <a:pt x="1512" y="24"/>
                        <a:pt x="1449" y="71"/>
                      </a:cubicBezTo>
                      <a:lnTo>
                        <a:pt x="1008" y="512"/>
                      </a:lnTo>
                      <a:lnTo>
                        <a:pt x="599" y="71"/>
                      </a:lnTo>
                      <a:cubicBezTo>
                        <a:pt x="536" y="24"/>
                        <a:pt x="441" y="0"/>
                        <a:pt x="35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1" name="Google Shape;1971;p19"/>
                <p:cNvSpPr/>
                <p:nvPr/>
              </p:nvSpPr>
              <p:spPr>
                <a:xfrm>
                  <a:off x="-5276050" y="2037975"/>
                  <a:ext cx="292250" cy="292225"/>
                </a:xfrm>
                <a:custGeom>
                  <a:rect b="b" l="l" r="r" t="t"/>
                  <a:pathLst>
                    <a:path extrusionOk="0" h="11689" w="11690">
                      <a:moveTo>
                        <a:pt x="10334" y="3119"/>
                      </a:moveTo>
                      <a:cubicBezTo>
                        <a:pt x="10712" y="3119"/>
                        <a:pt x="11028" y="3403"/>
                        <a:pt x="11028" y="3781"/>
                      </a:cubicBezTo>
                      <a:cubicBezTo>
                        <a:pt x="11028" y="4190"/>
                        <a:pt x="10712" y="4442"/>
                        <a:pt x="10334" y="4442"/>
                      </a:cubicBezTo>
                      <a:cubicBezTo>
                        <a:pt x="9956" y="4442"/>
                        <a:pt x="9673" y="4127"/>
                        <a:pt x="9673" y="3781"/>
                      </a:cubicBezTo>
                      <a:cubicBezTo>
                        <a:pt x="9673" y="3403"/>
                        <a:pt x="9988" y="3119"/>
                        <a:pt x="10334" y="3119"/>
                      </a:cubicBezTo>
                      <a:close/>
                      <a:moveTo>
                        <a:pt x="4443" y="7593"/>
                      </a:moveTo>
                      <a:cubicBezTo>
                        <a:pt x="4853" y="7593"/>
                        <a:pt x="5105" y="7908"/>
                        <a:pt x="5105" y="8255"/>
                      </a:cubicBezTo>
                      <a:cubicBezTo>
                        <a:pt x="5105" y="8664"/>
                        <a:pt x="4790" y="8948"/>
                        <a:pt x="4443" y="8948"/>
                      </a:cubicBezTo>
                      <a:cubicBezTo>
                        <a:pt x="4065" y="8948"/>
                        <a:pt x="3781" y="8633"/>
                        <a:pt x="3781" y="8255"/>
                      </a:cubicBezTo>
                      <a:cubicBezTo>
                        <a:pt x="3781" y="7876"/>
                        <a:pt x="4096" y="7593"/>
                        <a:pt x="4443" y="7593"/>
                      </a:cubicBezTo>
                      <a:close/>
                      <a:moveTo>
                        <a:pt x="5829" y="725"/>
                      </a:moveTo>
                      <a:cubicBezTo>
                        <a:pt x="7341" y="725"/>
                        <a:pt x="8822" y="1386"/>
                        <a:pt x="9799" y="2521"/>
                      </a:cubicBezTo>
                      <a:cubicBezTo>
                        <a:pt x="9326" y="2710"/>
                        <a:pt x="8980" y="3245"/>
                        <a:pt x="8980" y="3781"/>
                      </a:cubicBezTo>
                      <a:cubicBezTo>
                        <a:pt x="8980" y="3718"/>
                        <a:pt x="8917" y="3623"/>
                        <a:pt x="8885" y="3560"/>
                      </a:cubicBezTo>
                      <a:lnTo>
                        <a:pt x="8854" y="3497"/>
                      </a:lnTo>
                      <a:lnTo>
                        <a:pt x="8192" y="2836"/>
                      </a:lnTo>
                      <a:cubicBezTo>
                        <a:pt x="8129" y="2773"/>
                        <a:pt x="8035" y="2741"/>
                        <a:pt x="7944" y="2741"/>
                      </a:cubicBezTo>
                      <a:cubicBezTo>
                        <a:pt x="7853" y="2741"/>
                        <a:pt x="7767" y="2773"/>
                        <a:pt x="7719" y="2836"/>
                      </a:cubicBezTo>
                      <a:cubicBezTo>
                        <a:pt x="7593" y="2962"/>
                        <a:pt x="7593" y="3182"/>
                        <a:pt x="7719" y="3308"/>
                      </a:cubicBezTo>
                      <a:lnTo>
                        <a:pt x="7814" y="3434"/>
                      </a:lnTo>
                      <a:cubicBezTo>
                        <a:pt x="6869" y="3466"/>
                        <a:pt x="5987" y="3875"/>
                        <a:pt x="5262" y="4568"/>
                      </a:cubicBezTo>
                      <a:cubicBezTo>
                        <a:pt x="4600" y="5230"/>
                        <a:pt x="4254" y="6081"/>
                        <a:pt x="4159" y="6963"/>
                      </a:cubicBezTo>
                      <a:cubicBezTo>
                        <a:pt x="3561" y="7120"/>
                        <a:pt x="3151" y="7656"/>
                        <a:pt x="3151" y="8318"/>
                      </a:cubicBezTo>
                      <a:cubicBezTo>
                        <a:pt x="3151" y="9074"/>
                        <a:pt x="3781" y="9704"/>
                        <a:pt x="4506" y="9704"/>
                      </a:cubicBezTo>
                      <a:cubicBezTo>
                        <a:pt x="5262" y="9704"/>
                        <a:pt x="5892" y="9074"/>
                        <a:pt x="5892" y="8318"/>
                      </a:cubicBezTo>
                      <a:cubicBezTo>
                        <a:pt x="5892" y="7687"/>
                        <a:pt x="5451" y="7120"/>
                        <a:pt x="4884" y="6963"/>
                      </a:cubicBezTo>
                      <a:cubicBezTo>
                        <a:pt x="5042" y="5482"/>
                        <a:pt x="6302" y="4222"/>
                        <a:pt x="7814" y="4127"/>
                      </a:cubicBezTo>
                      <a:lnTo>
                        <a:pt x="7814" y="4127"/>
                      </a:lnTo>
                      <a:lnTo>
                        <a:pt x="7751" y="4222"/>
                      </a:lnTo>
                      <a:cubicBezTo>
                        <a:pt x="7625" y="4348"/>
                        <a:pt x="7625" y="4568"/>
                        <a:pt x="7751" y="4694"/>
                      </a:cubicBezTo>
                      <a:cubicBezTo>
                        <a:pt x="7814" y="4757"/>
                        <a:pt x="7901" y="4789"/>
                        <a:pt x="7987" y="4789"/>
                      </a:cubicBezTo>
                      <a:cubicBezTo>
                        <a:pt x="8074" y="4789"/>
                        <a:pt x="8161" y="4757"/>
                        <a:pt x="8224" y="4694"/>
                      </a:cubicBezTo>
                      <a:lnTo>
                        <a:pt x="8885" y="4033"/>
                      </a:lnTo>
                      <a:cubicBezTo>
                        <a:pt x="8980" y="3938"/>
                        <a:pt x="9011" y="3875"/>
                        <a:pt x="9011" y="3781"/>
                      </a:cubicBezTo>
                      <a:cubicBezTo>
                        <a:pt x="9011" y="4537"/>
                        <a:pt x="9641" y="5167"/>
                        <a:pt x="10397" y="5167"/>
                      </a:cubicBezTo>
                      <a:cubicBezTo>
                        <a:pt x="10618" y="5167"/>
                        <a:pt x="10807" y="5136"/>
                        <a:pt x="11028" y="5010"/>
                      </a:cubicBezTo>
                      <a:cubicBezTo>
                        <a:pt x="11059" y="5293"/>
                        <a:pt x="11091" y="5545"/>
                        <a:pt x="11091" y="5829"/>
                      </a:cubicBezTo>
                      <a:cubicBezTo>
                        <a:pt x="11028" y="8696"/>
                        <a:pt x="8696" y="11027"/>
                        <a:pt x="5829" y="11027"/>
                      </a:cubicBezTo>
                      <a:cubicBezTo>
                        <a:pt x="2994" y="11027"/>
                        <a:pt x="694" y="8696"/>
                        <a:pt x="694" y="5829"/>
                      </a:cubicBezTo>
                      <a:cubicBezTo>
                        <a:pt x="694" y="2993"/>
                        <a:pt x="2994" y="725"/>
                        <a:pt x="5829" y="725"/>
                      </a:cubicBezTo>
                      <a:close/>
                      <a:moveTo>
                        <a:pt x="5829" y="0"/>
                      </a:moveTo>
                      <a:cubicBezTo>
                        <a:pt x="2584" y="0"/>
                        <a:pt x="1" y="2615"/>
                        <a:pt x="1" y="5829"/>
                      </a:cubicBezTo>
                      <a:cubicBezTo>
                        <a:pt x="1" y="7404"/>
                        <a:pt x="599" y="8853"/>
                        <a:pt x="1702" y="9956"/>
                      </a:cubicBezTo>
                      <a:cubicBezTo>
                        <a:pt x="2773" y="11058"/>
                        <a:pt x="4254" y="11689"/>
                        <a:pt x="5829" y="11689"/>
                      </a:cubicBezTo>
                      <a:cubicBezTo>
                        <a:pt x="6617" y="11689"/>
                        <a:pt x="7341" y="11531"/>
                        <a:pt x="8098" y="11216"/>
                      </a:cubicBezTo>
                      <a:cubicBezTo>
                        <a:pt x="8822" y="10901"/>
                        <a:pt x="9452" y="10523"/>
                        <a:pt x="9956" y="9956"/>
                      </a:cubicBezTo>
                      <a:cubicBezTo>
                        <a:pt x="10492" y="9420"/>
                        <a:pt x="10901" y="8790"/>
                        <a:pt x="11217" y="8128"/>
                      </a:cubicBezTo>
                      <a:cubicBezTo>
                        <a:pt x="11532" y="7404"/>
                        <a:pt x="11689" y="6616"/>
                        <a:pt x="11689" y="5829"/>
                      </a:cubicBezTo>
                      <a:cubicBezTo>
                        <a:pt x="11689" y="5356"/>
                        <a:pt x="11658" y="4884"/>
                        <a:pt x="11532" y="4442"/>
                      </a:cubicBezTo>
                      <a:cubicBezTo>
                        <a:pt x="11595" y="4253"/>
                        <a:pt x="11689" y="4033"/>
                        <a:pt x="11689" y="3781"/>
                      </a:cubicBezTo>
                      <a:cubicBezTo>
                        <a:pt x="11689" y="3119"/>
                        <a:pt x="11217" y="2552"/>
                        <a:pt x="10586" y="2458"/>
                      </a:cubicBezTo>
                      <a:cubicBezTo>
                        <a:pt x="9484" y="945"/>
                        <a:pt x="7719" y="0"/>
                        <a:pt x="582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72" name="Google Shape;1972;p19"/>
              <p:cNvGrpSpPr/>
              <p:nvPr/>
            </p:nvGrpSpPr>
            <p:grpSpPr>
              <a:xfrm>
                <a:off x="7915203" y="1885901"/>
                <a:ext cx="493967" cy="641277"/>
                <a:chOff x="-3462150" y="2046625"/>
                <a:chExt cx="224500" cy="291450"/>
              </a:xfrm>
            </p:grpSpPr>
            <p:sp>
              <p:nvSpPr>
                <p:cNvPr id="1973" name="Google Shape;1973;p19"/>
                <p:cNvSpPr/>
                <p:nvPr/>
              </p:nvSpPr>
              <p:spPr>
                <a:xfrm>
                  <a:off x="-3425125" y="2253000"/>
                  <a:ext cx="51225" cy="50425"/>
                </a:xfrm>
                <a:custGeom>
                  <a:rect b="b" l="l" r="r" t="t"/>
                  <a:pathLst>
                    <a:path extrusionOk="0" h="2017" w="2049">
                      <a:moveTo>
                        <a:pt x="1009" y="662"/>
                      </a:moveTo>
                      <a:cubicBezTo>
                        <a:pt x="1198" y="662"/>
                        <a:pt x="1355" y="819"/>
                        <a:pt x="1355" y="1008"/>
                      </a:cubicBezTo>
                      <a:cubicBezTo>
                        <a:pt x="1355" y="1197"/>
                        <a:pt x="1166" y="1355"/>
                        <a:pt x="1009" y="1355"/>
                      </a:cubicBezTo>
                      <a:cubicBezTo>
                        <a:pt x="820" y="1355"/>
                        <a:pt x="662" y="1197"/>
                        <a:pt x="662" y="1008"/>
                      </a:cubicBezTo>
                      <a:cubicBezTo>
                        <a:pt x="662" y="819"/>
                        <a:pt x="820" y="662"/>
                        <a:pt x="1009" y="662"/>
                      </a:cubicBezTo>
                      <a:close/>
                      <a:moveTo>
                        <a:pt x="1009" y="0"/>
                      </a:moveTo>
                      <a:cubicBezTo>
                        <a:pt x="473" y="0"/>
                        <a:pt x="0" y="441"/>
                        <a:pt x="0" y="1008"/>
                      </a:cubicBezTo>
                      <a:cubicBezTo>
                        <a:pt x="0" y="1575"/>
                        <a:pt x="473" y="2016"/>
                        <a:pt x="1009" y="2016"/>
                      </a:cubicBezTo>
                      <a:cubicBezTo>
                        <a:pt x="1576" y="2016"/>
                        <a:pt x="2048" y="1575"/>
                        <a:pt x="2048" y="1008"/>
                      </a:cubicBezTo>
                      <a:cubicBezTo>
                        <a:pt x="2048" y="441"/>
                        <a:pt x="1576" y="0"/>
                        <a:pt x="100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4" name="Google Shape;1974;p19"/>
                <p:cNvSpPr/>
                <p:nvPr/>
              </p:nvSpPr>
              <p:spPr>
                <a:xfrm>
                  <a:off x="-3425125" y="2116725"/>
                  <a:ext cx="51225" cy="49650"/>
                </a:xfrm>
                <a:custGeom>
                  <a:rect b="b" l="l" r="r" t="t"/>
                  <a:pathLst>
                    <a:path extrusionOk="0" h="1986" w="2049">
                      <a:moveTo>
                        <a:pt x="343" y="1"/>
                      </a:moveTo>
                      <a:cubicBezTo>
                        <a:pt x="252" y="1"/>
                        <a:pt x="158" y="32"/>
                        <a:pt x="95" y="95"/>
                      </a:cubicBezTo>
                      <a:cubicBezTo>
                        <a:pt x="0" y="190"/>
                        <a:pt x="0" y="442"/>
                        <a:pt x="95" y="536"/>
                      </a:cubicBezTo>
                      <a:lnTo>
                        <a:pt x="536" y="977"/>
                      </a:lnTo>
                      <a:lnTo>
                        <a:pt x="95" y="1418"/>
                      </a:lnTo>
                      <a:cubicBezTo>
                        <a:pt x="0" y="1544"/>
                        <a:pt x="0" y="1765"/>
                        <a:pt x="95" y="1891"/>
                      </a:cubicBezTo>
                      <a:cubicBezTo>
                        <a:pt x="158" y="1954"/>
                        <a:pt x="252" y="1986"/>
                        <a:pt x="343" y="1986"/>
                      </a:cubicBezTo>
                      <a:cubicBezTo>
                        <a:pt x="434" y="1986"/>
                        <a:pt x="520" y="1954"/>
                        <a:pt x="568" y="1891"/>
                      </a:cubicBezTo>
                      <a:lnTo>
                        <a:pt x="1009" y="1450"/>
                      </a:lnTo>
                      <a:lnTo>
                        <a:pt x="1450" y="1891"/>
                      </a:lnTo>
                      <a:cubicBezTo>
                        <a:pt x="1513" y="1954"/>
                        <a:pt x="1599" y="1986"/>
                        <a:pt x="1686" y="1986"/>
                      </a:cubicBezTo>
                      <a:cubicBezTo>
                        <a:pt x="1773" y="1986"/>
                        <a:pt x="1859" y="1954"/>
                        <a:pt x="1922" y="1891"/>
                      </a:cubicBezTo>
                      <a:cubicBezTo>
                        <a:pt x="2048" y="1765"/>
                        <a:pt x="2048" y="1544"/>
                        <a:pt x="1922" y="1418"/>
                      </a:cubicBezTo>
                      <a:lnTo>
                        <a:pt x="1481" y="977"/>
                      </a:lnTo>
                      <a:lnTo>
                        <a:pt x="1922" y="536"/>
                      </a:lnTo>
                      <a:cubicBezTo>
                        <a:pt x="2048" y="442"/>
                        <a:pt x="2048" y="190"/>
                        <a:pt x="1922" y="95"/>
                      </a:cubicBezTo>
                      <a:cubicBezTo>
                        <a:pt x="1859" y="32"/>
                        <a:pt x="1773" y="1"/>
                        <a:pt x="1686" y="1"/>
                      </a:cubicBezTo>
                      <a:cubicBezTo>
                        <a:pt x="1599" y="1"/>
                        <a:pt x="1513" y="32"/>
                        <a:pt x="1450" y="95"/>
                      </a:cubicBezTo>
                      <a:lnTo>
                        <a:pt x="1009" y="505"/>
                      </a:lnTo>
                      <a:lnTo>
                        <a:pt x="568" y="95"/>
                      </a:lnTo>
                      <a:cubicBezTo>
                        <a:pt x="520" y="32"/>
                        <a:pt x="434" y="1"/>
                        <a:pt x="34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5" name="Google Shape;1975;p19"/>
                <p:cNvSpPr/>
                <p:nvPr/>
              </p:nvSpPr>
              <p:spPr>
                <a:xfrm>
                  <a:off x="-3425125" y="2185250"/>
                  <a:ext cx="51225" cy="49650"/>
                </a:xfrm>
                <a:custGeom>
                  <a:rect b="b" l="l" r="r" t="t"/>
                  <a:pathLst>
                    <a:path extrusionOk="0" h="1986" w="2049">
                      <a:moveTo>
                        <a:pt x="343" y="1"/>
                      </a:moveTo>
                      <a:cubicBezTo>
                        <a:pt x="252" y="1"/>
                        <a:pt x="158" y="32"/>
                        <a:pt x="95" y="95"/>
                      </a:cubicBezTo>
                      <a:cubicBezTo>
                        <a:pt x="0" y="221"/>
                        <a:pt x="0" y="442"/>
                        <a:pt x="95" y="568"/>
                      </a:cubicBezTo>
                      <a:lnTo>
                        <a:pt x="536" y="1009"/>
                      </a:lnTo>
                      <a:lnTo>
                        <a:pt x="95" y="1418"/>
                      </a:lnTo>
                      <a:cubicBezTo>
                        <a:pt x="0" y="1544"/>
                        <a:pt x="0" y="1796"/>
                        <a:pt x="95" y="1891"/>
                      </a:cubicBezTo>
                      <a:cubicBezTo>
                        <a:pt x="158" y="1954"/>
                        <a:pt x="252" y="1985"/>
                        <a:pt x="343" y="1985"/>
                      </a:cubicBezTo>
                      <a:cubicBezTo>
                        <a:pt x="434" y="1985"/>
                        <a:pt x="520" y="1954"/>
                        <a:pt x="568" y="1891"/>
                      </a:cubicBezTo>
                      <a:lnTo>
                        <a:pt x="1009" y="1481"/>
                      </a:lnTo>
                      <a:lnTo>
                        <a:pt x="1450" y="1891"/>
                      </a:lnTo>
                      <a:cubicBezTo>
                        <a:pt x="1513" y="1954"/>
                        <a:pt x="1599" y="1985"/>
                        <a:pt x="1686" y="1985"/>
                      </a:cubicBezTo>
                      <a:cubicBezTo>
                        <a:pt x="1773" y="1985"/>
                        <a:pt x="1859" y="1954"/>
                        <a:pt x="1922" y="1891"/>
                      </a:cubicBezTo>
                      <a:cubicBezTo>
                        <a:pt x="2048" y="1796"/>
                        <a:pt x="2048" y="1544"/>
                        <a:pt x="1922" y="1418"/>
                      </a:cubicBezTo>
                      <a:lnTo>
                        <a:pt x="1481" y="1009"/>
                      </a:lnTo>
                      <a:lnTo>
                        <a:pt x="1922" y="568"/>
                      </a:lnTo>
                      <a:cubicBezTo>
                        <a:pt x="2048" y="410"/>
                        <a:pt x="2048" y="221"/>
                        <a:pt x="1922" y="95"/>
                      </a:cubicBezTo>
                      <a:cubicBezTo>
                        <a:pt x="1859" y="32"/>
                        <a:pt x="1773" y="1"/>
                        <a:pt x="1686" y="1"/>
                      </a:cubicBezTo>
                      <a:cubicBezTo>
                        <a:pt x="1599" y="1"/>
                        <a:pt x="1513" y="32"/>
                        <a:pt x="1450" y="95"/>
                      </a:cubicBezTo>
                      <a:lnTo>
                        <a:pt x="1009" y="536"/>
                      </a:lnTo>
                      <a:lnTo>
                        <a:pt x="568" y="95"/>
                      </a:lnTo>
                      <a:cubicBezTo>
                        <a:pt x="520" y="32"/>
                        <a:pt x="434" y="1"/>
                        <a:pt x="34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6" name="Google Shape;1976;p19"/>
                <p:cNvSpPr/>
                <p:nvPr/>
              </p:nvSpPr>
              <p:spPr>
                <a:xfrm>
                  <a:off x="-3462150" y="2046625"/>
                  <a:ext cx="224500" cy="291450"/>
                </a:xfrm>
                <a:custGeom>
                  <a:rect b="b" l="l" r="r" t="t"/>
                  <a:pathLst>
                    <a:path extrusionOk="0" h="11658" w="8980">
                      <a:moveTo>
                        <a:pt x="5924" y="694"/>
                      </a:moveTo>
                      <a:cubicBezTo>
                        <a:pt x="6113" y="694"/>
                        <a:pt x="6270" y="851"/>
                        <a:pt x="6270" y="1040"/>
                      </a:cubicBezTo>
                      <a:cubicBezTo>
                        <a:pt x="6270" y="1229"/>
                        <a:pt x="6113" y="1387"/>
                        <a:pt x="5924" y="1387"/>
                      </a:cubicBezTo>
                      <a:lnTo>
                        <a:pt x="3151" y="1387"/>
                      </a:lnTo>
                      <a:cubicBezTo>
                        <a:pt x="2962" y="1387"/>
                        <a:pt x="2805" y="1229"/>
                        <a:pt x="2805" y="1040"/>
                      </a:cubicBezTo>
                      <a:cubicBezTo>
                        <a:pt x="2805" y="851"/>
                        <a:pt x="2962" y="694"/>
                        <a:pt x="3151" y="694"/>
                      </a:cubicBezTo>
                      <a:close/>
                      <a:moveTo>
                        <a:pt x="8034" y="1356"/>
                      </a:moveTo>
                      <a:cubicBezTo>
                        <a:pt x="8255" y="1356"/>
                        <a:pt x="8413" y="1513"/>
                        <a:pt x="8413" y="1702"/>
                      </a:cubicBezTo>
                      <a:lnTo>
                        <a:pt x="8413" y="10649"/>
                      </a:lnTo>
                      <a:lnTo>
                        <a:pt x="8287" y="10649"/>
                      </a:lnTo>
                      <a:cubicBezTo>
                        <a:pt x="8287" y="10838"/>
                        <a:pt x="8129" y="10996"/>
                        <a:pt x="7940" y="10996"/>
                      </a:cubicBezTo>
                      <a:lnTo>
                        <a:pt x="1103" y="10996"/>
                      </a:lnTo>
                      <a:cubicBezTo>
                        <a:pt x="914" y="10996"/>
                        <a:pt x="757" y="10838"/>
                        <a:pt x="757" y="10649"/>
                      </a:cubicBezTo>
                      <a:lnTo>
                        <a:pt x="757" y="1702"/>
                      </a:lnTo>
                      <a:cubicBezTo>
                        <a:pt x="757" y="1513"/>
                        <a:pt x="914" y="1356"/>
                        <a:pt x="1103" y="1356"/>
                      </a:cubicBezTo>
                      <a:lnTo>
                        <a:pt x="2206" y="1356"/>
                      </a:lnTo>
                      <a:cubicBezTo>
                        <a:pt x="2364" y="1734"/>
                        <a:pt x="2742" y="2017"/>
                        <a:pt x="3214" y="2017"/>
                      </a:cubicBezTo>
                      <a:lnTo>
                        <a:pt x="5955" y="2017"/>
                      </a:lnTo>
                      <a:cubicBezTo>
                        <a:pt x="6396" y="2017"/>
                        <a:pt x="6774" y="1734"/>
                        <a:pt x="6932" y="1356"/>
                      </a:cubicBezTo>
                      <a:close/>
                      <a:moveTo>
                        <a:pt x="3120" y="1"/>
                      </a:moveTo>
                      <a:cubicBezTo>
                        <a:pt x="2679" y="1"/>
                        <a:pt x="2301" y="284"/>
                        <a:pt x="2143" y="694"/>
                      </a:cubicBezTo>
                      <a:lnTo>
                        <a:pt x="1040" y="694"/>
                      </a:lnTo>
                      <a:cubicBezTo>
                        <a:pt x="473" y="694"/>
                        <a:pt x="1" y="1166"/>
                        <a:pt x="1" y="1702"/>
                      </a:cubicBezTo>
                      <a:lnTo>
                        <a:pt x="1" y="10649"/>
                      </a:lnTo>
                      <a:cubicBezTo>
                        <a:pt x="1" y="11185"/>
                        <a:pt x="473" y="11658"/>
                        <a:pt x="1040" y="11658"/>
                      </a:cubicBezTo>
                      <a:lnTo>
                        <a:pt x="7877" y="11658"/>
                      </a:lnTo>
                      <a:cubicBezTo>
                        <a:pt x="8444" y="11658"/>
                        <a:pt x="8917" y="11185"/>
                        <a:pt x="8917" y="10649"/>
                      </a:cubicBezTo>
                      <a:lnTo>
                        <a:pt x="8917" y="1702"/>
                      </a:lnTo>
                      <a:cubicBezTo>
                        <a:pt x="8980" y="1166"/>
                        <a:pt x="8507" y="694"/>
                        <a:pt x="7971" y="694"/>
                      </a:cubicBezTo>
                      <a:lnTo>
                        <a:pt x="6869" y="694"/>
                      </a:lnTo>
                      <a:cubicBezTo>
                        <a:pt x="6711" y="284"/>
                        <a:pt x="6365" y="1"/>
                        <a:pt x="58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7" name="Google Shape;1977;p19"/>
                <p:cNvSpPr/>
                <p:nvPr/>
              </p:nvSpPr>
              <p:spPr>
                <a:xfrm>
                  <a:off x="-3358175" y="2133275"/>
                  <a:ext cx="86650" cy="18125"/>
                </a:xfrm>
                <a:custGeom>
                  <a:rect b="b" l="l" r="r" t="t"/>
                  <a:pathLst>
                    <a:path extrusionOk="0" h="725" w="3466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78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3088" y="725"/>
                      </a:lnTo>
                      <a:cubicBezTo>
                        <a:pt x="3308" y="725"/>
                        <a:pt x="3466" y="567"/>
                        <a:pt x="3466" y="378"/>
                      </a:cubicBezTo>
                      <a:cubicBezTo>
                        <a:pt x="3466" y="158"/>
                        <a:pt x="3308" y="0"/>
                        <a:pt x="308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8" name="Google Shape;1978;p19"/>
                <p:cNvSpPr/>
                <p:nvPr/>
              </p:nvSpPr>
              <p:spPr>
                <a:xfrm>
                  <a:off x="-3358175" y="2201800"/>
                  <a:ext cx="86650" cy="17350"/>
                </a:xfrm>
                <a:custGeom>
                  <a:rect b="b" l="l" r="r" t="t"/>
                  <a:pathLst>
                    <a:path extrusionOk="0" h="694" w="3466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3088" y="693"/>
                      </a:lnTo>
                      <a:cubicBezTo>
                        <a:pt x="3308" y="693"/>
                        <a:pt x="3466" y="536"/>
                        <a:pt x="3466" y="347"/>
                      </a:cubicBezTo>
                      <a:cubicBezTo>
                        <a:pt x="3466" y="158"/>
                        <a:pt x="3308" y="0"/>
                        <a:pt x="308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79" name="Google Shape;1979;p19"/>
                <p:cNvSpPr/>
                <p:nvPr/>
              </p:nvSpPr>
              <p:spPr>
                <a:xfrm>
                  <a:off x="-3358175" y="2270325"/>
                  <a:ext cx="86650" cy="18125"/>
                </a:xfrm>
                <a:custGeom>
                  <a:rect b="b" l="l" r="r" t="t"/>
                  <a:pathLst>
                    <a:path extrusionOk="0" h="725" w="3466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3088" y="725"/>
                      </a:lnTo>
                      <a:cubicBezTo>
                        <a:pt x="3308" y="725"/>
                        <a:pt x="3466" y="567"/>
                        <a:pt x="3466" y="347"/>
                      </a:cubicBezTo>
                      <a:cubicBezTo>
                        <a:pt x="3466" y="158"/>
                        <a:pt x="3308" y="0"/>
                        <a:pt x="308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80" name="Google Shape;1980;p19"/>
              <p:cNvGrpSpPr/>
              <p:nvPr/>
            </p:nvGrpSpPr>
            <p:grpSpPr>
              <a:xfrm>
                <a:off x="2063311" y="1908395"/>
                <a:ext cx="624109" cy="625777"/>
                <a:chOff x="6679825" y="2693700"/>
                <a:chExt cx="257875" cy="258575"/>
              </a:xfrm>
            </p:grpSpPr>
            <p:sp>
              <p:nvSpPr>
                <p:cNvPr id="1981" name="Google Shape;1981;p19"/>
                <p:cNvSpPr/>
                <p:nvPr/>
              </p:nvSpPr>
              <p:spPr>
                <a:xfrm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82" name="Google Shape;1982;p19"/>
                <p:cNvSpPr/>
                <p:nvPr/>
              </p:nvSpPr>
              <p:spPr>
                <a:xfrm flipH="1"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1983" name="Google Shape;1983;p19"/>
            <p:cNvGrpSpPr/>
            <p:nvPr/>
          </p:nvGrpSpPr>
          <p:grpSpPr>
            <a:xfrm>
              <a:off x="401950" y="2550931"/>
              <a:ext cx="11392848" cy="646503"/>
              <a:chOff x="401950" y="2659225"/>
              <a:chExt cx="11392848" cy="646503"/>
            </a:xfrm>
          </p:grpSpPr>
          <p:grpSp>
            <p:nvGrpSpPr>
              <p:cNvPr id="1984" name="Google Shape;1984;p19"/>
              <p:cNvGrpSpPr/>
              <p:nvPr/>
            </p:nvGrpSpPr>
            <p:grpSpPr>
              <a:xfrm>
                <a:off x="401950" y="2661837"/>
                <a:ext cx="649914" cy="641277"/>
                <a:chOff x="-6713450" y="2397900"/>
                <a:chExt cx="295375" cy="291450"/>
              </a:xfrm>
            </p:grpSpPr>
            <p:sp>
              <p:nvSpPr>
                <p:cNvPr id="1985" name="Google Shape;1985;p19"/>
                <p:cNvSpPr/>
                <p:nvPr/>
              </p:nvSpPr>
              <p:spPr>
                <a:xfrm>
                  <a:off x="-6628400" y="2465650"/>
                  <a:ext cx="69350" cy="17350"/>
                </a:xfrm>
                <a:custGeom>
                  <a:rect b="b" l="l" r="r" t="t"/>
                  <a:pathLst>
                    <a:path extrusionOk="0" h="694" w="2774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lnTo>
                        <a:pt x="2427" y="693"/>
                      </a:lnTo>
                      <a:cubicBezTo>
                        <a:pt x="2616" y="693"/>
                        <a:pt x="2773" y="536"/>
                        <a:pt x="2773" y="347"/>
                      </a:cubicBezTo>
                      <a:cubicBezTo>
                        <a:pt x="2773" y="158"/>
                        <a:pt x="2616" y="0"/>
                        <a:pt x="24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86" name="Google Shape;1986;p19"/>
                <p:cNvSpPr/>
                <p:nvPr/>
              </p:nvSpPr>
              <p:spPr>
                <a:xfrm>
                  <a:off x="-6713450" y="2397900"/>
                  <a:ext cx="295375" cy="291450"/>
                </a:xfrm>
                <a:custGeom>
                  <a:rect b="b" l="l" r="r" t="t"/>
                  <a:pathLst>
                    <a:path extrusionOk="0" h="11658" w="11815">
                      <a:moveTo>
                        <a:pt x="2048" y="1167"/>
                      </a:moveTo>
                      <a:lnTo>
                        <a:pt x="2048" y="2017"/>
                      </a:lnTo>
                      <a:lnTo>
                        <a:pt x="1166" y="2017"/>
                      </a:lnTo>
                      <a:lnTo>
                        <a:pt x="2048" y="1167"/>
                      </a:lnTo>
                      <a:close/>
                      <a:moveTo>
                        <a:pt x="10330" y="2773"/>
                      </a:moveTo>
                      <a:cubicBezTo>
                        <a:pt x="10507" y="2773"/>
                        <a:pt x="10680" y="2836"/>
                        <a:pt x="10806" y="2962"/>
                      </a:cubicBezTo>
                      <a:cubicBezTo>
                        <a:pt x="11058" y="3246"/>
                        <a:pt x="11058" y="3687"/>
                        <a:pt x="10775" y="3908"/>
                      </a:cubicBezTo>
                      <a:lnTo>
                        <a:pt x="10176" y="4506"/>
                      </a:lnTo>
                      <a:lnTo>
                        <a:pt x="9231" y="3561"/>
                      </a:lnTo>
                      <a:lnTo>
                        <a:pt x="9830" y="2962"/>
                      </a:lnTo>
                      <a:cubicBezTo>
                        <a:pt x="9972" y="2836"/>
                        <a:pt x="10153" y="2773"/>
                        <a:pt x="10330" y="2773"/>
                      </a:cubicBezTo>
                      <a:close/>
                      <a:moveTo>
                        <a:pt x="8727" y="4034"/>
                      </a:moveTo>
                      <a:lnTo>
                        <a:pt x="9672" y="4979"/>
                      </a:lnTo>
                      <a:cubicBezTo>
                        <a:pt x="8538" y="6207"/>
                        <a:pt x="7026" y="7688"/>
                        <a:pt x="5892" y="8854"/>
                      </a:cubicBezTo>
                      <a:lnTo>
                        <a:pt x="4915" y="7846"/>
                      </a:lnTo>
                      <a:lnTo>
                        <a:pt x="8727" y="4034"/>
                      </a:lnTo>
                      <a:close/>
                      <a:moveTo>
                        <a:pt x="4600" y="8539"/>
                      </a:moveTo>
                      <a:lnTo>
                        <a:pt x="5230" y="9169"/>
                      </a:lnTo>
                      <a:lnTo>
                        <a:pt x="4285" y="9421"/>
                      </a:lnTo>
                      <a:cubicBezTo>
                        <a:pt x="4348" y="9232"/>
                        <a:pt x="4505" y="8728"/>
                        <a:pt x="4600" y="8539"/>
                      </a:cubicBezTo>
                      <a:close/>
                      <a:moveTo>
                        <a:pt x="7908" y="694"/>
                      </a:moveTo>
                      <a:cubicBezTo>
                        <a:pt x="8097" y="694"/>
                        <a:pt x="8255" y="852"/>
                        <a:pt x="8255" y="1041"/>
                      </a:cubicBezTo>
                      <a:lnTo>
                        <a:pt x="8255" y="3592"/>
                      </a:lnTo>
                      <a:lnTo>
                        <a:pt x="7467" y="4380"/>
                      </a:lnTo>
                      <a:cubicBezTo>
                        <a:pt x="7435" y="4286"/>
                        <a:pt x="7309" y="4160"/>
                        <a:pt x="7152" y="4160"/>
                      </a:cubicBezTo>
                      <a:lnTo>
                        <a:pt x="1733" y="4160"/>
                      </a:lnTo>
                      <a:cubicBezTo>
                        <a:pt x="1512" y="4160"/>
                        <a:pt x="1386" y="4317"/>
                        <a:pt x="1386" y="4506"/>
                      </a:cubicBezTo>
                      <a:cubicBezTo>
                        <a:pt x="1386" y="4695"/>
                        <a:pt x="1512" y="4853"/>
                        <a:pt x="1733" y="4853"/>
                      </a:cubicBezTo>
                      <a:lnTo>
                        <a:pt x="6994" y="4853"/>
                      </a:lnTo>
                      <a:lnTo>
                        <a:pt x="6333" y="5546"/>
                      </a:lnTo>
                      <a:lnTo>
                        <a:pt x="1733" y="5546"/>
                      </a:lnTo>
                      <a:cubicBezTo>
                        <a:pt x="1512" y="5546"/>
                        <a:pt x="1355" y="5703"/>
                        <a:pt x="1355" y="5892"/>
                      </a:cubicBezTo>
                      <a:cubicBezTo>
                        <a:pt x="1355" y="6081"/>
                        <a:pt x="1512" y="6239"/>
                        <a:pt x="1733" y="6239"/>
                      </a:cubicBezTo>
                      <a:lnTo>
                        <a:pt x="5608" y="6239"/>
                      </a:lnTo>
                      <a:lnTo>
                        <a:pt x="4947" y="6901"/>
                      </a:lnTo>
                      <a:lnTo>
                        <a:pt x="1733" y="6901"/>
                      </a:lnTo>
                      <a:cubicBezTo>
                        <a:pt x="1512" y="6901"/>
                        <a:pt x="1355" y="7058"/>
                        <a:pt x="1355" y="7279"/>
                      </a:cubicBezTo>
                      <a:cubicBezTo>
                        <a:pt x="1355" y="7468"/>
                        <a:pt x="1512" y="7625"/>
                        <a:pt x="1733" y="7625"/>
                      </a:cubicBezTo>
                      <a:lnTo>
                        <a:pt x="4285" y="7625"/>
                      </a:lnTo>
                      <a:cubicBezTo>
                        <a:pt x="4190" y="7688"/>
                        <a:pt x="4159" y="7751"/>
                        <a:pt x="4127" y="7814"/>
                      </a:cubicBezTo>
                      <a:lnTo>
                        <a:pt x="3970" y="8287"/>
                      </a:lnTo>
                      <a:lnTo>
                        <a:pt x="1733" y="8287"/>
                      </a:lnTo>
                      <a:cubicBezTo>
                        <a:pt x="1512" y="8287"/>
                        <a:pt x="1355" y="8444"/>
                        <a:pt x="1355" y="8633"/>
                      </a:cubicBezTo>
                      <a:cubicBezTo>
                        <a:pt x="1355" y="8854"/>
                        <a:pt x="1512" y="9011"/>
                        <a:pt x="1733" y="9011"/>
                      </a:cubicBezTo>
                      <a:lnTo>
                        <a:pt x="3718" y="9011"/>
                      </a:lnTo>
                      <a:lnTo>
                        <a:pt x="3466" y="9893"/>
                      </a:lnTo>
                      <a:cubicBezTo>
                        <a:pt x="3385" y="10136"/>
                        <a:pt x="3557" y="10355"/>
                        <a:pt x="3766" y="10355"/>
                      </a:cubicBezTo>
                      <a:cubicBezTo>
                        <a:pt x="3802" y="10355"/>
                        <a:pt x="3839" y="10348"/>
                        <a:pt x="3875" y="10335"/>
                      </a:cubicBezTo>
                      <a:lnTo>
                        <a:pt x="6018" y="9704"/>
                      </a:lnTo>
                      <a:cubicBezTo>
                        <a:pt x="6049" y="9704"/>
                        <a:pt x="6144" y="9673"/>
                        <a:pt x="6175" y="9641"/>
                      </a:cubicBezTo>
                      <a:lnTo>
                        <a:pt x="8286" y="7499"/>
                      </a:lnTo>
                      <a:lnTo>
                        <a:pt x="8286" y="10681"/>
                      </a:lnTo>
                      <a:cubicBezTo>
                        <a:pt x="8255" y="10839"/>
                        <a:pt x="8097" y="10996"/>
                        <a:pt x="7908" y="10996"/>
                      </a:cubicBezTo>
                      <a:lnTo>
                        <a:pt x="1040" y="10996"/>
                      </a:lnTo>
                      <a:cubicBezTo>
                        <a:pt x="851" y="10996"/>
                        <a:pt x="693" y="10839"/>
                        <a:pt x="693" y="10650"/>
                      </a:cubicBezTo>
                      <a:lnTo>
                        <a:pt x="693" y="2742"/>
                      </a:lnTo>
                      <a:lnTo>
                        <a:pt x="2395" y="2742"/>
                      </a:lnTo>
                      <a:cubicBezTo>
                        <a:pt x="2584" y="2742"/>
                        <a:pt x="2741" y="2584"/>
                        <a:pt x="2741" y="2395"/>
                      </a:cubicBezTo>
                      <a:lnTo>
                        <a:pt x="2741" y="694"/>
                      </a:lnTo>
                      <a:close/>
                      <a:moveTo>
                        <a:pt x="2363" y="1"/>
                      </a:moveTo>
                      <a:cubicBezTo>
                        <a:pt x="2237" y="1"/>
                        <a:pt x="2143" y="64"/>
                        <a:pt x="2111" y="127"/>
                      </a:cubicBezTo>
                      <a:lnTo>
                        <a:pt x="158" y="2112"/>
                      </a:lnTo>
                      <a:cubicBezTo>
                        <a:pt x="63" y="2175"/>
                        <a:pt x="0" y="2269"/>
                        <a:pt x="0" y="2364"/>
                      </a:cubicBezTo>
                      <a:lnTo>
                        <a:pt x="0" y="10650"/>
                      </a:lnTo>
                      <a:cubicBezTo>
                        <a:pt x="0" y="11217"/>
                        <a:pt x="473" y="11658"/>
                        <a:pt x="1008" y="11658"/>
                      </a:cubicBezTo>
                      <a:lnTo>
                        <a:pt x="7908" y="11658"/>
                      </a:lnTo>
                      <a:cubicBezTo>
                        <a:pt x="8444" y="11658"/>
                        <a:pt x="8916" y="11217"/>
                        <a:pt x="8916" y="10650"/>
                      </a:cubicBezTo>
                      <a:lnTo>
                        <a:pt x="8916" y="6774"/>
                      </a:lnTo>
                      <a:lnTo>
                        <a:pt x="11279" y="4412"/>
                      </a:lnTo>
                      <a:cubicBezTo>
                        <a:pt x="11815" y="3876"/>
                        <a:pt x="11815" y="3025"/>
                        <a:pt x="11279" y="2490"/>
                      </a:cubicBezTo>
                      <a:cubicBezTo>
                        <a:pt x="11011" y="2222"/>
                        <a:pt x="10657" y="2088"/>
                        <a:pt x="10306" y="2088"/>
                      </a:cubicBezTo>
                      <a:cubicBezTo>
                        <a:pt x="9956" y="2088"/>
                        <a:pt x="9609" y="2222"/>
                        <a:pt x="9357" y="2490"/>
                      </a:cubicBezTo>
                      <a:lnTo>
                        <a:pt x="8916" y="2931"/>
                      </a:lnTo>
                      <a:lnTo>
                        <a:pt x="8916" y="1041"/>
                      </a:lnTo>
                      <a:cubicBezTo>
                        <a:pt x="8916" y="474"/>
                        <a:pt x="8444" y="1"/>
                        <a:pt x="79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87" name="Google Shape;1987;p19"/>
              <p:cNvSpPr/>
              <p:nvPr/>
            </p:nvSpPr>
            <p:spPr>
              <a:xfrm>
                <a:off x="4525976" y="2662556"/>
                <a:ext cx="641277" cy="639572"/>
              </a:xfrm>
              <a:custGeom>
                <a:rect b="b" l="l" r="r" t="t"/>
                <a:pathLst>
                  <a:path extrusionOk="0" h="11627" w="11658">
                    <a:moveTo>
                      <a:pt x="6806" y="2017"/>
                    </a:moveTo>
                    <a:lnTo>
                      <a:pt x="6806" y="2773"/>
                    </a:lnTo>
                    <a:lnTo>
                      <a:pt x="4758" y="2773"/>
                    </a:lnTo>
                    <a:lnTo>
                      <a:pt x="4758" y="2017"/>
                    </a:lnTo>
                    <a:close/>
                    <a:moveTo>
                      <a:pt x="7152" y="694"/>
                    </a:moveTo>
                    <a:cubicBezTo>
                      <a:pt x="7688" y="694"/>
                      <a:pt x="8192" y="1167"/>
                      <a:pt x="8192" y="1702"/>
                    </a:cubicBezTo>
                    <a:lnTo>
                      <a:pt x="8192" y="2773"/>
                    </a:lnTo>
                    <a:lnTo>
                      <a:pt x="7499" y="2773"/>
                    </a:lnTo>
                    <a:lnTo>
                      <a:pt x="7499" y="1702"/>
                    </a:lnTo>
                    <a:cubicBezTo>
                      <a:pt x="7499" y="1513"/>
                      <a:pt x="7341" y="1356"/>
                      <a:pt x="7152" y="1356"/>
                    </a:cubicBezTo>
                    <a:lnTo>
                      <a:pt x="4411" y="1356"/>
                    </a:lnTo>
                    <a:cubicBezTo>
                      <a:pt x="4191" y="1356"/>
                      <a:pt x="4033" y="1513"/>
                      <a:pt x="4033" y="1702"/>
                    </a:cubicBezTo>
                    <a:lnTo>
                      <a:pt x="4033" y="2773"/>
                    </a:lnTo>
                    <a:lnTo>
                      <a:pt x="3371" y="2773"/>
                    </a:lnTo>
                    <a:lnTo>
                      <a:pt x="3371" y="1702"/>
                    </a:lnTo>
                    <a:cubicBezTo>
                      <a:pt x="3371" y="1167"/>
                      <a:pt x="3844" y="694"/>
                      <a:pt x="4411" y="694"/>
                    </a:cubicBezTo>
                    <a:close/>
                    <a:moveTo>
                      <a:pt x="10618" y="3498"/>
                    </a:moveTo>
                    <a:cubicBezTo>
                      <a:pt x="10807" y="3498"/>
                      <a:pt x="10964" y="3656"/>
                      <a:pt x="10964" y="3845"/>
                    </a:cubicBezTo>
                    <a:lnTo>
                      <a:pt x="10964" y="5010"/>
                    </a:lnTo>
                    <a:cubicBezTo>
                      <a:pt x="9546" y="6239"/>
                      <a:pt x="7688" y="6901"/>
                      <a:pt x="5766" y="6901"/>
                    </a:cubicBezTo>
                    <a:cubicBezTo>
                      <a:pt x="3876" y="6901"/>
                      <a:pt x="2080" y="6239"/>
                      <a:pt x="662" y="5010"/>
                    </a:cubicBezTo>
                    <a:lnTo>
                      <a:pt x="662" y="3971"/>
                    </a:lnTo>
                    <a:cubicBezTo>
                      <a:pt x="662" y="3687"/>
                      <a:pt x="851" y="3498"/>
                      <a:pt x="1135" y="3498"/>
                    </a:cubicBezTo>
                    <a:close/>
                    <a:moveTo>
                      <a:pt x="6806" y="7531"/>
                    </a:moveTo>
                    <a:lnTo>
                      <a:pt x="6806" y="7940"/>
                    </a:lnTo>
                    <a:cubicBezTo>
                      <a:pt x="6806" y="8129"/>
                      <a:pt x="6648" y="8287"/>
                      <a:pt x="6459" y="8287"/>
                    </a:cubicBezTo>
                    <a:lnTo>
                      <a:pt x="5073" y="8287"/>
                    </a:lnTo>
                    <a:cubicBezTo>
                      <a:pt x="4884" y="8287"/>
                      <a:pt x="4726" y="8129"/>
                      <a:pt x="4726" y="7940"/>
                    </a:cubicBezTo>
                    <a:lnTo>
                      <a:pt x="4726" y="7531"/>
                    </a:lnTo>
                    <a:lnTo>
                      <a:pt x="4758" y="7531"/>
                    </a:lnTo>
                    <a:cubicBezTo>
                      <a:pt x="5104" y="7594"/>
                      <a:pt x="5419" y="7625"/>
                      <a:pt x="5766" y="7625"/>
                    </a:cubicBezTo>
                    <a:cubicBezTo>
                      <a:pt x="6112" y="7625"/>
                      <a:pt x="6427" y="7594"/>
                      <a:pt x="6806" y="7531"/>
                    </a:cubicBezTo>
                    <a:close/>
                    <a:moveTo>
                      <a:pt x="10964" y="5892"/>
                    </a:moveTo>
                    <a:lnTo>
                      <a:pt x="10964" y="9988"/>
                    </a:lnTo>
                    <a:cubicBezTo>
                      <a:pt x="10964" y="10524"/>
                      <a:pt x="10492" y="10996"/>
                      <a:pt x="9956" y="10996"/>
                    </a:cubicBezTo>
                    <a:lnTo>
                      <a:pt x="1670" y="10996"/>
                    </a:lnTo>
                    <a:cubicBezTo>
                      <a:pt x="1135" y="10996"/>
                      <a:pt x="662" y="10524"/>
                      <a:pt x="662" y="9988"/>
                    </a:cubicBezTo>
                    <a:lnTo>
                      <a:pt x="662" y="5892"/>
                    </a:lnTo>
                    <a:cubicBezTo>
                      <a:pt x="1670" y="6649"/>
                      <a:pt x="2804" y="7184"/>
                      <a:pt x="4065" y="7436"/>
                    </a:cubicBezTo>
                    <a:lnTo>
                      <a:pt x="4065" y="7940"/>
                    </a:lnTo>
                    <a:cubicBezTo>
                      <a:pt x="4065" y="8476"/>
                      <a:pt x="4537" y="8948"/>
                      <a:pt x="5104" y="8948"/>
                    </a:cubicBezTo>
                    <a:lnTo>
                      <a:pt x="6490" y="8948"/>
                    </a:lnTo>
                    <a:cubicBezTo>
                      <a:pt x="7026" y="8948"/>
                      <a:pt x="7499" y="8476"/>
                      <a:pt x="7499" y="7940"/>
                    </a:cubicBezTo>
                    <a:lnTo>
                      <a:pt x="7499" y="7436"/>
                    </a:lnTo>
                    <a:cubicBezTo>
                      <a:pt x="7971" y="7342"/>
                      <a:pt x="8444" y="7184"/>
                      <a:pt x="8916" y="7027"/>
                    </a:cubicBezTo>
                    <a:cubicBezTo>
                      <a:pt x="9672" y="6743"/>
                      <a:pt x="10334" y="6365"/>
                      <a:pt x="10964" y="5892"/>
                    </a:cubicBezTo>
                    <a:close/>
                    <a:moveTo>
                      <a:pt x="4411" y="1"/>
                    </a:moveTo>
                    <a:cubicBezTo>
                      <a:pt x="3466" y="1"/>
                      <a:pt x="2710" y="757"/>
                      <a:pt x="2710" y="1702"/>
                    </a:cubicBezTo>
                    <a:lnTo>
                      <a:pt x="2710" y="2773"/>
                    </a:lnTo>
                    <a:lnTo>
                      <a:pt x="1135" y="2773"/>
                    </a:lnTo>
                    <a:cubicBezTo>
                      <a:pt x="505" y="2773"/>
                      <a:pt x="0" y="3277"/>
                      <a:pt x="0" y="3908"/>
                    </a:cubicBezTo>
                    <a:lnTo>
                      <a:pt x="0" y="9957"/>
                    </a:lnTo>
                    <a:cubicBezTo>
                      <a:pt x="0" y="10902"/>
                      <a:pt x="725" y="11626"/>
                      <a:pt x="1670" y="11626"/>
                    </a:cubicBezTo>
                    <a:lnTo>
                      <a:pt x="9956" y="11626"/>
                    </a:lnTo>
                    <a:cubicBezTo>
                      <a:pt x="10901" y="11626"/>
                      <a:pt x="11657" y="10902"/>
                      <a:pt x="11657" y="9957"/>
                    </a:cubicBezTo>
                    <a:lnTo>
                      <a:pt x="11657" y="3813"/>
                    </a:lnTo>
                    <a:cubicBezTo>
                      <a:pt x="11626" y="3246"/>
                      <a:pt x="11153" y="2773"/>
                      <a:pt x="10618" y="2773"/>
                    </a:cubicBezTo>
                    <a:lnTo>
                      <a:pt x="8853" y="2773"/>
                    </a:lnTo>
                    <a:lnTo>
                      <a:pt x="8853" y="1702"/>
                    </a:lnTo>
                    <a:cubicBezTo>
                      <a:pt x="8853" y="757"/>
                      <a:pt x="8097" y="1"/>
                      <a:pt x="7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88" name="Google Shape;1988;p19"/>
              <p:cNvGrpSpPr/>
              <p:nvPr/>
            </p:nvGrpSpPr>
            <p:grpSpPr>
              <a:xfrm>
                <a:off x="8665316" y="2661098"/>
                <a:ext cx="641277" cy="642763"/>
                <a:chOff x="-3137650" y="2408950"/>
                <a:chExt cx="291450" cy="292125"/>
              </a:xfrm>
            </p:grpSpPr>
            <p:sp>
              <p:nvSpPr>
                <p:cNvPr id="1989" name="Google Shape;1989;p19"/>
                <p:cNvSpPr/>
                <p:nvPr/>
              </p:nvSpPr>
              <p:spPr>
                <a:xfrm>
                  <a:off x="-3137650" y="2408950"/>
                  <a:ext cx="291450" cy="292125"/>
                </a:xfrm>
                <a:custGeom>
                  <a:rect b="b" l="l" r="r" t="t"/>
                  <a:pathLst>
                    <a:path extrusionOk="0" h="11685" w="11658">
                      <a:moveTo>
                        <a:pt x="10618" y="662"/>
                      </a:moveTo>
                      <a:cubicBezTo>
                        <a:pt x="10807" y="662"/>
                        <a:pt x="10964" y="851"/>
                        <a:pt x="10964" y="1040"/>
                      </a:cubicBezTo>
                      <a:lnTo>
                        <a:pt x="10964" y="2741"/>
                      </a:lnTo>
                      <a:lnTo>
                        <a:pt x="662" y="2741"/>
                      </a:lnTo>
                      <a:lnTo>
                        <a:pt x="662" y="1040"/>
                      </a:lnTo>
                      <a:cubicBezTo>
                        <a:pt x="662" y="851"/>
                        <a:pt x="820" y="662"/>
                        <a:pt x="1009" y="662"/>
                      </a:cubicBezTo>
                      <a:close/>
                      <a:moveTo>
                        <a:pt x="10964" y="3403"/>
                      </a:moveTo>
                      <a:lnTo>
                        <a:pt x="10964" y="8601"/>
                      </a:lnTo>
                      <a:cubicBezTo>
                        <a:pt x="10964" y="8790"/>
                        <a:pt x="10838" y="8947"/>
                        <a:pt x="10618" y="8947"/>
                      </a:cubicBezTo>
                      <a:lnTo>
                        <a:pt x="10145" y="8947"/>
                      </a:lnTo>
                      <a:cubicBezTo>
                        <a:pt x="10208" y="8727"/>
                        <a:pt x="10240" y="8443"/>
                        <a:pt x="10240" y="8160"/>
                      </a:cubicBezTo>
                      <a:lnTo>
                        <a:pt x="10240" y="5860"/>
                      </a:lnTo>
                      <a:cubicBezTo>
                        <a:pt x="10240" y="5673"/>
                        <a:pt x="10058" y="5531"/>
                        <a:pt x="9868" y="5531"/>
                      </a:cubicBezTo>
                      <a:cubicBezTo>
                        <a:pt x="9835" y="5531"/>
                        <a:pt x="9801" y="5535"/>
                        <a:pt x="9767" y="5545"/>
                      </a:cubicBezTo>
                      <a:cubicBezTo>
                        <a:pt x="9545" y="5641"/>
                        <a:pt x="9341" y="5691"/>
                        <a:pt x="9142" y="5691"/>
                      </a:cubicBezTo>
                      <a:cubicBezTo>
                        <a:pt x="8693" y="5691"/>
                        <a:pt x="8275" y="5439"/>
                        <a:pt x="7751" y="4915"/>
                      </a:cubicBezTo>
                      <a:cubicBezTo>
                        <a:pt x="7688" y="4868"/>
                        <a:pt x="7601" y="4844"/>
                        <a:pt x="7515" y="4844"/>
                      </a:cubicBezTo>
                      <a:cubicBezTo>
                        <a:pt x="7428" y="4844"/>
                        <a:pt x="7341" y="4868"/>
                        <a:pt x="7278" y="4915"/>
                      </a:cubicBezTo>
                      <a:cubicBezTo>
                        <a:pt x="6753" y="5440"/>
                        <a:pt x="6334" y="5677"/>
                        <a:pt x="5884" y="5677"/>
                      </a:cubicBezTo>
                      <a:cubicBezTo>
                        <a:pt x="5686" y="5677"/>
                        <a:pt x="5483" y="5631"/>
                        <a:pt x="5262" y="5545"/>
                      </a:cubicBezTo>
                      <a:cubicBezTo>
                        <a:pt x="5229" y="5535"/>
                        <a:pt x="5195" y="5531"/>
                        <a:pt x="5161" y="5531"/>
                      </a:cubicBezTo>
                      <a:cubicBezTo>
                        <a:pt x="4971" y="5531"/>
                        <a:pt x="4789" y="5673"/>
                        <a:pt x="4789" y="5860"/>
                      </a:cubicBezTo>
                      <a:lnTo>
                        <a:pt x="4789" y="8160"/>
                      </a:lnTo>
                      <a:cubicBezTo>
                        <a:pt x="4789" y="8443"/>
                        <a:pt x="4821" y="8664"/>
                        <a:pt x="4884" y="8947"/>
                      </a:cubicBezTo>
                      <a:lnTo>
                        <a:pt x="1009" y="8947"/>
                      </a:lnTo>
                      <a:cubicBezTo>
                        <a:pt x="820" y="8947"/>
                        <a:pt x="662" y="8790"/>
                        <a:pt x="662" y="8601"/>
                      </a:cubicBezTo>
                      <a:lnTo>
                        <a:pt x="662" y="3403"/>
                      </a:lnTo>
                      <a:close/>
                      <a:moveTo>
                        <a:pt x="7152" y="5923"/>
                      </a:moveTo>
                      <a:lnTo>
                        <a:pt x="7152" y="10838"/>
                      </a:lnTo>
                      <a:cubicBezTo>
                        <a:pt x="6144" y="10365"/>
                        <a:pt x="5451" y="9357"/>
                        <a:pt x="5451" y="8160"/>
                      </a:cubicBezTo>
                      <a:lnTo>
                        <a:pt x="5451" y="6301"/>
                      </a:lnTo>
                      <a:cubicBezTo>
                        <a:pt x="5604" y="6330"/>
                        <a:pt x="5750" y="6344"/>
                        <a:pt x="5891" y="6344"/>
                      </a:cubicBezTo>
                      <a:cubicBezTo>
                        <a:pt x="6359" y="6344"/>
                        <a:pt x="6765" y="6189"/>
                        <a:pt x="7152" y="5923"/>
                      </a:cubicBezTo>
                      <a:close/>
                      <a:moveTo>
                        <a:pt x="7877" y="5923"/>
                      </a:moveTo>
                      <a:cubicBezTo>
                        <a:pt x="8242" y="6166"/>
                        <a:pt x="8644" y="6353"/>
                        <a:pt x="9128" y="6353"/>
                      </a:cubicBezTo>
                      <a:cubicBezTo>
                        <a:pt x="9271" y="6353"/>
                        <a:pt x="9420" y="6337"/>
                        <a:pt x="9578" y="6301"/>
                      </a:cubicBezTo>
                      <a:lnTo>
                        <a:pt x="9578" y="8160"/>
                      </a:lnTo>
                      <a:cubicBezTo>
                        <a:pt x="9547" y="9357"/>
                        <a:pt x="8885" y="10365"/>
                        <a:pt x="7877" y="10838"/>
                      </a:cubicBezTo>
                      <a:lnTo>
                        <a:pt x="7877" y="5923"/>
                      </a:ln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40"/>
                      </a:cubicBezTo>
                      <a:lnTo>
                        <a:pt x="1" y="8601"/>
                      </a:lnTo>
                      <a:cubicBezTo>
                        <a:pt x="1" y="9136"/>
                        <a:pt x="473" y="9609"/>
                        <a:pt x="1009" y="9609"/>
                      </a:cubicBezTo>
                      <a:lnTo>
                        <a:pt x="5073" y="9609"/>
                      </a:lnTo>
                      <a:cubicBezTo>
                        <a:pt x="5199" y="9893"/>
                        <a:pt x="5357" y="10145"/>
                        <a:pt x="5514" y="10365"/>
                      </a:cubicBezTo>
                      <a:cubicBezTo>
                        <a:pt x="5987" y="10995"/>
                        <a:pt x="6617" y="11436"/>
                        <a:pt x="7404" y="11657"/>
                      </a:cubicBezTo>
                      <a:cubicBezTo>
                        <a:pt x="7446" y="11657"/>
                        <a:pt x="7488" y="11685"/>
                        <a:pt x="7530" y="11685"/>
                      </a:cubicBezTo>
                      <a:cubicBezTo>
                        <a:pt x="7551" y="11685"/>
                        <a:pt x="7572" y="11678"/>
                        <a:pt x="7593" y="11657"/>
                      </a:cubicBezTo>
                      <a:cubicBezTo>
                        <a:pt x="8350" y="11436"/>
                        <a:pt x="9011" y="10995"/>
                        <a:pt x="9484" y="10365"/>
                      </a:cubicBezTo>
                      <a:cubicBezTo>
                        <a:pt x="9641" y="10145"/>
                        <a:pt x="9799" y="9893"/>
                        <a:pt x="9925" y="9609"/>
                      </a:cubicBezTo>
                      <a:lnTo>
                        <a:pt x="10618" y="9609"/>
                      </a:lnTo>
                      <a:cubicBezTo>
                        <a:pt x="11185" y="9609"/>
                        <a:pt x="11658" y="9136"/>
                        <a:pt x="11658" y="8601"/>
                      </a:cubicBezTo>
                      <a:lnTo>
                        <a:pt x="11658" y="1040"/>
                      </a:lnTo>
                      <a:cubicBezTo>
                        <a:pt x="11658" y="473"/>
                        <a:pt x="11217" y="0"/>
                        <a:pt x="1061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90" name="Google Shape;1990;p19"/>
                <p:cNvSpPr/>
                <p:nvPr/>
              </p:nvSpPr>
              <p:spPr>
                <a:xfrm>
                  <a:off x="-3104575" y="2442800"/>
                  <a:ext cx="18150" cy="17350"/>
                </a:xfrm>
                <a:custGeom>
                  <a:rect b="b" l="l" r="r" t="t"/>
                  <a:pathLst>
                    <a:path extrusionOk="0" h="694" w="726">
                      <a:moveTo>
                        <a:pt x="348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8" y="694"/>
                      </a:cubicBezTo>
                      <a:cubicBezTo>
                        <a:pt x="568" y="694"/>
                        <a:pt x="726" y="536"/>
                        <a:pt x="726" y="347"/>
                      </a:cubicBezTo>
                      <a:cubicBezTo>
                        <a:pt x="726" y="158"/>
                        <a:pt x="568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91" name="Google Shape;1991;p19"/>
                <p:cNvSpPr/>
                <p:nvPr/>
              </p:nvSpPr>
              <p:spPr>
                <a:xfrm>
                  <a:off x="-3069900" y="24428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cubicBezTo>
                        <a:pt x="536" y="694"/>
                        <a:pt x="693" y="536"/>
                        <a:pt x="693" y="347"/>
                      </a:cubicBez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92" name="Google Shape;1992;p19"/>
                <p:cNvSpPr/>
                <p:nvPr/>
              </p:nvSpPr>
              <p:spPr>
                <a:xfrm>
                  <a:off x="-3035250" y="24428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cubicBezTo>
                        <a:pt x="536" y="694"/>
                        <a:pt x="693" y="536"/>
                        <a:pt x="693" y="347"/>
                      </a:cubicBez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93" name="Google Shape;1993;p19"/>
                <p:cNvSpPr/>
                <p:nvPr/>
              </p:nvSpPr>
              <p:spPr>
                <a:xfrm>
                  <a:off x="-3002175" y="2442800"/>
                  <a:ext cx="120525" cy="17350"/>
                </a:xfrm>
                <a:custGeom>
                  <a:rect b="b" l="l" r="r" t="t"/>
                  <a:pathLst>
                    <a:path extrusionOk="0" h="694" w="4821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32" y="536"/>
                        <a:pt x="190" y="694"/>
                        <a:pt x="347" y="694"/>
                      </a:cubicBezTo>
                      <a:lnTo>
                        <a:pt x="4443" y="694"/>
                      </a:lnTo>
                      <a:cubicBezTo>
                        <a:pt x="4663" y="694"/>
                        <a:pt x="4821" y="536"/>
                        <a:pt x="4821" y="347"/>
                      </a:cubicBezTo>
                      <a:cubicBezTo>
                        <a:pt x="4821" y="158"/>
                        <a:pt x="4663" y="1"/>
                        <a:pt x="444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994" name="Google Shape;1994;p19"/>
              <p:cNvSpPr/>
              <p:nvPr/>
            </p:nvSpPr>
            <p:spPr>
              <a:xfrm>
                <a:off x="1223364" y="2660190"/>
                <a:ext cx="648208" cy="644303"/>
              </a:xfrm>
              <a:custGeom>
                <a:rect b="b" l="l" r="r" t="t"/>
                <a:pathLst>
                  <a:path extrusionOk="0" h="11713" w="11784">
                    <a:moveTo>
                      <a:pt x="5136" y="4128"/>
                    </a:moveTo>
                    <a:cubicBezTo>
                      <a:pt x="5671" y="4128"/>
                      <a:pt x="6112" y="4569"/>
                      <a:pt x="6144" y="5136"/>
                    </a:cubicBezTo>
                    <a:lnTo>
                      <a:pt x="5230" y="4853"/>
                    </a:lnTo>
                    <a:cubicBezTo>
                      <a:pt x="5198" y="4839"/>
                      <a:pt x="5165" y="4832"/>
                      <a:pt x="5131" y="4832"/>
                    </a:cubicBezTo>
                    <a:cubicBezTo>
                      <a:pt x="4934" y="4832"/>
                      <a:pt x="4735" y="5052"/>
                      <a:pt x="4789" y="5294"/>
                    </a:cubicBezTo>
                    <a:lnTo>
                      <a:pt x="5073" y="6239"/>
                    </a:lnTo>
                    <a:cubicBezTo>
                      <a:pt x="4537" y="6176"/>
                      <a:pt x="4096" y="5703"/>
                      <a:pt x="4096" y="5168"/>
                    </a:cubicBezTo>
                    <a:cubicBezTo>
                      <a:pt x="4096" y="4601"/>
                      <a:pt x="4569" y="4128"/>
                      <a:pt x="5136" y="4128"/>
                    </a:cubicBezTo>
                    <a:close/>
                    <a:moveTo>
                      <a:pt x="5199" y="2364"/>
                    </a:moveTo>
                    <a:cubicBezTo>
                      <a:pt x="6680" y="2364"/>
                      <a:pt x="7940" y="3592"/>
                      <a:pt x="7940" y="5136"/>
                    </a:cubicBezTo>
                    <a:cubicBezTo>
                      <a:pt x="7940" y="5294"/>
                      <a:pt x="7940" y="5388"/>
                      <a:pt x="7908" y="5546"/>
                    </a:cubicBezTo>
                    <a:lnTo>
                      <a:pt x="6932" y="5294"/>
                    </a:lnTo>
                    <a:lnTo>
                      <a:pt x="6932" y="5136"/>
                    </a:lnTo>
                    <a:cubicBezTo>
                      <a:pt x="6806" y="4223"/>
                      <a:pt x="6049" y="3466"/>
                      <a:pt x="5104" y="3466"/>
                    </a:cubicBezTo>
                    <a:cubicBezTo>
                      <a:pt x="4159" y="3466"/>
                      <a:pt x="3435" y="4223"/>
                      <a:pt x="3435" y="5168"/>
                    </a:cubicBezTo>
                    <a:cubicBezTo>
                      <a:pt x="3435" y="5609"/>
                      <a:pt x="3624" y="6081"/>
                      <a:pt x="3939" y="6396"/>
                    </a:cubicBezTo>
                    <a:cubicBezTo>
                      <a:pt x="4254" y="6743"/>
                      <a:pt x="4695" y="6900"/>
                      <a:pt x="5167" y="6900"/>
                    </a:cubicBezTo>
                    <a:lnTo>
                      <a:pt x="5325" y="6900"/>
                    </a:lnTo>
                    <a:lnTo>
                      <a:pt x="5577" y="7877"/>
                    </a:lnTo>
                    <a:cubicBezTo>
                      <a:pt x="5482" y="7909"/>
                      <a:pt x="5325" y="7909"/>
                      <a:pt x="5199" y="7909"/>
                    </a:cubicBezTo>
                    <a:cubicBezTo>
                      <a:pt x="3687" y="7909"/>
                      <a:pt x="2426" y="6648"/>
                      <a:pt x="2426" y="5136"/>
                    </a:cubicBezTo>
                    <a:cubicBezTo>
                      <a:pt x="2426" y="3624"/>
                      <a:pt x="3655" y="2364"/>
                      <a:pt x="5199" y="2364"/>
                    </a:cubicBezTo>
                    <a:close/>
                    <a:moveTo>
                      <a:pt x="5167" y="726"/>
                    </a:moveTo>
                    <a:cubicBezTo>
                      <a:pt x="7940" y="726"/>
                      <a:pt x="10051" y="3277"/>
                      <a:pt x="9515" y="6018"/>
                    </a:cubicBezTo>
                    <a:lnTo>
                      <a:pt x="8507" y="5766"/>
                    </a:lnTo>
                    <a:cubicBezTo>
                      <a:pt x="8538" y="5546"/>
                      <a:pt x="8538" y="5357"/>
                      <a:pt x="8538" y="5136"/>
                    </a:cubicBezTo>
                    <a:cubicBezTo>
                      <a:pt x="8538" y="3246"/>
                      <a:pt x="7026" y="1702"/>
                      <a:pt x="5104" y="1702"/>
                    </a:cubicBezTo>
                    <a:cubicBezTo>
                      <a:pt x="3214" y="1702"/>
                      <a:pt x="1702" y="3246"/>
                      <a:pt x="1702" y="5136"/>
                    </a:cubicBezTo>
                    <a:cubicBezTo>
                      <a:pt x="1702" y="7027"/>
                      <a:pt x="3214" y="8602"/>
                      <a:pt x="5104" y="8602"/>
                    </a:cubicBezTo>
                    <a:cubicBezTo>
                      <a:pt x="5325" y="8602"/>
                      <a:pt x="5514" y="8602"/>
                      <a:pt x="5703" y="8539"/>
                    </a:cubicBezTo>
                    <a:lnTo>
                      <a:pt x="5986" y="9578"/>
                    </a:lnTo>
                    <a:cubicBezTo>
                      <a:pt x="5695" y="9636"/>
                      <a:pt x="5405" y="9664"/>
                      <a:pt x="5119" y="9664"/>
                    </a:cubicBezTo>
                    <a:cubicBezTo>
                      <a:pt x="2751" y="9664"/>
                      <a:pt x="694" y="7758"/>
                      <a:pt x="694" y="5199"/>
                    </a:cubicBezTo>
                    <a:cubicBezTo>
                      <a:pt x="694" y="2679"/>
                      <a:pt x="2773" y="726"/>
                      <a:pt x="5167" y="726"/>
                    </a:cubicBezTo>
                    <a:close/>
                    <a:moveTo>
                      <a:pt x="5671" y="5672"/>
                    </a:moveTo>
                    <a:lnTo>
                      <a:pt x="5671" y="5672"/>
                    </a:lnTo>
                    <a:cubicBezTo>
                      <a:pt x="10240" y="6964"/>
                      <a:pt x="9578" y="6774"/>
                      <a:pt x="9704" y="6806"/>
                    </a:cubicBezTo>
                    <a:lnTo>
                      <a:pt x="8853" y="7373"/>
                    </a:lnTo>
                    <a:cubicBezTo>
                      <a:pt x="8664" y="7499"/>
                      <a:pt x="8664" y="7751"/>
                      <a:pt x="8822" y="7877"/>
                    </a:cubicBezTo>
                    <a:lnTo>
                      <a:pt x="10964" y="9956"/>
                    </a:lnTo>
                    <a:cubicBezTo>
                      <a:pt x="11027" y="10114"/>
                      <a:pt x="11027" y="10335"/>
                      <a:pt x="10901" y="10492"/>
                    </a:cubicBezTo>
                    <a:lnTo>
                      <a:pt x="10429" y="10965"/>
                    </a:lnTo>
                    <a:cubicBezTo>
                      <a:pt x="10366" y="11012"/>
                      <a:pt x="10279" y="11035"/>
                      <a:pt x="10192" y="11035"/>
                    </a:cubicBezTo>
                    <a:cubicBezTo>
                      <a:pt x="10106" y="11035"/>
                      <a:pt x="10019" y="11012"/>
                      <a:pt x="9956" y="10965"/>
                    </a:cubicBezTo>
                    <a:lnTo>
                      <a:pt x="7845" y="8854"/>
                    </a:lnTo>
                    <a:cubicBezTo>
                      <a:pt x="7777" y="8786"/>
                      <a:pt x="7691" y="8753"/>
                      <a:pt x="7606" y="8753"/>
                    </a:cubicBezTo>
                    <a:cubicBezTo>
                      <a:pt x="7493" y="8753"/>
                      <a:pt x="7381" y="8809"/>
                      <a:pt x="7310" y="8917"/>
                    </a:cubicBezTo>
                    <a:cubicBezTo>
                      <a:pt x="7247" y="8980"/>
                      <a:pt x="6806" y="9641"/>
                      <a:pt x="6774" y="9736"/>
                    </a:cubicBezTo>
                    <a:cubicBezTo>
                      <a:pt x="6680" y="9484"/>
                      <a:pt x="5703" y="5861"/>
                      <a:pt x="5671" y="5672"/>
                    </a:cubicBezTo>
                    <a:close/>
                    <a:moveTo>
                      <a:pt x="5104" y="1"/>
                    </a:moveTo>
                    <a:cubicBezTo>
                      <a:pt x="2363" y="1"/>
                      <a:pt x="0" y="2238"/>
                      <a:pt x="0" y="5168"/>
                    </a:cubicBezTo>
                    <a:cubicBezTo>
                      <a:pt x="0" y="8066"/>
                      <a:pt x="2332" y="10303"/>
                      <a:pt x="5104" y="10303"/>
                    </a:cubicBezTo>
                    <a:cubicBezTo>
                      <a:pt x="5482" y="10303"/>
                      <a:pt x="5797" y="10272"/>
                      <a:pt x="6144" y="10208"/>
                    </a:cubicBezTo>
                    <a:lnTo>
                      <a:pt x="6270" y="10587"/>
                    </a:lnTo>
                    <a:cubicBezTo>
                      <a:pt x="6307" y="10755"/>
                      <a:pt x="6444" y="10845"/>
                      <a:pt x="6596" y="10845"/>
                    </a:cubicBezTo>
                    <a:cubicBezTo>
                      <a:pt x="6700" y="10845"/>
                      <a:pt x="6810" y="10802"/>
                      <a:pt x="6900" y="10713"/>
                    </a:cubicBezTo>
                    <a:lnTo>
                      <a:pt x="7625" y="9610"/>
                    </a:lnTo>
                    <a:lnTo>
                      <a:pt x="9483" y="11406"/>
                    </a:lnTo>
                    <a:cubicBezTo>
                      <a:pt x="9688" y="11610"/>
                      <a:pt x="9956" y="11713"/>
                      <a:pt x="10220" y="11713"/>
                    </a:cubicBezTo>
                    <a:cubicBezTo>
                      <a:pt x="10484" y="11713"/>
                      <a:pt x="10744" y="11610"/>
                      <a:pt x="10933" y="11406"/>
                    </a:cubicBezTo>
                    <a:lnTo>
                      <a:pt x="11405" y="10933"/>
                    </a:lnTo>
                    <a:cubicBezTo>
                      <a:pt x="11783" y="10555"/>
                      <a:pt x="11783" y="9893"/>
                      <a:pt x="11374" y="9484"/>
                    </a:cubicBezTo>
                    <a:lnTo>
                      <a:pt x="9515" y="7720"/>
                    </a:lnTo>
                    <a:lnTo>
                      <a:pt x="10618" y="6964"/>
                    </a:lnTo>
                    <a:cubicBezTo>
                      <a:pt x="10870" y="6806"/>
                      <a:pt x="10838" y="6428"/>
                      <a:pt x="10555" y="6333"/>
                    </a:cubicBezTo>
                    <a:lnTo>
                      <a:pt x="10145" y="6239"/>
                    </a:lnTo>
                    <a:cubicBezTo>
                      <a:pt x="10303" y="5483"/>
                      <a:pt x="10271" y="4695"/>
                      <a:pt x="10082" y="3908"/>
                    </a:cubicBezTo>
                    <a:cubicBezTo>
                      <a:pt x="9483" y="1576"/>
                      <a:pt x="7436" y="1"/>
                      <a:pt x="5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995" name="Google Shape;1995;p19"/>
              <p:cNvGrpSpPr/>
              <p:nvPr/>
            </p:nvGrpSpPr>
            <p:grpSpPr>
              <a:xfrm>
                <a:off x="5348442" y="2659225"/>
                <a:ext cx="648208" cy="646503"/>
                <a:chOff x="-4570325" y="2405775"/>
                <a:chExt cx="294600" cy="293825"/>
              </a:xfrm>
            </p:grpSpPr>
            <p:sp>
              <p:nvSpPr>
                <p:cNvPr id="1996" name="Google Shape;1996;p19"/>
                <p:cNvSpPr/>
                <p:nvPr/>
              </p:nvSpPr>
              <p:spPr>
                <a:xfrm>
                  <a:off x="-4570325" y="2405775"/>
                  <a:ext cx="294600" cy="293825"/>
                </a:xfrm>
                <a:custGeom>
                  <a:rect b="b" l="l" r="r" t="t"/>
                  <a:pathLst>
                    <a:path extrusionOk="0" h="11753" w="11784">
                      <a:moveTo>
                        <a:pt x="5734" y="694"/>
                      </a:moveTo>
                      <a:cubicBezTo>
                        <a:pt x="7624" y="694"/>
                        <a:pt x="9168" y="2238"/>
                        <a:pt x="9168" y="4128"/>
                      </a:cubicBezTo>
                      <a:cubicBezTo>
                        <a:pt x="9168" y="6050"/>
                        <a:pt x="7624" y="7594"/>
                        <a:pt x="5734" y="7594"/>
                      </a:cubicBezTo>
                      <a:cubicBezTo>
                        <a:pt x="3844" y="7594"/>
                        <a:pt x="2332" y="6018"/>
                        <a:pt x="2332" y="4128"/>
                      </a:cubicBezTo>
                      <a:cubicBezTo>
                        <a:pt x="2332" y="2238"/>
                        <a:pt x="3844" y="694"/>
                        <a:pt x="5734" y="694"/>
                      </a:cubicBezTo>
                      <a:close/>
                      <a:moveTo>
                        <a:pt x="977" y="7531"/>
                      </a:moveTo>
                      <a:cubicBezTo>
                        <a:pt x="1166" y="7531"/>
                        <a:pt x="1323" y="7688"/>
                        <a:pt x="1323" y="7909"/>
                      </a:cubicBezTo>
                      <a:cubicBezTo>
                        <a:pt x="1292" y="8129"/>
                        <a:pt x="1134" y="8255"/>
                        <a:pt x="977" y="8255"/>
                      </a:cubicBezTo>
                      <a:cubicBezTo>
                        <a:pt x="788" y="8255"/>
                        <a:pt x="630" y="8098"/>
                        <a:pt x="630" y="7909"/>
                      </a:cubicBezTo>
                      <a:cubicBezTo>
                        <a:pt x="630" y="7688"/>
                        <a:pt x="788" y="7531"/>
                        <a:pt x="977" y="7531"/>
                      </a:cubicBezTo>
                      <a:close/>
                      <a:moveTo>
                        <a:pt x="10586" y="7531"/>
                      </a:moveTo>
                      <a:cubicBezTo>
                        <a:pt x="10775" y="7531"/>
                        <a:pt x="10932" y="7688"/>
                        <a:pt x="10932" y="7909"/>
                      </a:cubicBezTo>
                      <a:cubicBezTo>
                        <a:pt x="10932" y="8129"/>
                        <a:pt x="10775" y="8255"/>
                        <a:pt x="10586" y="8255"/>
                      </a:cubicBezTo>
                      <a:cubicBezTo>
                        <a:pt x="10397" y="8255"/>
                        <a:pt x="10239" y="8098"/>
                        <a:pt x="10239" y="7909"/>
                      </a:cubicBezTo>
                      <a:cubicBezTo>
                        <a:pt x="10239" y="7688"/>
                        <a:pt x="10397" y="7531"/>
                        <a:pt x="10586" y="7531"/>
                      </a:cubicBezTo>
                      <a:close/>
                      <a:moveTo>
                        <a:pt x="3025" y="9641"/>
                      </a:moveTo>
                      <a:cubicBezTo>
                        <a:pt x="3214" y="9641"/>
                        <a:pt x="3371" y="9799"/>
                        <a:pt x="3371" y="9988"/>
                      </a:cubicBezTo>
                      <a:cubicBezTo>
                        <a:pt x="3340" y="10177"/>
                        <a:pt x="3214" y="10335"/>
                        <a:pt x="3025" y="10335"/>
                      </a:cubicBezTo>
                      <a:cubicBezTo>
                        <a:pt x="2836" y="10335"/>
                        <a:pt x="2678" y="10177"/>
                        <a:pt x="2678" y="9988"/>
                      </a:cubicBezTo>
                      <a:cubicBezTo>
                        <a:pt x="2678" y="9799"/>
                        <a:pt x="2836" y="9641"/>
                        <a:pt x="3025" y="9641"/>
                      </a:cubicBezTo>
                      <a:close/>
                      <a:moveTo>
                        <a:pt x="8475" y="9641"/>
                      </a:moveTo>
                      <a:cubicBezTo>
                        <a:pt x="8696" y="9641"/>
                        <a:pt x="8822" y="9799"/>
                        <a:pt x="8822" y="9988"/>
                      </a:cubicBezTo>
                      <a:cubicBezTo>
                        <a:pt x="8822" y="10177"/>
                        <a:pt x="8664" y="10335"/>
                        <a:pt x="8475" y="10335"/>
                      </a:cubicBezTo>
                      <a:cubicBezTo>
                        <a:pt x="8255" y="10335"/>
                        <a:pt x="8128" y="10177"/>
                        <a:pt x="8128" y="9988"/>
                      </a:cubicBezTo>
                      <a:cubicBezTo>
                        <a:pt x="8128" y="9799"/>
                        <a:pt x="8255" y="9641"/>
                        <a:pt x="8475" y="9641"/>
                      </a:cubicBezTo>
                      <a:close/>
                      <a:moveTo>
                        <a:pt x="5734" y="10303"/>
                      </a:moveTo>
                      <a:cubicBezTo>
                        <a:pt x="5955" y="10303"/>
                        <a:pt x="6112" y="10461"/>
                        <a:pt x="6112" y="10650"/>
                      </a:cubicBezTo>
                      <a:cubicBezTo>
                        <a:pt x="6112" y="10839"/>
                        <a:pt x="5955" y="10996"/>
                        <a:pt x="5734" y="10996"/>
                      </a:cubicBezTo>
                      <a:cubicBezTo>
                        <a:pt x="5545" y="10996"/>
                        <a:pt x="5388" y="10839"/>
                        <a:pt x="5388" y="10650"/>
                      </a:cubicBezTo>
                      <a:cubicBezTo>
                        <a:pt x="5388" y="10461"/>
                        <a:pt x="5545" y="10303"/>
                        <a:pt x="5734" y="10303"/>
                      </a:cubicBezTo>
                      <a:close/>
                      <a:moveTo>
                        <a:pt x="5797" y="1"/>
                      </a:moveTo>
                      <a:cubicBezTo>
                        <a:pt x="3497" y="1"/>
                        <a:pt x="1701" y="1860"/>
                        <a:pt x="1701" y="4097"/>
                      </a:cubicBezTo>
                      <a:cubicBezTo>
                        <a:pt x="1701" y="5010"/>
                        <a:pt x="2017" y="5924"/>
                        <a:pt x="2552" y="6617"/>
                      </a:cubicBezTo>
                      <a:lnTo>
                        <a:pt x="1701" y="7153"/>
                      </a:lnTo>
                      <a:cubicBezTo>
                        <a:pt x="1481" y="6995"/>
                        <a:pt x="1260" y="6901"/>
                        <a:pt x="1040" y="6901"/>
                      </a:cubicBezTo>
                      <a:cubicBezTo>
                        <a:pt x="473" y="6901"/>
                        <a:pt x="0" y="7373"/>
                        <a:pt x="0" y="7940"/>
                      </a:cubicBezTo>
                      <a:cubicBezTo>
                        <a:pt x="0" y="8476"/>
                        <a:pt x="473" y="8948"/>
                        <a:pt x="1040" y="8948"/>
                      </a:cubicBezTo>
                      <a:cubicBezTo>
                        <a:pt x="1575" y="8948"/>
                        <a:pt x="2048" y="8476"/>
                        <a:pt x="2048" y="7940"/>
                      </a:cubicBezTo>
                      <a:lnTo>
                        <a:pt x="2048" y="7751"/>
                      </a:lnTo>
                      <a:lnTo>
                        <a:pt x="3088" y="7153"/>
                      </a:lnTo>
                      <a:cubicBezTo>
                        <a:pt x="3340" y="7373"/>
                        <a:pt x="3623" y="7625"/>
                        <a:pt x="3970" y="7783"/>
                      </a:cubicBezTo>
                      <a:lnTo>
                        <a:pt x="3308" y="8948"/>
                      </a:lnTo>
                      <a:lnTo>
                        <a:pt x="3119" y="8948"/>
                      </a:lnTo>
                      <a:cubicBezTo>
                        <a:pt x="2552" y="8948"/>
                        <a:pt x="2080" y="9421"/>
                        <a:pt x="2080" y="9988"/>
                      </a:cubicBezTo>
                      <a:cubicBezTo>
                        <a:pt x="2080" y="10524"/>
                        <a:pt x="2552" y="10996"/>
                        <a:pt x="3119" y="10996"/>
                      </a:cubicBezTo>
                      <a:cubicBezTo>
                        <a:pt x="3655" y="10996"/>
                        <a:pt x="4127" y="10524"/>
                        <a:pt x="4127" y="9988"/>
                      </a:cubicBezTo>
                      <a:cubicBezTo>
                        <a:pt x="4127" y="9736"/>
                        <a:pt x="4064" y="9515"/>
                        <a:pt x="3907" y="9326"/>
                      </a:cubicBezTo>
                      <a:lnTo>
                        <a:pt x="4600" y="8098"/>
                      </a:lnTo>
                      <a:cubicBezTo>
                        <a:pt x="4883" y="8161"/>
                        <a:pt x="5199" y="8255"/>
                        <a:pt x="5514" y="8287"/>
                      </a:cubicBezTo>
                      <a:lnTo>
                        <a:pt x="5514" y="9736"/>
                      </a:lnTo>
                      <a:cubicBezTo>
                        <a:pt x="5136" y="9894"/>
                        <a:pt x="4852" y="10272"/>
                        <a:pt x="4852" y="10713"/>
                      </a:cubicBezTo>
                      <a:cubicBezTo>
                        <a:pt x="4852" y="11280"/>
                        <a:pt x="5325" y="11752"/>
                        <a:pt x="5860" y="11752"/>
                      </a:cubicBezTo>
                      <a:cubicBezTo>
                        <a:pt x="6427" y="11752"/>
                        <a:pt x="6900" y="11280"/>
                        <a:pt x="6900" y="10713"/>
                      </a:cubicBezTo>
                      <a:cubicBezTo>
                        <a:pt x="6900" y="10303"/>
                        <a:pt x="6616" y="9894"/>
                        <a:pt x="6238" y="9736"/>
                      </a:cubicBezTo>
                      <a:lnTo>
                        <a:pt x="6238" y="8287"/>
                      </a:lnTo>
                      <a:cubicBezTo>
                        <a:pt x="6553" y="8255"/>
                        <a:pt x="6868" y="8224"/>
                        <a:pt x="7120" y="8098"/>
                      </a:cubicBezTo>
                      <a:lnTo>
                        <a:pt x="7845" y="9326"/>
                      </a:lnTo>
                      <a:cubicBezTo>
                        <a:pt x="7687" y="9515"/>
                        <a:pt x="7593" y="9736"/>
                        <a:pt x="7593" y="9988"/>
                      </a:cubicBezTo>
                      <a:cubicBezTo>
                        <a:pt x="7593" y="10524"/>
                        <a:pt x="8065" y="10996"/>
                        <a:pt x="8633" y="10996"/>
                      </a:cubicBezTo>
                      <a:cubicBezTo>
                        <a:pt x="9168" y="10996"/>
                        <a:pt x="9641" y="10524"/>
                        <a:pt x="9641" y="9988"/>
                      </a:cubicBezTo>
                      <a:cubicBezTo>
                        <a:pt x="9641" y="9421"/>
                        <a:pt x="9168" y="8948"/>
                        <a:pt x="8633" y="8948"/>
                      </a:cubicBezTo>
                      <a:lnTo>
                        <a:pt x="8444" y="8948"/>
                      </a:lnTo>
                      <a:lnTo>
                        <a:pt x="7750" y="7783"/>
                      </a:lnTo>
                      <a:cubicBezTo>
                        <a:pt x="8065" y="7625"/>
                        <a:pt x="8381" y="7373"/>
                        <a:pt x="8664" y="7153"/>
                      </a:cubicBezTo>
                      <a:lnTo>
                        <a:pt x="9735" y="7751"/>
                      </a:lnTo>
                      <a:lnTo>
                        <a:pt x="9735" y="7940"/>
                      </a:lnTo>
                      <a:cubicBezTo>
                        <a:pt x="9735" y="8476"/>
                        <a:pt x="10208" y="8948"/>
                        <a:pt x="10743" y="8948"/>
                      </a:cubicBezTo>
                      <a:cubicBezTo>
                        <a:pt x="11310" y="8948"/>
                        <a:pt x="11783" y="8476"/>
                        <a:pt x="11783" y="7940"/>
                      </a:cubicBezTo>
                      <a:cubicBezTo>
                        <a:pt x="11626" y="7342"/>
                        <a:pt x="11153" y="6901"/>
                        <a:pt x="10586" y="6901"/>
                      </a:cubicBezTo>
                      <a:cubicBezTo>
                        <a:pt x="10302" y="6901"/>
                        <a:pt x="10082" y="6995"/>
                        <a:pt x="9924" y="7153"/>
                      </a:cubicBezTo>
                      <a:lnTo>
                        <a:pt x="9011" y="6617"/>
                      </a:lnTo>
                      <a:cubicBezTo>
                        <a:pt x="9578" y="5924"/>
                        <a:pt x="9893" y="5010"/>
                        <a:pt x="9893" y="4097"/>
                      </a:cubicBezTo>
                      <a:cubicBezTo>
                        <a:pt x="9893" y="1828"/>
                        <a:pt x="8034" y="1"/>
                        <a:pt x="579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997" name="Google Shape;1997;p19"/>
                <p:cNvSpPr/>
                <p:nvPr/>
              </p:nvSpPr>
              <p:spPr>
                <a:xfrm>
                  <a:off x="-4478175" y="2439650"/>
                  <a:ext cx="103975" cy="120525"/>
                </a:xfrm>
                <a:custGeom>
                  <a:rect b="b" l="l" r="r" t="t"/>
                  <a:pathLst>
                    <a:path extrusionOk="0" h="4821" w="4159">
                      <a:moveTo>
                        <a:pt x="2048" y="725"/>
                      </a:moveTo>
                      <a:cubicBezTo>
                        <a:pt x="2458" y="725"/>
                        <a:pt x="2741" y="1040"/>
                        <a:pt x="2741" y="1387"/>
                      </a:cubicBezTo>
                      <a:cubicBezTo>
                        <a:pt x="2741" y="1765"/>
                        <a:pt x="2426" y="2049"/>
                        <a:pt x="2048" y="2049"/>
                      </a:cubicBezTo>
                      <a:cubicBezTo>
                        <a:pt x="1702" y="2049"/>
                        <a:pt x="1387" y="1733"/>
                        <a:pt x="1387" y="1387"/>
                      </a:cubicBezTo>
                      <a:cubicBezTo>
                        <a:pt x="1387" y="1040"/>
                        <a:pt x="1702" y="725"/>
                        <a:pt x="2048" y="725"/>
                      </a:cubicBezTo>
                      <a:close/>
                      <a:moveTo>
                        <a:pt x="2363" y="2773"/>
                      </a:moveTo>
                      <a:cubicBezTo>
                        <a:pt x="2930" y="2773"/>
                        <a:pt x="3403" y="3246"/>
                        <a:pt x="3403" y="3781"/>
                      </a:cubicBezTo>
                      <a:lnTo>
                        <a:pt x="3403" y="4128"/>
                      </a:lnTo>
                      <a:lnTo>
                        <a:pt x="630" y="4128"/>
                      </a:lnTo>
                      <a:lnTo>
                        <a:pt x="630" y="3781"/>
                      </a:lnTo>
                      <a:lnTo>
                        <a:pt x="693" y="3781"/>
                      </a:lnTo>
                      <a:cubicBezTo>
                        <a:pt x="693" y="3246"/>
                        <a:pt x="1166" y="2773"/>
                        <a:pt x="1702" y="2773"/>
                      </a:cubicBezTo>
                      <a:close/>
                      <a:moveTo>
                        <a:pt x="2111" y="1"/>
                      </a:moveTo>
                      <a:cubicBezTo>
                        <a:pt x="1355" y="1"/>
                        <a:pt x="725" y="631"/>
                        <a:pt x="725" y="1387"/>
                      </a:cubicBezTo>
                      <a:cubicBezTo>
                        <a:pt x="725" y="1702"/>
                        <a:pt x="851" y="2017"/>
                        <a:pt x="1040" y="2238"/>
                      </a:cubicBezTo>
                      <a:cubicBezTo>
                        <a:pt x="441" y="2521"/>
                        <a:pt x="63" y="3120"/>
                        <a:pt x="63" y="3781"/>
                      </a:cubicBezTo>
                      <a:lnTo>
                        <a:pt x="63" y="4443"/>
                      </a:lnTo>
                      <a:cubicBezTo>
                        <a:pt x="0" y="4663"/>
                        <a:pt x="158" y="4821"/>
                        <a:pt x="378" y="4821"/>
                      </a:cubicBezTo>
                      <a:lnTo>
                        <a:pt x="3781" y="4821"/>
                      </a:lnTo>
                      <a:cubicBezTo>
                        <a:pt x="4001" y="4821"/>
                        <a:pt x="4159" y="4663"/>
                        <a:pt x="4159" y="4443"/>
                      </a:cubicBezTo>
                      <a:lnTo>
                        <a:pt x="4159" y="3781"/>
                      </a:lnTo>
                      <a:cubicBezTo>
                        <a:pt x="4159" y="3120"/>
                        <a:pt x="3749" y="2521"/>
                        <a:pt x="3151" y="2238"/>
                      </a:cubicBezTo>
                      <a:cubicBezTo>
                        <a:pt x="3371" y="2017"/>
                        <a:pt x="3466" y="1733"/>
                        <a:pt x="3466" y="1387"/>
                      </a:cubicBezTo>
                      <a:cubicBezTo>
                        <a:pt x="3466" y="631"/>
                        <a:pt x="2836" y="1"/>
                        <a:pt x="211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998" name="Google Shape;1998;p19"/>
              <p:cNvGrpSpPr/>
              <p:nvPr/>
            </p:nvGrpSpPr>
            <p:grpSpPr>
              <a:xfrm>
                <a:off x="9506262" y="2661875"/>
                <a:ext cx="642983" cy="641222"/>
                <a:chOff x="-2571737" y="2403625"/>
                <a:chExt cx="292225" cy="291425"/>
              </a:xfrm>
            </p:grpSpPr>
            <p:sp>
              <p:nvSpPr>
                <p:cNvPr id="1999" name="Google Shape;1999;p19"/>
                <p:cNvSpPr/>
                <p:nvPr/>
              </p:nvSpPr>
              <p:spPr>
                <a:xfrm>
                  <a:off x="-2571737" y="2403625"/>
                  <a:ext cx="292225" cy="291425"/>
                </a:xfrm>
                <a:custGeom>
                  <a:rect b="b" l="l" r="r" t="t"/>
                  <a:pathLst>
                    <a:path extrusionOk="0" h="11657" w="11689">
                      <a:moveTo>
                        <a:pt x="9547" y="725"/>
                      </a:moveTo>
                      <a:cubicBezTo>
                        <a:pt x="9704" y="725"/>
                        <a:pt x="9830" y="788"/>
                        <a:pt x="9893" y="914"/>
                      </a:cubicBezTo>
                      <a:lnTo>
                        <a:pt x="10681" y="2772"/>
                      </a:lnTo>
                      <a:lnTo>
                        <a:pt x="1135" y="2772"/>
                      </a:lnTo>
                      <a:lnTo>
                        <a:pt x="1891" y="914"/>
                      </a:lnTo>
                      <a:cubicBezTo>
                        <a:pt x="1922" y="788"/>
                        <a:pt x="2080" y="725"/>
                        <a:pt x="2206" y="725"/>
                      </a:cubicBezTo>
                      <a:close/>
                      <a:moveTo>
                        <a:pt x="10649" y="3403"/>
                      </a:moveTo>
                      <a:cubicBezTo>
                        <a:pt x="10870" y="3403"/>
                        <a:pt x="11027" y="3560"/>
                        <a:pt x="11027" y="3749"/>
                      </a:cubicBezTo>
                      <a:lnTo>
                        <a:pt x="11027" y="5167"/>
                      </a:lnTo>
                      <a:cubicBezTo>
                        <a:pt x="11027" y="5356"/>
                        <a:pt x="10870" y="5513"/>
                        <a:pt x="10649" y="5513"/>
                      </a:cubicBezTo>
                      <a:lnTo>
                        <a:pt x="1040" y="5513"/>
                      </a:lnTo>
                      <a:cubicBezTo>
                        <a:pt x="851" y="5513"/>
                        <a:pt x="694" y="5356"/>
                        <a:pt x="694" y="5167"/>
                      </a:cubicBezTo>
                      <a:lnTo>
                        <a:pt x="694" y="3749"/>
                      </a:lnTo>
                      <a:cubicBezTo>
                        <a:pt x="694" y="3560"/>
                        <a:pt x="851" y="3403"/>
                        <a:pt x="1040" y="3403"/>
                      </a:cubicBezTo>
                      <a:close/>
                      <a:moveTo>
                        <a:pt x="10681" y="6206"/>
                      </a:moveTo>
                      <a:cubicBezTo>
                        <a:pt x="10870" y="6238"/>
                        <a:pt x="11027" y="6364"/>
                        <a:pt x="11027" y="6553"/>
                      </a:cubicBezTo>
                      <a:lnTo>
                        <a:pt x="11027" y="7939"/>
                      </a:lnTo>
                      <a:cubicBezTo>
                        <a:pt x="11027" y="8128"/>
                        <a:pt x="10870" y="8286"/>
                        <a:pt x="10681" y="8286"/>
                      </a:cubicBezTo>
                      <a:lnTo>
                        <a:pt x="1072" y="8286"/>
                      </a:lnTo>
                      <a:cubicBezTo>
                        <a:pt x="851" y="8286"/>
                        <a:pt x="694" y="8128"/>
                        <a:pt x="694" y="7939"/>
                      </a:cubicBezTo>
                      <a:lnTo>
                        <a:pt x="694" y="6553"/>
                      </a:lnTo>
                      <a:cubicBezTo>
                        <a:pt x="694" y="6364"/>
                        <a:pt x="851" y="6206"/>
                        <a:pt x="1072" y="6206"/>
                      </a:cubicBezTo>
                      <a:close/>
                      <a:moveTo>
                        <a:pt x="10681" y="8947"/>
                      </a:moveTo>
                      <a:cubicBezTo>
                        <a:pt x="10870" y="8947"/>
                        <a:pt x="11027" y="9105"/>
                        <a:pt x="11027" y="9294"/>
                      </a:cubicBezTo>
                      <a:lnTo>
                        <a:pt x="11027" y="10680"/>
                      </a:lnTo>
                      <a:cubicBezTo>
                        <a:pt x="11027" y="10869"/>
                        <a:pt x="10870" y="11027"/>
                        <a:pt x="10681" y="11027"/>
                      </a:cubicBezTo>
                      <a:lnTo>
                        <a:pt x="1072" y="11027"/>
                      </a:lnTo>
                      <a:cubicBezTo>
                        <a:pt x="851" y="11027"/>
                        <a:pt x="694" y="10869"/>
                        <a:pt x="694" y="10680"/>
                      </a:cubicBezTo>
                      <a:lnTo>
                        <a:pt x="694" y="9294"/>
                      </a:lnTo>
                      <a:cubicBezTo>
                        <a:pt x="694" y="9105"/>
                        <a:pt x="851" y="8947"/>
                        <a:pt x="1072" y="8947"/>
                      </a:cubicBezTo>
                      <a:close/>
                      <a:moveTo>
                        <a:pt x="2174" y="0"/>
                      </a:moveTo>
                      <a:cubicBezTo>
                        <a:pt x="1733" y="0"/>
                        <a:pt x="1387" y="252"/>
                        <a:pt x="1229" y="630"/>
                      </a:cubicBezTo>
                      <a:lnTo>
                        <a:pt x="64" y="3403"/>
                      </a:lnTo>
                      <a:cubicBezTo>
                        <a:pt x="32" y="3529"/>
                        <a:pt x="0" y="3686"/>
                        <a:pt x="0" y="3781"/>
                      </a:cubicBezTo>
                      <a:lnTo>
                        <a:pt x="0" y="5198"/>
                      </a:lnTo>
                      <a:cubicBezTo>
                        <a:pt x="0" y="5482"/>
                        <a:pt x="127" y="5734"/>
                        <a:pt x="284" y="5860"/>
                      </a:cubicBezTo>
                      <a:cubicBezTo>
                        <a:pt x="127" y="6080"/>
                        <a:pt x="0" y="6301"/>
                        <a:pt x="0" y="6553"/>
                      </a:cubicBezTo>
                      <a:lnTo>
                        <a:pt x="0" y="7908"/>
                      </a:lnTo>
                      <a:cubicBezTo>
                        <a:pt x="0" y="8191"/>
                        <a:pt x="127" y="8443"/>
                        <a:pt x="284" y="8601"/>
                      </a:cubicBezTo>
                      <a:cubicBezTo>
                        <a:pt x="127" y="8790"/>
                        <a:pt x="0" y="9010"/>
                        <a:pt x="0" y="9262"/>
                      </a:cubicBezTo>
                      <a:lnTo>
                        <a:pt x="0" y="10649"/>
                      </a:lnTo>
                      <a:cubicBezTo>
                        <a:pt x="0" y="11184"/>
                        <a:pt x="473" y="11657"/>
                        <a:pt x="1009" y="11657"/>
                      </a:cubicBezTo>
                      <a:lnTo>
                        <a:pt x="10618" y="11657"/>
                      </a:lnTo>
                      <a:cubicBezTo>
                        <a:pt x="11185" y="11657"/>
                        <a:pt x="11657" y="11184"/>
                        <a:pt x="11657" y="10649"/>
                      </a:cubicBezTo>
                      <a:lnTo>
                        <a:pt x="11657" y="9262"/>
                      </a:lnTo>
                      <a:cubicBezTo>
                        <a:pt x="11657" y="8979"/>
                        <a:pt x="11531" y="8758"/>
                        <a:pt x="11374" y="8601"/>
                      </a:cubicBezTo>
                      <a:cubicBezTo>
                        <a:pt x="11531" y="8380"/>
                        <a:pt x="11657" y="8160"/>
                        <a:pt x="11657" y="7908"/>
                      </a:cubicBezTo>
                      <a:lnTo>
                        <a:pt x="11657" y="6553"/>
                      </a:lnTo>
                      <a:cubicBezTo>
                        <a:pt x="11657" y="6269"/>
                        <a:pt x="11531" y="6017"/>
                        <a:pt x="11374" y="5860"/>
                      </a:cubicBezTo>
                      <a:cubicBezTo>
                        <a:pt x="11531" y="5671"/>
                        <a:pt x="11657" y="5450"/>
                        <a:pt x="11657" y="5198"/>
                      </a:cubicBezTo>
                      <a:lnTo>
                        <a:pt x="11657" y="3781"/>
                      </a:lnTo>
                      <a:lnTo>
                        <a:pt x="11689" y="3781"/>
                      </a:lnTo>
                      <a:cubicBezTo>
                        <a:pt x="11689" y="3686"/>
                        <a:pt x="11657" y="3529"/>
                        <a:pt x="11594" y="3403"/>
                      </a:cubicBezTo>
                      <a:lnTo>
                        <a:pt x="10460" y="630"/>
                      </a:lnTo>
                      <a:cubicBezTo>
                        <a:pt x="10303" y="252"/>
                        <a:pt x="9925" y="0"/>
                        <a:pt x="951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0" name="Google Shape;2000;p19"/>
                <p:cNvSpPr/>
                <p:nvPr/>
              </p:nvSpPr>
              <p:spPr>
                <a:xfrm>
                  <a:off x="-2485967" y="2649150"/>
                  <a:ext cx="173300" cy="18150"/>
                </a:xfrm>
                <a:custGeom>
                  <a:rect b="b" l="l" r="r" t="t"/>
                  <a:pathLst>
                    <a:path extrusionOk="0" h="726" w="6932">
                      <a:moveTo>
                        <a:pt x="378" y="1"/>
                      </a:moveTo>
                      <a:cubicBezTo>
                        <a:pt x="158" y="1"/>
                        <a:pt x="0" y="159"/>
                        <a:pt x="0" y="379"/>
                      </a:cubicBezTo>
                      <a:cubicBezTo>
                        <a:pt x="0" y="568"/>
                        <a:pt x="158" y="726"/>
                        <a:pt x="378" y="726"/>
                      </a:cubicBezTo>
                      <a:lnTo>
                        <a:pt x="6585" y="726"/>
                      </a:lnTo>
                      <a:cubicBezTo>
                        <a:pt x="6774" y="726"/>
                        <a:pt x="6931" y="568"/>
                        <a:pt x="6931" y="379"/>
                      </a:cubicBezTo>
                      <a:cubicBezTo>
                        <a:pt x="6931" y="159"/>
                        <a:pt x="6774" y="1"/>
                        <a:pt x="65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1" name="Google Shape;2001;p19"/>
                <p:cNvSpPr/>
                <p:nvPr/>
              </p:nvSpPr>
              <p:spPr>
                <a:xfrm>
                  <a:off x="-2485967" y="2511325"/>
                  <a:ext cx="173300" cy="18150"/>
                </a:xfrm>
                <a:custGeom>
                  <a:rect b="b" l="l" r="r" t="t"/>
                  <a:pathLst>
                    <a:path extrusionOk="0" h="726" w="6932">
                      <a:moveTo>
                        <a:pt x="378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78" y="725"/>
                      </a:cubicBezTo>
                      <a:lnTo>
                        <a:pt x="6585" y="725"/>
                      </a:lnTo>
                      <a:cubicBezTo>
                        <a:pt x="6774" y="725"/>
                        <a:pt x="6931" y="568"/>
                        <a:pt x="6931" y="379"/>
                      </a:cubicBezTo>
                      <a:cubicBezTo>
                        <a:pt x="6931" y="158"/>
                        <a:pt x="6774" y="1"/>
                        <a:pt x="65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2" name="Google Shape;2002;p19"/>
                <p:cNvSpPr/>
                <p:nvPr/>
              </p:nvSpPr>
              <p:spPr>
                <a:xfrm>
                  <a:off x="-2540185" y="2511325"/>
                  <a:ext cx="18125" cy="18925"/>
                </a:xfrm>
                <a:custGeom>
                  <a:rect b="b" l="l" r="r" t="t"/>
                  <a:pathLst>
                    <a:path extrusionOk="0" h="757" w="725">
                      <a:moveTo>
                        <a:pt x="378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57"/>
                        <a:pt x="378" y="757"/>
                      </a:cubicBezTo>
                      <a:cubicBezTo>
                        <a:pt x="567" y="757"/>
                        <a:pt x="725" y="568"/>
                        <a:pt x="725" y="379"/>
                      </a:cubicBezTo>
                      <a:cubicBezTo>
                        <a:pt x="725" y="158"/>
                        <a:pt x="567" y="1"/>
                        <a:pt x="37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3" name="Google Shape;2003;p19"/>
                <p:cNvSpPr/>
                <p:nvPr/>
              </p:nvSpPr>
              <p:spPr>
                <a:xfrm>
                  <a:off x="-2485579" y="2580625"/>
                  <a:ext cx="172525" cy="17350"/>
                </a:xfrm>
                <a:custGeom>
                  <a:rect b="b" l="l" r="r" t="t"/>
                  <a:pathLst>
                    <a:path extrusionOk="0" h="694" w="6901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32" y="536"/>
                        <a:pt x="158" y="693"/>
                        <a:pt x="347" y="693"/>
                      </a:cubicBezTo>
                      <a:lnTo>
                        <a:pt x="6554" y="693"/>
                      </a:lnTo>
                      <a:cubicBezTo>
                        <a:pt x="6774" y="693"/>
                        <a:pt x="6900" y="536"/>
                        <a:pt x="6900" y="347"/>
                      </a:cubicBezTo>
                      <a:cubicBezTo>
                        <a:pt x="6900" y="158"/>
                        <a:pt x="6774" y="0"/>
                        <a:pt x="655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4" name="Google Shape;2004;p19"/>
                <p:cNvSpPr/>
                <p:nvPr/>
              </p:nvSpPr>
              <p:spPr>
                <a:xfrm>
                  <a:off x="-2540185" y="2580625"/>
                  <a:ext cx="18125" cy="17350"/>
                </a:xfrm>
                <a:custGeom>
                  <a:rect b="b" l="l" r="r" t="t"/>
                  <a:pathLst>
                    <a:path extrusionOk="0" h="694" w="725">
                      <a:moveTo>
                        <a:pt x="378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78" y="693"/>
                      </a:cubicBezTo>
                      <a:cubicBezTo>
                        <a:pt x="567" y="693"/>
                        <a:pt x="725" y="536"/>
                        <a:pt x="725" y="347"/>
                      </a:cubicBezTo>
                      <a:cubicBezTo>
                        <a:pt x="725" y="158"/>
                        <a:pt x="567" y="0"/>
                        <a:pt x="37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5" name="Google Shape;2005;p19"/>
                <p:cNvSpPr/>
                <p:nvPr/>
              </p:nvSpPr>
              <p:spPr>
                <a:xfrm>
                  <a:off x="-2540185" y="2649150"/>
                  <a:ext cx="18125" cy="18150"/>
                </a:xfrm>
                <a:custGeom>
                  <a:rect b="b" l="l" r="r" t="t"/>
                  <a:pathLst>
                    <a:path extrusionOk="0" h="726" w="725">
                      <a:moveTo>
                        <a:pt x="378" y="1"/>
                      </a:moveTo>
                      <a:cubicBezTo>
                        <a:pt x="158" y="1"/>
                        <a:pt x="0" y="159"/>
                        <a:pt x="0" y="379"/>
                      </a:cubicBezTo>
                      <a:cubicBezTo>
                        <a:pt x="0" y="568"/>
                        <a:pt x="158" y="726"/>
                        <a:pt x="378" y="726"/>
                      </a:cubicBezTo>
                      <a:cubicBezTo>
                        <a:pt x="567" y="726"/>
                        <a:pt x="725" y="568"/>
                        <a:pt x="725" y="379"/>
                      </a:cubicBezTo>
                      <a:cubicBezTo>
                        <a:pt x="725" y="159"/>
                        <a:pt x="567" y="1"/>
                        <a:pt x="37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06" name="Google Shape;2006;p19"/>
              <p:cNvGrpSpPr/>
              <p:nvPr/>
            </p:nvGrpSpPr>
            <p:grpSpPr>
              <a:xfrm>
                <a:off x="6250022" y="2659225"/>
                <a:ext cx="490502" cy="646503"/>
                <a:chOff x="-4178875" y="2405775"/>
                <a:chExt cx="222925" cy="293825"/>
              </a:xfrm>
            </p:grpSpPr>
            <p:sp>
              <p:nvSpPr>
                <p:cNvPr id="2007" name="Google Shape;2007;p19"/>
                <p:cNvSpPr/>
                <p:nvPr/>
              </p:nvSpPr>
              <p:spPr>
                <a:xfrm>
                  <a:off x="-4178875" y="2405775"/>
                  <a:ext cx="222925" cy="293825"/>
                </a:xfrm>
                <a:custGeom>
                  <a:rect b="b" l="l" r="r" t="t"/>
                  <a:pathLst>
                    <a:path extrusionOk="0" h="11753" w="8917">
                      <a:moveTo>
                        <a:pt x="4474" y="694"/>
                      </a:moveTo>
                      <a:cubicBezTo>
                        <a:pt x="6553" y="694"/>
                        <a:pt x="8254" y="2395"/>
                        <a:pt x="8254" y="4475"/>
                      </a:cubicBezTo>
                      <a:cubicBezTo>
                        <a:pt x="8191" y="5262"/>
                        <a:pt x="7971" y="6018"/>
                        <a:pt x="7530" y="6649"/>
                      </a:cubicBezTo>
                      <a:lnTo>
                        <a:pt x="4474" y="10776"/>
                      </a:lnTo>
                      <a:lnTo>
                        <a:pt x="1418" y="6712"/>
                      </a:lnTo>
                      <a:cubicBezTo>
                        <a:pt x="945" y="6050"/>
                        <a:pt x="693" y="5294"/>
                        <a:pt x="693" y="4475"/>
                      </a:cubicBezTo>
                      <a:cubicBezTo>
                        <a:pt x="693" y="2395"/>
                        <a:pt x="2363" y="694"/>
                        <a:pt x="4474" y="694"/>
                      </a:cubicBezTo>
                      <a:close/>
                      <a:moveTo>
                        <a:pt x="4474" y="1"/>
                      </a:moveTo>
                      <a:cubicBezTo>
                        <a:pt x="2017" y="1"/>
                        <a:pt x="0" y="2017"/>
                        <a:pt x="0" y="4475"/>
                      </a:cubicBezTo>
                      <a:cubicBezTo>
                        <a:pt x="0" y="5451"/>
                        <a:pt x="315" y="6365"/>
                        <a:pt x="882" y="7153"/>
                      </a:cubicBezTo>
                      <a:lnTo>
                        <a:pt x="4190" y="11595"/>
                      </a:lnTo>
                      <a:cubicBezTo>
                        <a:pt x="4253" y="11689"/>
                        <a:pt x="4348" y="11752"/>
                        <a:pt x="4474" y="11752"/>
                      </a:cubicBezTo>
                      <a:cubicBezTo>
                        <a:pt x="4568" y="11752"/>
                        <a:pt x="4663" y="11721"/>
                        <a:pt x="4726" y="11595"/>
                      </a:cubicBezTo>
                      <a:lnTo>
                        <a:pt x="8097" y="7058"/>
                      </a:lnTo>
                      <a:cubicBezTo>
                        <a:pt x="8633" y="6333"/>
                        <a:pt x="8916" y="5420"/>
                        <a:pt x="8916" y="4506"/>
                      </a:cubicBezTo>
                      <a:cubicBezTo>
                        <a:pt x="8916" y="1986"/>
                        <a:pt x="6900" y="1"/>
                        <a:pt x="447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8" name="Google Shape;2008;p19"/>
                <p:cNvSpPr/>
                <p:nvPr/>
              </p:nvSpPr>
              <p:spPr>
                <a:xfrm>
                  <a:off x="-4093025" y="2491650"/>
                  <a:ext cx="51225" cy="51200"/>
                </a:xfrm>
                <a:custGeom>
                  <a:rect b="b" l="l" r="r" t="t"/>
                  <a:pathLst>
                    <a:path extrusionOk="0" h="2048" w="2049">
                      <a:moveTo>
                        <a:pt x="1040" y="630"/>
                      </a:moveTo>
                      <a:cubicBezTo>
                        <a:pt x="1229" y="630"/>
                        <a:pt x="1386" y="788"/>
                        <a:pt x="1386" y="1008"/>
                      </a:cubicBezTo>
                      <a:cubicBezTo>
                        <a:pt x="1386" y="1197"/>
                        <a:pt x="1197" y="1355"/>
                        <a:pt x="1040" y="1355"/>
                      </a:cubicBezTo>
                      <a:cubicBezTo>
                        <a:pt x="819" y="1355"/>
                        <a:pt x="662" y="1197"/>
                        <a:pt x="662" y="1008"/>
                      </a:cubicBezTo>
                      <a:cubicBezTo>
                        <a:pt x="662" y="788"/>
                        <a:pt x="819" y="630"/>
                        <a:pt x="1040" y="630"/>
                      </a:cubicBezTo>
                      <a:close/>
                      <a:moveTo>
                        <a:pt x="1040" y="0"/>
                      </a:moveTo>
                      <a:cubicBezTo>
                        <a:pt x="473" y="0"/>
                        <a:pt x="0" y="473"/>
                        <a:pt x="0" y="1040"/>
                      </a:cubicBezTo>
                      <a:cubicBezTo>
                        <a:pt x="0" y="1575"/>
                        <a:pt x="473" y="2048"/>
                        <a:pt x="1040" y="2048"/>
                      </a:cubicBezTo>
                      <a:cubicBezTo>
                        <a:pt x="1575" y="2048"/>
                        <a:pt x="2048" y="1575"/>
                        <a:pt x="2048" y="1040"/>
                      </a:cubicBezTo>
                      <a:cubicBezTo>
                        <a:pt x="2048" y="441"/>
                        <a:pt x="1575" y="0"/>
                        <a:pt x="10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09" name="Google Shape;2009;p19"/>
                <p:cNvSpPr/>
                <p:nvPr/>
              </p:nvSpPr>
              <p:spPr>
                <a:xfrm>
                  <a:off x="-4145800" y="2439650"/>
                  <a:ext cx="155975" cy="155200"/>
                </a:xfrm>
                <a:custGeom>
                  <a:rect b="b" l="l" r="r" t="t"/>
                  <a:pathLst>
                    <a:path extrusionOk="0" h="6208" w="6239">
                      <a:moveTo>
                        <a:pt x="3403" y="694"/>
                      </a:moveTo>
                      <a:lnTo>
                        <a:pt x="3403" y="1166"/>
                      </a:lnTo>
                      <a:cubicBezTo>
                        <a:pt x="3403" y="1324"/>
                        <a:pt x="3497" y="1450"/>
                        <a:pt x="3655" y="1481"/>
                      </a:cubicBezTo>
                      <a:cubicBezTo>
                        <a:pt x="3844" y="1576"/>
                        <a:pt x="4033" y="1670"/>
                        <a:pt x="4191" y="1828"/>
                      </a:cubicBezTo>
                      <a:cubicBezTo>
                        <a:pt x="4268" y="1867"/>
                        <a:pt x="4358" y="1894"/>
                        <a:pt x="4445" y="1894"/>
                      </a:cubicBezTo>
                      <a:cubicBezTo>
                        <a:pt x="4499" y="1894"/>
                        <a:pt x="4552" y="1884"/>
                        <a:pt x="4600" y="1859"/>
                      </a:cubicBezTo>
                      <a:lnTo>
                        <a:pt x="4978" y="1607"/>
                      </a:lnTo>
                      <a:lnTo>
                        <a:pt x="5356" y="2206"/>
                      </a:lnTo>
                      <a:lnTo>
                        <a:pt x="4947" y="2458"/>
                      </a:lnTo>
                      <a:cubicBezTo>
                        <a:pt x="4821" y="2521"/>
                        <a:pt x="4789" y="2647"/>
                        <a:pt x="4789" y="2805"/>
                      </a:cubicBezTo>
                      <a:cubicBezTo>
                        <a:pt x="4821" y="3025"/>
                        <a:pt x="4821" y="3183"/>
                        <a:pt x="4789" y="3435"/>
                      </a:cubicBezTo>
                      <a:cubicBezTo>
                        <a:pt x="4758" y="3592"/>
                        <a:pt x="4821" y="3687"/>
                        <a:pt x="4947" y="3781"/>
                      </a:cubicBezTo>
                      <a:lnTo>
                        <a:pt x="5356" y="4033"/>
                      </a:lnTo>
                      <a:lnTo>
                        <a:pt x="4978" y="4600"/>
                      </a:lnTo>
                      <a:lnTo>
                        <a:pt x="4600" y="4380"/>
                      </a:lnTo>
                      <a:cubicBezTo>
                        <a:pt x="4554" y="4345"/>
                        <a:pt x="4503" y="4332"/>
                        <a:pt x="4452" y="4332"/>
                      </a:cubicBezTo>
                      <a:cubicBezTo>
                        <a:pt x="4363" y="4332"/>
                        <a:pt x="4270" y="4372"/>
                        <a:pt x="4191" y="4411"/>
                      </a:cubicBezTo>
                      <a:cubicBezTo>
                        <a:pt x="4033" y="4537"/>
                        <a:pt x="3844" y="4632"/>
                        <a:pt x="3655" y="4726"/>
                      </a:cubicBezTo>
                      <a:cubicBezTo>
                        <a:pt x="3529" y="4758"/>
                        <a:pt x="3403" y="4915"/>
                        <a:pt x="3403" y="5041"/>
                      </a:cubicBezTo>
                      <a:lnTo>
                        <a:pt x="3403" y="5514"/>
                      </a:lnTo>
                      <a:lnTo>
                        <a:pt x="2741" y="5514"/>
                      </a:lnTo>
                      <a:lnTo>
                        <a:pt x="2741" y="5041"/>
                      </a:lnTo>
                      <a:cubicBezTo>
                        <a:pt x="2741" y="4884"/>
                        <a:pt x="2678" y="4758"/>
                        <a:pt x="2521" y="4726"/>
                      </a:cubicBezTo>
                      <a:cubicBezTo>
                        <a:pt x="2300" y="4663"/>
                        <a:pt x="2111" y="4569"/>
                        <a:pt x="1954" y="4411"/>
                      </a:cubicBezTo>
                      <a:cubicBezTo>
                        <a:pt x="1874" y="4372"/>
                        <a:pt x="1782" y="4332"/>
                        <a:pt x="1701" y="4332"/>
                      </a:cubicBezTo>
                      <a:cubicBezTo>
                        <a:pt x="1654" y="4332"/>
                        <a:pt x="1610" y="4345"/>
                        <a:pt x="1576" y="4380"/>
                      </a:cubicBezTo>
                      <a:lnTo>
                        <a:pt x="1166" y="4600"/>
                      </a:lnTo>
                      <a:lnTo>
                        <a:pt x="820" y="4033"/>
                      </a:lnTo>
                      <a:lnTo>
                        <a:pt x="1198" y="3781"/>
                      </a:lnTo>
                      <a:cubicBezTo>
                        <a:pt x="1324" y="3718"/>
                        <a:pt x="1418" y="3592"/>
                        <a:pt x="1355" y="3435"/>
                      </a:cubicBezTo>
                      <a:cubicBezTo>
                        <a:pt x="1324" y="3183"/>
                        <a:pt x="1324" y="3025"/>
                        <a:pt x="1355" y="2805"/>
                      </a:cubicBezTo>
                      <a:cubicBezTo>
                        <a:pt x="1418" y="2647"/>
                        <a:pt x="1324" y="2521"/>
                        <a:pt x="1198" y="2458"/>
                      </a:cubicBezTo>
                      <a:lnTo>
                        <a:pt x="820" y="2206"/>
                      </a:lnTo>
                      <a:lnTo>
                        <a:pt x="1166" y="1607"/>
                      </a:lnTo>
                      <a:lnTo>
                        <a:pt x="1576" y="1859"/>
                      </a:lnTo>
                      <a:cubicBezTo>
                        <a:pt x="1612" y="1884"/>
                        <a:pt x="1657" y="1894"/>
                        <a:pt x="1706" y="1894"/>
                      </a:cubicBezTo>
                      <a:cubicBezTo>
                        <a:pt x="1786" y="1894"/>
                        <a:pt x="1876" y="1867"/>
                        <a:pt x="1954" y="1828"/>
                      </a:cubicBezTo>
                      <a:cubicBezTo>
                        <a:pt x="2111" y="1702"/>
                        <a:pt x="2300" y="1576"/>
                        <a:pt x="2521" y="1481"/>
                      </a:cubicBezTo>
                      <a:cubicBezTo>
                        <a:pt x="2615" y="1450"/>
                        <a:pt x="2741" y="1292"/>
                        <a:pt x="2741" y="1166"/>
                      </a:cubicBezTo>
                      <a:lnTo>
                        <a:pt x="2741" y="694"/>
                      </a:lnTo>
                      <a:close/>
                      <a:moveTo>
                        <a:pt x="2426" y="1"/>
                      </a:moveTo>
                      <a:cubicBezTo>
                        <a:pt x="2237" y="1"/>
                        <a:pt x="2080" y="158"/>
                        <a:pt x="2080" y="347"/>
                      </a:cubicBezTo>
                      <a:lnTo>
                        <a:pt x="2080" y="946"/>
                      </a:lnTo>
                      <a:cubicBezTo>
                        <a:pt x="1954" y="977"/>
                        <a:pt x="1828" y="1072"/>
                        <a:pt x="1765" y="1135"/>
                      </a:cubicBezTo>
                      <a:lnTo>
                        <a:pt x="1261" y="851"/>
                      </a:lnTo>
                      <a:cubicBezTo>
                        <a:pt x="1211" y="831"/>
                        <a:pt x="1158" y="821"/>
                        <a:pt x="1104" y="821"/>
                      </a:cubicBezTo>
                      <a:cubicBezTo>
                        <a:pt x="990" y="821"/>
                        <a:pt x="874" y="870"/>
                        <a:pt x="788" y="977"/>
                      </a:cubicBezTo>
                      <a:lnTo>
                        <a:pt x="126" y="2175"/>
                      </a:lnTo>
                      <a:cubicBezTo>
                        <a:pt x="32" y="2332"/>
                        <a:pt x="63" y="2521"/>
                        <a:pt x="221" y="2647"/>
                      </a:cubicBezTo>
                      <a:lnTo>
                        <a:pt x="757" y="2899"/>
                      </a:lnTo>
                      <a:lnTo>
                        <a:pt x="757" y="3120"/>
                      </a:lnTo>
                      <a:lnTo>
                        <a:pt x="757" y="3309"/>
                      </a:lnTo>
                      <a:lnTo>
                        <a:pt x="221" y="3592"/>
                      </a:lnTo>
                      <a:cubicBezTo>
                        <a:pt x="63" y="3655"/>
                        <a:pt x="0" y="3907"/>
                        <a:pt x="126" y="4065"/>
                      </a:cubicBezTo>
                      <a:lnTo>
                        <a:pt x="788" y="5231"/>
                      </a:lnTo>
                      <a:cubicBezTo>
                        <a:pt x="831" y="5337"/>
                        <a:pt x="960" y="5415"/>
                        <a:pt x="1088" y="5415"/>
                      </a:cubicBezTo>
                      <a:cubicBezTo>
                        <a:pt x="1149" y="5415"/>
                        <a:pt x="1210" y="5397"/>
                        <a:pt x="1261" y="5357"/>
                      </a:cubicBezTo>
                      <a:lnTo>
                        <a:pt x="1765" y="5073"/>
                      </a:lnTo>
                      <a:cubicBezTo>
                        <a:pt x="1891" y="5167"/>
                        <a:pt x="1954" y="5199"/>
                        <a:pt x="2080" y="5262"/>
                      </a:cubicBezTo>
                      <a:lnTo>
                        <a:pt x="2080" y="5861"/>
                      </a:lnTo>
                      <a:cubicBezTo>
                        <a:pt x="2080" y="6050"/>
                        <a:pt x="2237" y="6207"/>
                        <a:pt x="2426" y="6207"/>
                      </a:cubicBezTo>
                      <a:lnTo>
                        <a:pt x="3812" y="6207"/>
                      </a:lnTo>
                      <a:cubicBezTo>
                        <a:pt x="4002" y="6207"/>
                        <a:pt x="4159" y="6050"/>
                        <a:pt x="4159" y="5861"/>
                      </a:cubicBezTo>
                      <a:lnTo>
                        <a:pt x="4159" y="5262"/>
                      </a:lnTo>
                      <a:cubicBezTo>
                        <a:pt x="4285" y="5231"/>
                        <a:pt x="4411" y="5167"/>
                        <a:pt x="4474" y="5073"/>
                      </a:cubicBezTo>
                      <a:lnTo>
                        <a:pt x="4978" y="5357"/>
                      </a:lnTo>
                      <a:cubicBezTo>
                        <a:pt x="5028" y="5376"/>
                        <a:pt x="5084" y="5387"/>
                        <a:pt x="5141" y="5387"/>
                      </a:cubicBezTo>
                      <a:cubicBezTo>
                        <a:pt x="5263" y="5387"/>
                        <a:pt x="5386" y="5338"/>
                        <a:pt x="5451" y="5231"/>
                      </a:cubicBezTo>
                      <a:lnTo>
                        <a:pt x="6144" y="4065"/>
                      </a:lnTo>
                      <a:cubicBezTo>
                        <a:pt x="6207" y="3907"/>
                        <a:pt x="6175" y="3687"/>
                        <a:pt x="6018" y="3592"/>
                      </a:cubicBezTo>
                      <a:lnTo>
                        <a:pt x="5514" y="3309"/>
                      </a:lnTo>
                      <a:lnTo>
                        <a:pt x="5514" y="3120"/>
                      </a:lnTo>
                      <a:lnTo>
                        <a:pt x="5514" y="2899"/>
                      </a:lnTo>
                      <a:lnTo>
                        <a:pt x="6018" y="2647"/>
                      </a:lnTo>
                      <a:cubicBezTo>
                        <a:pt x="6175" y="2521"/>
                        <a:pt x="6238" y="2332"/>
                        <a:pt x="6144" y="2175"/>
                      </a:cubicBezTo>
                      <a:lnTo>
                        <a:pt x="5451" y="977"/>
                      </a:lnTo>
                      <a:cubicBezTo>
                        <a:pt x="5408" y="870"/>
                        <a:pt x="5278" y="807"/>
                        <a:pt x="5149" y="807"/>
                      </a:cubicBezTo>
                      <a:cubicBezTo>
                        <a:pt x="5089" y="807"/>
                        <a:pt x="5029" y="821"/>
                        <a:pt x="4978" y="851"/>
                      </a:cubicBezTo>
                      <a:lnTo>
                        <a:pt x="4474" y="1135"/>
                      </a:lnTo>
                      <a:cubicBezTo>
                        <a:pt x="4348" y="1072"/>
                        <a:pt x="4285" y="1009"/>
                        <a:pt x="4159" y="946"/>
                      </a:cubicBezTo>
                      <a:lnTo>
                        <a:pt x="4159" y="347"/>
                      </a:lnTo>
                      <a:cubicBezTo>
                        <a:pt x="4159" y="158"/>
                        <a:pt x="4002" y="1"/>
                        <a:pt x="381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10" name="Google Shape;2010;p19"/>
              <p:cNvGrpSpPr/>
              <p:nvPr/>
            </p:nvGrpSpPr>
            <p:grpSpPr>
              <a:xfrm>
                <a:off x="10315051" y="2661838"/>
                <a:ext cx="641277" cy="641277"/>
                <a:chOff x="-2419325" y="2408150"/>
                <a:chExt cx="291450" cy="291450"/>
              </a:xfrm>
            </p:grpSpPr>
            <p:sp>
              <p:nvSpPr>
                <p:cNvPr id="2011" name="Google Shape;2011;p19"/>
                <p:cNvSpPr/>
                <p:nvPr/>
              </p:nvSpPr>
              <p:spPr>
                <a:xfrm>
                  <a:off x="-2419325" y="2408150"/>
                  <a:ext cx="291450" cy="291450"/>
                </a:xfrm>
                <a:custGeom>
                  <a:rect b="b" l="l" r="r" t="t"/>
                  <a:pathLst>
                    <a:path extrusionOk="0" h="11658" w="11658">
                      <a:moveTo>
                        <a:pt x="8948" y="725"/>
                      </a:moveTo>
                      <a:lnTo>
                        <a:pt x="8948" y="2489"/>
                      </a:lnTo>
                      <a:lnTo>
                        <a:pt x="8948" y="10366"/>
                      </a:lnTo>
                      <a:cubicBezTo>
                        <a:pt x="8948" y="10586"/>
                        <a:pt x="9011" y="10838"/>
                        <a:pt x="9137" y="11027"/>
                      </a:cubicBezTo>
                      <a:lnTo>
                        <a:pt x="1733" y="11027"/>
                      </a:lnTo>
                      <a:cubicBezTo>
                        <a:pt x="1134" y="11027"/>
                        <a:pt x="662" y="10586"/>
                        <a:pt x="662" y="10019"/>
                      </a:cubicBezTo>
                      <a:lnTo>
                        <a:pt x="662" y="725"/>
                      </a:lnTo>
                      <a:close/>
                      <a:moveTo>
                        <a:pt x="11027" y="2836"/>
                      </a:moveTo>
                      <a:lnTo>
                        <a:pt x="11027" y="10366"/>
                      </a:lnTo>
                      <a:lnTo>
                        <a:pt x="10995" y="10366"/>
                      </a:lnTo>
                      <a:cubicBezTo>
                        <a:pt x="10995" y="10744"/>
                        <a:pt x="10680" y="11027"/>
                        <a:pt x="10334" y="11027"/>
                      </a:cubicBezTo>
                      <a:cubicBezTo>
                        <a:pt x="9987" y="11027"/>
                        <a:pt x="9672" y="10712"/>
                        <a:pt x="9672" y="10366"/>
                      </a:cubicBezTo>
                      <a:lnTo>
                        <a:pt x="9672" y="2836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9956"/>
                      </a:lnTo>
                      <a:cubicBezTo>
                        <a:pt x="0" y="10901"/>
                        <a:pt x="756" y="11657"/>
                        <a:pt x="1702" y="11657"/>
                      </a:cubicBezTo>
                      <a:lnTo>
                        <a:pt x="10302" y="11657"/>
                      </a:lnTo>
                      <a:cubicBezTo>
                        <a:pt x="11027" y="11657"/>
                        <a:pt x="11657" y="11027"/>
                        <a:pt x="11657" y="10271"/>
                      </a:cubicBezTo>
                      <a:lnTo>
                        <a:pt x="11657" y="2395"/>
                      </a:lnTo>
                      <a:cubicBezTo>
                        <a:pt x="11657" y="2300"/>
                        <a:pt x="11500" y="2143"/>
                        <a:pt x="11342" y="2143"/>
                      </a:cubicBezTo>
                      <a:lnTo>
                        <a:pt x="9641" y="2143"/>
                      </a:lnTo>
                      <a:lnTo>
                        <a:pt x="9641" y="347"/>
                      </a:lnTo>
                      <a:cubicBezTo>
                        <a:pt x="9641" y="158"/>
                        <a:pt x="9483" y="1"/>
                        <a:pt x="929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2" name="Google Shape;2012;p19"/>
                <p:cNvSpPr/>
                <p:nvPr/>
              </p:nvSpPr>
              <p:spPr>
                <a:xfrm>
                  <a:off x="-2385475" y="2444375"/>
                  <a:ext cx="173325" cy="86675"/>
                </a:xfrm>
                <a:custGeom>
                  <a:rect b="b" l="l" r="r" t="t"/>
                  <a:pathLst>
                    <a:path extrusionOk="0" h="3467" w="6933">
                      <a:moveTo>
                        <a:pt x="6207" y="694"/>
                      </a:moveTo>
                      <a:lnTo>
                        <a:pt x="6207" y="2742"/>
                      </a:lnTo>
                      <a:lnTo>
                        <a:pt x="694" y="2742"/>
                      </a:lnTo>
                      <a:lnTo>
                        <a:pt x="694" y="694"/>
                      </a:lnTo>
                      <a:close/>
                      <a:moveTo>
                        <a:pt x="348" y="1"/>
                      </a:moveTo>
                      <a:cubicBezTo>
                        <a:pt x="159" y="1"/>
                        <a:pt x="1" y="158"/>
                        <a:pt x="1" y="379"/>
                      </a:cubicBezTo>
                      <a:lnTo>
                        <a:pt x="1" y="3120"/>
                      </a:lnTo>
                      <a:cubicBezTo>
                        <a:pt x="1" y="3309"/>
                        <a:pt x="159" y="3466"/>
                        <a:pt x="348" y="3466"/>
                      </a:cubicBezTo>
                      <a:lnTo>
                        <a:pt x="6554" y="3466"/>
                      </a:lnTo>
                      <a:cubicBezTo>
                        <a:pt x="6775" y="3466"/>
                        <a:pt x="6932" y="3309"/>
                        <a:pt x="6932" y="3120"/>
                      </a:cubicBezTo>
                      <a:lnTo>
                        <a:pt x="6932" y="379"/>
                      </a:lnTo>
                      <a:cubicBezTo>
                        <a:pt x="6869" y="158"/>
                        <a:pt x="6712" y="1"/>
                        <a:pt x="65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3" name="Google Shape;2013;p19"/>
                <p:cNvSpPr/>
                <p:nvPr/>
              </p:nvSpPr>
              <p:spPr>
                <a:xfrm>
                  <a:off x="-2385475" y="2545975"/>
                  <a:ext cx="86675" cy="86675"/>
                </a:xfrm>
                <a:custGeom>
                  <a:rect b="b" l="l" r="r" t="t"/>
                  <a:pathLst>
                    <a:path extrusionOk="0" h="3467" w="3467">
                      <a:moveTo>
                        <a:pt x="2742" y="757"/>
                      </a:moveTo>
                      <a:lnTo>
                        <a:pt x="2742" y="2805"/>
                      </a:lnTo>
                      <a:lnTo>
                        <a:pt x="694" y="2805"/>
                      </a:lnTo>
                      <a:lnTo>
                        <a:pt x="694" y="757"/>
                      </a:lnTo>
                      <a:close/>
                      <a:moveTo>
                        <a:pt x="348" y="1"/>
                      </a:moveTo>
                      <a:cubicBezTo>
                        <a:pt x="159" y="1"/>
                        <a:pt x="1" y="158"/>
                        <a:pt x="1" y="347"/>
                      </a:cubicBezTo>
                      <a:lnTo>
                        <a:pt x="1" y="3120"/>
                      </a:lnTo>
                      <a:cubicBezTo>
                        <a:pt x="1" y="3309"/>
                        <a:pt x="159" y="3466"/>
                        <a:pt x="348" y="3466"/>
                      </a:cubicBezTo>
                      <a:lnTo>
                        <a:pt x="3088" y="3466"/>
                      </a:lnTo>
                      <a:cubicBezTo>
                        <a:pt x="3309" y="3466"/>
                        <a:pt x="3467" y="3309"/>
                        <a:pt x="3467" y="3120"/>
                      </a:cubicBezTo>
                      <a:lnTo>
                        <a:pt x="3467" y="347"/>
                      </a:lnTo>
                      <a:cubicBezTo>
                        <a:pt x="3467" y="158"/>
                        <a:pt x="3309" y="1"/>
                        <a:pt x="308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4" name="Google Shape;2014;p19"/>
                <p:cNvSpPr/>
                <p:nvPr/>
              </p:nvSpPr>
              <p:spPr>
                <a:xfrm>
                  <a:off x="-2281500" y="2546775"/>
                  <a:ext cx="69350" cy="18125"/>
                </a:xfrm>
                <a:custGeom>
                  <a:rect b="b" l="l" r="r" t="t"/>
                  <a:pathLst>
                    <a:path extrusionOk="0" h="725" w="2774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2395" y="725"/>
                      </a:lnTo>
                      <a:cubicBezTo>
                        <a:pt x="2616" y="725"/>
                        <a:pt x="2773" y="567"/>
                        <a:pt x="2773" y="378"/>
                      </a:cubicBezTo>
                      <a:cubicBezTo>
                        <a:pt x="2710" y="158"/>
                        <a:pt x="2553" y="0"/>
                        <a:pt x="239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5" name="Google Shape;2015;p19"/>
                <p:cNvSpPr/>
                <p:nvPr/>
              </p:nvSpPr>
              <p:spPr>
                <a:xfrm>
                  <a:off x="-2281500" y="2581425"/>
                  <a:ext cx="69350" cy="18150"/>
                </a:xfrm>
                <a:custGeom>
                  <a:rect b="b" l="l" r="r" t="t"/>
                  <a:pathLst>
                    <a:path extrusionOk="0" h="726" w="2774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lnTo>
                        <a:pt x="2395" y="725"/>
                      </a:lnTo>
                      <a:cubicBezTo>
                        <a:pt x="2616" y="725"/>
                        <a:pt x="2773" y="568"/>
                        <a:pt x="2773" y="347"/>
                      </a:cubicBezTo>
                      <a:cubicBezTo>
                        <a:pt x="2710" y="158"/>
                        <a:pt x="2553" y="1"/>
                        <a:pt x="239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6" name="Google Shape;2016;p19"/>
                <p:cNvSpPr/>
                <p:nvPr/>
              </p:nvSpPr>
              <p:spPr>
                <a:xfrm>
                  <a:off x="-2281500" y="2616075"/>
                  <a:ext cx="69350" cy="17350"/>
                </a:xfrm>
                <a:custGeom>
                  <a:rect b="b" l="l" r="r" t="t"/>
                  <a:pathLst>
                    <a:path extrusionOk="0" h="694" w="2774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7" y="694"/>
                      </a:cubicBezTo>
                      <a:lnTo>
                        <a:pt x="2395" y="694"/>
                      </a:lnTo>
                      <a:cubicBezTo>
                        <a:pt x="2616" y="694"/>
                        <a:pt x="2773" y="536"/>
                        <a:pt x="2773" y="347"/>
                      </a:cubicBezTo>
                      <a:cubicBezTo>
                        <a:pt x="2710" y="158"/>
                        <a:pt x="2553" y="1"/>
                        <a:pt x="239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17" name="Google Shape;2017;p19"/>
                <p:cNvSpPr/>
                <p:nvPr/>
              </p:nvSpPr>
              <p:spPr>
                <a:xfrm>
                  <a:off x="-2385475" y="2649150"/>
                  <a:ext cx="173325" cy="18150"/>
                </a:xfrm>
                <a:custGeom>
                  <a:rect b="b" l="l" r="r" t="t"/>
                  <a:pathLst>
                    <a:path extrusionOk="0" h="726" w="6933">
                      <a:moveTo>
                        <a:pt x="348" y="1"/>
                      </a:moveTo>
                      <a:cubicBezTo>
                        <a:pt x="159" y="1"/>
                        <a:pt x="1" y="159"/>
                        <a:pt x="1" y="379"/>
                      </a:cubicBezTo>
                      <a:cubicBezTo>
                        <a:pt x="1" y="568"/>
                        <a:pt x="159" y="726"/>
                        <a:pt x="348" y="726"/>
                      </a:cubicBezTo>
                      <a:lnTo>
                        <a:pt x="6554" y="726"/>
                      </a:lnTo>
                      <a:cubicBezTo>
                        <a:pt x="6775" y="726"/>
                        <a:pt x="6932" y="568"/>
                        <a:pt x="6932" y="379"/>
                      </a:cubicBezTo>
                      <a:cubicBezTo>
                        <a:pt x="6869" y="159"/>
                        <a:pt x="6712" y="1"/>
                        <a:pt x="65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18" name="Google Shape;2018;p19"/>
              <p:cNvGrpSpPr/>
              <p:nvPr/>
            </p:nvGrpSpPr>
            <p:grpSpPr>
              <a:xfrm>
                <a:off x="2872646" y="2661837"/>
                <a:ext cx="649969" cy="641277"/>
                <a:chOff x="-5637575" y="2397900"/>
                <a:chExt cx="295400" cy="291450"/>
              </a:xfrm>
            </p:grpSpPr>
            <p:sp>
              <p:nvSpPr>
                <p:cNvPr id="2019" name="Google Shape;2019;p19"/>
                <p:cNvSpPr/>
                <p:nvPr/>
              </p:nvSpPr>
              <p:spPr>
                <a:xfrm>
                  <a:off x="-5575350" y="2547550"/>
                  <a:ext cx="79575" cy="88250"/>
                </a:xfrm>
                <a:custGeom>
                  <a:rect b="b" l="l" r="r" t="t"/>
                  <a:pathLst>
                    <a:path extrusionOk="0" h="3530" w="3183">
                      <a:moveTo>
                        <a:pt x="1088" y="1"/>
                      </a:moveTo>
                      <a:cubicBezTo>
                        <a:pt x="1001" y="1"/>
                        <a:pt x="915" y="32"/>
                        <a:pt x="852" y="95"/>
                      </a:cubicBezTo>
                      <a:lnTo>
                        <a:pt x="379" y="568"/>
                      </a:lnTo>
                      <a:cubicBezTo>
                        <a:pt x="1" y="978"/>
                        <a:pt x="1" y="1639"/>
                        <a:pt x="379" y="2017"/>
                      </a:cubicBezTo>
                      <a:cubicBezTo>
                        <a:pt x="584" y="2222"/>
                        <a:pt x="852" y="2324"/>
                        <a:pt x="1115" y="2324"/>
                      </a:cubicBezTo>
                      <a:cubicBezTo>
                        <a:pt x="1379" y="2324"/>
                        <a:pt x="1639" y="2222"/>
                        <a:pt x="1828" y="2017"/>
                      </a:cubicBezTo>
                      <a:cubicBezTo>
                        <a:pt x="1891" y="1970"/>
                        <a:pt x="1986" y="1946"/>
                        <a:pt x="2076" y="1946"/>
                      </a:cubicBezTo>
                      <a:cubicBezTo>
                        <a:pt x="2167" y="1946"/>
                        <a:pt x="2253" y="1970"/>
                        <a:pt x="2301" y="2017"/>
                      </a:cubicBezTo>
                      <a:cubicBezTo>
                        <a:pt x="2427" y="2143"/>
                        <a:pt x="2427" y="2395"/>
                        <a:pt x="2301" y="2490"/>
                      </a:cubicBezTo>
                      <a:lnTo>
                        <a:pt x="1828" y="2962"/>
                      </a:lnTo>
                      <a:cubicBezTo>
                        <a:pt x="1734" y="3088"/>
                        <a:pt x="1734" y="3340"/>
                        <a:pt x="1828" y="3435"/>
                      </a:cubicBezTo>
                      <a:cubicBezTo>
                        <a:pt x="1891" y="3498"/>
                        <a:pt x="1986" y="3529"/>
                        <a:pt x="2076" y="3529"/>
                      </a:cubicBezTo>
                      <a:cubicBezTo>
                        <a:pt x="2167" y="3529"/>
                        <a:pt x="2253" y="3498"/>
                        <a:pt x="2301" y="3435"/>
                      </a:cubicBezTo>
                      <a:lnTo>
                        <a:pt x="2773" y="2962"/>
                      </a:lnTo>
                      <a:cubicBezTo>
                        <a:pt x="3183" y="2584"/>
                        <a:pt x="3183" y="1923"/>
                        <a:pt x="2773" y="1513"/>
                      </a:cubicBezTo>
                      <a:cubicBezTo>
                        <a:pt x="2569" y="1293"/>
                        <a:pt x="2309" y="1182"/>
                        <a:pt x="2049" y="1182"/>
                      </a:cubicBezTo>
                      <a:cubicBezTo>
                        <a:pt x="1789" y="1182"/>
                        <a:pt x="1529" y="1293"/>
                        <a:pt x="1324" y="1513"/>
                      </a:cubicBezTo>
                      <a:cubicBezTo>
                        <a:pt x="1261" y="1576"/>
                        <a:pt x="1174" y="1608"/>
                        <a:pt x="1088" y="1608"/>
                      </a:cubicBezTo>
                      <a:cubicBezTo>
                        <a:pt x="1001" y="1608"/>
                        <a:pt x="915" y="1576"/>
                        <a:pt x="852" y="1513"/>
                      </a:cubicBezTo>
                      <a:cubicBezTo>
                        <a:pt x="726" y="1387"/>
                        <a:pt x="726" y="1167"/>
                        <a:pt x="852" y="1041"/>
                      </a:cubicBezTo>
                      <a:lnTo>
                        <a:pt x="1324" y="568"/>
                      </a:lnTo>
                      <a:cubicBezTo>
                        <a:pt x="1450" y="442"/>
                        <a:pt x="1450" y="221"/>
                        <a:pt x="1324" y="95"/>
                      </a:cubicBezTo>
                      <a:cubicBezTo>
                        <a:pt x="1261" y="32"/>
                        <a:pt x="1174" y="1"/>
                        <a:pt x="108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20" name="Google Shape;2020;p19"/>
                <p:cNvSpPr/>
                <p:nvPr/>
              </p:nvSpPr>
              <p:spPr>
                <a:xfrm>
                  <a:off x="-5526500" y="2499525"/>
                  <a:ext cx="85075" cy="81725"/>
                </a:xfrm>
                <a:custGeom>
                  <a:rect b="b" l="l" r="r" t="t"/>
                  <a:pathLst>
                    <a:path extrusionOk="0" h="3269" w="3403">
                      <a:moveTo>
                        <a:pt x="1107" y="0"/>
                      </a:moveTo>
                      <a:cubicBezTo>
                        <a:pt x="1016" y="0"/>
                        <a:pt x="930" y="32"/>
                        <a:pt x="882" y="95"/>
                      </a:cubicBezTo>
                      <a:lnTo>
                        <a:pt x="410" y="567"/>
                      </a:lnTo>
                      <a:cubicBezTo>
                        <a:pt x="0" y="945"/>
                        <a:pt x="0" y="1638"/>
                        <a:pt x="410" y="2016"/>
                      </a:cubicBezTo>
                      <a:lnTo>
                        <a:pt x="882" y="2489"/>
                      </a:lnTo>
                      <a:lnTo>
                        <a:pt x="1355" y="2962"/>
                      </a:lnTo>
                      <a:cubicBezTo>
                        <a:pt x="1544" y="3166"/>
                        <a:pt x="1804" y="3269"/>
                        <a:pt x="2068" y="3269"/>
                      </a:cubicBezTo>
                      <a:cubicBezTo>
                        <a:pt x="2332" y="3269"/>
                        <a:pt x="2599" y="3166"/>
                        <a:pt x="2804" y="2962"/>
                      </a:cubicBezTo>
                      <a:lnTo>
                        <a:pt x="3277" y="2489"/>
                      </a:lnTo>
                      <a:cubicBezTo>
                        <a:pt x="3403" y="2363"/>
                        <a:pt x="3403" y="2142"/>
                        <a:pt x="3277" y="2016"/>
                      </a:cubicBezTo>
                      <a:cubicBezTo>
                        <a:pt x="3178" y="1918"/>
                        <a:pt x="3070" y="1870"/>
                        <a:pt x="2977" y="1870"/>
                      </a:cubicBezTo>
                      <a:cubicBezTo>
                        <a:pt x="2892" y="1870"/>
                        <a:pt x="2818" y="1910"/>
                        <a:pt x="2773" y="1985"/>
                      </a:cubicBezTo>
                      <a:lnTo>
                        <a:pt x="2300" y="2457"/>
                      </a:lnTo>
                      <a:cubicBezTo>
                        <a:pt x="2237" y="2520"/>
                        <a:pt x="2143" y="2552"/>
                        <a:pt x="2052" y="2552"/>
                      </a:cubicBezTo>
                      <a:cubicBezTo>
                        <a:pt x="1961" y="2552"/>
                        <a:pt x="1875" y="2520"/>
                        <a:pt x="1827" y="2457"/>
                      </a:cubicBezTo>
                      <a:lnTo>
                        <a:pt x="1575" y="2205"/>
                      </a:lnTo>
                      <a:lnTo>
                        <a:pt x="2300" y="1512"/>
                      </a:lnTo>
                      <a:cubicBezTo>
                        <a:pt x="2395" y="1386"/>
                        <a:pt x="2395" y="1134"/>
                        <a:pt x="2300" y="1040"/>
                      </a:cubicBezTo>
                      <a:cubicBezTo>
                        <a:pt x="2237" y="977"/>
                        <a:pt x="2143" y="945"/>
                        <a:pt x="2052" y="945"/>
                      </a:cubicBezTo>
                      <a:cubicBezTo>
                        <a:pt x="1961" y="945"/>
                        <a:pt x="1875" y="977"/>
                        <a:pt x="1827" y="1040"/>
                      </a:cubicBezTo>
                      <a:lnTo>
                        <a:pt x="1103" y="1733"/>
                      </a:lnTo>
                      <a:lnTo>
                        <a:pt x="882" y="1512"/>
                      </a:lnTo>
                      <a:cubicBezTo>
                        <a:pt x="756" y="1386"/>
                        <a:pt x="756" y="1166"/>
                        <a:pt x="882" y="1040"/>
                      </a:cubicBezTo>
                      <a:lnTo>
                        <a:pt x="1355" y="567"/>
                      </a:lnTo>
                      <a:cubicBezTo>
                        <a:pt x="1449" y="441"/>
                        <a:pt x="1449" y="221"/>
                        <a:pt x="1355" y="95"/>
                      </a:cubicBezTo>
                      <a:cubicBezTo>
                        <a:pt x="1292" y="32"/>
                        <a:pt x="1197" y="0"/>
                        <a:pt x="110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21" name="Google Shape;2021;p19"/>
                <p:cNvSpPr/>
                <p:nvPr/>
              </p:nvSpPr>
              <p:spPr>
                <a:xfrm>
                  <a:off x="-5480050" y="2456975"/>
                  <a:ext cx="80375" cy="75650"/>
                </a:xfrm>
                <a:custGeom>
                  <a:rect b="b" l="l" r="r" t="t"/>
                  <a:pathLst>
                    <a:path extrusionOk="0" h="3026" w="3215">
                      <a:moveTo>
                        <a:pt x="1100" y="686"/>
                      </a:moveTo>
                      <a:cubicBezTo>
                        <a:pt x="1190" y="686"/>
                        <a:pt x="1277" y="710"/>
                        <a:pt x="1324" y="757"/>
                      </a:cubicBezTo>
                      <a:lnTo>
                        <a:pt x="2332" y="1765"/>
                      </a:lnTo>
                      <a:cubicBezTo>
                        <a:pt x="2490" y="1860"/>
                        <a:pt x="2490" y="2112"/>
                        <a:pt x="2332" y="2238"/>
                      </a:cubicBezTo>
                      <a:cubicBezTo>
                        <a:pt x="2269" y="2285"/>
                        <a:pt x="2183" y="2309"/>
                        <a:pt x="2096" y="2309"/>
                      </a:cubicBezTo>
                      <a:cubicBezTo>
                        <a:pt x="2009" y="2309"/>
                        <a:pt x="1923" y="2285"/>
                        <a:pt x="1860" y="2238"/>
                      </a:cubicBezTo>
                      <a:lnTo>
                        <a:pt x="852" y="1229"/>
                      </a:lnTo>
                      <a:cubicBezTo>
                        <a:pt x="757" y="1135"/>
                        <a:pt x="757" y="883"/>
                        <a:pt x="852" y="757"/>
                      </a:cubicBezTo>
                      <a:cubicBezTo>
                        <a:pt x="915" y="710"/>
                        <a:pt x="1009" y="686"/>
                        <a:pt x="1100" y="686"/>
                      </a:cubicBezTo>
                      <a:close/>
                      <a:moveTo>
                        <a:pt x="1119" y="1"/>
                      </a:moveTo>
                      <a:cubicBezTo>
                        <a:pt x="852" y="1"/>
                        <a:pt x="584" y="95"/>
                        <a:pt x="379" y="284"/>
                      </a:cubicBezTo>
                      <a:cubicBezTo>
                        <a:pt x="1" y="694"/>
                        <a:pt x="1" y="1356"/>
                        <a:pt x="379" y="1765"/>
                      </a:cubicBezTo>
                      <a:lnTo>
                        <a:pt x="1387" y="2742"/>
                      </a:lnTo>
                      <a:cubicBezTo>
                        <a:pt x="1576" y="2931"/>
                        <a:pt x="1836" y="3025"/>
                        <a:pt x="2100" y="3025"/>
                      </a:cubicBezTo>
                      <a:cubicBezTo>
                        <a:pt x="2364" y="3025"/>
                        <a:pt x="2632" y="2931"/>
                        <a:pt x="2836" y="2742"/>
                      </a:cubicBezTo>
                      <a:cubicBezTo>
                        <a:pt x="3214" y="2332"/>
                        <a:pt x="3214" y="1671"/>
                        <a:pt x="2836" y="1293"/>
                      </a:cubicBezTo>
                      <a:lnTo>
                        <a:pt x="1860" y="284"/>
                      </a:lnTo>
                      <a:cubicBezTo>
                        <a:pt x="1655" y="95"/>
                        <a:pt x="1387" y="1"/>
                        <a:pt x="11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22" name="Google Shape;2022;p19"/>
                <p:cNvSpPr/>
                <p:nvPr/>
              </p:nvSpPr>
              <p:spPr>
                <a:xfrm>
                  <a:off x="-5637575" y="2397900"/>
                  <a:ext cx="295400" cy="291450"/>
                </a:xfrm>
                <a:custGeom>
                  <a:rect b="b" l="l" r="r" t="t"/>
                  <a:pathLst>
                    <a:path extrusionOk="0" h="11658" w="11816">
                      <a:moveTo>
                        <a:pt x="9185" y="1479"/>
                      </a:moveTo>
                      <a:cubicBezTo>
                        <a:pt x="9245" y="1479"/>
                        <a:pt x="9245" y="1482"/>
                        <a:pt x="9263" y="1482"/>
                      </a:cubicBezTo>
                      <a:cubicBezTo>
                        <a:pt x="9421" y="1482"/>
                        <a:pt x="9579" y="1513"/>
                        <a:pt x="9673" y="1545"/>
                      </a:cubicBezTo>
                      <a:lnTo>
                        <a:pt x="9106" y="2143"/>
                      </a:lnTo>
                      <a:cubicBezTo>
                        <a:pt x="8980" y="2269"/>
                        <a:pt x="8980" y="2490"/>
                        <a:pt x="9106" y="2616"/>
                      </a:cubicBezTo>
                      <a:cubicBezTo>
                        <a:pt x="9153" y="2679"/>
                        <a:pt x="9240" y="2710"/>
                        <a:pt x="9330" y="2710"/>
                      </a:cubicBezTo>
                      <a:cubicBezTo>
                        <a:pt x="9421" y="2710"/>
                        <a:pt x="9515" y="2679"/>
                        <a:pt x="9579" y="2616"/>
                      </a:cubicBezTo>
                      <a:lnTo>
                        <a:pt x="10146" y="2017"/>
                      </a:lnTo>
                      <a:cubicBezTo>
                        <a:pt x="10272" y="2175"/>
                        <a:pt x="10303" y="2332"/>
                        <a:pt x="10303" y="2553"/>
                      </a:cubicBezTo>
                      <a:lnTo>
                        <a:pt x="10146" y="5325"/>
                      </a:lnTo>
                      <a:cubicBezTo>
                        <a:pt x="10114" y="5798"/>
                        <a:pt x="9925" y="6239"/>
                        <a:pt x="9515" y="6554"/>
                      </a:cubicBezTo>
                      <a:lnTo>
                        <a:pt x="9484" y="6585"/>
                      </a:lnTo>
                      <a:lnTo>
                        <a:pt x="8570" y="7499"/>
                      </a:lnTo>
                      <a:cubicBezTo>
                        <a:pt x="5231" y="10902"/>
                        <a:pt x="5829" y="10303"/>
                        <a:pt x="5199" y="10902"/>
                      </a:cubicBezTo>
                      <a:cubicBezTo>
                        <a:pt x="5136" y="10949"/>
                        <a:pt x="5050" y="10972"/>
                        <a:pt x="4963" y="10972"/>
                      </a:cubicBezTo>
                      <a:cubicBezTo>
                        <a:pt x="4876" y="10972"/>
                        <a:pt x="4790" y="10949"/>
                        <a:pt x="4727" y="10902"/>
                      </a:cubicBezTo>
                      <a:lnTo>
                        <a:pt x="820" y="6995"/>
                      </a:lnTo>
                      <a:cubicBezTo>
                        <a:pt x="694" y="6869"/>
                        <a:pt x="694" y="6648"/>
                        <a:pt x="820" y="6522"/>
                      </a:cubicBezTo>
                      <a:lnTo>
                        <a:pt x="5262" y="2112"/>
                      </a:lnTo>
                      <a:cubicBezTo>
                        <a:pt x="5577" y="1797"/>
                        <a:pt x="5987" y="1639"/>
                        <a:pt x="6365" y="1608"/>
                      </a:cubicBezTo>
                      <a:cubicBezTo>
                        <a:pt x="8503" y="1495"/>
                        <a:pt x="9033" y="1479"/>
                        <a:pt x="9185" y="1479"/>
                      </a:cubicBezTo>
                      <a:close/>
                      <a:moveTo>
                        <a:pt x="11422" y="1"/>
                      </a:moveTo>
                      <a:cubicBezTo>
                        <a:pt x="11335" y="1"/>
                        <a:pt x="11248" y="32"/>
                        <a:pt x="11185" y="95"/>
                      </a:cubicBezTo>
                      <a:lnTo>
                        <a:pt x="10240" y="1041"/>
                      </a:lnTo>
                      <a:cubicBezTo>
                        <a:pt x="9958" y="871"/>
                        <a:pt x="9650" y="752"/>
                        <a:pt x="9316" y="752"/>
                      </a:cubicBezTo>
                      <a:cubicBezTo>
                        <a:pt x="9278" y="752"/>
                        <a:pt x="9239" y="754"/>
                        <a:pt x="9200" y="757"/>
                      </a:cubicBezTo>
                      <a:lnTo>
                        <a:pt x="6428" y="883"/>
                      </a:lnTo>
                      <a:cubicBezTo>
                        <a:pt x="5829" y="915"/>
                        <a:pt x="5262" y="1167"/>
                        <a:pt x="4853" y="1608"/>
                      </a:cubicBezTo>
                      <a:lnTo>
                        <a:pt x="379" y="6018"/>
                      </a:lnTo>
                      <a:cubicBezTo>
                        <a:pt x="1" y="6396"/>
                        <a:pt x="1" y="7058"/>
                        <a:pt x="379" y="7468"/>
                      </a:cubicBezTo>
                      <a:lnTo>
                        <a:pt x="4286" y="11374"/>
                      </a:lnTo>
                      <a:cubicBezTo>
                        <a:pt x="4490" y="11563"/>
                        <a:pt x="4758" y="11658"/>
                        <a:pt x="5022" y="11658"/>
                      </a:cubicBezTo>
                      <a:cubicBezTo>
                        <a:pt x="5286" y="11658"/>
                        <a:pt x="5546" y="11563"/>
                        <a:pt x="5735" y="11374"/>
                      </a:cubicBezTo>
                      <a:lnTo>
                        <a:pt x="9137" y="7972"/>
                      </a:lnTo>
                      <a:lnTo>
                        <a:pt x="10051" y="7058"/>
                      </a:lnTo>
                      <a:cubicBezTo>
                        <a:pt x="10555" y="6648"/>
                        <a:pt x="10870" y="6018"/>
                        <a:pt x="10902" y="5388"/>
                      </a:cubicBezTo>
                      <a:lnTo>
                        <a:pt x="11059" y="2584"/>
                      </a:lnTo>
                      <a:cubicBezTo>
                        <a:pt x="11059" y="2238"/>
                        <a:pt x="10996" y="1828"/>
                        <a:pt x="10776" y="1545"/>
                      </a:cubicBezTo>
                      <a:lnTo>
                        <a:pt x="11721" y="600"/>
                      </a:lnTo>
                      <a:cubicBezTo>
                        <a:pt x="11815" y="442"/>
                        <a:pt x="11815" y="221"/>
                        <a:pt x="11658" y="95"/>
                      </a:cubicBezTo>
                      <a:cubicBezTo>
                        <a:pt x="11595" y="32"/>
                        <a:pt x="11508" y="1"/>
                        <a:pt x="1142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23" name="Google Shape;2023;p19"/>
              <p:cNvGrpSpPr/>
              <p:nvPr/>
            </p:nvGrpSpPr>
            <p:grpSpPr>
              <a:xfrm>
                <a:off x="6981950" y="2659260"/>
                <a:ext cx="648208" cy="646448"/>
                <a:chOff x="-3854375" y="2405000"/>
                <a:chExt cx="294600" cy="293800"/>
              </a:xfrm>
            </p:grpSpPr>
            <p:sp>
              <p:nvSpPr>
                <p:cNvPr id="2024" name="Google Shape;2024;p19"/>
                <p:cNvSpPr/>
                <p:nvPr/>
              </p:nvSpPr>
              <p:spPr>
                <a:xfrm>
                  <a:off x="-3854375" y="2405000"/>
                  <a:ext cx="294600" cy="293800"/>
                </a:xfrm>
                <a:custGeom>
                  <a:rect b="b" l="l" r="r" t="t"/>
                  <a:pathLst>
                    <a:path extrusionOk="0" h="11752" w="11784">
                      <a:moveTo>
                        <a:pt x="6994" y="694"/>
                      </a:moveTo>
                      <a:lnTo>
                        <a:pt x="6994" y="1103"/>
                      </a:lnTo>
                      <a:cubicBezTo>
                        <a:pt x="6994" y="1261"/>
                        <a:pt x="7120" y="1387"/>
                        <a:pt x="7278" y="1418"/>
                      </a:cubicBezTo>
                      <a:cubicBezTo>
                        <a:pt x="7467" y="1481"/>
                        <a:pt x="7719" y="1576"/>
                        <a:pt x="7908" y="1702"/>
                      </a:cubicBezTo>
                      <a:cubicBezTo>
                        <a:pt x="7954" y="1736"/>
                        <a:pt x="8009" y="1750"/>
                        <a:pt x="8066" y="1750"/>
                      </a:cubicBezTo>
                      <a:cubicBezTo>
                        <a:pt x="8164" y="1750"/>
                        <a:pt x="8269" y="1710"/>
                        <a:pt x="8349" y="1670"/>
                      </a:cubicBezTo>
                      <a:lnTo>
                        <a:pt x="8664" y="1355"/>
                      </a:lnTo>
                      <a:lnTo>
                        <a:pt x="9137" y="1828"/>
                      </a:lnTo>
                      <a:lnTo>
                        <a:pt x="8822" y="2143"/>
                      </a:lnTo>
                      <a:cubicBezTo>
                        <a:pt x="8696" y="2269"/>
                        <a:pt x="8696" y="2426"/>
                        <a:pt x="8759" y="2584"/>
                      </a:cubicBezTo>
                      <a:cubicBezTo>
                        <a:pt x="8885" y="2773"/>
                        <a:pt x="8979" y="2962"/>
                        <a:pt x="9042" y="3214"/>
                      </a:cubicBezTo>
                      <a:cubicBezTo>
                        <a:pt x="9074" y="3372"/>
                        <a:pt x="9200" y="3466"/>
                        <a:pt x="9357" y="3466"/>
                      </a:cubicBezTo>
                      <a:lnTo>
                        <a:pt x="9798" y="3466"/>
                      </a:lnTo>
                      <a:lnTo>
                        <a:pt x="9798" y="4159"/>
                      </a:lnTo>
                      <a:lnTo>
                        <a:pt x="9357" y="4159"/>
                      </a:lnTo>
                      <a:cubicBezTo>
                        <a:pt x="9200" y="4159"/>
                        <a:pt x="9074" y="4222"/>
                        <a:pt x="9042" y="4380"/>
                      </a:cubicBezTo>
                      <a:cubicBezTo>
                        <a:pt x="9011" y="4569"/>
                        <a:pt x="8885" y="4821"/>
                        <a:pt x="8759" y="5010"/>
                      </a:cubicBezTo>
                      <a:cubicBezTo>
                        <a:pt x="8696" y="5136"/>
                        <a:pt x="8727" y="5325"/>
                        <a:pt x="8822" y="5451"/>
                      </a:cubicBezTo>
                      <a:lnTo>
                        <a:pt x="9137" y="5766"/>
                      </a:lnTo>
                      <a:lnTo>
                        <a:pt x="8664" y="6238"/>
                      </a:lnTo>
                      <a:lnTo>
                        <a:pt x="8349" y="5923"/>
                      </a:lnTo>
                      <a:cubicBezTo>
                        <a:pt x="8275" y="5850"/>
                        <a:pt x="8191" y="5819"/>
                        <a:pt x="8101" y="5819"/>
                      </a:cubicBezTo>
                      <a:cubicBezTo>
                        <a:pt x="8038" y="5819"/>
                        <a:pt x="7973" y="5834"/>
                        <a:pt x="7908" y="5860"/>
                      </a:cubicBezTo>
                      <a:cubicBezTo>
                        <a:pt x="7719" y="5986"/>
                        <a:pt x="7498" y="6081"/>
                        <a:pt x="7278" y="6144"/>
                      </a:cubicBezTo>
                      <a:cubicBezTo>
                        <a:pt x="7120" y="6175"/>
                        <a:pt x="6994" y="6301"/>
                        <a:pt x="6994" y="6459"/>
                      </a:cubicBezTo>
                      <a:lnTo>
                        <a:pt x="6994" y="6900"/>
                      </a:lnTo>
                      <a:lnTo>
                        <a:pt x="6333" y="6900"/>
                      </a:lnTo>
                      <a:lnTo>
                        <a:pt x="6333" y="6459"/>
                      </a:lnTo>
                      <a:cubicBezTo>
                        <a:pt x="6333" y="6301"/>
                        <a:pt x="6207" y="6207"/>
                        <a:pt x="6049" y="6144"/>
                      </a:cubicBezTo>
                      <a:cubicBezTo>
                        <a:pt x="5860" y="6112"/>
                        <a:pt x="5608" y="5986"/>
                        <a:pt x="5419" y="5860"/>
                      </a:cubicBezTo>
                      <a:cubicBezTo>
                        <a:pt x="5374" y="5838"/>
                        <a:pt x="5322" y="5828"/>
                        <a:pt x="5267" y="5828"/>
                      </a:cubicBezTo>
                      <a:cubicBezTo>
                        <a:pt x="5167" y="5828"/>
                        <a:pt x="5059" y="5862"/>
                        <a:pt x="4978" y="5923"/>
                      </a:cubicBezTo>
                      <a:lnTo>
                        <a:pt x="4663" y="6238"/>
                      </a:lnTo>
                      <a:lnTo>
                        <a:pt x="4190" y="5766"/>
                      </a:lnTo>
                      <a:lnTo>
                        <a:pt x="4505" y="5451"/>
                      </a:lnTo>
                      <a:cubicBezTo>
                        <a:pt x="4631" y="5325"/>
                        <a:pt x="4631" y="5167"/>
                        <a:pt x="4568" y="5010"/>
                      </a:cubicBezTo>
                      <a:cubicBezTo>
                        <a:pt x="4442" y="4821"/>
                        <a:pt x="4348" y="4632"/>
                        <a:pt x="4285" y="4380"/>
                      </a:cubicBezTo>
                      <a:cubicBezTo>
                        <a:pt x="4253" y="4254"/>
                        <a:pt x="4127" y="4159"/>
                        <a:pt x="4001" y="4159"/>
                      </a:cubicBezTo>
                      <a:lnTo>
                        <a:pt x="3529" y="4159"/>
                      </a:lnTo>
                      <a:lnTo>
                        <a:pt x="3529" y="3466"/>
                      </a:lnTo>
                      <a:lnTo>
                        <a:pt x="3970" y="3466"/>
                      </a:lnTo>
                      <a:cubicBezTo>
                        <a:pt x="4127" y="3466"/>
                        <a:pt x="4253" y="3372"/>
                        <a:pt x="4285" y="3214"/>
                      </a:cubicBezTo>
                      <a:cubicBezTo>
                        <a:pt x="4316" y="2993"/>
                        <a:pt x="4442" y="2773"/>
                        <a:pt x="4568" y="2584"/>
                      </a:cubicBezTo>
                      <a:cubicBezTo>
                        <a:pt x="4631" y="2458"/>
                        <a:pt x="4600" y="2269"/>
                        <a:pt x="4505" y="2143"/>
                      </a:cubicBezTo>
                      <a:lnTo>
                        <a:pt x="4190" y="1828"/>
                      </a:lnTo>
                      <a:lnTo>
                        <a:pt x="4663" y="1355"/>
                      </a:lnTo>
                      <a:lnTo>
                        <a:pt x="4978" y="1670"/>
                      </a:lnTo>
                      <a:cubicBezTo>
                        <a:pt x="5046" y="1738"/>
                        <a:pt x="5122" y="1769"/>
                        <a:pt x="5203" y="1769"/>
                      </a:cubicBezTo>
                      <a:cubicBezTo>
                        <a:pt x="5273" y="1769"/>
                        <a:pt x="5346" y="1746"/>
                        <a:pt x="5419" y="1702"/>
                      </a:cubicBezTo>
                      <a:cubicBezTo>
                        <a:pt x="5608" y="1576"/>
                        <a:pt x="5829" y="1513"/>
                        <a:pt x="6049" y="1418"/>
                      </a:cubicBezTo>
                      <a:cubicBezTo>
                        <a:pt x="6207" y="1387"/>
                        <a:pt x="6333" y="1261"/>
                        <a:pt x="6333" y="1103"/>
                      </a:cubicBezTo>
                      <a:lnTo>
                        <a:pt x="6333" y="694"/>
                      </a:lnTo>
                      <a:close/>
                      <a:moveTo>
                        <a:pt x="10964" y="4821"/>
                      </a:moveTo>
                      <a:lnTo>
                        <a:pt x="9830" y="8255"/>
                      </a:lnTo>
                      <a:lnTo>
                        <a:pt x="2773" y="8255"/>
                      </a:lnTo>
                      <a:lnTo>
                        <a:pt x="2143" y="4821"/>
                      </a:lnTo>
                      <a:lnTo>
                        <a:pt x="3686" y="4821"/>
                      </a:lnTo>
                      <a:cubicBezTo>
                        <a:pt x="3718" y="4947"/>
                        <a:pt x="3781" y="5010"/>
                        <a:pt x="3812" y="5136"/>
                      </a:cubicBezTo>
                      <a:lnTo>
                        <a:pt x="3466" y="5482"/>
                      </a:lnTo>
                      <a:cubicBezTo>
                        <a:pt x="3340" y="5608"/>
                        <a:pt x="3340" y="5829"/>
                        <a:pt x="3466" y="5955"/>
                      </a:cubicBezTo>
                      <a:lnTo>
                        <a:pt x="4442" y="6932"/>
                      </a:lnTo>
                      <a:cubicBezTo>
                        <a:pt x="4505" y="6995"/>
                        <a:pt x="4592" y="7026"/>
                        <a:pt x="4679" y="7026"/>
                      </a:cubicBezTo>
                      <a:cubicBezTo>
                        <a:pt x="4765" y="7026"/>
                        <a:pt x="4852" y="6995"/>
                        <a:pt x="4915" y="6932"/>
                      </a:cubicBezTo>
                      <a:lnTo>
                        <a:pt x="5262" y="6585"/>
                      </a:lnTo>
                      <a:cubicBezTo>
                        <a:pt x="5356" y="6617"/>
                        <a:pt x="5451" y="6680"/>
                        <a:pt x="5577" y="6711"/>
                      </a:cubicBezTo>
                      <a:lnTo>
                        <a:pt x="5577" y="7215"/>
                      </a:lnTo>
                      <a:cubicBezTo>
                        <a:pt x="5577" y="7404"/>
                        <a:pt x="5734" y="7562"/>
                        <a:pt x="5923" y="7562"/>
                      </a:cubicBezTo>
                      <a:lnTo>
                        <a:pt x="7309" y="7562"/>
                      </a:lnTo>
                      <a:cubicBezTo>
                        <a:pt x="7498" y="7562"/>
                        <a:pt x="7656" y="7404"/>
                        <a:pt x="7656" y="7215"/>
                      </a:cubicBezTo>
                      <a:lnTo>
                        <a:pt x="7656" y="6711"/>
                      </a:lnTo>
                      <a:cubicBezTo>
                        <a:pt x="7782" y="6680"/>
                        <a:pt x="7876" y="6617"/>
                        <a:pt x="7971" y="6585"/>
                      </a:cubicBezTo>
                      <a:lnTo>
                        <a:pt x="8349" y="6932"/>
                      </a:lnTo>
                      <a:cubicBezTo>
                        <a:pt x="8396" y="6995"/>
                        <a:pt x="8483" y="7026"/>
                        <a:pt x="8574" y="7026"/>
                      </a:cubicBezTo>
                      <a:cubicBezTo>
                        <a:pt x="8664" y="7026"/>
                        <a:pt x="8759" y="6995"/>
                        <a:pt x="8822" y="6932"/>
                      </a:cubicBezTo>
                      <a:lnTo>
                        <a:pt x="9798" y="5955"/>
                      </a:lnTo>
                      <a:cubicBezTo>
                        <a:pt x="9924" y="5829"/>
                        <a:pt x="9924" y="5608"/>
                        <a:pt x="9798" y="5482"/>
                      </a:cubicBezTo>
                      <a:lnTo>
                        <a:pt x="9452" y="5136"/>
                      </a:lnTo>
                      <a:cubicBezTo>
                        <a:pt x="9483" y="5041"/>
                        <a:pt x="9515" y="4947"/>
                        <a:pt x="9546" y="4821"/>
                      </a:cubicBezTo>
                      <a:close/>
                      <a:moveTo>
                        <a:pt x="3907" y="10334"/>
                      </a:moveTo>
                      <a:cubicBezTo>
                        <a:pt x="4096" y="10366"/>
                        <a:pt x="4253" y="10523"/>
                        <a:pt x="4253" y="10681"/>
                      </a:cubicBezTo>
                      <a:cubicBezTo>
                        <a:pt x="4253" y="10870"/>
                        <a:pt x="4096" y="11027"/>
                        <a:pt x="3907" y="11027"/>
                      </a:cubicBezTo>
                      <a:cubicBezTo>
                        <a:pt x="3686" y="11027"/>
                        <a:pt x="3529" y="10870"/>
                        <a:pt x="3529" y="10681"/>
                      </a:cubicBezTo>
                      <a:cubicBezTo>
                        <a:pt x="3529" y="10492"/>
                        <a:pt x="3686" y="10334"/>
                        <a:pt x="3907" y="10334"/>
                      </a:cubicBezTo>
                      <a:close/>
                      <a:moveTo>
                        <a:pt x="8664" y="10334"/>
                      </a:moveTo>
                      <a:cubicBezTo>
                        <a:pt x="8853" y="10366"/>
                        <a:pt x="9011" y="10523"/>
                        <a:pt x="9011" y="10681"/>
                      </a:cubicBezTo>
                      <a:cubicBezTo>
                        <a:pt x="9011" y="10870"/>
                        <a:pt x="8853" y="11027"/>
                        <a:pt x="8664" y="11027"/>
                      </a:cubicBezTo>
                      <a:cubicBezTo>
                        <a:pt x="8444" y="11027"/>
                        <a:pt x="8286" y="10870"/>
                        <a:pt x="8286" y="10681"/>
                      </a:cubicBezTo>
                      <a:cubicBezTo>
                        <a:pt x="8286" y="10492"/>
                        <a:pt x="8444" y="10334"/>
                        <a:pt x="8664" y="10334"/>
                      </a:cubicBezTo>
                      <a:close/>
                      <a:moveTo>
                        <a:pt x="5892" y="0"/>
                      </a:moveTo>
                      <a:cubicBezTo>
                        <a:pt x="5703" y="0"/>
                        <a:pt x="5545" y="158"/>
                        <a:pt x="5545" y="379"/>
                      </a:cubicBezTo>
                      <a:lnTo>
                        <a:pt x="5545" y="883"/>
                      </a:lnTo>
                      <a:cubicBezTo>
                        <a:pt x="5419" y="914"/>
                        <a:pt x="5356" y="946"/>
                        <a:pt x="5230" y="1009"/>
                      </a:cubicBezTo>
                      <a:lnTo>
                        <a:pt x="4883" y="631"/>
                      </a:lnTo>
                      <a:cubicBezTo>
                        <a:pt x="4820" y="583"/>
                        <a:pt x="4734" y="560"/>
                        <a:pt x="4647" y="560"/>
                      </a:cubicBezTo>
                      <a:cubicBezTo>
                        <a:pt x="4561" y="560"/>
                        <a:pt x="4474" y="583"/>
                        <a:pt x="4411" y="631"/>
                      </a:cubicBezTo>
                      <a:lnTo>
                        <a:pt x="3434" y="1639"/>
                      </a:lnTo>
                      <a:cubicBezTo>
                        <a:pt x="3308" y="1733"/>
                        <a:pt x="3308" y="1985"/>
                        <a:pt x="3434" y="2111"/>
                      </a:cubicBezTo>
                      <a:lnTo>
                        <a:pt x="3781" y="2458"/>
                      </a:lnTo>
                      <a:cubicBezTo>
                        <a:pt x="3718" y="2521"/>
                        <a:pt x="3686" y="2647"/>
                        <a:pt x="3655" y="2773"/>
                      </a:cubicBezTo>
                      <a:lnTo>
                        <a:pt x="3151" y="2773"/>
                      </a:lnTo>
                      <a:cubicBezTo>
                        <a:pt x="2930" y="2773"/>
                        <a:pt x="2773" y="2930"/>
                        <a:pt x="2773" y="3119"/>
                      </a:cubicBezTo>
                      <a:lnTo>
                        <a:pt x="2773" y="4159"/>
                      </a:lnTo>
                      <a:lnTo>
                        <a:pt x="1985" y="4159"/>
                      </a:lnTo>
                      <a:lnTo>
                        <a:pt x="1765" y="2930"/>
                      </a:lnTo>
                      <a:cubicBezTo>
                        <a:pt x="1670" y="2458"/>
                        <a:pt x="1197" y="2111"/>
                        <a:pt x="693" y="2111"/>
                      </a:cubicBezTo>
                      <a:lnTo>
                        <a:pt x="347" y="2111"/>
                      </a:lnTo>
                      <a:cubicBezTo>
                        <a:pt x="158" y="2111"/>
                        <a:pt x="0" y="2269"/>
                        <a:pt x="0" y="2458"/>
                      </a:cubicBezTo>
                      <a:cubicBezTo>
                        <a:pt x="0" y="2647"/>
                        <a:pt x="158" y="2804"/>
                        <a:pt x="347" y="2804"/>
                      </a:cubicBezTo>
                      <a:lnTo>
                        <a:pt x="693" y="2804"/>
                      </a:lnTo>
                      <a:cubicBezTo>
                        <a:pt x="882" y="2804"/>
                        <a:pt x="1103" y="2930"/>
                        <a:pt x="1103" y="3088"/>
                      </a:cubicBezTo>
                      <a:lnTo>
                        <a:pt x="2080" y="8570"/>
                      </a:lnTo>
                      <a:cubicBezTo>
                        <a:pt x="1891" y="8759"/>
                        <a:pt x="1765" y="9042"/>
                        <a:pt x="1765" y="9357"/>
                      </a:cubicBezTo>
                      <a:cubicBezTo>
                        <a:pt x="1765" y="9861"/>
                        <a:pt x="2143" y="10366"/>
                        <a:pt x="2867" y="10366"/>
                      </a:cubicBezTo>
                      <a:cubicBezTo>
                        <a:pt x="2836" y="10492"/>
                        <a:pt x="2836" y="10618"/>
                        <a:pt x="2836" y="10712"/>
                      </a:cubicBezTo>
                      <a:cubicBezTo>
                        <a:pt x="2836" y="11279"/>
                        <a:pt x="3308" y="11752"/>
                        <a:pt x="3844" y="11752"/>
                      </a:cubicBezTo>
                      <a:cubicBezTo>
                        <a:pt x="4411" y="11752"/>
                        <a:pt x="4883" y="11279"/>
                        <a:pt x="4883" y="10712"/>
                      </a:cubicBezTo>
                      <a:cubicBezTo>
                        <a:pt x="4883" y="10618"/>
                        <a:pt x="4820" y="10492"/>
                        <a:pt x="4820" y="10366"/>
                      </a:cubicBezTo>
                      <a:lnTo>
                        <a:pt x="7719" y="10366"/>
                      </a:lnTo>
                      <a:cubicBezTo>
                        <a:pt x="7656" y="10492"/>
                        <a:pt x="7656" y="10618"/>
                        <a:pt x="7656" y="10712"/>
                      </a:cubicBezTo>
                      <a:cubicBezTo>
                        <a:pt x="7656" y="11279"/>
                        <a:pt x="8129" y="11752"/>
                        <a:pt x="8696" y="11752"/>
                      </a:cubicBezTo>
                      <a:cubicBezTo>
                        <a:pt x="9231" y="11752"/>
                        <a:pt x="9735" y="11279"/>
                        <a:pt x="9735" y="10712"/>
                      </a:cubicBezTo>
                      <a:cubicBezTo>
                        <a:pt x="9735" y="10618"/>
                        <a:pt x="9672" y="10492"/>
                        <a:pt x="9672" y="10366"/>
                      </a:cubicBezTo>
                      <a:lnTo>
                        <a:pt x="10082" y="10366"/>
                      </a:lnTo>
                      <a:cubicBezTo>
                        <a:pt x="10271" y="10366"/>
                        <a:pt x="10428" y="10208"/>
                        <a:pt x="10428" y="10019"/>
                      </a:cubicBezTo>
                      <a:cubicBezTo>
                        <a:pt x="10428" y="9830"/>
                        <a:pt x="10271" y="9672"/>
                        <a:pt x="10082" y="9672"/>
                      </a:cubicBezTo>
                      <a:lnTo>
                        <a:pt x="2867" y="9672"/>
                      </a:lnTo>
                      <a:cubicBezTo>
                        <a:pt x="2678" y="9672"/>
                        <a:pt x="2521" y="9515"/>
                        <a:pt x="2521" y="9294"/>
                      </a:cubicBezTo>
                      <a:cubicBezTo>
                        <a:pt x="2521" y="9137"/>
                        <a:pt x="2678" y="8948"/>
                        <a:pt x="2867" y="8948"/>
                      </a:cubicBezTo>
                      <a:lnTo>
                        <a:pt x="10082" y="8948"/>
                      </a:lnTo>
                      <a:cubicBezTo>
                        <a:pt x="10239" y="8948"/>
                        <a:pt x="10334" y="8885"/>
                        <a:pt x="10397" y="8727"/>
                      </a:cubicBezTo>
                      <a:lnTo>
                        <a:pt x="11720" y="4663"/>
                      </a:lnTo>
                      <a:cubicBezTo>
                        <a:pt x="11783" y="4537"/>
                        <a:pt x="11720" y="4411"/>
                        <a:pt x="11689" y="4348"/>
                      </a:cubicBezTo>
                      <a:cubicBezTo>
                        <a:pt x="11563" y="4191"/>
                        <a:pt x="11405" y="4191"/>
                        <a:pt x="11279" y="4191"/>
                      </a:cubicBezTo>
                      <a:lnTo>
                        <a:pt x="10397" y="4191"/>
                      </a:lnTo>
                      <a:lnTo>
                        <a:pt x="10397" y="3119"/>
                      </a:lnTo>
                      <a:cubicBezTo>
                        <a:pt x="10397" y="2930"/>
                        <a:pt x="10239" y="2773"/>
                        <a:pt x="10019" y="2773"/>
                      </a:cubicBezTo>
                      <a:lnTo>
                        <a:pt x="9515" y="2773"/>
                      </a:lnTo>
                      <a:cubicBezTo>
                        <a:pt x="9483" y="2647"/>
                        <a:pt x="9452" y="2584"/>
                        <a:pt x="9389" y="2458"/>
                      </a:cubicBezTo>
                      <a:lnTo>
                        <a:pt x="9767" y="2080"/>
                      </a:lnTo>
                      <a:cubicBezTo>
                        <a:pt x="9861" y="1985"/>
                        <a:pt x="9861" y="1733"/>
                        <a:pt x="9767" y="1607"/>
                      </a:cubicBezTo>
                      <a:lnTo>
                        <a:pt x="8759" y="631"/>
                      </a:lnTo>
                      <a:cubicBezTo>
                        <a:pt x="8711" y="568"/>
                        <a:pt x="8625" y="536"/>
                        <a:pt x="8534" y="536"/>
                      </a:cubicBezTo>
                      <a:cubicBezTo>
                        <a:pt x="8444" y="536"/>
                        <a:pt x="8349" y="568"/>
                        <a:pt x="8286" y="631"/>
                      </a:cubicBezTo>
                      <a:lnTo>
                        <a:pt x="7939" y="1009"/>
                      </a:lnTo>
                      <a:cubicBezTo>
                        <a:pt x="7876" y="946"/>
                        <a:pt x="7750" y="914"/>
                        <a:pt x="7624" y="883"/>
                      </a:cubicBezTo>
                      <a:lnTo>
                        <a:pt x="7624" y="379"/>
                      </a:lnTo>
                      <a:cubicBezTo>
                        <a:pt x="7624" y="158"/>
                        <a:pt x="7467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25" name="Google Shape;2025;p19"/>
                <p:cNvSpPr/>
                <p:nvPr/>
              </p:nvSpPr>
              <p:spPr>
                <a:xfrm>
                  <a:off x="-3731500" y="2458550"/>
                  <a:ext cx="84300" cy="84300"/>
                </a:xfrm>
                <a:custGeom>
                  <a:rect b="b" l="l" r="r" t="t"/>
                  <a:pathLst>
                    <a:path extrusionOk="0" h="3372" w="3372">
                      <a:moveTo>
                        <a:pt x="1701" y="631"/>
                      </a:moveTo>
                      <a:cubicBezTo>
                        <a:pt x="2237" y="631"/>
                        <a:pt x="2709" y="1103"/>
                        <a:pt x="2709" y="1639"/>
                      </a:cubicBezTo>
                      <a:cubicBezTo>
                        <a:pt x="2709" y="2206"/>
                        <a:pt x="2237" y="2679"/>
                        <a:pt x="1701" y="2679"/>
                      </a:cubicBezTo>
                      <a:cubicBezTo>
                        <a:pt x="1134" y="2679"/>
                        <a:pt x="662" y="2206"/>
                        <a:pt x="662" y="1639"/>
                      </a:cubicBezTo>
                      <a:cubicBezTo>
                        <a:pt x="662" y="1103"/>
                        <a:pt x="1134" y="631"/>
                        <a:pt x="1701" y="631"/>
                      </a:cubicBezTo>
                      <a:close/>
                      <a:moveTo>
                        <a:pt x="1701" y="1"/>
                      </a:moveTo>
                      <a:cubicBezTo>
                        <a:pt x="756" y="1"/>
                        <a:pt x="0" y="725"/>
                        <a:pt x="0" y="1702"/>
                      </a:cubicBezTo>
                      <a:cubicBezTo>
                        <a:pt x="0" y="2647"/>
                        <a:pt x="756" y="3372"/>
                        <a:pt x="1701" y="3372"/>
                      </a:cubicBezTo>
                      <a:cubicBezTo>
                        <a:pt x="2646" y="3372"/>
                        <a:pt x="3371" y="2647"/>
                        <a:pt x="3371" y="1702"/>
                      </a:cubicBezTo>
                      <a:cubicBezTo>
                        <a:pt x="3371" y="725"/>
                        <a:pt x="2646" y="1"/>
                        <a:pt x="170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026" name="Google Shape;2026;p19"/>
              <p:cNvSpPr/>
              <p:nvPr/>
            </p:nvSpPr>
            <p:spPr>
              <a:xfrm>
                <a:off x="11151816" y="2661730"/>
                <a:ext cx="642983" cy="641222"/>
              </a:xfrm>
              <a:custGeom>
                <a:rect b="b" l="l" r="r" t="t"/>
                <a:pathLst>
                  <a:path extrusionOk="0" h="11657" w="11689">
                    <a:moveTo>
                      <a:pt x="5860" y="662"/>
                    </a:moveTo>
                    <a:cubicBezTo>
                      <a:pt x="6080" y="662"/>
                      <a:pt x="6238" y="851"/>
                      <a:pt x="6238" y="1040"/>
                    </a:cubicBezTo>
                    <a:lnTo>
                      <a:pt x="6238" y="1386"/>
                    </a:lnTo>
                    <a:lnTo>
                      <a:pt x="756" y="1386"/>
                    </a:lnTo>
                    <a:lnTo>
                      <a:pt x="756" y="1040"/>
                    </a:lnTo>
                    <a:cubicBezTo>
                      <a:pt x="725" y="851"/>
                      <a:pt x="882" y="662"/>
                      <a:pt x="1071" y="662"/>
                    </a:cubicBezTo>
                    <a:close/>
                    <a:moveTo>
                      <a:pt x="6175" y="2048"/>
                    </a:moveTo>
                    <a:lnTo>
                      <a:pt x="6175" y="3686"/>
                    </a:lnTo>
                    <a:cubicBezTo>
                      <a:pt x="5639" y="3686"/>
                      <a:pt x="5198" y="4096"/>
                      <a:pt x="5198" y="4663"/>
                    </a:cubicBezTo>
                    <a:cubicBezTo>
                      <a:pt x="4820" y="4694"/>
                      <a:pt x="4505" y="4883"/>
                      <a:pt x="4348" y="5261"/>
                    </a:cubicBezTo>
                    <a:lnTo>
                      <a:pt x="3592" y="4505"/>
                    </a:lnTo>
                    <a:cubicBezTo>
                      <a:pt x="3403" y="4300"/>
                      <a:pt x="3135" y="4198"/>
                      <a:pt x="2867" y="4198"/>
                    </a:cubicBezTo>
                    <a:cubicBezTo>
                      <a:pt x="2599" y="4198"/>
                      <a:pt x="2331" y="4300"/>
                      <a:pt x="2142" y="4505"/>
                    </a:cubicBezTo>
                    <a:cubicBezTo>
                      <a:pt x="1733" y="4883"/>
                      <a:pt x="1733" y="5576"/>
                      <a:pt x="2142" y="5954"/>
                    </a:cubicBezTo>
                    <a:lnTo>
                      <a:pt x="4505" y="8317"/>
                    </a:lnTo>
                    <a:lnTo>
                      <a:pt x="4316" y="8317"/>
                    </a:lnTo>
                    <a:cubicBezTo>
                      <a:pt x="3875" y="8317"/>
                      <a:pt x="3466" y="8601"/>
                      <a:pt x="3308" y="9042"/>
                    </a:cubicBezTo>
                    <a:lnTo>
                      <a:pt x="725" y="9042"/>
                    </a:lnTo>
                    <a:lnTo>
                      <a:pt x="725" y="8979"/>
                    </a:lnTo>
                    <a:lnTo>
                      <a:pt x="725" y="2048"/>
                    </a:lnTo>
                    <a:close/>
                    <a:moveTo>
                      <a:pt x="7640" y="3907"/>
                    </a:moveTo>
                    <a:cubicBezTo>
                      <a:pt x="7727" y="3907"/>
                      <a:pt x="7813" y="3938"/>
                      <a:pt x="7876" y="4001"/>
                    </a:cubicBezTo>
                    <a:lnTo>
                      <a:pt x="8664" y="4789"/>
                    </a:lnTo>
                    <a:cubicBezTo>
                      <a:pt x="9325" y="5450"/>
                      <a:pt x="9861" y="6238"/>
                      <a:pt x="10113" y="7026"/>
                    </a:cubicBezTo>
                    <a:lnTo>
                      <a:pt x="7530" y="9609"/>
                    </a:lnTo>
                    <a:lnTo>
                      <a:pt x="4222" y="9609"/>
                    </a:lnTo>
                    <a:cubicBezTo>
                      <a:pt x="4033" y="9609"/>
                      <a:pt x="3875" y="9451"/>
                      <a:pt x="3875" y="9262"/>
                    </a:cubicBezTo>
                    <a:cubicBezTo>
                      <a:pt x="3875" y="9073"/>
                      <a:pt x="4033" y="8916"/>
                      <a:pt x="4222" y="8916"/>
                    </a:cubicBezTo>
                    <a:lnTo>
                      <a:pt x="5230" y="8916"/>
                    </a:lnTo>
                    <a:cubicBezTo>
                      <a:pt x="5387" y="8916"/>
                      <a:pt x="5513" y="8821"/>
                      <a:pt x="5545" y="8695"/>
                    </a:cubicBezTo>
                    <a:cubicBezTo>
                      <a:pt x="5608" y="8601"/>
                      <a:pt x="5608" y="8443"/>
                      <a:pt x="5482" y="8349"/>
                    </a:cubicBezTo>
                    <a:lnTo>
                      <a:pt x="2520" y="5387"/>
                    </a:lnTo>
                    <a:cubicBezTo>
                      <a:pt x="2394" y="5293"/>
                      <a:pt x="2394" y="5041"/>
                      <a:pt x="2520" y="4915"/>
                    </a:cubicBezTo>
                    <a:cubicBezTo>
                      <a:pt x="2583" y="4868"/>
                      <a:pt x="2670" y="4844"/>
                      <a:pt x="2757" y="4844"/>
                    </a:cubicBezTo>
                    <a:cubicBezTo>
                      <a:pt x="2843" y="4844"/>
                      <a:pt x="2930" y="4868"/>
                      <a:pt x="2993" y="4915"/>
                    </a:cubicBezTo>
                    <a:lnTo>
                      <a:pt x="4442" y="6395"/>
                    </a:lnTo>
                    <a:lnTo>
                      <a:pt x="5450" y="7372"/>
                    </a:lnTo>
                    <a:cubicBezTo>
                      <a:pt x="5498" y="7435"/>
                      <a:pt x="5584" y="7467"/>
                      <a:pt x="5675" y="7467"/>
                    </a:cubicBezTo>
                    <a:cubicBezTo>
                      <a:pt x="5765" y="7467"/>
                      <a:pt x="5860" y="7435"/>
                      <a:pt x="5923" y="7372"/>
                    </a:cubicBezTo>
                    <a:cubicBezTo>
                      <a:pt x="6017" y="7246"/>
                      <a:pt x="6017" y="7026"/>
                      <a:pt x="5923" y="6900"/>
                    </a:cubicBezTo>
                    <a:lnTo>
                      <a:pt x="4915" y="5923"/>
                    </a:lnTo>
                    <a:cubicBezTo>
                      <a:pt x="4820" y="5797"/>
                      <a:pt x="4820" y="5545"/>
                      <a:pt x="4915" y="5450"/>
                    </a:cubicBezTo>
                    <a:cubicBezTo>
                      <a:pt x="4978" y="5387"/>
                      <a:pt x="5072" y="5356"/>
                      <a:pt x="5163" y="5356"/>
                    </a:cubicBezTo>
                    <a:cubicBezTo>
                      <a:pt x="5253" y="5356"/>
                      <a:pt x="5340" y="5387"/>
                      <a:pt x="5387" y="5450"/>
                    </a:cubicBezTo>
                    <a:lnTo>
                      <a:pt x="6396" y="6427"/>
                    </a:lnTo>
                    <a:cubicBezTo>
                      <a:pt x="6443" y="6490"/>
                      <a:pt x="6529" y="6522"/>
                      <a:pt x="6620" y="6522"/>
                    </a:cubicBezTo>
                    <a:cubicBezTo>
                      <a:pt x="6711" y="6522"/>
                      <a:pt x="6805" y="6490"/>
                      <a:pt x="6868" y="6427"/>
                    </a:cubicBezTo>
                    <a:cubicBezTo>
                      <a:pt x="6963" y="6301"/>
                      <a:pt x="6963" y="6080"/>
                      <a:pt x="6868" y="5954"/>
                    </a:cubicBezTo>
                    <a:lnTo>
                      <a:pt x="5860" y="4978"/>
                    </a:lnTo>
                    <a:cubicBezTo>
                      <a:pt x="5765" y="4852"/>
                      <a:pt x="5765" y="4631"/>
                      <a:pt x="5860" y="4505"/>
                    </a:cubicBezTo>
                    <a:cubicBezTo>
                      <a:pt x="5923" y="4442"/>
                      <a:pt x="6017" y="4411"/>
                      <a:pt x="6108" y="4411"/>
                    </a:cubicBezTo>
                    <a:cubicBezTo>
                      <a:pt x="6199" y="4411"/>
                      <a:pt x="6285" y="4442"/>
                      <a:pt x="6333" y="4505"/>
                    </a:cubicBezTo>
                    <a:lnTo>
                      <a:pt x="7341" y="5482"/>
                    </a:lnTo>
                    <a:cubicBezTo>
                      <a:pt x="7388" y="5545"/>
                      <a:pt x="7475" y="5576"/>
                      <a:pt x="7565" y="5576"/>
                    </a:cubicBezTo>
                    <a:cubicBezTo>
                      <a:pt x="7656" y="5576"/>
                      <a:pt x="7750" y="5545"/>
                      <a:pt x="7813" y="5482"/>
                    </a:cubicBezTo>
                    <a:cubicBezTo>
                      <a:pt x="7908" y="5356"/>
                      <a:pt x="7908" y="5135"/>
                      <a:pt x="7813" y="5009"/>
                    </a:cubicBezTo>
                    <a:lnTo>
                      <a:pt x="7341" y="4537"/>
                    </a:lnTo>
                    <a:cubicBezTo>
                      <a:pt x="7278" y="4348"/>
                      <a:pt x="7278" y="4096"/>
                      <a:pt x="7404" y="4001"/>
                    </a:cubicBezTo>
                    <a:cubicBezTo>
                      <a:pt x="7467" y="3938"/>
                      <a:pt x="7553" y="3907"/>
                      <a:pt x="7640" y="3907"/>
                    </a:cubicBezTo>
                    <a:close/>
                    <a:moveTo>
                      <a:pt x="10554" y="7624"/>
                    </a:moveTo>
                    <a:lnTo>
                      <a:pt x="10806" y="7845"/>
                    </a:lnTo>
                    <a:cubicBezTo>
                      <a:pt x="10964" y="8002"/>
                      <a:pt x="10964" y="8191"/>
                      <a:pt x="10806" y="8317"/>
                    </a:cubicBezTo>
                    <a:lnTo>
                      <a:pt x="8853" y="10239"/>
                    </a:lnTo>
                    <a:cubicBezTo>
                      <a:pt x="8806" y="10302"/>
                      <a:pt x="8719" y="10334"/>
                      <a:pt x="8628" y="10334"/>
                    </a:cubicBezTo>
                    <a:cubicBezTo>
                      <a:pt x="8538" y="10334"/>
                      <a:pt x="8443" y="10302"/>
                      <a:pt x="8380" y="10239"/>
                    </a:cubicBezTo>
                    <a:lnTo>
                      <a:pt x="8160" y="10019"/>
                    </a:lnTo>
                    <a:lnTo>
                      <a:pt x="10554" y="7624"/>
                    </a:lnTo>
                    <a:close/>
                    <a:moveTo>
                      <a:pt x="3277" y="9672"/>
                    </a:moveTo>
                    <a:cubicBezTo>
                      <a:pt x="3434" y="10050"/>
                      <a:pt x="3781" y="10334"/>
                      <a:pt x="4222" y="10334"/>
                    </a:cubicBezTo>
                    <a:lnTo>
                      <a:pt x="6143" y="10334"/>
                    </a:lnTo>
                    <a:lnTo>
                      <a:pt x="6143" y="10680"/>
                    </a:lnTo>
                    <a:lnTo>
                      <a:pt x="6175" y="10680"/>
                    </a:lnTo>
                    <a:cubicBezTo>
                      <a:pt x="6175" y="10869"/>
                      <a:pt x="6017" y="11027"/>
                      <a:pt x="5828" y="11027"/>
                    </a:cubicBezTo>
                    <a:lnTo>
                      <a:pt x="1040" y="11027"/>
                    </a:lnTo>
                    <a:cubicBezTo>
                      <a:pt x="819" y="11027"/>
                      <a:pt x="662" y="10869"/>
                      <a:pt x="662" y="10680"/>
                    </a:cubicBezTo>
                    <a:lnTo>
                      <a:pt x="662" y="9672"/>
                    </a:lnTo>
                    <a:close/>
                    <a:moveTo>
                      <a:pt x="1040" y="0"/>
                    </a:moveTo>
                    <a:cubicBezTo>
                      <a:pt x="473" y="0"/>
                      <a:pt x="0" y="473"/>
                      <a:pt x="0" y="1040"/>
                    </a:cubicBezTo>
                    <a:lnTo>
                      <a:pt x="0" y="10649"/>
                    </a:lnTo>
                    <a:cubicBezTo>
                      <a:pt x="0" y="11184"/>
                      <a:pt x="473" y="11657"/>
                      <a:pt x="1040" y="11657"/>
                    </a:cubicBezTo>
                    <a:lnTo>
                      <a:pt x="5828" y="11657"/>
                    </a:lnTo>
                    <a:cubicBezTo>
                      <a:pt x="6396" y="11657"/>
                      <a:pt x="6868" y="11184"/>
                      <a:pt x="6868" y="10649"/>
                    </a:cubicBezTo>
                    <a:lnTo>
                      <a:pt x="6868" y="10334"/>
                    </a:lnTo>
                    <a:lnTo>
                      <a:pt x="7467" y="10334"/>
                    </a:lnTo>
                    <a:lnTo>
                      <a:pt x="7876" y="10775"/>
                    </a:lnTo>
                    <a:cubicBezTo>
                      <a:pt x="8081" y="10964"/>
                      <a:pt x="8349" y="11058"/>
                      <a:pt x="8613" y="11058"/>
                    </a:cubicBezTo>
                    <a:cubicBezTo>
                      <a:pt x="8877" y="11058"/>
                      <a:pt x="9136" y="10964"/>
                      <a:pt x="9325" y="10775"/>
                    </a:cubicBezTo>
                    <a:lnTo>
                      <a:pt x="11279" y="8821"/>
                    </a:lnTo>
                    <a:cubicBezTo>
                      <a:pt x="11688" y="8443"/>
                      <a:pt x="11688" y="7782"/>
                      <a:pt x="11310" y="7372"/>
                    </a:cubicBezTo>
                    <a:lnTo>
                      <a:pt x="10869" y="6931"/>
                    </a:lnTo>
                    <a:cubicBezTo>
                      <a:pt x="10554" y="6080"/>
                      <a:pt x="10082" y="5261"/>
                      <a:pt x="9420" y="4505"/>
                    </a:cubicBezTo>
                    <a:lnTo>
                      <a:pt x="8380" y="3466"/>
                    </a:lnTo>
                    <a:cubicBezTo>
                      <a:pt x="8191" y="3277"/>
                      <a:pt x="7931" y="3182"/>
                      <a:pt x="7668" y="3182"/>
                    </a:cubicBezTo>
                    <a:cubicBezTo>
                      <a:pt x="7404" y="3182"/>
                      <a:pt x="7136" y="3277"/>
                      <a:pt x="6931" y="3466"/>
                    </a:cubicBezTo>
                    <a:lnTo>
                      <a:pt x="6868" y="3560"/>
                    </a:lnTo>
                    <a:lnTo>
                      <a:pt x="6868" y="1040"/>
                    </a:lnTo>
                    <a:cubicBezTo>
                      <a:pt x="6868" y="473"/>
                      <a:pt x="6396" y="0"/>
                      <a:pt x="58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27" name="Google Shape;2027;p19"/>
              <p:cNvSpPr/>
              <p:nvPr/>
            </p:nvSpPr>
            <p:spPr>
              <a:xfrm>
                <a:off x="3705147" y="2680982"/>
                <a:ext cx="655139" cy="602717"/>
              </a:xfrm>
              <a:custGeom>
                <a:rect b="b" l="l" r="r" t="t"/>
                <a:pathLst>
                  <a:path extrusionOk="0" h="10957" w="11910">
                    <a:moveTo>
                      <a:pt x="7325" y="654"/>
                    </a:moveTo>
                    <a:cubicBezTo>
                      <a:pt x="7412" y="654"/>
                      <a:pt x="7498" y="686"/>
                      <a:pt x="7561" y="749"/>
                    </a:cubicBezTo>
                    <a:lnTo>
                      <a:pt x="10995" y="4088"/>
                    </a:lnTo>
                    <a:cubicBezTo>
                      <a:pt x="11122" y="4246"/>
                      <a:pt x="11122" y="4466"/>
                      <a:pt x="10995" y="4592"/>
                    </a:cubicBezTo>
                    <a:lnTo>
                      <a:pt x="10082" y="5506"/>
                    </a:lnTo>
                    <a:lnTo>
                      <a:pt x="7404" y="2859"/>
                    </a:lnTo>
                    <a:cubicBezTo>
                      <a:pt x="7215" y="2670"/>
                      <a:pt x="6955" y="2576"/>
                      <a:pt x="6691" y="2576"/>
                    </a:cubicBezTo>
                    <a:cubicBezTo>
                      <a:pt x="6427" y="2576"/>
                      <a:pt x="6159" y="2670"/>
                      <a:pt x="5955" y="2859"/>
                    </a:cubicBezTo>
                    <a:lnTo>
                      <a:pt x="4978" y="3805"/>
                    </a:lnTo>
                    <a:cubicBezTo>
                      <a:pt x="4915" y="3868"/>
                      <a:pt x="4828" y="3899"/>
                      <a:pt x="4742" y="3899"/>
                    </a:cubicBezTo>
                    <a:cubicBezTo>
                      <a:pt x="4655" y="3899"/>
                      <a:pt x="4568" y="3868"/>
                      <a:pt x="4505" y="3805"/>
                    </a:cubicBezTo>
                    <a:cubicBezTo>
                      <a:pt x="4379" y="3679"/>
                      <a:pt x="4379" y="3458"/>
                      <a:pt x="4505" y="3332"/>
                    </a:cubicBezTo>
                    <a:lnTo>
                      <a:pt x="5955" y="1883"/>
                    </a:lnTo>
                    <a:lnTo>
                      <a:pt x="7089" y="749"/>
                    </a:lnTo>
                    <a:cubicBezTo>
                      <a:pt x="7152" y="686"/>
                      <a:pt x="7239" y="654"/>
                      <a:pt x="7325" y="654"/>
                    </a:cubicBezTo>
                    <a:close/>
                    <a:moveTo>
                      <a:pt x="2808" y="5183"/>
                    </a:moveTo>
                    <a:cubicBezTo>
                      <a:pt x="2899" y="5183"/>
                      <a:pt x="2993" y="5207"/>
                      <a:pt x="3056" y="5254"/>
                    </a:cubicBezTo>
                    <a:cubicBezTo>
                      <a:pt x="3151" y="5380"/>
                      <a:pt x="3151" y="5632"/>
                      <a:pt x="3056" y="5726"/>
                    </a:cubicBezTo>
                    <a:lnTo>
                      <a:pt x="2048" y="6735"/>
                    </a:lnTo>
                    <a:cubicBezTo>
                      <a:pt x="2001" y="6782"/>
                      <a:pt x="1914" y="6805"/>
                      <a:pt x="1824" y="6805"/>
                    </a:cubicBezTo>
                    <a:cubicBezTo>
                      <a:pt x="1733" y="6805"/>
                      <a:pt x="1639" y="6782"/>
                      <a:pt x="1576" y="6735"/>
                    </a:cubicBezTo>
                    <a:cubicBezTo>
                      <a:pt x="1449" y="6609"/>
                      <a:pt x="1449" y="6357"/>
                      <a:pt x="1576" y="6262"/>
                    </a:cubicBezTo>
                    <a:lnTo>
                      <a:pt x="2584" y="5254"/>
                    </a:lnTo>
                    <a:cubicBezTo>
                      <a:pt x="2631" y="5207"/>
                      <a:pt x="2718" y="5183"/>
                      <a:pt x="2808" y="5183"/>
                    </a:cubicBezTo>
                    <a:close/>
                    <a:moveTo>
                      <a:pt x="3785" y="6167"/>
                    </a:moveTo>
                    <a:cubicBezTo>
                      <a:pt x="3875" y="6167"/>
                      <a:pt x="3970" y="6199"/>
                      <a:pt x="4033" y="6262"/>
                    </a:cubicBezTo>
                    <a:cubicBezTo>
                      <a:pt x="4159" y="6357"/>
                      <a:pt x="4159" y="6609"/>
                      <a:pt x="4033" y="6735"/>
                    </a:cubicBezTo>
                    <a:lnTo>
                      <a:pt x="3056" y="7711"/>
                    </a:lnTo>
                    <a:cubicBezTo>
                      <a:pt x="2993" y="7774"/>
                      <a:pt x="2899" y="7806"/>
                      <a:pt x="2808" y="7806"/>
                    </a:cubicBezTo>
                    <a:cubicBezTo>
                      <a:pt x="2718" y="7806"/>
                      <a:pt x="2631" y="7774"/>
                      <a:pt x="2584" y="7711"/>
                    </a:cubicBezTo>
                    <a:cubicBezTo>
                      <a:pt x="2395" y="7554"/>
                      <a:pt x="2395" y="7365"/>
                      <a:pt x="2584" y="7239"/>
                    </a:cubicBezTo>
                    <a:lnTo>
                      <a:pt x="3560" y="6262"/>
                    </a:lnTo>
                    <a:cubicBezTo>
                      <a:pt x="3608" y="6199"/>
                      <a:pt x="3694" y="6167"/>
                      <a:pt x="3785" y="6167"/>
                    </a:cubicBezTo>
                    <a:close/>
                    <a:moveTo>
                      <a:pt x="4730" y="7113"/>
                    </a:moveTo>
                    <a:cubicBezTo>
                      <a:pt x="4821" y="7113"/>
                      <a:pt x="4915" y="7144"/>
                      <a:pt x="4978" y="7207"/>
                    </a:cubicBezTo>
                    <a:cubicBezTo>
                      <a:pt x="5073" y="7302"/>
                      <a:pt x="5073" y="7554"/>
                      <a:pt x="4978" y="7680"/>
                    </a:cubicBezTo>
                    <a:lnTo>
                      <a:pt x="4001" y="8656"/>
                    </a:lnTo>
                    <a:cubicBezTo>
                      <a:pt x="3938" y="8719"/>
                      <a:pt x="3844" y="8751"/>
                      <a:pt x="3749" y="8751"/>
                    </a:cubicBezTo>
                    <a:cubicBezTo>
                      <a:pt x="3655" y="8751"/>
                      <a:pt x="3560" y="8719"/>
                      <a:pt x="3497" y="8656"/>
                    </a:cubicBezTo>
                    <a:cubicBezTo>
                      <a:pt x="3403" y="8530"/>
                      <a:pt x="3403" y="8310"/>
                      <a:pt x="3497" y="8184"/>
                    </a:cubicBezTo>
                    <a:lnTo>
                      <a:pt x="4505" y="7207"/>
                    </a:lnTo>
                    <a:cubicBezTo>
                      <a:pt x="4553" y="7144"/>
                      <a:pt x="4639" y="7113"/>
                      <a:pt x="4730" y="7113"/>
                    </a:cubicBezTo>
                    <a:close/>
                    <a:moveTo>
                      <a:pt x="4100" y="969"/>
                    </a:moveTo>
                    <a:cubicBezTo>
                      <a:pt x="4190" y="969"/>
                      <a:pt x="4285" y="1001"/>
                      <a:pt x="4348" y="1064"/>
                    </a:cubicBezTo>
                    <a:lnTo>
                      <a:pt x="5041" y="1725"/>
                    </a:lnTo>
                    <a:lnTo>
                      <a:pt x="3938" y="2828"/>
                    </a:lnTo>
                    <a:cubicBezTo>
                      <a:pt x="3560" y="3206"/>
                      <a:pt x="3560" y="3899"/>
                      <a:pt x="3938" y="4277"/>
                    </a:cubicBezTo>
                    <a:cubicBezTo>
                      <a:pt x="4143" y="4482"/>
                      <a:pt x="4411" y="4584"/>
                      <a:pt x="4675" y="4584"/>
                    </a:cubicBezTo>
                    <a:cubicBezTo>
                      <a:pt x="4939" y="4584"/>
                      <a:pt x="5199" y="4482"/>
                      <a:pt x="5388" y="4277"/>
                    </a:cubicBezTo>
                    <a:lnTo>
                      <a:pt x="6396" y="3332"/>
                    </a:lnTo>
                    <a:cubicBezTo>
                      <a:pt x="6443" y="3269"/>
                      <a:pt x="6530" y="3238"/>
                      <a:pt x="6620" y="3238"/>
                    </a:cubicBezTo>
                    <a:cubicBezTo>
                      <a:pt x="6711" y="3238"/>
                      <a:pt x="6805" y="3269"/>
                      <a:pt x="6868" y="3332"/>
                    </a:cubicBezTo>
                    <a:lnTo>
                      <a:pt x="10334" y="6735"/>
                    </a:lnTo>
                    <a:cubicBezTo>
                      <a:pt x="10491" y="6829"/>
                      <a:pt x="10491" y="7113"/>
                      <a:pt x="10365" y="7239"/>
                    </a:cubicBezTo>
                    <a:cubicBezTo>
                      <a:pt x="10302" y="7302"/>
                      <a:pt x="10216" y="7333"/>
                      <a:pt x="10129" y="7333"/>
                    </a:cubicBezTo>
                    <a:cubicBezTo>
                      <a:pt x="10042" y="7333"/>
                      <a:pt x="9956" y="7302"/>
                      <a:pt x="9893" y="7239"/>
                    </a:cubicBezTo>
                    <a:lnTo>
                      <a:pt x="8444" y="5789"/>
                    </a:lnTo>
                    <a:cubicBezTo>
                      <a:pt x="8381" y="5726"/>
                      <a:pt x="8286" y="5695"/>
                      <a:pt x="8195" y="5695"/>
                    </a:cubicBezTo>
                    <a:cubicBezTo>
                      <a:pt x="8105" y="5695"/>
                      <a:pt x="8018" y="5726"/>
                      <a:pt x="7971" y="5789"/>
                    </a:cubicBezTo>
                    <a:cubicBezTo>
                      <a:pt x="7845" y="5884"/>
                      <a:pt x="7845" y="6136"/>
                      <a:pt x="7971" y="6262"/>
                    </a:cubicBezTo>
                    <a:lnTo>
                      <a:pt x="9420" y="7711"/>
                    </a:lnTo>
                    <a:cubicBezTo>
                      <a:pt x="9546" y="7837"/>
                      <a:pt x="9546" y="8058"/>
                      <a:pt x="9420" y="8184"/>
                    </a:cubicBezTo>
                    <a:cubicBezTo>
                      <a:pt x="9357" y="8247"/>
                      <a:pt x="9271" y="8278"/>
                      <a:pt x="9184" y="8278"/>
                    </a:cubicBezTo>
                    <a:cubicBezTo>
                      <a:pt x="9097" y="8278"/>
                      <a:pt x="9011" y="8247"/>
                      <a:pt x="8948" y="8184"/>
                    </a:cubicBezTo>
                    <a:lnTo>
                      <a:pt x="7498" y="6735"/>
                    </a:lnTo>
                    <a:cubicBezTo>
                      <a:pt x="7435" y="6672"/>
                      <a:pt x="7341" y="6640"/>
                      <a:pt x="7250" y="6640"/>
                    </a:cubicBezTo>
                    <a:cubicBezTo>
                      <a:pt x="7160" y="6640"/>
                      <a:pt x="7073" y="6672"/>
                      <a:pt x="7026" y="6735"/>
                    </a:cubicBezTo>
                    <a:cubicBezTo>
                      <a:pt x="6900" y="6829"/>
                      <a:pt x="6900" y="7081"/>
                      <a:pt x="7026" y="7176"/>
                    </a:cubicBezTo>
                    <a:lnTo>
                      <a:pt x="8475" y="8656"/>
                    </a:lnTo>
                    <a:cubicBezTo>
                      <a:pt x="8601" y="8751"/>
                      <a:pt x="8601" y="9003"/>
                      <a:pt x="8475" y="9129"/>
                    </a:cubicBezTo>
                    <a:cubicBezTo>
                      <a:pt x="8412" y="9176"/>
                      <a:pt x="8325" y="9200"/>
                      <a:pt x="8239" y="9200"/>
                    </a:cubicBezTo>
                    <a:cubicBezTo>
                      <a:pt x="8152" y="9200"/>
                      <a:pt x="8066" y="9176"/>
                      <a:pt x="8003" y="9129"/>
                    </a:cubicBezTo>
                    <a:lnTo>
                      <a:pt x="6459" y="7648"/>
                    </a:lnTo>
                    <a:cubicBezTo>
                      <a:pt x="6270" y="7459"/>
                      <a:pt x="6018" y="7396"/>
                      <a:pt x="5797" y="7396"/>
                    </a:cubicBezTo>
                    <a:cubicBezTo>
                      <a:pt x="5797" y="7144"/>
                      <a:pt x="5671" y="6924"/>
                      <a:pt x="5482" y="6735"/>
                    </a:cubicBezTo>
                    <a:cubicBezTo>
                      <a:pt x="5293" y="6514"/>
                      <a:pt x="5041" y="6451"/>
                      <a:pt x="4821" y="6388"/>
                    </a:cubicBezTo>
                    <a:cubicBezTo>
                      <a:pt x="4821" y="6167"/>
                      <a:pt x="4694" y="5947"/>
                      <a:pt x="4505" y="5726"/>
                    </a:cubicBezTo>
                    <a:cubicBezTo>
                      <a:pt x="4285" y="5537"/>
                      <a:pt x="4064" y="5474"/>
                      <a:pt x="3812" y="5411"/>
                    </a:cubicBezTo>
                    <a:cubicBezTo>
                      <a:pt x="3812" y="5191"/>
                      <a:pt x="3718" y="4939"/>
                      <a:pt x="3497" y="4750"/>
                    </a:cubicBezTo>
                    <a:cubicBezTo>
                      <a:pt x="3308" y="4561"/>
                      <a:pt x="3048" y="4466"/>
                      <a:pt x="2785" y="4466"/>
                    </a:cubicBezTo>
                    <a:cubicBezTo>
                      <a:pt x="2521" y="4466"/>
                      <a:pt x="2253" y="4561"/>
                      <a:pt x="2048" y="4750"/>
                    </a:cubicBezTo>
                    <a:lnTo>
                      <a:pt x="1544" y="5254"/>
                    </a:lnTo>
                    <a:lnTo>
                      <a:pt x="819" y="4561"/>
                    </a:lnTo>
                    <a:cubicBezTo>
                      <a:pt x="725" y="4435"/>
                      <a:pt x="725" y="4183"/>
                      <a:pt x="819" y="4088"/>
                    </a:cubicBezTo>
                    <a:lnTo>
                      <a:pt x="3875" y="1064"/>
                    </a:lnTo>
                    <a:cubicBezTo>
                      <a:pt x="3923" y="1001"/>
                      <a:pt x="4009" y="969"/>
                      <a:pt x="4100" y="969"/>
                    </a:cubicBezTo>
                    <a:close/>
                    <a:moveTo>
                      <a:pt x="5718" y="8089"/>
                    </a:moveTo>
                    <a:cubicBezTo>
                      <a:pt x="5805" y="8089"/>
                      <a:pt x="5892" y="8121"/>
                      <a:pt x="5955" y="8184"/>
                    </a:cubicBezTo>
                    <a:cubicBezTo>
                      <a:pt x="6081" y="8310"/>
                      <a:pt x="6081" y="8530"/>
                      <a:pt x="5955" y="8656"/>
                    </a:cubicBezTo>
                    <a:lnTo>
                      <a:pt x="4978" y="9633"/>
                    </a:lnTo>
                    <a:cubicBezTo>
                      <a:pt x="4915" y="9696"/>
                      <a:pt x="4821" y="9728"/>
                      <a:pt x="4730" y="9728"/>
                    </a:cubicBezTo>
                    <a:cubicBezTo>
                      <a:pt x="4639" y="9728"/>
                      <a:pt x="4553" y="9696"/>
                      <a:pt x="4505" y="9633"/>
                    </a:cubicBezTo>
                    <a:cubicBezTo>
                      <a:pt x="4379" y="9507"/>
                      <a:pt x="4379" y="9286"/>
                      <a:pt x="4505" y="9160"/>
                    </a:cubicBezTo>
                    <a:lnTo>
                      <a:pt x="5482" y="8184"/>
                    </a:lnTo>
                    <a:cubicBezTo>
                      <a:pt x="5545" y="8121"/>
                      <a:pt x="5632" y="8089"/>
                      <a:pt x="5718" y="8089"/>
                    </a:cubicBezTo>
                    <a:close/>
                    <a:moveTo>
                      <a:pt x="6616" y="8877"/>
                    </a:moveTo>
                    <a:lnTo>
                      <a:pt x="7467" y="9665"/>
                    </a:lnTo>
                    <a:cubicBezTo>
                      <a:pt x="7593" y="9759"/>
                      <a:pt x="7593" y="9980"/>
                      <a:pt x="7435" y="10106"/>
                    </a:cubicBezTo>
                    <a:cubicBezTo>
                      <a:pt x="7388" y="10169"/>
                      <a:pt x="7286" y="10200"/>
                      <a:pt x="7179" y="10200"/>
                    </a:cubicBezTo>
                    <a:cubicBezTo>
                      <a:pt x="7073" y="10200"/>
                      <a:pt x="6963" y="10169"/>
                      <a:pt x="6900" y="10106"/>
                    </a:cubicBezTo>
                    <a:lnTo>
                      <a:pt x="6207" y="9412"/>
                    </a:lnTo>
                    <a:lnTo>
                      <a:pt x="6427" y="9160"/>
                    </a:lnTo>
                    <a:cubicBezTo>
                      <a:pt x="6522" y="9097"/>
                      <a:pt x="6585" y="8971"/>
                      <a:pt x="6616" y="8877"/>
                    </a:cubicBezTo>
                    <a:close/>
                    <a:moveTo>
                      <a:pt x="7309" y="0"/>
                    </a:moveTo>
                    <a:cubicBezTo>
                      <a:pt x="7042" y="0"/>
                      <a:pt x="6774" y="103"/>
                      <a:pt x="6585" y="308"/>
                    </a:cubicBezTo>
                    <a:lnTo>
                      <a:pt x="5608" y="1284"/>
                    </a:lnTo>
                    <a:lnTo>
                      <a:pt x="4852" y="560"/>
                    </a:lnTo>
                    <a:cubicBezTo>
                      <a:pt x="4656" y="394"/>
                      <a:pt x="4409" y="307"/>
                      <a:pt x="4163" y="307"/>
                    </a:cubicBezTo>
                    <a:cubicBezTo>
                      <a:pt x="3897" y="307"/>
                      <a:pt x="3631" y="409"/>
                      <a:pt x="3434" y="623"/>
                    </a:cubicBezTo>
                    <a:lnTo>
                      <a:pt x="410" y="3647"/>
                    </a:lnTo>
                    <a:cubicBezTo>
                      <a:pt x="0" y="4025"/>
                      <a:pt x="0" y="4718"/>
                      <a:pt x="410" y="5096"/>
                    </a:cubicBezTo>
                    <a:lnTo>
                      <a:pt x="1103" y="5821"/>
                    </a:lnTo>
                    <a:cubicBezTo>
                      <a:pt x="725" y="6199"/>
                      <a:pt x="725" y="6829"/>
                      <a:pt x="1103" y="7239"/>
                    </a:cubicBezTo>
                    <a:cubicBezTo>
                      <a:pt x="1292" y="7428"/>
                      <a:pt x="1544" y="7491"/>
                      <a:pt x="1765" y="7554"/>
                    </a:cubicBezTo>
                    <a:cubicBezTo>
                      <a:pt x="1765" y="7774"/>
                      <a:pt x="1891" y="8026"/>
                      <a:pt x="2080" y="8215"/>
                    </a:cubicBezTo>
                    <a:cubicBezTo>
                      <a:pt x="2300" y="8404"/>
                      <a:pt x="2521" y="8499"/>
                      <a:pt x="2773" y="8530"/>
                    </a:cubicBezTo>
                    <a:cubicBezTo>
                      <a:pt x="2773" y="8751"/>
                      <a:pt x="2867" y="9003"/>
                      <a:pt x="3088" y="9192"/>
                    </a:cubicBezTo>
                    <a:cubicBezTo>
                      <a:pt x="3277" y="9381"/>
                      <a:pt x="3497" y="9475"/>
                      <a:pt x="3749" y="9507"/>
                    </a:cubicBezTo>
                    <a:cubicBezTo>
                      <a:pt x="3749" y="9759"/>
                      <a:pt x="3875" y="9980"/>
                      <a:pt x="4064" y="10169"/>
                    </a:cubicBezTo>
                    <a:cubicBezTo>
                      <a:pt x="4253" y="10373"/>
                      <a:pt x="4521" y="10476"/>
                      <a:pt x="4789" y="10476"/>
                    </a:cubicBezTo>
                    <a:cubicBezTo>
                      <a:pt x="5057" y="10476"/>
                      <a:pt x="5325" y="10373"/>
                      <a:pt x="5514" y="10169"/>
                    </a:cubicBezTo>
                    <a:lnTo>
                      <a:pt x="5766" y="9948"/>
                    </a:lnTo>
                    <a:lnTo>
                      <a:pt x="6459" y="10673"/>
                    </a:lnTo>
                    <a:cubicBezTo>
                      <a:pt x="6664" y="10862"/>
                      <a:pt x="6939" y="10956"/>
                      <a:pt x="7219" y="10956"/>
                    </a:cubicBezTo>
                    <a:cubicBezTo>
                      <a:pt x="7498" y="10956"/>
                      <a:pt x="7782" y="10862"/>
                      <a:pt x="8003" y="10673"/>
                    </a:cubicBezTo>
                    <a:cubicBezTo>
                      <a:pt x="8192" y="10452"/>
                      <a:pt x="8286" y="10232"/>
                      <a:pt x="8318" y="9980"/>
                    </a:cubicBezTo>
                    <a:cubicBezTo>
                      <a:pt x="8538" y="9980"/>
                      <a:pt x="8790" y="9885"/>
                      <a:pt x="8979" y="9665"/>
                    </a:cubicBezTo>
                    <a:cubicBezTo>
                      <a:pt x="9168" y="9475"/>
                      <a:pt x="9263" y="9255"/>
                      <a:pt x="9294" y="9003"/>
                    </a:cubicBezTo>
                    <a:cubicBezTo>
                      <a:pt x="9546" y="9003"/>
                      <a:pt x="9767" y="8877"/>
                      <a:pt x="9956" y="8688"/>
                    </a:cubicBezTo>
                    <a:cubicBezTo>
                      <a:pt x="10176" y="8499"/>
                      <a:pt x="10239" y="8247"/>
                      <a:pt x="10271" y="8026"/>
                    </a:cubicBezTo>
                    <a:cubicBezTo>
                      <a:pt x="10523" y="8026"/>
                      <a:pt x="10743" y="7900"/>
                      <a:pt x="10964" y="7711"/>
                    </a:cubicBezTo>
                    <a:cubicBezTo>
                      <a:pt x="11342" y="7302"/>
                      <a:pt x="11342" y="6640"/>
                      <a:pt x="10964" y="6262"/>
                    </a:cubicBezTo>
                    <a:lnTo>
                      <a:pt x="10680" y="5978"/>
                    </a:lnTo>
                    <a:lnTo>
                      <a:pt x="11594" y="5065"/>
                    </a:lnTo>
                    <a:cubicBezTo>
                      <a:pt x="11909" y="4687"/>
                      <a:pt x="11909" y="4057"/>
                      <a:pt x="11468" y="3647"/>
                    </a:cubicBezTo>
                    <a:lnTo>
                      <a:pt x="8034" y="308"/>
                    </a:lnTo>
                    <a:cubicBezTo>
                      <a:pt x="7845" y="103"/>
                      <a:pt x="7577" y="0"/>
                      <a:pt x="7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028" name="Google Shape;2028;p19"/>
              <p:cNvGrpSpPr/>
              <p:nvPr/>
            </p:nvGrpSpPr>
            <p:grpSpPr>
              <a:xfrm>
                <a:off x="7877972" y="2660110"/>
                <a:ext cx="568448" cy="644743"/>
                <a:chOff x="-3478675" y="2405775"/>
                <a:chExt cx="258350" cy="293025"/>
              </a:xfrm>
            </p:grpSpPr>
            <p:sp>
              <p:nvSpPr>
                <p:cNvPr id="2029" name="Google Shape;2029;p19"/>
                <p:cNvSpPr/>
                <p:nvPr/>
              </p:nvSpPr>
              <p:spPr>
                <a:xfrm>
                  <a:off x="-3478675" y="2405775"/>
                  <a:ext cx="258350" cy="293025"/>
                </a:xfrm>
                <a:custGeom>
                  <a:rect b="b" l="l" r="r" t="t"/>
                  <a:pathLst>
                    <a:path extrusionOk="0" h="11721" w="10334">
                      <a:moveTo>
                        <a:pt x="6018" y="694"/>
                      </a:moveTo>
                      <a:cubicBezTo>
                        <a:pt x="6175" y="694"/>
                        <a:pt x="6301" y="757"/>
                        <a:pt x="6333" y="915"/>
                      </a:cubicBezTo>
                      <a:lnTo>
                        <a:pt x="6490" y="1450"/>
                      </a:lnTo>
                      <a:lnTo>
                        <a:pt x="3781" y="1450"/>
                      </a:lnTo>
                      <a:lnTo>
                        <a:pt x="3970" y="915"/>
                      </a:lnTo>
                      <a:cubicBezTo>
                        <a:pt x="4033" y="757"/>
                        <a:pt x="4127" y="694"/>
                        <a:pt x="4285" y="694"/>
                      </a:cubicBezTo>
                      <a:close/>
                      <a:moveTo>
                        <a:pt x="9326" y="2049"/>
                      </a:moveTo>
                      <a:cubicBezTo>
                        <a:pt x="9546" y="2049"/>
                        <a:pt x="9704" y="2206"/>
                        <a:pt x="9704" y="2427"/>
                      </a:cubicBezTo>
                      <a:lnTo>
                        <a:pt x="9704" y="2773"/>
                      </a:lnTo>
                      <a:lnTo>
                        <a:pt x="756" y="2773"/>
                      </a:lnTo>
                      <a:lnTo>
                        <a:pt x="756" y="2427"/>
                      </a:lnTo>
                      <a:cubicBezTo>
                        <a:pt x="756" y="2206"/>
                        <a:pt x="914" y="2049"/>
                        <a:pt x="1103" y="2049"/>
                      </a:cubicBezTo>
                      <a:close/>
                      <a:moveTo>
                        <a:pt x="8916" y="3498"/>
                      </a:moveTo>
                      <a:lnTo>
                        <a:pt x="8317" y="10681"/>
                      </a:lnTo>
                      <a:cubicBezTo>
                        <a:pt x="8317" y="10839"/>
                        <a:pt x="8160" y="10996"/>
                        <a:pt x="7971" y="10996"/>
                      </a:cubicBezTo>
                      <a:lnTo>
                        <a:pt x="2363" y="10996"/>
                      </a:lnTo>
                      <a:cubicBezTo>
                        <a:pt x="2174" y="10996"/>
                        <a:pt x="2048" y="10902"/>
                        <a:pt x="2016" y="10681"/>
                      </a:cubicBezTo>
                      <a:lnTo>
                        <a:pt x="1418" y="3498"/>
                      </a:lnTo>
                      <a:close/>
                      <a:moveTo>
                        <a:pt x="4285" y="1"/>
                      </a:moveTo>
                      <a:cubicBezTo>
                        <a:pt x="3875" y="1"/>
                        <a:pt x="3466" y="285"/>
                        <a:pt x="3308" y="726"/>
                      </a:cubicBezTo>
                      <a:lnTo>
                        <a:pt x="3088" y="1450"/>
                      </a:lnTo>
                      <a:lnTo>
                        <a:pt x="1040" y="1450"/>
                      </a:lnTo>
                      <a:cubicBezTo>
                        <a:pt x="473" y="1450"/>
                        <a:pt x="0" y="1923"/>
                        <a:pt x="0" y="2458"/>
                      </a:cubicBezTo>
                      <a:lnTo>
                        <a:pt x="0" y="3120"/>
                      </a:lnTo>
                      <a:cubicBezTo>
                        <a:pt x="0" y="3341"/>
                        <a:pt x="158" y="3498"/>
                        <a:pt x="347" y="3498"/>
                      </a:cubicBezTo>
                      <a:lnTo>
                        <a:pt x="725" y="3498"/>
                      </a:lnTo>
                      <a:lnTo>
                        <a:pt x="1292" y="10776"/>
                      </a:lnTo>
                      <a:cubicBezTo>
                        <a:pt x="1355" y="11311"/>
                        <a:pt x="1764" y="11721"/>
                        <a:pt x="2331" y="11721"/>
                      </a:cubicBezTo>
                      <a:lnTo>
                        <a:pt x="7908" y="11721"/>
                      </a:lnTo>
                      <a:cubicBezTo>
                        <a:pt x="8475" y="11721"/>
                        <a:pt x="8916" y="11311"/>
                        <a:pt x="8948" y="10776"/>
                      </a:cubicBezTo>
                      <a:lnTo>
                        <a:pt x="9546" y="3498"/>
                      </a:lnTo>
                      <a:lnTo>
                        <a:pt x="9893" y="3498"/>
                      </a:lnTo>
                      <a:cubicBezTo>
                        <a:pt x="10082" y="3498"/>
                        <a:pt x="10239" y="3341"/>
                        <a:pt x="10239" y="3120"/>
                      </a:cubicBezTo>
                      <a:lnTo>
                        <a:pt x="10239" y="2458"/>
                      </a:lnTo>
                      <a:cubicBezTo>
                        <a:pt x="10334" y="1860"/>
                        <a:pt x="9861" y="1450"/>
                        <a:pt x="9294" y="1450"/>
                      </a:cubicBezTo>
                      <a:lnTo>
                        <a:pt x="7246" y="1450"/>
                      </a:lnTo>
                      <a:lnTo>
                        <a:pt x="7026" y="726"/>
                      </a:lnTo>
                      <a:cubicBezTo>
                        <a:pt x="6868" y="285"/>
                        <a:pt x="6490" y="1"/>
                        <a:pt x="601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30" name="Google Shape;2030;p19"/>
                <p:cNvSpPr/>
                <p:nvPr/>
              </p:nvSpPr>
              <p:spPr>
                <a:xfrm>
                  <a:off x="-3408575" y="2509750"/>
                  <a:ext cx="17350" cy="154400"/>
                </a:xfrm>
                <a:custGeom>
                  <a:rect b="b" l="l" r="r" t="t"/>
                  <a:pathLst>
                    <a:path extrusionOk="0" h="6176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5829"/>
                      </a:lnTo>
                      <a:cubicBezTo>
                        <a:pt x="0" y="6018"/>
                        <a:pt x="158" y="6176"/>
                        <a:pt x="347" y="6176"/>
                      </a:cubicBezTo>
                      <a:cubicBezTo>
                        <a:pt x="536" y="6176"/>
                        <a:pt x="693" y="6018"/>
                        <a:pt x="693" y="5829"/>
                      </a:cubicBezTo>
                      <a:lnTo>
                        <a:pt x="693" y="347"/>
                      </a:ln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31" name="Google Shape;2031;p19"/>
                <p:cNvSpPr/>
                <p:nvPr/>
              </p:nvSpPr>
              <p:spPr>
                <a:xfrm>
                  <a:off x="-3357400" y="2509750"/>
                  <a:ext cx="17350" cy="154400"/>
                </a:xfrm>
                <a:custGeom>
                  <a:rect b="b" l="l" r="r" t="t"/>
                  <a:pathLst>
                    <a:path extrusionOk="0" h="6176" w="694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lnTo>
                        <a:pt x="1" y="5829"/>
                      </a:lnTo>
                      <a:cubicBezTo>
                        <a:pt x="1" y="6018"/>
                        <a:pt x="158" y="6176"/>
                        <a:pt x="347" y="6176"/>
                      </a:cubicBezTo>
                      <a:cubicBezTo>
                        <a:pt x="536" y="6176"/>
                        <a:pt x="694" y="6018"/>
                        <a:pt x="694" y="5829"/>
                      </a:cubicBezTo>
                      <a:lnTo>
                        <a:pt x="694" y="347"/>
                      </a:lnTo>
                      <a:cubicBezTo>
                        <a:pt x="694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32" name="Google Shape;2032;p19"/>
                <p:cNvSpPr/>
                <p:nvPr/>
              </p:nvSpPr>
              <p:spPr>
                <a:xfrm>
                  <a:off x="-3306200" y="2509750"/>
                  <a:ext cx="17350" cy="154400"/>
                </a:xfrm>
                <a:custGeom>
                  <a:rect b="b" l="l" r="r" t="t"/>
                  <a:pathLst>
                    <a:path extrusionOk="0" h="6176" w="694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lnTo>
                        <a:pt x="1" y="5829"/>
                      </a:lnTo>
                      <a:cubicBezTo>
                        <a:pt x="1" y="6018"/>
                        <a:pt x="158" y="6176"/>
                        <a:pt x="347" y="6176"/>
                      </a:cubicBezTo>
                      <a:cubicBezTo>
                        <a:pt x="536" y="6176"/>
                        <a:pt x="694" y="6018"/>
                        <a:pt x="694" y="5829"/>
                      </a:cubicBezTo>
                      <a:lnTo>
                        <a:pt x="694" y="347"/>
                      </a:lnTo>
                      <a:cubicBezTo>
                        <a:pt x="694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33" name="Google Shape;2033;p19"/>
              <p:cNvGrpSpPr/>
              <p:nvPr/>
            </p:nvGrpSpPr>
            <p:grpSpPr>
              <a:xfrm>
                <a:off x="2047407" y="2664376"/>
                <a:ext cx="640874" cy="635891"/>
                <a:chOff x="6790450" y="3119050"/>
                <a:chExt cx="262750" cy="260675"/>
              </a:xfrm>
            </p:grpSpPr>
            <p:sp>
              <p:nvSpPr>
                <p:cNvPr id="2034" name="Google Shape;2034;p19"/>
                <p:cNvSpPr/>
                <p:nvPr/>
              </p:nvSpPr>
              <p:spPr>
                <a:xfrm>
                  <a:off x="6790450" y="3119050"/>
                  <a:ext cx="262750" cy="260675"/>
                </a:xfrm>
                <a:custGeom>
                  <a:rect b="b" l="l" r="r" t="t"/>
                  <a:pathLst>
                    <a:path extrusionOk="0" h="10427" w="10510">
                      <a:moveTo>
                        <a:pt x="5269" y="1924"/>
                      </a:moveTo>
                      <a:cubicBezTo>
                        <a:pt x="6022" y="1924"/>
                        <a:pt x="6635" y="2454"/>
                        <a:pt x="6774" y="3151"/>
                      </a:cubicBezTo>
                      <a:lnTo>
                        <a:pt x="3791" y="3151"/>
                      </a:lnTo>
                      <a:cubicBezTo>
                        <a:pt x="3931" y="2454"/>
                        <a:pt x="4544" y="1924"/>
                        <a:pt x="5269" y="1924"/>
                      </a:cubicBezTo>
                      <a:close/>
                      <a:moveTo>
                        <a:pt x="4962" y="3764"/>
                      </a:moveTo>
                      <a:lnTo>
                        <a:pt x="4962" y="9785"/>
                      </a:lnTo>
                      <a:cubicBezTo>
                        <a:pt x="3959" y="9646"/>
                        <a:pt x="3150" y="8754"/>
                        <a:pt x="3150" y="7694"/>
                      </a:cubicBezTo>
                      <a:lnTo>
                        <a:pt x="3150" y="4071"/>
                      </a:lnTo>
                      <a:cubicBezTo>
                        <a:pt x="3150" y="3903"/>
                        <a:pt x="3290" y="3764"/>
                        <a:pt x="3485" y="3764"/>
                      </a:cubicBezTo>
                      <a:close/>
                      <a:moveTo>
                        <a:pt x="7109" y="3764"/>
                      </a:moveTo>
                      <a:cubicBezTo>
                        <a:pt x="7276" y="3764"/>
                        <a:pt x="7415" y="3903"/>
                        <a:pt x="7415" y="4071"/>
                      </a:cubicBezTo>
                      <a:lnTo>
                        <a:pt x="7415" y="7694"/>
                      </a:lnTo>
                      <a:cubicBezTo>
                        <a:pt x="7415" y="8754"/>
                        <a:pt x="6607" y="9646"/>
                        <a:pt x="5603" y="9785"/>
                      </a:cubicBezTo>
                      <a:lnTo>
                        <a:pt x="5603" y="3764"/>
                      </a:lnTo>
                      <a:close/>
                      <a:moveTo>
                        <a:pt x="3987" y="1"/>
                      </a:moveTo>
                      <a:cubicBezTo>
                        <a:pt x="3819" y="1"/>
                        <a:pt x="3680" y="140"/>
                        <a:pt x="3680" y="307"/>
                      </a:cubicBezTo>
                      <a:lnTo>
                        <a:pt x="3680" y="921"/>
                      </a:lnTo>
                      <a:cubicBezTo>
                        <a:pt x="3680" y="1199"/>
                        <a:pt x="3819" y="1422"/>
                        <a:pt x="3987" y="1618"/>
                      </a:cubicBezTo>
                      <a:cubicBezTo>
                        <a:pt x="3513" y="1952"/>
                        <a:pt x="3150" y="2482"/>
                        <a:pt x="3095" y="3095"/>
                      </a:cubicBezTo>
                      <a:cubicBezTo>
                        <a:pt x="2732" y="3206"/>
                        <a:pt x="2453" y="3569"/>
                        <a:pt x="2453" y="3987"/>
                      </a:cubicBezTo>
                      <a:lnTo>
                        <a:pt x="2453" y="4294"/>
                      </a:lnTo>
                      <a:lnTo>
                        <a:pt x="1840" y="4294"/>
                      </a:lnTo>
                      <a:cubicBezTo>
                        <a:pt x="1450" y="4294"/>
                        <a:pt x="1115" y="4043"/>
                        <a:pt x="976" y="3652"/>
                      </a:cubicBezTo>
                      <a:lnTo>
                        <a:pt x="642" y="2677"/>
                      </a:lnTo>
                      <a:cubicBezTo>
                        <a:pt x="600" y="2551"/>
                        <a:pt x="511" y="2489"/>
                        <a:pt x="399" y="2489"/>
                      </a:cubicBezTo>
                      <a:cubicBezTo>
                        <a:pt x="361" y="2489"/>
                        <a:pt x="321" y="2496"/>
                        <a:pt x="279" y="2510"/>
                      </a:cubicBezTo>
                      <a:cubicBezTo>
                        <a:pt x="84" y="2565"/>
                        <a:pt x="28" y="2705"/>
                        <a:pt x="84" y="2900"/>
                      </a:cubicBezTo>
                      <a:lnTo>
                        <a:pt x="419" y="3875"/>
                      </a:lnTo>
                      <a:cubicBezTo>
                        <a:pt x="614" y="4489"/>
                        <a:pt x="1171" y="4907"/>
                        <a:pt x="1840" y="4907"/>
                      </a:cubicBezTo>
                      <a:lnTo>
                        <a:pt x="2453" y="4907"/>
                      </a:lnTo>
                      <a:lnTo>
                        <a:pt x="2453" y="6133"/>
                      </a:lnTo>
                      <a:lnTo>
                        <a:pt x="335" y="6133"/>
                      </a:lnTo>
                      <a:cubicBezTo>
                        <a:pt x="168" y="6133"/>
                        <a:pt x="28" y="6273"/>
                        <a:pt x="28" y="6440"/>
                      </a:cubicBezTo>
                      <a:cubicBezTo>
                        <a:pt x="28" y="6635"/>
                        <a:pt x="168" y="6775"/>
                        <a:pt x="335" y="6775"/>
                      </a:cubicBezTo>
                      <a:lnTo>
                        <a:pt x="2453" y="6775"/>
                      </a:lnTo>
                      <a:lnTo>
                        <a:pt x="2453" y="7667"/>
                      </a:lnTo>
                      <a:lnTo>
                        <a:pt x="2453" y="7973"/>
                      </a:lnTo>
                      <a:lnTo>
                        <a:pt x="1812" y="7973"/>
                      </a:lnTo>
                      <a:cubicBezTo>
                        <a:pt x="1143" y="7973"/>
                        <a:pt x="586" y="8391"/>
                        <a:pt x="363" y="9032"/>
                      </a:cubicBezTo>
                      <a:lnTo>
                        <a:pt x="56" y="10008"/>
                      </a:lnTo>
                      <a:cubicBezTo>
                        <a:pt x="0" y="10175"/>
                        <a:pt x="84" y="10315"/>
                        <a:pt x="223" y="10398"/>
                      </a:cubicBezTo>
                      <a:cubicBezTo>
                        <a:pt x="259" y="10408"/>
                        <a:pt x="292" y="10413"/>
                        <a:pt x="323" y="10413"/>
                      </a:cubicBezTo>
                      <a:cubicBezTo>
                        <a:pt x="466" y="10413"/>
                        <a:pt x="568" y="10317"/>
                        <a:pt x="614" y="10203"/>
                      </a:cubicBezTo>
                      <a:lnTo>
                        <a:pt x="920" y="9228"/>
                      </a:lnTo>
                      <a:cubicBezTo>
                        <a:pt x="1060" y="8865"/>
                        <a:pt x="1394" y="8614"/>
                        <a:pt x="1812" y="8614"/>
                      </a:cubicBezTo>
                      <a:lnTo>
                        <a:pt x="2593" y="8614"/>
                      </a:lnTo>
                      <a:cubicBezTo>
                        <a:pt x="2983" y="9646"/>
                        <a:pt x="3987" y="10426"/>
                        <a:pt x="5185" y="10426"/>
                      </a:cubicBezTo>
                      <a:cubicBezTo>
                        <a:pt x="6356" y="10426"/>
                        <a:pt x="7387" y="9646"/>
                        <a:pt x="7750" y="8614"/>
                      </a:cubicBezTo>
                      <a:lnTo>
                        <a:pt x="8586" y="8614"/>
                      </a:lnTo>
                      <a:cubicBezTo>
                        <a:pt x="8976" y="8614"/>
                        <a:pt x="9339" y="8837"/>
                        <a:pt x="9478" y="9228"/>
                      </a:cubicBezTo>
                      <a:lnTo>
                        <a:pt x="9785" y="10203"/>
                      </a:lnTo>
                      <a:cubicBezTo>
                        <a:pt x="9827" y="10351"/>
                        <a:pt x="9917" y="10419"/>
                        <a:pt x="10043" y="10419"/>
                      </a:cubicBezTo>
                      <a:cubicBezTo>
                        <a:pt x="10084" y="10419"/>
                        <a:pt x="10128" y="10412"/>
                        <a:pt x="10175" y="10398"/>
                      </a:cubicBezTo>
                      <a:cubicBezTo>
                        <a:pt x="10342" y="10315"/>
                        <a:pt x="10398" y="10175"/>
                        <a:pt x="10342" y="10008"/>
                      </a:cubicBezTo>
                      <a:lnTo>
                        <a:pt x="10119" y="9032"/>
                      </a:lnTo>
                      <a:cubicBezTo>
                        <a:pt x="9924" y="8391"/>
                        <a:pt x="9367" y="7973"/>
                        <a:pt x="8698" y="7973"/>
                      </a:cubicBezTo>
                      <a:lnTo>
                        <a:pt x="8001" y="7973"/>
                      </a:lnTo>
                      <a:lnTo>
                        <a:pt x="8001" y="7667"/>
                      </a:lnTo>
                      <a:lnTo>
                        <a:pt x="8001" y="6775"/>
                      </a:lnTo>
                      <a:lnTo>
                        <a:pt x="10175" y="6775"/>
                      </a:lnTo>
                      <a:cubicBezTo>
                        <a:pt x="10342" y="6775"/>
                        <a:pt x="10482" y="6635"/>
                        <a:pt x="10482" y="6440"/>
                      </a:cubicBezTo>
                      <a:cubicBezTo>
                        <a:pt x="10482" y="6273"/>
                        <a:pt x="10342" y="6133"/>
                        <a:pt x="10175" y="6133"/>
                      </a:cubicBezTo>
                      <a:lnTo>
                        <a:pt x="8001" y="6133"/>
                      </a:lnTo>
                      <a:lnTo>
                        <a:pt x="8001" y="4907"/>
                      </a:lnTo>
                      <a:lnTo>
                        <a:pt x="8698" y="4907"/>
                      </a:lnTo>
                      <a:cubicBezTo>
                        <a:pt x="9367" y="4907"/>
                        <a:pt x="9924" y="4489"/>
                        <a:pt x="10119" y="3875"/>
                      </a:cubicBezTo>
                      <a:lnTo>
                        <a:pt x="10454" y="2900"/>
                      </a:lnTo>
                      <a:cubicBezTo>
                        <a:pt x="10509" y="2705"/>
                        <a:pt x="10398" y="2565"/>
                        <a:pt x="10259" y="2510"/>
                      </a:cubicBezTo>
                      <a:cubicBezTo>
                        <a:pt x="10223" y="2498"/>
                        <a:pt x="10188" y="2492"/>
                        <a:pt x="10156" y="2492"/>
                      </a:cubicBezTo>
                      <a:cubicBezTo>
                        <a:pt x="10036" y="2492"/>
                        <a:pt x="9940" y="2567"/>
                        <a:pt x="9896" y="2677"/>
                      </a:cubicBezTo>
                      <a:lnTo>
                        <a:pt x="9562" y="3652"/>
                      </a:lnTo>
                      <a:cubicBezTo>
                        <a:pt x="9422" y="4043"/>
                        <a:pt x="9116" y="4294"/>
                        <a:pt x="8698" y="4294"/>
                      </a:cubicBezTo>
                      <a:lnTo>
                        <a:pt x="8001" y="4294"/>
                      </a:lnTo>
                      <a:lnTo>
                        <a:pt x="8001" y="3987"/>
                      </a:lnTo>
                      <a:cubicBezTo>
                        <a:pt x="8001" y="3597"/>
                        <a:pt x="7750" y="3234"/>
                        <a:pt x="7387" y="3095"/>
                      </a:cubicBezTo>
                      <a:cubicBezTo>
                        <a:pt x="7304" y="2482"/>
                        <a:pt x="6969" y="1952"/>
                        <a:pt x="6468" y="1618"/>
                      </a:cubicBezTo>
                      <a:cubicBezTo>
                        <a:pt x="6691" y="1422"/>
                        <a:pt x="6774" y="1199"/>
                        <a:pt x="6774" y="921"/>
                      </a:cubicBezTo>
                      <a:lnTo>
                        <a:pt x="6774" y="307"/>
                      </a:lnTo>
                      <a:cubicBezTo>
                        <a:pt x="6774" y="140"/>
                        <a:pt x="6635" y="1"/>
                        <a:pt x="6468" y="1"/>
                      </a:cubicBezTo>
                      <a:cubicBezTo>
                        <a:pt x="6300" y="1"/>
                        <a:pt x="6161" y="140"/>
                        <a:pt x="6161" y="307"/>
                      </a:cubicBezTo>
                      <a:lnTo>
                        <a:pt x="6161" y="921"/>
                      </a:lnTo>
                      <a:cubicBezTo>
                        <a:pt x="6161" y="1088"/>
                        <a:pt x="6022" y="1255"/>
                        <a:pt x="5854" y="1255"/>
                      </a:cubicBezTo>
                      <a:lnTo>
                        <a:pt x="4628" y="1255"/>
                      </a:lnTo>
                      <a:cubicBezTo>
                        <a:pt x="4488" y="1255"/>
                        <a:pt x="4321" y="1088"/>
                        <a:pt x="4321" y="921"/>
                      </a:cubicBezTo>
                      <a:lnTo>
                        <a:pt x="4321" y="307"/>
                      </a:lnTo>
                      <a:cubicBezTo>
                        <a:pt x="4321" y="140"/>
                        <a:pt x="4182" y="1"/>
                        <a:pt x="39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35" name="Google Shape;2035;p19"/>
                <p:cNvSpPr/>
                <p:nvPr/>
              </p:nvSpPr>
              <p:spPr>
                <a:xfrm flipH="1">
                  <a:off x="6790450" y="3119050"/>
                  <a:ext cx="262750" cy="260675"/>
                </a:xfrm>
                <a:custGeom>
                  <a:rect b="b" l="l" r="r" t="t"/>
                  <a:pathLst>
                    <a:path extrusionOk="0" h="10427" w="10510">
                      <a:moveTo>
                        <a:pt x="5269" y="1924"/>
                      </a:moveTo>
                      <a:cubicBezTo>
                        <a:pt x="6022" y="1924"/>
                        <a:pt x="6635" y="2454"/>
                        <a:pt x="6774" y="3151"/>
                      </a:cubicBezTo>
                      <a:lnTo>
                        <a:pt x="3791" y="3151"/>
                      </a:lnTo>
                      <a:cubicBezTo>
                        <a:pt x="3931" y="2454"/>
                        <a:pt x="4544" y="1924"/>
                        <a:pt x="5269" y="1924"/>
                      </a:cubicBezTo>
                      <a:close/>
                      <a:moveTo>
                        <a:pt x="4962" y="3764"/>
                      </a:moveTo>
                      <a:lnTo>
                        <a:pt x="4962" y="9785"/>
                      </a:lnTo>
                      <a:cubicBezTo>
                        <a:pt x="3959" y="9646"/>
                        <a:pt x="3150" y="8754"/>
                        <a:pt x="3150" y="7694"/>
                      </a:cubicBezTo>
                      <a:lnTo>
                        <a:pt x="3150" y="4071"/>
                      </a:lnTo>
                      <a:cubicBezTo>
                        <a:pt x="3150" y="3903"/>
                        <a:pt x="3290" y="3764"/>
                        <a:pt x="3485" y="3764"/>
                      </a:cubicBezTo>
                      <a:close/>
                      <a:moveTo>
                        <a:pt x="7109" y="3764"/>
                      </a:moveTo>
                      <a:cubicBezTo>
                        <a:pt x="7276" y="3764"/>
                        <a:pt x="7415" y="3903"/>
                        <a:pt x="7415" y="4071"/>
                      </a:cubicBezTo>
                      <a:lnTo>
                        <a:pt x="7415" y="7694"/>
                      </a:lnTo>
                      <a:cubicBezTo>
                        <a:pt x="7415" y="8754"/>
                        <a:pt x="6607" y="9646"/>
                        <a:pt x="5603" y="9785"/>
                      </a:cubicBezTo>
                      <a:lnTo>
                        <a:pt x="5603" y="3764"/>
                      </a:lnTo>
                      <a:close/>
                      <a:moveTo>
                        <a:pt x="3987" y="1"/>
                      </a:moveTo>
                      <a:cubicBezTo>
                        <a:pt x="3819" y="1"/>
                        <a:pt x="3680" y="140"/>
                        <a:pt x="3680" y="307"/>
                      </a:cubicBezTo>
                      <a:lnTo>
                        <a:pt x="3680" y="921"/>
                      </a:lnTo>
                      <a:cubicBezTo>
                        <a:pt x="3680" y="1199"/>
                        <a:pt x="3819" y="1422"/>
                        <a:pt x="3987" y="1618"/>
                      </a:cubicBezTo>
                      <a:cubicBezTo>
                        <a:pt x="3513" y="1952"/>
                        <a:pt x="3150" y="2482"/>
                        <a:pt x="3095" y="3095"/>
                      </a:cubicBezTo>
                      <a:cubicBezTo>
                        <a:pt x="2732" y="3206"/>
                        <a:pt x="2453" y="3569"/>
                        <a:pt x="2453" y="3987"/>
                      </a:cubicBezTo>
                      <a:lnTo>
                        <a:pt x="2453" y="4294"/>
                      </a:lnTo>
                      <a:lnTo>
                        <a:pt x="1840" y="4294"/>
                      </a:lnTo>
                      <a:cubicBezTo>
                        <a:pt x="1450" y="4294"/>
                        <a:pt x="1115" y="4043"/>
                        <a:pt x="976" y="3652"/>
                      </a:cubicBezTo>
                      <a:lnTo>
                        <a:pt x="642" y="2677"/>
                      </a:lnTo>
                      <a:cubicBezTo>
                        <a:pt x="600" y="2551"/>
                        <a:pt x="511" y="2489"/>
                        <a:pt x="399" y="2489"/>
                      </a:cubicBezTo>
                      <a:cubicBezTo>
                        <a:pt x="361" y="2489"/>
                        <a:pt x="321" y="2496"/>
                        <a:pt x="279" y="2510"/>
                      </a:cubicBezTo>
                      <a:cubicBezTo>
                        <a:pt x="84" y="2565"/>
                        <a:pt x="28" y="2705"/>
                        <a:pt x="84" y="2900"/>
                      </a:cubicBezTo>
                      <a:lnTo>
                        <a:pt x="419" y="3875"/>
                      </a:lnTo>
                      <a:cubicBezTo>
                        <a:pt x="614" y="4489"/>
                        <a:pt x="1171" y="4907"/>
                        <a:pt x="1840" y="4907"/>
                      </a:cubicBezTo>
                      <a:lnTo>
                        <a:pt x="2453" y="4907"/>
                      </a:lnTo>
                      <a:lnTo>
                        <a:pt x="2453" y="6133"/>
                      </a:lnTo>
                      <a:lnTo>
                        <a:pt x="335" y="6133"/>
                      </a:lnTo>
                      <a:cubicBezTo>
                        <a:pt x="168" y="6133"/>
                        <a:pt x="28" y="6273"/>
                        <a:pt x="28" y="6440"/>
                      </a:cubicBezTo>
                      <a:cubicBezTo>
                        <a:pt x="28" y="6635"/>
                        <a:pt x="168" y="6775"/>
                        <a:pt x="335" y="6775"/>
                      </a:cubicBezTo>
                      <a:lnTo>
                        <a:pt x="2453" y="6775"/>
                      </a:lnTo>
                      <a:lnTo>
                        <a:pt x="2453" y="7667"/>
                      </a:lnTo>
                      <a:lnTo>
                        <a:pt x="2453" y="7973"/>
                      </a:lnTo>
                      <a:lnTo>
                        <a:pt x="1812" y="7973"/>
                      </a:lnTo>
                      <a:cubicBezTo>
                        <a:pt x="1143" y="7973"/>
                        <a:pt x="586" y="8391"/>
                        <a:pt x="363" y="9032"/>
                      </a:cubicBezTo>
                      <a:lnTo>
                        <a:pt x="56" y="10008"/>
                      </a:lnTo>
                      <a:cubicBezTo>
                        <a:pt x="0" y="10175"/>
                        <a:pt x="84" y="10315"/>
                        <a:pt x="223" y="10398"/>
                      </a:cubicBezTo>
                      <a:cubicBezTo>
                        <a:pt x="259" y="10408"/>
                        <a:pt x="292" y="10413"/>
                        <a:pt x="323" y="10413"/>
                      </a:cubicBezTo>
                      <a:cubicBezTo>
                        <a:pt x="466" y="10413"/>
                        <a:pt x="568" y="10317"/>
                        <a:pt x="614" y="10203"/>
                      </a:cubicBezTo>
                      <a:lnTo>
                        <a:pt x="920" y="9228"/>
                      </a:lnTo>
                      <a:cubicBezTo>
                        <a:pt x="1060" y="8865"/>
                        <a:pt x="1394" y="8614"/>
                        <a:pt x="1812" y="8614"/>
                      </a:cubicBezTo>
                      <a:lnTo>
                        <a:pt x="2593" y="8614"/>
                      </a:lnTo>
                      <a:cubicBezTo>
                        <a:pt x="2983" y="9646"/>
                        <a:pt x="3987" y="10426"/>
                        <a:pt x="5185" y="10426"/>
                      </a:cubicBezTo>
                      <a:cubicBezTo>
                        <a:pt x="6356" y="10426"/>
                        <a:pt x="7387" y="9646"/>
                        <a:pt x="7750" y="8614"/>
                      </a:cubicBezTo>
                      <a:lnTo>
                        <a:pt x="8586" y="8614"/>
                      </a:lnTo>
                      <a:cubicBezTo>
                        <a:pt x="8976" y="8614"/>
                        <a:pt x="9339" y="8837"/>
                        <a:pt x="9478" y="9228"/>
                      </a:cubicBezTo>
                      <a:lnTo>
                        <a:pt x="9785" y="10203"/>
                      </a:lnTo>
                      <a:cubicBezTo>
                        <a:pt x="9827" y="10351"/>
                        <a:pt x="9917" y="10419"/>
                        <a:pt x="10043" y="10419"/>
                      </a:cubicBezTo>
                      <a:cubicBezTo>
                        <a:pt x="10084" y="10419"/>
                        <a:pt x="10128" y="10412"/>
                        <a:pt x="10175" y="10398"/>
                      </a:cubicBezTo>
                      <a:cubicBezTo>
                        <a:pt x="10342" y="10315"/>
                        <a:pt x="10398" y="10175"/>
                        <a:pt x="10342" y="10008"/>
                      </a:cubicBezTo>
                      <a:lnTo>
                        <a:pt x="10119" y="9032"/>
                      </a:lnTo>
                      <a:cubicBezTo>
                        <a:pt x="9924" y="8391"/>
                        <a:pt x="9367" y="7973"/>
                        <a:pt x="8698" y="7973"/>
                      </a:cubicBezTo>
                      <a:lnTo>
                        <a:pt x="8001" y="7973"/>
                      </a:lnTo>
                      <a:lnTo>
                        <a:pt x="8001" y="7667"/>
                      </a:lnTo>
                      <a:lnTo>
                        <a:pt x="8001" y="6775"/>
                      </a:lnTo>
                      <a:lnTo>
                        <a:pt x="10175" y="6775"/>
                      </a:lnTo>
                      <a:cubicBezTo>
                        <a:pt x="10342" y="6775"/>
                        <a:pt x="10482" y="6635"/>
                        <a:pt x="10482" y="6440"/>
                      </a:cubicBezTo>
                      <a:cubicBezTo>
                        <a:pt x="10482" y="6273"/>
                        <a:pt x="10342" y="6133"/>
                        <a:pt x="10175" y="6133"/>
                      </a:cubicBezTo>
                      <a:lnTo>
                        <a:pt x="8001" y="6133"/>
                      </a:lnTo>
                      <a:lnTo>
                        <a:pt x="8001" y="4907"/>
                      </a:lnTo>
                      <a:lnTo>
                        <a:pt x="8698" y="4907"/>
                      </a:lnTo>
                      <a:cubicBezTo>
                        <a:pt x="9367" y="4907"/>
                        <a:pt x="9924" y="4489"/>
                        <a:pt x="10119" y="3875"/>
                      </a:cubicBezTo>
                      <a:lnTo>
                        <a:pt x="10454" y="2900"/>
                      </a:lnTo>
                      <a:cubicBezTo>
                        <a:pt x="10509" y="2705"/>
                        <a:pt x="10398" y="2565"/>
                        <a:pt x="10259" y="2510"/>
                      </a:cubicBezTo>
                      <a:cubicBezTo>
                        <a:pt x="10223" y="2498"/>
                        <a:pt x="10188" y="2492"/>
                        <a:pt x="10156" y="2492"/>
                      </a:cubicBezTo>
                      <a:cubicBezTo>
                        <a:pt x="10036" y="2492"/>
                        <a:pt x="9940" y="2567"/>
                        <a:pt x="9896" y="2677"/>
                      </a:cubicBezTo>
                      <a:lnTo>
                        <a:pt x="9562" y="3652"/>
                      </a:lnTo>
                      <a:cubicBezTo>
                        <a:pt x="9422" y="4043"/>
                        <a:pt x="9116" y="4294"/>
                        <a:pt x="8698" y="4294"/>
                      </a:cubicBezTo>
                      <a:lnTo>
                        <a:pt x="8001" y="4294"/>
                      </a:lnTo>
                      <a:lnTo>
                        <a:pt x="8001" y="3987"/>
                      </a:lnTo>
                      <a:cubicBezTo>
                        <a:pt x="8001" y="3597"/>
                        <a:pt x="7750" y="3234"/>
                        <a:pt x="7387" y="3095"/>
                      </a:cubicBezTo>
                      <a:cubicBezTo>
                        <a:pt x="7304" y="2482"/>
                        <a:pt x="6969" y="1952"/>
                        <a:pt x="6468" y="1618"/>
                      </a:cubicBezTo>
                      <a:cubicBezTo>
                        <a:pt x="6691" y="1422"/>
                        <a:pt x="6774" y="1199"/>
                        <a:pt x="6774" y="921"/>
                      </a:cubicBezTo>
                      <a:lnTo>
                        <a:pt x="6774" y="307"/>
                      </a:lnTo>
                      <a:cubicBezTo>
                        <a:pt x="6774" y="140"/>
                        <a:pt x="6635" y="1"/>
                        <a:pt x="6468" y="1"/>
                      </a:cubicBezTo>
                      <a:cubicBezTo>
                        <a:pt x="6300" y="1"/>
                        <a:pt x="6161" y="140"/>
                        <a:pt x="6161" y="307"/>
                      </a:cubicBezTo>
                      <a:lnTo>
                        <a:pt x="6161" y="921"/>
                      </a:lnTo>
                      <a:cubicBezTo>
                        <a:pt x="6161" y="1088"/>
                        <a:pt x="6022" y="1255"/>
                        <a:pt x="5854" y="1255"/>
                      </a:cubicBezTo>
                      <a:lnTo>
                        <a:pt x="4628" y="1255"/>
                      </a:lnTo>
                      <a:cubicBezTo>
                        <a:pt x="4488" y="1255"/>
                        <a:pt x="4321" y="1088"/>
                        <a:pt x="4321" y="921"/>
                      </a:cubicBezTo>
                      <a:lnTo>
                        <a:pt x="4321" y="307"/>
                      </a:lnTo>
                      <a:cubicBezTo>
                        <a:pt x="4321" y="140"/>
                        <a:pt x="4182" y="1"/>
                        <a:pt x="398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2036" name="Google Shape;2036;p19"/>
            <p:cNvGrpSpPr/>
            <p:nvPr/>
          </p:nvGrpSpPr>
          <p:grpSpPr>
            <a:xfrm>
              <a:off x="2040584" y="5542431"/>
              <a:ext cx="8060113" cy="620866"/>
              <a:chOff x="2040584" y="5123243"/>
              <a:chExt cx="8060113" cy="620866"/>
            </a:xfrm>
          </p:grpSpPr>
          <p:grpSp>
            <p:nvGrpSpPr>
              <p:cNvPr id="2037" name="Google Shape;2037;p19"/>
              <p:cNvGrpSpPr/>
              <p:nvPr/>
            </p:nvGrpSpPr>
            <p:grpSpPr>
              <a:xfrm>
                <a:off x="9554962" y="5123243"/>
                <a:ext cx="545736" cy="620866"/>
                <a:chOff x="7660859" y="2571753"/>
                <a:chExt cx="366561" cy="417024"/>
              </a:xfrm>
            </p:grpSpPr>
            <p:sp>
              <p:nvSpPr>
                <p:cNvPr id="2038" name="Google Shape;2038;p19"/>
                <p:cNvSpPr/>
                <p:nvPr/>
              </p:nvSpPr>
              <p:spPr>
                <a:xfrm>
                  <a:off x="7770506" y="2633631"/>
                  <a:ext cx="147259" cy="146633"/>
                </a:xfrm>
                <a:custGeom>
                  <a:rect b="b" l="l" r="r" t="t"/>
                  <a:pathLst>
                    <a:path extrusionOk="0" h="7026" w="7056">
                      <a:moveTo>
                        <a:pt x="4114" y="2928"/>
                      </a:moveTo>
                      <a:lnTo>
                        <a:pt x="4114" y="4099"/>
                      </a:lnTo>
                      <a:lnTo>
                        <a:pt x="2943" y="4099"/>
                      </a:lnTo>
                      <a:lnTo>
                        <a:pt x="2943" y="2928"/>
                      </a:lnTo>
                      <a:close/>
                      <a:moveTo>
                        <a:pt x="2354" y="1"/>
                      </a:moveTo>
                      <a:cubicBezTo>
                        <a:pt x="2032" y="1"/>
                        <a:pt x="1771" y="263"/>
                        <a:pt x="1771" y="586"/>
                      </a:cubicBezTo>
                      <a:lnTo>
                        <a:pt x="1771" y="1757"/>
                      </a:lnTo>
                      <a:lnTo>
                        <a:pt x="618" y="1757"/>
                      </a:lnTo>
                      <a:cubicBezTo>
                        <a:pt x="301" y="1757"/>
                        <a:pt x="31" y="1999"/>
                        <a:pt x="17" y="2314"/>
                      </a:cubicBezTo>
                      <a:cubicBezTo>
                        <a:pt x="1" y="2650"/>
                        <a:pt x="268" y="2928"/>
                        <a:pt x="600" y="2928"/>
                      </a:cubicBezTo>
                      <a:lnTo>
                        <a:pt x="1771" y="2928"/>
                      </a:lnTo>
                      <a:lnTo>
                        <a:pt x="1771" y="4099"/>
                      </a:lnTo>
                      <a:lnTo>
                        <a:pt x="618" y="4099"/>
                      </a:lnTo>
                      <a:cubicBezTo>
                        <a:pt x="301" y="4099"/>
                        <a:pt x="31" y="4341"/>
                        <a:pt x="17" y="4656"/>
                      </a:cubicBezTo>
                      <a:cubicBezTo>
                        <a:pt x="1" y="4992"/>
                        <a:pt x="268" y="5270"/>
                        <a:pt x="600" y="5270"/>
                      </a:cubicBezTo>
                      <a:lnTo>
                        <a:pt x="1771" y="5270"/>
                      </a:lnTo>
                      <a:lnTo>
                        <a:pt x="1771" y="6423"/>
                      </a:lnTo>
                      <a:cubicBezTo>
                        <a:pt x="1771" y="6738"/>
                        <a:pt x="2014" y="7011"/>
                        <a:pt x="2329" y="7025"/>
                      </a:cubicBezTo>
                      <a:cubicBezTo>
                        <a:pt x="2338" y="7025"/>
                        <a:pt x="2348" y="7025"/>
                        <a:pt x="2357" y="7025"/>
                      </a:cubicBezTo>
                      <a:cubicBezTo>
                        <a:pt x="2680" y="7025"/>
                        <a:pt x="2943" y="6764"/>
                        <a:pt x="2943" y="6441"/>
                      </a:cubicBezTo>
                      <a:lnTo>
                        <a:pt x="2943" y="5270"/>
                      </a:lnTo>
                      <a:lnTo>
                        <a:pt x="4114" y="5270"/>
                      </a:lnTo>
                      <a:lnTo>
                        <a:pt x="4114" y="6423"/>
                      </a:lnTo>
                      <a:cubicBezTo>
                        <a:pt x="4114" y="6738"/>
                        <a:pt x="4356" y="7011"/>
                        <a:pt x="4671" y="7025"/>
                      </a:cubicBezTo>
                      <a:cubicBezTo>
                        <a:pt x="4680" y="7025"/>
                        <a:pt x="4690" y="7025"/>
                        <a:pt x="4699" y="7025"/>
                      </a:cubicBezTo>
                      <a:cubicBezTo>
                        <a:pt x="5023" y="7025"/>
                        <a:pt x="5285" y="6764"/>
                        <a:pt x="5285" y="6441"/>
                      </a:cubicBezTo>
                      <a:lnTo>
                        <a:pt x="5285" y="5270"/>
                      </a:lnTo>
                      <a:lnTo>
                        <a:pt x="6456" y="5270"/>
                      </a:lnTo>
                      <a:cubicBezTo>
                        <a:pt x="6788" y="5270"/>
                        <a:pt x="7056" y="4992"/>
                        <a:pt x="7040" y="4656"/>
                      </a:cubicBezTo>
                      <a:cubicBezTo>
                        <a:pt x="7025" y="4341"/>
                        <a:pt x="6753" y="4099"/>
                        <a:pt x="6438" y="4099"/>
                      </a:cubicBezTo>
                      <a:lnTo>
                        <a:pt x="5285" y="4099"/>
                      </a:lnTo>
                      <a:lnTo>
                        <a:pt x="5285" y="2928"/>
                      </a:lnTo>
                      <a:lnTo>
                        <a:pt x="6438" y="2928"/>
                      </a:lnTo>
                      <a:cubicBezTo>
                        <a:pt x="6753" y="2928"/>
                        <a:pt x="7025" y="2685"/>
                        <a:pt x="7040" y="2370"/>
                      </a:cubicBezTo>
                      <a:cubicBezTo>
                        <a:pt x="7056" y="2034"/>
                        <a:pt x="6788" y="1757"/>
                        <a:pt x="6456" y="1757"/>
                      </a:cubicBezTo>
                      <a:lnTo>
                        <a:pt x="5285" y="1757"/>
                      </a:lnTo>
                      <a:lnTo>
                        <a:pt x="5285" y="603"/>
                      </a:lnTo>
                      <a:cubicBezTo>
                        <a:pt x="5285" y="287"/>
                        <a:pt x="5042" y="16"/>
                        <a:pt x="4727" y="2"/>
                      </a:cubicBezTo>
                      <a:cubicBezTo>
                        <a:pt x="4717" y="1"/>
                        <a:pt x="4707" y="1"/>
                        <a:pt x="4696" y="1"/>
                      </a:cubicBezTo>
                      <a:cubicBezTo>
                        <a:pt x="4374" y="1"/>
                        <a:pt x="4114" y="263"/>
                        <a:pt x="4114" y="586"/>
                      </a:cubicBezTo>
                      <a:lnTo>
                        <a:pt x="4114" y="1757"/>
                      </a:lnTo>
                      <a:lnTo>
                        <a:pt x="2943" y="1757"/>
                      </a:lnTo>
                      <a:lnTo>
                        <a:pt x="2943" y="603"/>
                      </a:lnTo>
                      <a:cubicBezTo>
                        <a:pt x="2943" y="287"/>
                        <a:pt x="2700" y="16"/>
                        <a:pt x="2385" y="2"/>
                      </a:cubicBezTo>
                      <a:cubicBezTo>
                        <a:pt x="2375" y="1"/>
                        <a:pt x="2364" y="1"/>
                        <a:pt x="23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39" name="Google Shape;2039;p19"/>
                <p:cNvSpPr/>
                <p:nvPr/>
              </p:nvSpPr>
              <p:spPr>
                <a:xfrm>
                  <a:off x="7730834" y="2792447"/>
                  <a:ext cx="226648" cy="76781"/>
                </a:xfrm>
                <a:custGeom>
                  <a:rect b="b" l="l" r="r" t="t"/>
                  <a:pathLst>
                    <a:path extrusionOk="0" h="3679" w="10860">
                      <a:moveTo>
                        <a:pt x="747" y="0"/>
                      </a:moveTo>
                      <a:cubicBezTo>
                        <a:pt x="280" y="0"/>
                        <a:pt x="0" y="520"/>
                        <a:pt x="258" y="910"/>
                      </a:cubicBezTo>
                      <a:cubicBezTo>
                        <a:pt x="1470" y="2730"/>
                        <a:pt x="3430" y="3678"/>
                        <a:pt x="5429" y="3678"/>
                      </a:cubicBezTo>
                      <a:cubicBezTo>
                        <a:pt x="7423" y="3678"/>
                        <a:pt x="9385" y="2733"/>
                        <a:pt x="10600" y="911"/>
                      </a:cubicBezTo>
                      <a:cubicBezTo>
                        <a:pt x="10860" y="523"/>
                        <a:pt x="10578" y="2"/>
                        <a:pt x="10116" y="2"/>
                      </a:cubicBezTo>
                      <a:cubicBezTo>
                        <a:pt x="10115" y="2"/>
                        <a:pt x="10114" y="2"/>
                        <a:pt x="10113" y="2"/>
                      </a:cubicBezTo>
                      <a:cubicBezTo>
                        <a:pt x="9924" y="2"/>
                        <a:pt x="9738" y="92"/>
                        <a:pt x="9625" y="262"/>
                      </a:cubicBezTo>
                      <a:cubicBezTo>
                        <a:pt x="8688" y="1668"/>
                        <a:pt x="7119" y="2507"/>
                        <a:pt x="5429" y="2507"/>
                      </a:cubicBezTo>
                      <a:cubicBezTo>
                        <a:pt x="3740" y="2507"/>
                        <a:pt x="2172" y="1668"/>
                        <a:pt x="1235" y="264"/>
                      </a:cubicBezTo>
                      <a:cubicBezTo>
                        <a:pt x="1125" y="101"/>
                        <a:pt x="943" y="0"/>
                        <a:pt x="74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40" name="Google Shape;2040;p19"/>
                <p:cNvSpPr/>
                <p:nvPr/>
              </p:nvSpPr>
              <p:spPr>
                <a:xfrm>
                  <a:off x="7660859" y="2571753"/>
                  <a:ext cx="366561" cy="417024"/>
                </a:xfrm>
                <a:custGeom>
                  <a:rect b="b" l="l" r="r" t="t"/>
                  <a:pathLst>
                    <a:path extrusionOk="0" h="19982" w="17564">
                      <a:moveTo>
                        <a:pt x="14636" y="1169"/>
                      </a:moveTo>
                      <a:cubicBezTo>
                        <a:pt x="15587" y="1169"/>
                        <a:pt x="16392" y="1992"/>
                        <a:pt x="16392" y="2965"/>
                      </a:cubicBezTo>
                      <a:lnTo>
                        <a:pt x="16392" y="14674"/>
                      </a:lnTo>
                      <a:cubicBezTo>
                        <a:pt x="16392" y="15643"/>
                        <a:pt x="15607" y="16431"/>
                        <a:pt x="14636" y="16431"/>
                      </a:cubicBezTo>
                      <a:lnTo>
                        <a:pt x="11124" y="16431"/>
                      </a:lnTo>
                      <a:cubicBezTo>
                        <a:pt x="10967" y="16431"/>
                        <a:pt x="10816" y="16493"/>
                        <a:pt x="10707" y="16604"/>
                      </a:cubicBezTo>
                      <a:lnTo>
                        <a:pt x="8782" y="18561"/>
                      </a:lnTo>
                      <a:lnTo>
                        <a:pt x="6857" y="16604"/>
                      </a:lnTo>
                      <a:cubicBezTo>
                        <a:pt x="6748" y="16493"/>
                        <a:pt x="6597" y="16431"/>
                        <a:pt x="6440" y="16431"/>
                      </a:cubicBezTo>
                      <a:lnTo>
                        <a:pt x="2928" y="16431"/>
                      </a:lnTo>
                      <a:cubicBezTo>
                        <a:pt x="1959" y="16431"/>
                        <a:pt x="1172" y="15643"/>
                        <a:pt x="1172" y="14674"/>
                      </a:cubicBezTo>
                      <a:lnTo>
                        <a:pt x="1172" y="2965"/>
                      </a:lnTo>
                      <a:cubicBezTo>
                        <a:pt x="1172" y="1992"/>
                        <a:pt x="1977" y="1169"/>
                        <a:pt x="2928" y="1169"/>
                      </a:cubicBezTo>
                      <a:close/>
                      <a:moveTo>
                        <a:pt x="2928" y="0"/>
                      </a:moveTo>
                      <a:cubicBezTo>
                        <a:pt x="1310" y="0"/>
                        <a:pt x="1" y="1346"/>
                        <a:pt x="1" y="2965"/>
                      </a:cubicBezTo>
                      <a:lnTo>
                        <a:pt x="1" y="14674"/>
                      </a:lnTo>
                      <a:cubicBezTo>
                        <a:pt x="1" y="16291"/>
                        <a:pt x="1312" y="17600"/>
                        <a:pt x="2928" y="17600"/>
                      </a:cubicBezTo>
                      <a:lnTo>
                        <a:pt x="6196" y="17600"/>
                      </a:lnTo>
                      <a:lnTo>
                        <a:pt x="8365" y="19806"/>
                      </a:lnTo>
                      <a:cubicBezTo>
                        <a:pt x="8474" y="19919"/>
                        <a:pt x="8625" y="19981"/>
                        <a:pt x="8782" y="19981"/>
                      </a:cubicBezTo>
                      <a:cubicBezTo>
                        <a:pt x="8940" y="19981"/>
                        <a:pt x="9090" y="19919"/>
                        <a:pt x="9200" y="19806"/>
                      </a:cubicBezTo>
                      <a:lnTo>
                        <a:pt x="11370" y="17600"/>
                      </a:lnTo>
                      <a:lnTo>
                        <a:pt x="14636" y="17600"/>
                      </a:lnTo>
                      <a:cubicBezTo>
                        <a:pt x="16251" y="17600"/>
                        <a:pt x="17563" y="16287"/>
                        <a:pt x="17563" y="14674"/>
                      </a:cubicBezTo>
                      <a:lnTo>
                        <a:pt x="17563" y="2965"/>
                      </a:lnTo>
                      <a:cubicBezTo>
                        <a:pt x="17563" y="1348"/>
                        <a:pt x="16254" y="0"/>
                        <a:pt x="1463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41" name="Google Shape;2041;p19"/>
              <p:cNvGrpSpPr/>
              <p:nvPr/>
            </p:nvGrpSpPr>
            <p:grpSpPr>
              <a:xfrm>
                <a:off x="5797780" y="5123243"/>
                <a:ext cx="620866" cy="620866"/>
                <a:chOff x="5566722" y="2571753"/>
                <a:chExt cx="417024" cy="417024"/>
              </a:xfrm>
            </p:grpSpPr>
            <p:sp>
              <p:nvSpPr>
                <p:cNvPr id="2042" name="Google Shape;2042;p19"/>
                <p:cNvSpPr/>
                <p:nvPr/>
              </p:nvSpPr>
              <p:spPr>
                <a:xfrm>
                  <a:off x="5566722" y="2571753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9990" y="1171"/>
                      </a:moveTo>
                      <a:cubicBezTo>
                        <a:pt x="14855" y="1171"/>
                        <a:pt x="18810" y="5127"/>
                        <a:pt x="18810" y="9991"/>
                      </a:cubicBezTo>
                      <a:cubicBezTo>
                        <a:pt x="18810" y="14854"/>
                        <a:pt x="14855" y="18810"/>
                        <a:pt x="9990" y="18810"/>
                      </a:cubicBezTo>
                      <a:cubicBezTo>
                        <a:pt x="5127" y="18810"/>
                        <a:pt x="1170" y="14854"/>
                        <a:pt x="1170" y="9991"/>
                      </a:cubicBezTo>
                      <a:cubicBezTo>
                        <a:pt x="1170" y="5127"/>
                        <a:pt x="5127" y="1171"/>
                        <a:pt x="9990" y="1171"/>
                      </a:cubicBezTo>
                      <a:close/>
                      <a:moveTo>
                        <a:pt x="9990" y="0"/>
                      </a:moveTo>
                      <a:cubicBezTo>
                        <a:pt x="4488" y="0"/>
                        <a:pt x="0" y="4490"/>
                        <a:pt x="0" y="9990"/>
                      </a:cubicBezTo>
                      <a:cubicBezTo>
                        <a:pt x="0" y="15493"/>
                        <a:pt x="4490" y="19981"/>
                        <a:pt x="9990" y="19981"/>
                      </a:cubicBezTo>
                      <a:cubicBezTo>
                        <a:pt x="15492" y="19981"/>
                        <a:pt x="19981" y="15491"/>
                        <a:pt x="19981" y="9990"/>
                      </a:cubicBezTo>
                      <a:cubicBezTo>
                        <a:pt x="19981" y="4488"/>
                        <a:pt x="15492" y="0"/>
                        <a:pt x="999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43" name="Google Shape;2043;p19"/>
                <p:cNvSpPr/>
                <p:nvPr/>
              </p:nvSpPr>
              <p:spPr>
                <a:xfrm>
                  <a:off x="5653037" y="2658069"/>
                  <a:ext cx="207719" cy="243052"/>
                </a:xfrm>
                <a:custGeom>
                  <a:rect b="b" l="l" r="r" t="t"/>
                  <a:pathLst>
                    <a:path extrusionOk="0" h="11646" w="9953">
                      <a:moveTo>
                        <a:pt x="8782" y="1300"/>
                      </a:moveTo>
                      <a:lnTo>
                        <a:pt x="8782" y="2448"/>
                      </a:lnTo>
                      <a:lnTo>
                        <a:pt x="4099" y="3384"/>
                      </a:lnTo>
                      <a:lnTo>
                        <a:pt x="4099" y="2236"/>
                      </a:lnTo>
                      <a:lnTo>
                        <a:pt x="8782" y="1300"/>
                      </a:lnTo>
                      <a:close/>
                      <a:moveTo>
                        <a:pt x="8782" y="7304"/>
                      </a:moveTo>
                      <a:lnTo>
                        <a:pt x="8782" y="8447"/>
                      </a:lnTo>
                      <a:cubicBezTo>
                        <a:pt x="8782" y="8766"/>
                        <a:pt x="8591" y="9047"/>
                        <a:pt x="8295" y="9165"/>
                      </a:cubicBezTo>
                      <a:cubicBezTo>
                        <a:pt x="8163" y="9218"/>
                        <a:pt x="7987" y="9306"/>
                        <a:pt x="7782" y="9306"/>
                      </a:cubicBezTo>
                      <a:cubicBezTo>
                        <a:pt x="7653" y="9306"/>
                        <a:pt x="7513" y="9271"/>
                        <a:pt x="7365" y="9171"/>
                      </a:cubicBezTo>
                      <a:cubicBezTo>
                        <a:pt x="6850" y="8824"/>
                        <a:pt x="6937" y="8042"/>
                        <a:pt x="7512" y="7812"/>
                      </a:cubicBezTo>
                      <a:lnTo>
                        <a:pt x="8782" y="7304"/>
                      </a:lnTo>
                      <a:close/>
                      <a:moveTo>
                        <a:pt x="2928" y="8475"/>
                      </a:moveTo>
                      <a:lnTo>
                        <a:pt x="2928" y="9618"/>
                      </a:lnTo>
                      <a:cubicBezTo>
                        <a:pt x="2928" y="9937"/>
                        <a:pt x="2737" y="10218"/>
                        <a:pt x="2442" y="10336"/>
                      </a:cubicBezTo>
                      <a:cubicBezTo>
                        <a:pt x="2308" y="10389"/>
                        <a:pt x="2132" y="10476"/>
                        <a:pt x="1928" y="10476"/>
                      </a:cubicBezTo>
                      <a:cubicBezTo>
                        <a:pt x="1799" y="10476"/>
                        <a:pt x="1659" y="10442"/>
                        <a:pt x="1511" y="10342"/>
                      </a:cubicBezTo>
                      <a:cubicBezTo>
                        <a:pt x="996" y="9993"/>
                        <a:pt x="1083" y="9213"/>
                        <a:pt x="1658" y="8983"/>
                      </a:cubicBezTo>
                      <a:lnTo>
                        <a:pt x="2928" y="8475"/>
                      </a:lnTo>
                      <a:close/>
                      <a:moveTo>
                        <a:pt x="9369" y="1"/>
                      </a:moveTo>
                      <a:cubicBezTo>
                        <a:pt x="9330" y="1"/>
                        <a:pt x="9291" y="4"/>
                        <a:pt x="9252" y="12"/>
                      </a:cubicBezTo>
                      <a:lnTo>
                        <a:pt x="3399" y="1182"/>
                      </a:lnTo>
                      <a:cubicBezTo>
                        <a:pt x="3124" y="1237"/>
                        <a:pt x="2928" y="1477"/>
                        <a:pt x="2928" y="1757"/>
                      </a:cubicBezTo>
                      <a:lnTo>
                        <a:pt x="2928" y="7214"/>
                      </a:lnTo>
                      <a:lnTo>
                        <a:pt x="1223" y="7897"/>
                      </a:lnTo>
                      <a:cubicBezTo>
                        <a:pt x="480" y="8192"/>
                        <a:pt x="0" y="8902"/>
                        <a:pt x="0" y="9701"/>
                      </a:cubicBezTo>
                      <a:cubicBezTo>
                        <a:pt x="0" y="10782"/>
                        <a:pt x="880" y="11645"/>
                        <a:pt x="1944" y="11645"/>
                      </a:cubicBezTo>
                      <a:cubicBezTo>
                        <a:pt x="2362" y="11645"/>
                        <a:pt x="2624" y="11523"/>
                        <a:pt x="2877" y="11423"/>
                      </a:cubicBezTo>
                      <a:cubicBezTo>
                        <a:pt x="3618" y="11125"/>
                        <a:pt x="4099" y="10418"/>
                        <a:pt x="4099" y="9618"/>
                      </a:cubicBezTo>
                      <a:lnTo>
                        <a:pt x="4099" y="4578"/>
                      </a:lnTo>
                      <a:lnTo>
                        <a:pt x="8782" y="3641"/>
                      </a:lnTo>
                      <a:lnTo>
                        <a:pt x="8782" y="6043"/>
                      </a:lnTo>
                      <a:lnTo>
                        <a:pt x="7076" y="6726"/>
                      </a:lnTo>
                      <a:cubicBezTo>
                        <a:pt x="6335" y="7023"/>
                        <a:pt x="5854" y="7731"/>
                        <a:pt x="5854" y="8530"/>
                      </a:cubicBezTo>
                      <a:cubicBezTo>
                        <a:pt x="5854" y="9611"/>
                        <a:pt x="6733" y="10476"/>
                        <a:pt x="7798" y="10476"/>
                      </a:cubicBezTo>
                      <a:cubicBezTo>
                        <a:pt x="8216" y="10476"/>
                        <a:pt x="8477" y="10354"/>
                        <a:pt x="8730" y="10251"/>
                      </a:cubicBezTo>
                      <a:cubicBezTo>
                        <a:pt x="9473" y="9956"/>
                        <a:pt x="9953" y="9247"/>
                        <a:pt x="9953" y="8447"/>
                      </a:cubicBezTo>
                      <a:lnTo>
                        <a:pt x="9953" y="586"/>
                      </a:lnTo>
                      <a:cubicBezTo>
                        <a:pt x="9953" y="410"/>
                        <a:pt x="9873" y="244"/>
                        <a:pt x="9739" y="133"/>
                      </a:cubicBezTo>
                      <a:cubicBezTo>
                        <a:pt x="9633" y="47"/>
                        <a:pt x="9503" y="1"/>
                        <a:pt x="936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44" name="Google Shape;2044;p19"/>
              <p:cNvGrpSpPr/>
              <p:nvPr/>
            </p:nvGrpSpPr>
            <p:grpSpPr>
              <a:xfrm>
                <a:off x="6737060" y="5279071"/>
                <a:ext cx="620850" cy="309190"/>
                <a:chOff x="6090251" y="2676413"/>
                <a:chExt cx="417013" cy="207677"/>
              </a:xfrm>
            </p:grpSpPr>
            <p:sp>
              <p:nvSpPr>
                <p:cNvPr id="2045" name="Google Shape;2045;p19"/>
                <p:cNvSpPr/>
                <p:nvPr/>
              </p:nvSpPr>
              <p:spPr>
                <a:xfrm>
                  <a:off x="6237672" y="2725248"/>
                  <a:ext cx="61086" cy="158842"/>
                </a:xfrm>
                <a:custGeom>
                  <a:rect b="b" l="l" r="r" t="t"/>
                  <a:pathLst>
                    <a:path extrusionOk="0" h="7611" w="2927">
                      <a:moveTo>
                        <a:pt x="1463" y="1172"/>
                      </a:moveTo>
                      <a:cubicBezTo>
                        <a:pt x="1624" y="1172"/>
                        <a:pt x="1757" y="1303"/>
                        <a:pt x="1757" y="1465"/>
                      </a:cubicBezTo>
                      <a:lnTo>
                        <a:pt x="1757" y="6148"/>
                      </a:lnTo>
                      <a:cubicBezTo>
                        <a:pt x="1757" y="6309"/>
                        <a:pt x="1624" y="6440"/>
                        <a:pt x="1463" y="6440"/>
                      </a:cubicBezTo>
                      <a:cubicBezTo>
                        <a:pt x="1302" y="6440"/>
                        <a:pt x="1171" y="6309"/>
                        <a:pt x="1171" y="6148"/>
                      </a:cubicBezTo>
                      <a:lnTo>
                        <a:pt x="1171" y="1465"/>
                      </a:lnTo>
                      <a:cubicBezTo>
                        <a:pt x="1171" y="1303"/>
                        <a:pt x="1302" y="1172"/>
                        <a:pt x="1463" y="1172"/>
                      </a:cubicBezTo>
                      <a:close/>
                      <a:moveTo>
                        <a:pt x="1463" y="1"/>
                      </a:moveTo>
                      <a:cubicBezTo>
                        <a:pt x="657" y="1"/>
                        <a:pt x="0" y="657"/>
                        <a:pt x="0" y="1465"/>
                      </a:cubicBezTo>
                      <a:lnTo>
                        <a:pt x="0" y="6148"/>
                      </a:lnTo>
                      <a:cubicBezTo>
                        <a:pt x="0" y="6955"/>
                        <a:pt x="657" y="7611"/>
                        <a:pt x="1463" y="7611"/>
                      </a:cubicBezTo>
                      <a:cubicBezTo>
                        <a:pt x="2270" y="7611"/>
                        <a:pt x="2926" y="6955"/>
                        <a:pt x="2926" y="6148"/>
                      </a:cubicBezTo>
                      <a:lnTo>
                        <a:pt x="2926" y="1465"/>
                      </a:lnTo>
                      <a:cubicBezTo>
                        <a:pt x="2926" y="657"/>
                        <a:pt x="2270" y="1"/>
                        <a:pt x="146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46" name="Google Shape;2046;p19"/>
                <p:cNvSpPr/>
                <p:nvPr/>
              </p:nvSpPr>
              <p:spPr>
                <a:xfrm>
                  <a:off x="6446178" y="2761915"/>
                  <a:ext cx="61086" cy="61086"/>
                </a:xfrm>
                <a:custGeom>
                  <a:rect b="b" l="l" r="r" t="t"/>
                  <a:pathLst>
                    <a:path extrusionOk="0" h="2927" w="2927">
                      <a:moveTo>
                        <a:pt x="1464" y="1171"/>
                      </a:moveTo>
                      <a:cubicBezTo>
                        <a:pt x="1625" y="1171"/>
                        <a:pt x="1756" y="1302"/>
                        <a:pt x="1756" y="1463"/>
                      </a:cubicBezTo>
                      <a:cubicBezTo>
                        <a:pt x="1756" y="1626"/>
                        <a:pt x="1625" y="1757"/>
                        <a:pt x="1464" y="1757"/>
                      </a:cubicBezTo>
                      <a:cubicBezTo>
                        <a:pt x="1303" y="1757"/>
                        <a:pt x="1170" y="1626"/>
                        <a:pt x="1170" y="1463"/>
                      </a:cubicBezTo>
                      <a:cubicBezTo>
                        <a:pt x="1170" y="1302"/>
                        <a:pt x="1303" y="1171"/>
                        <a:pt x="1464" y="1171"/>
                      </a:cubicBezTo>
                      <a:close/>
                      <a:moveTo>
                        <a:pt x="1464" y="0"/>
                      </a:moveTo>
                      <a:cubicBezTo>
                        <a:pt x="657" y="0"/>
                        <a:pt x="1" y="657"/>
                        <a:pt x="1" y="1463"/>
                      </a:cubicBezTo>
                      <a:cubicBezTo>
                        <a:pt x="1" y="2270"/>
                        <a:pt x="657" y="2926"/>
                        <a:pt x="1464" y="2926"/>
                      </a:cubicBezTo>
                      <a:cubicBezTo>
                        <a:pt x="2270" y="2926"/>
                        <a:pt x="2927" y="2270"/>
                        <a:pt x="2927" y="1463"/>
                      </a:cubicBezTo>
                      <a:cubicBezTo>
                        <a:pt x="2927" y="657"/>
                        <a:pt x="2270" y="0"/>
                        <a:pt x="146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47" name="Google Shape;2047;p19"/>
                <p:cNvSpPr/>
                <p:nvPr/>
              </p:nvSpPr>
              <p:spPr>
                <a:xfrm>
                  <a:off x="6311758" y="2676413"/>
                  <a:ext cx="135446" cy="207677"/>
                </a:xfrm>
                <a:custGeom>
                  <a:rect b="b" l="l" r="r" t="t"/>
                  <a:pathLst>
                    <a:path extrusionOk="0" h="9951" w="6490">
                      <a:moveTo>
                        <a:pt x="1466" y="1171"/>
                      </a:moveTo>
                      <a:cubicBezTo>
                        <a:pt x="1627" y="1171"/>
                        <a:pt x="1757" y="1302"/>
                        <a:pt x="1757" y="1463"/>
                      </a:cubicBezTo>
                      <a:lnTo>
                        <a:pt x="1757" y="6026"/>
                      </a:lnTo>
                      <a:lnTo>
                        <a:pt x="4186" y="3598"/>
                      </a:lnTo>
                      <a:cubicBezTo>
                        <a:pt x="4243" y="3541"/>
                        <a:pt x="4318" y="3512"/>
                        <a:pt x="4392" y="3512"/>
                      </a:cubicBezTo>
                      <a:cubicBezTo>
                        <a:pt x="4467" y="3512"/>
                        <a:pt x="4542" y="3541"/>
                        <a:pt x="4598" y="3598"/>
                      </a:cubicBezTo>
                      <a:cubicBezTo>
                        <a:pt x="4713" y="3712"/>
                        <a:pt x="4713" y="3897"/>
                        <a:pt x="4598" y="4012"/>
                      </a:cubicBezTo>
                      <a:lnTo>
                        <a:pt x="3247" y="5364"/>
                      </a:lnTo>
                      <a:lnTo>
                        <a:pt x="5221" y="8325"/>
                      </a:lnTo>
                      <a:cubicBezTo>
                        <a:pt x="5280" y="8414"/>
                        <a:pt x="5274" y="8500"/>
                        <a:pt x="5265" y="8546"/>
                      </a:cubicBezTo>
                      <a:cubicBezTo>
                        <a:pt x="5257" y="8591"/>
                        <a:pt x="5228" y="8674"/>
                        <a:pt x="5140" y="8732"/>
                      </a:cubicBezTo>
                      <a:cubicBezTo>
                        <a:pt x="5090" y="8764"/>
                        <a:pt x="5037" y="8780"/>
                        <a:pt x="4979" y="8780"/>
                      </a:cubicBezTo>
                      <a:cubicBezTo>
                        <a:pt x="4880" y="8780"/>
                        <a:pt x="4788" y="8732"/>
                        <a:pt x="4735" y="8651"/>
                      </a:cubicBezTo>
                      <a:lnTo>
                        <a:pt x="2824" y="5787"/>
                      </a:lnTo>
                      <a:lnTo>
                        <a:pt x="1757" y="6853"/>
                      </a:lnTo>
                      <a:lnTo>
                        <a:pt x="1757" y="8488"/>
                      </a:lnTo>
                      <a:cubicBezTo>
                        <a:pt x="1757" y="8649"/>
                        <a:pt x="1627" y="8782"/>
                        <a:pt x="1466" y="8782"/>
                      </a:cubicBezTo>
                      <a:cubicBezTo>
                        <a:pt x="1305" y="8782"/>
                        <a:pt x="1172" y="8649"/>
                        <a:pt x="1172" y="8488"/>
                      </a:cubicBezTo>
                      <a:lnTo>
                        <a:pt x="1172" y="1463"/>
                      </a:lnTo>
                      <a:cubicBezTo>
                        <a:pt x="1172" y="1302"/>
                        <a:pt x="1305" y="1171"/>
                        <a:pt x="1466" y="1171"/>
                      </a:cubicBezTo>
                      <a:close/>
                      <a:moveTo>
                        <a:pt x="1466" y="0"/>
                      </a:moveTo>
                      <a:cubicBezTo>
                        <a:pt x="659" y="0"/>
                        <a:pt x="1" y="657"/>
                        <a:pt x="1" y="1463"/>
                      </a:cubicBezTo>
                      <a:lnTo>
                        <a:pt x="1" y="8488"/>
                      </a:lnTo>
                      <a:cubicBezTo>
                        <a:pt x="1" y="9295"/>
                        <a:pt x="659" y="9951"/>
                        <a:pt x="1466" y="9951"/>
                      </a:cubicBezTo>
                      <a:cubicBezTo>
                        <a:pt x="2272" y="9951"/>
                        <a:pt x="2929" y="9295"/>
                        <a:pt x="2929" y="8488"/>
                      </a:cubicBezTo>
                      <a:lnTo>
                        <a:pt x="2929" y="8053"/>
                      </a:lnTo>
                      <a:lnTo>
                        <a:pt x="3760" y="9300"/>
                      </a:lnTo>
                      <a:cubicBezTo>
                        <a:pt x="4032" y="9709"/>
                        <a:pt x="4487" y="9951"/>
                        <a:pt x="4979" y="9951"/>
                      </a:cubicBezTo>
                      <a:cubicBezTo>
                        <a:pt x="5269" y="9951"/>
                        <a:pt x="5548" y="9866"/>
                        <a:pt x="5789" y="9705"/>
                      </a:cubicBezTo>
                      <a:cubicBezTo>
                        <a:pt x="6114" y="9489"/>
                        <a:pt x="6336" y="9158"/>
                        <a:pt x="6413" y="8775"/>
                      </a:cubicBezTo>
                      <a:cubicBezTo>
                        <a:pt x="6490" y="8391"/>
                        <a:pt x="6412" y="8001"/>
                        <a:pt x="6196" y="7676"/>
                      </a:cubicBezTo>
                      <a:lnTo>
                        <a:pt x="4754" y="5512"/>
                      </a:lnTo>
                      <a:lnTo>
                        <a:pt x="5426" y="4840"/>
                      </a:lnTo>
                      <a:cubicBezTo>
                        <a:pt x="5998" y="4269"/>
                        <a:pt x="5998" y="3340"/>
                        <a:pt x="5426" y="2771"/>
                      </a:cubicBezTo>
                      <a:cubicBezTo>
                        <a:pt x="5142" y="2485"/>
                        <a:pt x="4767" y="2342"/>
                        <a:pt x="4392" y="2342"/>
                      </a:cubicBezTo>
                      <a:cubicBezTo>
                        <a:pt x="4017" y="2342"/>
                        <a:pt x="3642" y="2485"/>
                        <a:pt x="3357" y="2771"/>
                      </a:cubicBezTo>
                      <a:lnTo>
                        <a:pt x="2929" y="3199"/>
                      </a:lnTo>
                      <a:lnTo>
                        <a:pt x="2929" y="1463"/>
                      </a:lnTo>
                      <a:cubicBezTo>
                        <a:pt x="2929" y="657"/>
                        <a:pt x="2272" y="0"/>
                        <a:pt x="146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48" name="Google Shape;2048;p19"/>
                <p:cNvSpPr/>
                <p:nvPr/>
              </p:nvSpPr>
              <p:spPr>
                <a:xfrm>
                  <a:off x="6090251" y="2676413"/>
                  <a:ext cx="135405" cy="207677"/>
                </a:xfrm>
                <a:custGeom>
                  <a:rect b="b" l="l" r="r" t="t"/>
                  <a:pathLst>
                    <a:path extrusionOk="0" h="9951" w="6488">
                      <a:moveTo>
                        <a:pt x="1464" y="1171"/>
                      </a:moveTo>
                      <a:cubicBezTo>
                        <a:pt x="1625" y="1171"/>
                        <a:pt x="1757" y="1302"/>
                        <a:pt x="1757" y="1463"/>
                      </a:cubicBezTo>
                      <a:lnTo>
                        <a:pt x="1757" y="6026"/>
                      </a:lnTo>
                      <a:lnTo>
                        <a:pt x="4184" y="3598"/>
                      </a:lnTo>
                      <a:cubicBezTo>
                        <a:pt x="4241" y="3541"/>
                        <a:pt x="4316" y="3512"/>
                        <a:pt x="4391" y="3512"/>
                      </a:cubicBezTo>
                      <a:cubicBezTo>
                        <a:pt x="4466" y="3512"/>
                        <a:pt x="4541" y="3541"/>
                        <a:pt x="4598" y="3598"/>
                      </a:cubicBezTo>
                      <a:cubicBezTo>
                        <a:pt x="4712" y="3712"/>
                        <a:pt x="4712" y="3897"/>
                        <a:pt x="4598" y="4012"/>
                      </a:cubicBezTo>
                      <a:lnTo>
                        <a:pt x="3245" y="5364"/>
                      </a:lnTo>
                      <a:lnTo>
                        <a:pt x="5219" y="8325"/>
                      </a:lnTo>
                      <a:cubicBezTo>
                        <a:pt x="5278" y="8414"/>
                        <a:pt x="5272" y="8500"/>
                        <a:pt x="5264" y="8546"/>
                      </a:cubicBezTo>
                      <a:cubicBezTo>
                        <a:pt x="5255" y="8591"/>
                        <a:pt x="5226" y="8674"/>
                        <a:pt x="5138" y="8732"/>
                      </a:cubicBezTo>
                      <a:cubicBezTo>
                        <a:pt x="5090" y="8764"/>
                        <a:pt x="5035" y="8780"/>
                        <a:pt x="4977" y="8780"/>
                      </a:cubicBezTo>
                      <a:cubicBezTo>
                        <a:pt x="4878" y="8780"/>
                        <a:pt x="4788" y="8732"/>
                        <a:pt x="4733" y="8651"/>
                      </a:cubicBezTo>
                      <a:lnTo>
                        <a:pt x="2824" y="5787"/>
                      </a:lnTo>
                      <a:lnTo>
                        <a:pt x="1757" y="6853"/>
                      </a:lnTo>
                      <a:lnTo>
                        <a:pt x="1757" y="8488"/>
                      </a:lnTo>
                      <a:cubicBezTo>
                        <a:pt x="1757" y="8649"/>
                        <a:pt x="1625" y="8782"/>
                        <a:pt x="1464" y="8782"/>
                      </a:cubicBezTo>
                      <a:cubicBezTo>
                        <a:pt x="1303" y="8782"/>
                        <a:pt x="1172" y="8649"/>
                        <a:pt x="1172" y="8488"/>
                      </a:cubicBezTo>
                      <a:lnTo>
                        <a:pt x="1172" y="1463"/>
                      </a:lnTo>
                      <a:cubicBezTo>
                        <a:pt x="1172" y="1302"/>
                        <a:pt x="1303" y="1171"/>
                        <a:pt x="1464" y="1171"/>
                      </a:cubicBezTo>
                      <a:close/>
                      <a:moveTo>
                        <a:pt x="1464" y="0"/>
                      </a:moveTo>
                      <a:cubicBezTo>
                        <a:pt x="657" y="0"/>
                        <a:pt x="1" y="657"/>
                        <a:pt x="1" y="1463"/>
                      </a:cubicBezTo>
                      <a:lnTo>
                        <a:pt x="1" y="8488"/>
                      </a:lnTo>
                      <a:cubicBezTo>
                        <a:pt x="1" y="9295"/>
                        <a:pt x="657" y="9951"/>
                        <a:pt x="1464" y="9951"/>
                      </a:cubicBezTo>
                      <a:cubicBezTo>
                        <a:pt x="2270" y="9951"/>
                        <a:pt x="2927" y="9295"/>
                        <a:pt x="2927" y="8488"/>
                      </a:cubicBezTo>
                      <a:lnTo>
                        <a:pt x="2927" y="8053"/>
                      </a:lnTo>
                      <a:lnTo>
                        <a:pt x="3758" y="9300"/>
                      </a:lnTo>
                      <a:cubicBezTo>
                        <a:pt x="4031" y="9709"/>
                        <a:pt x="4485" y="9951"/>
                        <a:pt x="4977" y="9951"/>
                      </a:cubicBezTo>
                      <a:cubicBezTo>
                        <a:pt x="5267" y="9951"/>
                        <a:pt x="5548" y="9866"/>
                        <a:pt x="5787" y="9705"/>
                      </a:cubicBezTo>
                      <a:cubicBezTo>
                        <a:pt x="6113" y="9489"/>
                        <a:pt x="6336" y="9158"/>
                        <a:pt x="6412" y="8775"/>
                      </a:cubicBezTo>
                      <a:cubicBezTo>
                        <a:pt x="6488" y="8391"/>
                        <a:pt x="6410" y="8001"/>
                        <a:pt x="6194" y="7676"/>
                      </a:cubicBezTo>
                      <a:lnTo>
                        <a:pt x="4752" y="5512"/>
                      </a:lnTo>
                      <a:lnTo>
                        <a:pt x="5426" y="4840"/>
                      </a:lnTo>
                      <a:cubicBezTo>
                        <a:pt x="5996" y="4269"/>
                        <a:pt x="5996" y="3340"/>
                        <a:pt x="5426" y="2771"/>
                      </a:cubicBezTo>
                      <a:cubicBezTo>
                        <a:pt x="5141" y="2485"/>
                        <a:pt x="4766" y="2342"/>
                        <a:pt x="4391" y="2342"/>
                      </a:cubicBezTo>
                      <a:cubicBezTo>
                        <a:pt x="4016" y="2342"/>
                        <a:pt x="3641" y="2485"/>
                        <a:pt x="3357" y="2771"/>
                      </a:cubicBezTo>
                      <a:lnTo>
                        <a:pt x="2927" y="3199"/>
                      </a:lnTo>
                      <a:lnTo>
                        <a:pt x="2927" y="1463"/>
                      </a:lnTo>
                      <a:cubicBezTo>
                        <a:pt x="2927" y="657"/>
                        <a:pt x="2270" y="0"/>
                        <a:pt x="146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49" name="Google Shape;2049;p19"/>
              <p:cNvGrpSpPr/>
              <p:nvPr/>
            </p:nvGrpSpPr>
            <p:grpSpPr>
              <a:xfrm>
                <a:off x="8615639" y="5123243"/>
                <a:ext cx="620866" cy="620866"/>
                <a:chOff x="7137330" y="2571753"/>
                <a:chExt cx="417024" cy="417024"/>
              </a:xfrm>
            </p:grpSpPr>
            <p:sp>
              <p:nvSpPr>
                <p:cNvPr id="2050" name="Google Shape;2050;p19"/>
                <p:cNvSpPr/>
                <p:nvPr/>
              </p:nvSpPr>
              <p:spPr>
                <a:xfrm>
                  <a:off x="7235854" y="2645840"/>
                  <a:ext cx="219949" cy="268826"/>
                </a:xfrm>
                <a:custGeom>
                  <a:rect b="b" l="l" r="r" t="t"/>
                  <a:pathLst>
                    <a:path extrusionOk="0" h="12881" w="10539">
                      <a:moveTo>
                        <a:pt x="5271" y="1172"/>
                      </a:moveTo>
                      <a:cubicBezTo>
                        <a:pt x="7530" y="1172"/>
                        <a:pt x="9368" y="3010"/>
                        <a:pt x="9368" y="5270"/>
                      </a:cubicBezTo>
                      <a:cubicBezTo>
                        <a:pt x="9368" y="6273"/>
                        <a:pt x="8717" y="7797"/>
                        <a:pt x="7624" y="9343"/>
                      </a:cubicBezTo>
                      <a:cubicBezTo>
                        <a:pt x="6513" y="10917"/>
                        <a:pt x="5536" y="11665"/>
                        <a:pt x="5271" y="11708"/>
                      </a:cubicBezTo>
                      <a:cubicBezTo>
                        <a:pt x="5004" y="11665"/>
                        <a:pt x="4029" y="10917"/>
                        <a:pt x="2916" y="9343"/>
                      </a:cubicBezTo>
                      <a:cubicBezTo>
                        <a:pt x="1825" y="7797"/>
                        <a:pt x="1172" y="6273"/>
                        <a:pt x="1172" y="5270"/>
                      </a:cubicBezTo>
                      <a:cubicBezTo>
                        <a:pt x="1172" y="3010"/>
                        <a:pt x="3010" y="1172"/>
                        <a:pt x="5271" y="1172"/>
                      </a:cubicBezTo>
                      <a:close/>
                      <a:moveTo>
                        <a:pt x="5271" y="1"/>
                      </a:moveTo>
                      <a:cubicBezTo>
                        <a:pt x="2366" y="1"/>
                        <a:pt x="1" y="2364"/>
                        <a:pt x="1" y="5270"/>
                      </a:cubicBezTo>
                      <a:cubicBezTo>
                        <a:pt x="1" y="7084"/>
                        <a:pt x="1409" y="9247"/>
                        <a:pt x="2014" y="10093"/>
                      </a:cubicBezTo>
                      <a:cubicBezTo>
                        <a:pt x="2481" y="10747"/>
                        <a:pt x="4098" y="12881"/>
                        <a:pt x="5271" y="12881"/>
                      </a:cubicBezTo>
                      <a:cubicBezTo>
                        <a:pt x="6444" y="12881"/>
                        <a:pt x="8059" y="10747"/>
                        <a:pt x="8528" y="10093"/>
                      </a:cubicBezTo>
                      <a:cubicBezTo>
                        <a:pt x="9133" y="9247"/>
                        <a:pt x="10539" y="7084"/>
                        <a:pt x="10539" y="5270"/>
                      </a:cubicBezTo>
                      <a:cubicBezTo>
                        <a:pt x="10539" y="2364"/>
                        <a:pt x="8175" y="1"/>
                        <a:pt x="527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1" name="Google Shape;2051;p19"/>
                <p:cNvSpPr/>
                <p:nvPr/>
              </p:nvSpPr>
              <p:spPr>
                <a:xfrm>
                  <a:off x="7137330" y="2571753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9992" y="1171"/>
                      </a:moveTo>
                      <a:cubicBezTo>
                        <a:pt x="14855" y="1171"/>
                        <a:pt x="18812" y="5127"/>
                        <a:pt x="18812" y="9991"/>
                      </a:cubicBezTo>
                      <a:cubicBezTo>
                        <a:pt x="18812" y="14854"/>
                        <a:pt x="14855" y="18810"/>
                        <a:pt x="9992" y="18810"/>
                      </a:cubicBezTo>
                      <a:cubicBezTo>
                        <a:pt x="5127" y="18810"/>
                        <a:pt x="1171" y="14854"/>
                        <a:pt x="1171" y="9991"/>
                      </a:cubicBezTo>
                      <a:cubicBezTo>
                        <a:pt x="1171" y="5127"/>
                        <a:pt x="5127" y="1171"/>
                        <a:pt x="9992" y="1171"/>
                      </a:cubicBezTo>
                      <a:close/>
                      <a:moveTo>
                        <a:pt x="9992" y="0"/>
                      </a:moveTo>
                      <a:cubicBezTo>
                        <a:pt x="4490" y="0"/>
                        <a:pt x="0" y="4490"/>
                        <a:pt x="0" y="9990"/>
                      </a:cubicBezTo>
                      <a:cubicBezTo>
                        <a:pt x="0" y="15491"/>
                        <a:pt x="4490" y="19981"/>
                        <a:pt x="9992" y="19981"/>
                      </a:cubicBezTo>
                      <a:cubicBezTo>
                        <a:pt x="15493" y="19981"/>
                        <a:pt x="19981" y="15491"/>
                        <a:pt x="19981" y="9990"/>
                      </a:cubicBezTo>
                      <a:cubicBezTo>
                        <a:pt x="19981" y="4488"/>
                        <a:pt x="15492" y="0"/>
                        <a:pt x="999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2" name="Google Shape;2052;p19"/>
                <p:cNvSpPr/>
                <p:nvPr/>
              </p:nvSpPr>
              <p:spPr>
                <a:xfrm>
                  <a:off x="7284751" y="2694716"/>
                  <a:ext cx="122173" cy="122194"/>
                </a:xfrm>
                <a:custGeom>
                  <a:rect b="b" l="l" r="r" t="t"/>
                  <a:pathLst>
                    <a:path extrusionOk="0" h="5855" w="5854">
                      <a:moveTo>
                        <a:pt x="2928" y="1172"/>
                      </a:moveTo>
                      <a:cubicBezTo>
                        <a:pt x="3895" y="1172"/>
                        <a:pt x="4684" y="1959"/>
                        <a:pt x="4684" y="2928"/>
                      </a:cubicBezTo>
                      <a:cubicBezTo>
                        <a:pt x="4684" y="3896"/>
                        <a:pt x="3895" y="4683"/>
                        <a:pt x="2928" y="4683"/>
                      </a:cubicBezTo>
                      <a:cubicBezTo>
                        <a:pt x="1958" y="4683"/>
                        <a:pt x="1171" y="3896"/>
                        <a:pt x="1171" y="2928"/>
                      </a:cubicBezTo>
                      <a:cubicBezTo>
                        <a:pt x="2139" y="2928"/>
                        <a:pt x="2928" y="2139"/>
                        <a:pt x="2928" y="1172"/>
                      </a:cubicBezTo>
                      <a:close/>
                      <a:moveTo>
                        <a:pt x="2928" y="1"/>
                      </a:moveTo>
                      <a:cubicBezTo>
                        <a:pt x="2655" y="1"/>
                        <a:pt x="2374" y="47"/>
                        <a:pt x="2066" y="142"/>
                      </a:cubicBezTo>
                      <a:cubicBezTo>
                        <a:pt x="1732" y="245"/>
                        <a:pt x="1562" y="616"/>
                        <a:pt x="1704" y="936"/>
                      </a:cubicBezTo>
                      <a:cubicBezTo>
                        <a:pt x="1885" y="1345"/>
                        <a:pt x="1569" y="1756"/>
                        <a:pt x="1177" y="1756"/>
                      </a:cubicBezTo>
                      <a:cubicBezTo>
                        <a:pt x="1099" y="1756"/>
                        <a:pt x="1018" y="1740"/>
                        <a:pt x="938" y="1704"/>
                      </a:cubicBezTo>
                      <a:cubicBezTo>
                        <a:pt x="860" y="1670"/>
                        <a:pt x="780" y="1654"/>
                        <a:pt x="701" y="1654"/>
                      </a:cubicBezTo>
                      <a:cubicBezTo>
                        <a:pt x="453" y="1654"/>
                        <a:pt x="219" y="1813"/>
                        <a:pt x="142" y="2067"/>
                      </a:cubicBezTo>
                      <a:cubicBezTo>
                        <a:pt x="46" y="2373"/>
                        <a:pt x="0" y="2656"/>
                        <a:pt x="0" y="2928"/>
                      </a:cubicBezTo>
                      <a:cubicBezTo>
                        <a:pt x="0" y="4542"/>
                        <a:pt x="1313" y="5854"/>
                        <a:pt x="2928" y="5854"/>
                      </a:cubicBezTo>
                      <a:cubicBezTo>
                        <a:pt x="4541" y="5854"/>
                        <a:pt x="5854" y="4542"/>
                        <a:pt x="5854" y="2928"/>
                      </a:cubicBezTo>
                      <a:cubicBezTo>
                        <a:pt x="5854" y="1313"/>
                        <a:pt x="4541" y="1"/>
                        <a:pt x="292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53" name="Google Shape;2053;p19"/>
              <p:cNvGrpSpPr/>
              <p:nvPr/>
            </p:nvGrpSpPr>
            <p:grpSpPr>
              <a:xfrm>
                <a:off x="7676348" y="5123243"/>
                <a:ext cx="620866" cy="620866"/>
                <a:chOff x="6613801" y="2571753"/>
                <a:chExt cx="417024" cy="417024"/>
              </a:xfrm>
            </p:grpSpPr>
            <p:sp>
              <p:nvSpPr>
                <p:cNvPr id="2054" name="Google Shape;2054;p19"/>
                <p:cNvSpPr/>
                <p:nvPr/>
              </p:nvSpPr>
              <p:spPr>
                <a:xfrm>
                  <a:off x="6613801" y="2571753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9991" y="1171"/>
                      </a:moveTo>
                      <a:cubicBezTo>
                        <a:pt x="14854" y="1171"/>
                        <a:pt x="18812" y="5127"/>
                        <a:pt x="18812" y="9991"/>
                      </a:cubicBezTo>
                      <a:cubicBezTo>
                        <a:pt x="18812" y="14854"/>
                        <a:pt x="14854" y="18810"/>
                        <a:pt x="9991" y="18810"/>
                      </a:cubicBezTo>
                      <a:cubicBezTo>
                        <a:pt x="5127" y="18810"/>
                        <a:pt x="1171" y="14854"/>
                        <a:pt x="1171" y="9991"/>
                      </a:cubicBezTo>
                      <a:cubicBezTo>
                        <a:pt x="1171" y="5127"/>
                        <a:pt x="5127" y="1171"/>
                        <a:pt x="9991" y="1171"/>
                      </a:cubicBezTo>
                      <a:close/>
                      <a:moveTo>
                        <a:pt x="9991" y="0"/>
                      </a:moveTo>
                      <a:cubicBezTo>
                        <a:pt x="4490" y="0"/>
                        <a:pt x="0" y="4490"/>
                        <a:pt x="0" y="9990"/>
                      </a:cubicBezTo>
                      <a:cubicBezTo>
                        <a:pt x="0" y="15493"/>
                        <a:pt x="4490" y="19981"/>
                        <a:pt x="9991" y="19981"/>
                      </a:cubicBezTo>
                      <a:cubicBezTo>
                        <a:pt x="15493" y="19981"/>
                        <a:pt x="19981" y="15491"/>
                        <a:pt x="19981" y="9990"/>
                      </a:cubicBezTo>
                      <a:cubicBezTo>
                        <a:pt x="19981" y="4488"/>
                        <a:pt x="15491" y="0"/>
                        <a:pt x="999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5" name="Google Shape;2055;p19"/>
                <p:cNvSpPr/>
                <p:nvPr/>
              </p:nvSpPr>
              <p:spPr>
                <a:xfrm>
                  <a:off x="6663449" y="2645840"/>
                  <a:ext cx="317704" cy="268826"/>
                </a:xfrm>
                <a:custGeom>
                  <a:rect b="b" l="l" r="r" t="t"/>
                  <a:pathLst>
                    <a:path extrusionOk="0" h="12881" w="15223">
                      <a:moveTo>
                        <a:pt x="12295" y="1172"/>
                      </a:moveTo>
                      <a:cubicBezTo>
                        <a:pt x="12619" y="1172"/>
                        <a:pt x="12881" y="1435"/>
                        <a:pt x="12881" y="1757"/>
                      </a:cubicBezTo>
                      <a:cubicBezTo>
                        <a:pt x="12881" y="2079"/>
                        <a:pt x="12617" y="2343"/>
                        <a:pt x="12295" y="2343"/>
                      </a:cubicBezTo>
                      <a:cubicBezTo>
                        <a:pt x="11973" y="2343"/>
                        <a:pt x="11709" y="2079"/>
                        <a:pt x="11709" y="1757"/>
                      </a:cubicBezTo>
                      <a:cubicBezTo>
                        <a:pt x="11709" y="1435"/>
                        <a:pt x="11973" y="1172"/>
                        <a:pt x="12295" y="1172"/>
                      </a:cubicBezTo>
                      <a:close/>
                      <a:moveTo>
                        <a:pt x="2343" y="4685"/>
                      </a:moveTo>
                      <a:cubicBezTo>
                        <a:pt x="2592" y="4685"/>
                        <a:pt x="2827" y="4763"/>
                        <a:pt x="3022" y="4902"/>
                      </a:cubicBezTo>
                      <a:cubicBezTo>
                        <a:pt x="2330" y="5410"/>
                        <a:pt x="1821" y="6015"/>
                        <a:pt x="1513" y="6677"/>
                      </a:cubicBezTo>
                      <a:cubicBezTo>
                        <a:pt x="1301" y="6461"/>
                        <a:pt x="1173" y="6167"/>
                        <a:pt x="1173" y="5856"/>
                      </a:cubicBezTo>
                      <a:cubicBezTo>
                        <a:pt x="1173" y="5210"/>
                        <a:pt x="1697" y="4685"/>
                        <a:pt x="2343" y="4685"/>
                      </a:cubicBezTo>
                      <a:close/>
                      <a:moveTo>
                        <a:pt x="12881" y="4685"/>
                      </a:moveTo>
                      <a:cubicBezTo>
                        <a:pt x="13526" y="4685"/>
                        <a:pt x="14052" y="5208"/>
                        <a:pt x="14052" y="5854"/>
                      </a:cubicBezTo>
                      <a:cubicBezTo>
                        <a:pt x="14052" y="6167"/>
                        <a:pt x="13923" y="6461"/>
                        <a:pt x="13712" y="6677"/>
                      </a:cubicBezTo>
                      <a:cubicBezTo>
                        <a:pt x="13404" y="6015"/>
                        <a:pt x="12893" y="5410"/>
                        <a:pt x="12201" y="4902"/>
                      </a:cubicBezTo>
                      <a:cubicBezTo>
                        <a:pt x="12396" y="4763"/>
                        <a:pt x="12633" y="4685"/>
                        <a:pt x="12881" y="4685"/>
                      </a:cubicBezTo>
                      <a:close/>
                      <a:moveTo>
                        <a:pt x="7616" y="4685"/>
                      </a:moveTo>
                      <a:cubicBezTo>
                        <a:pt x="9058" y="4685"/>
                        <a:pt x="10407" y="5074"/>
                        <a:pt x="11416" y="5778"/>
                      </a:cubicBezTo>
                      <a:cubicBezTo>
                        <a:pt x="12360" y="6440"/>
                        <a:pt x="12881" y="7299"/>
                        <a:pt x="12881" y="8196"/>
                      </a:cubicBezTo>
                      <a:cubicBezTo>
                        <a:pt x="12881" y="9095"/>
                        <a:pt x="12360" y="9953"/>
                        <a:pt x="11416" y="10615"/>
                      </a:cubicBezTo>
                      <a:cubicBezTo>
                        <a:pt x="10407" y="11320"/>
                        <a:pt x="9056" y="11710"/>
                        <a:pt x="7612" y="11710"/>
                      </a:cubicBezTo>
                      <a:cubicBezTo>
                        <a:pt x="6167" y="11710"/>
                        <a:pt x="4816" y="11320"/>
                        <a:pt x="3807" y="10615"/>
                      </a:cubicBezTo>
                      <a:cubicBezTo>
                        <a:pt x="2863" y="9953"/>
                        <a:pt x="2343" y="9095"/>
                        <a:pt x="2343" y="8196"/>
                      </a:cubicBezTo>
                      <a:cubicBezTo>
                        <a:pt x="2343" y="7299"/>
                        <a:pt x="2863" y="6440"/>
                        <a:pt x="3807" y="5778"/>
                      </a:cubicBezTo>
                      <a:cubicBezTo>
                        <a:pt x="4816" y="5074"/>
                        <a:pt x="6165" y="4685"/>
                        <a:pt x="7609" y="4685"/>
                      </a:cubicBezTo>
                      <a:close/>
                      <a:moveTo>
                        <a:pt x="8782" y="0"/>
                      </a:moveTo>
                      <a:cubicBezTo>
                        <a:pt x="8538" y="0"/>
                        <a:pt x="8309" y="156"/>
                        <a:pt x="8228" y="402"/>
                      </a:cubicBezTo>
                      <a:lnTo>
                        <a:pt x="7186" y="3524"/>
                      </a:lnTo>
                      <a:cubicBezTo>
                        <a:pt x="6065" y="3576"/>
                        <a:pt x="4998" y="3836"/>
                        <a:pt x="4073" y="4276"/>
                      </a:cubicBezTo>
                      <a:cubicBezTo>
                        <a:pt x="3634" y="3797"/>
                        <a:pt x="3011" y="3514"/>
                        <a:pt x="2343" y="3514"/>
                      </a:cubicBezTo>
                      <a:cubicBezTo>
                        <a:pt x="1051" y="3514"/>
                        <a:pt x="0" y="4565"/>
                        <a:pt x="0" y="5856"/>
                      </a:cubicBezTo>
                      <a:cubicBezTo>
                        <a:pt x="0" y="6702"/>
                        <a:pt x="469" y="7478"/>
                        <a:pt x="1186" y="7889"/>
                      </a:cubicBezTo>
                      <a:cubicBezTo>
                        <a:pt x="1177" y="7991"/>
                        <a:pt x="1171" y="8094"/>
                        <a:pt x="1171" y="8196"/>
                      </a:cubicBezTo>
                      <a:cubicBezTo>
                        <a:pt x="1171" y="9488"/>
                        <a:pt x="1870" y="10687"/>
                        <a:pt x="3137" y="11573"/>
                      </a:cubicBezTo>
                      <a:cubicBezTo>
                        <a:pt x="4340" y="12415"/>
                        <a:pt x="5928" y="12881"/>
                        <a:pt x="7611" y="12881"/>
                      </a:cubicBezTo>
                      <a:cubicBezTo>
                        <a:pt x="9293" y="12881"/>
                        <a:pt x="10883" y="12415"/>
                        <a:pt x="12086" y="11573"/>
                      </a:cubicBezTo>
                      <a:cubicBezTo>
                        <a:pt x="13353" y="10687"/>
                        <a:pt x="14050" y="9488"/>
                        <a:pt x="14050" y="8196"/>
                      </a:cubicBezTo>
                      <a:cubicBezTo>
                        <a:pt x="14050" y="8094"/>
                        <a:pt x="14046" y="7991"/>
                        <a:pt x="14037" y="7889"/>
                      </a:cubicBezTo>
                      <a:cubicBezTo>
                        <a:pt x="14754" y="7478"/>
                        <a:pt x="15223" y="6702"/>
                        <a:pt x="15223" y="5856"/>
                      </a:cubicBezTo>
                      <a:cubicBezTo>
                        <a:pt x="15223" y="4565"/>
                        <a:pt x="14172" y="3514"/>
                        <a:pt x="12881" y="3514"/>
                      </a:cubicBezTo>
                      <a:cubicBezTo>
                        <a:pt x="12212" y="3514"/>
                        <a:pt x="11589" y="3797"/>
                        <a:pt x="11152" y="4276"/>
                      </a:cubicBezTo>
                      <a:cubicBezTo>
                        <a:pt x="10330" y="3885"/>
                        <a:pt x="9396" y="3636"/>
                        <a:pt x="8412" y="3549"/>
                      </a:cubicBezTo>
                      <a:lnTo>
                        <a:pt x="9153" y="1327"/>
                      </a:lnTo>
                      <a:lnTo>
                        <a:pt x="10540" y="1789"/>
                      </a:lnTo>
                      <a:cubicBezTo>
                        <a:pt x="10556" y="2742"/>
                        <a:pt x="11338" y="3514"/>
                        <a:pt x="12295" y="3514"/>
                      </a:cubicBezTo>
                      <a:cubicBezTo>
                        <a:pt x="13263" y="3514"/>
                        <a:pt x="14052" y="2725"/>
                        <a:pt x="14052" y="1757"/>
                      </a:cubicBezTo>
                      <a:cubicBezTo>
                        <a:pt x="14052" y="790"/>
                        <a:pt x="13263" y="1"/>
                        <a:pt x="12295" y="1"/>
                      </a:cubicBezTo>
                      <a:cubicBezTo>
                        <a:pt x="11732" y="1"/>
                        <a:pt x="11232" y="268"/>
                        <a:pt x="10910" y="678"/>
                      </a:cubicBezTo>
                      <a:lnTo>
                        <a:pt x="8968" y="31"/>
                      </a:lnTo>
                      <a:cubicBezTo>
                        <a:pt x="8906" y="10"/>
                        <a:pt x="8844" y="0"/>
                        <a:pt x="87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6" name="Google Shape;2056;p19"/>
                <p:cNvSpPr/>
                <p:nvPr/>
              </p:nvSpPr>
              <p:spPr>
                <a:xfrm>
                  <a:off x="6748992" y="2768030"/>
                  <a:ext cx="48898" cy="48878"/>
                </a:xfrm>
                <a:custGeom>
                  <a:rect b="b" l="l" r="r" t="t"/>
                  <a:pathLst>
                    <a:path extrusionOk="0" h="2342" w="2343">
                      <a:moveTo>
                        <a:pt x="1171" y="1"/>
                      </a:moveTo>
                      <a:cubicBezTo>
                        <a:pt x="526" y="1"/>
                        <a:pt x="0" y="525"/>
                        <a:pt x="0" y="1170"/>
                      </a:cubicBezTo>
                      <a:cubicBezTo>
                        <a:pt x="0" y="1816"/>
                        <a:pt x="526" y="2341"/>
                        <a:pt x="1171" y="2341"/>
                      </a:cubicBezTo>
                      <a:cubicBezTo>
                        <a:pt x="1817" y="2341"/>
                        <a:pt x="2342" y="1816"/>
                        <a:pt x="2342" y="1170"/>
                      </a:cubicBezTo>
                      <a:cubicBezTo>
                        <a:pt x="2342" y="525"/>
                        <a:pt x="1817" y="1"/>
                        <a:pt x="117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7" name="Google Shape;2057;p19"/>
                <p:cNvSpPr/>
                <p:nvPr/>
              </p:nvSpPr>
              <p:spPr>
                <a:xfrm>
                  <a:off x="6846703" y="2768030"/>
                  <a:ext cx="48898" cy="48878"/>
                </a:xfrm>
                <a:custGeom>
                  <a:rect b="b" l="l" r="r" t="t"/>
                  <a:pathLst>
                    <a:path extrusionOk="0" h="2342" w="2343">
                      <a:moveTo>
                        <a:pt x="1172" y="1"/>
                      </a:moveTo>
                      <a:cubicBezTo>
                        <a:pt x="526" y="1"/>
                        <a:pt x="1" y="525"/>
                        <a:pt x="1" y="1170"/>
                      </a:cubicBezTo>
                      <a:cubicBezTo>
                        <a:pt x="1" y="1816"/>
                        <a:pt x="526" y="2341"/>
                        <a:pt x="1172" y="2341"/>
                      </a:cubicBezTo>
                      <a:cubicBezTo>
                        <a:pt x="1818" y="2341"/>
                        <a:pt x="2343" y="1816"/>
                        <a:pt x="2343" y="1170"/>
                      </a:cubicBezTo>
                      <a:cubicBezTo>
                        <a:pt x="2343" y="525"/>
                        <a:pt x="1818" y="1"/>
                        <a:pt x="117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58" name="Google Shape;2058;p19"/>
                <p:cNvSpPr/>
                <p:nvPr/>
              </p:nvSpPr>
              <p:spPr>
                <a:xfrm>
                  <a:off x="6759469" y="2841323"/>
                  <a:ext cx="125658" cy="35938"/>
                </a:xfrm>
                <a:custGeom>
                  <a:rect b="b" l="l" r="r" t="t"/>
                  <a:pathLst>
                    <a:path extrusionOk="0" h="1722" w="6021">
                      <a:moveTo>
                        <a:pt x="670" y="0"/>
                      </a:moveTo>
                      <a:cubicBezTo>
                        <a:pt x="455" y="0"/>
                        <a:pt x="249" y="119"/>
                        <a:pt x="146" y="324"/>
                      </a:cubicBezTo>
                      <a:cubicBezTo>
                        <a:pt x="1" y="614"/>
                        <a:pt x="117" y="965"/>
                        <a:pt x="407" y="1110"/>
                      </a:cubicBezTo>
                      <a:cubicBezTo>
                        <a:pt x="1223" y="1516"/>
                        <a:pt x="2116" y="1722"/>
                        <a:pt x="3011" y="1722"/>
                      </a:cubicBezTo>
                      <a:cubicBezTo>
                        <a:pt x="3905" y="1722"/>
                        <a:pt x="4800" y="1518"/>
                        <a:pt x="5614" y="1110"/>
                      </a:cubicBezTo>
                      <a:cubicBezTo>
                        <a:pt x="5904" y="965"/>
                        <a:pt x="6021" y="614"/>
                        <a:pt x="5875" y="324"/>
                      </a:cubicBezTo>
                      <a:cubicBezTo>
                        <a:pt x="5774" y="119"/>
                        <a:pt x="5567" y="0"/>
                        <a:pt x="5352" y="0"/>
                      </a:cubicBezTo>
                      <a:cubicBezTo>
                        <a:pt x="5264" y="0"/>
                        <a:pt x="5174" y="20"/>
                        <a:pt x="5090" y="62"/>
                      </a:cubicBezTo>
                      <a:cubicBezTo>
                        <a:pt x="4439" y="388"/>
                        <a:pt x="3725" y="551"/>
                        <a:pt x="3011" y="551"/>
                      </a:cubicBezTo>
                      <a:cubicBezTo>
                        <a:pt x="2296" y="551"/>
                        <a:pt x="1582" y="388"/>
                        <a:pt x="931" y="62"/>
                      </a:cubicBezTo>
                      <a:cubicBezTo>
                        <a:pt x="847" y="20"/>
                        <a:pt x="758" y="0"/>
                        <a:pt x="6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59" name="Google Shape;2059;p19"/>
              <p:cNvGrpSpPr/>
              <p:nvPr/>
            </p:nvGrpSpPr>
            <p:grpSpPr>
              <a:xfrm>
                <a:off x="2040584" y="5215387"/>
                <a:ext cx="620866" cy="436582"/>
                <a:chOff x="3476576" y="2633631"/>
                <a:chExt cx="417024" cy="293244"/>
              </a:xfrm>
            </p:grpSpPr>
            <p:sp>
              <p:nvSpPr>
                <p:cNvPr id="2060" name="Google Shape;2060;p19"/>
                <p:cNvSpPr/>
                <p:nvPr/>
              </p:nvSpPr>
              <p:spPr>
                <a:xfrm>
                  <a:off x="3476576" y="2633631"/>
                  <a:ext cx="417024" cy="293244"/>
                </a:xfrm>
                <a:custGeom>
                  <a:rect b="b" l="l" r="r" t="t"/>
                  <a:pathLst>
                    <a:path extrusionOk="0" h="14051" w="19982">
                      <a:moveTo>
                        <a:pt x="17056" y="1172"/>
                      </a:moveTo>
                      <a:cubicBezTo>
                        <a:pt x="18023" y="1172"/>
                        <a:pt x="18811" y="1961"/>
                        <a:pt x="18811" y="2929"/>
                      </a:cubicBezTo>
                      <a:lnTo>
                        <a:pt x="18811" y="11124"/>
                      </a:lnTo>
                      <a:cubicBezTo>
                        <a:pt x="18811" y="12092"/>
                        <a:pt x="18023" y="12881"/>
                        <a:pt x="17056" y="12881"/>
                      </a:cubicBezTo>
                      <a:lnTo>
                        <a:pt x="2927" y="12881"/>
                      </a:lnTo>
                      <a:cubicBezTo>
                        <a:pt x="1959" y="12881"/>
                        <a:pt x="1172" y="12092"/>
                        <a:pt x="1172" y="11124"/>
                      </a:cubicBezTo>
                      <a:lnTo>
                        <a:pt x="1172" y="2929"/>
                      </a:lnTo>
                      <a:cubicBezTo>
                        <a:pt x="1172" y="1961"/>
                        <a:pt x="1959" y="1172"/>
                        <a:pt x="2927" y="1172"/>
                      </a:cubicBezTo>
                      <a:close/>
                      <a:moveTo>
                        <a:pt x="2927" y="1"/>
                      </a:moveTo>
                      <a:cubicBezTo>
                        <a:pt x="1313" y="1"/>
                        <a:pt x="1" y="1315"/>
                        <a:pt x="1" y="2929"/>
                      </a:cubicBezTo>
                      <a:lnTo>
                        <a:pt x="1" y="11124"/>
                      </a:lnTo>
                      <a:cubicBezTo>
                        <a:pt x="1" y="12738"/>
                        <a:pt x="1313" y="14050"/>
                        <a:pt x="2927" y="14050"/>
                      </a:cubicBezTo>
                      <a:lnTo>
                        <a:pt x="17056" y="14050"/>
                      </a:lnTo>
                      <a:cubicBezTo>
                        <a:pt x="18669" y="14050"/>
                        <a:pt x="19982" y="12738"/>
                        <a:pt x="19982" y="11124"/>
                      </a:cubicBezTo>
                      <a:lnTo>
                        <a:pt x="19982" y="2929"/>
                      </a:lnTo>
                      <a:cubicBezTo>
                        <a:pt x="19982" y="1315"/>
                        <a:pt x="18669" y="1"/>
                        <a:pt x="170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61" name="Google Shape;2061;p19"/>
                <p:cNvSpPr/>
                <p:nvPr/>
              </p:nvSpPr>
              <p:spPr>
                <a:xfrm>
                  <a:off x="3636206" y="2706945"/>
                  <a:ext cx="122194" cy="146633"/>
                </a:xfrm>
                <a:custGeom>
                  <a:rect b="b" l="l" r="r" t="t"/>
                  <a:pathLst>
                    <a:path extrusionOk="0" h="7026" w="5855">
                      <a:moveTo>
                        <a:pt x="1172" y="1643"/>
                      </a:moveTo>
                      <a:lnTo>
                        <a:pt x="4165" y="3514"/>
                      </a:lnTo>
                      <a:lnTo>
                        <a:pt x="1172" y="5384"/>
                      </a:lnTo>
                      <a:lnTo>
                        <a:pt x="1172" y="1643"/>
                      </a:lnTo>
                      <a:close/>
                      <a:moveTo>
                        <a:pt x="586" y="0"/>
                      </a:moveTo>
                      <a:cubicBezTo>
                        <a:pt x="489" y="0"/>
                        <a:pt x="391" y="25"/>
                        <a:pt x="302" y="74"/>
                      </a:cubicBezTo>
                      <a:cubicBezTo>
                        <a:pt x="116" y="178"/>
                        <a:pt x="1" y="373"/>
                        <a:pt x="1" y="587"/>
                      </a:cubicBezTo>
                      <a:lnTo>
                        <a:pt x="1" y="6440"/>
                      </a:lnTo>
                      <a:cubicBezTo>
                        <a:pt x="1" y="6653"/>
                        <a:pt x="116" y="6849"/>
                        <a:pt x="302" y="6953"/>
                      </a:cubicBezTo>
                      <a:cubicBezTo>
                        <a:pt x="389" y="7001"/>
                        <a:pt x="487" y="7026"/>
                        <a:pt x="585" y="7026"/>
                      </a:cubicBezTo>
                      <a:cubicBezTo>
                        <a:pt x="693" y="7026"/>
                        <a:pt x="801" y="6997"/>
                        <a:pt x="896" y="6937"/>
                      </a:cubicBezTo>
                      <a:lnTo>
                        <a:pt x="5580" y="4010"/>
                      </a:lnTo>
                      <a:cubicBezTo>
                        <a:pt x="5750" y="3903"/>
                        <a:pt x="5854" y="3714"/>
                        <a:pt x="5854" y="3513"/>
                      </a:cubicBezTo>
                      <a:cubicBezTo>
                        <a:pt x="5854" y="3311"/>
                        <a:pt x="5750" y="3123"/>
                        <a:pt x="5580" y="3017"/>
                      </a:cubicBezTo>
                      <a:lnTo>
                        <a:pt x="896" y="90"/>
                      </a:lnTo>
                      <a:cubicBezTo>
                        <a:pt x="801" y="30"/>
                        <a:pt x="69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62" name="Google Shape;2062;p19"/>
              <p:cNvGrpSpPr/>
              <p:nvPr/>
            </p:nvGrpSpPr>
            <p:grpSpPr>
              <a:xfrm>
                <a:off x="2979877" y="5123355"/>
                <a:ext cx="620897" cy="620648"/>
                <a:chOff x="3988564" y="2571836"/>
                <a:chExt cx="417045" cy="416878"/>
              </a:xfrm>
            </p:grpSpPr>
            <p:sp>
              <p:nvSpPr>
                <p:cNvPr id="2063" name="Google Shape;2063;p19"/>
                <p:cNvSpPr/>
                <p:nvPr/>
              </p:nvSpPr>
              <p:spPr>
                <a:xfrm>
                  <a:off x="4090678" y="2650431"/>
                  <a:ext cx="213124" cy="259268"/>
                </a:xfrm>
                <a:custGeom>
                  <a:rect b="b" l="l" r="r" t="t"/>
                  <a:pathLst>
                    <a:path extrusionOk="0" h="12423" w="10212">
                      <a:moveTo>
                        <a:pt x="4938" y="1172"/>
                      </a:moveTo>
                      <a:cubicBezTo>
                        <a:pt x="7267" y="1172"/>
                        <a:pt x="8610" y="2621"/>
                        <a:pt x="8610" y="3081"/>
                      </a:cubicBezTo>
                      <a:cubicBezTo>
                        <a:pt x="8610" y="3348"/>
                        <a:pt x="8308" y="3471"/>
                        <a:pt x="8102" y="3471"/>
                      </a:cubicBezTo>
                      <a:cubicBezTo>
                        <a:pt x="7867" y="3471"/>
                        <a:pt x="7733" y="3357"/>
                        <a:pt x="7407" y="3026"/>
                      </a:cubicBezTo>
                      <a:cubicBezTo>
                        <a:pt x="6933" y="2541"/>
                        <a:pt x="6282" y="1879"/>
                        <a:pt x="4821" y="1879"/>
                      </a:cubicBezTo>
                      <a:cubicBezTo>
                        <a:pt x="4177" y="1879"/>
                        <a:pt x="3602" y="2046"/>
                        <a:pt x="3162" y="2362"/>
                      </a:cubicBezTo>
                      <a:cubicBezTo>
                        <a:pt x="2687" y="2700"/>
                        <a:pt x="2417" y="3188"/>
                        <a:pt x="2417" y="3701"/>
                      </a:cubicBezTo>
                      <a:cubicBezTo>
                        <a:pt x="2417" y="4145"/>
                        <a:pt x="2603" y="4758"/>
                        <a:pt x="3491" y="5152"/>
                      </a:cubicBezTo>
                      <a:cubicBezTo>
                        <a:pt x="3997" y="5378"/>
                        <a:pt x="4646" y="5506"/>
                        <a:pt x="5334" y="5642"/>
                      </a:cubicBezTo>
                      <a:cubicBezTo>
                        <a:pt x="7566" y="6081"/>
                        <a:pt x="9029" y="6514"/>
                        <a:pt x="9029" y="8449"/>
                      </a:cubicBezTo>
                      <a:cubicBezTo>
                        <a:pt x="9029" y="8455"/>
                        <a:pt x="9029" y="8464"/>
                        <a:pt x="9029" y="8478"/>
                      </a:cubicBezTo>
                      <a:cubicBezTo>
                        <a:pt x="9035" y="8646"/>
                        <a:pt x="9028" y="9518"/>
                        <a:pt x="8347" y="10222"/>
                      </a:cubicBezTo>
                      <a:cubicBezTo>
                        <a:pt x="7688" y="10903"/>
                        <a:pt x="6597" y="11248"/>
                        <a:pt x="5102" y="11252"/>
                      </a:cubicBezTo>
                      <a:cubicBezTo>
                        <a:pt x="2240" y="11250"/>
                        <a:pt x="1171" y="9891"/>
                        <a:pt x="1171" y="9033"/>
                      </a:cubicBezTo>
                      <a:cubicBezTo>
                        <a:pt x="1171" y="8780"/>
                        <a:pt x="1518" y="8672"/>
                        <a:pt x="1656" y="8672"/>
                      </a:cubicBezTo>
                      <a:cubicBezTo>
                        <a:pt x="1844" y="8672"/>
                        <a:pt x="2005" y="8837"/>
                        <a:pt x="2327" y="9212"/>
                      </a:cubicBezTo>
                      <a:cubicBezTo>
                        <a:pt x="2843" y="9813"/>
                        <a:pt x="3551" y="10636"/>
                        <a:pt x="5095" y="10636"/>
                      </a:cubicBezTo>
                      <a:cubicBezTo>
                        <a:pt x="6363" y="10636"/>
                        <a:pt x="7727" y="9881"/>
                        <a:pt x="7727" y="8612"/>
                      </a:cubicBezTo>
                      <a:cubicBezTo>
                        <a:pt x="7727" y="7951"/>
                        <a:pt x="7363" y="7445"/>
                        <a:pt x="6647" y="7109"/>
                      </a:cubicBezTo>
                      <a:cubicBezTo>
                        <a:pt x="6130" y="6866"/>
                        <a:pt x="5472" y="6726"/>
                        <a:pt x="4773" y="6578"/>
                      </a:cubicBezTo>
                      <a:cubicBezTo>
                        <a:pt x="2620" y="6120"/>
                        <a:pt x="1209" y="5683"/>
                        <a:pt x="1209" y="3859"/>
                      </a:cubicBezTo>
                      <a:cubicBezTo>
                        <a:pt x="1209" y="2893"/>
                        <a:pt x="1667" y="2191"/>
                        <a:pt x="2606" y="1711"/>
                      </a:cubicBezTo>
                      <a:cubicBezTo>
                        <a:pt x="3388" y="1313"/>
                        <a:pt x="4350" y="1172"/>
                        <a:pt x="4938" y="1172"/>
                      </a:cubicBezTo>
                      <a:close/>
                      <a:moveTo>
                        <a:pt x="4938" y="1"/>
                      </a:moveTo>
                      <a:cubicBezTo>
                        <a:pt x="2944" y="1"/>
                        <a:pt x="39" y="991"/>
                        <a:pt x="39" y="3861"/>
                      </a:cubicBezTo>
                      <a:cubicBezTo>
                        <a:pt x="39" y="5149"/>
                        <a:pt x="579" y="6129"/>
                        <a:pt x="1644" y="6772"/>
                      </a:cubicBezTo>
                      <a:cubicBezTo>
                        <a:pt x="2505" y="7293"/>
                        <a:pt x="3581" y="7523"/>
                        <a:pt x="4529" y="7724"/>
                      </a:cubicBezTo>
                      <a:cubicBezTo>
                        <a:pt x="5159" y="7857"/>
                        <a:pt x="5755" y="7984"/>
                        <a:pt x="6149" y="8170"/>
                      </a:cubicBezTo>
                      <a:cubicBezTo>
                        <a:pt x="6556" y="8359"/>
                        <a:pt x="6556" y="8518"/>
                        <a:pt x="6556" y="8612"/>
                      </a:cubicBezTo>
                      <a:cubicBezTo>
                        <a:pt x="6556" y="9100"/>
                        <a:pt x="5785" y="9465"/>
                        <a:pt x="5095" y="9465"/>
                      </a:cubicBezTo>
                      <a:cubicBezTo>
                        <a:pt x="4089" y="9465"/>
                        <a:pt x="3664" y="8971"/>
                        <a:pt x="3215" y="8449"/>
                      </a:cubicBezTo>
                      <a:cubicBezTo>
                        <a:pt x="2833" y="8005"/>
                        <a:pt x="2401" y="7501"/>
                        <a:pt x="1656" y="7501"/>
                      </a:cubicBezTo>
                      <a:cubicBezTo>
                        <a:pt x="860" y="7501"/>
                        <a:pt x="0" y="8087"/>
                        <a:pt x="0" y="9035"/>
                      </a:cubicBezTo>
                      <a:cubicBezTo>
                        <a:pt x="0" y="10459"/>
                        <a:pt x="1462" y="12423"/>
                        <a:pt x="5104" y="12423"/>
                      </a:cubicBezTo>
                      <a:cubicBezTo>
                        <a:pt x="6926" y="12419"/>
                        <a:pt x="8301" y="11954"/>
                        <a:pt x="9187" y="11036"/>
                      </a:cubicBezTo>
                      <a:cubicBezTo>
                        <a:pt x="10167" y="10024"/>
                        <a:pt x="10211" y="8803"/>
                        <a:pt x="10200" y="8442"/>
                      </a:cubicBezTo>
                      <a:cubicBezTo>
                        <a:pt x="10199" y="7101"/>
                        <a:pt x="9638" y="6090"/>
                        <a:pt x="8536" y="5435"/>
                      </a:cubicBezTo>
                      <a:cubicBezTo>
                        <a:pt x="7642" y="4904"/>
                        <a:pt x="6537" y="4685"/>
                        <a:pt x="5560" y="4492"/>
                      </a:cubicBezTo>
                      <a:cubicBezTo>
                        <a:pt x="4939" y="4370"/>
                        <a:pt x="4354" y="4255"/>
                        <a:pt x="3966" y="4084"/>
                      </a:cubicBezTo>
                      <a:cubicBezTo>
                        <a:pt x="3588" y="3916"/>
                        <a:pt x="3588" y="3781"/>
                        <a:pt x="3588" y="3703"/>
                      </a:cubicBezTo>
                      <a:cubicBezTo>
                        <a:pt x="3588" y="3429"/>
                        <a:pt x="4016" y="3050"/>
                        <a:pt x="4821" y="3050"/>
                      </a:cubicBezTo>
                      <a:cubicBezTo>
                        <a:pt x="5790" y="3050"/>
                        <a:pt x="6153" y="3418"/>
                        <a:pt x="6570" y="3847"/>
                      </a:cubicBezTo>
                      <a:cubicBezTo>
                        <a:pt x="6921" y="4202"/>
                        <a:pt x="7354" y="4644"/>
                        <a:pt x="8102" y="4644"/>
                      </a:cubicBezTo>
                      <a:cubicBezTo>
                        <a:pt x="8966" y="4644"/>
                        <a:pt x="9781" y="4016"/>
                        <a:pt x="9781" y="3082"/>
                      </a:cubicBezTo>
                      <a:cubicBezTo>
                        <a:pt x="9781" y="1768"/>
                        <a:pt x="7722" y="1"/>
                        <a:pt x="493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64" name="Google Shape;2064;p19"/>
                <p:cNvSpPr/>
                <p:nvPr/>
              </p:nvSpPr>
              <p:spPr>
                <a:xfrm>
                  <a:off x="3988564" y="2571836"/>
                  <a:ext cx="417045" cy="416878"/>
                </a:xfrm>
                <a:custGeom>
                  <a:rect b="b" l="l" r="r" t="t"/>
                  <a:pathLst>
                    <a:path extrusionOk="0" h="19975" w="19983">
                      <a:moveTo>
                        <a:pt x="5465" y="1172"/>
                      </a:moveTo>
                      <a:cubicBezTo>
                        <a:pt x="6229" y="1172"/>
                        <a:pt x="6714" y="1356"/>
                        <a:pt x="7184" y="1548"/>
                      </a:cubicBezTo>
                      <a:cubicBezTo>
                        <a:pt x="7842" y="1820"/>
                        <a:pt x="8120" y="1882"/>
                        <a:pt x="8506" y="1882"/>
                      </a:cubicBezTo>
                      <a:cubicBezTo>
                        <a:pt x="8831" y="1882"/>
                        <a:pt x="9232" y="1838"/>
                        <a:pt x="10000" y="1838"/>
                      </a:cubicBezTo>
                      <a:cubicBezTo>
                        <a:pt x="13275" y="1838"/>
                        <a:pt x="15226" y="3478"/>
                        <a:pt x="16286" y="4855"/>
                      </a:cubicBezTo>
                      <a:cubicBezTo>
                        <a:pt x="17660" y="6641"/>
                        <a:pt x="18149" y="8709"/>
                        <a:pt x="18149" y="9937"/>
                      </a:cubicBezTo>
                      <a:cubicBezTo>
                        <a:pt x="18149" y="11304"/>
                        <a:pt x="17841" y="11405"/>
                        <a:pt x="18414" y="12744"/>
                      </a:cubicBezTo>
                      <a:cubicBezTo>
                        <a:pt x="18610" y="13203"/>
                        <a:pt x="18812" y="13675"/>
                        <a:pt x="18812" y="14565"/>
                      </a:cubicBezTo>
                      <a:cubicBezTo>
                        <a:pt x="18812" y="15702"/>
                        <a:pt x="18373" y="16765"/>
                        <a:pt x="17575" y="17561"/>
                      </a:cubicBezTo>
                      <a:cubicBezTo>
                        <a:pt x="16776" y="18358"/>
                        <a:pt x="15671" y="18803"/>
                        <a:pt x="14546" y="18803"/>
                      </a:cubicBezTo>
                      <a:cubicBezTo>
                        <a:pt x="14544" y="18803"/>
                        <a:pt x="14542" y="18803"/>
                        <a:pt x="14540" y="18803"/>
                      </a:cubicBezTo>
                      <a:lnTo>
                        <a:pt x="14519" y="18803"/>
                      </a:lnTo>
                      <a:cubicBezTo>
                        <a:pt x="13754" y="18803"/>
                        <a:pt x="13270" y="18612"/>
                        <a:pt x="12799" y="18418"/>
                      </a:cubicBezTo>
                      <a:cubicBezTo>
                        <a:pt x="12161" y="18154"/>
                        <a:pt x="11842" y="18085"/>
                        <a:pt x="11520" y="18085"/>
                      </a:cubicBezTo>
                      <a:cubicBezTo>
                        <a:pt x="11167" y="18085"/>
                        <a:pt x="10809" y="18168"/>
                        <a:pt x="10022" y="18168"/>
                      </a:cubicBezTo>
                      <a:cubicBezTo>
                        <a:pt x="6746" y="18168"/>
                        <a:pt x="4785" y="16516"/>
                        <a:pt x="3717" y="15131"/>
                      </a:cubicBezTo>
                      <a:cubicBezTo>
                        <a:pt x="2328" y="13328"/>
                        <a:pt x="1835" y="11257"/>
                        <a:pt x="1835" y="10031"/>
                      </a:cubicBezTo>
                      <a:cubicBezTo>
                        <a:pt x="1835" y="8674"/>
                        <a:pt x="2146" y="8571"/>
                        <a:pt x="1569" y="7222"/>
                      </a:cubicBezTo>
                      <a:cubicBezTo>
                        <a:pt x="1375" y="6765"/>
                        <a:pt x="1173" y="6293"/>
                        <a:pt x="1171" y="5408"/>
                      </a:cubicBezTo>
                      <a:cubicBezTo>
                        <a:pt x="1175" y="3063"/>
                        <a:pt x="3100" y="1172"/>
                        <a:pt x="5465" y="1172"/>
                      </a:cubicBezTo>
                      <a:close/>
                      <a:moveTo>
                        <a:pt x="5465" y="0"/>
                      </a:moveTo>
                      <a:cubicBezTo>
                        <a:pt x="3993" y="0"/>
                        <a:pt x="2617" y="552"/>
                        <a:pt x="1587" y="1582"/>
                      </a:cubicBezTo>
                      <a:cubicBezTo>
                        <a:pt x="566" y="2603"/>
                        <a:pt x="4" y="3960"/>
                        <a:pt x="0" y="5403"/>
                      </a:cubicBezTo>
                      <a:lnTo>
                        <a:pt x="0" y="5414"/>
                      </a:lnTo>
                      <a:cubicBezTo>
                        <a:pt x="2" y="6535"/>
                        <a:pt x="274" y="7170"/>
                        <a:pt x="492" y="7682"/>
                      </a:cubicBezTo>
                      <a:cubicBezTo>
                        <a:pt x="938" y="8725"/>
                        <a:pt x="664" y="8547"/>
                        <a:pt x="664" y="10031"/>
                      </a:cubicBezTo>
                      <a:cubicBezTo>
                        <a:pt x="664" y="11738"/>
                        <a:pt x="1385" y="14023"/>
                        <a:pt x="2790" y="15845"/>
                      </a:cubicBezTo>
                      <a:cubicBezTo>
                        <a:pt x="4019" y="17439"/>
                        <a:pt x="6270" y="19339"/>
                        <a:pt x="10022" y="19339"/>
                      </a:cubicBezTo>
                      <a:cubicBezTo>
                        <a:pt x="10942" y="19339"/>
                        <a:pt x="11234" y="19255"/>
                        <a:pt x="11494" y="19255"/>
                      </a:cubicBezTo>
                      <a:cubicBezTo>
                        <a:pt x="11700" y="19255"/>
                        <a:pt x="11887" y="19308"/>
                        <a:pt x="12353" y="19500"/>
                      </a:cubicBezTo>
                      <a:cubicBezTo>
                        <a:pt x="12875" y="19716"/>
                        <a:pt x="13523" y="19974"/>
                        <a:pt x="14519" y="19974"/>
                      </a:cubicBezTo>
                      <a:lnTo>
                        <a:pt x="14554" y="19974"/>
                      </a:lnTo>
                      <a:cubicBezTo>
                        <a:pt x="15985" y="19974"/>
                        <a:pt x="17386" y="19403"/>
                        <a:pt x="18402" y="18391"/>
                      </a:cubicBezTo>
                      <a:cubicBezTo>
                        <a:pt x="19422" y="17374"/>
                        <a:pt x="19983" y="16015"/>
                        <a:pt x="19983" y="14565"/>
                      </a:cubicBezTo>
                      <a:cubicBezTo>
                        <a:pt x="19983" y="13436"/>
                        <a:pt x="19711" y="12797"/>
                        <a:pt x="19491" y="12284"/>
                      </a:cubicBezTo>
                      <a:cubicBezTo>
                        <a:pt x="19045" y="11243"/>
                        <a:pt x="19320" y="11421"/>
                        <a:pt x="19320" y="9937"/>
                      </a:cubicBezTo>
                      <a:cubicBezTo>
                        <a:pt x="19320" y="8218"/>
                        <a:pt x="18603" y="5946"/>
                        <a:pt x="17213" y="4140"/>
                      </a:cubicBezTo>
                      <a:cubicBezTo>
                        <a:pt x="15994" y="2557"/>
                        <a:pt x="13753" y="667"/>
                        <a:pt x="10000" y="667"/>
                      </a:cubicBezTo>
                      <a:cubicBezTo>
                        <a:pt x="9146" y="667"/>
                        <a:pt x="8785" y="712"/>
                        <a:pt x="8528" y="712"/>
                      </a:cubicBezTo>
                      <a:cubicBezTo>
                        <a:pt x="8261" y="712"/>
                        <a:pt x="8109" y="664"/>
                        <a:pt x="7630" y="466"/>
                      </a:cubicBezTo>
                      <a:cubicBezTo>
                        <a:pt x="7110" y="252"/>
                        <a:pt x="6461" y="0"/>
                        <a:pt x="546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65" name="Google Shape;2065;p19"/>
              <p:cNvGrpSpPr/>
              <p:nvPr/>
            </p:nvGrpSpPr>
            <p:grpSpPr>
              <a:xfrm>
                <a:off x="3919197" y="5123243"/>
                <a:ext cx="620866" cy="620866"/>
                <a:chOff x="4500573" y="2571753"/>
                <a:chExt cx="417024" cy="417024"/>
              </a:xfrm>
            </p:grpSpPr>
            <p:sp>
              <p:nvSpPr>
                <p:cNvPr id="2066" name="Google Shape;2066;p19"/>
                <p:cNvSpPr/>
                <p:nvPr/>
              </p:nvSpPr>
              <p:spPr>
                <a:xfrm>
                  <a:off x="4550263" y="2632817"/>
                  <a:ext cx="317683" cy="293244"/>
                </a:xfrm>
                <a:custGeom>
                  <a:rect b="b" l="l" r="r" t="t"/>
                  <a:pathLst>
                    <a:path extrusionOk="0" h="14051" w="15222">
                      <a:moveTo>
                        <a:pt x="7616" y="1172"/>
                      </a:moveTo>
                      <a:cubicBezTo>
                        <a:pt x="8529" y="1202"/>
                        <a:pt x="10613" y="1570"/>
                        <a:pt x="10613" y="4280"/>
                      </a:cubicBezTo>
                      <a:cubicBezTo>
                        <a:pt x="10613" y="4791"/>
                        <a:pt x="10565" y="5662"/>
                        <a:pt x="10565" y="5683"/>
                      </a:cubicBezTo>
                      <a:cubicBezTo>
                        <a:pt x="10565" y="6490"/>
                        <a:pt x="11186" y="6530"/>
                        <a:pt x="11312" y="6530"/>
                      </a:cubicBezTo>
                      <a:cubicBezTo>
                        <a:pt x="11563" y="6530"/>
                        <a:pt x="11867" y="6461"/>
                        <a:pt x="12149" y="6399"/>
                      </a:cubicBezTo>
                      <a:lnTo>
                        <a:pt x="12149" y="6399"/>
                      </a:lnTo>
                      <a:cubicBezTo>
                        <a:pt x="11697" y="6589"/>
                        <a:pt x="10875" y="6838"/>
                        <a:pt x="10875" y="7608"/>
                      </a:cubicBezTo>
                      <a:cubicBezTo>
                        <a:pt x="10875" y="9260"/>
                        <a:pt x="12294" y="9897"/>
                        <a:pt x="13233" y="10316"/>
                      </a:cubicBezTo>
                      <a:cubicBezTo>
                        <a:pt x="13419" y="10399"/>
                        <a:pt x="13661" y="10509"/>
                        <a:pt x="13838" y="10608"/>
                      </a:cubicBezTo>
                      <a:cubicBezTo>
                        <a:pt x="13590" y="10652"/>
                        <a:pt x="13247" y="10703"/>
                        <a:pt x="12826" y="10802"/>
                      </a:cubicBezTo>
                      <a:cubicBezTo>
                        <a:pt x="12446" y="10894"/>
                        <a:pt x="12149" y="11195"/>
                        <a:pt x="12067" y="11574"/>
                      </a:cubicBezTo>
                      <a:cubicBezTo>
                        <a:pt x="12058" y="11614"/>
                        <a:pt x="12049" y="11652"/>
                        <a:pt x="12041" y="11683"/>
                      </a:cubicBezTo>
                      <a:cubicBezTo>
                        <a:pt x="11837" y="11646"/>
                        <a:pt x="11549" y="11584"/>
                        <a:pt x="11156" y="11584"/>
                      </a:cubicBezTo>
                      <a:cubicBezTo>
                        <a:pt x="10220" y="11584"/>
                        <a:pt x="9658" y="11968"/>
                        <a:pt x="9161" y="12306"/>
                      </a:cubicBezTo>
                      <a:cubicBezTo>
                        <a:pt x="8711" y="12614"/>
                        <a:pt x="8322" y="12879"/>
                        <a:pt x="7611" y="12881"/>
                      </a:cubicBezTo>
                      <a:cubicBezTo>
                        <a:pt x="6900" y="12879"/>
                        <a:pt x="6511" y="12614"/>
                        <a:pt x="6060" y="12306"/>
                      </a:cubicBezTo>
                      <a:cubicBezTo>
                        <a:pt x="5563" y="11968"/>
                        <a:pt x="5000" y="11584"/>
                        <a:pt x="4064" y="11584"/>
                      </a:cubicBezTo>
                      <a:cubicBezTo>
                        <a:pt x="3671" y="11584"/>
                        <a:pt x="3381" y="11646"/>
                        <a:pt x="3180" y="11683"/>
                      </a:cubicBezTo>
                      <a:cubicBezTo>
                        <a:pt x="3171" y="11652"/>
                        <a:pt x="3164" y="11614"/>
                        <a:pt x="3155" y="11574"/>
                      </a:cubicBezTo>
                      <a:cubicBezTo>
                        <a:pt x="3072" y="11195"/>
                        <a:pt x="2775" y="10894"/>
                        <a:pt x="2394" y="10802"/>
                      </a:cubicBezTo>
                      <a:cubicBezTo>
                        <a:pt x="1973" y="10703"/>
                        <a:pt x="1630" y="10652"/>
                        <a:pt x="1384" y="10608"/>
                      </a:cubicBezTo>
                      <a:cubicBezTo>
                        <a:pt x="1559" y="10509"/>
                        <a:pt x="1803" y="10399"/>
                        <a:pt x="1987" y="10316"/>
                      </a:cubicBezTo>
                      <a:cubicBezTo>
                        <a:pt x="2927" y="9897"/>
                        <a:pt x="4347" y="9260"/>
                        <a:pt x="4347" y="7608"/>
                      </a:cubicBezTo>
                      <a:cubicBezTo>
                        <a:pt x="4347" y="6838"/>
                        <a:pt x="3525" y="6589"/>
                        <a:pt x="3072" y="6399"/>
                      </a:cubicBezTo>
                      <a:lnTo>
                        <a:pt x="3072" y="6399"/>
                      </a:lnTo>
                      <a:cubicBezTo>
                        <a:pt x="3355" y="6461"/>
                        <a:pt x="3657" y="6530"/>
                        <a:pt x="3910" y="6530"/>
                      </a:cubicBezTo>
                      <a:cubicBezTo>
                        <a:pt x="4034" y="6530"/>
                        <a:pt x="4655" y="6490"/>
                        <a:pt x="4655" y="5683"/>
                      </a:cubicBezTo>
                      <a:cubicBezTo>
                        <a:pt x="4655" y="5662"/>
                        <a:pt x="4609" y="4793"/>
                        <a:pt x="4609" y="4280"/>
                      </a:cubicBezTo>
                      <a:cubicBezTo>
                        <a:pt x="4609" y="1558"/>
                        <a:pt x="6698" y="1199"/>
                        <a:pt x="7616" y="1172"/>
                      </a:cubicBezTo>
                      <a:close/>
                      <a:moveTo>
                        <a:pt x="7602" y="1"/>
                      </a:moveTo>
                      <a:cubicBezTo>
                        <a:pt x="7201" y="11"/>
                        <a:pt x="6164" y="98"/>
                        <a:pt x="5219" y="691"/>
                      </a:cubicBezTo>
                      <a:cubicBezTo>
                        <a:pt x="4407" y="1200"/>
                        <a:pt x="3438" y="2237"/>
                        <a:pt x="3438" y="4280"/>
                      </a:cubicBezTo>
                      <a:cubicBezTo>
                        <a:pt x="3438" y="4714"/>
                        <a:pt x="3454" y="5041"/>
                        <a:pt x="3466" y="5288"/>
                      </a:cubicBezTo>
                      <a:cubicBezTo>
                        <a:pt x="3176" y="5225"/>
                        <a:pt x="2914" y="5159"/>
                        <a:pt x="2711" y="5159"/>
                      </a:cubicBezTo>
                      <a:cubicBezTo>
                        <a:pt x="2005" y="5159"/>
                        <a:pt x="1492" y="5593"/>
                        <a:pt x="1492" y="6187"/>
                      </a:cubicBezTo>
                      <a:cubicBezTo>
                        <a:pt x="1492" y="7031"/>
                        <a:pt x="2302" y="7355"/>
                        <a:pt x="2785" y="7547"/>
                      </a:cubicBezTo>
                      <a:cubicBezTo>
                        <a:pt x="2907" y="7595"/>
                        <a:pt x="3077" y="7664"/>
                        <a:pt x="3173" y="7717"/>
                      </a:cubicBezTo>
                      <a:cubicBezTo>
                        <a:pt x="3084" y="8885"/>
                        <a:pt x="1453" y="9124"/>
                        <a:pt x="595" y="9723"/>
                      </a:cubicBezTo>
                      <a:cubicBezTo>
                        <a:pt x="201" y="9999"/>
                        <a:pt x="1" y="10337"/>
                        <a:pt x="1" y="10730"/>
                      </a:cubicBezTo>
                      <a:cubicBezTo>
                        <a:pt x="1" y="11119"/>
                        <a:pt x="194" y="11425"/>
                        <a:pt x="547" y="11590"/>
                      </a:cubicBezTo>
                      <a:cubicBezTo>
                        <a:pt x="892" y="11752"/>
                        <a:pt x="1340" y="11765"/>
                        <a:pt x="2032" y="11920"/>
                      </a:cubicBezTo>
                      <a:cubicBezTo>
                        <a:pt x="2081" y="12138"/>
                        <a:pt x="2134" y="12318"/>
                        <a:pt x="2231" y="12474"/>
                      </a:cubicBezTo>
                      <a:cubicBezTo>
                        <a:pt x="2428" y="12789"/>
                        <a:pt x="2691" y="12874"/>
                        <a:pt x="2981" y="12874"/>
                      </a:cubicBezTo>
                      <a:cubicBezTo>
                        <a:pt x="3325" y="12874"/>
                        <a:pt x="3708" y="12754"/>
                        <a:pt x="4064" y="12754"/>
                      </a:cubicBezTo>
                      <a:cubicBezTo>
                        <a:pt x="4639" y="12754"/>
                        <a:pt x="4975" y="12984"/>
                        <a:pt x="5400" y="13274"/>
                      </a:cubicBezTo>
                      <a:cubicBezTo>
                        <a:pt x="5907" y="13619"/>
                        <a:pt x="6537" y="14050"/>
                        <a:pt x="7609" y="14050"/>
                      </a:cubicBezTo>
                      <a:lnTo>
                        <a:pt x="7611" y="14050"/>
                      </a:lnTo>
                      <a:cubicBezTo>
                        <a:pt x="8683" y="14050"/>
                        <a:pt x="9315" y="13620"/>
                        <a:pt x="9821" y="13274"/>
                      </a:cubicBezTo>
                      <a:cubicBezTo>
                        <a:pt x="10247" y="12984"/>
                        <a:pt x="10581" y="12754"/>
                        <a:pt x="11156" y="12754"/>
                      </a:cubicBezTo>
                      <a:cubicBezTo>
                        <a:pt x="11621" y="12754"/>
                        <a:pt x="11881" y="12881"/>
                        <a:pt x="12228" y="12881"/>
                      </a:cubicBezTo>
                      <a:cubicBezTo>
                        <a:pt x="12647" y="12881"/>
                        <a:pt x="12874" y="12660"/>
                        <a:pt x="12991" y="12474"/>
                      </a:cubicBezTo>
                      <a:cubicBezTo>
                        <a:pt x="13088" y="12318"/>
                        <a:pt x="13139" y="12136"/>
                        <a:pt x="13189" y="11920"/>
                      </a:cubicBezTo>
                      <a:cubicBezTo>
                        <a:pt x="13880" y="11765"/>
                        <a:pt x="14328" y="11752"/>
                        <a:pt x="14673" y="11590"/>
                      </a:cubicBezTo>
                      <a:cubicBezTo>
                        <a:pt x="15027" y="11425"/>
                        <a:pt x="15221" y="11119"/>
                        <a:pt x="15221" y="10730"/>
                      </a:cubicBezTo>
                      <a:cubicBezTo>
                        <a:pt x="15221" y="10337"/>
                        <a:pt x="15020" y="9999"/>
                        <a:pt x="14625" y="9723"/>
                      </a:cubicBezTo>
                      <a:cubicBezTo>
                        <a:pt x="13769" y="9124"/>
                        <a:pt x="12136" y="8885"/>
                        <a:pt x="12048" y="7717"/>
                      </a:cubicBezTo>
                      <a:cubicBezTo>
                        <a:pt x="12143" y="7664"/>
                        <a:pt x="12313" y="7595"/>
                        <a:pt x="12435" y="7547"/>
                      </a:cubicBezTo>
                      <a:cubicBezTo>
                        <a:pt x="12918" y="7355"/>
                        <a:pt x="13728" y="7031"/>
                        <a:pt x="13728" y="6187"/>
                      </a:cubicBezTo>
                      <a:cubicBezTo>
                        <a:pt x="13728" y="5593"/>
                        <a:pt x="13215" y="5159"/>
                        <a:pt x="12509" y="5159"/>
                      </a:cubicBezTo>
                      <a:cubicBezTo>
                        <a:pt x="12306" y="5159"/>
                        <a:pt x="12044" y="5225"/>
                        <a:pt x="11754" y="5288"/>
                      </a:cubicBezTo>
                      <a:cubicBezTo>
                        <a:pt x="11768" y="5041"/>
                        <a:pt x="11782" y="4714"/>
                        <a:pt x="11782" y="4280"/>
                      </a:cubicBezTo>
                      <a:cubicBezTo>
                        <a:pt x="11782" y="2246"/>
                        <a:pt x="10822" y="1211"/>
                        <a:pt x="10017" y="700"/>
                      </a:cubicBezTo>
                      <a:cubicBezTo>
                        <a:pt x="9076" y="105"/>
                        <a:pt x="8037" y="13"/>
                        <a:pt x="763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67" name="Google Shape;2067;p19"/>
                <p:cNvSpPr/>
                <p:nvPr/>
              </p:nvSpPr>
              <p:spPr>
                <a:xfrm>
                  <a:off x="4500573" y="2571753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17017" y="1172"/>
                      </a:moveTo>
                      <a:cubicBezTo>
                        <a:pt x="17990" y="1172"/>
                        <a:pt x="18812" y="1975"/>
                        <a:pt x="18812" y="2927"/>
                      </a:cubicBezTo>
                      <a:lnTo>
                        <a:pt x="18812" y="17017"/>
                      </a:lnTo>
                      <a:cubicBezTo>
                        <a:pt x="18812" y="17990"/>
                        <a:pt x="17990" y="18811"/>
                        <a:pt x="17017" y="18811"/>
                      </a:cubicBezTo>
                      <a:lnTo>
                        <a:pt x="2966" y="18811"/>
                      </a:lnTo>
                      <a:cubicBezTo>
                        <a:pt x="1993" y="18811"/>
                        <a:pt x="1172" y="17990"/>
                        <a:pt x="1172" y="17017"/>
                      </a:cubicBezTo>
                      <a:lnTo>
                        <a:pt x="1172" y="2927"/>
                      </a:lnTo>
                      <a:cubicBezTo>
                        <a:pt x="1172" y="1975"/>
                        <a:pt x="1993" y="1172"/>
                        <a:pt x="2966" y="1172"/>
                      </a:cubicBezTo>
                      <a:close/>
                      <a:moveTo>
                        <a:pt x="2966" y="1"/>
                      </a:moveTo>
                      <a:cubicBezTo>
                        <a:pt x="1349" y="1"/>
                        <a:pt x="1" y="1310"/>
                        <a:pt x="1" y="2927"/>
                      </a:cubicBezTo>
                      <a:lnTo>
                        <a:pt x="1" y="17015"/>
                      </a:lnTo>
                      <a:cubicBezTo>
                        <a:pt x="1" y="18636"/>
                        <a:pt x="1349" y="19982"/>
                        <a:pt x="2966" y="19982"/>
                      </a:cubicBezTo>
                      <a:lnTo>
                        <a:pt x="17017" y="19982"/>
                      </a:lnTo>
                      <a:cubicBezTo>
                        <a:pt x="18635" y="19982"/>
                        <a:pt x="19982" y="18634"/>
                        <a:pt x="19982" y="17015"/>
                      </a:cubicBezTo>
                      <a:lnTo>
                        <a:pt x="19982" y="2927"/>
                      </a:lnTo>
                      <a:cubicBezTo>
                        <a:pt x="19982" y="1310"/>
                        <a:pt x="18635" y="1"/>
                        <a:pt x="170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68" name="Google Shape;2068;p19"/>
              <p:cNvGrpSpPr/>
              <p:nvPr/>
            </p:nvGrpSpPr>
            <p:grpSpPr>
              <a:xfrm>
                <a:off x="4858488" y="5123243"/>
                <a:ext cx="620866" cy="620866"/>
                <a:chOff x="5012603" y="2571753"/>
                <a:chExt cx="417024" cy="417024"/>
              </a:xfrm>
            </p:grpSpPr>
            <p:sp>
              <p:nvSpPr>
                <p:cNvPr id="2069" name="Google Shape;2069;p19"/>
                <p:cNvSpPr/>
                <p:nvPr/>
              </p:nvSpPr>
              <p:spPr>
                <a:xfrm>
                  <a:off x="5133124" y="2631210"/>
                  <a:ext cx="180818" cy="300048"/>
                </a:xfrm>
                <a:custGeom>
                  <a:rect b="b" l="l" r="r" t="t"/>
                  <a:pathLst>
                    <a:path extrusionOk="0" h="14377" w="8664">
                      <a:moveTo>
                        <a:pt x="4683" y="1171"/>
                      </a:moveTo>
                      <a:lnTo>
                        <a:pt x="4683" y="3395"/>
                      </a:lnTo>
                      <a:cubicBezTo>
                        <a:pt x="4683" y="3719"/>
                        <a:pt x="4945" y="3980"/>
                        <a:pt x="5269" y="3980"/>
                      </a:cubicBezTo>
                      <a:lnTo>
                        <a:pt x="7493" y="3980"/>
                      </a:lnTo>
                      <a:lnTo>
                        <a:pt x="7493" y="5620"/>
                      </a:lnTo>
                      <a:lnTo>
                        <a:pt x="5269" y="5620"/>
                      </a:lnTo>
                      <a:cubicBezTo>
                        <a:pt x="4945" y="5620"/>
                        <a:pt x="4683" y="5882"/>
                        <a:pt x="4683" y="6206"/>
                      </a:cubicBezTo>
                      <a:lnTo>
                        <a:pt x="4683" y="9859"/>
                      </a:lnTo>
                      <a:cubicBezTo>
                        <a:pt x="4683" y="10227"/>
                        <a:pt x="4706" y="10648"/>
                        <a:pt x="4975" y="10986"/>
                      </a:cubicBezTo>
                      <a:cubicBezTo>
                        <a:pt x="5327" y="11423"/>
                        <a:pt x="5899" y="11474"/>
                        <a:pt x="6299" y="11474"/>
                      </a:cubicBezTo>
                      <a:lnTo>
                        <a:pt x="7494" y="11474"/>
                      </a:lnTo>
                      <a:lnTo>
                        <a:pt x="7494" y="13158"/>
                      </a:lnTo>
                      <a:cubicBezTo>
                        <a:pt x="7137" y="13183"/>
                        <a:pt x="6635" y="13207"/>
                        <a:pt x="6113" y="13207"/>
                      </a:cubicBezTo>
                      <a:cubicBezTo>
                        <a:pt x="3848" y="13207"/>
                        <a:pt x="3044" y="11806"/>
                        <a:pt x="3044" y="10607"/>
                      </a:cubicBezTo>
                      <a:lnTo>
                        <a:pt x="3044" y="6206"/>
                      </a:lnTo>
                      <a:cubicBezTo>
                        <a:pt x="3044" y="5882"/>
                        <a:pt x="2782" y="5620"/>
                        <a:pt x="2460" y="5620"/>
                      </a:cubicBezTo>
                      <a:lnTo>
                        <a:pt x="1172" y="5620"/>
                      </a:lnTo>
                      <a:lnTo>
                        <a:pt x="1172" y="4090"/>
                      </a:lnTo>
                      <a:cubicBezTo>
                        <a:pt x="2035" y="3913"/>
                        <a:pt x="2690" y="3487"/>
                        <a:pt x="3120" y="2820"/>
                      </a:cubicBezTo>
                      <a:cubicBezTo>
                        <a:pt x="3463" y="2289"/>
                        <a:pt x="3608" y="1697"/>
                        <a:pt x="3703" y="1171"/>
                      </a:cubicBezTo>
                      <a:close/>
                      <a:moveTo>
                        <a:pt x="3208" y="0"/>
                      </a:moveTo>
                      <a:cubicBezTo>
                        <a:pt x="2922" y="0"/>
                        <a:pt x="2677" y="207"/>
                        <a:pt x="2631" y="490"/>
                      </a:cubicBezTo>
                      <a:cubicBezTo>
                        <a:pt x="2409" y="1822"/>
                        <a:pt x="2209" y="2861"/>
                        <a:pt x="537" y="3000"/>
                      </a:cubicBezTo>
                      <a:cubicBezTo>
                        <a:pt x="234" y="3025"/>
                        <a:pt x="1" y="3278"/>
                        <a:pt x="1" y="3582"/>
                      </a:cubicBezTo>
                      <a:lnTo>
                        <a:pt x="1" y="6206"/>
                      </a:lnTo>
                      <a:cubicBezTo>
                        <a:pt x="1" y="6529"/>
                        <a:pt x="263" y="6791"/>
                        <a:pt x="586" y="6791"/>
                      </a:cubicBezTo>
                      <a:lnTo>
                        <a:pt x="1874" y="6791"/>
                      </a:lnTo>
                      <a:lnTo>
                        <a:pt x="1874" y="10607"/>
                      </a:lnTo>
                      <a:cubicBezTo>
                        <a:pt x="1874" y="12618"/>
                        <a:pt x="3355" y="14377"/>
                        <a:pt x="6111" y="14377"/>
                      </a:cubicBezTo>
                      <a:cubicBezTo>
                        <a:pt x="7158" y="14377"/>
                        <a:pt x="8098" y="14285"/>
                        <a:pt x="8137" y="14281"/>
                      </a:cubicBezTo>
                      <a:cubicBezTo>
                        <a:pt x="8436" y="14251"/>
                        <a:pt x="8664" y="14000"/>
                        <a:pt x="8664" y="13699"/>
                      </a:cubicBezTo>
                      <a:lnTo>
                        <a:pt x="8664" y="10888"/>
                      </a:lnTo>
                      <a:cubicBezTo>
                        <a:pt x="8664" y="10565"/>
                        <a:pt x="8402" y="10303"/>
                        <a:pt x="8078" y="10303"/>
                      </a:cubicBezTo>
                      <a:lnTo>
                        <a:pt x="6299" y="10303"/>
                      </a:lnTo>
                      <a:cubicBezTo>
                        <a:pt x="5828" y="10303"/>
                        <a:pt x="5855" y="10292"/>
                        <a:pt x="5855" y="9859"/>
                      </a:cubicBezTo>
                      <a:lnTo>
                        <a:pt x="5855" y="6791"/>
                      </a:lnTo>
                      <a:lnTo>
                        <a:pt x="8078" y="6791"/>
                      </a:lnTo>
                      <a:cubicBezTo>
                        <a:pt x="8402" y="6791"/>
                        <a:pt x="8664" y="6529"/>
                        <a:pt x="8664" y="6206"/>
                      </a:cubicBezTo>
                      <a:lnTo>
                        <a:pt x="8664" y="3397"/>
                      </a:lnTo>
                      <a:cubicBezTo>
                        <a:pt x="8664" y="3073"/>
                        <a:pt x="8402" y="2811"/>
                        <a:pt x="8078" y="2811"/>
                      </a:cubicBezTo>
                      <a:lnTo>
                        <a:pt x="5855" y="2811"/>
                      </a:lnTo>
                      <a:lnTo>
                        <a:pt x="5855" y="586"/>
                      </a:lnTo>
                      <a:cubicBezTo>
                        <a:pt x="5855" y="262"/>
                        <a:pt x="5593" y="0"/>
                        <a:pt x="526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0" name="Google Shape;2070;p19"/>
                <p:cNvSpPr/>
                <p:nvPr/>
              </p:nvSpPr>
              <p:spPr>
                <a:xfrm>
                  <a:off x="5012603" y="2571753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17053" y="1172"/>
                      </a:moveTo>
                      <a:cubicBezTo>
                        <a:pt x="18007" y="1172"/>
                        <a:pt x="18810" y="1993"/>
                        <a:pt x="18810" y="2966"/>
                      </a:cubicBezTo>
                      <a:lnTo>
                        <a:pt x="18810" y="17017"/>
                      </a:lnTo>
                      <a:cubicBezTo>
                        <a:pt x="18810" y="17990"/>
                        <a:pt x="18007" y="18811"/>
                        <a:pt x="17053" y="18811"/>
                      </a:cubicBezTo>
                      <a:lnTo>
                        <a:pt x="2965" y="18811"/>
                      </a:lnTo>
                      <a:cubicBezTo>
                        <a:pt x="1992" y="18811"/>
                        <a:pt x="1169" y="17990"/>
                        <a:pt x="1169" y="17017"/>
                      </a:cubicBezTo>
                      <a:lnTo>
                        <a:pt x="1169" y="2966"/>
                      </a:lnTo>
                      <a:cubicBezTo>
                        <a:pt x="1169" y="1993"/>
                        <a:pt x="1992" y="1172"/>
                        <a:pt x="2965" y="1172"/>
                      </a:cubicBezTo>
                      <a:close/>
                      <a:moveTo>
                        <a:pt x="2965" y="1"/>
                      </a:moveTo>
                      <a:cubicBezTo>
                        <a:pt x="1346" y="1"/>
                        <a:pt x="0" y="1349"/>
                        <a:pt x="0" y="2966"/>
                      </a:cubicBezTo>
                      <a:lnTo>
                        <a:pt x="0" y="17015"/>
                      </a:lnTo>
                      <a:cubicBezTo>
                        <a:pt x="0" y="18636"/>
                        <a:pt x="1348" y="19982"/>
                        <a:pt x="2965" y="19982"/>
                      </a:cubicBezTo>
                      <a:lnTo>
                        <a:pt x="17053" y="19982"/>
                      </a:lnTo>
                      <a:cubicBezTo>
                        <a:pt x="18672" y="19982"/>
                        <a:pt x="19981" y="18634"/>
                        <a:pt x="19981" y="17015"/>
                      </a:cubicBezTo>
                      <a:lnTo>
                        <a:pt x="19981" y="2966"/>
                      </a:lnTo>
                      <a:cubicBezTo>
                        <a:pt x="19981" y="1349"/>
                        <a:pt x="18672" y="1"/>
                        <a:pt x="1705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2071" name="Google Shape;2071;p19"/>
            <p:cNvGrpSpPr/>
            <p:nvPr/>
          </p:nvGrpSpPr>
          <p:grpSpPr>
            <a:xfrm>
              <a:off x="397271" y="4545036"/>
              <a:ext cx="11386539" cy="645953"/>
              <a:chOff x="397271" y="4323176"/>
              <a:chExt cx="11386539" cy="645953"/>
            </a:xfrm>
          </p:grpSpPr>
          <p:sp>
            <p:nvSpPr>
              <p:cNvPr id="2072" name="Google Shape;2072;p19"/>
              <p:cNvSpPr/>
              <p:nvPr/>
            </p:nvSpPr>
            <p:spPr>
              <a:xfrm>
                <a:off x="1182098" y="4420919"/>
                <a:ext cx="641277" cy="450621"/>
              </a:xfrm>
              <a:custGeom>
                <a:rect b="b" l="l" r="r" t="t"/>
                <a:pathLst>
                  <a:path extrusionOk="0" h="8192" w="11658">
                    <a:moveTo>
                      <a:pt x="10429" y="662"/>
                    </a:moveTo>
                    <a:cubicBezTo>
                      <a:pt x="10114" y="1008"/>
                      <a:pt x="6207" y="4915"/>
                      <a:pt x="6081" y="5072"/>
                    </a:cubicBezTo>
                    <a:cubicBezTo>
                      <a:pt x="6018" y="5135"/>
                      <a:pt x="5916" y="5167"/>
                      <a:pt x="5813" y="5167"/>
                    </a:cubicBezTo>
                    <a:cubicBezTo>
                      <a:pt x="5711" y="5167"/>
                      <a:pt x="5608" y="5135"/>
                      <a:pt x="5545" y="5072"/>
                    </a:cubicBezTo>
                    <a:lnTo>
                      <a:pt x="1135" y="662"/>
                    </a:lnTo>
                    <a:close/>
                    <a:moveTo>
                      <a:pt x="662" y="1134"/>
                    </a:moveTo>
                    <a:lnTo>
                      <a:pt x="3624" y="4096"/>
                    </a:lnTo>
                    <a:lnTo>
                      <a:pt x="662" y="7057"/>
                    </a:lnTo>
                    <a:lnTo>
                      <a:pt x="662" y="1134"/>
                    </a:lnTo>
                    <a:close/>
                    <a:moveTo>
                      <a:pt x="10996" y="1134"/>
                    </a:moveTo>
                    <a:lnTo>
                      <a:pt x="10996" y="7057"/>
                    </a:lnTo>
                    <a:lnTo>
                      <a:pt x="8034" y="4096"/>
                    </a:lnTo>
                    <a:lnTo>
                      <a:pt x="10996" y="1134"/>
                    </a:lnTo>
                    <a:close/>
                    <a:moveTo>
                      <a:pt x="7562" y="4568"/>
                    </a:moveTo>
                    <a:lnTo>
                      <a:pt x="10492" y="7530"/>
                    </a:lnTo>
                    <a:lnTo>
                      <a:pt x="1198" y="7530"/>
                    </a:lnTo>
                    <a:lnTo>
                      <a:pt x="4096" y="4568"/>
                    </a:lnTo>
                    <a:lnTo>
                      <a:pt x="5073" y="5545"/>
                    </a:lnTo>
                    <a:cubicBezTo>
                      <a:pt x="5278" y="5750"/>
                      <a:pt x="5553" y="5852"/>
                      <a:pt x="5829" y="5852"/>
                    </a:cubicBezTo>
                    <a:cubicBezTo>
                      <a:pt x="6105" y="5852"/>
                      <a:pt x="6380" y="5750"/>
                      <a:pt x="6585" y="5545"/>
                    </a:cubicBezTo>
                    <a:lnTo>
                      <a:pt x="7562" y="4568"/>
                    </a:ln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8"/>
                    </a:cubicBezTo>
                    <a:lnTo>
                      <a:pt x="1" y="7152"/>
                    </a:lnTo>
                    <a:cubicBezTo>
                      <a:pt x="1" y="7719"/>
                      <a:pt x="473" y="8191"/>
                      <a:pt x="1009" y="8191"/>
                    </a:cubicBezTo>
                    <a:lnTo>
                      <a:pt x="10618" y="8191"/>
                    </a:lnTo>
                    <a:cubicBezTo>
                      <a:pt x="11185" y="8191"/>
                      <a:pt x="11657" y="7719"/>
                      <a:pt x="11657" y="7152"/>
                    </a:cubicBezTo>
                    <a:lnTo>
                      <a:pt x="11657" y="1008"/>
                    </a:lnTo>
                    <a:cubicBezTo>
                      <a:pt x="11657" y="441"/>
                      <a:pt x="11185" y="0"/>
                      <a:pt x="106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073" name="Google Shape;2073;p19"/>
              <p:cNvGrpSpPr/>
              <p:nvPr/>
            </p:nvGrpSpPr>
            <p:grpSpPr>
              <a:xfrm>
                <a:off x="3714304" y="4323176"/>
                <a:ext cx="642983" cy="645953"/>
                <a:chOff x="-1333975" y="2365850"/>
                <a:chExt cx="292225" cy="293575"/>
              </a:xfrm>
            </p:grpSpPr>
            <p:sp>
              <p:nvSpPr>
                <p:cNvPr id="2074" name="Google Shape;2074;p19"/>
                <p:cNvSpPr/>
                <p:nvPr/>
              </p:nvSpPr>
              <p:spPr>
                <a:xfrm>
                  <a:off x="-1285150" y="2365850"/>
                  <a:ext cx="191225" cy="293575"/>
                </a:xfrm>
                <a:custGeom>
                  <a:rect b="b" l="l" r="r" t="t"/>
                  <a:pathLst>
                    <a:path extrusionOk="0" h="11743" w="7649">
                      <a:moveTo>
                        <a:pt x="3813" y="684"/>
                      </a:moveTo>
                      <a:cubicBezTo>
                        <a:pt x="5545" y="684"/>
                        <a:pt x="6900" y="2039"/>
                        <a:pt x="6900" y="3740"/>
                      </a:cubicBezTo>
                      <a:cubicBezTo>
                        <a:pt x="6931" y="4780"/>
                        <a:pt x="6553" y="5347"/>
                        <a:pt x="6270" y="5788"/>
                      </a:cubicBezTo>
                      <a:cubicBezTo>
                        <a:pt x="5797" y="6544"/>
                        <a:pt x="5608" y="6922"/>
                        <a:pt x="5608" y="7930"/>
                      </a:cubicBezTo>
                      <a:cubicBezTo>
                        <a:pt x="5608" y="8119"/>
                        <a:pt x="5451" y="8277"/>
                        <a:pt x="5230" y="8277"/>
                      </a:cubicBezTo>
                      <a:lnTo>
                        <a:pt x="2489" y="8277"/>
                      </a:lnTo>
                      <a:cubicBezTo>
                        <a:pt x="2300" y="8277"/>
                        <a:pt x="2143" y="8119"/>
                        <a:pt x="2143" y="7930"/>
                      </a:cubicBezTo>
                      <a:cubicBezTo>
                        <a:pt x="2143" y="6922"/>
                        <a:pt x="1922" y="6576"/>
                        <a:pt x="1450" y="5820"/>
                      </a:cubicBezTo>
                      <a:cubicBezTo>
                        <a:pt x="1198" y="5347"/>
                        <a:pt x="567" y="4528"/>
                        <a:pt x="788" y="3205"/>
                      </a:cubicBezTo>
                      <a:cubicBezTo>
                        <a:pt x="1040" y="1819"/>
                        <a:pt x="2237" y="684"/>
                        <a:pt x="3813" y="684"/>
                      </a:cubicBezTo>
                      <a:close/>
                      <a:moveTo>
                        <a:pt x="4852" y="8907"/>
                      </a:moveTo>
                      <a:lnTo>
                        <a:pt x="4852" y="9569"/>
                      </a:lnTo>
                      <a:lnTo>
                        <a:pt x="4506" y="9569"/>
                      </a:lnTo>
                      <a:cubicBezTo>
                        <a:pt x="4285" y="9569"/>
                        <a:pt x="4128" y="9726"/>
                        <a:pt x="4128" y="9915"/>
                      </a:cubicBezTo>
                      <a:cubicBezTo>
                        <a:pt x="4128" y="10136"/>
                        <a:pt x="4285" y="10293"/>
                        <a:pt x="4506" y="10293"/>
                      </a:cubicBezTo>
                      <a:lnTo>
                        <a:pt x="4852" y="10293"/>
                      </a:lnTo>
                      <a:lnTo>
                        <a:pt x="4852" y="10640"/>
                      </a:lnTo>
                      <a:cubicBezTo>
                        <a:pt x="4884" y="10829"/>
                        <a:pt x="4726" y="10986"/>
                        <a:pt x="4537" y="10986"/>
                      </a:cubicBezTo>
                      <a:lnTo>
                        <a:pt x="3151" y="10986"/>
                      </a:lnTo>
                      <a:cubicBezTo>
                        <a:pt x="2962" y="10986"/>
                        <a:pt x="2804" y="10829"/>
                        <a:pt x="2804" y="10640"/>
                      </a:cubicBezTo>
                      <a:lnTo>
                        <a:pt x="2804" y="10293"/>
                      </a:lnTo>
                      <a:lnTo>
                        <a:pt x="3151" y="10293"/>
                      </a:lnTo>
                      <a:cubicBezTo>
                        <a:pt x="3371" y="10293"/>
                        <a:pt x="3529" y="10136"/>
                        <a:pt x="3529" y="9915"/>
                      </a:cubicBezTo>
                      <a:cubicBezTo>
                        <a:pt x="3529" y="9726"/>
                        <a:pt x="3371" y="9569"/>
                        <a:pt x="3151" y="9569"/>
                      </a:cubicBezTo>
                      <a:lnTo>
                        <a:pt x="2804" y="9569"/>
                      </a:lnTo>
                      <a:lnTo>
                        <a:pt x="2804" y="8907"/>
                      </a:lnTo>
                      <a:close/>
                      <a:moveTo>
                        <a:pt x="3897" y="1"/>
                      </a:moveTo>
                      <a:cubicBezTo>
                        <a:pt x="3632" y="1"/>
                        <a:pt x="3361" y="28"/>
                        <a:pt x="3088" y="86"/>
                      </a:cubicBezTo>
                      <a:cubicBezTo>
                        <a:pt x="1607" y="401"/>
                        <a:pt x="441" y="1566"/>
                        <a:pt x="158" y="3079"/>
                      </a:cubicBezTo>
                      <a:cubicBezTo>
                        <a:pt x="0" y="3992"/>
                        <a:pt x="158" y="4969"/>
                        <a:pt x="631" y="5757"/>
                      </a:cubicBezTo>
                      <a:cubicBezTo>
                        <a:pt x="757" y="5914"/>
                        <a:pt x="820" y="6072"/>
                        <a:pt x="914" y="6229"/>
                      </a:cubicBezTo>
                      <a:cubicBezTo>
                        <a:pt x="1355" y="6891"/>
                        <a:pt x="1450" y="7143"/>
                        <a:pt x="1450" y="7962"/>
                      </a:cubicBezTo>
                      <a:cubicBezTo>
                        <a:pt x="1450" y="8403"/>
                        <a:pt x="1733" y="8781"/>
                        <a:pt x="2143" y="8939"/>
                      </a:cubicBezTo>
                      <a:lnTo>
                        <a:pt x="2143" y="10703"/>
                      </a:lnTo>
                      <a:cubicBezTo>
                        <a:pt x="2143" y="11270"/>
                        <a:pt x="2615" y="11743"/>
                        <a:pt x="3151" y="11743"/>
                      </a:cubicBezTo>
                      <a:lnTo>
                        <a:pt x="4537" y="11743"/>
                      </a:lnTo>
                      <a:cubicBezTo>
                        <a:pt x="5073" y="11743"/>
                        <a:pt x="5545" y="11270"/>
                        <a:pt x="5545" y="10703"/>
                      </a:cubicBezTo>
                      <a:lnTo>
                        <a:pt x="5545" y="8939"/>
                      </a:lnTo>
                      <a:cubicBezTo>
                        <a:pt x="5955" y="8781"/>
                        <a:pt x="6238" y="8435"/>
                        <a:pt x="6238" y="7962"/>
                      </a:cubicBezTo>
                      <a:lnTo>
                        <a:pt x="6238" y="7930"/>
                      </a:lnTo>
                      <a:cubicBezTo>
                        <a:pt x="6238" y="7143"/>
                        <a:pt x="6427" y="6828"/>
                        <a:pt x="6805" y="6229"/>
                      </a:cubicBezTo>
                      <a:cubicBezTo>
                        <a:pt x="7089" y="5788"/>
                        <a:pt x="7593" y="5032"/>
                        <a:pt x="7593" y="3835"/>
                      </a:cubicBezTo>
                      <a:cubicBezTo>
                        <a:pt x="7649" y="1658"/>
                        <a:pt x="5950" y="1"/>
                        <a:pt x="389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5" name="Google Shape;2075;p19"/>
                <p:cNvSpPr/>
                <p:nvPr/>
              </p:nvSpPr>
              <p:spPr>
                <a:xfrm>
                  <a:off x="-1076425" y="2452250"/>
                  <a:ext cx="34675" cy="18150"/>
                </a:xfrm>
                <a:custGeom>
                  <a:rect b="b" l="l" r="r" t="t"/>
                  <a:pathLst>
                    <a:path extrusionOk="0" h="726" w="1387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lnTo>
                        <a:pt x="1040" y="725"/>
                      </a:lnTo>
                      <a:cubicBezTo>
                        <a:pt x="1229" y="725"/>
                        <a:pt x="1386" y="568"/>
                        <a:pt x="1386" y="379"/>
                      </a:cubicBezTo>
                      <a:cubicBezTo>
                        <a:pt x="1386" y="158"/>
                        <a:pt x="1229" y="1"/>
                        <a:pt x="104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6" name="Google Shape;2076;p19"/>
                <p:cNvSpPr/>
                <p:nvPr/>
              </p:nvSpPr>
              <p:spPr>
                <a:xfrm>
                  <a:off x="-1333975" y="2452250"/>
                  <a:ext cx="34675" cy="18150"/>
                </a:xfrm>
                <a:custGeom>
                  <a:rect b="b" l="l" r="r" t="t"/>
                  <a:pathLst>
                    <a:path extrusionOk="0" h="726" w="1387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lnTo>
                        <a:pt x="1008" y="725"/>
                      </a:lnTo>
                      <a:cubicBezTo>
                        <a:pt x="1197" y="694"/>
                        <a:pt x="1386" y="536"/>
                        <a:pt x="1386" y="379"/>
                      </a:cubicBezTo>
                      <a:cubicBezTo>
                        <a:pt x="1386" y="158"/>
                        <a:pt x="1197" y="1"/>
                        <a:pt x="10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7" name="Google Shape;2077;p19"/>
                <p:cNvSpPr/>
                <p:nvPr/>
              </p:nvSpPr>
              <p:spPr>
                <a:xfrm>
                  <a:off x="-1093750" y="2383050"/>
                  <a:ext cx="35450" cy="26575"/>
                </a:xfrm>
                <a:custGeom>
                  <a:rect b="b" l="l" r="r" t="t"/>
                  <a:pathLst>
                    <a:path extrusionOk="0" h="1063" w="1418">
                      <a:moveTo>
                        <a:pt x="992" y="1"/>
                      </a:moveTo>
                      <a:cubicBezTo>
                        <a:pt x="931" y="1"/>
                        <a:pt x="870" y="19"/>
                        <a:pt x="819" y="59"/>
                      </a:cubicBezTo>
                      <a:lnTo>
                        <a:pt x="221" y="406"/>
                      </a:lnTo>
                      <a:cubicBezTo>
                        <a:pt x="63" y="500"/>
                        <a:pt x="0" y="721"/>
                        <a:pt x="95" y="878"/>
                      </a:cubicBezTo>
                      <a:cubicBezTo>
                        <a:pt x="159" y="985"/>
                        <a:pt x="295" y="1063"/>
                        <a:pt x="415" y="1063"/>
                      </a:cubicBezTo>
                      <a:cubicBezTo>
                        <a:pt x="473" y="1063"/>
                        <a:pt x="527" y="1045"/>
                        <a:pt x="567" y="1005"/>
                      </a:cubicBezTo>
                      <a:lnTo>
                        <a:pt x="1166" y="658"/>
                      </a:lnTo>
                      <a:cubicBezTo>
                        <a:pt x="1323" y="563"/>
                        <a:pt x="1418" y="343"/>
                        <a:pt x="1292" y="185"/>
                      </a:cubicBezTo>
                      <a:cubicBezTo>
                        <a:pt x="1249" y="79"/>
                        <a:pt x="1120" y="1"/>
                        <a:pt x="9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8" name="Google Shape;2078;p19"/>
                <p:cNvSpPr/>
                <p:nvPr/>
              </p:nvSpPr>
              <p:spPr>
                <a:xfrm>
                  <a:off x="-1317450" y="2512575"/>
                  <a:ext cx="35475" cy="26225"/>
                </a:xfrm>
                <a:custGeom>
                  <a:rect b="b" l="l" r="r" t="t"/>
                  <a:pathLst>
                    <a:path extrusionOk="0" h="1049" w="1419">
                      <a:moveTo>
                        <a:pt x="1005" y="1"/>
                      </a:moveTo>
                      <a:cubicBezTo>
                        <a:pt x="944" y="1"/>
                        <a:pt x="880" y="15"/>
                        <a:pt x="820" y="45"/>
                      </a:cubicBezTo>
                      <a:lnTo>
                        <a:pt x="221" y="392"/>
                      </a:lnTo>
                      <a:cubicBezTo>
                        <a:pt x="64" y="486"/>
                        <a:pt x="1" y="707"/>
                        <a:pt x="127" y="864"/>
                      </a:cubicBezTo>
                      <a:cubicBezTo>
                        <a:pt x="169" y="971"/>
                        <a:pt x="299" y="1049"/>
                        <a:pt x="427" y="1049"/>
                      </a:cubicBezTo>
                      <a:cubicBezTo>
                        <a:pt x="488" y="1049"/>
                        <a:pt x="548" y="1031"/>
                        <a:pt x="599" y="990"/>
                      </a:cubicBezTo>
                      <a:lnTo>
                        <a:pt x="1166" y="644"/>
                      </a:lnTo>
                      <a:cubicBezTo>
                        <a:pt x="1324" y="549"/>
                        <a:pt x="1418" y="329"/>
                        <a:pt x="1292" y="171"/>
                      </a:cubicBezTo>
                      <a:cubicBezTo>
                        <a:pt x="1250" y="64"/>
                        <a:pt x="1134" y="1"/>
                        <a:pt x="100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79" name="Google Shape;2079;p19"/>
                <p:cNvSpPr/>
                <p:nvPr/>
              </p:nvSpPr>
              <p:spPr>
                <a:xfrm>
                  <a:off x="-1092975" y="2512575"/>
                  <a:ext cx="34675" cy="25525"/>
                </a:xfrm>
                <a:custGeom>
                  <a:rect b="b" l="l" r="r" t="t"/>
                  <a:pathLst>
                    <a:path extrusionOk="0" h="1021" w="1387">
                      <a:moveTo>
                        <a:pt x="378" y="1"/>
                      </a:moveTo>
                      <a:cubicBezTo>
                        <a:pt x="264" y="1"/>
                        <a:pt x="149" y="64"/>
                        <a:pt x="64" y="171"/>
                      </a:cubicBezTo>
                      <a:cubicBezTo>
                        <a:pt x="1" y="329"/>
                        <a:pt x="32" y="518"/>
                        <a:pt x="190" y="644"/>
                      </a:cubicBezTo>
                      <a:lnTo>
                        <a:pt x="788" y="990"/>
                      </a:lnTo>
                      <a:cubicBezTo>
                        <a:pt x="838" y="1010"/>
                        <a:pt x="891" y="1021"/>
                        <a:pt x="944" y="1021"/>
                      </a:cubicBezTo>
                      <a:cubicBezTo>
                        <a:pt x="1059" y="1021"/>
                        <a:pt x="1175" y="972"/>
                        <a:pt x="1261" y="864"/>
                      </a:cubicBezTo>
                      <a:cubicBezTo>
                        <a:pt x="1387" y="675"/>
                        <a:pt x="1292" y="486"/>
                        <a:pt x="1135" y="392"/>
                      </a:cubicBezTo>
                      <a:lnTo>
                        <a:pt x="536" y="45"/>
                      </a:lnTo>
                      <a:cubicBezTo>
                        <a:pt x="486" y="15"/>
                        <a:pt x="432" y="1"/>
                        <a:pt x="37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80" name="Google Shape;2080;p19"/>
                <p:cNvSpPr/>
                <p:nvPr/>
              </p:nvSpPr>
              <p:spPr>
                <a:xfrm>
                  <a:off x="-1316650" y="2383750"/>
                  <a:ext cx="34675" cy="25525"/>
                </a:xfrm>
                <a:custGeom>
                  <a:rect b="b" l="l" r="r" t="t"/>
                  <a:pathLst>
                    <a:path extrusionOk="0" h="1021" w="1387">
                      <a:moveTo>
                        <a:pt x="405" y="1"/>
                      </a:moveTo>
                      <a:cubicBezTo>
                        <a:pt x="283" y="1"/>
                        <a:pt x="159" y="50"/>
                        <a:pt x="95" y="157"/>
                      </a:cubicBezTo>
                      <a:cubicBezTo>
                        <a:pt x="0" y="315"/>
                        <a:pt x="63" y="504"/>
                        <a:pt x="221" y="630"/>
                      </a:cubicBezTo>
                      <a:lnTo>
                        <a:pt x="788" y="977"/>
                      </a:lnTo>
                      <a:cubicBezTo>
                        <a:pt x="838" y="1007"/>
                        <a:pt x="895" y="1021"/>
                        <a:pt x="953" y="1021"/>
                      </a:cubicBezTo>
                      <a:cubicBezTo>
                        <a:pt x="1074" y="1021"/>
                        <a:pt x="1196" y="958"/>
                        <a:pt x="1260" y="850"/>
                      </a:cubicBezTo>
                      <a:cubicBezTo>
                        <a:pt x="1386" y="693"/>
                        <a:pt x="1292" y="504"/>
                        <a:pt x="1134" y="378"/>
                      </a:cubicBezTo>
                      <a:lnTo>
                        <a:pt x="567" y="31"/>
                      </a:lnTo>
                      <a:cubicBezTo>
                        <a:pt x="517" y="11"/>
                        <a:pt x="461" y="1"/>
                        <a:pt x="40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81" name="Google Shape;2081;p19"/>
                <p:cNvSpPr/>
                <p:nvPr/>
              </p:nvSpPr>
              <p:spPr>
                <a:xfrm>
                  <a:off x="-1239475" y="2401575"/>
                  <a:ext cx="102425" cy="153100"/>
                </a:xfrm>
                <a:custGeom>
                  <a:rect b="b" l="l" r="r" t="t"/>
                  <a:pathLst>
                    <a:path extrusionOk="0" h="6124" w="4097">
                      <a:moveTo>
                        <a:pt x="1733" y="1492"/>
                      </a:moveTo>
                      <a:lnTo>
                        <a:pt x="1733" y="2343"/>
                      </a:lnTo>
                      <a:cubicBezTo>
                        <a:pt x="1733" y="2500"/>
                        <a:pt x="1796" y="2626"/>
                        <a:pt x="1922" y="2658"/>
                      </a:cubicBezTo>
                      <a:lnTo>
                        <a:pt x="3246" y="3225"/>
                      </a:lnTo>
                      <a:lnTo>
                        <a:pt x="2395" y="4611"/>
                      </a:lnTo>
                      <a:lnTo>
                        <a:pt x="2395" y="3729"/>
                      </a:lnTo>
                      <a:cubicBezTo>
                        <a:pt x="2395" y="3572"/>
                        <a:pt x="2332" y="3445"/>
                        <a:pt x="2206" y="3414"/>
                      </a:cubicBezTo>
                      <a:lnTo>
                        <a:pt x="851" y="2878"/>
                      </a:lnTo>
                      <a:lnTo>
                        <a:pt x="1733" y="1492"/>
                      </a:lnTo>
                      <a:close/>
                      <a:moveTo>
                        <a:pt x="2038" y="0"/>
                      </a:moveTo>
                      <a:cubicBezTo>
                        <a:pt x="1919" y="0"/>
                        <a:pt x="1814" y="47"/>
                        <a:pt x="1765" y="169"/>
                      </a:cubicBezTo>
                      <a:lnTo>
                        <a:pt x="64" y="2941"/>
                      </a:lnTo>
                      <a:cubicBezTo>
                        <a:pt x="32" y="3004"/>
                        <a:pt x="1" y="3130"/>
                        <a:pt x="32" y="3225"/>
                      </a:cubicBezTo>
                      <a:cubicBezTo>
                        <a:pt x="64" y="3288"/>
                        <a:pt x="158" y="3382"/>
                        <a:pt x="221" y="3414"/>
                      </a:cubicBezTo>
                      <a:lnTo>
                        <a:pt x="1733" y="4013"/>
                      </a:lnTo>
                      <a:lnTo>
                        <a:pt x="1733" y="5808"/>
                      </a:lnTo>
                      <a:cubicBezTo>
                        <a:pt x="1733" y="5966"/>
                        <a:pt x="1859" y="6092"/>
                        <a:pt x="1954" y="6123"/>
                      </a:cubicBezTo>
                      <a:lnTo>
                        <a:pt x="2049" y="6123"/>
                      </a:lnTo>
                      <a:cubicBezTo>
                        <a:pt x="2143" y="6123"/>
                        <a:pt x="2269" y="6092"/>
                        <a:pt x="2301" y="5966"/>
                      </a:cubicBezTo>
                      <a:lnTo>
                        <a:pt x="4002" y="3225"/>
                      </a:lnTo>
                      <a:cubicBezTo>
                        <a:pt x="4033" y="3130"/>
                        <a:pt x="4096" y="3004"/>
                        <a:pt x="4033" y="2941"/>
                      </a:cubicBezTo>
                      <a:cubicBezTo>
                        <a:pt x="4033" y="2878"/>
                        <a:pt x="3970" y="2784"/>
                        <a:pt x="3907" y="2752"/>
                      </a:cubicBezTo>
                      <a:lnTo>
                        <a:pt x="2395" y="2154"/>
                      </a:lnTo>
                      <a:lnTo>
                        <a:pt x="2395" y="358"/>
                      </a:lnTo>
                      <a:cubicBezTo>
                        <a:pt x="2395" y="169"/>
                        <a:pt x="2269" y="74"/>
                        <a:pt x="2143" y="11"/>
                      </a:cubicBezTo>
                      <a:cubicBezTo>
                        <a:pt x="2108" y="4"/>
                        <a:pt x="2072" y="0"/>
                        <a:pt x="203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82" name="Google Shape;2082;p19"/>
              <p:cNvGrpSpPr/>
              <p:nvPr/>
            </p:nvGrpSpPr>
            <p:grpSpPr>
              <a:xfrm>
                <a:off x="6233045" y="4324663"/>
                <a:ext cx="641277" cy="642983"/>
                <a:chOff x="-1333200" y="2770450"/>
                <a:chExt cx="291450" cy="292225"/>
              </a:xfrm>
            </p:grpSpPr>
            <p:sp>
              <p:nvSpPr>
                <p:cNvPr id="2083" name="Google Shape;2083;p19"/>
                <p:cNvSpPr/>
                <p:nvPr/>
              </p:nvSpPr>
              <p:spPr>
                <a:xfrm>
                  <a:off x="-1299325" y="2808250"/>
                  <a:ext cx="222925" cy="134725"/>
                </a:xfrm>
                <a:custGeom>
                  <a:rect b="b" l="l" r="r" t="t"/>
                  <a:pathLst>
                    <a:path extrusionOk="0" h="5389" w="8917">
                      <a:moveTo>
                        <a:pt x="7877" y="631"/>
                      </a:moveTo>
                      <a:cubicBezTo>
                        <a:pt x="8066" y="631"/>
                        <a:pt x="8223" y="789"/>
                        <a:pt x="8223" y="978"/>
                      </a:cubicBezTo>
                      <a:cubicBezTo>
                        <a:pt x="8223" y="1167"/>
                        <a:pt x="8066" y="1324"/>
                        <a:pt x="7877" y="1324"/>
                      </a:cubicBezTo>
                      <a:cubicBezTo>
                        <a:pt x="7656" y="1324"/>
                        <a:pt x="7498" y="1167"/>
                        <a:pt x="7498" y="978"/>
                      </a:cubicBezTo>
                      <a:cubicBezTo>
                        <a:pt x="7498" y="789"/>
                        <a:pt x="7656" y="631"/>
                        <a:pt x="7877" y="631"/>
                      </a:cubicBezTo>
                      <a:close/>
                      <a:moveTo>
                        <a:pt x="3056" y="1293"/>
                      </a:moveTo>
                      <a:cubicBezTo>
                        <a:pt x="3245" y="1293"/>
                        <a:pt x="3403" y="1450"/>
                        <a:pt x="3403" y="1639"/>
                      </a:cubicBezTo>
                      <a:cubicBezTo>
                        <a:pt x="3403" y="1828"/>
                        <a:pt x="3245" y="1986"/>
                        <a:pt x="3056" y="1986"/>
                      </a:cubicBezTo>
                      <a:cubicBezTo>
                        <a:pt x="2867" y="1986"/>
                        <a:pt x="2710" y="1828"/>
                        <a:pt x="2710" y="1639"/>
                      </a:cubicBezTo>
                      <a:cubicBezTo>
                        <a:pt x="2741" y="1450"/>
                        <a:pt x="2899" y="1293"/>
                        <a:pt x="3056" y="1293"/>
                      </a:cubicBezTo>
                      <a:close/>
                      <a:moveTo>
                        <a:pt x="5797" y="3340"/>
                      </a:moveTo>
                      <a:cubicBezTo>
                        <a:pt x="6018" y="3340"/>
                        <a:pt x="6175" y="3498"/>
                        <a:pt x="6175" y="3687"/>
                      </a:cubicBezTo>
                      <a:cubicBezTo>
                        <a:pt x="6175" y="3876"/>
                        <a:pt x="6018" y="4034"/>
                        <a:pt x="5797" y="4034"/>
                      </a:cubicBezTo>
                      <a:cubicBezTo>
                        <a:pt x="5608" y="4034"/>
                        <a:pt x="5451" y="3876"/>
                        <a:pt x="5451" y="3687"/>
                      </a:cubicBezTo>
                      <a:cubicBezTo>
                        <a:pt x="5451" y="3498"/>
                        <a:pt x="5608" y="3340"/>
                        <a:pt x="5797" y="3340"/>
                      </a:cubicBezTo>
                      <a:close/>
                      <a:moveTo>
                        <a:pt x="1008" y="4034"/>
                      </a:moveTo>
                      <a:cubicBezTo>
                        <a:pt x="1198" y="4034"/>
                        <a:pt x="1355" y="4191"/>
                        <a:pt x="1355" y="4412"/>
                      </a:cubicBezTo>
                      <a:cubicBezTo>
                        <a:pt x="1355" y="4601"/>
                        <a:pt x="1198" y="4758"/>
                        <a:pt x="1008" y="4758"/>
                      </a:cubicBezTo>
                      <a:cubicBezTo>
                        <a:pt x="819" y="4758"/>
                        <a:pt x="662" y="4601"/>
                        <a:pt x="662" y="4412"/>
                      </a:cubicBezTo>
                      <a:cubicBezTo>
                        <a:pt x="662" y="4191"/>
                        <a:pt x="819" y="4034"/>
                        <a:pt x="1008" y="4034"/>
                      </a:cubicBezTo>
                      <a:close/>
                      <a:moveTo>
                        <a:pt x="7908" y="1"/>
                      </a:moveTo>
                      <a:cubicBezTo>
                        <a:pt x="7341" y="1"/>
                        <a:pt x="6868" y="474"/>
                        <a:pt x="6868" y="1009"/>
                      </a:cubicBezTo>
                      <a:cubicBezTo>
                        <a:pt x="6868" y="1198"/>
                        <a:pt x="6963" y="1419"/>
                        <a:pt x="7026" y="1576"/>
                      </a:cubicBezTo>
                      <a:lnTo>
                        <a:pt x="6112" y="2742"/>
                      </a:lnTo>
                      <a:cubicBezTo>
                        <a:pt x="6032" y="2722"/>
                        <a:pt x="5943" y="2711"/>
                        <a:pt x="5850" y="2711"/>
                      </a:cubicBezTo>
                      <a:cubicBezTo>
                        <a:pt x="5650" y="2711"/>
                        <a:pt x="5434" y="2760"/>
                        <a:pt x="5262" y="2868"/>
                      </a:cubicBezTo>
                      <a:lnTo>
                        <a:pt x="4096" y="1954"/>
                      </a:lnTo>
                      <a:cubicBezTo>
                        <a:pt x="4127" y="1891"/>
                        <a:pt x="4127" y="1765"/>
                        <a:pt x="4127" y="1639"/>
                      </a:cubicBezTo>
                      <a:cubicBezTo>
                        <a:pt x="4127" y="1104"/>
                        <a:pt x="3655" y="631"/>
                        <a:pt x="3088" y="631"/>
                      </a:cubicBezTo>
                      <a:cubicBezTo>
                        <a:pt x="2552" y="631"/>
                        <a:pt x="2080" y="1104"/>
                        <a:pt x="2080" y="1639"/>
                      </a:cubicBezTo>
                      <a:cubicBezTo>
                        <a:pt x="2080" y="1828"/>
                        <a:pt x="2143" y="2049"/>
                        <a:pt x="2237" y="2206"/>
                      </a:cubicBezTo>
                      <a:lnTo>
                        <a:pt x="1324" y="3372"/>
                      </a:lnTo>
                      <a:cubicBezTo>
                        <a:pt x="1261" y="3340"/>
                        <a:pt x="1134" y="3340"/>
                        <a:pt x="1008" y="3340"/>
                      </a:cubicBezTo>
                      <a:cubicBezTo>
                        <a:pt x="441" y="3340"/>
                        <a:pt x="0" y="3813"/>
                        <a:pt x="0" y="4349"/>
                      </a:cubicBezTo>
                      <a:cubicBezTo>
                        <a:pt x="0" y="4947"/>
                        <a:pt x="441" y="5388"/>
                        <a:pt x="1008" y="5388"/>
                      </a:cubicBezTo>
                      <a:cubicBezTo>
                        <a:pt x="1576" y="5388"/>
                        <a:pt x="2017" y="4916"/>
                        <a:pt x="2017" y="4349"/>
                      </a:cubicBezTo>
                      <a:cubicBezTo>
                        <a:pt x="2017" y="4160"/>
                        <a:pt x="1954" y="3971"/>
                        <a:pt x="1859" y="3813"/>
                      </a:cubicBezTo>
                      <a:lnTo>
                        <a:pt x="2773" y="2616"/>
                      </a:lnTo>
                      <a:cubicBezTo>
                        <a:pt x="2875" y="2650"/>
                        <a:pt x="2980" y="2667"/>
                        <a:pt x="3087" y="2667"/>
                      </a:cubicBezTo>
                      <a:cubicBezTo>
                        <a:pt x="3278" y="2667"/>
                        <a:pt x="3473" y="2611"/>
                        <a:pt x="3655" y="2490"/>
                      </a:cubicBezTo>
                      <a:lnTo>
                        <a:pt x="4821" y="3403"/>
                      </a:lnTo>
                      <a:cubicBezTo>
                        <a:pt x="4789" y="3498"/>
                        <a:pt x="4789" y="3624"/>
                        <a:pt x="4789" y="3719"/>
                      </a:cubicBezTo>
                      <a:cubicBezTo>
                        <a:pt x="4789" y="4286"/>
                        <a:pt x="5262" y="4758"/>
                        <a:pt x="5797" y="4758"/>
                      </a:cubicBezTo>
                      <a:cubicBezTo>
                        <a:pt x="6364" y="4758"/>
                        <a:pt x="6837" y="4286"/>
                        <a:pt x="6837" y="3719"/>
                      </a:cubicBezTo>
                      <a:cubicBezTo>
                        <a:pt x="6837" y="3529"/>
                        <a:pt x="6742" y="3340"/>
                        <a:pt x="6679" y="3183"/>
                      </a:cubicBezTo>
                      <a:lnTo>
                        <a:pt x="7593" y="1986"/>
                      </a:lnTo>
                      <a:cubicBezTo>
                        <a:pt x="7656" y="2049"/>
                        <a:pt x="7782" y="2049"/>
                        <a:pt x="7908" y="2049"/>
                      </a:cubicBezTo>
                      <a:cubicBezTo>
                        <a:pt x="8444" y="2049"/>
                        <a:pt x="8916" y="1576"/>
                        <a:pt x="8916" y="1009"/>
                      </a:cubicBezTo>
                      <a:cubicBezTo>
                        <a:pt x="8916" y="474"/>
                        <a:pt x="8444" y="1"/>
                        <a:pt x="790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84" name="Google Shape;2084;p19"/>
                <p:cNvSpPr/>
                <p:nvPr/>
              </p:nvSpPr>
              <p:spPr>
                <a:xfrm>
                  <a:off x="-1333200" y="2770450"/>
                  <a:ext cx="291450" cy="292225"/>
                </a:xfrm>
                <a:custGeom>
                  <a:rect b="b" l="l" r="r" t="t"/>
                  <a:pathLst>
                    <a:path extrusionOk="0" h="11689" w="11658">
                      <a:moveTo>
                        <a:pt x="10586" y="725"/>
                      </a:moveTo>
                      <a:cubicBezTo>
                        <a:pt x="10807" y="725"/>
                        <a:pt x="10964" y="883"/>
                        <a:pt x="10964" y="1072"/>
                      </a:cubicBezTo>
                      <a:lnTo>
                        <a:pt x="10964" y="7593"/>
                      </a:lnTo>
                      <a:lnTo>
                        <a:pt x="631" y="7593"/>
                      </a:lnTo>
                      <a:lnTo>
                        <a:pt x="631" y="1072"/>
                      </a:lnTo>
                      <a:cubicBezTo>
                        <a:pt x="662" y="883"/>
                        <a:pt x="820" y="725"/>
                        <a:pt x="977" y="725"/>
                      </a:cubicBezTo>
                      <a:close/>
                      <a:moveTo>
                        <a:pt x="10996" y="8286"/>
                      </a:moveTo>
                      <a:lnTo>
                        <a:pt x="10996" y="8633"/>
                      </a:lnTo>
                      <a:cubicBezTo>
                        <a:pt x="10996" y="8822"/>
                        <a:pt x="10838" y="8980"/>
                        <a:pt x="10618" y="8980"/>
                      </a:cubicBezTo>
                      <a:lnTo>
                        <a:pt x="1009" y="8980"/>
                      </a:lnTo>
                      <a:cubicBezTo>
                        <a:pt x="820" y="8980"/>
                        <a:pt x="662" y="8822"/>
                        <a:pt x="662" y="8633"/>
                      </a:cubicBezTo>
                      <a:lnTo>
                        <a:pt x="662" y="8286"/>
                      </a:lnTo>
                      <a:close/>
                      <a:moveTo>
                        <a:pt x="6617" y="9641"/>
                      </a:moveTo>
                      <a:lnTo>
                        <a:pt x="6932" y="11027"/>
                      </a:lnTo>
                      <a:lnTo>
                        <a:pt x="4632" y="11027"/>
                      </a:lnTo>
                      <a:lnTo>
                        <a:pt x="4947" y="9641"/>
                      </a:lnTo>
                      <a:close/>
                      <a:moveTo>
                        <a:pt x="1009" y="1"/>
                      </a:moveTo>
                      <a:cubicBezTo>
                        <a:pt x="473" y="1"/>
                        <a:pt x="1" y="473"/>
                        <a:pt x="1" y="1040"/>
                      </a:cubicBezTo>
                      <a:lnTo>
                        <a:pt x="1" y="8570"/>
                      </a:lnTo>
                      <a:cubicBezTo>
                        <a:pt x="1" y="9137"/>
                        <a:pt x="473" y="9610"/>
                        <a:pt x="1009" y="9610"/>
                      </a:cubicBezTo>
                      <a:lnTo>
                        <a:pt x="4285" y="9610"/>
                      </a:lnTo>
                      <a:lnTo>
                        <a:pt x="3970" y="10996"/>
                      </a:lnTo>
                      <a:lnTo>
                        <a:pt x="3057" y="10996"/>
                      </a:lnTo>
                      <a:cubicBezTo>
                        <a:pt x="2868" y="10996"/>
                        <a:pt x="2710" y="11153"/>
                        <a:pt x="2710" y="11342"/>
                      </a:cubicBezTo>
                      <a:cubicBezTo>
                        <a:pt x="2710" y="11531"/>
                        <a:pt x="2868" y="11689"/>
                        <a:pt x="3057" y="11689"/>
                      </a:cubicBezTo>
                      <a:lnTo>
                        <a:pt x="8538" y="11689"/>
                      </a:lnTo>
                      <a:cubicBezTo>
                        <a:pt x="8727" y="11689"/>
                        <a:pt x="8885" y="11531"/>
                        <a:pt x="8885" y="11342"/>
                      </a:cubicBezTo>
                      <a:cubicBezTo>
                        <a:pt x="8885" y="11153"/>
                        <a:pt x="8727" y="10996"/>
                        <a:pt x="8538" y="10996"/>
                      </a:cubicBezTo>
                      <a:lnTo>
                        <a:pt x="7625" y="10996"/>
                      </a:lnTo>
                      <a:lnTo>
                        <a:pt x="7310" y="9610"/>
                      </a:lnTo>
                      <a:lnTo>
                        <a:pt x="10618" y="9610"/>
                      </a:lnTo>
                      <a:cubicBezTo>
                        <a:pt x="11185" y="9610"/>
                        <a:pt x="11657" y="9137"/>
                        <a:pt x="11657" y="8570"/>
                      </a:cubicBezTo>
                      <a:lnTo>
                        <a:pt x="11657" y="1040"/>
                      </a:lnTo>
                      <a:cubicBezTo>
                        <a:pt x="11657" y="473"/>
                        <a:pt x="11185" y="1"/>
                        <a:pt x="1061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85" name="Google Shape;2085;p19"/>
              <p:cNvGrpSpPr/>
              <p:nvPr/>
            </p:nvGrpSpPr>
            <p:grpSpPr>
              <a:xfrm>
                <a:off x="2029506" y="4325525"/>
                <a:ext cx="642983" cy="641277"/>
                <a:chOff x="-937025" y="2064750"/>
                <a:chExt cx="292225" cy="291450"/>
              </a:xfrm>
            </p:grpSpPr>
            <p:sp>
              <p:nvSpPr>
                <p:cNvPr id="2086" name="Google Shape;2086;p19"/>
                <p:cNvSpPr/>
                <p:nvPr/>
              </p:nvSpPr>
              <p:spPr>
                <a:xfrm>
                  <a:off x="-834625" y="2134850"/>
                  <a:ext cx="86650" cy="85075"/>
                </a:xfrm>
                <a:custGeom>
                  <a:rect b="b" l="l" r="r" t="t"/>
                  <a:pathLst>
                    <a:path extrusionOk="0" h="3403" w="3466">
                      <a:moveTo>
                        <a:pt x="1702" y="599"/>
                      </a:moveTo>
                      <a:cubicBezTo>
                        <a:pt x="1922" y="599"/>
                        <a:pt x="2080" y="788"/>
                        <a:pt x="2080" y="977"/>
                      </a:cubicBezTo>
                      <a:cubicBezTo>
                        <a:pt x="2080" y="1166"/>
                        <a:pt x="1922" y="1324"/>
                        <a:pt x="1702" y="1324"/>
                      </a:cubicBezTo>
                      <a:cubicBezTo>
                        <a:pt x="1512" y="1324"/>
                        <a:pt x="1355" y="1166"/>
                        <a:pt x="1355" y="977"/>
                      </a:cubicBezTo>
                      <a:cubicBezTo>
                        <a:pt x="1355" y="788"/>
                        <a:pt x="1512" y="599"/>
                        <a:pt x="1702" y="599"/>
                      </a:cubicBezTo>
                      <a:close/>
                      <a:moveTo>
                        <a:pt x="1765" y="2048"/>
                      </a:moveTo>
                      <a:cubicBezTo>
                        <a:pt x="2174" y="2048"/>
                        <a:pt x="2584" y="2300"/>
                        <a:pt x="2741" y="2710"/>
                      </a:cubicBezTo>
                      <a:lnTo>
                        <a:pt x="756" y="2710"/>
                      </a:lnTo>
                      <a:cubicBezTo>
                        <a:pt x="914" y="2300"/>
                        <a:pt x="1292" y="2048"/>
                        <a:pt x="1765" y="2048"/>
                      </a:cubicBezTo>
                      <a:close/>
                      <a:moveTo>
                        <a:pt x="1702" y="0"/>
                      </a:moveTo>
                      <a:cubicBezTo>
                        <a:pt x="1166" y="0"/>
                        <a:pt x="693" y="441"/>
                        <a:pt x="693" y="1009"/>
                      </a:cubicBezTo>
                      <a:cubicBezTo>
                        <a:pt x="693" y="1198"/>
                        <a:pt x="788" y="1387"/>
                        <a:pt x="851" y="1576"/>
                      </a:cubicBezTo>
                      <a:cubicBezTo>
                        <a:pt x="347" y="1891"/>
                        <a:pt x="0" y="2426"/>
                        <a:pt x="0" y="3056"/>
                      </a:cubicBezTo>
                      <a:cubicBezTo>
                        <a:pt x="0" y="3245"/>
                        <a:pt x="158" y="3403"/>
                        <a:pt x="347" y="3403"/>
                      </a:cubicBezTo>
                      <a:lnTo>
                        <a:pt x="3088" y="3403"/>
                      </a:lnTo>
                      <a:cubicBezTo>
                        <a:pt x="3308" y="3403"/>
                        <a:pt x="3466" y="3245"/>
                        <a:pt x="3466" y="3056"/>
                      </a:cubicBezTo>
                      <a:cubicBezTo>
                        <a:pt x="3434" y="2426"/>
                        <a:pt x="3088" y="1828"/>
                        <a:pt x="2584" y="1576"/>
                      </a:cubicBezTo>
                      <a:cubicBezTo>
                        <a:pt x="2710" y="1387"/>
                        <a:pt x="2741" y="1198"/>
                        <a:pt x="2741" y="1009"/>
                      </a:cubicBezTo>
                      <a:cubicBezTo>
                        <a:pt x="2741" y="441"/>
                        <a:pt x="2269" y="0"/>
                        <a:pt x="170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87" name="Google Shape;2087;p19"/>
                <p:cNvSpPr/>
                <p:nvPr/>
              </p:nvSpPr>
              <p:spPr>
                <a:xfrm>
                  <a:off x="-936225" y="2304975"/>
                  <a:ext cx="289850" cy="51225"/>
                </a:xfrm>
                <a:custGeom>
                  <a:rect b="b" l="l" r="r" t="t"/>
                  <a:pathLst>
                    <a:path extrusionOk="0" h="2049" w="11594">
                      <a:moveTo>
                        <a:pt x="3056" y="662"/>
                      </a:moveTo>
                      <a:cubicBezTo>
                        <a:pt x="3277" y="662"/>
                        <a:pt x="3434" y="820"/>
                        <a:pt x="3434" y="1009"/>
                      </a:cubicBezTo>
                      <a:cubicBezTo>
                        <a:pt x="3434" y="1229"/>
                        <a:pt x="3277" y="1387"/>
                        <a:pt x="3056" y="1387"/>
                      </a:cubicBezTo>
                      <a:lnTo>
                        <a:pt x="1008" y="1387"/>
                      </a:lnTo>
                      <a:cubicBezTo>
                        <a:pt x="819" y="1387"/>
                        <a:pt x="662" y="1229"/>
                        <a:pt x="662" y="1009"/>
                      </a:cubicBezTo>
                      <a:cubicBezTo>
                        <a:pt x="662" y="820"/>
                        <a:pt x="819" y="662"/>
                        <a:pt x="1008" y="662"/>
                      </a:cubicBezTo>
                      <a:close/>
                      <a:moveTo>
                        <a:pt x="10586" y="693"/>
                      </a:moveTo>
                      <a:cubicBezTo>
                        <a:pt x="10775" y="693"/>
                        <a:pt x="10932" y="851"/>
                        <a:pt x="10932" y="1072"/>
                      </a:cubicBezTo>
                      <a:cubicBezTo>
                        <a:pt x="10901" y="1229"/>
                        <a:pt x="10775" y="1387"/>
                        <a:pt x="10586" y="1387"/>
                      </a:cubicBezTo>
                      <a:lnTo>
                        <a:pt x="4001" y="1387"/>
                      </a:lnTo>
                      <a:cubicBezTo>
                        <a:pt x="4096" y="1166"/>
                        <a:pt x="4096" y="914"/>
                        <a:pt x="4001" y="693"/>
                      </a:cubicBezTo>
                      <a:close/>
                      <a:moveTo>
                        <a:pt x="1008" y="0"/>
                      </a:moveTo>
                      <a:cubicBezTo>
                        <a:pt x="473" y="0"/>
                        <a:pt x="0" y="473"/>
                        <a:pt x="0" y="1009"/>
                      </a:cubicBezTo>
                      <a:cubicBezTo>
                        <a:pt x="0" y="1576"/>
                        <a:pt x="473" y="2048"/>
                        <a:pt x="1008" y="2048"/>
                      </a:cubicBezTo>
                      <a:lnTo>
                        <a:pt x="10586" y="2048"/>
                      </a:lnTo>
                      <a:cubicBezTo>
                        <a:pt x="11121" y="2048"/>
                        <a:pt x="11594" y="1576"/>
                        <a:pt x="11594" y="1009"/>
                      </a:cubicBezTo>
                      <a:cubicBezTo>
                        <a:pt x="11594" y="473"/>
                        <a:pt x="11121" y="0"/>
                        <a:pt x="1058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88" name="Google Shape;2088;p19"/>
                <p:cNvSpPr/>
                <p:nvPr/>
              </p:nvSpPr>
              <p:spPr>
                <a:xfrm>
                  <a:off x="-937025" y="2064750"/>
                  <a:ext cx="292225" cy="223125"/>
                </a:xfrm>
                <a:custGeom>
                  <a:rect b="b" l="l" r="r" t="t"/>
                  <a:pathLst>
                    <a:path extrusionOk="0" h="8925" w="11689">
                      <a:moveTo>
                        <a:pt x="3813" y="662"/>
                      </a:moveTo>
                      <a:cubicBezTo>
                        <a:pt x="4002" y="662"/>
                        <a:pt x="4159" y="820"/>
                        <a:pt x="4159" y="1009"/>
                      </a:cubicBezTo>
                      <a:lnTo>
                        <a:pt x="4159" y="1355"/>
                      </a:lnTo>
                      <a:lnTo>
                        <a:pt x="3813" y="1355"/>
                      </a:lnTo>
                      <a:cubicBezTo>
                        <a:pt x="3246" y="1355"/>
                        <a:pt x="2773" y="1828"/>
                        <a:pt x="2773" y="2395"/>
                      </a:cubicBezTo>
                      <a:lnTo>
                        <a:pt x="2773" y="4978"/>
                      </a:lnTo>
                      <a:lnTo>
                        <a:pt x="2080" y="5703"/>
                      </a:lnTo>
                      <a:lnTo>
                        <a:pt x="2080" y="5199"/>
                      </a:lnTo>
                      <a:cubicBezTo>
                        <a:pt x="2080" y="4978"/>
                        <a:pt x="1922" y="4821"/>
                        <a:pt x="1702" y="4821"/>
                      </a:cubicBezTo>
                      <a:lnTo>
                        <a:pt x="1040" y="4821"/>
                      </a:lnTo>
                      <a:cubicBezTo>
                        <a:pt x="851" y="4821"/>
                        <a:pt x="694" y="4663"/>
                        <a:pt x="694" y="4474"/>
                      </a:cubicBezTo>
                      <a:lnTo>
                        <a:pt x="694" y="1009"/>
                      </a:ln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10649" y="662"/>
                      </a:moveTo>
                      <a:cubicBezTo>
                        <a:pt x="10838" y="662"/>
                        <a:pt x="10996" y="820"/>
                        <a:pt x="10996" y="1009"/>
                      </a:cubicBezTo>
                      <a:lnTo>
                        <a:pt x="10996" y="4474"/>
                      </a:lnTo>
                      <a:cubicBezTo>
                        <a:pt x="10996" y="4695"/>
                        <a:pt x="10838" y="4852"/>
                        <a:pt x="10649" y="4852"/>
                      </a:cubicBezTo>
                      <a:lnTo>
                        <a:pt x="9893" y="4852"/>
                      </a:lnTo>
                      <a:cubicBezTo>
                        <a:pt x="9704" y="4852"/>
                        <a:pt x="9547" y="5010"/>
                        <a:pt x="9547" y="5199"/>
                      </a:cubicBezTo>
                      <a:lnTo>
                        <a:pt x="9547" y="5703"/>
                      </a:lnTo>
                      <a:lnTo>
                        <a:pt x="8885" y="5010"/>
                      </a:lnTo>
                      <a:lnTo>
                        <a:pt x="8885" y="2395"/>
                      </a:lnTo>
                      <a:cubicBezTo>
                        <a:pt x="8885" y="1859"/>
                        <a:pt x="8412" y="1387"/>
                        <a:pt x="7845" y="1387"/>
                      </a:cubicBezTo>
                      <a:lnTo>
                        <a:pt x="7499" y="1387"/>
                      </a:lnTo>
                      <a:lnTo>
                        <a:pt x="7499" y="1009"/>
                      </a:lnTo>
                      <a:cubicBezTo>
                        <a:pt x="7499" y="820"/>
                        <a:pt x="7656" y="662"/>
                        <a:pt x="7845" y="662"/>
                      </a:cubicBezTo>
                      <a:close/>
                      <a:moveTo>
                        <a:pt x="7845" y="2048"/>
                      </a:moveTo>
                      <a:cubicBezTo>
                        <a:pt x="8066" y="2048"/>
                        <a:pt x="8223" y="2206"/>
                        <a:pt x="8223" y="2395"/>
                      </a:cubicBezTo>
                      <a:lnTo>
                        <a:pt x="8223" y="6522"/>
                      </a:lnTo>
                      <a:cubicBezTo>
                        <a:pt x="8223" y="6742"/>
                        <a:pt x="8066" y="6900"/>
                        <a:pt x="7845" y="6900"/>
                      </a:cubicBezTo>
                      <a:lnTo>
                        <a:pt x="6711" y="6900"/>
                      </a:lnTo>
                      <a:cubicBezTo>
                        <a:pt x="6585" y="6900"/>
                        <a:pt x="6491" y="6931"/>
                        <a:pt x="6428" y="7057"/>
                      </a:cubicBezTo>
                      <a:lnTo>
                        <a:pt x="5798" y="8003"/>
                      </a:lnTo>
                      <a:lnTo>
                        <a:pt x="5167" y="7057"/>
                      </a:lnTo>
                      <a:cubicBezTo>
                        <a:pt x="5104" y="6963"/>
                        <a:pt x="5010" y="6900"/>
                        <a:pt x="4915" y="6900"/>
                      </a:cubicBezTo>
                      <a:lnTo>
                        <a:pt x="3750" y="6900"/>
                      </a:lnTo>
                      <a:cubicBezTo>
                        <a:pt x="3561" y="6900"/>
                        <a:pt x="3403" y="6742"/>
                        <a:pt x="3403" y="6522"/>
                      </a:cubicBezTo>
                      <a:lnTo>
                        <a:pt x="3403" y="2395"/>
                      </a:lnTo>
                      <a:cubicBezTo>
                        <a:pt x="3403" y="2206"/>
                        <a:pt x="3561" y="2048"/>
                        <a:pt x="3750" y="2048"/>
                      </a:cubicBez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09"/>
                      </a:cubicBezTo>
                      <a:lnTo>
                        <a:pt x="1" y="4474"/>
                      </a:lnTo>
                      <a:cubicBezTo>
                        <a:pt x="1" y="5041"/>
                        <a:pt x="473" y="5514"/>
                        <a:pt x="1009" y="5514"/>
                      </a:cubicBezTo>
                      <a:lnTo>
                        <a:pt x="1355" y="5514"/>
                      </a:lnTo>
                      <a:lnTo>
                        <a:pt x="1355" y="6522"/>
                      </a:lnTo>
                      <a:cubicBezTo>
                        <a:pt x="1355" y="6736"/>
                        <a:pt x="1544" y="6877"/>
                        <a:pt x="1724" y="6877"/>
                      </a:cubicBezTo>
                      <a:cubicBezTo>
                        <a:pt x="1809" y="6877"/>
                        <a:pt x="1893" y="6845"/>
                        <a:pt x="1954" y="6774"/>
                      </a:cubicBezTo>
                      <a:lnTo>
                        <a:pt x="2742" y="5986"/>
                      </a:lnTo>
                      <a:lnTo>
                        <a:pt x="2742" y="6522"/>
                      </a:lnTo>
                      <a:cubicBezTo>
                        <a:pt x="2742" y="7089"/>
                        <a:pt x="3214" y="7562"/>
                        <a:pt x="3781" y="7562"/>
                      </a:cubicBezTo>
                      <a:lnTo>
                        <a:pt x="4726" y="7562"/>
                      </a:lnTo>
                      <a:lnTo>
                        <a:pt x="5545" y="8759"/>
                      </a:lnTo>
                      <a:cubicBezTo>
                        <a:pt x="5608" y="8869"/>
                        <a:pt x="5719" y="8924"/>
                        <a:pt x="5825" y="8924"/>
                      </a:cubicBezTo>
                      <a:cubicBezTo>
                        <a:pt x="5931" y="8924"/>
                        <a:pt x="6034" y="8869"/>
                        <a:pt x="6081" y="8759"/>
                      </a:cubicBezTo>
                      <a:lnTo>
                        <a:pt x="6932" y="7562"/>
                      </a:lnTo>
                      <a:lnTo>
                        <a:pt x="7877" y="7562"/>
                      </a:lnTo>
                      <a:cubicBezTo>
                        <a:pt x="8412" y="7562"/>
                        <a:pt x="8885" y="7089"/>
                        <a:pt x="8885" y="6522"/>
                      </a:cubicBezTo>
                      <a:lnTo>
                        <a:pt x="8885" y="5986"/>
                      </a:lnTo>
                      <a:lnTo>
                        <a:pt x="9673" y="6774"/>
                      </a:lnTo>
                      <a:cubicBezTo>
                        <a:pt x="9733" y="6845"/>
                        <a:pt x="9817" y="6877"/>
                        <a:pt x="9903" y="6877"/>
                      </a:cubicBezTo>
                      <a:cubicBezTo>
                        <a:pt x="10083" y="6877"/>
                        <a:pt x="10271" y="6736"/>
                        <a:pt x="10271" y="6522"/>
                      </a:cubicBezTo>
                      <a:lnTo>
                        <a:pt x="10271" y="5514"/>
                      </a:lnTo>
                      <a:lnTo>
                        <a:pt x="10649" y="5514"/>
                      </a:lnTo>
                      <a:cubicBezTo>
                        <a:pt x="11216" y="5514"/>
                        <a:pt x="11689" y="5041"/>
                        <a:pt x="11689" y="4474"/>
                      </a:cubicBezTo>
                      <a:lnTo>
                        <a:pt x="11689" y="1009"/>
                      </a:lnTo>
                      <a:cubicBezTo>
                        <a:pt x="11689" y="441"/>
                        <a:pt x="11216" y="0"/>
                        <a:pt x="10649" y="0"/>
                      </a:cubicBezTo>
                      <a:lnTo>
                        <a:pt x="7845" y="0"/>
                      </a:lnTo>
                      <a:cubicBezTo>
                        <a:pt x="7310" y="0"/>
                        <a:pt x="6837" y="473"/>
                        <a:pt x="6837" y="1009"/>
                      </a:cubicBezTo>
                      <a:lnTo>
                        <a:pt x="6837" y="1387"/>
                      </a:lnTo>
                      <a:lnTo>
                        <a:pt x="4789" y="1387"/>
                      </a:lnTo>
                      <a:lnTo>
                        <a:pt x="4789" y="1009"/>
                      </a:lnTo>
                      <a:cubicBezTo>
                        <a:pt x="4789" y="473"/>
                        <a:pt x="4317" y="0"/>
                        <a:pt x="3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089" name="Google Shape;2089;p19"/>
              <p:cNvGrpSpPr/>
              <p:nvPr/>
            </p:nvGrpSpPr>
            <p:grpSpPr>
              <a:xfrm>
                <a:off x="397271" y="4323797"/>
                <a:ext cx="566742" cy="644743"/>
                <a:chOff x="-1684475" y="2049000"/>
                <a:chExt cx="257575" cy="293025"/>
              </a:xfrm>
            </p:grpSpPr>
            <p:sp>
              <p:nvSpPr>
                <p:cNvPr id="2090" name="Google Shape;2090;p19"/>
                <p:cNvSpPr/>
                <p:nvPr/>
              </p:nvSpPr>
              <p:spPr>
                <a:xfrm>
                  <a:off x="-1684475" y="2049000"/>
                  <a:ext cx="257575" cy="293025"/>
                </a:xfrm>
                <a:custGeom>
                  <a:rect b="b" l="l" r="r" t="t"/>
                  <a:pathLst>
                    <a:path extrusionOk="0" h="11721" w="10303">
                      <a:moveTo>
                        <a:pt x="1355" y="693"/>
                      </a:moveTo>
                      <a:lnTo>
                        <a:pt x="1355" y="1387"/>
                      </a:lnTo>
                      <a:lnTo>
                        <a:pt x="694" y="1387"/>
                      </a:lnTo>
                      <a:lnTo>
                        <a:pt x="694" y="693"/>
                      </a:lnTo>
                      <a:close/>
                      <a:moveTo>
                        <a:pt x="9546" y="693"/>
                      </a:moveTo>
                      <a:lnTo>
                        <a:pt x="9546" y="1387"/>
                      </a:lnTo>
                      <a:lnTo>
                        <a:pt x="8885" y="1387"/>
                      </a:lnTo>
                      <a:lnTo>
                        <a:pt x="8885" y="693"/>
                      </a:lnTo>
                      <a:close/>
                      <a:moveTo>
                        <a:pt x="8223" y="1387"/>
                      </a:moveTo>
                      <a:lnTo>
                        <a:pt x="8223" y="1733"/>
                      </a:lnTo>
                      <a:cubicBezTo>
                        <a:pt x="8223" y="1922"/>
                        <a:pt x="8381" y="2080"/>
                        <a:pt x="8570" y="2080"/>
                      </a:cubicBezTo>
                      <a:lnTo>
                        <a:pt x="8916" y="2080"/>
                      </a:lnTo>
                      <a:lnTo>
                        <a:pt x="8916" y="9641"/>
                      </a:lnTo>
                      <a:lnTo>
                        <a:pt x="8538" y="9641"/>
                      </a:lnTo>
                      <a:cubicBezTo>
                        <a:pt x="8349" y="9641"/>
                        <a:pt x="8192" y="9798"/>
                        <a:pt x="8192" y="9987"/>
                      </a:cubicBezTo>
                      <a:lnTo>
                        <a:pt x="8192" y="10365"/>
                      </a:lnTo>
                      <a:lnTo>
                        <a:pt x="2080" y="10365"/>
                      </a:lnTo>
                      <a:lnTo>
                        <a:pt x="2080" y="9987"/>
                      </a:lnTo>
                      <a:cubicBezTo>
                        <a:pt x="2080" y="9798"/>
                        <a:pt x="1922" y="9641"/>
                        <a:pt x="1733" y="9641"/>
                      </a:cubicBezTo>
                      <a:lnTo>
                        <a:pt x="1355" y="9641"/>
                      </a:lnTo>
                      <a:lnTo>
                        <a:pt x="1355" y="2080"/>
                      </a:lnTo>
                      <a:lnTo>
                        <a:pt x="1733" y="2080"/>
                      </a:lnTo>
                      <a:cubicBezTo>
                        <a:pt x="1922" y="2080"/>
                        <a:pt x="2080" y="1922"/>
                        <a:pt x="2080" y="1733"/>
                      </a:cubicBezTo>
                      <a:lnTo>
                        <a:pt x="2080" y="1387"/>
                      </a:lnTo>
                      <a:close/>
                      <a:moveTo>
                        <a:pt x="1355" y="10365"/>
                      </a:moveTo>
                      <a:lnTo>
                        <a:pt x="1355" y="11027"/>
                      </a:lnTo>
                      <a:lnTo>
                        <a:pt x="694" y="11027"/>
                      </a:lnTo>
                      <a:lnTo>
                        <a:pt x="694" y="10365"/>
                      </a:lnTo>
                      <a:close/>
                      <a:moveTo>
                        <a:pt x="9609" y="10365"/>
                      </a:moveTo>
                      <a:lnTo>
                        <a:pt x="9609" y="11027"/>
                      </a:lnTo>
                      <a:lnTo>
                        <a:pt x="8916" y="11027"/>
                      </a:lnTo>
                      <a:lnTo>
                        <a:pt x="8916" y="10365"/>
                      </a:lnTo>
                      <a:close/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lnTo>
                        <a:pt x="0" y="1733"/>
                      </a:lnTo>
                      <a:cubicBezTo>
                        <a:pt x="0" y="1922"/>
                        <a:pt x="158" y="2080"/>
                        <a:pt x="347" y="2080"/>
                      </a:cubicBezTo>
                      <a:lnTo>
                        <a:pt x="694" y="2080"/>
                      </a:lnTo>
                      <a:lnTo>
                        <a:pt x="694" y="9641"/>
                      </a:lnTo>
                      <a:lnTo>
                        <a:pt x="347" y="9641"/>
                      </a:lnTo>
                      <a:cubicBezTo>
                        <a:pt x="158" y="9641"/>
                        <a:pt x="0" y="9798"/>
                        <a:pt x="0" y="9987"/>
                      </a:cubicBezTo>
                      <a:lnTo>
                        <a:pt x="0" y="11374"/>
                      </a:lnTo>
                      <a:cubicBezTo>
                        <a:pt x="0" y="11563"/>
                        <a:pt x="158" y="11720"/>
                        <a:pt x="347" y="11720"/>
                      </a:cubicBezTo>
                      <a:lnTo>
                        <a:pt x="1733" y="11720"/>
                      </a:lnTo>
                      <a:cubicBezTo>
                        <a:pt x="1922" y="11720"/>
                        <a:pt x="2080" y="11563"/>
                        <a:pt x="2080" y="11374"/>
                      </a:cubicBezTo>
                      <a:lnTo>
                        <a:pt x="2080" y="11027"/>
                      </a:lnTo>
                      <a:lnTo>
                        <a:pt x="8223" y="11027"/>
                      </a:lnTo>
                      <a:lnTo>
                        <a:pt x="8223" y="11374"/>
                      </a:lnTo>
                      <a:cubicBezTo>
                        <a:pt x="8223" y="11563"/>
                        <a:pt x="8381" y="11720"/>
                        <a:pt x="8570" y="11720"/>
                      </a:cubicBezTo>
                      <a:lnTo>
                        <a:pt x="9956" y="11720"/>
                      </a:lnTo>
                      <a:cubicBezTo>
                        <a:pt x="10145" y="11720"/>
                        <a:pt x="10303" y="11563"/>
                        <a:pt x="10303" y="11374"/>
                      </a:cubicBezTo>
                      <a:lnTo>
                        <a:pt x="10303" y="9987"/>
                      </a:lnTo>
                      <a:cubicBezTo>
                        <a:pt x="10303" y="9798"/>
                        <a:pt x="10145" y="9641"/>
                        <a:pt x="9956" y="9641"/>
                      </a:cubicBezTo>
                      <a:lnTo>
                        <a:pt x="9609" y="9641"/>
                      </a:lnTo>
                      <a:lnTo>
                        <a:pt x="9609" y="2080"/>
                      </a:lnTo>
                      <a:lnTo>
                        <a:pt x="9924" y="2080"/>
                      </a:lnTo>
                      <a:cubicBezTo>
                        <a:pt x="10113" y="2080"/>
                        <a:pt x="10271" y="1922"/>
                        <a:pt x="10271" y="1733"/>
                      </a:cubicBezTo>
                      <a:lnTo>
                        <a:pt x="10271" y="347"/>
                      </a:lnTo>
                      <a:cubicBezTo>
                        <a:pt x="10271" y="158"/>
                        <a:pt x="10113" y="0"/>
                        <a:pt x="9924" y="0"/>
                      </a:cubicBezTo>
                      <a:lnTo>
                        <a:pt x="8538" y="0"/>
                      </a:lnTo>
                      <a:cubicBezTo>
                        <a:pt x="8349" y="0"/>
                        <a:pt x="8192" y="158"/>
                        <a:pt x="8192" y="347"/>
                      </a:cubicBezTo>
                      <a:lnTo>
                        <a:pt x="8192" y="693"/>
                      </a:lnTo>
                      <a:lnTo>
                        <a:pt x="2080" y="693"/>
                      </a:lnTo>
                      <a:lnTo>
                        <a:pt x="2080" y="347"/>
                      </a:lnTo>
                      <a:cubicBezTo>
                        <a:pt x="2080" y="158"/>
                        <a:pt x="1922" y="0"/>
                        <a:pt x="17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91" name="Google Shape;2091;p19"/>
                <p:cNvSpPr/>
                <p:nvPr/>
              </p:nvSpPr>
              <p:spPr>
                <a:xfrm>
                  <a:off x="-1615950" y="2238800"/>
                  <a:ext cx="120525" cy="18150"/>
                </a:xfrm>
                <a:custGeom>
                  <a:rect b="b" l="l" r="r" t="t"/>
                  <a:pathLst>
                    <a:path extrusionOk="0" h="726" w="4821">
                      <a:moveTo>
                        <a:pt x="347" y="1"/>
                      </a:moveTo>
                      <a:cubicBezTo>
                        <a:pt x="158" y="1"/>
                        <a:pt x="0" y="159"/>
                        <a:pt x="0" y="348"/>
                      </a:cubicBezTo>
                      <a:cubicBezTo>
                        <a:pt x="0" y="568"/>
                        <a:pt x="158" y="726"/>
                        <a:pt x="347" y="726"/>
                      </a:cubicBezTo>
                      <a:lnTo>
                        <a:pt x="4443" y="726"/>
                      </a:lnTo>
                      <a:cubicBezTo>
                        <a:pt x="4663" y="726"/>
                        <a:pt x="4821" y="568"/>
                        <a:pt x="4821" y="348"/>
                      </a:cubicBezTo>
                      <a:cubicBezTo>
                        <a:pt x="4821" y="159"/>
                        <a:pt x="4663" y="1"/>
                        <a:pt x="444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92" name="Google Shape;2092;p19"/>
                <p:cNvSpPr/>
                <p:nvPr/>
              </p:nvSpPr>
              <p:spPr>
                <a:xfrm>
                  <a:off x="-1615950" y="2273475"/>
                  <a:ext cx="120525" cy="17350"/>
                </a:xfrm>
                <a:custGeom>
                  <a:rect b="b" l="l" r="r" t="t"/>
                  <a:pathLst>
                    <a:path extrusionOk="0" h="694" w="4821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lnTo>
                        <a:pt x="4443" y="693"/>
                      </a:lnTo>
                      <a:cubicBezTo>
                        <a:pt x="4663" y="693"/>
                        <a:pt x="4821" y="536"/>
                        <a:pt x="4821" y="347"/>
                      </a:cubicBezTo>
                      <a:cubicBezTo>
                        <a:pt x="4821" y="158"/>
                        <a:pt x="4663" y="0"/>
                        <a:pt x="444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093" name="Google Shape;2093;p19"/>
                <p:cNvSpPr/>
                <p:nvPr/>
              </p:nvSpPr>
              <p:spPr>
                <a:xfrm>
                  <a:off x="-1630925" y="2100975"/>
                  <a:ext cx="153625" cy="116600"/>
                </a:xfrm>
                <a:custGeom>
                  <a:rect b="b" l="l" r="r" t="t"/>
                  <a:pathLst>
                    <a:path extrusionOk="0" h="4664" w="6145">
                      <a:moveTo>
                        <a:pt x="4695" y="662"/>
                      </a:moveTo>
                      <a:lnTo>
                        <a:pt x="2994" y="1985"/>
                      </a:lnTo>
                      <a:lnTo>
                        <a:pt x="1261" y="662"/>
                      </a:lnTo>
                      <a:close/>
                      <a:moveTo>
                        <a:pt x="599" y="1040"/>
                      </a:moveTo>
                      <a:lnTo>
                        <a:pt x="2427" y="2395"/>
                      </a:lnTo>
                      <a:lnTo>
                        <a:pt x="599" y="3781"/>
                      </a:lnTo>
                      <a:lnTo>
                        <a:pt x="599" y="1040"/>
                      </a:lnTo>
                      <a:close/>
                      <a:moveTo>
                        <a:pt x="5357" y="1040"/>
                      </a:moveTo>
                      <a:lnTo>
                        <a:pt x="5357" y="3781"/>
                      </a:lnTo>
                      <a:lnTo>
                        <a:pt x="3561" y="2395"/>
                      </a:lnTo>
                      <a:lnTo>
                        <a:pt x="5357" y="1040"/>
                      </a:lnTo>
                      <a:close/>
                      <a:moveTo>
                        <a:pt x="2994" y="2836"/>
                      </a:moveTo>
                      <a:lnTo>
                        <a:pt x="4695" y="4128"/>
                      </a:lnTo>
                      <a:lnTo>
                        <a:pt x="1292" y="4128"/>
                      </a:lnTo>
                      <a:lnTo>
                        <a:pt x="2994" y="2836"/>
                      </a:lnTo>
                      <a:close/>
                      <a:moveTo>
                        <a:pt x="316" y="1"/>
                      </a:moveTo>
                      <a:cubicBezTo>
                        <a:pt x="158" y="1"/>
                        <a:pt x="1" y="127"/>
                        <a:pt x="1" y="284"/>
                      </a:cubicBezTo>
                      <a:lnTo>
                        <a:pt x="1" y="4380"/>
                      </a:lnTo>
                      <a:cubicBezTo>
                        <a:pt x="64" y="4506"/>
                        <a:pt x="127" y="4600"/>
                        <a:pt x="253" y="4663"/>
                      </a:cubicBezTo>
                      <a:lnTo>
                        <a:pt x="5798" y="4663"/>
                      </a:lnTo>
                      <a:cubicBezTo>
                        <a:pt x="5955" y="4663"/>
                        <a:pt x="6113" y="4537"/>
                        <a:pt x="6144" y="4317"/>
                      </a:cubicBezTo>
                      <a:lnTo>
                        <a:pt x="6081" y="316"/>
                      </a:lnTo>
                      <a:cubicBezTo>
                        <a:pt x="6081" y="158"/>
                        <a:pt x="5955" y="32"/>
                        <a:pt x="579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094" name="Google Shape;2094;p19"/>
              <p:cNvSpPr/>
              <p:nvPr/>
            </p:nvSpPr>
            <p:spPr>
              <a:xfrm>
                <a:off x="2878542" y="4325150"/>
                <a:ext cx="670706" cy="642158"/>
              </a:xfrm>
              <a:custGeom>
                <a:rect b="b" l="l" r="r" t="t"/>
                <a:pathLst>
                  <a:path extrusionOk="0" h="11674" w="12193">
                    <a:moveTo>
                      <a:pt x="9483" y="1174"/>
                    </a:moveTo>
                    <a:lnTo>
                      <a:pt x="9483" y="2308"/>
                    </a:lnTo>
                    <a:cubicBezTo>
                      <a:pt x="9483" y="2497"/>
                      <a:pt x="9641" y="2655"/>
                      <a:pt x="9830" y="2655"/>
                    </a:cubicBezTo>
                    <a:lnTo>
                      <a:pt x="10901" y="2655"/>
                    </a:lnTo>
                    <a:lnTo>
                      <a:pt x="9515" y="4041"/>
                    </a:lnTo>
                    <a:lnTo>
                      <a:pt x="8097" y="4041"/>
                    </a:lnTo>
                    <a:lnTo>
                      <a:pt x="8097" y="2560"/>
                    </a:lnTo>
                    <a:lnTo>
                      <a:pt x="9483" y="1174"/>
                    </a:lnTo>
                    <a:close/>
                    <a:moveTo>
                      <a:pt x="4885" y="6181"/>
                    </a:moveTo>
                    <a:cubicBezTo>
                      <a:pt x="5033" y="6181"/>
                      <a:pt x="5183" y="6212"/>
                      <a:pt x="5325" y="6278"/>
                    </a:cubicBezTo>
                    <a:lnTo>
                      <a:pt x="4600" y="7003"/>
                    </a:lnTo>
                    <a:cubicBezTo>
                      <a:pt x="4474" y="7129"/>
                      <a:pt x="4474" y="7349"/>
                      <a:pt x="4600" y="7475"/>
                    </a:cubicBezTo>
                    <a:cubicBezTo>
                      <a:pt x="4663" y="7538"/>
                      <a:pt x="4750" y="7570"/>
                      <a:pt x="4836" y="7570"/>
                    </a:cubicBezTo>
                    <a:cubicBezTo>
                      <a:pt x="4923" y="7570"/>
                      <a:pt x="5010" y="7538"/>
                      <a:pt x="5073" y="7475"/>
                    </a:cubicBezTo>
                    <a:lnTo>
                      <a:pt x="5797" y="6751"/>
                    </a:lnTo>
                    <a:lnTo>
                      <a:pt x="5797" y="6751"/>
                    </a:lnTo>
                    <a:cubicBezTo>
                      <a:pt x="5986" y="7160"/>
                      <a:pt x="5892" y="7633"/>
                      <a:pt x="5577" y="7948"/>
                    </a:cubicBezTo>
                    <a:cubicBezTo>
                      <a:pt x="5388" y="8137"/>
                      <a:pt x="5128" y="8231"/>
                      <a:pt x="4864" y="8231"/>
                    </a:cubicBezTo>
                    <a:cubicBezTo>
                      <a:pt x="4600" y="8231"/>
                      <a:pt x="4332" y="8137"/>
                      <a:pt x="4127" y="7948"/>
                    </a:cubicBezTo>
                    <a:cubicBezTo>
                      <a:pt x="3749" y="7538"/>
                      <a:pt x="3749" y="6877"/>
                      <a:pt x="4127" y="6499"/>
                    </a:cubicBezTo>
                    <a:cubicBezTo>
                      <a:pt x="4333" y="6293"/>
                      <a:pt x="4606" y="6181"/>
                      <a:pt x="4885" y="6181"/>
                    </a:cubicBezTo>
                    <a:close/>
                    <a:moveTo>
                      <a:pt x="4897" y="4831"/>
                    </a:moveTo>
                    <a:cubicBezTo>
                      <a:pt x="5396" y="4831"/>
                      <a:pt x="5890" y="4990"/>
                      <a:pt x="6301" y="5301"/>
                    </a:cubicBezTo>
                    <a:lnTo>
                      <a:pt x="5829" y="5774"/>
                    </a:lnTo>
                    <a:cubicBezTo>
                      <a:pt x="5553" y="5590"/>
                      <a:pt x="5233" y="5499"/>
                      <a:pt x="4911" y="5499"/>
                    </a:cubicBezTo>
                    <a:cubicBezTo>
                      <a:pt x="4460" y="5499"/>
                      <a:pt x="4004" y="5677"/>
                      <a:pt x="3655" y="6026"/>
                    </a:cubicBezTo>
                    <a:cubicBezTo>
                      <a:pt x="2993" y="6688"/>
                      <a:pt x="2993" y="7790"/>
                      <a:pt x="3655" y="8420"/>
                    </a:cubicBezTo>
                    <a:cubicBezTo>
                      <a:pt x="3986" y="8751"/>
                      <a:pt x="4427" y="8917"/>
                      <a:pt x="4864" y="8917"/>
                    </a:cubicBezTo>
                    <a:cubicBezTo>
                      <a:pt x="5301" y="8917"/>
                      <a:pt x="5734" y="8751"/>
                      <a:pt x="6049" y="8420"/>
                    </a:cubicBezTo>
                    <a:cubicBezTo>
                      <a:pt x="6648" y="7822"/>
                      <a:pt x="6742" y="6908"/>
                      <a:pt x="6301" y="6246"/>
                    </a:cubicBezTo>
                    <a:lnTo>
                      <a:pt x="6774" y="5774"/>
                    </a:lnTo>
                    <a:lnTo>
                      <a:pt x="6774" y="5774"/>
                    </a:lnTo>
                    <a:cubicBezTo>
                      <a:pt x="7467" y="6719"/>
                      <a:pt x="7404" y="8074"/>
                      <a:pt x="6585" y="8924"/>
                    </a:cubicBezTo>
                    <a:cubicBezTo>
                      <a:pt x="6112" y="9397"/>
                      <a:pt x="5498" y="9633"/>
                      <a:pt x="4883" y="9633"/>
                    </a:cubicBezTo>
                    <a:cubicBezTo>
                      <a:pt x="4269" y="9633"/>
                      <a:pt x="3655" y="9397"/>
                      <a:pt x="3182" y="8924"/>
                    </a:cubicBezTo>
                    <a:cubicBezTo>
                      <a:pt x="2237" y="7979"/>
                      <a:pt x="2237" y="6499"/>
                      <a:pt x="3182" y="5553"/>
                    </a:cubicBezTo>
                    <a:cubicBezTo>
                      <a:pt x="3667" y="5068"/>
                      <a:pt x="4286" y="4831"/>
                      <a:pt x="4897" y="4831"/>
                    </a:cubicBezTo>
                    <a:close/>
                    <a:moveTo>
                      <a:pt x="4873" y="3463"/>
                    </a:moveTo>
                    <a:cubicBezTo>
                      <a:pt x="5728" y="3463"/>
                      <a:pt x="6583" y="3748"/>
                      <a:pt x="7278" y="4325"/>
                    </a:cubicBezTo>
                    <a:lnTo>
                      <a:pt x="6805" y="4797"/>
                    </a:lnTo>
                    <a:cubicBezTo>
                      <a:pt x="6228" y="4353"/>
                      <a:pt x="5533" y="4125"/>
                      <a:pt x="4844" y="4125"/>
                    </a:cubicBezTo>
                    <a:cubicBezTo>
                      <a:pt x="4065" y="4125"/>
                      <a:pt x="3294" y="4416"/>
                      <a:pt x="2710" y="5018"/>
                    </a:cubicBezTo>
                    <a:cubicBezTo>
                      <a:pt x="1481" y="6246"/>
                      <a:pt x="1481" y="8168"/>
                      <a:pt x="2710" y="9397"/>
                    </a:cubicBezTo>
                    <a:cubicBezTo>
                      <a:pt x="3324" y="10011"/>
                      <a:pt x="4112" y="10318"/>
                      <a:pt x="4899" y="10318"/>
                    </a:cubicBezTo>
                    <a:cubicBezTo>
                      <a:pt x="5687" y="10318"/>
                      <a:pt x="6474" y="10011"/>
                      <a:pt x="7089" y="9397"/>
                    </a:cubicBezTo>
                    <a:cubicBezTo>
                      <a:pt x="8223" y="8263"/>
                      <a:pt x="8255" y="6467"/>
                      <a:pt x="7309" y="5301"/>
                    </a:cubicBezTo>
                    <a:lnTo>
                      <a:pt x="7782" y="4829"/>
                    </a:lnTo>
                    <a:lnTo>
                      <a:pt x="7782" y="4829"/>
                    </a:lnTo>
                    <a:cubicBezTo>
                      <a:pt x="8979" y="6278"/>
                      <a:pt x="8885" y="8483"/>
                      <a:pt x="7530" y="9870"/>
                    </a:cubicBezTo>
                    <a:cubicBezTo>
                      <a:pt x="6790" y="10594"/>
                      <a:pt x="5821" y="10956"/>
                      <a:pt x="4856" y="10956"/>
                    </a:cubicBezTo>
                    <a:cubicBezTo>
                      <a:pt x="3891" y="10956"/>
                      <a:pt x="2930" y="10594"/>
                      <a:pt x="2206" y="9870"/>
                    </a:cubicBezTo>
                    <a:cubicBezTo>
                      <a:pt x="756" y="8420"/>
                      <a:pt x="756" y="6026"/>
                      <a:pt x="2206" y="4545"/>
                    </a:cubicBezTo>
                    <a:cubicBezTo>
                      <a:pt x="2941" y="3827"/>
                      <a:pt x="3907" y="3463"/>
                      <a:pt x="4873" y="3463"/>
                    </a:cubicBezTo>
                    <a:close/>
                    <a:moveTo>
                      <a:pt x="9899" y="0"/>
                    </a:moveTo>
                    <a:cubicBezTo>
                      <a:pt x="9813" y="0"/>
                      <a:pt x="9722" y="32"/>
                      <a:pt x="9641" y="103"/>
                    </a:cubicBezTo>
                    <a:lnTo>
                      <a:pt x="7561" y="2182"/>
                    </a:lnTo>
                    <a:cubicBezTo>
                      <a:pt x="7467" y="2277"/>
                      <a:pt x="7435" y="2340"/>
                      <a:pt x="7435" y="2434"/>
                    </a:cubicBezTo>
                    <a:lnTo>
                      <a:pt x="7435" y="3600"/>
                    </a:lnTo>
                    <a:cubicBezTo>
                      <a:pt x="6670" y="3071"/>
                      <a:pt x="5769" y="2807"/>
                      <a:pt x="4868" y="2807"/>
                    </a:cubicBezTo>
                    <a:cubicBezTo>
                      <a:pt x="3731" y="2807"/>
                      <a:pt x="2595" y="3229"/>
                      <a:pt x="1733" y="4073"/>
                    </a:cubicBezTo>
                    <a:cubicBezTo>
                      <a:pt x="0" y="5805"/>
                      <a:pt x="0" y="8641"/>
                      <a:pt x="1733" y="10374"/>
                    </a:cubicBezTo>
                    <a:cubicBezTo>
                      <a:pt x="2599" y="11240"/>
                      <a:pt x="3741" y="11673"/>
                      <a:pt x="4883" y="11673"/>
                    </a:cubicBezTo>
                    <a:cubicBezTo>
                      <a:pt x="6026" y="11673"/>
                      <a:pt x="7168" y="11240"/>
                      <a:pt x="8034" y="10374"/>
                    </a:cubicBezTo>
                    <a:cubicBezTo>
                      <a:pt x="9578" y="8861"/>
                      <a:pt x="9735" y="6436"/>
                      <a:pt x="8538" y="4703"/>
                    </a:cubicBezTo>
                    <a:lnTo>
                      <a:pt x="9672" y="4703"/>
                    </a:lnTo>
                    <a:cubicBezTo>
                      <a:pt x="9767" y="4703"/>
                      <a:pt x="9893" y="4671"/>
                      <a:pt x="9924" y="4608"/>
                    </a:cubicBezTo>
                    <a:lnTo>
                      <a:pt x="12004" y="2497"/>
                    </a:lnTo>
                    <a:cubicBezTo>
                      <a:pt x="12193" y="2308"/>
                      <a:pt x="12035" y="1962"/>
                      <a:pt x="11783" y="1962"/>
                    </a:cubicBezTo>
                    <a:lnTo>
                      <a:pt x="10239" y="1962"/>
                    </a:lnTo>
                    <a:lnTo>
                      <a:pt x="10239" y="355"/>
                    </a:lnTo>
                    <a:cubicBezTo>
                      <a:pt x="10239" y="141"/>
                      <a:pt x="10080" y="0"/>
                      <a:pt x="9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5" name="Google Shape;2095;p19"/>
              <p:cNvSpPr/>
              <p:nvPr/>
            </p:nvSpPr>
            <p:spPr>
              <a:xfrm>
                <a:off x="5410974" y="4324751"/>
                <a:ext cx="641277" cy="642983"/>
              </a:xfrm>
              <a:custGeom>
                <a:rect b="b" l="l" r="r" t="t"/>
                <a:pathLst>
                  <a:path extrusionOk="0" h="11689" w="11658">
                    <a:moveTo>
                      <a:pt x="10617" y="662"/>
                    </a:moveTo>
                    <a:cubicBezTo>
                      <a:pt x="10806" y="662"/>
                      <a:pt x="10964" y="820"/>
                      <a:pt x="10964" y="1009"/>
                    </a:cubicBezTo>
                    <a:lnTo>
                      <a:pt x="10964" y="2710"/>
                    </a:lnTo>
                    <a:lnTo>
                      <a:pt x="662" y="2710"/>
                    </a:lnTo>
                    <a:lnTo>
                      <a:pt x="662" y="1009"/>
                    </a:ln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933" y="3372"/>
                    </a:moveTo>
                    <a:lnTo>
                      <a:pt x="10933" y="9232"/>
                    </a:lnTo>
                    <a:cubicBezTo>
                      <a:pt x="10964" y="9484"/>
                      <a:pt x="10806" y="9610"/>
                      <a:pt x="10617" y="9610"/>
                    </a:cubicBezTo>
                    <a:lnTo>
                      <a:pt x="8916" y="9610"/>
                    </a:lnTo>
                    <a:lnTo>
                      <a:pt x="8570" y="9232"/>
                    </a:lnTo>
                    <a:cubicBezTo>
                      <a:pt x="8601" y="9169"/>
                      <a:pt x="8664" y="9043"/>
                      <a:pt x="8696" y="8917"/>
                    </a:cubicBezTo>
                    <a:lnTo>
                      <a:pt x="9200" y="8917"/>
                    </a:lnTo>
                    <a:cubicBezTo>
                      <a:pt x="9389" y="8917"/>
                      <a:pt x="9546" y="8759"/>
                      <a:pt x="9546" y="8570"/>
                    </a:cubicBezTo>
                    <a:lnTo>
                      <a:pt x="9546" y="7184"/>
                    </a:lnTo>
                    <a:cubicBezTo>
                      <a:pt x="9546" y="6995"/>
                      <a:pt x="9389" y="6837"/>
                      <a:pt x="9200" y="6837"/>
                    </a:cubicBezTo>
                    <a:lnTo>
                      <a:pt x="8696" y="6837"/>
                    </a:lnTo>
                    <a:cubicBezTo>
                      <a:pt x="8664" y="6711"/>
                      <a:pt x="8601" y="6648"/>
                      <a:pt x="8570" y="6522"/>
                    </a:cubicBezTo>
                    <a:lnTo>
                      <a:pt x="8916" y="6176"/>
                    </a:lnTo>
                    <a:cubicBezTo>
                      <a:pt x="9042" y="6050"/>
                      <a:pt x="9042" y="5798"/>
                      <a:pt x="8916" y="5703"/>
                    </a:cubicBezTo>
                    <a:lnTo>
                      <a:pt x="7940" y="4695"/>
                    </a:lnTo>
                    <a:cubicBezTo>
                      <a:pt x="7877" y="4648"/>
                      <a:pt x="7790" y="4624"/>
                      <a:pt x="7703" y="4624"/>
                    </a:cubicBezTo>
                    <a:cubicBezTo>
                      <a:pt x="7617" y="4624"/>
                      <a:pt x="7530" y="4648"/>
                      <a:pt x="7467" y="4695"/>
                    </a:cubicBezTo>
                    <a:lnTo>
                      <a:pt x="7120" y="5073"/>
                    </a:lnTo>
                    <a:cubicBezTo>
                      <a:pt x="7026" y="5041"/>
                      <a:pt x="6931" y="4978"/>
                      <a:pt x="6805" y="4947"/>
                    </a:cubicBezTo>
                    <a:lnTo>
                      <a:pt x="6805" y="4443"/>
                    </a:lnTo>
                    <a:cubicBezTo>
                      <a:pt x="6805" y="4222"/>
                      <a:pt x="6648" y="4065"/>
                      <a:pt x="6459" y="4065"/>
                    </a:cubicBezTo>
                    <a:lnTo>
                      <a:pt x="5073" y="4065"/>
                    </a:lnTo>
                    <a:cubicBezTo>
                      <a:pt x="4884" y="4065"/>
                      <a:pt x="4726" y="4222"/>
                      <a:pt x="4726" y="4443"/>
                    </a:cubicBezTo>
                    <a:lnTo>
                      <a:pt x="4726" y="4947"/>
                    </a:lnTo>
                    <a:cubicBezTo>
                      <a:pt x="4600" y="4978"/>
                      <a:pt x="4506" y="5010"/>
                      <a:pt x="4411" y="5073"/>
                    </a:cubicBezTo>
                    <a:lnTo>
                      <a:pt x="4033" y="4695"/>
                    </a:lnTo>
                    <a:cubicBezTo>
                      <a:pt x="3986" y="4648"/>
                      <a:pt x="3899" y="4624"/>
                      <a:pt x="3808" y="4624"/>
                    </a:cubicBezTo>
                    <a:cubicBezTo>
                      <a:pt x="3718" y="4624"/>
                      <a:pt x="3623" y="4648"/>
                      <a:pt x="3560" y="4695"/>
                    </a:cubicBezTo>
                    <a:lnTo>
                      <a:pt x="2584" y="5703"/>
                    </a:lnTo>
                    <a:cubicBezTo>
                      <a:pt x="2458" y="5829"/>
                      <a:pt x="2458" y="6050"/>
                      <a:pt x="2584" y="6176"/>
                    </a:cubicBezTo>
                    <a:lnTo>
                      <a:pt x="2930" y="6522"/>
                    </a:lnTo>
                    <a:cubicBezTo>
                      <a:pt x="2899" y="6585"/>
                      <a:pt x="2867" y="6711"/>
                      <a:pt x="2836" y="6837"/>
                    </a:cubicBezTo>
                    <a:lnTo>
                      <a:pt x="2300" y="6837"/>
                    </a:lnTo>
                    <a:cubicBezTo>
                      <a:pt x="2111" y="6837"/>
                      <a:pt x="1954" y="6995"/>
                      <a:pt x="1954" y="7184"/>
                    </a:cubicBezTo>
                    <a:lnTo>
                      <a:pt x="1954" y="8570"/>
                    </a:lnTo>
                    <a:cubicBezTo>
                      <a:pt x="1954" y="8759"/>
                      <a:pt x="2111" y="8917"/>
                      <a:pt x="2300" y="8917"/>
                    </a:cubicBezTo>
                    <a:lnTo>
                      <a:pt x="2836" y="8917"/>
                    </a:lnTo>
                    <a:cubicBezTo>
                      <a:pt x="2867" y="9043"/>
                      <a:pt x="2899" y="9137"/>
                      <a:pt x="2930" y="9232"/>
                    </a:cubicBezTo>
                    <a:lnTo>
                      <a:pt x="2584" y="9610"/>
                    </a:lnTo>
                    <a:lnTo>
                      <a:pt x="977" y="9610"/>
                    </a:lnTo>
                    <a:cubicBezTo>
                      <a:pt x="788" y="9610"/>
                      <a:pt x="630" y="9452"/>
                      <a:pt x="630" y="9232"/>
                    </a:cubicBezTo>
                    <a:lnTo>
                      <a:pt x="630" y="3372"/>
                    </a:lnTo>
                    <a:close/>
                    <a:moveTo>
                      <a:pt x="6112" y="4726"/>
                    </a:moveTo>
                    <a:lnTo>
                      <a:pt x="6112" y="5136"/>
                    </a:lnTo>
                    <a:cubicBezTo>
                      <a:pt x="6112" y="5294"/>
                      <a:pt x="6207" y="5420"/>
                      <a:pt x="6364" y="5451"/>
                    </a:cubicBezTo>
                    <a:cubicBezTo>
                      <a:pt x="6553" y="5514"/>
                      <a:pt x="6805" y="5609"/>
                      <a:pt x="6994" y="5735"/>
                    </a:cubicBezTo>
                    <a:cubicBezTo>
                      <a:pt x="7041" y="5769"/>
                      <a:pt x="7096" y="5783"/>
                      <a:pt x="7153" y="5783"/>
                    </a:cubicBezTo>
                    <a:cubicBezTo>
                      <a:pt x="7251" y="5783"/>
                      <a:pt x="7356" y="5743"/>
                      <a:pt x="7435" y="5703"/>
                    </a:cubicBezTo>
                    <a:lnTo>
                      <a:pt x="7751" y="5388"/>
                    </a:lnTo>
                    <a:lnTo>
                      <a:pt x="8223" y="5861"/>
                    </a:lnTo>
                    <a:lnTo>
                      <a:pt x="7908" y="6176"/>
                    </a:lnTo>
                    <a:cubicBezTo>
                      <a:pt x="7782" y="6302"/>
                      <a:pt x="7782" y="6459"/>
                      <a:pt x="7877" y="6617"/>
                    </a:cubicBezTo>
                    <a:cubicBezTo>
                      <a:pt x="7971" y="6806"/>
                      <a:pt x="8066" y="6995"/>
                      <a:pt x="8129" y="7247"/>
                    </a:cubicBezTo>
                    <a:cubicBezTo>
                      <a:pt x="8192" y="7404"/>
                      <a:pt x="8286" y="7499"/>
                      <a:pt x="8444" y="7499"/>
                    </a:cubicBezTo>
                    <a:lnTo>
                      <a:pt x="8885" y="7499"/>
                    </a:lnTo>
                    <a:lnTo>
                      <a:pt x="8885" y="8192"/>
                    </a:lnTo>
                    <a:lnTo>
                      <a:pt x="8444" y="8192"/>
                    </a:lnTo>
                    <a:cubicBezTo>
                      <a:pt x="8286" y="8192"/>
                      <a:pt x="8192" y="8286"/>
                      <a:pt x="8129" y="8444"/>
                    </a:cubicBezTo>
                    <a:cubicBezTo>
                      <a:pt x="8097" y="8665"/>
                      <a:pt x="7971" y="8885"/>
                      <a:pt x="7877" y="9074"/>
                    </a:cubicBezTo>
                    <a:cubicBezTo>
                      <a:pt x="7782" y="9200"/>
                      <a:pt x="7814" y="9389"/>
                      <a:pt x="7908" y="9515"/>
                    </a:cubicBezTo>
                    <a:lnTo>
                      <a:pt x="8223" y="9830"/>
                    </a:lnTo>
                    <a:lnTo>
                      <a:pt x="7751" y="10303"/>
                    </a:lnTo>
                    <a:lnTo>
                      <a:pt x="7435" y="9988"/>
                    </a:lnTo>
                    <a:cubicBezTo>
                      <a:pt x="7368" y="9920"/>
                      <a:pt x="7291" y="9889"/>
                      <a:pt x="7211" y="9889"/>
                    </a:cubicBezTo>
                    <a:cubicBezTo>
                      <a:pt x="7141" y="9889"/>
                      <a:pt x="7068" y="9912"/>
                      <a:pt x="6994" y="9956"/>
                    </a:cubicBezTo>
                    <a:cubicBezTo>
                      <a:pt x="6805" y="10082"/>
                      <a:pt x="6616" y="10145"/>
                      <a:pt x="6364" y="10208"/>
                    </a:cubicBezTo>
                    <a:cubicBezTo>
                      <a:pt x="6207" y="10271"/>
                      <a:pt x="6112" y="10366"/>
                      <a:pt x="6112" y="10555"/>
                    </a:cubicBezTo>
                    <a:lnTo>
                      <a:pt x="6112" y="10964"/>
                    </a:lnTo>
                    <a:lnTo>
                      <a:pt x="5419" y="10964"/>
                    </a:lnTo>
                    <a:lnTo>
                      <a:pt x="5419" y="10555"/>
                    </a:lnTo>
                    <a:cubicBezTo>
                      <a:pt x="5419" y="10366"/>
                      <a:pt x="5325" y="10271"/>
                      <a:pt x="5167" y="10208"/>
                    </a:cubicBezTo>
                    <a:cubicBezTo>
                      <a:pt x="4947" y="10177"/>
                      <a:pt x="4726" y="10051"/>
                      <a:pt x="4537" y="9956"/>
                    </a:cubicBezTo>
                    <a:cubicBezTo>
                      <a:pt x="4491" y="9921"/>
                      <a:pt x="4436" y="9908"/>
                      <a:pt x="4379" y="9908"/>
                    </a:cubicBezTo>
                    <a:cubicBezTo>
                      <a:pt x="4281" y="9908"/>
                      <a:pt x="4176" y="9948"/>
                      <a:pt x="4096" y="9988"/>
                    </a:cubicBezTo>
                    <a:lnTo>
                      <a:pt x="3781" y="10303"/>
                    </a:lnTo>
                    <a:lnTo>
                      <a:pt x="3308" y="9830"/>
                    </a:lnTo>
                    <a:lnTo>
                      <a:pt x="3623" y="9515"/>
                    </a:lnTo>
                    <a:cubicBezTo>
                      <a:pt x="3749" y="9389"/>
                      <a:pt x="3749" y="9232"/>
                      <a:pt x="3655" y="9074"/>
                    </a:cubicBezTo>
                    <a:cubicBezTo>
                      <a:pt x="3529" y="8885"/>
                      <a:pt x="3466" y="8696"/>
                      <a:pt x="3371" y="8444"/>
                    </a:cubicBezTo>
                    <a:cubicBezTo>
                      <a:pt x="3340" y="8286"/>
                      <a:pt x="3214" y="8192"/>
                      <a:pt x="3056" y="8192"/>
                    </a:cubicBezTo>
                    <a:lnTo>
                      <a:pt x="2647" y="8192"/>
                    </a:lnTo>
                    <a:lnTo>
                      <a:pt x="2647" y="7499"/>
                    </a:lnTo>
                    <a:lnTo>
                      <a:pt x="3056" y="7499"/>
                    </a:lnTo>
                    <a:cubicBezTo>
                      <a:pt x="3214" y="7499"/>
                      <a:pt x="3340" y="7404"/>
                      <a:pt x="3371" y="7247"/>
                    </a:cubicBezTo>
                    <a:cubicBezTo>
                      <a:pt x="3434" y="7026"/>
                      <a:pt x="3529" y="6806"/>
                      <a:pt x="3655" y="6617"/>
                    </a:cubicBezTo>
                    <a:cubicBezTo>
                      <a:pt x="3749" y="6491"/>
                      <a:pt x="3686" y="6302"/>
                      <a:pt x="3623" y="6176"/>
                    </a:cubicBezTo>
                    <a:lnTo>
                      <a:pt x="3308" y="5861"/>
                    </a:lnTo>
                    <a:lnTo>
                      <a:pt x="3781" y="5388"/>
                    </a:lnTo>
                    <a:lnTo>
                      <a:pt x="4096" y="5703"/>
                    </a:lnTo>
                    <a:cubicBezTo>
                      <a:pt x="4163" y="5771"/>
                      <a:pt x="4240" y="5802"/>
                      <a:pt x="4321" y="5802"/>
                    </a:cubicBezTo>
                    <a:cubicBezTo>
                      <a:pt x="4391" y="5802"/>
                      <a:pt x="4464" y="5778"/>
                      <a:pt x="4537" y="5735"/>
                    </a:cubicBezTo>
                    <a:cubicBezTo>
                      <a:pt x="4726" y="5609"/>
                      <a:pt x="4915" y="5546"/>
                      <a:pt x="5167" y="5451"/>
                    </a:cubicBezTo>
                    <a:cubicBezTo>
                      <a:pt x="5325" y="5420"/>
                      <a:pt x="5419" y="5294"/>
                      <a:pt x="5419" y="5136"/>
                    </a:cubicBezTo>
                    <a:lnTo>
                      <a:pt x="5419" y="4726"/>
                    </a:lnTo>
                    <a:close/>
                    <a:moveTo>
                      <a:pt x="1008" y="1"/>
                    </a:moveTo>
                    <a:cubicBezTo>
                      <a:pt x="473" y="1"/>
                      <a:pt x="0" y="473"/>
                      <a:pt x="0" y="1009"/>
                    </a:cubicBezTo>
                    <a:lnTo>
                      <a:pt x="0" y="9295"/>
                    </a:lnTo>
                    <a:cubicBezTo>
                      <a:pt x="0" y="9830"/>
                      <a:pt x="473" y="10303"/>
                      <a:pt x="1008" y="10303"/>
                    </a:cubicBezTo>
                    <a:lnTo>
                      <a:pt x="2867" y="10303"/>
                    </a:lnTo>
                    <a:lnTo>
                      <a:pt x="3623" y="11059"/>
                    </a:lnTo>
                    <a:cubicBezTo>
                      <a:pt x="3671" y="11122"/>
                      <a:pt x="3757" y="11153"/>
                      <a:pt x="3848" y="11153"/>
                    </a:cubicBezTo>
                    <a:cubicBezTo>
                      <a:pt x="3938" y="11153"/>
                      <a:pt x="4033" y="11122"/>
                      <a:pt x="4096" y="11059"/>
                    </a:cubicBezTo>
                    <a:lnTo>
                      <a:pt x="4442" y="10712"/>
                    </a:lnTo>
                    <a:cubicBezTo>
                      <a:pt x="4506" y="10744"/>
                      <a:pt x="4632" y="10775"/>
                      <a:pt x="4758" y="10807"/>
                    </a:cubicBezTo>
                    <a:lnTo>
                      <a:pt x="4758" y="11342"/>
                    </a:lnTo>
                    <a:cubicBezTo>
                      <a:pt x="4758" y="11531"/>
                      <a:pt x="4915" y="11689"/>
                      <a:pt x="5104" y="11689"/>
                    </a:cubicBezTo>
                    <a:lnTo>
                      <a:pt x="6490" y="11689"/>
                    </a:lnTo>
                    <a:cubicBezTo>
                      <a:pt x="6679" y="11689"/>
                      <a:pt x="6837" y="11531"/>
                      <a:pt x="6837" y="11342"/>
                    </a:cubicBezTo>
                    <a:lnTo>
                      <a:pt x="6837" y="10807"/>
                    </a:lnTo>
                    <a:cubicBezTo>
                      <a:pt x="6963" y="10775"/>
                      <a:pt x="7026" y="10744"/>
                      <a:pt x="7152" y="10712"/>
                    </a:cubicBezTo>
                    <a:lnTo>
                      <a:pt x="7498" y="11059"/>
                    </a:lnTo>
                    <a:cubicBezTo>
                      <a:pt x="7561" y="11122"/>
                      <a:pt x="7656" y="11153"/>
                      <a:pt x="7747" y="11153"/>
                    </a:cubicBezTo>
                    <a:cubicBezTo>
                      <a:pt x="7837" y="11153"/>
                      <a:pt x="7924" y="11122"/>
                      <a:pt x="7971" y="11059"/>
                    </a:cubicBezTo>
                    <a:lnTo>
                      <a:pt x="8727" y="10303"/>
                    </a:lnTo>
                    <a:lnTo>
                      <a:pt x="10617" y="10303"/>
                    </a:lnTo>
                    <a:cubicBezTo>
                      <a:pt x="11185" y="10303"/>
                      <a:pt x="11657" y="9830"/>
                      <a:pt x="11657" y="9295"/>
                    </a:cubicBezTo>
                    <a:lnTo>
                      <a:pt x="11657" y="1009"/>
                    </a:lnTo>
                    <a:cubicBezTo>
                      <a:pt x="11657" y="473"/>
                      <a:pt x="11216" y="1"/>
                      <a:pt x="10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6" name="Google Shape;2096;p19"/>
              <p:cNvSpPr/>
              <p:nvPr/>
            </p:nvSpPr>
            <p:spPr>
              <a:xfrm>
                <a:off x="5483751" y="4397527"/>
                <a:ext cx="39935" cy="39935"/>
              </a:xfrm>
              <a:custGeom>
                <a:rect b="b" l="l" r="r" t="t"/>
                <a:pathLst>
                  <a:path extrusionOk="0" h="726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726"/>
                      <a:pt x="347" y="726"/>
                    </a:cubicBezTo>
                    <a:cubicBezTo>
                      <a:pt x="568" y="726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7" name="Google Shape;2097;p19"/>
              <p:cNvSpPr/>
              <p:nvPr/>
            </p:nvSpPr>
            <p:spPr>
              <a:xfrm>
                <a:off x="5559992" y="4397527"/>
                <a:ext cx="38175" cy="39935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6" y="726"/>
                      <a:pt x="694" y="568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8" name="Google Shape;2098;p19"/>
              <p:cNvSpPr/>
              <p:nvPr/>
            </p:nvSpPr>
            <p:spPr>
              <a:xfrm>
                <a:off x="5636234" y="4397527"/>
                <a:ext cx="38230" cy="39935"/>
              </a:xfrm>
              <a:custGeom>
                <a:rect b="b" l="l" r="r" t="t"/>
                <a:pathLst>
                  <a:path extrusionOk="0" h="726" w="695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7" y="726"/>
                      <a:pt x="694" y="568"/>
                      <a:pt x="694" y="347"/>
                    </a:cubicBezTo>
                    <a:cubicBezTo>
                      <a:pt x="694" y="158"/>
                      <a:pt x="537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9" name="Google Shape;2099;p19"/>
              <p:cNvSpPr/>
              <p:nvPr/>
            </p:nvSpPr>
            <p:spPr>
              <a:xfrm>
                <a:off x="5709065" y="4397527"/>
                <a:ext cx="265191" cy="39935"/>
              </a:xfrm>
              <a:custGeom>
                <a:rect b="b" l="l" r="r" t="t"/>
                <a:pathLst>
                  <a:path extrusionOk="0" h="726" w="4821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32" y="568"/>
                      <a:pt x="189" y="726"/>
                      <a:pt x="347" y="726"/>
                    </a:cubicBezTo>
                    <a:lnTo>
                      <a:pt x="4442" y="726"/>
                    </a:lnTo>
                    <a:cubicBezTo>
                      <a:pt x="4663" y="726"/>
                      <a:pt x="4820" y="568"/>
                      <a:pt x="4820" y="347"/>
                    </a:cubicBezTo>
                    <a:cubicBezTo>
                      <a:pt x="4820" y="158"/>
                      <a:pt x="4663" y="1"/>
                      <a:pt x="44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0" name="Google Shape;2100;p19"/>
              <p:cNvSpPr/>
              <p:nvPr/>
            </p:nvSpPr>
            <p:spPr>
              <a:xfrm>
                <a:off x="5636234" y="4666187"/>
                <a:ext cx="187246" cy="187191"/>
              </a:xfrm>
              <a:custGeom>
                <a:rect b="b" l="l" r="r" t="t"/>
                <a:pathLst>
                  <a:path extrusionOk="0" h="3403" w="3404">
                    <a:moveTo>
                      <a:pt x="1671" y="662"/>
                    </a:moveTo>
                    <a:cubicBezTo>
                      <a:pt x="2238" y="662"/>
                      <a:pt x="2710" y="1134"/>
                      <a:pt x="2710" y="1701"/>
                    </a:cubicBezTo>
                    <a:cubicBezTo>
                      <a:pt x="2710" y="2237"/>
                      <a:pt x="2269" y="2710"/>
                      <a:pt x="1671" y="2710"/>
                    </a:cubicBezTo>
                    <a:cubicBezTo>
                      <a:pt x="1135" y="2710"/>
                      <a:pt x="663" y="2237"/>
                      <a:pt x="663" y="1701"/>
                    </a:cubicBezTo>
                    <a:cubicBezTo>
                      <a:pt x="663" y="1134"/>
                      <a:pt x="1135" y="662"/>
                      <a:pt x="1671" y="662"/>
                    </a:cubicBezTo>
                    <a:close/>
                    <a:moveTo>
                      <a:pt x="1671" y="0"/>
                    </a:moveTo>
                    <a:cubicBezTo>
                      <a:pt x="726" y="0"/>
                      <a:pt x="1" y="756"/>
                      <a:pt x="1" y="1701"/>
                    </a:cubicBezTo>
                    <a:cubicBezTo>
                      <a:pt x="1" y="2647"/>
                      <a:pt x="726" y="3403"/>
                      <a:pt x="1671" y="3403"/>
                    </a:cubicBezTo>
                    <a:cubicBezTo>
                      <a:pt x="2616" y="3403"/>
                      <a:pt x="3372" y="2647"/>
                      <a:pt x="3372" y="1701"/>
                    </a:cubicBezTo>
                    <a:cubicBezTo>
                      <a:pt x="3403" y="756"/>
                      <a:pt x="2616" y="0"/>
                      <a:pt x="16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101" name="Google Shape;2101;p19"/>
              <p:cNvGrpSpPr/>
              <p:nvPr/>
            </p:nvGrpSpPr>
            <p:grpSpPr>
              <a:xfrm>
                <a:off x="4600774" y="4323786"/>
                <a:ext cx="566742" cy="644743"/>
                <a:chOff x="-919700" y="2420750"/>
                <a:chExt cx="257575" cy="293025"/>
              </a:xfrm>
            </p:grpSpPr>
            <p:sp>
              <p:nvSpPr>
                <p:cNvPr id="2102" name="Google Shape;2102;p19"/>
                <p:cNvSpPr/>
                <p:nvPr/>
              </p:nvSpPr>
              <p:spPr>
                <a:xfrm>
                  <a:off x="-884250" y="2490850"/>
                  <a:ext cx="84300" cy="51225"/>
                </a:xfrm>
                <a:custGeom>
                  <a:rect b="b" l="l" r="r" t="t"/>
                  <a:pathLst>
                    <a:path extrusionOk="0" h="2049" w="3372">
                      <a:moveTo>
                        <a:pt x="977" y="631"/>
                      </a:moveTo>
                      <a:cubicBezTo>
                        <a:pt x="1166" y="631"/>
                        <a:pt x="1324" y="788"/>
                        <a:pt x="1324" y="977"/>
                      </a:cubicBezTo>
                      <a:cubicBezTo>
                        <a:pt x="1324" y="1198"/>
                        <a:pt x="1166" y="1355"/>
                        <a:pt x="977" y="1355"/>
                      </a:cubicBezTo>
                      <a:cubicBezTo>
                        <a:pt x="788" y="1355"/>
                        <a:pt x="631" y="1198"/>
                        <a:pt x="631" y="977"/>
                      </a:cubicBezTo>
                      <a:cubicBezTo>
                        <a:pt x="631" y="788"/>
                        <a:pt x="788" y="631"/>
                        <a:pt x="977" y="631"/>
                      </a:cubicBezTo>
                      <a:close/>
                      <a:moveTo>
                        <a:pt x="2363" y="631"/>
                      </a:moveTo>
                      <a:cubicBezTo>
                        <a:pt x="2552" y="631"/>
                        <a:pt x="2710" y="788"/>
                        <a:pt x="2710" y="977"/>
                      </a:cubicBezTo>
                      <a:cubicBezTo>
                        <a:pt x="2710" y="1198"/>
                        <a:pt x="2552" y="1355"/>
                        <a:pt x="2363" y="1355"/>
                      </a:cubicBezTo>
                      <a:cubicBezTo>
                        <a:pt x="2174" y="1355"/>
                        <a:pt x="2017" y="1198"/>
                        <a:pt x="2017" y="977"/>
                      </a:cubicBezTo>
                      <a:cubicBezTo>
                        <a:pt x="2017" y="788"/>
                        <a:pt x="2174" y="631"/>
                        <a:pt x="2363" y="631"/>
                      </a:cubicBezTo>
                      <a:close/>
                      <a:moveTo>
                        <a:pt x="1009" y="1"/>
                      </a:moveTo>
                      <a:cubicBezTo>
                        <a:pt x="473" y="1"/>
                        <a:pt x="0" y="473"/>
                        <a:pt x="0" y="1040"/>
                      </a:cubicBezTo>
                      <a:cubicBezTo>
                        <a:pt x="0" y="1576"/>
                        <a:pt x="473" y="2048"/>
                        <a:pt x="1009" y="2048"/>
                      </a:cubicBezTo>
                      <a:cubicBezTo>
                        <a:pt x="1292" y="2048"/>
                        <a:pt x="1544" y="1922"/>
                        <a:pt x="1702" y="1765"/>
                      </a:cubicBezTo>
                      <a:cubicBezTo>
                        <a:pt x="1891" y="1922"/>
                        <a:pt x="2111" y="2048"/>
                        <a:pt x="2363" y="2048"/>
                      </a:cubicBezTo>
                      <a:cubicBezTo>
                        <a:pt x="2899" y="2048"/>
                        <a:pt x="3371" y="1576"/>
                        <a:pt x="3371" y="1040"/>
                      </a:cubicBezTo>
                      <a:cubicBezTo>
                        <a:pt x="3371" y="442"/>
                        <a:pt x="2899" y="1"/>
                        <a:pt x="2363" y="1"/>
                      </a:cubicBezTo>
                      <a:cubicBezTo>
                        <a:pt x="2080" y="1"/>
                        <a:pt x="1859" y="127"/>
                        <a:pt x="1702" y="284"/>
                      </a:cubicBezTo>
                      <a:cubicBezTo>
                        <a:pt x="1481" y="127"/>
                        <a:pt x="1261" y="1"/>
                        <a:pt x="100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03" name="Google Shape;2103;p19"/>
                <p:cNvSpPr/>
                <p:nvPr/>
              </p:nvSpPr>
              <p:spPr>
                <a:xfrm>
                  <a:off x="-919700" y="2420750"/>
                  <a:ext cx="257575" cy="293025"/>
                </a:xfrm>
                <a:custGeom>
                  <a:rect b="b" l="l" r="r" t="t"/>
                  <a:pathLst>
                    <a:path extrusionOk="0" h="11721" w="10303">
                      <a:moveTo>
                        <a:pt x="7152" y="694"/>
                      </a:moveTo>
                      <a:cubicBezTo>
                        <a:pt x="7373" y="694"/>
                        <a:pt x="7530" y="851"/>
                        <a:pt x="7530" y="1040"/>
                      </a:cubicBezTo>
                      <a:lnTo>
                        <a:pt x="7530" y="1418"/>
                      </a:lnTo>
                      <a:lnTo>
                        <a:pt x="662" y="1418"/>
                      </a:lnTo>
                      <a:lnTo>
                        <a:pt x="662" y="1040"/>
                      </a:lnTo>
                      <a:cubicBezTo>
                        <a:pt x="694" y="851"/>
                        <a:pt x="851" y="694"/>
                        <a:pt x="1009" y="694"/>
                      </a:cubicBezTo>
                      <a:close/>
                      <a:moveTo>
                        <a:pt x="7562" y="2111"/>
                      </a:moveTo>
                      <a:lnTo>
                        <a:pt x="7562" y="3403"/>
                      </a:lnTo>
                      <a:lnTo>
                        <a:pt x="7247" y="3088"/>
                      </a:lnTo>
                      <a:cubicBezTo>
                        <a:pt x="7042" y="2883"/>
                        <a:pt x="6784" y="2792"/>
                        <a:pt x="6528" y="2792"/>
                      </a:cubicBezTo>
                      <a:cubicBezTo>
                        <a:pt x="5999" y="2792"/>
                        <a:pt x="5483" y="3186"/>
                        <a:pt x="5483" y="3781"/>
                      </a:cubicBezTo>
                      <a:cubicBezTo>
                        <a:pt x="5483" y="4065"/>
                        <a:pt x="5577" y="4348"/>
                        <a:pt x="5798" y="4506"/>
                      </a:cubicBezTo>
                      <a:lnTo>
                        <a:pt x="6774" y="5482"/>
                      </a:lnTo>
                      <a:lnTo>
                        <a:pt x="1009" y="5482"/>
                      </a:lnTo>
                      <a:cubicBezTo>
                        <a:pt x="995" y="5485"/>
                        <a:pt x="982" y="5486"/>
                        <a:pt x="968" y="5486"/>
                      </a:cubicBezTo>
                      <a:cubicBezTo>
                        <a:pt x="825" y="5486"/>
                        <a:pt x="694" y="5340"/>
                        <a:pt x="694" y="5167"/>
                      </a:cubicBezTo>
                      <a:lnTo>
                        <a:pt x="694" y="2111"/>
                      </a:lnTo>
                      <a:close/>
                      <a:moveTo>
                        <a:pt x="8160" y="2584"/>
                      </a:moveTo>
                      <a:lnTo>
                        <a:pt x="9200" y="3624"/>
                      </a:lnTo>
                      <a:cubicBezTo>
                        <a:pt x="9421" y="3844"/>
                        <a:pt x="9515" y="4065"/>
                        <a:pt x="9515" y="4348"/>
                      </a:cubicBezTo>
                      <a:lnTo>
                        <a:pt x="9515" y="6900"/>
                      </a:lnTo>
                      <a:cubicBezTo>
                        <a:pt x="9515" y="7373"/>
                        <a:pt x="9358" y="7845"/>
                        <a:pt x="9043" y="8192"/>
                      </a:cubicBezTo>
                      <a:lnTo>
                        <a:pt x="5955" y="8192"/>
                      </a:lnTo>
                      <a:cubicBezTo>
                        <a:pt x="5640" y="7845"/>
                        <a:pt x="5483" y="7373"/>
                        <a:pt x="5483" y="6900"/>
                      </a:cubicBezTo>
                      <a:lnTo>
                        <a:pt x="5483" y="6144"/>
                      </a:lnTo>
                      <a:lnTo>
                        <a:pt x="6837" y="6144"/>
                      </a:lnTo>
                      <a:lnTo>
                        <a:pt x="6837" y="6207"/>
                      </a:lnTo>
                      <a:cubicBezTo>
                        <a:pt x="6837" y="6585"/>
                        <a:pt x="6900" y="6932"/>
                        <a:pt x="7089" y="7373"/>
                      </a:cubicBezTo>
                      <a:cubicBezTo>
                        <a:pt x="7135" y="7487"/>
                        <a:pt x="7263" y="7568"/>
                        <a:pt x="7403" y="7568"/>
                      </a:cubicBezTo>
                      <a:cubicBezTo>
                        <a:pt x="7455" y="7568"/>
                        <a:pt x="7510" y="7556"/>
                        <a:pt x="7562" y="7530"/>
                      </a:cubicBezTo>
                      <a:cubicBezTo>
                        <a:pt x="7719" y="7467"/>
                        <a:pt x="7782" y="7247"/>
                        <a:pt x="7719" y="7058"/>
                      </a:cubicBezTo>
                      <a:cubicBezTo>
                        <a:pt x="7593" y="6774"/>
                        <a:pt x="7530" y="6522"/>
                        <a:pt x="7530" y="6239"/>
                      </a:cubicBezTo>
                      <a:lnTo>
                        <a:pt x="7530" y="5451"/>
                      </a:lnTo>
                      <a:cubicBezTo>
                        <a:pt x="7530" y="5356"/>
                        <a:pt x="7467" y="5262"/>
                        <a:pt x="7404" y="5199"/>
                      </a:cubicBezTo>
                      <a:lnTo>
                        <a:pt x="6207" y="4033"/>
                      </a:lnTo>
                      <a:cubicBezTo>
                        <a:pt x="6018" y="3844"/>
                        <a:pt x="6144" y="3435"/>
                        <a:pt x="6459" y="3435"/>
                      </a:cubicBezTo>
                      <a:cubicBezTo>
                        <a:pt x="6522" y="3435"/>
                        <a:pt x="6648" y="3466"/>
                        <a:pt x="6680" y="3561"/>
                      </a:cubicBezTo>
                      <a:lnTo>
                        <a:pt x="8255" y="5136"/>
                      </a:lnTo>
                      <a:cubicBezTo>
                        <a:pt x="8318" y="5199"/>
                        <a:pt x="8413" y="5230"/>
                        <a:pt x="8503" y="5230"/>
                      </a:cubicBezTo>
                      <a:cubicBezTo>
                        <a:pt x="8594" y="5230"/>
                        <a:pt x="8680" y="5199"/>
                        <a:pt x="8728" y="5136"/>
                      </a:cubicBezTo>
                      <a:cubicBezTo>
                        <a:pt x="8854" y="5010"/>
                        <a:pt x="8854" y="4789"/>
                        <a:pt x="8728" y="4663"/>
                      </a:cubicBezTo>
                      <a:lnTo>
                        <a:pt x="8160" y="4065"/>
                      </a:lnTo>
                      <a:lnTo>
                        <a:pt x="8160" y="2584"/>
                      </a:lnTo>
                      <a:close/>
                      <a:moveTo>
                        <a:pt x="9295" y="8948"/>
                      </a:moveTo>
                      <a:cubicBezTo>
                        <a:pt x="9484" y="8948"/>
                        <a:pt x="9641" y="9105"/>
                        <a:pt x="9641" y="9295"/>
                      </a:cubicBezTo>
                      <a:lnTo>
                        <a:pt x="9641" y="10996"/>
                      </a:lnTo>
                      <a:lnTo>
                        <a:pt x="5514" y="10996"/>
                      </a:lnTo>
                      <a:lnTo>
                        <a:pt x="5514" y="9295"/>
                      </a:lnTo>
                      <a:cubicBezTo>
                        <a:pt x="5514" y="9105"/>
                        <a:pt x="5672" y="8948"/>
                        <a:pt x="5861" y="8948"/>
                      </a:cubicBezTo>
                      <a:close/>
                      <a:moveTo>
                        <a:pt x="1009" y="1"/>
                      </a:moveTo>
                      <a:cubicBezTo>
                        <a:pt x="473" y="1"/>
                        <a:pt x="1" y="473"/>
                        <a:pt x="1" y="1040"/>
                      </a:cubicBezTo>
                      <a:lnTo>
                        <a:pt x="1" y="5167"/>
                      </a:lnTo>
                      <a:cubicBezTo>
                        <a:pt x="1" y="5734"/>
                        <a:pt x="473" y="6207"/>
                        <a:pt x="1009" y="6207"/>
                      </a:cubicBezTo>
                      <a:lnTo>
                        <a:pt x="4789" y="6207"/>
                      </a:lnTo>
                      <a:lnTo>
                        <a:pt x="4789" y="6932"/>
                      </a:lnTo>
                      <a:cubicBezTo>
                        <a:pt x="4789" y="7499"/>
                        <a:pt x="4947" y="8003"/>
                        <a:pt x="5231" y="8444"/>
                      </a:cubicBezTo>
                      <a:cubicBezTo>
                        <a:pt x="4947" y="8633"/>
                        <a:pt x="4789" y="8948"/>
                        <a:pt x="4789" y="9295"/>
                      </a:cubicBezTo>
                      <a:lnTo>
                        <a:pt x="4789" y="11342"/>
                      </a:lnTo>
                      <a:cubicBezTo>
                        <a:pt x="4789" y="11563"/>
                        <a:pt x="4947" y="11720"/>
                        <a:pt x="5168" y="11720"/>
                      </a:cubicBezTo>
                      <a:lnTo>
                        <a:pt x="9956" y="11720"/>
                      </a:lnTo>
                      <a:cubicBezTo>
                        <a:pt x="10145" y="11720"/>
                        <a:pt x="10303" y="11563"/>
                        <a:pt x="10303" y="11342"/>
                      </a:cubicBezTo>
                      <a:lnTo>
                        <a:pt x="10303" y="9295"/>
                      </a:lnTo>
                      <a:cubicBezTo>
                        <a:pt x="10303" y="8948"/>
                        <a:pt x="10114" y="8633"/>
                        <a:pt x="9893" y="8444"/>
                      </a:cubicBezTo>
                      <a:cubicBezTo>
                        <a:pt x="10177" y="8003"/>
                        <a:pt x="10303" y="7499"/>
                        <a:pt x="10303" y="6932"/>
                      </a:cubicBezTo>
                      <a:lnTo>
                        <a:pt x="10303" y="4380"/>
                      </a:lnTo>
                      <a:lnTo>
                        <a:pt x="10271" y="4380"/>
                      </a:lnTo>
                      <a:cubicBezTo>
                        <a:pt x="10271" y="3907"/>
                        <a:pt x="10082" y="3466"/>
                        <a:pt x="9767" y="3151"/>
                      </a:cubicBezTo>
                      <a:lnTo>
                        <a:pt x="8224" y="1639"/>
                      </a:lnTo>
                      <a:lnTo>
                        <a:pt x="8224" y="1040"/>
                      </a:lnTo>
                      <a:cubicBezTo>
                        <a:pt x="8224" y="473"/>
                        <a:pt x="7751" y="1"/>
                        <a:pt x="721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04" name="Google Shape;2104;p19"/>
                <p:cNvSpPr/>
                <p:nvPr/>
              </p:nvSpPr>
              <p:spPr>
                <a:xfrm>
                  <a:off x="-766100" y="2660975"/>
                  <a:ext cx="18125" cy="18150"/>
                </a:xfrm>
                <a:custGeom>
                  <a:rect b="b" l="l" r="r" t="t"/>
                  <a:pathLst>
                    <a:path extrusionOk="0" h="726" w="725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cubicBezTo>
                        <a:pt x="0" y="568"/>
                        <a:pt x="158" y="725"/>
                        <a:pt x="347" y="725"/>
                      </a:cubicBezTo>
                      <a:cubicBezTo>
                        <a:pt x="536" y="725"/>
                        <a:pt x="725" y="568"/>
                        <a:pt x="725" y="379"/>
                      </a:cubicBez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105" name="Google Shape;2105;p19"/>
              <p:cNvGrpSpPr/>
              <p:nvPr/>
            </p:nvGrpSpPr>
            <p:grpSpPr>
              <a:xfrm>
                <a:off x="11162913" y="4335866"/>
                <a:ext cx="620897" cy="620897"/>
                <a:chOff x="2964567" y="2571753"/>
                <a:chExt cx="417045" cy="417045"/>
              </a:xfrm>
            </p:grpSpPr>
            <p:sp>
              <p:nvSpPr>
                <p:cNvPr id="2106" name="Google Shape;2106;p19"/>
                <p:cNvSpPr/>
                <p:nvPr/>
              </p:nvSpPr>
              <p:spPr>
                <a:xfrm>
                  <a:off x="2964567" y="2571753"/>
                  <a:ext cx="417045" cy="417045"/>
                </a:xfrm>
                <a:custGeom>
                  <a:rect b="b" l="l" r="r" t="t"/>
                  <a:pathLst>
                    <a:path extrusionOk="0" h="19983" w="19983">
                      <a:moveTo>
                        <a:pt x="9992" y="1170"/>
                      </a:moveTo>
                      <a:cubicBezTo>
                        <a:pt x="14855" y="1170"/>
                        <a:pt x="18812" y="4866"/>
                        <a:pt x="18812" y="9405"/>
                      </a:cubicBezTo>
                      <a:cubicBezTo>
                        <a:pt x="18812" y="13925"/>
                        <a:pt x="14855" y="17601"/>
                        <a:pt x="9992" y="17601"/>
                      </a:cubicBezTo>
                      <a:cubicBezTo>
                        <a:pt x="9111" y="17601"/>
                        <a:pt x="8240" y="17481"/>
                        <a:pt x="7407" y="17242"/>
                      </a:cubicBezTo>
                      <a:cubicBezTo>
                        <a:pt x="7354" y="17226"/>
                        <a:pt x="7299" y="17218"/>
                        <a:pt x="7245" y="17218"/>
                      </a:cubicBezTo>
                      <a:cubicBezTo>
                        <a:pt x="7153" y="17218"/>
                        <a:pt x="7062" y="17240"/>
                        <a:pt x="6979" y="17282"/>
                      </a:cubicBezTo>
                      <a:lnTo>
                        <a:pt x="4723" y="18439"/>
                      </a:lnTo>
                      <a:lnTo>
                        <a:pt x="4723" y="16262"/>
                      </a:lnTo>
                      <a:cubicBezTo>
                        <a:pt x="4723" y="16078"/>
                        <a:pt x="4637" y="15904"/>
                        <a:pt x="4490" y="15793"/>
                      </a:cubicBezTo>
                      <a:cubicBezTo>
                        <a:pt x="2381" y="14208"/>
                        <a:pt x="1171" y="11880"/>
                        <a:pt x="1171" y="9405"/>
                      </a:cubicBezTo>
                      <a:cubicBezTo>
                        <a:pt x="1171" y="4866"/>
                        <a:pt x="5129" y="1170"/>
                        <a:pt x="9992" y="1170"/>
                      </a:cubicBezTo>
                      <a:close/>
                      <a:moveTo>
                        <a:pt x="9992" y="1"/>
                      </a:moveTo>
                      <a:cubicBezTo>
                        <a:pt x="4575" y="1"/>
                        <a:pt x="0" y="4153"/>
                        <a:pt x="0" y="9407"/>
                      </a:cubicBezTo>
                      <a:cubicBezTo>
                        <a:pt x="0" y="12221"/>
                        <a:pt x="1359" y="14795"/>
                        <a:pt x="3552" y="16548"/>
                      </a:cubicBezTo>
                      <a:lnTo>
                        <a:pt x="3552" y="19396"/>
                      </a:lnTo>
                      <a:cubicBezTo>
                        <a:pt x="3552" y="19602"/>
                        <a:pt x="3659" y="19791"/>
                        <a:pt x="3832" y="19897"/>
                      </a:cubicBezTo>
                      <a:cubicBezTo>
                        <a:pt x="3925" y="19953"/>
                        <a:pt x="4031" y="19982"/>
                        <a:pt x="4138" y="19982"/>
                      </a:cubicBezTo>
                      <a:cubicBezTo>
                        <a:pt x="4229" y="19982"/>
                        <a:pt x="4320" y="19961"/>
                        <a:pt x="4405" y="19918"/>
                      </a:cubicBezTo>
                      <a:lnTo>
                        <a:pt x="7310" y="18429"/>
                      </a:lnTo>
                      <a:cubicBezTo>
                        <a:pt x="8180" y="18657"/>
                        <a:pt x="9081" y="18772"/>
                        <a:pt x="9992" y="18772"/>
                      </a:cubicBezTo>
                      <a:cubicBezTo>
                        <a:pt x="15500" y="18772"/>
                        <a:pt x="19983" y="14570"/>
                        <a:pt x="19983" y="9407"/>
                      </a:cubicBezTo>
                      <a:cubicBezTo>
                        <a:pt x="19983" y="4151"/>
                        <a:pt x="15405" y="1"/>
                        <a:pt x="99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07" name="Google Shape;2107;p19"/>
                <p:cNvSpPr/>
                <p:nvPr/>
              </p:nvSpPr>
              <p:spPr>
                <a:xfrm>
                  <a:off x="3037777" y="2694715"/>
                  <a:ext cx="270642" cy="146633"/>
                </a:xfrm>
                <a:custGeom>
                  <a:rect b="b" l="l" r="r" t="t"/>
                  <a:pathLst>
                    <a:path extrusionOk="0" h="7026" w="12968">
                      <a:moveTo>
                        <a:pt x="5362" y="1463"/>
                      </a:moveTo>
                      <a:lnTo>
                        <a:pt x="7241" y="3341"/>
                      </a:lnTo>
                      <a:cubicBezTo>
                        <a:pt x="7353" y="3454"/>
                        <a:pt x="7503" y="3513"/>
                        <a:pt x="7655" y="3513"/>
                      </a:cubicBezTo>
                      <a:cubicBezTo>
                        <a:pt x="7744" y="3513"/>
                        <a:pt x="7833" y="3493"/>
                        <a:pt x="7917" y="3451"/>
                      </a:cubicBezTo>
                      <a:lnTo>
                        <a:pt x="10216" y="2303"/>
                      </a:lnTo>
                      <a:lnTo>
                        <a:pt x="7605" y="5565"/>
                      </a:lnTo>
                      <a:lnTo>
                        <a:pt x="5726" y="3685"/>
                      </a:lnTo>
                      <a:cubicBezTo>
                        <a:pt x="5614" y="3573"/>
                        <a:pt x="5463" y="3514"/>
                        <a:pt x="5311" y="3514"/>
                      </a:cubicBezTo>
                      <a:cubicBezTo>
                        <a:pt x="5223" y="3514"/>
                        <a:pt x="5133" y="3534"/>
                        <a:pt x="5051" y="3575"/>
                      </a:cubicBezTo>
                      <a:lnTo>
                        <a:pt x="2751" y="4725"/>
                      </a:lnTo>
                      <a:lnTo>
                        <a:pt x="2751" y="4725"/>
                      </a:lnTo>
                      <a:lnTo>
                        <a:pt x="5362" y="1463"/>
                      </a:lnTo>
                      <a:close/>
                      <a:moveTo>
                        <a:pt x="5312" y="1"/>
                      </a:moveTo>
                      <a:cubicBezTo>
                        <a:pt x="5302" y="1"/>
                        <a:pt x="5291" y="1"/>
                        <a:pt x="5281" y="2"/>
                      </a:cubicBezTo>
                      <a:cubicBezTo>
                        <a:pt x="5114" y="12"/>
                        <a:pt x="4959" y="92"/>
                        <a:pt x="4856" y="221"/>
                      </a:cubicBezTo>
                      <a:lnTo>
                        <a:pt x="172" y="6075"/>
                      </a:lnTo>
                      <a:cubicBezTo>
                        <a:pt x="0" y="6290"/>
                        <a:pt x="2" y="6595"/>
                        <a:pt x="174" y="6809"/>
                      </a:cubicBezTo>
                      <a:cubicBezTo>
                        <a:pt x="288" y="6950"/>
                        <a:pt x="457" y="7026"/>
                        <a:pt x="630" y="7026"/>
                      </a:cubicBezTo>
                      <a:cubicBezTo>
                        <a:pt x="719" y="7026"/>
                        <a:pt x="808" y="7006"/>
                        <a:pt x="892" y="6964"/>
                      </a:cubicBezTo>
                      <a:lnTo>
                        <a:pt x="5198" y="4811"/>
                      </a:lnTo>
                      <a:lnTo>
                        <a:pt x="7241" y="6855"/>
                      </a:lnTo>
                      <a:cubicBezTo>
                        <a:pt x="7349" y="6964"/>
                        <a:pt x="7496" y="7026"/>
                        <a:pt x="7650" y="7026"/>
                      </a:cubicBezTo>
                      <a:cubicBezTo>
                        <a:pt x="7662" y="7026"/>
                        <a:pt x="7674" y="7025"/>
                        <a:pt x="7687" y="7024"/>
                      </a:cubicBezTo>
                      <a:cubicBezTo>
                        <a:pt x="7853" y="7016"/>
                        <a:pt x="8007" y="6936"/>
                        <a:pt x="8111" y="6807"/>
                      </a:cubicBezTo>
                      <a:lnTo>
                        <a:pt x="12795" y="951"/>
                      </a:lnTo>
                      <a:cubicBezTo>
                        <a:pt x="12967" y="737"/>
                        <a:pt x="12965" y="431"/>
                        <a:pt x="12792" y="219"/>
                      </a:cubicBezTo>
                      <a:cubicBezTo>
                        <a:pt x="12679" y="78"/>
                        <a:pt x="12510" y="1"/>
                        <a:pt x="12337" y="1"/>
                      </a:cubicBezTo>
                      <a:cubicBezTo>
                        <a:pt x="12249" y="1"/>
                        <a:pt x="12159" y="21"/>
                        <a:pt x="12075" y="63"/>
                      </a:cubicBezTo>
                      <a:lnTo>
                        <a:pt x="7770" y="2216"/>
                      </a:lnTo>
                      <a:lnTo>
                        <a:pt x="5726" y="173"/>
                      </a:lnTo>
                      <a:cubicBezTo>
                        <a:pt x="5617" y="62"/>
                        <a:pt x="5467" y="1"/>
                        <a:pt x="531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108" name="Google Shape;2108;p19"/>
              <p:cNvSpPr/>
              <p:nvPr/>
            </p:nvSpPr>
            <p:spPr>
              <a:xfrm>
                <a:off x="7055026" y="4335935"/>
                <a:ext cx="620841" cy="620841"/>
              </a:xfrm>
              <a:custGeom>
                <a:rect b="b" l="l" r="r" t="t"/>
                <a:pathLst>
                  <a:path extrusionOk="0" h="19982" w="19982">
                    <a:moveTo>
                      <a:pt x="14602" y="3500"/>
                    </a:moveTo>
                    <a:cubicBezTo>
                      <a:pt x="15137" y="3500"/>
                      <a:pt x="15682" y="3563"/>
                      <a:pt x="16247" y="3689"/>
                    </a:cubicBezTo>
                    <a:cubicBezTo>
                      <a:pt x="16179" y="4154"/>
                      <a:pt x="16095" y="4705"/>
                      <a:pt x="16033" y="5120"/>
                    </a:cubicBezTo>
                    <a:cubicBezTo>
                      <a:pt x="15810" y="5075"/>
                      <a:pt x="15484" y="5035"/>
                      <a:pt x="15150" y="5035"/>
                    </a:cubicBezTo>
                    <a:cubicBezTo>
                      <a:pt x="14968" y="5035"/>
                      <a:pt x="14783" y="5047"/>
                      <a:pt x="14611" y="5076"/>
                    </a:cubicBezTo>
                    <a:cubicBezTo>
                      <a:pt x="13536" y="5258"/>
                      <a:pt x="12918" y="5925"/>
                      <a:pt x="12918" y="6907"/>
                    </a:cubicBezTo>
                    <a:lnTo>
                      <a:pt x="12918" y="8819"/>
                    </a:lnTo>
                    <a:cubicBezTo>
                      <a:pt x="12918" y="9143"/>
                      <a:pt x="13180" y="9405"/>
                      <a:pt x="13504" y="9405"/>
                    </a:cubicBezTo>
                    <a:lnTo>
                      <a:pt x="15681" y="9405"/>
                    </a:lnTo>
                    <a:lnTo>
                      <a:pt x="15388" y="10576"/>
                    </a:lnTo>
                    <a:lnTo>
                      <a:pt x="13504" y="10576"/>
                    </a:lnTo>
                    <a:cubicBezTo>
                      <a:pt x="13180" y="10576"/>
                      <a:pt x="12918" y="10838"/>
                      <a:pt x="12918" y="11161"/>
                    </a:cubicBezTo>
                    <a:lnTo>
                      <a:pt x="12918" y="18811"/>
                    </a:lnTo>
                    <a:lnTo>
                      <a:pt x="11162" y="18811"/>
                    </a:lnTo>
                    <a:lnTo>
                      <a:pt x="11162" y="11161"/>
                    </a:lnTo>
                    <a:cubicBezTo>
                      <a:pt x="11162" y="10838"/>
                      <a:pt x="10900" y="10576"/>
                      <a:pt x="10576" y="10576"/>
                    </a:cubicBezTo>
                    <a:lnTo>
                      <a:pt x="9407" y="10576"/>
                    </a:lnTo>
                    <a:lnTo>
                      <a:pt x="9407" y="9405"/>
                    </a:lnTo>
                    <a:lnTo>
                      <a:pt x="10576" y="9405"/>
                    </a:lnTo>
                    <a:cubicBezTo>
                      <a:pt x="10900" y="9405"/>
                      <a:pt x="11162" y="9143"/>
                      <a:pt x="11162" y="8821"/>
                    </a:cubicBezTo>
                    <a:cubicBezTo>
                      <a:pt x="11162" y="7215"/>
                      <a:pt x="11162" y="6481"/>
                      <a:pt x="11162" y="6143"/>
                    </a:cubicBezTo>
                    <a:cubicBezTo>
                      <a:pt x="11162" y="5520"/>
                      <a:pt x="11163" y="4843"/>
                      <a:pt x="11770" y="4324"/>
                    </a:cubicBezTo>
                    <a:cubicBezTo>
                      <a:pt x="12234" y="3928"/>
                      <a:pt x="12823" y="3687"/>
                      <a:pt x="13628" y="3571"/>
                    </a:cubicBezTo>
                    <a:cubicBezTo>
                      <a:pt x="13950" y="3524"/>
                      <a:pt x="14274" y="3500"/>
                      <a:pt x="14602" y="3500"/>
                    </a:cubicBezTo>
                    <a:close/>
                    <a:moveTo>
                      <a:pt x="17017" y="1170"/>
                    </a:moveTo>
                    <a:cubicBezTo>
                      <a:pt x="17990" y="1170"/>
                      <a:pt x="18811" y="1975"/>
                      <a:pt x="18811" y="2927"/>
                    </a:cubicBezTo>
                    <a:lnTo>
                      <a:pt x="18811" y="17056"/>
                    </a:lnTo>
                    <a:cubicBezTo>
                      <a:pt x="18811" y="18023"/>
                      <a:pt x="18024" y="18811"/>
                      <a:pt x="17056" y="18811"/>
                    </a:cubicBezTo>
                    <a:lnTo>
                      <a:pt x="14089" y="18811"/>
                    </a:lnTo>
                    <a:lnTo>
                      <a:pt x="14089" y="11747"/>
                    </a:lnTo>
                    <a:lnTo>
                      <a:pt x="15846" y="11747"/>
                    </a:lnTo>
                    <a:cubicBezTo>
                      <a:pt x="16115" y="11747"/>
                      <a:pt x="16348" y="11565"/>
                      <a:pt x="16414" y="11305"/>
                    </a:cubicBezTo>
                    <a:lnTo>
                      <a:pt x="16999" y="8963"/>
                    </a:lnTo>
                    <a:cubicBezTo>
                      <a:pt x="17042" y="8787"/>
                      <a:pt x="17003" y="8602"/>
                      <a:pt x="16893" y="8460"/>
                    </a:cubicBezTo>
                    <a:cubicBezTo>
                      <a:pt x="16782" y="8317"/>
                      <a:pt x="16612" y="8235"/>
                      <a:pt x="16431" y="8235"/>
                    </a:cubicBezTo>
                    <a:lnTo>
                      <a:pt x="14089" y="8235"/>
                    </a:lnTo>
                    <a:lnTo>
                      <a:pt x="14089" y="6909"/>
                    </a:lnTo>
                    <a:cubicBezTo>
                      <a:pt x="14089" y="6638"/>
                      <a:pt x="14144" y="6343"/>
                      <a:pt x="14808" y="6229"/>
                    </a:cubicBezTo>
                    <a:cubicBezTo>
                      <a:pt x="14936" y="6208"/>
                      <a:pt x="15061" y="6199"/>
                      <a:pt x="15182" y="6199"/>
                    </a:cubicBezTo>
                    <a:cubicBezTo>
                      <a:pt x="15552" y="6199"/>
                      <a:pt x="15890" y="6283"/>
                      <a:pt x="16198" y="6360"/>
                    </a:cubicBezTo>
                    <a:cubicBezTo>
                      <a:pt x="16304" y="6387"/>
                      <a:pt x="16415" y="6421"/>
                      <a:pt x="16532" y="6421"/>
                    </a:cubicBezTo>
                    <a:cubicBezTo>
                      <a:pt x="16632" y="6421"/>
                      <a:pt x="16736" y="6396"/>
                      <a:pt x="16847" y="6321"/>
                    </a:cubicBezTo>
                    <a:cubicBezTo>
                      <a:pt x="16983" y="6229"/>
                      <a:pt x="17074" y="6084"/>
                      <a:pt x="17098" y="5923"/>
                    </a:cubicBezTo>
                    <a:cubicBezTo>
                      <a:pt x="17098" y="5923"/>
                      <a:pt x="17362" y="4156"/>
                      <a:pt x="17482" y="3339"/>
                    </a:cubicBezTo>
                    <a:cubicBezTo>
                      <a:pt x="17525" y="3049"/>
                      <a:pt x="17346" y="2769"/>
                      <a:pt x="17063" y="2690"/>
                    </a:cubicBezTo>
                    <a:cubicBezTo>
                      <a:pt x="16267" y="2463"/>
                      <a:pt x="15346" y="2343"/>
                      <a:pt x="14504" y="2343"/>
                    </a:cubicBezTo>
                    <a:cubicBezTo>
                      <a:pt x="14137" y="2343"/>
                      <a:pt x="13786" y="2365"/>
                      <a:pt x="13467" y="2412"/>
                    </a:cubicBezTo>
                    <a:cubicBezTo>
                      <a:pt x="12434" y="2562"/>
                      <a:pt x="11646" y="2888"/>
                      <a:pt x="11009" y="3434"/>
                    </a:cubicBezTo>
                    <a:cubicBezTo>
                      <a:pt x="10121" y="4193"/>
                      <a:pt x="10010" y="5168"/>
                      <a:pt x="9999" y="5833"/>
                    </a:cubicBezTo>
                    <a:cubicBezTo>
                      <a:pt x="9999" y="5847"/>
                      <a:pt x="9999" y="7029"/>
                      <a:pt x="9999" y="8235"/>
                    </a:cubicBezTo>
                    <a:lnTo>
                      <a:pt x="8821" y="8235"/>
                    </a:lnTo>
                    <a:cubicBezTo>
                      <a:pt x="8497" y="8235"/>
                      <a:pt x="8236" y="8497"/>
                      <a:pt x="8236" y="8819"/>
                    </a:cubicBezTo>
                    <a:lnTo>
                      <a:pt x="8236" y="11161"/>
                    </a:lnTo>
                    <a:cubicBezTo>
                      <a:pt x="8236" y="11485"/>
                      <a:pt x="8497" y="11747"/>
                      <a:pt x="8821" y="11747"/>
                    </a:cubicBezTo>
                    <a:lnTo>
                      <a:pt x="9991" y="11747"/>
                    </a:lnTo>
                    <a:lnTo>
                      <a:pt x="9991" y="18811"/>
                    </a:lnTo>
                    <a:lnTo>
                      <a:pt x="2927" y="18811"/>
                    </a:lnTo>
                    <a:cubicBezTo>
                      <a:pt x="1959" y="18811"/>
                      <a:pt x="1172" y="18023"/>
                      <a:pt x="1172" y="17054"/>
                    </a:cubicBezTo>
                    <a:lnTo>
                      <a:pt x="1172" y="2927"/>
                    </a:lnTo>
                    <a:cubicBezTo>
                      <a:pt x="1172" y="1959"/>
                      <a:pt x="1959" y="1170"/>
                      <a:pt x="2927" y="1170"/>
                    </a:cubicBezTo>
                    <a:close/>
                    <a:moveTo>
                      <a:pt x="2927" y="1"/>
                    </a:moveTo>
                    <a:cubicBezTo>
                      <a:pt x="1314" y="1"/>
                      <a:pt x="1" y="1313"/>
                      <a:pt x="1" y="2927"/>
                    </a:cubicBezTo>
                    <a:lnTo>
                      <a:pt x="1" y="17056"/>
                    </a:lnTo>
                    <a:cubicBezTo>
                      <a:pt x="1" y="18669"/>
                      <a:pt x="1314" y="19982"/>
                      <a:pt x="2927" y="19982"/>
                    </a:cubicBezTo>
                    <a:lnTo>
                      <a:pt x="17054" y="19982"/>
                    </a:lnTo>
                    <a:cubicBezTo>
                      <a:pt x="18669" y="19982"/>
                      <a:pt x="19982" y="18669"/>
                      <a:pt x="19982" y="17056"/>
                    </a:cubicBezTo>
                    <a:lnTo>
                      <a:pt x="19982" y="2927"/>
                    </a:lnTo>
                    <a:cubicBezTo>
                      <a:pt x="19982" y="2145"/>
                      <a:pt x="19669" y="1409"/>
                      <a:pt x="19101" y="853"/>
                    </a:cubicBezTo>
                    <a:cubicBezTo>
                      <a:pt x="18538" y="303"/>
                      <a:pt x="17797" y="1"/>
                      <a:pt x="17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109" name="Google Shape;2109;p19"/>
              <p:cNvGrpSpPr/>
              <p:nvPr/>
            </p:nvGrpSpPr>
            <p:grpSpPr>
              <a:xfrm>
                <a:off x="7848334" y="4335879"/>
                <a:ext cx="620928" cy="620866"/>
                <a:chOff x="812101" y="2571761"/>
                <a:chExt cx="417066" cy="417024"/>
              </a:xfrm>
            </p:grpSpPr>
            <p:sp>
              <p:nvSpPr>
                <p:cNvPr id="2110" name="Google Shape;2110;p19"/>
                <p:cNvSpPr/>
                <p:nvPr/>
              </p:nvSpPr>
              <p:spPr>
                <a:xfrm>
                  <a:off x="935084" y="2694744"/>
                  <a:ext cx="171071" cy="171071"/>
                </a:xfrm>
                <a:custGeom>
                  <a:rect b="b" l="l" r="r" t="t"/>
                  <a:pathLst>
                    <a:path extrusionOk="0" h="8197" w="8197">
                      <a:moveTo>
                        <a:pt x="4099" y="1171"/>
                      </a:moveTo>
                      <a:cubicBezTo>
                        <a:pt x="5712" y="1171"/>
                        <a:pt x="7027" y="2484"/>
                        <a:pt x="7027" y="4097"/>
                      </a:cubicBezTo>
                      <a:cubicBezTo>
                        <a:pt x="7027" y="5712"/>
                        <a:pt x="5712" y="7025"/>
                        <a:pt x="4099" y="7025"/>
                      </a:cubicBezTo>
                      <a:cubicBezTo>
                        <a:pt x="2486" y="7025"/>
                        <a:pt x="1171" y="5712"/>
                        <a:pt x="1171" y="4097"/>
                      </a:cubicBezTo>
                      <a:cubicBezTo>
                        <a:pt x="1171" y="2484"/>
                        <a:pt x="2486" y="1171"/>
                        <a:pt x="4099" y="1171"/>
                      </a:cubicBezTo>
                      <a:close/>
                      <a:moveTo>
                        <a:pt x="4099" y="0"/>
                      </a:moveTo>
                      <a:cubicBezTo>
                        <a:pt x="1840" y="0"/>
                        <a:pt x="0" y="1838"/>
                        <a:pt x="0" y="4097"/>
                      </a:cubicBezTo>
                      <a:cubicBezTo>
                        <a:pt x="0" y="6358"/>
                        <a:pt x="1840" y="8196"/>
                        <a:pt x="4099" y="8196"/>
                      </a:cubicBezTo>
                      <a:cubicBezTo>
                        <a:pt x="6358" y="8196"/>
                        <a:pt x="8196" y="6358"/>
                        <a:pt x="8196" y="4097"/>
                      </a:cubicBezTo>
                      <a:cubicBezTo>
                        <a:pt x="8196" y="1838"/>
                        <a:pt x="6358" y="0"/>
                        <a:pt x="409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1" name="Google Shape;2111;p19"/>
                <p:cNvSpPr/>
                <p:nvPr/>
              </p:nvSpPr>
              <p:spPr>
                <a:xfrm>
                  <a:off x="860977" y="2620616"/>
                  <a:ext cx="319311" cy="319290"/>
                </a:xfrm>
                <a:custGeom>
                  <a:rect b="b" l="l" r="r" t="t"/>
                  <a:pathLst>
                    <a:path extrusionOk="0" h="15299" w="15300">
                      <a:moveTo>
                        <a:pt x="12333" y="1171"/>
                      </a:moveTo>
                      <a:cubicBezTo>
                        <a:pt x="13306" y="1171"/>
                        <a:pt x="14128" y="1994"/>
                        <a:pt x="14128" y="2967"/>
                      </a:cubicBezTo>
                      <a:lnTo>
                        <a:pt x="14128" y="12334"/>
                      </a:lnTo>
                      <a:cubicBezTo>
                        <a:pt x="14128" y="13307"/>
                        <a:pt x="13306" y="14129"/>
                        <a:pt x="12333" y="14129"/>
                      </a:cubicBezTo>
                      <a:lnTo>
                        <a:pt x="2968" y="14129"/>
                      </a:lnTo>
                      <a:cubicBezTo>
                        <a:pt x="1993" y="14129"/>
                        <a:pt x="1172" y="13307"/>
                        <a:pt x="1172" y="12334"/>
                      </a:cubicBezTo>
                      <a:lnTo>
                        <a:pt x="1172" y="2967"/>
                      </a:lnTo>
                      <a:cubicBezTo>
                        <a:pt x="1172" y="1994"/>
                        <a:pt x="1993" y="1171"/>
                        <a:pt x="2968" y="1171"/>
                      </a:cubicBezTo>
                      <a:close/>
                      <a:moveTo>
                        <a:pt x="2968" y="0"/>
                      </a:moveTo>
                      <a:cubicBezTo>
                        <a:pt x="1351" y="0"/>
                        <a:pt x="1" y="1346"/>
                        <a:pt x="1" y="2967"/>
                      </a:cubicBezTo>
                      <a:lnTo>
                        <a:pt x="1" y="12334"/>
                      </a:lnTo>
                      <a:cubicBezTo>
                        <a:pt x="1" y="13952"/>
                        <a:pt x="1349" y="15299"/>
                        <a:pt x="2968" y="15299"/>
                      </a:cubicBezTo>
                      <a:lnTo>
                        <a:pt x="12333" y="15299"/>
                      </a:lnTo>
                      <a:cubicBezTo>
                        <a:pt x="13953" y="15299"/>
                        <a:pt x="15299" y="13951"/>
                        <a:pt x="15299" y="12334"/>
                      </a:cubicBezTo>
                      <a:lnTo>
                        <a:pt x="15299" y="2967"/>
                      </a:lnTo>
                      <a:cubicBezTo>
                        <a:pt x="15299" y="1345"/>
                        <a:pt x="13948" y="0"/>
                        <a:pt x="123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2" name="Google Shape;2112;p19"/>
                <p:cNvSpPr/>
                <p:nvPr/>
              </p:nvSpPr>
              <p:spPr>
                <a:xfrm>
                  <a:off x="812101" y="2571761"/>
                  <a:ext cx="417066" cy="417024"/>
                </a:xfrm>
                <a:custGeom>
                  <a:rect b="b" l="l" r="r" t="t"/>
                  <a:pathLst>
                    <a:path extrusionOk="0" h="19982" w="19984">
                      <a:moveTo>
                        <a:pt x="17056" y="1172"/>
                      </a:moveTo>
                      <a:cubicBezTo>
                        <a:pt x="18025" y="1172"/>
                        <a:pt x="18812" y="1959"/>
                        <a:pt x="18812" y="2927"/>
                      </a:cubicBezTo>
                      <a:lnTo>
                        <a:pt x="18812" y="17056"/>
                      </a:lnTo>
                      <a:cubicBezTo>
                        <a:pt x="18812" y="18023"/>
                        <a:pt x="18025" y="18811"/>
                        <a:pt x="17056" y="18811"/>
                      </a:cubicBezTo>
                      <a:lnTo>
                        <a:pt x="2928" y="18811"/>
                      </a:lnTo>
                      <a:cubicBezTo>
                        <a:pt x="1961" y="18811"/>
                        <a:pt x="1172" y="18023"/>
                        <a:pt x="1172" y="17056"/>
                      </a:cubicBezTo>
                      <a:lnTo>
                        <a:pt x="1172" y="2927"/>
                      </a:lnTo>
                      <a:cubicBezTo>
                        <a:pt x="1172" y="1959"/>
                        <a:pt x="1961" y="1172"/>
                        <a:pt x="2928" y="1172"/>
                      </a:cubicBezTo>
                      <a:close/>
                      <a:moveTo>
                        <a:pt x="2928" y="1"/>
                      </a:moveTo>
                      <a:cubicBezTo>
                        <a:pt x="1313" y="1"/>
                        <a:pt x="1" y="1313"/>
                        <a:pt x="1" y="2927"/>
                      </a:cubicBezTo>
                      <a:lnTo>
                        <a:pt x="1" y="17056"/>
                      </a:lnTo>
                      <a:cubicBezTo>
                        <a:pt x="1" y="18669"/>
                        <a:pt x="1313" y="19982"/>
                        <a:pt x="2928" y="19982"/>
                      </a:cubicBezTo>
                      <a:lnTo>
                        <a:pt x="17056" y="19982"/>
                      </a:lnTo>
                      <a:cubicBezTo>
                        <a:pt x="18669" y="19982"/>
                        <a:pt x="19984" y="18669"/>
                        <a:pt x="19984" y="17056"/>
                      </a:cubicBezTo>
                      <a:lnTo>
                        <a:pt x="19984" y="2927"/>
                      </a:lnTo>
                      <a:cubicBezTo>
                        <a:pt x="19984" y="1313"/>
                        <a:pt x="18669" y="1"/>
                        <a:pt x="170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3" name="Google Shape;2113;p19"/>
                <p:cNvSpPr/>
                <p:nvPr/>
              </p:nvSpPr>
              <p:spPr>
                <a:xfrm>
                  <a:off x="1081712" y="2670306"/>
                  <a:ext cx="48878" cy="48898"/>
                </a:xfrm>
                <a:custGeom>
                  <a:rect b="b" l="l" r="r" t="t"/>
                  <a:pathLst>
                    <a:path extrusionOk="0" h="2343" w="2342">
                      <a:moveTo>
                        <a:pt x="1170" y="0"/>
                      </a:moveTo>
                      <a:cubicBezTo>
                        <a:pt x="524" y="0"/>
                        <a:pt x="1" y="526"/>
                        <a:pt x="1" y="1171"/>
                      </a:cubicBezTo>
                      <a:cubicBezTo>
                        <a:pt x="1" y="1817"/>
                        <a:pt x="524" y="2342"/>
                        <a:pt x="1170" y="2342"/>
                      </a:cubicBezTo>
                      <a:cubicBezTo>
                        <a:pt x="1816" y="2342"/>
                        <a:pt x="2341" y="1817"/>
                        <a:pt x="2341" y="1171"/>
                      </a:cubicBezTo>
                      <a:cubicBezTo>
                        <a:pt x="2341" y="526"/>
                        <a:pt x="1816" y="0"/>
                        <a:pt x="11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114" name="Google Shape;2114;p19"/>
              <p:cNvGrpSpPr/>
              <p:nvPr/>
            </p:nvGrpSpPr>
            <p:grpSpPr>
              <a:xfrm>
                <a:off x="8641723" y="4335879"/>
                <a:ext cx="620866" cy="620866"/>
                <a:chOff x="1323129" y="2571761"/>
                <a:chExt cx="417024" cy="417024"/>
              </a:xfrm>
            </p:grpSpPr>
            <p:sp>
              <p:nvSpPr>
                <p:cNvPr id="2115" name="Google Shape;2115;p19"/>
                <p:cNvSpPr/>
                <p:nvPr/>
              </p:nvSpPr>
              <p:spPr>
                <a:xfrm>
                  <a:off x="1385007" y="2719183"/>
                  <a:ext cx="73337" cy="219907"/>
                </a:xfrm>
                <a:custGeom>
                  <a:rect b="b" l="l" r="r" t="t"/>
                  <a:pathLst>
                    <a:path extrusionOk="0" h="10537" w="3514">
                      <a:moveTo>
                        <a:pt x="2342" y="1171"/>
                      </a:moveTo>
                      <a:lnTo>
                        <a:pt x="2342" y="9367"/>
                      </a:lnTo>
                      <a:lnTo>
                        <a:pt x="1171" y="9367"/>
                      </a:lnTo>
                      <a:lnTo>
                        <a:pt x="1171" y="1171"/>
                      </a:lnTo>
                      <a:close/>
                      <a:moveTo>
                        <a:pt x="586" y="0"/>
                      </a:moveTo>
                      <a:cubicBezTo>
                        <a:pt x="264" y="0"/>
                        <a:pt x="0" y="262"/>
                        <a:pt x="0" y="586"/>
                      </a:cubicBezTo>
                      <a:lnTo>
                        <a:pt x="0" y="9951"/>
                      </a:lnTo>
                      <a:cubicBezTo>
                        <a:pt x="0" y="10275"/>
                        <a:pt x="264" y="10537"/>
                        <a:pt x="586" y="10537"/>
                      </a:cubicBezTo>
                      <a:lnTo>
                        <a:pt x="2928" y="10537"/>
                      </a:lnTo>
                      <a:cubicBezTo>
                        <a:pt x="3252" y="10537"/>
                        <a:pt x="3514" y="10275"/>
                        <a:pt x="3514" y="9951"/>
                      </a:cubicBezTo>
                      <a:lnTo>
                        <a:pt x="3514" y="586"/>
                      </a:lnTo>
                      <a:cubicBezTo>
                        <a:pt x="3514" y="262"/>
                        <a:pt x="3252" y="0"/>
                        <a:pt x="292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6" name="Google Shape;2116;p19"/>
                <p:cNvSpPr/>
                <p:nvPr/>
              </p:nvSpPr>
              <p:spPr>
                <a:xfrm>
                  <a:off x="1385007" y="2621430"/>
                  <a:ext cx="73337" cy="73337"/>
                </a:xfrm>
                <a:custGeom>
                  <a:rect b="b" l="l" r="r" t="t"/>
                  <a:pathLst>
                    <a:path extrusionOk="0" h="3514" w="3514">
                      <a:moveTo>
                        <a:pt x="1757" y="1171"/>
                      </a:moveTo>
                      <a:cubicBezTo>
                        <a:pt x="2081" y="1171"/>
                        <a:pt x="2342" y="1435"/>
                        <a:pt x="2342" y="1757"/>
                      </a:cubicBezTo>
                      <a:cubicBezTo>
                        <a:pt x="2342" y="2080"/>
                        <a:pt x="2081" y="2342"/>
                        <a:pt x="1757" y="2342"/>
                      </a:cubicBezTo>
                      <a:cubicBezTo>
                        <a:pt x="1435" y="2342"/>
                        <a:pt x="1171" y="2080"/>
                        <a:pt x="1171" y="1757"/>
                      </a:cubicBezTo>
                      <a:cubicBezTo>
                        <a:pt x="1171" y="1435"/>
                        <a:pt x="1435" y="1171"/>
                        <a:pt x="1757" y="1171"/>
                      </a:cubicBezTo>
                      <a:close/>
                      <a:moveTo>
                        <a:pt x="1757" y="0"/>
                      </a:moveTo>
                      <a:cubicBezTo>
                        <a:pt x="789" y="0"/>
                        <a:pt x="0" y="789"/>
                        <a:pt x="0" y="1757"/>
                      </a:cubicBezTo>
                      <a:cubicBezTo>
                        <a:pt x="0" y="2726"/>
                        <a:pt x="789" y="3513"/>
                        <a:pt x="1757" y="3513"/>
                      </a:cubicBezTo>
                      <a:cubicBezTo>
                        <a:pt x="2726" y="3513"/>
                        <a:pt x="3514" y="2726"/>
                        <a:pt x="3514" y="1757"/>
                      </a:cubicBezTo>
                      <a:cubicBezTo>
                        <a:pt x="3514" y="789"/>
                        <a:pt x="2726" y="0"/>
                        <a:pt x="175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7" name="Google Shape;2117;p19"/>
                <p:cNvSpPr/>
                <p:nvPr/>
              </p:nvSpPr>
              <p:spPr>
                <a:xfrm>
                  <a:off x="1482759" y="2718786"/>
                  <a:ext cx="195510" cy="220304"/>
                </a:xfrm>
                <a:custGeom>
                  <a:rect b="b" l="l" r="r" t="t"/>
                  <a:pathLst>
                    <a:path extrusionOk="0" h="10556" w="9368">
                      <a:moveTo>
                        <a:pt x="5559" y="1173"/>
                      </a:moveTo>
                      <a:cubicBezTo>
                        <a:pt x="5720" y="1173"/>
                        <a:pt x="5883" y="1186"/>
                        <a:pt x="6044" y="1212"/>
                      </a:cubicBezTo>
                      <a:cubicBezTo>
                        <a:pt x="7422" y="1435"/>
                        <a:pt x="8196" y="2535"/>
                        <a:pt x="8196" y="3669"/>
                      </a:cubicBezTo>
                      <a:lnTo>
                        <a:pt x="8196" y="9386"/>
                      </a:lnTo>
                      <a:lnTo>
                        <a:pt x="7025" y="9386"/>
                      </a:lnTo>
                      <a:lnTo>
                        <a:pt x="7025" y="4702"/>
                      </a:lnTo>
                      <a:cubicBezTo>
                        <a:pt x="7025" y="3411"/>
                        <a:pt x="5975" y="2360"/>
                        <a:pt x="4683" y="2360"/>
                      </a:cubicBezTo>
                      <a:cubicBezTo>
                        <a:pt x="3392" y="2360"/>
                        <a:pt x="2341" y="3411"/>
                        <a:pt x="2341" y="4702"/>
                      </a:cubicBezTo>
                      <a:lnTo>
                        <a:pt x="2341" y="9386"/>
                      </a:lnTo>
                      <a:lnTo>
                        <a:pt x="1170" y="9386"/>
                      </a:lnTo>
                      <a:lnTo>
                        <a:pt x="1170" y="1190"/>
                      </a:lnTo>
                      <a:lnTo>
                        <a:pt x="2341" y="1190"/>
                      </a:lnTo>
                      <a:lnTo>
                        <a:pt x="2341" y="1776"/>
                      </a:lnTo>
                      <a:cubicBezTo>
                        <a:pt x="2341" y="2011"/>
                        <a:pt x="2484" y="2225"/>
                        <a:pt x="2704" y="2316"/>
                      </a:cubicBezTo>
                      <a:cubicBezTo>
                        <a:pt x="2776" y="2346"/>
                        <a:pt x="2852" y="2361"/>
                        <a:pt x="2928" y="2361"/>
                      </a:cubicBezTo>
                      <a:cubicBezTo>
                        <a:pt x="3080" y="2361"/>
                        <a:pt x="3229" y="2301"/>
                        <a:pt x="3341" y="2190"/>
                      </a:cubicBezTo>
                      <a:lnTo>
                        <a:pt x="3615" y="1916"/>
                      </a:lnTo>
                      <a:cubicBezTo>
                        <a:pt x="4086" y="1443"/>
                        <a:pt x="4813" y="1173"/>
                        <a:pt x="5559" y="1173"/>
                      </a:cubicBezTo>
                      <a:close/>
                      <a:moveTo>
                        <a:pt x="5553" y="0"/>
                      </a:moveTo>
                      <a:cubicBezTo>
                        <a:pt x="4823" y="0"/>
                        <a:pt x="4110" y="189"/>
                        <a:pt x="3509" y="536"/>
                      </a:cubicBezTo>
                      <a:cubicBezTo>
                        <a:pt x="3475" y="246"/>
                        <a:pt x="3227" y="19"/>
                        <a:pt x="2927" y="19"/>
                      </a:cubicBezTo>
                      <a:lnTo>
                        <a:pt x="586" y="19"/>
                      </a:lnTo>
                      <a:cubicBezTo>
                        <a:pt x="262" y="19"/>
                        <a:pt x="1" y="281"/>
                        <a:pt x="1" y="605"/>
                      </a:cubicBezTo>
                      <a:lnTo>
                        <a:pt x="1" y="9970"/>
                      </a:lnTo>
                      <a:cubicBezTo>
                        <a:pt x="1" y="10294"/>
                        <a:pt x="262" y="10556"/>
                        <a:pt x="586" y="10556"/>
                      </a:cubicBezTo>
                      <a:lnTo>
                        <a:pt x="2927" y="10556"/>
                      </a:lnTo>
                      <a:cubicBezTo>
                        <a:pt x="3250" y="10556"/>
                        <a:pt x="3512" y="10294"/>
                        <a:pt x="3512" y="9970"/>
                      </a:cubicBezTo>
                      <a:lnTo>
                        <a:pt x="3512" y="4702"/>
                      </a:lnTo>
                      <a:cubicBezTo>
                        <a:pt x="3512" y="4056"/>
                        <a:pt x="4038" y="3531"/>
                        <a:pt x="4683" y="3531"/>
                      </a:cubicBezTo>
                      <a:cubicBezTo>
                        <a:pt x="5329" y="3531"/>
                        <a:pt x="5854" y="4056"/>
                        <a:pt x="5854" y="4702"/>
                      </a:cubicBezTo>
                      <a:lnTo>
                        <a:pt x="5854" y="9970"/>
                      </a:lnTo>
                      <a:cubicBezTo>
                        <a:pt x="5854" y="10294"/>
                        <a:pt x="6116" y="10556"/>
                        <a:pt x="6440" y="10556"/>
                      </a:cubicBezTo>
                      <a:lnTo>
                        <a:pt x="8782" y="10556"/>
                      </a:lnTo>
                      <a:cubicBezTo>
                        <a:pt x="9104" y="10556"/>
                        <a:pt x="9368" y="10294"/>
                        <a:pt x="9368" y="9970"/>
                      </a:cubicBezTo>
                      <a:lnTo>
                        <a:pt x="9368" y="3669"/>
                      </a:lnTo>
                      <a:cubicBezTo>
                        <a:pt x="9368" y="1921"/>
                        <a:pt x="8131" y="364"/>
                        <a:pt x="6231" y="55"/>
                      </a:cubicBezTo>
                      <a:cubicBezTo>
                        <a:pt x="6005" y="18"/>
                        <a:pt x="5779" y="0"/>
                        <a:pt x="555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18" name="Google Shape;2118;p19"/>
                <p:cNvSpPr/>
                <p:nvPr/>
              </p:nvSpPr>
              <p:spPr>
                <a:xfrm>
                  <a:off x="1323129" y="2571761"/>
                  <a:ext cx="417024" cy="417024"/>
                </a:xfrm>
                <a:custGeom>
                  <a:rect b="b" l="l" r="r" t="t"/>
                  <a:pathLst>
                    <a:path extrusionOk="0" h="19982" w="19982">
                      <a:moveTo>
                        <a:pt x="17015" y="1170"/>
                      </a:moveTo>
                      <a:cubicBezTo>
                        <a:pt x="17989" y="1170"/>
                        <a:pt x="18810" y="1993"/>
                        <a:pt x="18810" y="2966"/>
                      </a:cubicBezTo>
                      <a:lnTo>
                        <a:pt x="18810" y="17015"/>
                      </a:lnTo>
                      <a:cubicBezTo>
                        <a:pt x="18810" y="17990"/>
                        <a:pt x="17989" y="18811"/>
                        <a:pt x="17015" y="18811"/>
                      </a:cubicBezTo>
                      <a:lnTo>
                        <a:pt x="2965" y="18811"/>
                      </a:lnTo>
                      <a:cubicBezTo>
                        <a:pt x="1992" y="18811"/>
                        <a:pt x="1170" y="17990"/>
                        <a:pt x="1170" y="17015"/>
                      </a:cubicBezTo>
                      <a:lnTo>
                        <a:pt x="1170" y="2966"/>
                      </a:lnTo>
                      <a:cubicBezTo>
                        <a:pt x="1170" y="1993"/>
                        <a:pt x="1992" y="1170"/>
                        <a:pt x="2965" y="1170"/>
                      </a:cubicBezTo>
                      <a:close/>
                      <a:moveTo>
                        <a:pt x="2965" y="1"/>
                      </a:moveTo>
                      <a:cubicBezTo>
                        <a:pt x="1347" y="1"/>
                        <a:pt x="0" y="1349"/>
                        <a:pt x="0" y="2966"/>
                      </a:cubicBezTo>
                      <a:lnTo>
                        <a:pt x="0" y="17015"/>
                      </a:lnTo>
                      <a:cubicBezTo>
                        <a:pt x="0" y="18635"/>
                        <a:pt x="1348" y="19982"/>
                        <a:pt x="2965" y="19982"/>
                      </a:cubicBezTo>
                      <a:lnTo>
                        <a:pt x="17017" y="19982"/>
                      </a:lnTo>
                      <a:cubicBezTo>
                        <a:pt x="18635" y="19982"/>
                        <a:pt x="19981" y="18634"/>
                        <a:pt x="19981" y="17015"/>
                      </a:cubicBezTo>
                      <a:lnTo>
                        <a:pt x="19981" y="2966"/>
                      </a:lnTo>
                      <a:cubicBezTo>
                        <a:pt x="19981" y="1347"/>
                        <a:pt x="18633" y="1"/>
                        <a:pt x="170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119" name="Google Shape;2119;p19"/>
              <p:cNvSpPr/>
              <p:nvPr/>
            </p:nvSpPr>
            <p:spPr>
              <a:xfrm>
                <a:off x="9515717" y="4391943"/>
                <a:ext cx="623917" cy="508833"/>
              </a:xfrm>
              <a:custGeom>
                <a:rect b="b" l="l" r="r" t="t"/>
                <a:pathLst>
                  <a:path extrusionOk="0" h="16377" w="20081">
                    <a:moveTo>
                      <a:pt x="13632" y="1165"/>
                    </a:moveTo>
                    <a:cubicBezTo>
                      <a:pt x="14903" y="1165"/>
                      <a:pt x="15458" y="1658"/>
                      <a:pt x="15826" y="1984"/>
                    </a:cubicBezTo>
                    <a:cubicBezTo>
                      <a:pt x="16040" y="2173"/>
                      <a:pt x="16244" y="2353"/>
                      <a:pt x="16548" y="2353"/>
                    </a:cubicBezTo>
                    <a:cubicBezTo>
                      <a:pt x="16762" y="2353"/>
                      <a:pt x="17038" y="2293"/>
                      <a:pt x="17344" y="2196"/>
                    </a:cubicBezTo>
                    <a:lnTo>
                      <a:pt x="17344" y="2196"/>
                    </a:lnTo>
                    <a:cubicBezTo>
                      <a:pt x="17236" y="2288"/>
                      <a:pt x="17119" y="2376"/>
                      <a:pt x="16995" y="2461"/>
                    </a:cubicBezTo>
                    <a:cubicBezTo>
                      <a:pt x="16780" y="2612"/>
                      <a:pt x="16689" y="2889"/>
                      <a:pt x="16778" y="3137"/>
                    </a:cubicBezTo>
                    <a:cubicBezTo>
                      <a:pt x="16861" y="3373"/>
                      <a:pt x="17082" y="3528"/>
                      <a:pt x="17329" y="3528"/>
                    </a:cubicBezTo>
                    <a:cubicBezTo>
                      <a:pt x="17343" y="3528"/>
                      <a:pt x="17358" y="3527"/>
                      <a:pt x="17372" y="3526"/>
                    </a:cubicBezTo>
                    <a:cubicBezTo>
                      <a:pt x="17475" y="3519"/>
                      <a:pt x="17576" y="3508"/>
                      <a:pt x="17680" y="3494"/>
                    </a:cubicBezTo>
                    <a:lnTo>
                      <a:pt x="17680" y="3494"/>
                    </a:lnTo>
                    <a:cubicBezTo>
                      <a:pt x="17275" y="3802"/>
                      <a:pt x="16921" y="3990"/>
                      <a:pt x="16937" y="4786"/>
                    </a:cubicBezTo>
                    <a:cubicBezTo>
                      <a:pt x="16937" y="4826"/>
                      <a:pt x="16939" y="4881"/>
                      <a:pt x="16939" y="4971"/>
                    </a:cubicBezTo>
                    <a:cubicBezTo>
                      <a:pt x="16939" y="6510"/>
                      <a:pt x="16350" y="9097"/>
                      <a:pt x="14694" y="11320"/>
                    </a:cubicBezTo>
                    <a:cubicBezTo>
                      <a:pt x="13372" y="13093"/>
                      <a:pt x="10896" y="15207"/>
                      <a:pt x="6611" y="15207"/>
                    </a:cubicBezTo>
                    <a:cubicBezTo>
                      <a:pt x="5368" y="15207"/>
                      <a:pt x="4159" y="14996"/>
                      <a:pt x="3001" y="14582"/>
                    </a:cubicBezTo>
                    <a:cubicBezTo>
                      <a:pt x="4359" y="14345"/>
                      <a:pt x="5612" y="13799"/>
                      <a:pt x="6698" y="12960"/>
                    </a:cubicBezTo>
                    <a:cubicBezTo>
                      <a:pt x="6893" y="12812"/>
                      <a:pt x="6972" y="12557"/>
                      <a:pt x="6900" y="12323"/>
                    </a:cubicBezTo>
                    <a:cubicBezTo>
                      <a:pt x="6827" y="12090"/>
                      <a:pt x="6617" y="11925"/>
                      <a:pt x="6372" y="11913"/>
                    </a:cubicBezTo>
                    <a:cubicBezTo>
                      <a:pt x="5203" y="11849"/>
                      <a:pt x="4280" y="11209"/>
                      <a:pt x="3767" y="10448"/>
                    </a:cubicBezTo>
                    <a:cubicBezTo>
                      <a:pt x="3968" y="10434"/>
                      <a:pt x="4207" y="10404"/>
                      <a:pt x="4564" y="10340"/>
                    </a:cubicBezTo>
                    <a:cubicBezTo>
                      <a:pt x="4832" y="10294"/>
                      <a:pt x="5030" y="10071"/>
                      <a:pt x="5047" y="9801"/>
                    </a:cubicBezTo>
                    <a:cubicBezTo>
                      <a:pt x="5065" y="9532"/>
                      <a:pt x="4895" y="9286"/>
                      <a:pt x="4637" y="9205"/>
                    </a:cubicBezTo>
                    <a:cubicBezTo>
                      <a:pt x="3296" y="8787"/>
                      <a:pt x="2498" y="8025"/>
                      <a:pt x="2180" y="6838"/>
                    </a:cubicBezTo>
                    <a:lnTo>
                      <a:pt x="2180" y="6838"/>
                    </a:lnTo>
                    <a:cubicBezTo>
                      <a:pt x="2390" y="6891"/>
                      <a:pt x="2642" y="6933"/>
                      <a:pt x="3057" y="6986"/>
                    </a:cubicBezTo>
                    <a:cubicBezTo>
                      <a:pt x="3081" y="6989"/>
                      <a:pt x="3105" y="6991"/>
                      <a:pt x="3129" y="6991"/>
                    </a:cubicBezTo>
                    <a:cubicBezTo>
                      <a:pt x="3359" y="6991"/>
                      <a:pt x="3571" y="6854"/>
                      <a:pt x="3666" y="6640"/>
                    </a:cubicBezTo>
                    <a:cubicBezTo>
                      <a:pt x="3770" y="6403"/>
                      <a:pt x="3707" y="6125"/>
                      <a:pt x="3508" y="5957"/>
                    </a:cubicBezTo>
                    <a:cubicBezTo>
                      <a:pt x="2014" y="4697"/>
                      <a:pt x="1936" y="3409"/>
                      <a:pt x="2210" y="2373"/>
                    </a:cubicBezTo>
                    <a:lnTo>
                      <a:pt x="2210" y="2373"/>
                    </a:lnTo>
                    <a:cubicBezTo>
                      <a:pt x="4267" y="4464"/>
                      <a:pt x="6801" y="5670"/>
                      <a:pt x="9880" y="5882"/>
                    </a:cubicBezTo>
                    <a:cubicBezTo>
                      <a:pt x="9894" y="5883"/>
                      <a:pt x="9908" y="5884"/>
                      <a:pt x="9921" y="5884"/>
                    </a:cubicBezTo>
                    <a:cubicBezTo>
                      <a:pt x="10265" y="5884"/>
                      <a:pt x="10539" y="5586"/>
                      <a:pt x="10503" y="5239"/>
                    </a:cubicBezTo>
                    <a:cubicBezTo>
                      <a:pt x="10372" y="3940"/>
                      <a:pt x="10634" y="2919"/>
                      <a:pt x="11281" y="2203"/>
                    </a:cubicBezTo>
                    <a:cubicBezTo>
                      <a:pt x="11975" y="1437"/>
                      <a:pt x="12981" y="1165"/>
                      <a:pt x="13632" y="1165"/>
                    </a:cubicBezTo>
                    <a:close/>
                    <a:moveTo>
                      <a:pt x="13631" y="1"/>
                    </a:moveTo>
                    <a:cubicBezTo>
                      <a:pt x="12698" y="1"/>
                      <a:pt x="11363" y="368"/>
                      <a:pt x="10413" y="1418"/>
                    </a:cubicBezTo>
                    <a:cubicBezTo>
                      <a:pt x="9665" y="2245"/>
                      <a:pt x="9291" y="3332"/>
                      <a:pt x="9300" y="4649"/>
                    </a:cubicBezTo>
                    <a:cubicBezTo>
                      <a:pt x="6556" y="4315"/>
                      <a:pt x="4306" y="3079"/>
                      <a:pt x="2438" y="887"/>
                    </a:cubicBezTo>
                    <a:cubicBezTo>
                      <a:pt x="2327" y="756"/>
                      <a:pt x="2163" y="681"/>
                      <a:pt x="1993" y="681"/>
                    </a:cubicBezTo>
                    <a:cubicBezTo>
                      <a:pt x="1966" y="681"/>
                      <a:pt x="1938" y="683"/>
                      <a:pt x="1911" y="687"/>
                    </a:cubicBezTo>
                    <a:cubicBezTo>
                      <a:pt x="1713" y="715"/>
                      <a:pt x="1541" y="843"/>
                      <a:pt x="1460" y="1025"/>
                    </a:cubicBezTo>
                    <a:cubicBezTo>
                      <a:pt x="1207" y="1582"/>
                      <a:pt x="876" y="2444"/>
                      <a:pt x="922" y="3466"/>
                    </a:cubicBezTo>
                    <a:cubicBezTo>
                      <a:pt x="952" y="4138"/>
                      <a:pt x="1138" y="4773"/>
                      <a:pt x="1479" y="5368"/>
                    </a:cubicBezTo>
                    <a:cubicBezTo>
                      <a:pt x="1469" y="5367"/>
                      <a:pt x="1459" y="5367"/>
                      <a:pt x="1449" y="5367"/>
                    </a:cubicBezTo>
                    <a:cubicBezTo>
                      <a:pt x="1114" y="5367"/>
                      <a:pt x="843" y="5650"/>
                      <a:pt x="865" y="5990"/>
                    </a:cubicBezTo>
                    <a:cubicBezTo>
                      <a:pt x="963" y="7455"/>
                      <a:pt x="1501" y="8589"/>
                      <a:pt x="2470" y="9380"/>
                    </a:cubicBezTo>
                    <a:cubicBezTo>
                      <a:pt x="2284" y="9528"/>
                      <a:pt x="2208" y="9773"/>
                      <a:pt x="2274" y="9999"/>
                    </a:cubicBezTo>
                    <a:cubicBezTo>
                      <a:pt x="2578" y="11057"/>
                      <a:pt x="3469" y="12207"/>
                      <a:pt x="4833" y="12757"/>
                    </a:cubicBezTo>
                    <a:cubicBezTo>
                      <a:pt x="3802" y="13279"/>
                      <a:pt x="2644" y="13546"/>
                      <a:pt x="1412" y="13546"/>
                    </a:cubicBezTo>
                    <a:cubicBezTo>
                      <a:pt x="1173" y="13546"/>
                      <a:pt x="932" y="13536"/>
                      <a:pt x="689" y="13516"/>
                    </a:cubicBezTo>
                    <a:cubicBezTo>
                      <a:pt x="673" y="13515"/>
                      <a:pt x="658" y="13514"/>
                      <a:pt x="642" y="13514"/>
                    </a:cubicBezTo>
                    <a:cubicBezTo>
                      <a:pt x="390" y="13514"/>
                      <a:pt x="164" y="13676"/>
                      <a:pt x="84" y="13919"/>
                    </a:cubicBezTo>
                    <a:cubicBezTo>
                      <a:pt x="0" y="14177"/>
                      <a:pt x="105" y="14460"/>
                      <a:pt x="338" y="14600"/>
                    </a:cubicBezTo>
                    <a:cubicBezTo>
                      <a:pt x="2284" y="15778"/>
                      <a:pt x="4395" y="16376"/>
                      <a:pt x="6611" y="16376"/>
                    </a:cubicBezTo>
                    <a:cubicBezTo>
                      <a:pt x="11382" y="16376"/>
                      <a:pt x="14151" y="14008"/>
                      <a:pt x="15631" y="12019"/>
                    </a:cubicBezTo>
                    <a:cubicBezTo>
                      <a:pt x="17461" y="9567"/>
                      <a:pt x="18108" y="6689"/>
                      <a:pt x="18108" y="4971"/>
                    </a:cubicBezTo>
                    <a:cubicBezTo>
                      <a:pt x="18108" y="4747"/>
                      <a:pt x="18103" y="4701"/>
                      <a:pt x="18110" y="4637"/>
                    </a:cubicBezTo>
                    <a:cubicBezTo>
                      <a:pt x="18336" y="4435"/>
                      <a:pt x="18964" y="4133"/>
                      <a:pt x="19935" y="2718"/>
                    </a:cubicBezTo>
                    <a:cubicBezTo>
                      <a:pt x="20080" y="2505"/>
                      <a:pt x="20070" y="2221"/>
                      <a:pt x="19909" y="2019"/>
                    </a:cubicBezTo>
                    <a:cubicBezTo>
                      <a:pt x="19795" y="1879"/>
                      <a:pt x="19625" y="1801"/>
                      <a:pt x="19451" y="1801"/>
                    </a:cubicBezTo>
                    <a:cubicBezTo>
                      <a:pt x="19377" y="1801"/>
                      <a:pt x="19303" y="1815"/>
                      <a:pt x="19231" y="1844"/>
                    </a:cubicBezTo>
                    <a:cubicBezTo>
                      <a:pt x="19194" y="1860"/>
                      <a:pt x="19155" y="1874"/>
                      <a:pt x="19118" y="1890"/>
                    </a:cubicBezTo>
                    <a:cubicBezTo>
                      <a:pt x="19269" y="1630"/>
                      <a:pt x="19392" y="1356"/>
                      <a:pt x="19490" y="1062"/>
                    </a:cubicBezTo>
                    <a:cubicBezTo>
                      <a:pt x="19564" y="841"/>
                      <a:pt x="19498" y="598"/>
                      <a:pt x="19327" y="443"/>
                    </a:cubicBezTo>
                    <a:cubicBezTo>
                      <a:pt x="19217" y="344"/>
                      <a:pt x="19076" y="292"/>
                      <a:pt x="18934" y="292"/>
                    </a:cubicBezTo>
                    <a:cubicBezTo>
                      <a:pt x="18853" y="292"/>
                      <a:pt x="18771" y="309"/>
                      <a:pt x="18694" y="344"/>
                    </a:cubicBezTo>
                    <a:cubicBezTo>
                      <a:pt x="18690" y="345"/>
                      <a:pt x="18676" y="351"/>
                      <a:pt x="18651" y="363"/>
                    </a:cubicBezTo>
                    <a:cubicBezTo>
                      <a:pt x="17724" y="830"/>
                      <a:pt x="16999" y="1103"/>
                      <a:pt x="16670" y="1166"/>
                    </a:cubicBezTo>
                    <a:cubicBezTo>
                      <a:pt x="16647" y="1147"/>
                      <a:pt x="16624" y="1126"/>
                      <a:pt x="16603" y="1106"/>
                    </a:cubicBezTo>
                    <a:cubicBezTo>
                      <a:pt x="16194" y="745"/>
                      <a:pt x="15347" y="1"/>
                      <a:pt x="13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120" name="Google Shape;2120;p19"/>
              <p:cNvGrpSpPr/>
              <p:nvPr/>
            </p:nvGrpSpPr>
            <p:grpSpPr>
              <a:xfrm>
                <a:off x="10373709" y="4335962"/>
                <a:ext cx="621829" cy="620897"/>
                <a:chOff x="2344476" y="2571761"/>
                <a:chExt cx="417671" cy="417045"/>
              </a:xfrm>
            </p:grpSpPr>
            <p:sp>
              <p:nvSpPr>
                <p:cNvPr id="2121" name="Google Shape;2121;p19"/>
                <p:cNvSpPr/>
                <p:nvPr/>
              </p:nvSpPr>
              <p:spPr>
                <a:xfrm>
                  <a:off x="2344476" y="2571761"/>
                  <a:ext cx="417671" cy="417045"/>
                </a:xfrm>
                <a:custGeom>
                  <a:rect b="b" l="l" r="r" t="t"/>
                  <a:pathLst>
                    <a:path extrusionOk="0" h="19983" w="20013">
                      <a:moveTo>
                        <a:pt x="10022" y="1170"/>
                      </a:moveTo>
                      <a:cubicBezTo>
                        <a:pt x="14886" y="1170"/>
                        <a:pt x="18842" y="5127"/>
                        <a:pt x="18842" y="9990"/>
                      </a:cubicBezTo>
                      <a:cubicBezTo>
                        <a:pt x="18842" y="14855"/>
                        <a:pt x="14886" y="18811"/>
                        <a:pt x="10023" y="18811"/>
                      </a:cubicBezTo>
                      <a:cubicBezTo>
                        <a:pt x="8516" y="18811"/>
                        <a:pt x="7030" y="18423"/>
                        <a:pt x="5726" y="17691"/>
                      </a:cubicBezTo>
                      <a:cubicBezTo>
                        <a:pt x="5638" y="17641"/>
                        <a:pt x="5539" y="17615"/>
                        <a:pt x="5440" y="17615"/>
                      </a:cubicBezTo>
                      <a:cubicBezTo>
                        <a:pt x="5393" y="17615"/>
                        <a:pt x="5345" y="17621"/>
                        <a:pt x="5298" y="17632"/>
                      </a:cubicBezTo>
                      <a:lnTo>
                        <a:pt x="1419" y="18595"/>
                      </a:lnTo>
                      <a:lnTo>
                        <a:pt x="2381" y="14715"/>
                      </a:lnTo>
                      <a:cubicBezTo>
                        <a:pt x="2417" y="14570"/>
                        <a:pt x="2395" y="14416"/>
                        <a:pt x="2323" y="14287"/>
                      </a:cubicBezTo>
                      <a:cubicBezTo>
                        <a:pt x="1590" y="12982"/>
                        <a:pt x="1203" y="11498"/>
                        <a:pt x="1203" y="9990"/>
                      </a:cubicBezTo>
                      <a:cubicBezTo>
                        <a:pt x="1203" y="5127"/>
                        <a:pt x="5159" y="1170"/>
                        <a:pt x="10022" y="1170"/>
                      </a:cubicBezTo>
                      <a:close/>
                      <a:moveTo>
                        <a:pt x="10023" y="1"/>
                      </a:moveTo>
                      <a:cubicBezTo>
                        <a:pt x="4522" y="1"/>
                        <a:pt x="32" y="4491"/>
                        <a:pt x="32" y="9990"/>
                      </a:cubicBezTo>
                      <a:cubicBezTo>
                        <a:pt x="32" y="11620"/>
                        <a:pt x="432" y="13226"/>
                        <a:pt x="1191" y="14655"/>
                      </a:cubicBezTo>
                      <a:lnTo>
                        <a:pt x="50" y="19256"/>
                      </a:lnTo>
                      <a:cubicBezTo>
                        <a:pt x="0" y="19455"/>
                        <a:pt x="58" y="19665"/>
                        <a:pt x="204" y="19810"/>
                      </a:cubicBezTo>
                      <a:cubicBezTo>
                        <a:pt x="313" y="19921"/>
                        <a:pt x="461" y="19982"/>
                        <a:pt x="614" y="19982"/>
                      </a:cubicBezTo>
                      <a:cubicBezTo>
                        <a:pt x="662" y="19982"/>
                        <a:pt x="710" y="19976"/>
                        <a:pt x="757" y="19964"/>
                      </a:cubicBezTo>
                      <a:lnTo>
                        <a:pt x="5358" y="18823"/>
                      </a:lnTo>
                      <a:cubicBezTo>
                        <a:pt x="6788" y="19582"/>
                        <a:pt x="8394" y="19982"/>
                        <a:pt x="10022" y="19982"/>
                      </a:cubicBezTo>
                      <a:cubicBezTo>
                        <a:pt x="12680" y="19982"/>
                        <a:pt x="15187" y="18940"/>
                        <a:pt x="17078" y="17047"/>
                      </a:cubicBezTo>
                      <a:cubicBezTo>
                        <a:pt x="18971" y="15156"/>
                        <a:pt x="20013" y="12649"/>
                        <a:pt x="20013" y="9990"/>
                      </a:cubicBezTo>
                      <a:cubicBezTo>
                        <a:pt x="20013" y="7333"/>
                        <a:pt x="18971" y="4827"/>
                        <a:pt x="17080" y="2934"/>
                      </a:cubicBezTo>
                      <a:cubicBezTo>
                        <a:pt x="15187" y="1043"/>
                        <a:pt x="12680" y="1"/>
                        <a:pt x="1002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122" name="Google Shape;2122;p19"/>
                <p:cNvSpPr/>
                <p:nvPr/>
              </p:nvSpPr>
              <p:spPr>
                <a:xfrm>
                  <a:off x="2421672" y="2657388"/>
                  <a:ext cx="260625" cy="243636"/>
                </a:xfrm>
                <a:custGeom>
                  <a:rect b="b" l="l" r="r" t="t"/>
                  <a:pathLst>
                    <a:path extrusionOk="0" h="11674" w="12488">
                      <a:moveTo>
                        <a:pt x="3164" y="1171"/>
                      </a:moveTo>
                      <a:cubicBezTo>
                        <a:pt x="3352" y="1171"/>
                        <a:pt x="3536" y="1247"/>
                        <a:pt x="3710" y="1424"/>
                      </a:cubicBezTo>
                      <a:lnTo>
                        <a:pt x="3719" y="1433"/>
                      </a:lnTo>
                      <a:cubicBezTo>
                        <a:pt x="4757" y="2473"/>
                        <a:pt x="4683" y="2832"/>
                        <a:pt x="4449" y="3068"/>
                      </a:cubicBezTo>
                      <a:cubicBezTo>
                        <a:pt x="4240" y="3275"/>
                        <a:pt x="3625" y="3692"/>
                        <a:pt x="3427" y="3892"/>
                      </a:cubicBezTo>
                      <a:cubicBezTo>
                        <a:pt x="2960" y="4359"/>
                        <a:pt x="3046" y="5081"/>
                        <a:pt x="3685" y="6039"/>
                      </a:cubicBezTo>
                      <a:cubicBezTo>
                        <a:pt x="4065" y="6611"/>
                        <a:pt x="4568" y="7166"/>
                        <a:pt x="4805" y="7405"/>
                      </a:cubicBezTo>
                      <a:lnTo>
                        <a:pt x="4806" y="7405"/>
                      </a:lnTo>
                      <a:cubicBezTo>
                        <a:pt x="5045" y="7642"/>
                        <a:pt x="5599" y="8146"/>
                        <a:pt x="6172" y="8527"/>
                      </a:cubicBezTo>
                      <a:cubicBezTo>
                        <a:pt x="6727" y="8895"/>
                        <a:pt x="7202" y="9079"/>
                        <a:pt x="7594" y="9079"/>
                      </a:cubicBezTo>
                      <a:cubicBezTo>
                        <a:pt x="7880" y="9079"/>
                        <a:pt x="8123" y="8981"/>
                        <a:pt x="8320" y="8785"/>
                      </a:cubicBezTo>
                      <a:cubicBezTo>
                        <a:pt x="8518" y="8585"/>
                        <a:pt x="8935" y="7971"/>
                        <a:pt x="9144" y="7762"/>
                      </a:cubicBezTo>
                      <a:cubicBezTo>
                        <a:pt x="9238" y="7668"/>
                        <a:pt x="9331" y="7609"/>
                        <a:pt x="9460" y="7609"/>
                      </a:cubicBezTo>
                      <a:cubicBezTo>
                        <a:pt x="9549" y="7609"/>
                        <a:pt x="9655" y="7637"/>
                        <a:pt x="9790" y="7702"/>
                      </a:cubicBezTo>
                      <a:cubicBezTo>
                        <a:pt x="10172" y="7886"/>
                        <a:pt x="10582" y="8297"/>
                        <a:pt x="10779" y="8493"/>
                      </a:cubicBezTo>
                      <a:lnTo>
                        <a:pt x="10788" y="8502"/>
                      </a:lnTo>
                      <a:cubicBezTo>
                        <a:pt x="11239" y="8944"/>
                        <a:pt x="11037" y="9452"/>
                        <a:pt x="10593" y="9898"/>
                      </a:cubicBezTo>
                      <a:cubicBezTo>
                        <a:pt x="10190" y="10300"/>
                        <a:pt x="9680" y="10502"/>
                        <a:pt x="9068" y="10502"/>
                      </a:cubicBezTo>
                      <a:cubicBezTo>
                        <a:pt x="8521" y="10502"/>
                        <a:pt x="7892" y="10341"/>
                        <a:pt x="7184" y="10020"/>
                      </a:cubicBezTo>
                      <a:cubicBezTo>
                        <a:pt x="5868" y="9420"/>
                        <a:pt x="4676" y="8428"/>
                        <a:pt x="4228" y="7984"/>
                      </a:cubicBezTo>
                      <a:cubicBezTo>
                        <a:pt x="3784" y="7536"/>
                        <a:pt x="2792" y="6344"/>
                        <a:pt x="2192" y="5028"/>
                      </a:cubicBezTo>
                      <a:cubicBezTo>
                        <a:pt x="1511" y="3527"/>
                        <a:pt x="1552" y="2381"/>
                        <a:pt x="2314" y="1619"/>
                      </a:cubicBezTo>
                      <a:cubicBezTo>
                        <a:pt x="2583" y="1350"/>
                        <a:pt x="2877" y="1171"/>
                        <a:pt x="3164" y="1171"/>
                      </a:cubicBezTo>
                      <a:close/>
                      <a:moveTo>
                        <a:pt x="3169" y="1"/>
                      </a:moveTo>
                      <a:cubicBezTo>
                        <a:pt x="2619" y="1"/>
                        <a:pt x="2030" y="247"/>
                        <a:pt x="1486" y="791"/>
                      </a:cubicBezTo>
                      <a:cubicBezTo>
                        <a:pt x="701" y="1576"/>
                        <a:pt x="0" y="3034"/>
                        <a:pt x="1127" y="5512"/>
                      </a:cubicBezTo>
                      <a:cubicBezTo>
                        <a:pt x="1794" y="6979"/>
                        <a:pt x="2868" y="8274"/>
                        <a:pt x="3398" y="8810"/>
                      </a:cubicBezTo>
                      <a:lnTo>
                        <a:pt x="3402" y="8813"/>
                      </a:lnTo>
                      <a:cubicBezTo>
                        <a:pt x="3938" y="9344"/>
                        <a:pt x="5235" y="10418"/>
                        <a:pt x="6699" y="11085"/>
                      </a:cubicBezTo>
                      <a:cubicBezTo>
                        <a:pt x="7490" y="11445"/>
                        <a:pt x="8308" y="11674"/>
                        <a:pt x="9088" y="11674"/>
                      </a:cubicBezTo>
                      <a:cubicBezTo>
                        <a:pt x="9940" y="11674"/>
                        <a:pt x="10746" y="11400"/>
                        <a:pt x="11421" y="10726"/>
                      </a:cubicBezTo>
                      <a:cubicBezTo>
                        <a:pt x="12488" y="9657"/>
                        <a:pt x="12399" y="8442"/>
                        <a:pt x="11607" y="7665"/>
                      </a:cubicBezTo>
                      <a:cubicBezTo>
                        <a:pt x="11219" y="7278"/>
                        <a:pt x="10791" y="6885"/>
                        <a:pt x="10297" y="6648"/>
                      </a:cubicBezTo>
                      <a:cubicBezTo>
                        <a:pt x="10009" y="6509"/>
                        <a:pt x="9725" y="6440"/>
                        <a:pt x="9455" y="6440"/>
                      </a:cubicBezTo>
                      <a:cubicBezTo>
                        <a:pt x="9034" y="6440"/>
                        <a:pt x="8646" y="6606"/>
                        <a:pt x="8316" y="6935"/>
                      </a:cubicBezTo>
                      <a:cubicBezTo>
                        <a:pt x="8070" y="7180"/>
                        <a:pt x="7732" y="7665"/>
                        <a:pt x="7538" y="7904"/>
                      </a:cubicBezTo>
                      <a:cubicBezTo>
                        <a:pt x="7035" y="7819"/>
                        <a:pt x="6032" y="6974"/>
                        <a:pt x="5634" y="6577"/>
                      </a:cubicBezTo>
                      <a:cubicBezTo>
                        <a:pt x="5236" y="6179"/>
                        <a:pt x="4393" y="5174"/>
                        <a:pt x="4308" y="4674"/>
                      </a:cubicBezTo>
                      <a:cubicBezTo>
                        <a:pt x="4545" y="4481"/>
                        <a:pt x="5031" y="4141"/>
                        <a:pt x="5277" y="3895"/>
                      </a:cubicBezTo>
                      <a:cubicBezTo>
                        <a:pt x="5817" y="3354"/>
                        <a:pt x="5919" y="2652"/>
                        <a:pt x="5564" y="1914"/>
                      </a:cubicBezTo>
                      <a:cubicBezTo>
                        <a:pt x="5327" y="1421"/>
                        <a:pt x="4934" y="993"/>
                        <a:pt x="4546" y="605"/>
                      </a:cubicBezTo>
                      <a:cubicBezTo>
                        <a:pt x="4165" y="216"/>
                        <a:pt x="3684" y="1"/>
                        <a:pt x="316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26" name="Shape 2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7" name="Google Shape;2127;p20"/>
          <p:cNvSpPr/>
          <p:nvPr/>
        </p:nvSpPr>
        <p:spPr>
          <a:xfrm>
            <a:off x="563901" y="1513480"/>
            <a:ext cx="71475" cy="64802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28" name="Google Shape;2128;p20"/>
          <p:cNvSpPr/>
          <p:nvPr/>
        </p:nvSpPr>
        <p:spPr>
          <a:xfrm>
            <a:off x="301623" y="1583052"/>
            <a:ext cx="216457" cy="194354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29" name="Google Shape;2129;p20"/>
          <p:cNvSpPr/>
          <p:nvPr/>
        </p:nvSpPr>
        <p:spPr>
          <a:xfrm>
            <a:off x="493544" y="1478301"/>
            <a:ext cx="213275" cy="158361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0" name="Google Shape;2130;p20"/>
          <p:cNvSpPr/>
          <p:nvPr/>
        </p:nvSpPr>
        <p:spPr>
          <a:xfrm>
            <a:off x="588437" y="1583053"/>
            <a:ext cx="23487" cy="18402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1" name="Google Shape;2131;p20"/>
          <p:cNvSpPr/>
          <p:nvPr/>
        </p:nvSpPr>
        <p:spPr>
          <a:xfrm>
            <a:off x="302688" y="1888130"/>
            <a:ext cx="193038" cy="245677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2" name="Google Shape;2132;p20"/>
          <p:cNvSpPr/>
          <p:nvPr/>
        </p:nvSpPr>
        <p:spPr>
          <a:xfrm>
            <a:off x="511668" y="1888130"/>
            <a:ext cx="194087" cy="246337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3" name="Google Shape;2133;p20"/>
          <p:cNvSpPr/>
          <p:nvPr/>
        </p:nvSpPr>
        <p:spPr>
          <a:xfrm>
            <a:off x="421037" y="1833737"/>
            <a:ext cx="165321" cy="106683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4" name="Google Shape;2134;p20"/>
          <p:cNvSpPr/>
          <p:nvPr/>
        </p:nvSpPr>
        <p:spPr>
          <a:xfrm>
            <a:off x="304289" y="2220389"/>
            <a:ext cx="399849" cy="300681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5" name="Google Shape;2135;p20"/>
          <p:cNvSpPr/>
          <p:nvPr/>
        </p:nvSpPr>
        <p:spPr>
          <a:xfrm>
            <a:off x="2859064" y="1478098"/>
            <a:ext cx="355109" cy="299514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6" name="Google Shape;2136;p20"/>
          <p:cNvSpPr/>
          <p:nvPr/>
        </p:nvSpPr>
        <p:spPr>
          <a:xfrm>
            <a:off x="2957174" y="1548863"/>
            <a:ext cx="165287" cy="14077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7" name="Google Shape;2137;p20"/>
          <p:cNvSpPr/>
          <p:nvPr/>
        </p:nvSpPr>
        <p:spPr>
          <a:xfrm>
            <a:off x="2835084" y="1834142"/>
            <a:ext cx="403064" cy="299920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8" name="Google Shape;2138;p20"/>
          <p:cNvSpPr/>
          <p:nvPr/>
        </p:nvSpPr>
        <p:spPr>
          <a:xfrm>
            <a:off x="2998240" y="1869348"/>
            <a:ext cx="73574" cy="123156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39" name="Google Shape;2139;p20"/>
          <p:cNvSpPr/>
          <p:nvPr/>
        </p:nvSpPr>
        <p:spPr>
          <a:xfrm>
            <a:off x="2836125" y="2220389"/>
            <a:ext cx="400932" cy="300681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0" name="Google Shape;2140;p20"/>
          <p:cNvSpPr/>
          <p:nvPr/>
        </p:nvSpPr>
        <p:spPr>
          <a:xfrm>
            <a:off x="5386928" y="1477908"/>
            <a:ext cx="398800" cy="299894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1" name="Google Shape;2141;p20"/>
          <p:cNvSpPr/>
          <p:nvPr/>
        </p:nvSpPr>
        <p:spPr>
          <a:xfrm>
            <a:off x="5716385" y="1564282"/>
            <a:ext cx="23487" cy="18402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2" name="Google Shape;2142;p20"/>
          <p:cNvSpPr/>
          <p:nvPr/>
        </p:nvSpPr>
        <p:spPr>
          <a:xfrm>
            <a:off x="5512753" y="1617864"/>
            <a:ext cx="143966" cy="123968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3" name="Google Shape;2143;p20"/>
          <p:cNvSpPr/>
          <p:nvPr/>
        </p:nvSpPr>
        <p:spPr>
          <a:xfrm>
            <a:off x="5383141" y="1843734"/>
            <a:ext cx="406279" cy="280730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4" name="Google Shape;2144;p20"/>
          <p:cNvSpPr/>
          <p:nvPr/>
        </p:nvSpPr>
        <p:spPr>
          <a:xfrm>
            <a:off x="5383682" y="2220782"/>
            <a:ext cx="405196" cy="29989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5" name="Google Shape;2145;p20"/>
          <p:cNvSpPr/>
          <p:nvPr/>
        </p:nvSpPr>
        <p:spPr>
          <a:xfrm>
            <a:off x="7994551" y="1478705"/>
            <a:ext cx="257000" cy="29829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6" name="Google Shape;2146;p20"/>
          <p:cNvSpPr/>
          <p:nvPr/>
        </p:nvSpPr>
        <p:spPr>
          <a:xfrm>
            <a:off x="811912" y="1477499"/>
            <a:ext cx="403030" cy="300706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7" name="Google Shape;2147;p20"/>
          <p:cNvSpPr/>
          <p:nvPr/>
        </p:nvSpPr>
        <p:spPr>
          <a:xfrm>
            <a:off x="881740" y="2010775"/>
            <a:ext cx="94928" cy="51298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8" name="Google Shape;2148;p20"/>
          <p:cNvSpPr/>
          <p:nvPr/>
        </p:nvSpPr>
        <p:spPr>
          <a:xfrm>
            <a:off x="881740" y="1958184"/>
            <a:ext cx="94928" cy="51933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49" name="Google Shape;2149;p20"/>
          <p:cNvSpPr/>
          <p:nvPr/>
        </p:nvSpPr>
        <p:spPr>
          <a:xfrm>
            <a:off x="881740" y="1905415"/>
            <a:ext cx="94928" cy="51907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0" name="Google Shape;2150;p20"/>
          <p:cNvSpPr/>
          <p:nvPr/>
        </p:nvSpPr>
        <p:spPr>
          <a:xfrm>
            <a:off x="811381" y="1834142"/>
            <a:ext cx="404113" cy="299920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1" name="Google Shape;2151;p20"/>
          <p:cNvSpPr/>
          <p:nvPr/>
        </p:nvSpPr>
        <p:spPr>
          <a:xfrm>
            <a:off x="898289" y="2292363"/>
            <a:ext cx="218589" cy="158361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2" name="Google Shape;2152;p20"/>
          <p:cNvSpPr/>
          <p:nvPr/>
        </p:nvSpPr>
        <p:spPr>
          <a:xfrm>
            <a:off x="811923" y="2219594"/>
            <a:ext cx="403030" cy="30228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3" name="Google Shape;2153;p20"/>
          <p:cNvSpPr/>
          <p:nvPr/>
        </p:nvSpPr>
        <p:spPr>
          <a:xfrm>
            <a:off x="3468689" y="1477895"/>
            <a:ext cx="165287" cy="141584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4" name="Google Shape;2154;p20"/>
          <p:cNvSpPr/>
          <p:nvPr/>
        </p:nvSpPr>
        <p:spPr>
          <a:xfrm>
            <a:off x="3397247" y="1673006"/>
            <a:ext cx="259132" cy="70411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5" name="Google Shape;2155;p20"/>
          <p:cNvSpPr/>
          <p:nvPr/>
        </p:nvSpPr>
        <p:spPr>
          <a:xfrm>
            <a:off x="3351423" y="1637826"/>
            <a:ext cx="399849" cy="139984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6" name="Google Shape;2156;p20"/>
          <p:cNvSpPr/>
          <p:nvPr/>
        </p:nvSpPr>
        <p:spPr>
          <a:xfrm>
            <a:off x="3438856" y="1868549"/>
            <a:ext cx="217540" cy="158361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7" name="Google Shape;2157;p20"/>
          <p:cNvSpPr/>
          <p:nvPr/>
        </p:nvSpPr>
        <p:spPr>
          <a:xfrm>
            <a:off x="3375942" y="1833343"/>
            <a:ext cx="350811" cy="301519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8" name="Google Shape;2158;p20"/>
          <p:cNvSpPr/>
          <p:nvPr/>
        </p:nvSpPr>
        <p:spPr>
          <a:xfrm>
            <a:off x="3421752" y="2219982"/>
            <a:ext cx="259132" cy="3014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59" name="Google Shape;2159;p20"/>
          <p:cNvSpPr/>
          <p:nvPr/>
        </p:nvSpPr>
        <p:spPr>
          <a:xfrm>
            <a:off x="5940107" y="1620656"/>
            <a:ext cx="141834" cy="123156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0" name="Google Shape;2160;p20"/>
          <p:cNvSpPr/>
          <p:nvPr/>
        </p:nvSpPr>
        <p:spPr>
          <a:xfrm>
            <a:off x="5892153" y="1478314"/>
            <a:ext cx="398766" cy="299082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1" name="Google Shape;2161;p20"/>
          <p:cNvSpPr/>
          <p:nvPr/>
        </p:nvSpPr>
        <p:spPr>
          <a:xfrm>
            <a:off x="6102179" y="1638245"/>
            <a:ext cx="141834" cy="17615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2" name="Google Shape;2162;p20"/>
          <p:cNvSpPr/>
          <p:nvPr/>
        </p:nvSpPr>
        <p:spPr>
          <a:xfrm>
            <a:off x="6102179" y="1672612"/>
            <a:ext cx="141834" cy="18428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3" name="Google Shape;2163;p20"/>
          <p:cNvSpPr/>
          <p:nvPr/>
        </p:nvSpPr>
        <p:spPr>
          <a:xfrm>
            <a:off x="6102179" y="1707816"/>
            <a:ext cx="141834" cy="18402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4" name="Google Shape;2164;p20"/>
          <p:cNvSpPr/>
          <p:nvPr/>
        </p:nvSpPr>
        <p:spPr>
          <a:xfrm>
            <a:off x="5891561" y="1834546"/>
            <a:ext cx="399849" cy="299107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5" name="Google Shape;2165;p20"/>
          <p:cNvSpPr/>
          <p:nvPr/>
        </p:nvSpPr>
        <p:spPr>
          <a:xfrm>
            <a:off x="5915555" y="2219982"/>
            <a:ext cx="351860" cy="3014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6" name="Google Shape;2166;p20"/>
          <p:cNvSpPr/>
          <p:nvPr/>
        </p:nvSpPr>
        <p:spPr>
          <a:xfrm>
            <a:off x="7923194" y="1834550"/>
            <a:ext cx="399849" cy="299107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7" name="Google Shape;2167;p20"/>
          <p:cNvSpPr/>
          <p:nvPr/>
        </p:nvSpPr>
        <p:spPr>
          <a:xfrm>
            <a:off x="8040493" y="1991282"/>
            <a:ext cx="165287" cy="52009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8" name="Google Shape;2168;p20"/>
          <p:cNvSpPr/>
          <p:nvPr/>
        </p:nvSpPr>
        <p:spPr>
          <a:xfrm>
            <a:off x="8205746" y="1886531"/>
            <a:ext cx="48023" cy="18402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69" name="Google Shape;2169;p20"/>
          <p:cNvSpPr/>
          <p:nvPr/>
        </p:nvSpPr>
        <p:spPr>
          <a:xfrm>
            <a:off x="7992503" y="1903308"/>
            <a:ext cx="48023" cy="18428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0" name="Google Shape;2170;p20"/>
          <p:cNvSpPr/>
          <p:nvPr/>
        </p:nvSpPr>
        <p:spPr>
          <a:xfrm>
            <a:off x="1416849" y="1547884"/>
            <a:ext cx="211143" cy="158361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1" name="Google Shape;2171;p20"/>
          <p:cNvSpPr/>
          <p:nvPr/>
        </p:nvSpPr>
        <p:spPr>
          <a:xfrm>
            <a:off x="1320872" y="1477501"/>
            <a:ext cx="403064" cy="300706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2" name="Google Shape;2172;p20"/>
          <p:cNvSpPr/>
          <p:nvPr/>
        </p:nvSpPr>
        <p:spPr>
          <a:xfrm>
            <a:off x="1322446" y="1835345"/>
            <a:ext cx="399883" cy="29750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3" name="Google Shape;2173;p20"/>
          <p:cNvSpPr/>
          <p:nvPr/>
        </p:nvSpPr>
        <p:spPr>
          <a:xfrm>
            <a:off x="1320872" y="2219695"/>
            <a:ext cx="403064" cy="302077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4" name="Google Shape;2174;p20"/>
          <p:cNvSpPr/>
          <p:nvPr/>
        </p:nvSpPr>
        <p:spPr>
          <a:xfrm>
            <a:off x="1391231" y="2346020"/>
            <a:ext cx="71475" cy="52821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5" name="Google Shape;2175;p20"/>
          <p:cNvSpPr/>
          <p:nvPr/>
        </p:nvSpPr>
        <p:spPr>
          <a:xfrm>
            <a:off x="1486125" y="2310055"/>
            <a:ext cx="71475" cy="88788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6" name="Google Shape;2176;p20"/>
          <p:cNvSpPr/>
          <p:nvPr/>
        </p:nvSpPr>
        <p:spPr>
          <a:xfrm>
            <a:off x="1579970" y="2273250"/>
            <a:ext cx="71442" cy="12478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7" name="Google Shape;2177;p20"/>
          <p:cNvSpPr/>
          <p:nvPr/>
        </p:nvSpPr>
        <p:spPr>
          <a:xfrm>
            <a:off x="3911960" y="1477511"/>
            <a:ext cx="310302" cy="300681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8" name="Google Shape;2178;p20"/>
          <p:cNvSpPr/>
          <p:nvPr/>
        </p:nvSpPr>
        <p:spPr>
          <a:xfrm>
            <a:off x="3857050" y="1834354"/>
            <a:ext cx="420121" cy="29948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79" name="Google Shape;2179;p20"/>
          <p:cNvSpPr/>
          <p:nvPr/>
        </p:nvSpPr>
        <p:spPr>
          <a:xfrm>
            <a:off x="3865578" y="2220389"/>
            <a:ext cx="403064" cy="300681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0" name="Google Shape;2180;p20"/>
          <p:cNvSpPr/>
          <p:nvPr/>
        </p:nvSpPr>
        <p:spPr>
          <a:xfrm>
            <a:off x="6491714" y="1531018"/>
            <a:ext cx="217540" cy="158336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1" name="Google Shape;2181;p20"/>
          <p:cNvSpPr/>
          <p:nvPr/>
        </p:nvSpPr>
        <p:spPr>
          <a:xfrm>
            <a:off x="6400034" y="1478021"/>
            <a:ext cx="401981" cy="299666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2" name="Google Shape;2182;p20"/>
          <p:cNvSpPr/>
          <p:nvPr/>
        </p:nvSpPr>
        <p:spPr>
          <a:xfrm>
            <a:off x="6398428" y="1974493"/>
            <a:ext cx="403064" cy="142370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3" name="Google Shape;2183;p20"/>
          <p:cNvSpPr/>
          <p:nvPr/>
        </p:nvSpPr>
        <p:spPr>
          <a:xfrm>
            <a:off x="6662873" y="1851339"/>
            <a:ext cx="140751" cy="123181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4" name="Google Shape;2184;p20"/>
          <p:cNvSpPr/>
          <p:nvPr/>
        </p:nvSpPr>
        <p:spPr>
          <a:xfrm>
            <a:off x="6401642" y="1852938"/>
            <a:ext cx="140751" cy="123181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5" name="Google Shape;2185;p20"/>
          <p:cNvSpPr/>
          <p:nvPr/>
        </p:nvSpPr>
        <p:spPr>
          <a:xfrm>
            <a:off x="6489003" y="2219982"/>
            <a:ext cx="223936" cy="3014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6" name="Google Shape;2186;p20"/>
          <p:cNvSpPr/>
          <p:nvPr/>
        </p:nvSpPr>
        <p:spPr>
          <a:xfrm>
            <a:off x="7921587" y="2220786"/>
            <a:ext cx="307087" cy="299894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7" name="Google Shape;2187;p20"/>
          <p:cNvSpPr/>
          <p:nvPr/>
        </p:nvSpPr>
        <p:spPr>
          <a:xfrm>
            <a:off x="7967442" y="2311933"/>
            <a:ext cx="71442" cy="50410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8" name="Google Shape;2188;p20"/>
          <p:cNvSpPr/>
          <p:nvPr/>
        </p:nvSpPr>
        <p:spPr>
          <a:xfrm>
            <a:off x="8112424" y="2433487"/>
            <a:ext cx="69343" cy="50410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89" name="Google Shape;2189;p20"/>
          <p:cNvSpPr/>
          <p:nvPr/>
        </p:nvSpPr>
        <p:spPr>
          <a:xfrm>
            <a:off x="7966360" y="2308734"/>
            <a:ext cx="212226" cy="177543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0" name="Google Shape;2190;p20"/>
          <p:cNvSpPr/>
          <p:nvPr/>
        </p:nvSpPr>
        <p:spPr>
          <a:xfrm>
            <a:off x="8253177" y="2291957"/>
            <a:ext cx="71475" cy="211918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1" name="Google Shape;2191;p20"/>
          <p:cNvSpPr/>
          <p:nvPr/>
        </p:nvSpPr>
        <p:spPr>
          <a:xfrm>
            <a:off x="1852189" y="1577036"/>
            <a:ext cx="376430" cy="201562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2" name="Google Shape;2192;p20"/>
          <p:cNvSpPr/>
          <p:nvPr/>
        </p:nvSpPr>
        <p:spPr>
          <a:xfrm>
            <a:off x="1829819" y="1477109"/>
            <a:ext cx="376396" cy="201704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3" name="Google Shape;2193;p20"/>
          <p:cNvSpPr/>
          <p:nvPr/>
        </p:nvSpPr>
        <p:spPr>
          <a:xfrm>
            <a:off x="1899129" y="1530690"/>
            <a:ext cx="259098" cy="19432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4" name="Google Shape;2194;p20"/>
          <p:cNvSpPr/>
          <p:nvPr/>
        </p:nvSpPr>
        <p:spPr>
          <a:xfrm>
            <a:off x="2016393" y="1583458"/>
            <a:ext cx="48023" cy="53608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5" name="Google Shape;2195;p20"/>
          <p:cNvSpPr/>
          <p:nvPr/>
        </p:nvSpPr>
        <p:spPr>
          <a:xfrm>
            <a:off x="1970570" y="1940114"/>
            <a:ext cx="119430" cy="157549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6" name="Google Shape;2196;p20"/>
          <p:cNvSpPr/>
          <p:nvPr/>
        </p:nvSpPr>
        <p:spPr>
          <a:xfrm>
            <a:off x="1847958" y="1834550"/>
            <a:ext cx="362521" cy="299107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7" name="Google Shape;2197;p20"/>
          <p:cNvSpPr/>
          <p:nvPr/>
        </p:nvSpPr>
        <p:spPr>
          <a:xfrm>
            <a:off x="1828191" y="2219982"/>
            <a:ext cx="402015" cy="3014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8" name="Google Shape;2198;p20"/>
          <p:cNvSpPr/>
          <p:nvPr/>
        </p:nvSpPr>
        <p:spPr>
          <a:xfrm>
            <a:off x="4376168" y="1477895"/>
            <a:ext cx="400932" cy="299920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199" name="Google Shape;2199;p20"/>
          <p:cNvSpPr/>
          <p:nvPr/>
        </p:nvSpPr>
        <p:spPr>
          <a:xfrm>
            <a:off x="4682173" y="1601048"/>
            <a:ext cx="47989" cy="17615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0" name="Google Shape;2200;p20"/>
          <p:cNvSpPr/>
          <p:nvPr/>
        </p:nvSpPr>
        <p:spPr>
          <a:xfrm>
            <a:off x="4421991" y="1601048"/>
            <a:ext cx="48023" cy="17615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1" name="Google Shape;2201;p20"/>
          <p:cNvSpPr/>
          <p:nvPr/>
        </p:nvSpPr>
        <p:spPr>
          <a:xfrm>
            <a:off x="4377235" y="1834550"/>
            <a:ext cx="398800" cy="299107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2" name="Google Shape;2202;p20"/>
          <p:cNvSpPr/>
          <p:nvPr/>
        </p:nvSpPr>
        <p:spPr>
          <a:xfrm>
            <a:off x="4529695" y="1951509"/>
            <a:ext cx="75740" cy="52999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3" name="Google Shape;2203;p20"/>
          <p:cNvSpPr/>
          <p:nvPr/>
        </p:nvSpPr>
        <p:spPr>
          <a:xfrm>
            <a:off x="4376653" y="2220782"/>
            <a:ext cx="399883" cy="29989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4" name="Google Shape;2204;p20"/>
          <p:cNvSpPr/>
          <p:nvPr/>
        </p:nvSpPr>
        <p:spPr>
          <a:xfrm>
            <a:off x="6993183" y="1531883"/>
            <a:ext cx="233547" cy="246312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5" name="Google Shape;2205;p20"/>
          <p:cNvSpPr/>
          <p:nvPr/>
        </p:nvSpPr>
        <p:spPr>
          <a:xfrm>
            <a:off x="7110482" y="1477515"/>
            <a:ext cx="24570" cy="44800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6" name="Google Shape;2206;p20"/>
          <p:cNvSpPr/>
          <p:nvPr/>
        </p:nvSpPr>
        <p:spPr>
          <a:xfrm>
            <a:off x="7180841" y="1495891"/>
            <a:ext cx="48023" cy="35028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7" name="Google Shape;2207;p20"/>
          <p:cNvSpPr/>
          <p:nvPr/>
        </p:nvSpPr>
        <p:spPr>
          <a:xfrm>
            <a:off x="7252283" y="1601455"/>
            <a:ext cx="48023" cy="17615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8" name="Google Shape;2208;p20"/>
          <p:cNvSpPr/>
          <p:nvPr/>
        </p:nvSpPr>
        <p:spPr>
          <a:xfrm>
            <a:off x="6923908" y="1601455"/>
            <a:ext cx="47989" cy="17615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09" name="Google Shape;2209;p20"/>
          <p:cNvSpPr/>
          <p:nvPr/>
        </p:nvSpPr>
        <p:spPr>
          <a:xfrm>
            <a:off x="7016671" y="1495891"/>
            <a:ext cx="47989" cy="34419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0" name="Google Shape;2210;p20"/>
          <p:cNvSpPr/>
          <p:nvPr/>
        </p:nvSpPr>
        <p:spPr>
          <a:xfrm>
            <a:off x="6945228" y="1530131"/>
            <a:ext cx="51204" cy="26728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1" name="Google Shape;2211;p20"/>
          <p:cNvSpPr/>
          <p:nvPr/>
        </p:nvSpPr>
        <p:spPr>
          <a:xfrm>
            <a:off x="7226696" y="1530791"/>
            <a:ext cx="51204" cy="27312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2" name="Google Shape;2212;p20"/>
          <p:cNvSpPr/>
          <p:nvPr/>
        </p:nvSpPr>
        <p:spPr>
          <a:xfrm>
            <a:off x="6909451" y="1832947"/>
            <a:ext cx="405196" cy="302306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3" name="Google Shape;2213;p20"/>
          <p:cNvSpPr/>
          <p:nvPr/>
        </p:nvSpPr>
        <p:spPr>
          <a:xfrm>
            <a:off x="7077453" y="2343532"/>
            <a:ext cx="70392" cy="52009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4" name="Google Shape;2214;p20"/>
          <p:cNvSpPr/>
          <p:nvPr/>
        </p:nvSpPr>
        <p:spPr>
          <a:xfrm>
            <a:off x="6911115" y="2273961"/>
            <a:ext cx="401981" cy="193542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5" name="Google Shape;2215;p20"/>
          <p:cNvSpPr/>
          <p:nvPr/>
        </p:nvSpPr>
        <p:spPr>
          <a:xfrm>
            <a:off x="8439349" y="1575400"/>
            <a:ext cx="403030" cy="192882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6" name="Google Shape;2216;p20"/>
          <p:cNvSpPr/>
          <p:nvPr/>
        </p:nvSpPr>
        <p:spPr>
          <a:xfrm>
            <a:off x="8629104" y="1487425"/>
            <a:ext cx="23521" cy="4401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7" name="Google Shape;2217;p20"/>
          <p:cNvSpPr/>
          <p:nvPr/>
        </p:nvSpPr>
        <p:spPr>
          <a:xfrm>
            <a:off x="8534243" y="1522022"/>
            <a:ext cx="47989" cy="35815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8" name="Google Shape;2218;p20"/>
          <p:cNvSpPr/>
          <p:nvPr/>
        </p:nvSpPr>
        <p:spPr>
          <a:xfrm>
            <a:off x="8698413" y="1522022"/>
            <a:ext cx="48023" cy="35815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19" name="Google Shape;2219;p20"/>
          <p:cNvSpPr/>
          <p:nvPr/>
        </p:nvSpPr>
        <p:spPr>
          <a:xfrm>
            <a:off x="2523298" y="1513493"/>
            <a:ext cx="141834" cy="69599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0" name="Google Shape;2220;p20"/>
          <p:cNvSpPr/>
          <p:nvPr/>
        </p:nvSpPr>
        <p:spPr>
          <a:xfrm>
            <a:off x="2380415" y="1671826"/>
            <a:ext cx="142917" cy="70386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1" name="Google Shape;2221;p20"/>
          <p:cNvSpPr/>
          <p:nvPr/>
        </p:nvSpPr>
        <p:spPr>
          <a:xfrm>
            <a:off x="2334559" y="1477502"/>
            <a:ext cx="188773" cy="176764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2" name="Google Shape;2222;p20"/>
          <p:cNvSpPr/>
          <p:nvPr/>
        </p:nvSpPr>
        <p:spPr>
          <a:xfrm>
            <a:off x="2547801" y="1601441"/>
            <a:ext cx="188773" cy="176764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3" name="Google Shape;2223;p20"/>
          <p:cNvSpPr/>
          <p:nvPr/>
        </p:nvSpPr>
        <p:spPr>
          <a:xfrm>
            <a:off x="2517952" y="1868942"/>
            <a:ext cx="140785" cy="123156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4" name="Google Shape;2224;p20"/>
          <p:cNvSpPr/>
          <p:nvPr/>
        </p:nvSpPr>
        <p:spPr>
          <a:xfrm>
            <a:off x="2327113" y="1834041"/>
            <a:ext cx="416906" cy="300123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5" name="Google Shape;2225;p20"/>
          <p:cNvSpPr/>
          <p:nvPr/>
        </p:nvSpPr>
        <p:spPr>
          <a:xfrm>
            <a:off x="2333494" y="2326743"/>
            <a:ext cx="215408" cy="19432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6" name="Google Shape;2226;p20"/>
          <p:cNvSpPr/>
          <p:nvPr/>
        </p:nvSpPr>
        <p:spPr>
          <a:xfrm>
            <a:off x="2524364" y="2220392"/>
            <a:ext cx="213275" cy="158361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7" name="Google Shape;2227;p20"/>
          <p:cNvSpPr/>
          <p:nvPr/>
        </p:nvSpPr>
        <p:spPr>
          <a:xfrm>
            <a:off x="2618176" y="2264354"/>
            <a:ext cx="24570" cy="1764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8" name="Google Shape;2228;p20"/>
          <p:cNvSpPr/>
          <p:nvPr/>
        </p:nvSpPr>
        <p:spPr>
          <a:xfrm>
            <a:off x="2618176" y="2290751"/>
            <a:ext cx="24570" cy="53608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29" name="Google Shape;2229;p20"/>
          <p:cNvSpPr/>
          <p:nvPr/>
        </p:nvSpPr>
        <p:spPr>
          <a:xfrm>
            <a:off x="5218387" y="1617851"/>
            <a:ext cx="58684" cy="18428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0" name="Google Shape;2230;p20"/>
          <p:cNvSpPr/>
          <p:nvPr/>
        </p:nvSpPr>
        <p:spPr>
          <a:xfrm>
            <a:off x="5205594" y="1654630"/>
            <a:ext cx="48023" cy="34419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1" name="Google Shape;2231;p20"/>
          <p:cNvSpPr/>
          <p:nvPr/>
        </p:nvSpPr>
        <p:spPr>
          <a:xfrm>
            <a:off x="5206678" y="1565869"/>
            <a:ext cx="47989" cy="35028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2" name="Google Shape;2232;p20"/>
          <p:cNvSpPr/>
          <p:nvPr/>
        </p:nvSpPr>
        <p:spPr>
          <a:xfrm>
            <a:off x="4875055" y="1513886"/>
            <a:ext cx="306038" cy="227935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3" name="Google Shape;2233;p20"/>
          <p:cNvSpPr/>
          <p:nvPr/>
        </p:nvSpPr>
        <p:spPr>
          <a:xfrm>
            <a:off x="4875595" y="1833749"/>
            <a:ext cx="400932" cy="300706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4" name="Google Shape;2234;p20"/>
          <p:cNvSpPr/>
          <p:nvPr/>
        </p:nvSpPr>
        <p:spPr>
          <a:xfrm>
            <a:off x="5182649" y="2045663"/>
            <a:ext cx="46973" cy="35992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5" name="Google Shape;2235;p20"/>
          <p:cNvSpPr/>
          <p:nvPr/>
        </p:nvSpPr>
        <p:spPr>
          <a:xfrm>
            <a:off x="4922501" y="1939312"/>
            <a:ext cx="48023" cy="18402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6" name="Google Shape;2236;p20"/>
          <p:cNvSpPr/>
          <p:nvPr/>
        </p:nvSpPr>
        <p:spPr>
          <a:xfrm>
            <a:off x="4992894" y="1939312"/>
            <a:ext cx="47989" cy="18402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7" name="Google Shape;2237;p20"/>
          <p:cNvSpPr/>
          <p:nvPr/>
        </p:nvSpPr>
        <p:spPr>
          <a:xfrm>
            <a:off x="5063252" y="1939312"/>
            <a:ext cx="48023" cy="18402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8" name="Google Shape;2238;p20"/>
          <p:cNvSpPr/>
          <p:nvPr/>
        </p:nvSpPr>
        <p:spPr>
          <a:xfrm>
            <a:off x="5135743" y="1939312"/>
            <a:ext cx="48023" cy="18402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39" name="Google Shape;2239;p20"/>
          <p:cNvSpPr/>
          <p:nvPr/>
        </p:nvSpPr>
        <p:spPr>
          <a:xfrm>
            <a:off x="4922501" y="1975279"/>
            <a:ext cx="48023" cy="18428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0" name="Google Shape;2240;p20"/>
          <p:cNvSpPr/>
          <p:nvPr/>
        </p:nvSpPr>
        <p:spPr>
          <a:xfrm>
            <a:off x="4992894" y="1975279"/>
            <a:ext cx="47989" cy="18428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1" name="Google Shape;2241;p20"/>
          <p:cNvSpPr/>
          <p:nvPr/>
        </p:nvSpPr>
        <p:spPr>
          <a:xfrm>
            <a:off x="5063252" y="1975279"/>
            <a:ext cx="48023" cy="18428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2" name="Google Shape;2242;p20"/>
          <p:cNvSpPr/>
          <p:nvPr/>
        </p:nvSpPr>
        <p:spPr>
          <a:xfrm>
            <a:off x="5135743" y="1975279"/>
            <a:ext cx="48023" cy="18428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3" name="Google Shape;2243;p20"/>
          <p:cNvSpPr/>
          <p:nvPr/>
        </p:nvSpPr>
        <p:spPr>
          <a:xfrm>
            <a:off x="4922501" y="2010484"/>
            <a:ext cx="48023" cy="18402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4" name="Google Shape;2244;p20"/>
          <p:cNvSpPr/>
          <p:nvPr/>
        </p:nvSpPr>
        <p:spPr>
          <a:xfrm>
            <a:off x="4992894" y="2010484"/>
            <a:ext cx="47989" cy="18402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5" name="Google Shape;2245;p20"/>
          <p:cNvSpPr/>
          <p:nvPr/>
        </p:nvSpPr>
        <p:spPr>
          <a:xfrm>
            <a:off x="5063252" y="2010484"/>
            <a:ext cx="48023" cy="18402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6" name="Google Shape;2246;p20"/>
          <p:cNvSpPr/>
          <p:nvPr/>
        </p:nvSpPr>
        <p:spPr>
          <a:xfrm>
            <a:off x="4922501" y="2045663"/>
            <a:ext cx="48023" cy="18402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7" name="Google Shape;2247;p20"/>
          <p:cNvSpPr/>
          <p:nvPr/>
        </p:nvSpPr>
        <p:spPr>
          <a:xfrm>
            <a:off x="4992894" y="2045663"/>
            <a:ext cx="47989" cy="18402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8" name="Google Shape;2248;p20"/>
          <p:cNvSpPr/>
          <p:nvPr/>
        </p:nvSpPr>
        <p:spPr>
          <a:xfrm>
            <a:off x="5063252" y="2045663"/>
            <a:ext cx="48023" cy="18402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49" name="Google Shape;2249;p20"/>
          <p:cNvSpPr/>
          <p:nvPr/>
        </p:nvSpPr>
        <p:spPr>
          <a:xfrm>
            <a:off x="4875595" y="2378330"/>
            <a:ext cx="400932" cy="142345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0" name="Google Shape;2250;p20"/>
          <p:cNvSpPr/>
          <p:nvPr/>
        </p:nvSpPr>
        <p:spPr>
          <a:xfrm>
            <a:off x="4995026" y="2220785"/>
            <a:ext cx="165287" cy="14077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1" name="Google Shape;2251;p20"/>
          <p:cNvSpPr/>
          <p:nvPr/>
        </p:nvSpPr>
        <p:spPr>
          <a:xfrm>
            <a:off x="5040881" y="2413866"/>
            <a:ext cx="71475" cy="70843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2" name="Google Shape;2252;p20"/>
          <p:cNvSpPr/>
          <p:nvPr/>
        </p:nvSpPr>
        <p:spPr>
          <a:xfrm>
            <a:off x="7413064" y="1477905"/>
            <a:ext cx="406279" cy="29989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3" name="Google Shape;2253;p20"/>
          <p:cNvSpPr/>
          <p:nvPr/>
        </p:nvSpPr>
        <p:spPr>
          <a:xfrm>
            <a:off x="7698894" y="2011677"/>
            <a:ext cx="24536" cy="18428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4" name="Google Shape;2254;p20"/>
          <p:cNvSpPr/>
          <p:nvPr/>
        </p:nvSpPr>
        <p:spPr>
          <a:xfrm>
            <a:off x="7416341" y="1834156"/>
            <a:ext cx="399849" cy="299894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5" name="Google Shape;2255;p20"/>
          <p:cNvSpPr/>
          <p:nvPr/>
        </p:nvSpPr>
        <p:spPr>
          <a:xfrm>
            <a:off x="7698894" y="2038075"/>
            <a:ext cx="24536" cy="62390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6" name="Google Shape;2256;p20"/>
          <p:cNvSpPr/>
          <p:nvPr/>
        </p:nvSpPr>
        <p:spPr>
          <a:xfrm>
            <a:off x="7510153" y="1922917"/>
            <a:ext cx="166370" cy="17615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7" name="Google Shape;2257;p20"/>
          <p:cNvSpPr/>
          <p:nvPr/>
        </p:nvSpPr>
        <p:spPr>
          <a:xfrm>
            <a:off x="7510153" y="1958908"/>
            <a:ext cx="166370" cy="17615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8" name="Google Shape;2258;p20"/>
          <p:cNvSpPr/>
          <p:nvPr/>
        </p:nvSpPr>
        <p:spPr>
          <a:xfrm>
            <a:off x="7440335" y="2220380"/>
            <a:ext cx="351860" cy="300706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59" name="Google Shape;2259;p20"/>
          <p:cNvSpPr/>
          <p:nvPr/>
        </p:nvSpPr>
        <p:spPr>
          <a:xfrm>
            <a:off x="7674899" y="2465873"/>
            <a:ext cx="47989" cy="17615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0" name="Google Shape;2260;p20"/>
          <p:cNvSpPr/>
          <p:nvPr/>
        </p:nvSpPr>
        <p:spPr>
          <a:xfrm>
            <a:off x="8440326" y="1834153"/>
            <a:ext cx="400932" cy="29989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1" name="Google Shape;2261;p20"/>
          <p:cNvSpPr/>
          <p:nvPr/>
        </p:nvSpPr>
        <p:spPr>
          <a:xfrm>
            <a:off x="350897" y="3059028"/>
            <a:ext cx="120515" cy="87976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2" name="Google Shape;2262;p20"/>
          <p:cNvSpPr/>
          <p:nvPr/>
        </p:nvSpPr>
        <p:spPr>
          <a:xfrm>
            <a:off x="492731" y="2954277"/>
            <a:ext cx="213275" cy="158361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3" name="Google Shape;2263;p20"/>
          <p:cNvSpPr/>
          <p:nvPr/>
        </p:nvSpPr>
        <p:spPr>
          <a:xfrm>
            <a:off x="302941" y="3142991"/>
            <a:ext cx="213275" cy="110363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4" name="Google Shape;2264;p20"/>
          <p:cNvSpPr/>
          <p:nvPr/>
        </p:nvSpPr>
        <p:spPr>
          <a:xfrm>
            <a:off x="340254" y="3376100"/>
            <a:ext cx="69343" cy="51983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5" name="Google Shape;2265;p20"/>
          <p:cNvSpPr/>
          <p:nvPr/>
        </p:nvSpPr>
        <p:spPr>
          <a:xfrm>
            <a:off x="421307" y="3331300"/>
            <a:ext cx="166336" cy="106073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6" name="Google Shape;2266;p20"/>
          <p:cNvSpPr/>
          <p:nvPr/>
        </p:nvSpPr>
        <p:spPr>
          <a:xfrm>
            <a:off x="301877" y="3436864"/>
            <a:ext cx="191955" cy="194963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7" name="Google Shape;2267;p20"/>
          <p:cNvSpPr/>
          <p:nvPr/>
        </p:nvSpPr>
        <p:spPr>
          <a:xfrm>
            <a:off x="599352" y="3376100"/>
            <a:ext cx="69343" cy="51983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8" name="Google Shape;2268;p20"/>
          <p:cNvSpPr/>
          <p:nvPr/>
        </p:nvSpPr>
        <p:spPr>
          <a:xfrm>
            <a:off x="515117" y="3437677"/>
            <a:ext cx="191955" cy="195547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69" name="Google Shape;2269;p20"/>
          <p:cNvSpPr/>
          <p:nvPr/>
        </p:nvSpPr>
        <p:spPr>
          <a:xfrm>
            <a:off x="455387" y="3696343"/>
            <a:ext cx="96011" cy="69599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0" name="Google Shape;2270;p20"/>
          <p:cNvSpPr/>
          <p:nvPr/>
        </p:nvSpPr>
        <p:spPr>
          <a:xfrm>
            <a:off x="339170" y="3855488"/>
            <a:ext cx="93879" cy="69573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1" name="Google Shape;2271;p20"/>
          <p:cNvSpPr/>
          <p:nvPr/>
        </p:nvSpPr>
        <p:spPr>
          <a:xfrm>
            <a:off x="575865" y="3856274"/>
            <a:ext cx="92796" cy="69599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2" name="Google Shape;2272;p20"/>
          <p:cNvSpPr/>
          <p:nvPr/>
        </p:nvSpPr>
        <p:spPr>
          <a:xfrm>
            <a:off x="304009" y="3924248"/>
            <a:ext cx="165287" cy="72797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3" name="Google Shape;2273;p20"/>
          <p:cNvSpPr/>
          <p:nvPr/>
        </p:nvSpPr>
        <p:spPr>
          <a:xfrm>
            <a:off x="421273" y="3764317"/>
            <a:ext cx="166370" cy="73584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4" name="Google Shape;2274;p20"/>
          <p:cNvSpPr/>
          <p:nvPr/>
        </p:nvSpPr>
        <p:spPr>
          <a:xfrm>
            <a:off x="539620" y="3924248"/>
            <a:ext cx="165321" cy="72797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5" name="Google Shape;2275;p20"/>
          <p:cNvSpPr/>
          <p:nvPr/>
        </p:nvSpPr>
        <p:spPr>
          <a:xfrm>
            <a:off x="451122" y="3855489"/>
            <a:ext cx="104539" cy="65588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6" name="Google Shape;2276;p20"/>
          <p:cNvSpPr/>
          <p:nvPr/>
        </p:nvSpPr>
        <p:spPr>
          <a:xfrm>
            <a:off x="2977157" y="3095211"/>
            <a:ext cx="117298" cy="52796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7" name="Google Shape;2277;p20"/>
          <p:cNvSpPr/>
          <p:nvPr/>
        </p:nvSpPr>
        <p:spPr>
          <a:xfrm>
            <a:off x="3011270" y="3042442"/>
            <a:ext cx="48023" cy="35992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8" name="Google Shape;2278;p20"/>
          <p:cNvSpPr/>
          <p:nvPr/>
        </p:nvSpPr>
        <p:spPr>
          <a:xfrm>
            <a:off x="2860940" y="2954062"/>
            <a:ext cx="351860" cy="299514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79" name="Google Shape;2279;p20"/>
          <p:cNvSpPr/>
          <p:nvPr/>
        </p:nvSpPr>
        <p:spPr>
          <a:xfrm>
            <a:off x="2834813" y="3490649"/>
            <a:ext cx="71442" cy="14077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0" name="Google Shape;2280;p20"/>
          <p:cNvSpPr/>
          <p:nvPr/>
        </p:nvSpPr>
        <p:spPr>
          <a:xfrm>
            <a:off x="2907304" y="3333103"/>
            <a:ext cx="258049" cy="163159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1" name="Google Shape;2281;p20"/>
          <p:cNvSpPr/>
          <p:nvPr/>
        </p:nvSpPr>
        <p:spPr>
          <a:xfrm>
            <a:off x="2929707" y="3485446"/>
            <a:ext cx="309219" cy="12757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2" name="Google Shape;2282;p20"/>
          <p:cNvSpPr/>
          <p:nvPr/>
        </p:nvSpPr>
        <p:spPr>
          <a:xfrm>
            <a:off x="2835879" y="3696750"/>
            <a:ext cx="297509" cy="227935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3" name="Google Shape;2283;p20"/>
          <p:cNvSpPr/>
          <p:nvPr/>
        </p:nvSpPr>
        <p:spPr>
          <a:xfrm>
            <a:off x="2978729" y="3766043"/>
            <a:ext cx="259132" cy="88915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4" name="Google Shape;2284;p20"/>
          <p:cNvSpPr/>
          <p:nvPr/>
        </p:nvSpPr>
        <p:spPr>
          <a:xfrm>
            <a:off x="2862515" y="3932650"/>
            <a:ext cx="255917" cy="63989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5" name="Google Shape;2285;p20"/>
          <p:cNvSpPr/>
          <p:nvPr/>
        </p:nvSpPr>
        <p:spPr>
          <a:xfrm>
            <a:off x="2907288" y="3748732"/>
            <a:ext cx="155709" cy="123968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6" name="Google Shape;2286;p20"/>
          <p:cNvSpPr/>
          <p:nvPr/>
        </p:nvSpPr>
        <p:spPr>
          <a:xfrm>
            <a:off x="5562588" y="3111797"/>
            <a:ext cx="47989" cy="36018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7" name="Google Shape;2287;p20"/>
          <p:cNvSpPr/>
          <p:nvPr/>
        </p:nvSpPr>
        <p:spPr>
          <a:xfrm>
            <a:off x="5540184" y="3165379"/>
            <a:ext cx="94928" cy="35206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8" name="Google Shape;2288;p20"/>
          <p:cNvSpPr/>
          <p:nvPr/>
        </p:nvSpPr>
        <p:spPr>
          <a:xfrm>
            <a:off x="5481535" y="3077405"/>
            <a:ext cx="212226" cy="176764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89" name="Google Shape;2289;p20"/>
          <p:cNvSpPr/>
          <p:nvPr/>
        </p:nvSpPr>
        <p:spPr>
          <a:xfrm>
            <a:off x="5458081" y="2953466"/>
            <a:ext cx="259132" cy="36018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0" name="Google Shape;2290;p20"/>
          <p:cNvSpPr/>
          <p:nvPr/>
        </p:nvSpPr>
        <p:spPr>
          <a:xfrm>
            <a:off x="5386639" y="3007834"/>
            <a:ext cx="399883" cy="139984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1" name="Google Shape;2291;p20"/>
          <p:cNvSpPr/>
          <p:nvPr/>
        </p:nvSpPr>
        <p:spPr>
          <a:xfrm>
            <a:off x="5383983" y="3341504"/>
            <a:ext cx="405196" cy="227935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2" name="Google Shape;2292;p20"/>
          <p:cNvSpPr/>
          <p:nvPr/>
        </p:nvSpPr>
        <p:spPr>
          <a:xfrm>
            <a:off x="5474614" y="3587786"/>
            <a:ext cx="213275" cy="35231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3" name="Google Shape;2293;p20"/>
          <p:cNvSpPr/>
          <p:nvPr/>
        </p:nvSpPr>
        <p:spPr>
          <a:xfrm>
            <a:off x="5548712" y="3696749"/>
            <a:ext cx="72524" cy="52009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4" name="Google Shape;2294;p20"/>
          <p:cNvSpPr/>
          <p:nvPr/>
        </p:nvSpPr>
        <p:spPr>
          <a:xfrm>
            <a:off x="5454900" y="3872672"/>
            <a:ext cx="69309" cy="52009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5" name="Google Shape;2295;p20"/>
          <p:cNvSpPr/>
          <p:nvPr/>
        </p:nvSpPr>
        <p:spPr>
          <a:xfrm>
            <a:off x="5644689" y="3872672"/>
            <a:ext cx="69309" cy="52009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6" name="Google Shape;2296;p20"/>
          <p:cNvSpPr/>
          <p:nvPr/>
        </p:nvSpPr>
        <p:spPr>
          <a:xfrm>
            <a:off x="5384507" y="3819903"/>
            <a:ext cx="404147" cy="123968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7" name="Google Shape;2297;p20"/>
          <p:cNvSpPr/>
          <p:nvPr/>
        </p:nvSpPr>
        <p:spPr>
          <a:xfrm>
            <a:off x="5611625" y="3933437"/>
            <a:ext cx="140785" cy="63202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8" name="Google Shape;2298;p20"/>
          <p:cNvSpPr/>
          <p:nvPr/>
        </p:nvSpPr>
        <p:spPr>
          <a:xfrm>
            <a:off x="5514597" y="3756727"/>
            <a:ext cx="141834" cy="44800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299" name="Google Shape;2299;p20"/>
          <p:cNvSpPr/>
          <p:nvPr/>
        </p:nvSpPr>
        <p:spPr>
          <a:xfrm>
            <a:off x="5421836" y="3933437"/>
            <a:ext cx="138653" cy="63202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0" name="Google Shape;2300;p20"/>
          <p:cNvSpPr/>
          <p:nvPr/>
        </p:nvSpPr>
        <p:spPr>
          <a:xfrm>
            <a:off x="8135641" y="3115783"/>
            <a:ext cx="92762" cy="85590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1" name="Google Shape;2301;p20"/>
          <p:cNvSpPr/>
          <p:nvPr/>
        </p:nvSpPr>
        <p:spPr>
          <a:xfrm>
            <a:off x="8080172" y="3169363"/>
            <a:ext cx="84268" cy="31220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2" name="Google Shape;2302;p20"/>
          <p:cNvSpPr/>
          <p:nvPr/>
        </p:nvSpPr>
        <p:spPr>
          <a:xfrm>
            <a:off x="8017260" y="3114183"/>
            <a:ext cx="93879" cy="86402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3" name="Google Shape;2303;p20"/>
          <p:cNvSpPr/>
          <p:nvPr/>
        </p:nvSpPr>
        <p:spPr>
          <a:xfrm>
            <a:off x="7993807" y="3218147"/>
            <a:ext cx="259132" cy="36018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4" name="Google Shape;2304;p20"/>
          <p:cNvSpPr/>
          <p:nvPr/>
        </p:nvSpPr>
        <p:spPr>
          <a:xfrm>
            <a:off x="7993807" y="2953466"/>
            <a:ext cx="259132" cy="36018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5" name="Google Shape;2305;p20"/>
          <p:cNvSpPr/>
          <p:nvPr/>
        </p:nvSpPr>
        <p:spPr>
          <a:xfrm>
            <a:off x="8018341" y="3005447"/>
            <a:ext cx="210060" cy="36195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6" name="Google Shape;2306;p20"/>
          <p:cNvSpPr/>
          <p:nvPr/>
        </p:nvSpPr>
        <p:spPr>
          <a:xfrm>
            <a:off x="8016210" y="3037430"/>
            <a:ext cx="211143" cy="75183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7" name="Google Shape;2307;p20"/>
          <p:cNvSpPr/>
          <p:nvPr/>
        </p:nvSpPr>
        <p:spPr>
          <a:xfrm>
            <a:off x="811618" y="2953478"/>
            <a:ext cx="283668" cy="265501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8" name="Google Shape;2308;p20"/>
          <p:cNvSpPr/>
          <p:nvPr/>
        </p:nvSpPr>
        <p:spPr>
          <a:xfrm>
            <a:off x="866002" y="2994241"/>
            <a:ext cx="64029" cy="48811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09" name="Google Shape;2309;p20"/>
          <p:cNvSpPr/>
          <p:nvPr/>
        </p:nvSpPr>
        <p:spPr>
          <a:xfrm>
            <a:off x="954501" y="3061427"/>
            <a:ext cx="165287" cy="123181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0" name="Google Shape;2310;p20"/>
          <p:cNvSpPr/>
          <p:nvPr/>
        </p:nvSpPr>
        <p:spPr>
          <a:xfrm>
            <a:off x="857474" y="2990257"/>
            <a:ext cx="260181" cy="246312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1" name="Google Shape;2311;p20"/>
          <p:cNvSpPr/>
          <p:nvPr/>
        </p:nvSpPr>
        <p:spPr>
          <a:xfrm>
            <a:off x="1093121" y="3163768"/>
            <a:ext cx="122648" cy="90388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2" name="Google Shape;2312;p20"/>
          <p:cNvSpPr/>
          <p:nvPr/>
        </p:nvSpPr>
        <p:spPr>
          <a:xfrm>
            <a:off x="836170" y="3333104"/>
            <a:ext cx="281502" cy="29832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3" name="Google Shape;2313;p20"/>
          <p:cNvSpPr/>
          <p:nvPr/>
        </p:nvSpPr>
        <p:spPr>
          <a:xfrm>
            <a:off x="1136826" y="3402675"/>
            <a:ext cx="77872" cy="56806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4" name="Google Shape;2314;p20"/>
          <p:cNvSpPr/>
          <p:nvPr/>
        </p:nvSpPr>
        <p:spPr>
          <a:xfrm>
            <a:off x="1004772" y="3512224"/>
            <a:ext cx="62778" cy="45714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5" name="Google Shape;2315;p20"/>
          <p:cNvSpPr/>
          <p:nvPr/>
        </p:nvSpPr>
        <p:spPr>
          <a:xfrm>
            <a:off x="1037668" y="3435469"/>
            <a:ext cx="132256" cy="99195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6" name="Google Shape;2316;p20"/>
          <p:cNvSpPr/>
          <p:nvPr/>
        </p:nvSpPr>
        <p:spPr>
          <a:xfrm>
            <a:off x="1048328" y="3337114"/>
            <a:ext cx="63996" cy="47998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7" name="Google Shape;2317;p20"/>
          <p:cNvSpPr/>
          <p:nvPr/>
        </p:nvSpPr>
        <p:spPr>
          <a:xfrm>
            <a:off x="812683" y="3596999"/>
            <a:ext cx="225018" cy="34419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8" name="Google Shape;2318;p20"/>
          <p:cNvSpPr/>
          <p:nvPr/>
        </p:nvSpPr>
        <p:spPr>
          <a:xfrm>
            <a:off x="812159" y="3695950"/>
            <a:ext cx="403064" cy="301493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19" name="Google Shape;2319;p20"/>
          <p:cNvSpPr/>
          <p:nvPr/>
        </p:nvSpPr>
        <p:spPr>
          <a:xfrm>
            <a:off x="965701" y="3872660"/>
            <a:ext cx="98143" cy="52796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0" name="Google Shape;2320;p20"/>
          <p:cNvSpPr/>
          <p:nvPr/>
        </p:nvSpPr>
        <p:spPr>
          <a:xfrm>
            <a:off x="990239" y="3819890"/>
            <a:ext cx="48023" cy="36018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1" name="Google Shape;2321;p20"/>
          <p:cNvSpPr/>
          <p:nvPr/>
        </p:nvSpPr>
        <p:spPr>
          <a:xfrm>
            <a:off x="909185" y="3766308"/>
            <a:ext cx="211143" cy="139172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2" name="Google Shape;2322;p20"/>
          <p:cNvSpPr/>
          <p:nvPr/>
        </p:nvSpPr>
        <p:spPr>
          <a:xfrm>
            <a:off x="3505727" y="2953871"/>
            <a:ext cx="92796" cy="70386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3" name="Google Shape;2323;p20"/>
          <p:cNvSpPr/>
          <p:nvPr/>
        </p:nvSpPr>
        <p:spPr>
          <a:xfrm>
            <a:off x="3469483" y="3165785"/>
            <a:ext cx="23487" cy="35206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4" name="Google Shape;2324;p20"/>
          <p:cNvSpPr/>
          <p:nvPr/>
        </p:nvSpPr>
        <p:spPr>
          <a:xfrm>
            <a:off x="3515338" y="3165785"/>
            <a:ext cx="24536" cy="35206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5" name="Google Shape;2325;p20"/>
          <p:cNvSpPr/>
          <p:nvPr/>
        </p:nvSpPr>
        <p:spPr>
          <a:xfrm>
            <a:off x="3422576" y="3165785"/>
            <a:ext cx="23487" cy="35206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6" name="Google Shape;2326;p20"/>
          <p:cNvSpPr/>
          <p:nvPr/>
        </p:nvSpPr>
        <p:spPr>
          <a:xfrm>
            <a:off x="3562245" y="3165785"/>
            <a:ext cx="46940" cy="35206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7" name="Google Shape;2327;p20"/>
          <p:cNvSpPr/>
          <p:nvPr/>
        </p:nvSpPr>
        <p:spPr>
          <a:xfrm>
            <a:off x="3351137" y="3113803"/>
            <a:ext cx="330540" cy="139959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8" name="Google Shape;2328;p20"/>
          <p:cNvSpPr/>
          <p:nvPr/>
        </p:nvSpPr>
        <p:spPr>
          <a:xfrm>
            <a:off x="3705127" y="3148982"/>
            <a:ext cx="46940" cy="69599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29" name="Google Shape;2329;p20"/>
          <p:cNvSpPr/>
          <p:nvPr/>
        </p:nvSpPr>
        <p:spPr>
          <a:xfrm>
            <a:off x="3469483" y="3021845"/>
            <a:ext cx="165287" cy="74396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0" name="Google Shape;2330;p20"/>
          <p:cNvSpPr/>
          <p:nvPr/>
        </p:nvSpPr>
        <p:spPr>
          <a:xfrm>
            <a:off x="3527590" y="3419059"/>
            <a:ext cx="48023" cy="36018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1" name="Google Shape;2331;p20"/>
          <p:cNvSpPr/>
          <p:nvPr/>
        </p:nvSpPr>
        <p:spPr>
          <a:xfrm>
            <a:off x="3507353" y="3472640"/>
            <a:ext cx="90664" cy="34419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2" name="Google Shape;2332;p20"/>
          <p:cNvSpPr/>
          <p:nvPr/>
        </p:nvSpPr>
        <p:spPr>
          <a:xfrm>
            <a:off x="3468941" y="3384691"/>
            <a:ext cx="165321" cy="99982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3" name="Google Shape;2333;p20"/>
          <p:cNvSpPr/>
          <p:nvPr/>
        </p:nvSpPr>
        <p:spPr>
          <a:xfrm>
            <a:off x="3395401" y="3332556"/>
            <a:ext cx="310302" cy="262455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4" name="Google Shape;2334;p20"/>
          <p:cNvSpPr/>
          <p:nvPr/>
        </p:nvSpPr>
        <p:spPr>
          <a:xfrm>
            <a:off x="3375130" y="3544622"/>
            <a:ext cx="352943" cy="8734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5" name="Google Shape;2335;p20"/>
          <p:cNvSpPr/>
          <p:nvPr/>
        </p:nvSpPr>
        <p:spPr>
          <a:xfrm>
            <a:off x="3471633" y="3749139"/>
            <a:ext cx="165287" cy="7119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6" name="Google Shape;2336;p20"/>
          <p:cNvSpPr/>
          <p:nvPr/>
        </p:nvSpPr>
        <p:spPr>
          <a:xfrm>
            <a:off x="3421512" y="3925060"/>
            <a:ext cx="260181" cy="71985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7" name="Google Shape;2337;p20"/>
          <p:cNvSpPr/>
          <p:nvPr/>
        </p:nvSpPr>
        <p:spPr>
          <a:xfrm>
            <a:off x="3507877" y="3696344"/>
            <a:ext cx="92796" cy="36018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8" name="Google Shape;2338;p20"/>
          <p:cNvSpPr/>
          <p:nvPr/>
        </p:nvSpPr>
        <p:spPr>
          <a:xfrm>
            <a:off x="3472716" y="3837087"/>
            <a:ext cx="161023" cy="7119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39" name="Google Shape;2339;p20"/>
          <p:cNvSpPr/>
          <p:nvPr/>
        </p:nvSpPr>
        <p:spPr>
          <a:xfrm>
            <a:off x="5983545" y="3112598"/>
            <a:ext cx="48023" cy="36018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0" name="Google Shape;2340;p20"/>
          <p:cNvSpPr/>
          <p:nvPr/>
        </p:nvSpPr>
        <p:spPr>
          <a:xfrm>
            <a:off x="5961141" y="3166178"/>
            <a:ext cx="93879" cy="35206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1" name="Google Shape;2341;p20"/>
          <p:cNvSpPr/>
          <p:nvPr/>
        </p:nvSpPr>
        <p:spPr>
          <a:xfrm>
            <a:off x="5891865" y="3060615"/>
            <a:ext cx="399849" cy="192755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2" name="Google Shape;2342;p20"/>
          <p:cNvSpPr/>
          <p:nvPr/>
        </p:nvSpPr>
        <p:spPr>
          <a:xfrm>
            <a:off x="6008081" y="3007034"/>
            <a:ext cx="165287" cy="7119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3" name="Google Shape;2343;p20"/>
          <p:cNvSpPr/>
          <p:nvPr/>
        </p:nvSpPr>
        <p:spPr>
          <a:xfrm>
            <a:off x="6031534" y="2954265"/>
            <a:ext cx="117298" cy="36018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4" name="Google Shape;2344;p20"/>
          <p:cNvSpPr/>
          <p:nvPr/>
        </p:nvSpPr>
        <p:spPr>
          <a:xfrm>
            <a:off x="5961158" y="3420264"/>
            <a:ext cx="23487" cy="88001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5" name="Google Shape;2345;p20"/>
          <p:cNvSpPr/>
          <p:nvPr/>
        </p:nvSpPr>
        <p:spPr>
          <a:xfrm>
            <a:off x="6197852" y="3420264"/>
            <a:ext cx="24570" cy="88001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6" name="Google Shape;2346;p20"/>
          <p:cNvSpPr/>
          <p:nvPr/>
        </p:nvSpPr>
        <p:spPr>
          <a:xfrm>
            <a:off x="5961158" y="3525827"/>
            <a:ext cx="23487" cy="105591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7" name="Google Shape;2347;p20"/>
          <p:cNvSpPr/>
          <p:nvPr/>
        </p:nvSpPr>
        <p:spPr>
          <a:xfrm>
            <a:off x="6197852" y="3525827"/>
            <a:ext cx="24570" cy="105591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8" name="Google Shape;2348;p20"/>
          <p:cNvSpPr/>
          <p:nvPr/>
        </p:nvSpPr>
        <p:spPr>
          <a:xfrm>
            <a:off x="5891848" y="3420264"/>
            <a:ext cx="46940" cy="88001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49" name="Google Shape;2349;p20"/>
          <p:cNvSpPr/>
          <p:nvPr/>
        </p:nvSpPr>
        <p:spPr>
          <a:xfrm>
            <a:off x="6009148" y="3420264"/>
            <a:ext cx="165287" cy="88001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0" name="Google Shape;2350;p20"/>
          <p:cNvSpPr/>
          <p:nvPr/>
        </p:nvSpPr>
        <p:spPr>
          <a:xfrm>
            <a:off x="6244760" y="3513036"/>
            <a:ext cx="46973" cy="11917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1" name="Google Shape;2351;p20"/>
          <p:cNvSpPr/>
          <p:nvPr/>
        </p:nvSpPr>
        <p:spPr>
          <a:xfrm>
            <a:off x="5891848" y="3513035"/>
            <a:ext cx="46940" cy="11838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2" name="Google Shape;2352;p20"/>
          <p:cNvSpPr/>
          <p:nvPr/>
        </p:nvSpPr>
        <p:spPr>
          <a:xfrm>
            <a:off x="6079505" y="3525827"/>
            <a:ext cx="23487" cy="18428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3" name="Google Shape;2353;p20"/>
          <p:cNvSpPr/>
          <p:nvPr/>
        </p:nvSpPr>
        <p:spPr>
          <a:xfrm>
            <a:off x="6244760" y="3420264"/>
            <a:ext cx="46973" cy="88001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4" name="Google Shape;2354;p20"/>
          <p:cNvSpPr/>
          <p:nvPr/>
        </p:nvSpPr>
        <p:spPr>
          <a:xfrm>
            <a:off x="6009148" y="3525827"/>
            <a:ext cx="165287" cy="105591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5" name="Google Shape;2355;p20"/>
          <p:cNvSpPr/>
          <p:nvPr/>
        </p:nvSpPr>
        <p:spPr>
          <a:xfrm>
            <a:off x="6008065" y="3332317"/>
            <a:ext cx="165287" cy="70386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6" name="Google Shape;2356;p20"/>
          <p:cNvSpPr/>
          <p:nvPr/>
        </p:nvSpPr>
        <p:spPr>
          <a:xfrm>
            <a:off x="6197346" y="3891480"/>
            <a:ext cx="70392" cy="105566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7" name="Google Shape;2357;p20"/>
          <p:cNvSpPr/>
          <p:nvPr/>
        </p:nvSpPr>
        <p:spPr>
          <a:xfrm>
            <a:off x="6009688" y="3891480"/>
            <a:ext cx="164204" cy="51400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8" name="Google Shape;2358;p20"/>
          <p:cNvSpPr/>
          <p:nvPr/>
        </p:nvSpPr>
        <p:spPr>
          <a:xfrm>
            <a:off x="6009688" y="3948260"/>
            <a:ext cx="164204" cy="4878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59" name="Google Shape;2359;p20"/>
          <p:cNvSpPr/>
          <p:nvPr/>
        </p:nvSpPr>
        <p:spPr>
          <a:xfrm>
            <a:off x="5915843" y="3890667"/>
            <a:ext cx="70426" cy="106378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0" name="Google Shape;2360;p20"/>
          <p:cNvSpPr/>
          <p:nvPr/>
        </p:nvSpPr>
        <p:spPr>
          <a:xfrm>
            <a:off x="6020348" y="3784317"/>
            <a:ext cx="140751" cy="107190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1" name="Google Shape;2361;p20"/>
          <p:cNvSpPr/>
          <p:nvPr/>
        </p:nvSpPr>
        <p:spPr>
          <a:xfrm>
            <a:off x="5960618" y="3696344"/>
            <a:ext cx="258087" cy="176764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2" name="Google Shape;2362;p20"/>
          <p:cNvSpPr/>
          <p:nvPr/>
        </p:nvSpPr>
        <p:spPr>
          <a:xfrm>
            <a:off x="7923448" y="3472652"/>
            <a:ext cx="399849" cy="159148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3" name="Google Shape;2363;p20"/>
          <p:cNvSpPr/>
          <p:nvPr/>
        </p:nvSpPr>
        <p:spPr>
          <a:xfrm>
            <a:off x="8063117" y="3526233"/>
            <a:ext cx="119430" cy="17615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4" name="Google Shape;2364;p20"/>
          <p:cNvSpPr/>
          <p:nvPr/>
        </p:nvSpPr>
        <p:spPr>
          <a:xfrm>
            <a:off x="7946901" y="3332721"/>
            <a:ext cx="117298" cy="35206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5" name="Google Shape;2365;p20"/>
          <p:cNvSpPr/>
          <p:nvPr/>
        </p:nvSpPr>
        <p:spPr>
          <a:xfrm>
            <a:off x="7945819" y="3384679"/>
            <a:ext cx="117332" cy="70411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6" name="Google Shape;2366;p20"/>
          <p:cNvSpPr/>
          <p:nvPr/>
        </p:nvSpPr>
        <p:spPr>
          <a:xfrm>
            <a:off x="8184646" y="3349500"/>
            <a:ext cx="116249" cy="70411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7" name="Google Shape;2367;p20"/>
          <p:cNvSpPr/>
          <p:nvPr/>
        </p:nvSpPr>
        <p:spPr>
          <a:xfrm>
            <a:off x="8182513" y="3438260"/>
            <a:ext cx="117332" cy="17615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8" name="Google Shape;2368;p20"/>
          <p:cNvSpPr/>
          <p:nvPr/>
        </p:nvSpPr>
        <p:spPr>
          <a:xfrm>
            <a:off x="8086568" y="3367901"/>
            <a:ext cx="72524" cy="87976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69" name="Google Shape;2369;p20"/>
          <p:cNvSpPr/>
          <p:nvPr/>
        </p:nvSpPr>
        <p:spPr>
          <a:xfrm>
            <a:off x="1475174" y="3061428"/>
            <a:ext cx="93879" cy="69599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0" name="Google Shape;2370;p20"/>
          <p:cNvSpPr/>
          <p:nvPr/>
        </p:nvSpPr>
        <p:spPr>
          <a:xfrm>
            <a:off x="1321664" y="2953478"/>
            <a:ext cx="401981" cy="300681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1" name="Google Shape;2371;p20"/>
          <p:cNvSpPr/>
          <p:nvPr/>
        </p:nvSpPr>
        <p:spPr>
          <a:xfrm>
            <a:off x="1443192" y="3129401"/>
            <a:ext cx="157841" cy="53608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2" name="Google Shape;2372;p20"/>
          <p:cNvSpPr/>
          <p:nvPr/>
        </p:nvSpPr>
        <p:spPr>
          <a:xfrm>
            <a:off x="1323242" y="3333110"/>
            <a:ext cx="398800" cy="29829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3" name="Google Shape;2373;p20"/>
          <p:cNvSpPr/>
          <p:nvPr/>
        </p:nvSpPr>
        <p:spPr>
          <a:xfrm>
            <a:off x="1321125" y="3695659"/>
            <a:ext cx="403064" cy="302077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4" name="Google Shape;2374;p20"/>
          <p:cNvSpPr/>
          <p:nvPr/>
        </p:nvSpPr>
        <p:spPr>
          <a:xfrm>
            <a:off x="1509830" y="3803609"/>
            <a:ext cx="23487" cy="52796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5" name="Google Shape;2375;p20"/>
          <p:cNvSpPr/>
          <p:nvPr/>
        </p:nvSpPr>
        <p:spPr>
          <a:xfrm>
            <a:off x="1416019" y="3838787"/>
            <a:ext cx="23487" cy="17615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6" name="Google Shape;2376;p20"/>
          <p:cNvSpPr/>
          <p:nvPr/>
        </p:nvSpPr>
        <p:spPr>
          <a:xfrm>
            <a:off x="1603677" y="3768429"/>
            <a:ext cx="24536" cy="87976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7" name="Google Shape;2377;p20"/>
          <p:cNvSpPr/>
          <p:nvPr/>
        </p:nvSpPr>
        <p:spPr>
          <a:xfrm>
            <a:off x="3914904" y="2953871"/>
            <a:ext cx="304989" cy="21113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8" name="Google Shape;2378;p20"/>
          <p:cNvSpPr/>
          <p:nvPr/>
        </p:nvSpPr>
        <p:spPr>
          <a:xfrm>
            <a:off x="4043947" y="3005853"/>
            <a:ext cx="47989" cy="36018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79" name="Google Shape;2379;p20"/>
          <p:cNvSpPr/>
          <p:nvPr/>
        </p:nvSpPr>
        <p:spPr>
          <a:xfrm>
            <a:off x="3986345" y="3182563"/>
            <a:ext cx="164238" cy="36018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0" name="Google Shape;2380;p20"/>
          <p:cNvSpPr/>
          <p:nvPr/>
        </p:nvSpPr>
        <p:spPr>
          <a:xfrm>
            <a:off x="4009798" y="3060221"/>
            <a:ext cx="117332" cy="52796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1" name="Google Shape;2381;p20"/>
          <p:cNvSpPr/>
          <p:nvPr/>
        </p:nvSpPr>
        <p:spPr>
          <a:xfrm>
            <a:off x="4009798" y="3236143"/>
            <a:ext cx="118381" cy="17615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2" name="Google Shape;2382;p20"/>
          <p:cNvSpPr/>
          <p:nvPr/>
        </p:nvSpPr>
        <p:spPr>
          <a:xfrm>
            <a:off x="3856763" y="3331613"/>
            <a:ext cx="421204" cy="30129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3" name="Google Shape;2383;p20"/>
          <p:cNvSpPr/>
          <p:nvPr/>
        </p:nvSpPr>
        <p:spPr>
          <a:xfrm>
            <a:off x="3865866" y="3801512"/>
            <a:ext cx="403064" cy="19514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4" name="Google Shape;2384;p20"/>
          <p:cNvSpPr/>
          <p:nvPr/>
        </p:nvSpPr>
        <p:spPr>
          <a:xfrm>
            <a:off x="4041779" y="3749531"/>
            <a:ext cx="48023" cy="35992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5" name="Google Shape;2385;p20"/>
          <p:cNvSpPr/>
          <p:nvPr/>
        </p:nvSpPr>
        <p:spPr>
          <a:xfrm>
            <a:off x="3960760" y="3696737"/>
            <a:ext cx="210060" cy="137573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6" name="Google Shape;2386;p20"/>
          <p:cNvSpPr/>
          <p:nvPr/>
        </p:nvSpPr>
        <p:spPr>
          <a:xfrm>
            <a:off x="6517029" y="3023697"/>
            <a:ext cx="165287" cy="100794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7" name="Google Shape;2387;p20"/>
          <p:cNvSpPr/>
          <p:nvPr/>
        </p:nvSpPr>
        <p:spPr>
          <a:xfrm>
            <a:off x="6576728" y="3059688"/>
            <a:ext cx="48023" cy="36018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8" name="Google Shape;2388;p20"/>
          <p:cNvSpPr/>
          <p:nvPr/>
        </p:nvSpPr>
        <p:spPr>
          <a:xfrm>
            <a:off x="6425350" y="2952932"/>
            <a:ext cx="350811" cy="265120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89" name="Google Shape;2389;p20"/>
          <p:cNvSpPr/>
          <p:nvPr/>
        </p:nvSpPr>
        <p:spPr>
          <a:xfrm>
            <a:off x="6555407" y="3112482"/>
            <a:ext cx="90664" cy="35206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0" name="Google Shape;2390;p20"/>
          <p:cNvSpPr/>
          <p:nvPr/>
        </p:nvSpPr>
        <p:spPr>
          <a:xfrm>
            <a:off x="6672706" y="3164438"/>
            <a:ext cx="129046" cy="88306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1" name="Google Shape;2391;p20"/>
          <p:cNvSpPr/>
          <p:nvPr/>
        </p:nvSpPr>
        <p:spPr>
          <a:xfrm>
            <a:off x="6400815" y="3166037"/>
            <a:ext cx="129046" cy="88662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2" name="Google Shape;2392;p20"/>
          <p:cNvSpPr/>
          <p:nvPr/>
        </p:nvSpPr>
        <p:spPr>
          <a:xfrm>
            <a:off x="6506370" y="3473059"/>
            <a:ext cx="188740" cy="141558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3" name="Google Shape;2393;p20"/>
          <p:cNvSpPr/>
          <p:nvPr/>
        </p:nvSpPr>
        <p:spPr>
          <a:xfrm>
            <a:off x="6683366" y="3349906"/>
            <a:ext cx="93845" cy="70386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4" name="Google Shape;2394;p20"/>
          <p:cNvSpPr/>
          <p:nvPr/>
        </p:nvSpPr>
        <p:spPr>
          <a:xfrm>
            <a:off x="6425350" y="3349906"/>
            <a:ext cx="92762" cy="70386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5" name="Google Shape;2395;p20"/>
          <p:cNvSpPr/>
          <p:nvPr/>
        </p:nvSpPr>
        <p:spPr>
          <a:xfrm>
            <a:off x="6400814" y="3420264"/>
            <a:ext cx="141834" cy="52821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6" name="Google Shape;2396;p20"/>
          <p:cNvSpPr/>
          <p:nvPr/>
        </p:nvSpPr>
        <p:spPr>
          <a:xfrm>
            <a:off x="6660962" y="3420264"/>
            <a:ext cx="140785" cy="52821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7" name="Google Shape;2397;p20"/>
          <p:cNvSpPr/>
          <p:nvPr/>
        </p:nvSpPr>
        <p:spPr>
          <a:xfrm>
            <a:off x="6666308" y="3490648"/>
            <a:ext cx="135438" cy="53608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8" name="Google Shape;2398;p20"/>
          <p:cNvSpPr/>
          <p:nvPr/>
        </p:nvSpPr>
        <p:spPr>
          <a:xfrm>
            <a:off x="6400815" y="3490649"/>
            <a:ext cx="136521" cy="52796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399" name="Google Shape;2399;p20"/>
          <p:cNvSpPr/>
          <p:nvPr/>
        </p:nvSpPr>
        <p:spPr>
          <a:xfrm>
            <a:off x="6622585" y="3777503"/>
            <a:ext cx="90664" cy="106403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0" name="Google Shape;2400;p20"/>
          <p:cNvSpPr/>
          <p:nvPr/>
        </p:nvSpPr>
        <p:spPr>
          <a:xfrm>
            <a:off x="6501023" y="3696737"/>
            <a:ext cx="119464" cy="52821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1" name="Google Shape;2401;p20"/>
          <p:cNvSpPr/>
          <p:nvPr/>
        </p:nvSpPr>
        <p:spPr>
          <a:xfrm>
            <a:off x="6489313" y="3767121"/>
            <a:ext cx="140785" cy="229534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2" name="Google Shape;2402;p20"/>
          <p:cNvSpPr/>
          <p:nvPr/>
        </p:nvSpPr>
        <p:spPr>
          <a:xfrm>
            <a:off x="7992740" y="3927853"/>
            <a:ext cx="24570" cy="18402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3" name="Google Shape;2403;p20"/>
          <p:cNvSpPr/>
          <p:nvPr/>
        </p:nvSpPr>
        <p:spPr>
          <a:xfrm>
            <a:off x="7922381" y="3732741"/>
            <a:ext cx="308170" cy="263902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4" name="Google Shape;2404;p20"/>
          <p:cNvSpPr/>
          <p:nvPr/>
        </p:nvSpPr>
        <p:spPr>
          <a:xfrm>
            <a:off x="8003401" y="3696749"/>
            <a:ext cx="143966" cy="54395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5" name="Google Shape;2405;p20"/>
          <p:cNvSpPr/>
          <p:nvPr/>
        </p:nvSpPr>
        <p:spPr>
          <a:xfrm>
            <a:off x="8251840" y="3820690"/>
            <a:ext cx="70392" cy="107190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6" name="Google Shape;2406;p20"/>
          <p:cNvSpPr/>
          <p:nvPr/>
        </p:nvSpPr>
        <p:spPr>
          <a:xfrm>
            <a:off x="8253971" y="3767921"/>
            <a:ext cx="70392" cy="35206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7" name="Google Shape;2407;p20"/>
          <p:cNvSpPr/>
          <p:nvPr/>
        </p:nvSpPr>
        <p:spPr>
          <a:xfrm>
            <a:off x="8259284" y="3936635"/>
            <a:ext cx="58684" cy="4401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8" name="Google Shape;2408;p20"/>
          <p:cNvSpPr/>
          <p:nvPr/>
        </p:nvSpPr>
        <p:spPr>
          <a:xfrm>
            <a:off x="1852459" y="3053012"/>
            <a:ext cx="376396" cy="20075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09" name="Google Shape;2409;p20"/>
          <p:cNvSpPr/>
          <p:nvPr/>
        </p:nvSpPr>
        <p:spPr>
          <a:xfrm>
            <a:off x="1830088" y="2953871"/>
            <a:ext cx="375313" cy="200928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0" name="Google Shape;2410;p20"/>
          <p:cNvSpPr/>
          <p:nvPr/>
        </p:nvSpPr>
        <p:spPr>
          <a:xfrm>
            <a:off x="1901495" y="3007453"/>
            <a:ext cx="255951" cy="191942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1" name="Google Shape;2411;p20"/>
          <p:cNvSpPr/>
          <p:nvPr/>
        </p:nvSpPr>
        <p:spPr>
          <a:xfrm>
            <a:off x="2039574" y="3525042"/>
            <a:ext cx="24570" cy="35992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2" name="Google Shape;2412;p20"/>
          <p:cNvSpPr/>
          <p:nvPr/>
        </p:nvSpPr>
        <p:spPr>
          <a:xfrm>
            <a:off x="1992669" y="3471461"/>
            <a:ext cx="24536" cy="35992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3" name="Google Shape;2413;p20"/>
          <p:cNvSpPr/>
          <p:nvPr/>
        </p:nvSpPr>
        <p:spPr>
          <a:xfrm>
            <a:off x="1846605" y="3332316"/>
            <a:ext cx="365736" cy="299894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4" name="Google Shape;2414;p20"/>
          <p:cNvSpPr/>
          <p:nvPr/>
        </p:nvSpPr>
        <p:spPr>
          <a:xfrm>
            <a:off x="1996408" y="3696749"/>
            <a:ext cx="69343" cy="52009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5" name="Google Shape;2415;p20"/>
          <p:cNvSpPr/>
          <p:nvPr/>
        </p:nvSpPr>
        <p:spPr>
          <a:xfrm>
            <a:off x="1827939" y="3807896"/>
            <a:ext cx="403064" cy="188744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6" name="Google Shape;2416;p20"/>
          <p:cNvSpPr/>
          <p:nvPr/>
        </p:nvSpPr>
        <p:spPr>
          <a:xfrm>
            <a:off x="1971873" y="3766322"/>
            <a:ext cx="117332" cy="70386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7" name="Google Shape;2417;p20"/>
          <p:cNvSpPr/>
          <p:nvPr/>
        </p:nvSpPr>
        <p:spPr>
          <a:xfrm>
            <a:off x="4528883" y="3067810"/>
            <a:ext cx="93879" cy="69599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8" name="Google Shape;2418;p20"/>
          <p:cNvSpPr/>
          <p:nvPr/>
        </p:nvSpPr>
        <p:spPr>
          <a:xfrm>
            <a:off x="4422279" y="2953466"/>
            <a:ext cx="117298" cy="88001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19" name="Google Shape;2419;p20"/>
          <p:cNvSpPr/>
          <p:nvPr/>
        </p:nvSpPr>
        <p:spPr>
          <a:xfrm>
            <a:off x="4610985" y="2953466"/>
            <a:ext cx="117332" cy="88001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0" name="Google Shape;2420;p20"/>
          <p:cNvSpPr/>
          <p:nvPr/>
        </p:nvSpPr>
        <p:spPr>
          <a:xfrm>
            <a:off x="4545940" y="3150988"/>
            <a:ext cx="56550" cy="25611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1" name="Google Shape;2421;p20"/>
          <p:cNvSpPr/>
          <p:nvPr/>
        </p:nvSpPr>
        <p:spPr>
          <a:xfrm>
            <a:off x="4470234" y="3145377"/>
            <a:ext cx="94928" cy="107977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2" name="Google Shape;2422;p20"/>
          <p:cNvSpPr/>
          <p:nvPr/>
        </p:nvSpPr>
        <p:spPr>
          <a:xfrm>
            <a:off x="4587532" y="3146189"/>
            <a:ext cx="94928" cy="107977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3" name="Google Shape;2423;p20"/>
          <p:cNvSpPr/>
          <p:nvPr/>
        </p:nvSpPr>
        <p:spPr>
          <a:xfrm>
            <a:off x="4590745" y="3038241"/>
            <a:ext cx="186608" cy="110363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4" name="Google Shape;2424;p20"/>
          <p:cNvSpPr/>
          <p:nvPr/>
        </p:nvSpPr>
        <p:spPr>
          <a:xfrm>
            <a:off x="4376423" y="3037429"/>
            <a:ext cx="184475" cy="110388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5" name="Google Shape;2425;p20"/>
          <p:cNvSpPr/>
          <p:nvPr/>
        </p:nvSpPr>
        <p:spPr>
          <a:xfrm>
            <a:off x="4555008" y="3467462"/>
            <a:ext cx="24570" cy="16803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6" name="Google Shape;2426;p20"/>
          <p:cNvSpPr/>
          <p:nvPr/>
        </p:nvSpPr>
        <p:spPr>
          <a:xfrm>
            <a:off x="4502789" y="3432054"/>
            <a:ext cx="127958" cy="88001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7" name="Google Shape;2427;p20"/>
          <p:cNvSpPr/>
          <p:nvPr/>
        </p:nvSpPr>
        <p:spPr>
          <a:xfrm>
            <a:off x="4616873" y="3342710"/>
            <a:ext cx="159940" cy="120770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8" name="Google Shape;2428;p20"/>
          <p:cNvSpPr/>
          <p:nvPr/>
        </p:nvSpPr>
        <p:spPr>
          <a:xfrm>
            <a:off x="4558223" y="3518632"/>
            <a:ext cx="139702" cy="103967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29" name="Google Shape;2429;p20"/>
          <p:cNvSpPr/>
          <p:nvPr/>
        </p:nvSpPr>
        <p:spPr>
          <a:xfrm>
            <a:off x="4640326" y="3469847"/>
            <a:ext cx="121562" cy="90412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0" name="Google Shape;2430;p20"/>
          <p:cNvSpPr/>
          <p:nvPr/>
        </p:nvSpPr>
        <p:spPr>
          <a:xfrm>
            <a:off x="4387622" y="3511423"/>
            <a:ext cx="163155" cy="11998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1" name="Google Shape;2431;p20"/>
          <p:cNvSpPr/>
          <p:nvPr/>
        </p:nvSpPr>
        <p:spPr>
          <a:xfrm>
            <a:off x="4558222" y="3333116"/>
            <a:ext cx="140785" cy="85590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2" name="Google Shape;2432;p20"/>
          <p:cNvSpPr/>
          <p:nvPr/>
        </p:nvSpPr>
        <p:spPr>
          <a:xfrm>
            <a:off x="4376963" y="3465051"/>
            <a:ext cx="114117" cy="10878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3" name="Google Shape;2433;p20"/>
          <p:cNvSpPr/>
          <p:nvPr/>
        </p:nvSpPr>
        <p:spPr>
          <a:xfrm>
            <a:off x="4597685" y="3778315"/>
            <a:ext cx="179128" cy="157549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4" name="Google Shape;2434;p20"/>
          <p:cNvSpPr/>
          <p:nvPr/>
        </p:nvSpPr>
        <p:spPr>
          <a:xfrm>
            <a:off x="4588073" y="3696737"/>
            <a:ext cx="154626" cy="135187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5" name="Google Shape;2435;p20"/>
          <p:cNvSpPr/>
          <p:nvPr/>
        </p:nvSpPr>
        <p:spPr>
          <a:xfrm>
            <a:off x="4376963" y="3696737"/>
            <a:ext cx="346547" cy="299920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6" name="Google Shape;2436;p20"/>
          <p:cNvSpPr/>
          <p:nvPr/>
        </p:nvSpPr>
        <p:spPr>
          <a:xfrm>
            <a:off x="7111295" y="2954088"/>
            <a:ext cx="23487" cy="44800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7" name="Google Shape;2437;p20"/>
          <p:cNvSpPr/>
          <p:nvPr/>
        </p:nvSpPr>
        <p:spPr>
          <a:xfrm>
            <a:off x="7182736" y="2973073"/>
            <a:ext cx="47989" cy="34622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8" name="Google Shape;2438;p20"/>
          <p:cNvSpPr/>
          <p:nvPr/>
        </p:nvSpPr>
        <p:spPr>
          <a:xfrm>
            <a:off x="7252012" y="3078027"/>
            <a:ext cx="48023" cy="18428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39" name="Google Shape;2439;p20"/>
          <p:cNvSpPr/>
          <p:nvPr/>
        </p:nvSpPr>
        <p:spPr>
          <a:xfrm>
            <a:off x="6924686" y="3078028"/>
            <a:ext cx="48023" cy="17615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0" name="Google Shape;2440;p20"/>
          <p:cNvSpPr/>
          <p:nvPr/>
        </p:nvSpPr>
        <p:spPr>
          <a:xfrm>
            <a:off x="7017449" y="2973073"/>
            <a:ext cx="48023" cy="34622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1" name="Google Shape;2441;p20"/>
          <p:cNvSpPr/>
          <p:nvPr/>
        </p:nvSpPr>
        <p:spPr>
          <a:xfrm>
            <a:off x="6946008" y="3007517"/>
            <a:ext cx="50155" cy="2637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2" name="Google Shape;2442;p20"/>
          <p:cNvSpPr/>
          <p:nvPr/>
        </p:nvSpPr>
        <p:spPr>
          <a:xfrm>
            <a:off x="7227509" y="3007821"/>
            <a:ext cx="50121" cy="27210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3" name="Google Shape;2443;p20"/>
          <p:cNvSpPr/>
          <p:nvPr/>
        </p:nvSpPr>
        <p:spPr>
          <a:xfrm>
            <a:off x="6988682" y="3006071"/>
            <a:ext cx="239909" cy="247479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4" name="Google Shape;2444;p20"/>
          <p:cNvSpPr/>
          <p:nvPr/>
        </p:nvSpPr>
        <p:spPr>
          <a:xfrm>
            <a:off x="6911353" y="3437462"/>
            <a:ext cx="48023" cy="194354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5" name="Google Shape;2445;p20"/>
          <p:cNvSpPr/>
          <p:nvPr/>
        </p:nvSpPr>
        <p:spPr>
          <a:xfrm>
            <a:off x="6957210" y="3508633"/>
            <a:ext cx="166370" cy="12478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6" name="Google Shape;2446;p20"/>
          <p:cNvSpPr/>
          <p:nvPr/>
        </p:nvSpPr>
        <p:spPr>
          <a:xfrm>
            <a:off x="7144868" y="3331111"/>
            <a:ext cx="142883" cy="35992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7" name="Google Shape;2447;p20"/>
          <p:cNvSpPr/>
          <p:nvPr/>
        </p:nvSpPr>
        <p:spPr>
          <a:xfrm>
            <a:off x="7169369" y="3385479"/>
            <a:ext cx="141868" cy="36018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8" name="Google Shape;2448;p20"/>
          <p:cNvSpPr/>
          <p:nvPr/>
        </p:nvSpPr>
        <p:spPr>
          <a:xfrm>
            <a:off x="7146999" y="3490230"/>
            <a:ext cx="165287" cy="36018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49" name="Google Shape;2449;p20"/>
          <p:cNvSpPr/>
          <p:nvPr/>
        </p:nvSpPr>
        <p:spPr>
          <a:xfrm>
            <a:off x="7122463" y="3437461"/>
            <a:ext cx="189823" cy="34419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0" name="Google Shape;2450;p20"/>
          <p:cNvSpPr/>
          <p:nvPr/>
        </p:nvSpPr>
        <p:spPr>
          <a:xfrm>
            <a:off x="7146999" y="3544624"/>
            <a:ext cx="166370" cy="88788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1" name="Google Shape;2451;p20"/>
          <p:cNvSpPr/>
          <p:nvPr/>
        </p:nvSpPr>
        <p:spPr>
          <a:xfrm>
            <a:off x="6982795" y="3384692"/>
            <a:ext cx="117332" cy="105566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2" name="Google Shape;2452;p20"/>
          <p:cNvSpPr/>
          <p:nvPr/>
        </p:nvSpPr>
        <p:spPr>
          <a:xfrm>
            <a:off x="6916157" y="3749518"/>
            <a:ext cx="392404" cy="90388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3" name="Google Shape;2453;p20"/>
          <p:cNvSpPr/>
          <p:nvPr/>
        </p:nvSpPr>
        <p:spPr>
          <a:xfrm>
            <a:off x="7100633" y="3836679"/>
            <a:ext cx="23487" cy="18428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4" name="Google Shape;2454;p20"/>
          <p:cNvSpPr/>
          <p:nvPr/>
        </p:nvSpPr>
        <p:spPr>
          <a:xfrm>
            <a:off x="7053694" y="3811908"/>
            <a:ext cx="117332" cy="79193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5" name="Google Shape;2455;p20"/>
          <p:cNvSpPr/>
          <p:nvPr/>
        </p:nvSpPr>
        <p:spPr>
          <a:xfrm>
            <a:off x="6921503" y="3819090"/>
            <a:ext cx="381743" cy="12478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6" name="Google Shape;2456;p20"/>
          <p:cNvSpPr/>
          <p:nvPr/>
        </p:nvSpPr>
        <p:spPr>
          <a:xfrm>
            <a:off x="8628850" y="2964036"/>
            <a:ext cx="23487" cy="4401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7" name="Google Shape;2457;p20"/>
          <p:cNvSpPr/>
          <p:nvPr/>
        </p:nvSpPr>
        <p:spPr>
          <a:xfrm>
            <a:off x="8535005" y="2998607"/>
            <a:ext cx="48023" cy="35231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8" name="Google Shape;2458;p20"/>
          <p:cNvSpPr/>
          <p:nvPr/>
        </p:nvSpPr>
        <p:spPr>
          <a:xfrm>
            <a:off x="8698126" y="2998911"/>
            <a:ext cx="48023" cy="34926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59" name="Google Shape;2459;p20"/>
          <p:cNvSpPr/>
          <p:nvPr/>
        </p:nvSpPr>
        <p:spPr>
          <a:xfrm>
            <a:off x="8794103" y="3086376"/>
            <a:ext cx="48023" cy="123181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0" name="Google Shape;2460;p20"/>
          <p:cNvSpPr/>
          <p:nvPr/>
        </p:nvSpPr>
        <p:spPr>
          <a:xfrm>
            <a:off x="8440110" y="3087088"/>
            <a:ext cx="48023" cy="123257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1" name="Google Shape;2461;p20"/>
          <p:cNvSpPr/>
          <p:nvPr/>
        </p:nvSpPr>
        <p:spPr>
          <a:xfrm>
            <a:off x="8574466" y="3095971"/>
            <a:ext cx="194087" cy="105591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2" name="Google Shape;2462;p20"/>
          <p:cNvSpPr/>
          <p:nvPr/>
        </p:nvSpPr>
        <p:spPr>
          <a:xfrm>
            <a:off x="8509420" y="3051985"/>
            <a:ext cx="237811" cy="191612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3" name="Google Shape;2463;p20"/>
          <p:cNvSpPr/>
          <p:nvPr/>
        </p:nvSpPr>
        <p:spPr>
          <a:xfrm>
            <a:off x="2370550" y="2953466"/>
            <a:ext cx="117332" cy="88001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4" name="Google Shape;2464;p20"/>
          <p:cNvSpPr/>
          <p:nvPr/>
        </p:nvSpPr>
        <p:spPr>
          <a:xfrm>
            <a:off x="2525143" y="2989457"/>
            <a:ext cx="140785" cy="68990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5" name="Google Shape;2465;p20"/>
          <p:cNvSpPr/>
          <p:nvPr/>
        </p:nvSpPr>
        <p:spPr>
          <a:xfrm>
            <a:off x="2379078" y="3146546"/>
            <a:ext cx="143966" cy="70132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6" name="Google Shape;2466;p20"/>
          <p:cNvSpPr/>
          <p:nvPr/>
        </p:nvSpPr>
        <p:spPr>
          <a:xfrm>
            <a:off x="2581658" y="3076618"/>
            <a:ext cx="120515" cy="8718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7" name="Google Shape;2467;p20"/>
          <p:cNvSpPr/>
          <p:nvPr/>
        </p:nvSpPr>
        <p:spPr>
          <a:xfrm>
            <a:off x="2335353" y="3039839"/>
            <a:ext cx="187691" cy="89575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8" name="Google Shape;2468;p20"/>
          <p:cNvSpPr/>
          <p:nvPr/>
        </p:nvSpPr>
        <p:spPr>
          <a:xfrm>
            <a:off x="2546463" y="3162967"/>
            <a:ext cx="189823" cy="91199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69" name="Google Shape;2469;p20"/>
          <p:cNvSpPr/>
          <p:nvPr/>
        </p:nvSpPr>
        <p:spPr>
          <a:xfrm>
            <a:off x="2550728" y="3437968"/>
            <a:ext cx="93879" cy="34419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0" name="Google Shape;2470;p20"/>
          <p:cNvSpPr/>
          <p:nvPr/>
        </p:nvSpPr>
        <p:spPr>
          <a:xfrm>
            <a:off x="2573132" y="3384387"/>
            <a:ext cx="48023" cy="36018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1" name="Google Shape;2471;p20"/>
          <p:cNvSpPr/>
          <p:nvPr/>
        </p:nvSpPr>
        <p:spPr>
          <a:xfrm>
            <a:off x="2455832" y="3332405"/>
            <a:ext cx="282585" cy="211944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2" name="Google Shape;2472;p20"/>
          <p:cNvSpPr/>
          <p:nvPr/>
        </p:nvSpPr>
        <p:spPr>
          <a:xfrm>
            <a:off x="2431332" y="3488351"/>
            <a:ext cx="99192" cy="73584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3" name="Google Shape;2473;p20"/>
          <p:cNvSpPr/>
          <p:nvPr/>
        </p:nvSpPr>
        <p:spPr>
          <a:xfrm>
            <a:off x="2333221" y="3533937"/>
            <a:ext cx="135438" cy="98183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4" name="Google Shape;2474;p20"/>
          <p:cNvSpPr/>
          <p:nvPr/>
        </p:nvSpPr>
        <p:spPr>
          <a:xfrm>
            <a:off x="2382292" y="3802287"/>
            <a:ext cx="119430" cy="88001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5" name="Google Shape;2475;p20"/>
          <p:cNvSpPr/>
          <p:nvPr/>
        </p:nvSpPr>
        <p:spPr>
          <a:xfrm>
            <a:off x="2523011" y="3696750"/>
            <a:ext cx="213275" cy="158361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6" name="Google Shape;2476;p20"/>
          <p:cNvSpPr/>
          <p:nvPr/>
        </p:nvSpPr>
        <p:spPr>
          <a:xfrm>
            <a:off x="2335354" y="3886250"/>
            <a:ext cx="213275" cy="110388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7" name="Google Shape;2477;p20"/>
          <p:cNvSpPr/>
          <p:nvPr/>
        </p:nvSpPr>
        <p:spPr>
          <a:xfrm>
            <a:off x="5217014" y="3086620"/>
            <a:ext cx="59766" cy="18402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8" name="Google Shape;2478;p20"/>
          <p:cNvSpPr/>
          <p:nvPr/>
        </p:nvSpPr>
        <p:spPr>
          <a:xfrm>
            <a:off x="5203174" y="3122611"/>
            <a:ext cx="50155" cy="34393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79" name="Google Shape;2479;p20"/>
          <p:cNvSpPr/>
          <p:nvPr/>
        </p:nvSpPr>
        <p:spPr>
          <a:xfrm>
            <a:off x="5205305" y="3033825"/>
            <a:ext cx="48023" cy="35028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0" name="Google Shape;2480;p20"/>
          <p:cNvSpPr/>
          <p:nvPr/>
        </p:nvSpPr>
        <p:spPr>
          <a:xfrm>
            <a:off x="4875849" y="3033825"/>
            <a:ext cx="142883" cy="106403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1" name="Google Shape;2481;p20"/>
          <p:cNvSpPr/>
          <p:nvPr/>
        </p:nvSpPr>
        <p:spPr>
          <a:xfrm>
            <a:off x="5132815" y="2981056"/>
            <a:ext cx="47989" cy="211944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2" name="Google Shape;2482;p20"/>
          <p:cNvSpPr/>
          <p:nvPr/>
        </p:nvSpPr>
        <p:spPr>
          <a:xfrm>
            <a:off x="4946206" y="3156191"/>
            <a:ext cx="69343" cy="70386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3" name="Google Shape;2483;p20"/>
          <p:cNvSpPr/>
          <p:nvPr/>
        </p:nvSpPr>
        <p:spPr>
          <a:xfrm>
            <a:off x="5041102" y="3002656"/>
            <a:ext cx="70392" cy="166357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4" name="Google Shape;2484;p20"/>
          <p:cNvSpPr/>
          <p:nvPr/>
        </p:nvSpPr>
        <p:spPr>
          <a:xfrm>
            <a:off x="5112002" y="3508618"/>
            <a:ext cx="165321" cy="123994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5" name="Google Shape;2485;p20"/>
          <p:cNvSpPr/>
          <p:nvPr/>
        </p:nvSpPr>
        <p:spPr>
          <a:xfrm>
            <a:off x="4876389" y="3420669"/>
            <a:ext cx="352943" cy="175951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6" name="Google Shape;2486;p20"/>
          <p:cNvSpPr/>
          <p:nvPr/>
        </p:nvSpPr>
        <p:spPr>
          <a:xfrm>
            <a:off x="4875307" y="3331909"/>
            <a:ext cx="354026" cy="71985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7" name="Google Shape;2487;p20"/>
          <p:cNvSpPr/>
          <p:nvPr/>
        </p:nvSpPr>
        <p:spPr>
          <a:xfrm>
            <a:off x="5029393" y="3696343"/>
            <a:ext cx="92762" cy="69599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8" name="Google Shape;2488;p20"/>
          <p:cNvSpPr/>
          <p:nvPr/>
        </p:nvSpPr>
        <p:spPr>
          <a:xfrm>
            <a:off x="4993113" y="3764317"/>
            <a:ext cx="165321" cy="72797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89" name="Google Shape;2489;p20"/>
          <p:cNvSpPr/>
          <p:nvPr/>
        </p:nvSpPr>
        <p:spPr>
          <a:xfrm>
            <a:off x="5181853" y="3889880"/>
            <a:ext cx="94928" cy="106378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0" name="Google Shape;2490;p20"/>
          <p:cNvSpPr/>
          <p:nvPr/>
        </p:nvSpPr>
        <p:spPr>
          <a:xfrm>
            <a:off x="4875849" y="3925061"/>
            <a:ext cx="94928" cy="7119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1" name="Google Shape;2491;p20"/>
          <p:cNvSpPr/>
          <p:nvPr/>
        </p:nvSpPr>
        <p:spPr>
          <a:xfrm>
            <a:off x="4993113" y="3855488"/>
            <a:ext cx="165321" cy="141558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2" name="Google Shape;2492;p20"/>
          <p:cNvSpPr/>
          <p:nvPr/>
        </p:nvSpPr>
        <p:spPr>
          <a:xfrm>
            <a:off x="7412856" y="3029027"/>
            <a:ext cx="185558" cy="148767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3" name="Google Shape;2493;p20"/>
          <p:cNvSpPr/>
          <p:nvPr/>
        </p:nvSpPr>
        <p:spPr>
          <a:xfrm>
            <a:off x="7517360" y="2953871"/>
            <a:ext cx="197268" cy="135949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4" name="Google Shape;2494;p20"/>
          <p:cNvSpPr/>
          <p:nvPr/>
        </p:nvSpPr>
        <p:spPr>
          <a:xfrm>
            <a:off x="7634626" y="3029027"/>
            <a:ext cx="185558" cy="147955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5" name="Google Shape;2495;p20"/>
          <p:cNvSpPr/>
          <p:nvPr/>
        </p:nvSpPr>
        <p:spPr>
          <a:xfrm>
            <a:off x="7517362" y="3117002"/>
            <a:ext cx="199400" cy="136761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6" name="Google Shape;2496;p20"/>
          <p:cNvSpPr/>
          <p:nvPr/>
        </p:nvSpPr>
        <p:spPr>
          <a:xfrm>
            <a:off x="7639973" y="3499836"/>
            <a:ext cx="165287" cy="123181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7" name="Google Shape;2497;p20"/>
          <p:cNvSpPr/>
          <p:nvPr/>
        </p:nvSpPr>
        <p:spPr>
          <a:xfrm>
            <a:off x="7427780" y="3402268"/>
            <a:ext cx="48023" cy="219939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8" name="Google Shape;2498;p20"/>
          <p:cNvSpPr/>
          <p:nvPr/>
        </p:nvSpPr>
        <p:spPr>
          <a:xfrm>
            <a:off x="7498138" y="3411077"/>
            <a:ext cx="236762" cy="21113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499" name="Google Shape;2499;p20"/>
          <p:cNvSpPr/>
          <p:nvPr/>
        </p:nvSpPr>
        <p:spPr>
          <a:xfrm>
            <a:off x="7546127" y="3516614"/>
            <a:ext cx="89615" cy="17615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0" name="Google Shape;2500;p20"/>
          <p:cNvSpPr/>
          <p:nvPr/>
        </p:nvSpPr>
        <p:spPr>
          <a:xfrm>
            <a:off x="7427779" y="3341504"/>
            <a:ext cx="306038" cy="52009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1" name="Google Shape;2501;p20"/>
          <p:cNvSpPr/>
          <p:nvPr/>
        </p:nvSpPr>
        <p:spPr>
          <a:xfrm>
            <a:off x="7440591" y="3889475"/>
            <a:ext cx="164204" cy="107165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2" name="Google Shape;2502;p20"/>
          <p:cNvSpPr/>
          <p:nvPr/>
        </p:nvSpPr>
        <p:spPr>
          <a:xfrm>
            <a:off x="7571730" y="3904653"/>
            <a:ext cx="90664" cy="34419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3" name="Google Shape;2503;p20"/>
          <p:cNvSpPr/>
          <p:nvPr/>
        </p:nvSpPr>
        <p:spPr>
          <a:xfrm>
            <a:off x="7629296" y="3889475"/>
            <a:ext cx="163155" cy="107165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4" name="Google Shape;2504;p20"/>
          <p:cNvSpPr/>
          <p:nvPr/>
        </p:nvSpPr>
        <p:spPr>
          <a:xfrm>
            <a:off x="7465091" y="3696750"/>
            <a:ext cx="303906" cy="156762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5" name="Google Shape;2505;p20"/>
          <p:cNvSpPr/>
          <p:nvPr/>
        </p:nvSpPr>
        <p:spPr>
          <a:xfrm>
            <a:off x="7535486" y="3731929"/>
            <a:ext cx="93845" cy="52821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6" name="Google Shape;2506;p20"/>
          <p:cNvSpPr/>
          <p:nvPr/>
        </p:nvSpPr>
        <p:spPr>
          <a:xfrm>
            <a:off x="7652749" y="3732741"/>
            <a:ext cx="46940" cy="52009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7" name="Google Shape;2507;p20"/>
          <p:cNvSpPr/>
          <p:nvPr/>
        </p:nvSpPr>
        <p:spPr>
          <a:xfrm>
            <a:off x="7535485" y="3783911"/>
            <a:ext cx="164204" cy="105591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8" name="Google Shape;2508;p20"/>
          <p:cNvSpPr/>
          <p:nvPr/>
        </p:nvSpPr>
        <p:spPr>
          <a:xfrm>
            <a:off x="8580861" y="3331910"/>
            <a:ext cx="117298" cy="87976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09" name="Google Shape;2509;p20"/>
          <p:cNvSpPr/>
          <p:nvPr/>
        </p:nvSpPr>
        <p:spPr>
          <a:xfrm>
            <a:off x="8440110" y="3507831"/>
            <a:ext cx="402015" cy="12478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0" name="Google Shape;2510;p20"/>
          <p:cNvSpPr/>
          <p:nvPr/>
        </p:nvSpPr>
        <p:spPr>
          <a:xfrm>
            <a:off x="8714134" y="3367900"/>
            <a:ext cx="101324" cy="123156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1" name="Google Shape;2511;p20"/>
          <p:cNvSpPr/>
          <p:nvPr/>
        </p:nvSpPr>
        <p:spPr>
          <a:xfrm>
            <a:off x="8463564" y="3367900"/>
            <a:ext cx="101324" cy="123156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2" name="Google Shape;2512;p20"/>
          <p:cNvSpPr/>
          <p:nvPr/>
        </p:nvSpPr>
        <p:spPr>
          <a:xfrm>
            <a:off x="8649089" y="3416660"/>
            <a:ext cx="96011" cy="72010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3" name="Google Shape;2513;p20"/>
          <p:cNvSpPr/>
          <p:nvPr/>
        </p:nvSpPr>
        <p:spPr>
          <a:xfrm>
            <a:off x="8531823" y="3417471"/>
            <a:ext cx="95977" cy="74396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14" name="Google Shape;2514;p20"/>
          <p:cNvSpPr txBox="1"/>
          <p:nvPr/>
        </p:nvSpPr>
        <p:spPr>
          <a:xfrm>
            <a:off x="0" y="866180"/>
            <a:ext cx="91440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18" name="Shape 2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" name="Google Shape;2519;p21"/>
          <p:cNvSpPr txBox="1"/>
          <p:nvPr/>
        </p:nvSpPr>
        <p:spPr>
          <a:xfrm>
            <a:off x="0" y="866180"/>
            <a:ext cx="91440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/>
          </a:p>
        </p:txBody>
      </p:sp>
      <p:sp>
        <p:nvSpPr>
          <p:cNvPr id="2520" name="Google Shape;2520;p21"/>
          <p:cNvSpPr/>
          <p:nvPr/>
        </p:nvSpPr>
        <p:spPr>
          <a:xfrm>
            <a:off x="315412" y="2598833"/>
            <a:ext cx="487499" cy="361687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1" name="Google Shape;2521;p21"/>
          <p:cNvSpPr/>
          <p:nvPr/>
        </p:nvSpPr>
        <p:spPr>
          <a:xfrm>
            <a:off x="3605357" y="2746650"/>
            <a:ext cx="84531" cy="6340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2" name="Google Shape;2522;p21"/>
          <p:cNvSpPr/>
          <p:nvPr/>
        </p:nvSpPr>
        <p:spPr>
          <a:xfrm>
            <a:off x="3406460" y="2599458"/>
            <a:ext cx="483550" cy="360728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3" name="Google Shape;2523;p21"/>
          <p:cNvSpPr/>
          <p:nvPr/>
        </p:nvSpPr>
        <p:spPr>
          <a:xfrm>
            <a:off x="6512539" y="2620423"/>
            <a:ext cx="480980" cy="318801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4" name="Google Shape;2524;p21"/>
          <p:cNvSpPr/>
          <p:nvPr/>
        </p:nvSpPr>
        <p:spPr>
          <a:xfrm>
            <a:off x="6567121" y="2662348"/>
            <a:ext cx="29951" cy="21474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5" name="Google Shape;2525;p21"/>
          <p:cNvSpPr/>
          <p:nvPr/>
        </p:nvSpPr>
        <p:spPr>
          <a:xfrm>
            <a:off x="6624344" y="2662348"/>
            <a:ext cx="28633" cy="21474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6" name="Google Shape;2526;p21"/>
          <p:cNvSpPr/>
          <p:nvPr/>
        </p:nvSpPr>
        <p:spPr>
          <a:xfrm>
            <a:off x="6681524" y="2662348"/>
            <a:ext cx="28633" cy="21474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7" name="Google Shape;2527;p21"/>
          <p:cNvSpPr/>
          <p:nvPr/>
        </p:nvSpPr>
        <p:spPr>
          <a:xfrm>
            <a:off x="6736108" y="2662348"/>
            <a:ext cx="200223" cy="21474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8" name="Google Shape;2528;p21"/>
          <p:cNvSpPr/>
          <p:nvPr/>
        </p:nvSpPr>
        <p:spPr>
          <a:xfrm>
            <a:off x="6824478" y="2769315"/>
            <a:ext cx="85852" cy="105576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29" name="Google Shape;2529;p21"/>
          <p:cNvSpPr/>
          <p:nvPr/>
        </p:nvSpPr>
        <p:spPr>
          <a:xfrm>
            <a:off x="6594433" y="2769315"/>
            <a:ext cx="88409" cy="105576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0" name="Google Shape;2530;p21"/>
          <p:cNvSpPr/>
          <p:nvPr/>
        </p:nvSpPr>
        <p:spPr>
          <a:xfrm>
            <a:off x="6707518" y="2746635"/>
            <a:ext cx="89730" cy="147781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1" name="Google Shape;2531;p21"/>
          <p:cNvSpPr/>
          <p:nvPr/>
        </p:nvSpPr>
        <p:spPr>
          <a:xfrm>
            <a:off x="932656" y="2598977"/>
            <a:ext cx="482230" cy="361687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2" name="Google Shape;2532;p21"/>
          <p:cNvSpPr/>
          <p:nvPr/>
        </p:nvSpPr>
        <p:spPr>
          <a:xfrm>
            <a:off x="1074330" y="2639914"/>
            <a:ext cx="197623" cy="22433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3" name="Google Shape;2533;p21"/>
          <p:cNvSpPr/>
          <p:nvPr/>
        </p:nvSpPr>
        <p:spPr>
          <a:xfrm>
            <a:off x="1074330" y="2683791"/>
            <a:ext cx="197623" cy="22433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4" name="Google Shape;2534;p21"/>
          <p:cNvSpPr/>
          <p:nvPr/>
        </p:nvSpPr>
        <p:spPr>
          <a:xfrm>
            <a:off x="1074330" y="2726675"/>
            <a:ext cx="197623" cy="21474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5" name="Google Shape;2535;p21"/>
          <p:cNvSpPr/>
          <p:nvPr/>
        </p:nvSpPr>
        <p:spPr>
          <a:xfrm>
            <a:off x="4026156" y="2598499"/>
            <a:ext cx="483550" cy="362646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6" name="Google Shape;2536;p21"/>
          <p:cNvSpPr/>
          <p:nvPr/>
        </p:nvSpPr>
        <p:spPr>
          <a:xfrm>
            <a:off x="4082059" y="2683311"/>
            <a:ext cx="142990" cy="12968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7" name="Google Shape;2537;p21"/>
          <p:cNvSpPr/>
          <p:nvPr/>
        </p:nvSpPr>
        <p:spPr>
          <a:xfrm>
            <a:off x="4252324" y="2769083"/>
            <a:ext cx="200211" cy="21474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8" name="Google Shape;2538;p21"/>
          <p:cNvSpPr/>
          <p:nvPr/>
        </p:nvSpPr>
        <p:spPr>
          <a:xfrm>
            <a:off x="4252324" y="2725206"/>
            <a:ext cx="200211" cy="21474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39" name="Google Shape;2539;p21"/>
          <p:cNvSpPr/>
          <p:nvPr/>
        </p:nvSpPr>
        <p:spPr>
          <a:xfrm>
            <a:off x="4252324" y="2683312"/>
            <a:ext cx="200211" cy="22433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0" name="Google Shape;2540;p21"/>
          <p:cNvSpPr/>
          <p:nvPr/>
        </p:nvSpPr>
        <p:spPr>
          <a:xfrm>
            <a:off x="7254480" y="2902629"/>
            <a:ext cx="28633" cy="21474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1" name="Google Shape;2541;p21"/>
          <p:cNvSpPr/>
          <p:nvPr/>
        </p:nvSpPr>
        <p:spPr>
          <a:xfrm>
            <a:off x="7415441" y="2644293"/>
            <a:ext cx="85816" cy="149174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2" name="Google Shape;2542;p21"/>
          <p:cNvSpPr/>
          <p:nvPr/>
        </p:nvSpPr>
        <p:spPr>
          <a:xfrm>
            <a:off x="7129635" y="2599953"/>
            <a:ext cx="482230" cy="359738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3" name="Google Shape;2543;p21"/>
          <p:cNvSpPr/>
          <p:nvPr/>
        </p:nvSpPr>
        <p:spPr>
          <a:xfrm>
            <a:off x="1566667" y="2598977"/>
            <a:ext cx="454946" cy="361687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4" name="Google Shape;2544;p21"/>
          <p:cNvSpPr/>
          <p:nvPr/>
        </p:nvSpPr>
        <p:spPr>
          <a:xfrm>
            <a:off x="1736933" y="2661358"/>
            <a:ext cx="227494" cy="85834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5" name="Google Shape;2545;p21"/>
          <p:cNvSpPr/>
          <p:nvPr/>
        </p:nvSpPr>
        <p:spPr>
          <a:xfrm>
            <a:off x="1738211" y="2769563"/>
            <a:ext cx="57265" cy="21505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6" name="Google Shape;2546;p21"/>
          <p:cNvSpPr/>
          <p:nvPr/>
        </p:nvSpPr>
        <p:spPr>
          <a:xfrm>
            <a:off x="1738211" y="2810530"/>
            <a:ext cx="57265" cy="22433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7" name="Google Shape;2547;p21"/>
          <p:cNvSpPr/>
          <p:nvPr/>
        </p:nvSpPr>
        <p:spPr>
          <a:xfrm>
            <a:off x="1822705" y="2810530"/>
            <a:ext cx="57224" cy="22433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8" name="Google Shape;2548;p21"/>
          <p:cNvSpPr/>
          <p:nvPr/>
        </p:nvSpPr>
        <p:spPr>
          <a:xfrm>
            <a:off x="1822705" y="2769563"/>
            <a:ext cx="57224" cy="21505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49" name="Google Shape;2549;p21"/>
          <p:cNvSpPr/>
          <p:nvPr/>
        </p:nvSpPr>
        <p:spPr>
          <a:xfrm>
            <a:off x="1907198" y="2769563"/>
            <a:ext cx="57224" cy="21505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0" name="Google Shape;2550;p21"/>
          <p:cNvSpPr/>
          <p:nvPr/>
        </p:nvSpPr>
        <p:spPr>
          <a:xfrm>
            <a:off x="1907198" y="2810530"/>
            <a:ext cx="57224" cy="22433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1" name="Google Shape;2551;p21"/>
          <p:cNvSpPr/>
          <p:nvPr/>
        </p:nvSpPr>
        <p:spPr>
          <a:xfrm>
            <a:off x="1794114" y="2896301"/>
            <a:ext cx="113128" cy="21474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2" name="Google Shape;2552;p21"/>
          <p:cNvSpPr/>
          <p:nvPr/>
        </p:nvSpPr>
        <p:spPr>
          <a:xfrm>
            <a:off x="4644511" y="2799902"/>
            <a:ext cx="480980" cy="149545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3" name="Google Shape;2553;p21"/>
          <p:cNvSpPr/>
          <p:nvPr/>
        </p:nvSpPr>
        <p:spPr>
          <a:xfrm>
            <a:off x="4813498" y="2610195"/>
            <a:ext cx="253527" cy="191101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4" name="Google Shape;2554;p21"/>
          <p:cNvSpPr/>
          <p:nvPr/>
        </p:nvSpPr>
        <p:spPr>
          <a:xfrm>
            <a:off x="4870678" y="2653082"/>
            <a:ext cx="139112" cy="105328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5" name="Google Shape;2555;p21"/>
          <p:cNvSpPr/>
          <p:nvPr/>
        </p:nvSpPr>
        <p:spPr>
          <a:xfrm>
            <a:off x="7748098" y="2598339"/>
            <a:ext cx="484858" cy="362677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6" name="Google Shape;2556;p21"/>
          <p:cNvSpPr/>
          <p:nvPr/>
        </p:nvSpPr>
        <p:spPr>
          <a:xfrm>
            <a:off x="2169952" y="2598977"/>
            <a:ext cx="483538" cy="361687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7" name="Google Shape;2557;p21"/>
          <p:cNvSpPr/>
          <p:nvPr/>
        </p:nvSpPr>
        <p:spPr>
          <a:xfrm>
            <a:off x="2254404" y="2639914"/>
            <a:ext cx="313309" cy="170864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8" name="Google Shape;2558;p21"/>
          <p:cNvSpPr/>
          <p:nvPr/>
        </p:nvSpPr>
        <p:spPr>
          <a:xfrm>
            <a:off x="5252605" y="2598499"/>
            <a:ext cx="480980" cy="362646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59" name="Google Shape;2559;p21"/>
          <p:cNvSpPr/>
          <p:nvPr/>
        </p:nvSpPr>
        <p:spPr>
          <a:xfrm>
            <a:off x="5491768" y="2811968"/>
            <a:ext cx="170311" cy="83885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0" name="Google Shape;2560;p21"/>
          <p:cNvSpPr/>
          <p:nvPr/>
        </p:nvSpPr>
        <p:spPr>
          <a:xfrm>
            <a:off x="8364500" y="2598978"/>
            <a:ext cx="480980" cy="361687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1" name="Google Shape;2561;p21"/>
          <p:cNvSpPr/>
          <p:nvPr/>
        </p:nvSpPr>
        <p:spPr>
          <a:xfrm>
            <a:off x="8448994" y="2706224"/>
            <a:ext cx="311989" cy="104586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2" name="Google Shape;2562;p21"/>
          <p:cNvSpPr/>
          <p:nvPr/>
        </p:nvSpPr>
        <p:spPr>
          <a:xfrm>
            <a:off x="2797055" y="2599328"/>
            <a:ext cx="482230" cy="360697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3" name="Google Shape;2563;p21"/>
          <p:cNvSpPr/>
          <p:nvPr/>
        </p:nvSpPr>
        <p:spPr>
          <a:xfrm>
            <a:off x="5979843" y="2598978"/>
            <a:ext cx="310691" cy="361687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4" name="Google Shape;2564;p21"/>
          <p:cNvSpPr/>
          <p:nvPr/>
        </p:nvSpPr>
        <p:spPr>
          <a:xfrm>
            <a:off x="6031867" y="2640627"/>
            <a:ext cx="205367" cy="106566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5" name="Google Shape;2565;p21"/>
          <p:cNvSpPr/>
          <p:nvPr/>
        </p:nvSpPr>
        <p:spPr>
          <a:xfrm>
            <a:off x="6063057" y="2769593"/>
            <a:ext cx="142990" cy="21474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6" name="Google Shape;2566;p21"/>
          <p:cNvSpPr/>
          <p:nvPr/>
        </p:nvSpPr>
        <p:spPr>
          <a:xfrm>
            <a:off x="6063057" y="2812479"/>
            <a:ext cx="142990" cy="21474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7" name="Google Shape;2567;p21"/>
          <p:cNvSpPr/>
          <p:nvPr/>
        </p:nvSpPr>
        <p:spPr>
          <a:xfrm>
            <a:off x="297894" y="1473904"/>
            <a:ext cx="495225" cy="36243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8" name="Google Shape;2568;p21"/>
          <p:cNvSpPr/>
          <p:nvPr/>
        </p:nvSpPr>
        <p:spPr>
          <a:xfrm>
            <a:off x="3392824" y="1474987"/>
            <a:ext cx="483550" cy="360480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69" name="Google Shape;2569;p21"/>
          <p:cNvSpPr/>
          <p:nvPr/>
        </p:nvSpPr>
        <p:spPr>
          <a:xfrm>
            <a:off x="3607316" y="1559676"/>
            <a:ext cx="201489" cy="106530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0" name="Google Shape;2570;p21"/>
          <p:cNvSpPr/>
          <p:nvPr/>
        </p:nvSpPr>
        <p:spPr>
          <a:xfrm>
            <a:off x="6498902" y="1496321"/>
            <a:ext cx="480980" cy="232038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1" name="Google Shape;2571;p21"/>
          <p:cNvSpPr/>
          <p:nvPr/>
        </p:nvSpPr>
        <p:spPr>
          <a:xfrm>
            <a:off x="6498902" y="1750760"/>
            <a:ext cx="480980" cy="63370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2" name="Google Shape;2572;p21"/>
          <p:cNvSpPr/>
          <p:nvPr/>
        </p:nvSpPr>
        <p:spPr>
          <a:xfrm>
            <a:off x="6667888" y="1539764"/>
            <a:ext cx="171631" cy="146667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3" name="Google Shape;2573;p21"/>
          <p:cNvSpPr/>
          <p:nvPr/>
        </p:nvSpPr>
        <p:spPr>
          <a:xfrm>
            <a:off x="919482" y="1474199"/>
            <a:ext cx="482230" cy="361842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4" name="Google Shape;2574;p21"/>
          <p:cNvSpPr/>
          <p:nvPr/>
        </p:nvSpPr>
        <p:spPr>
          <a:xfrm>
            <a:off x="4011880" y="1473409"/>
            <a:ext cx="484858" cy="363636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5" name="Google Shape;2575;p21"/>
          <p:cNvSpPr/>
          <p:nvPr/>
        </p:nvSpPr>
        <p:spPr>
          <a:xfrm>
            <a:off x="4097652" y="1539687"/>
            <a:ext cx="311989" cy="233028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6" name="Google Shape;2576;p21"/>
          <p:cNvSpPr/>
          <p:nvPr/>
        </p:nvSpPr>
        <p:spPr>
          <a:xfrm>
            <a:off x="7133678" y="1474849"/>
            <a:ext cx="474172" cy="360759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7" name="Google Shape;2577;p21"/>
          <p:cNvSpPr/>
          <p:nvPr/>
        </p:nvSpPr>
        <p:spPr>
          <a:xfrm>
            <a:off x="7271473" y="1687360"/>
            <a:ext cx="114407" cy="84844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8" name="Google Shape;2578;p21"/>
          <p:cNvSpPr/>
          <p:nvPr/>
        </p:nvSpPr>
        <p:spPr>
          <a:xfrm>
            <a:off x="7413149" y="1729286"/>
            <a:ext cx="84495" cy="6340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79" name="Google Shape;2579;p21"/>
          <p:cNvSpPr/>
          <p:nvPr/>
        </p:nvSpPr>
        <p:spPr>
          <a:xfrm>
            <a:off x="4630215" y="1518260"/>
            <a:ext cx="422518" cy="316851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0" name="Google Shape;2580;p21"/>
          <p:cNvSpPr/>
          <p:nvPr/>
        </p:nvSpPr>
        <p:spPr>
          <a:xfrm>
            <a:off x="4884973" y="1475344"/>
            <a:ext cx="227521" cy="170648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1" name="Google Shape;2581;p21"/>
          <p:cNvSpPr/>
          <p:nvPr/>
        </p:nvSpPr>
        <p:spPr>
          <a:xfrm>
            <a:off x="7748757" y="1473782"/>
            <a:ext cx="456267" cy="362677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2" name="Google Shape;2582;p21"/>
          <p:cNvSpPr/>
          <p:nvPr/>
        </p:nvSpPr>
        <p:spPr>
          <a:xfrm>
            <a:off x="2156295" y="1474862"/>
            <a:ext cx="483550" cy="360728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3" name="Google Shape;2583;p21"/>
          <p:cNvSpPr/>
          <p:nvPr/>
        </p:nvSpPr>
        <p:spPr>
          <a:xfrm>
            <a:off x="2385062" y="1517749"/>
            <a:ext cx="169032" cy="126771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4" name="Google Shape;2584;p21"/>
          <p:cNvSpPr/>
          <p:nvPr/>
        </p:nvSpPr>
        <p:spPr>
          <a:xfrm>
            <a:off x="5237668" y="1474862"/>
            <a:ext cx="483550" cy="360728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5" name="Google Shape;2585;p21"/>
          <p:cNvSpPr/>
          <p:nvPr/>
        </p:nvSpPr>
        <p:spPr>
          <a:xfrm>
            <a:off x="5467713" y="1516789"/>
            <a:ext cx="170311" cy="148215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6" name="Google Shape;2586;p21"/>
          <p:cNvSpPr/>
          <p:nvPr/>
        </p:nvSpPr>
        <p:spPr>
          <a:xfrm>
            <a:off x="8363862" y="1518152"/>
            <a:ext cx="482230" cy="273934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7" name="Google Shape;2587;p21"/>
          <p:cNvSpPr/>
          <p:nvPr/>
        </p:nvSpPr>
        <p:spPr>
          <a:xfrm>
            <a:off x="3068961" y="1688844"/>
            <a:ext cx="84531" cy="61452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8" name="Google Shape;2588;p21"/>
          <p:cNvSpPr/>
          <p:nvPr/>
        </p:nvSpPr>
        <p:spPr>
          <a:xfrm>
            <a:off x="2868828" y="1560897"/>
            <a:ext cx="84495" cy="61667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89" name="Google Shape;2589;p21"/>
          <p:cNvSpPr/>
          <p:nvPr/>
        </p:nvSpPr>
        <p:spPr>
          <a:xfrm>
            <a:off x="2783014" y="1474383"/>
            <a:ext cx="482300" cy="361687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0" name="Google Shape;2590;p21"/>
          <p:cNvSpPr/>
          <p:nvPr/>
        </p:nvSpPr>
        <p:spPr>
          <a:xfrm>
            <a:off x="5997414" y="1730290"/>
            <a:ext cx="84531" cy="62411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1" name="Google Shape;2591;p21"/>
          <p:cNvSpPr/>
          <p:nvPr/>
        </p:nvSpPr>
        <p:spPr>
          <a:xfrm>
            <a:off x="5997414" y="1561625"/>
            <a:ext cx="84531" cy="6145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2" name="Google Shape;2592;p21"/>
          <p:cNvSpPr/>
          <p:nvPr/>
        </p:nvSpPr>
        <p:spPr>
          <a:xfrm>
            <a:off x="5997414" y="1646438"/>
            <a:ext cx="84531" cy="6145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3" name="Google Shape;2593;p21"/>
          <p:cNvSpPr/>
          <p:nvPr/>
        </p:nvSpPr>
        <p:spPr>
          <a:xfrm>
            <a:off x="5936315" y="1474862"/>
            <a:ext cx="370470" cy="360728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4" name="Google Shape;2594;p21"/>
          <p:cNvSpPr/>
          <p:nvPr/>
        </p:nvSpPr>
        <p:spPr>
          <a:xfrm>
            <a:off x="6107899" y="1582109"/>
            <a:ext cx="142990" cy="22433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5" name="Google Shape;2595;p21"/>
          <p:cNvSpPr/>
          <p:nvPr/>
        </p:nvSpPr>
        <p:spPr>
          <a:xfrm>
            <a:off x="6107899" y="1666920"/>
            <a:ext cx="142990" cy="21474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6" name="Google Shape;2596;p21"/>
          <p:cNvSpPr/>
          <p:nvPr/>
        </p:nvSpPr>
        <p:spPr>
          <a:xfrm>
            <a:off x="6107899" y="1751734"/>
            <a:ext cx="142990" cy="22433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7" name="Google Shape;2597;p21"/>
          <p:cNvSpPr/>
          <p:nvPr/>
        </p:nvSpPr>
        <p:spPr>
          <a:xfrm>
            <a:off x="1547696" y="1487460"/>
            <a:ext cx="468095" cy="351998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8" name="Google Shape;2598;p21"/>
          <p:cNvSpPr/>
          <p:nvPr/>
        </p:nvSpPr>
        <p:spPr>
          <a:xfrm flipH="1">
            <a:off x="1547691" y="1487460"/>
            <a:ext cx="468095" cy="351998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599" name="Google Shape;2599;p21"/>
          <p:cNvSpPr/>
          <p:nvPr/>
        </p:nvSpPr>
        <p:spPr>
          <a:xfrm>
            <a:off x="441658" y="2122388"/>
            <a:ext cx="114448" cy="21474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0" name="Google Shape;2600;p21"/>
          <p:cNvSpPr/>
          <p:nvPr/>
        </p:nvSpPr>
        <p:spPr>
          <a:xfrm>
            <a:off x="301303" y="2038534"/>
            <a:ext cx="487428" cy="360728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1" name="Google Shape;2601;p21"/>
          <p:cNvSpPr/>
          <p:nvPr/>
        </p:nvSpPr>
        <p:spPr>
          <a:xfrm>
            <a:off x="3394482" y="2038891"/>
            <a:ext cx="480980" cy="359768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2" name="Google Shape;2602;p21"/>
          <p:cNvSpPr/>
          <p:nvPr/>
        </p:nvSpPr>
        <p:spPr>
          <a:xfrm>
            <a:off x="6498902" y="2038118"/>
            <a:ext cx="480980" cy="361563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3" name="Google Shape;2603;p21"/>
          <p:cNvSpPr/>
          <p:nvPr/>
        </p:nvSpPr>
        <p:spPr>
          <a:xfrm>
            <a:off x="6553484" y="2080013"/>
            <a:ext cx="29951" cy="21474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4" name="Google Shape;2604;p21"/>
          <p:cNvSpPr/>
          <p:nvPr/>
        </p:nvSpPr>
        <p:spPr>
          <a:xfrm>
            <a:off x="6610706" y="2080013"/>
            <a:ext cx="28633" cy="21474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5" name="Google Shape;2605;p21"/>
          <p:cNvSpPr/>
          <p:nvPr/>
        </p:nvSpPr>
        <p:spPr>
          <a:xfrm>
            <a:off x="6667887" y="2080013"/>
            <a:ext cx="28633" cy="21474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6" name="Google Shape;2606;p21"/>
          <p:cNvSpPr/>
          <p:nvPr/>
        </p:nvSpPr>
        <p:spPr>
          <a:xfrm>
            <a:off x="6722471" y="2080013"/>
            <a:ext cx="198902" cy="21474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7" name="Google Shape;2607;p21"/>
          <p:cNvSpPr/>
          <p:nvPr/>
        </p:nvSpPr>
        <p:spPr>
          <a:xfrm>
            <a:off x="917524" y="2037558"/>
            <a:ext cx="486178" cy="36243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8" name="Google Shape;2608;p21"/>
          <p:cNvSpPr/>
          <p:nvPr/>
        </p:nvSpPr>
        <p:spPr>
          <a:xfrm>
            <a:off x="4011220" y="2037065"/>
            <a:ext cx="486178" cy="363667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09" name="Google Shape;2609;p21"/>
          <p:cNvSpPr/>
          <p:nvPr/>
        </p:nvSpPr>
        <p:spPr>
          <a:xfrm>
            <a:off x="4163291" y="2078993"/>
            <a:ext cx="171590" cy="149174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0" name="Google Shape;2610;p21"/>
          <p:cNvSpPr/>
          <p:nvPr/>
        </p:nvSpPr>
        <p:spPr>
          <a:xfrm>
            <a:off x="7129635" y="2038551"/>
            <a:ext cx="482230" cy="360697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1" name="Google Shape;2611;p21"/>
          <p:cNvSpPr/>
          <p:nvPr/>
        </p:nvSpPr>
        <p:spPr>
          <a:xfrm>
            <a:off x="7271177" y="2342434"/>
            <a:ext cx="285997" cy="22464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2" name="Google Shape;2612;p21"/>
          <p:cNvSpPr/>
          <p:nvPr/>
        </p:nvSpPr>
        <p:spPr>
          <a:xfrm>
            <a:off x="7271177" y="2171850"/>
            <a:ext cx="285997" cy="22464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3" name="Google Shape;2613;p21"/>
          <p:cNvSpPr/>
          <p:nvPr/>
        </p:nvSpPr>
        <p:spPr>
          <a:xfrm>
            <a:off x="7181705" y="2171851"/>
            <a:ext cx="29912" cy="23423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4" name="Google Shape;2614;p21"/>
          <p:cNvSpPr/>
          <p:nvPr/>
        </p:nvSpPr>
        <p:spPr>
          <a:xfrm>
            <a:off x="7271818" y="2257622"/>
            <a:ext cx="284701" cy="21474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5" name="Google Shape;2615;p21"/>
          <p:cNvSpPr/>
          <p:nvPr/>
        </p:nvSpPr>
        <p:spPr>
          <a:xfrm>
            <a:off x="7181705" y="2257622"/>
            <a:ext cx="29912" cy="21474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6" name="Google Shape;2616;p21"/>
          <p:cNvSpPr/>
          <p:nvPr/>
        </p:nvSpPr>
        <p:spPr>
          <a:xfrm>
            <a:off x="7181705" y="2342434"/>
            <a:ext cx="29912" cy="22464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7" name="Google Shape;2617;p21"/>
          <p:cNvSpPr/>
          <p:nvPr/>
        </p:nvSpPr>
        <p:spPr>
          <a:xfrm>
            <a:off x="4687416" y="2037065"/>
            <a:ext cx="367893" cy="363667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8" name="Google Shape;2618;p21"/>
          <p:cNvSpPr/>
          <p:nvPr/>
        </p:nvSpPr>
        <p:spPr>
          <a:xfrm>
            <a:off x="4829090" y="2143353"/>
            <a:ext cx="84531" cy="63370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19" name="Google Shape;2619;p21"/>
          <p:cNvSpPr/>
          <p:nvPr/>
        </p:nvSpPr>
        <p:spPr>
          <a:xfrm>
            <a:off x="4741998" y="2078993"/>
            <a:ext cx="257406" cy="192091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0" name="Google Shape;2620;p21"/>
          <p:cNvSpPr/>
          <p:nvPr/>
        </p:nvSpPr>
        <p:spPr>
          <a:xfrm>
            <a:off x="7736222" y="2038535"/>
            <a:ext cx="480980" cy="360728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1" name="Google Shape;2621;p21"/>
          <p:cNvSpPr/>
          <p:nvPr/>
        </p:nvSpPr>
        <p:spPr>
          <a:xfrm>
            <a:off x="7792083" y="2083370"/>
            <a:ext cx="286038" cy="107278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2" name="Google Shape;2622;p21"/>
          <p:cNvSpPr/>
          <p:nvPr/>
        </p:nvSpPr>
        <p:spPr>
          <a:xfrm>
            <a:off x="7792084" y="2209118"/>
            <a:ext cx="143040" cy="107278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3" name="Google Shape;2623;p21"/>
          <p:cNvSpPr/>
          <p:nvPr/>
        </p:nvSpPr>
        <p:spPr>
          <a:xfrm>
            <a:off x="7963669" y="2210110"/>
            <a:ext cx="114448" cy="22433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4" name="Google Shape;2624;p21"/>
          <p:cNvSpPr/>
          <p:nvPr/>
        </p:nvSpPr>
        <p:spPr>
          <a:xfrm>
            <a:off x="7963669" y="2252995"/>
            <a:ext cx="114448" cy="22464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5" name="Google Shape;2625;p21"/>
          <p:cNvSpPr/>
          <p:nvPr/>
        </p:nvSpPr>
        <p:spPr>
          <a:xfrm>
            <a:off x="7963669" y="2295881"/>
            <a:ext cx="114448" cy="21474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6" name="Google Shape;2626;p21"/>
          <p:cNvSpPr/>
          <p:nvPr/>
        </p:nvSpPr>
        <p:spPr>
          <a:xfrm>
            <a:off x="7792083" y="2336818"/>
            <a:ext cx="286038" cy="22464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7" name="Google Shape;2627;p21"/>
          <p:cNvSpPr/>
          <p:nvPr/>
        </p:nvSpPr>
        <p:spPr>
          <a:xfrm>
            <a:off x="2257024" y="2223755"/>
            <a:ext cx="131323" cy="109227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8" name="Google Shape;2628;p21"/>
          <p:cNvSpPr/>
          <p:nvPr/>
        </p:nvSpPr>
        <p:spPr>
          <a:xfrm>
            <a:off x="2337637" y="2164315"/>
            <a:ext cx="140399" cy="101151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29" name="Google Shape;2629;p21"/>
          <p:cNvSpPr/>
          <p:nvPr/>
        </p:nvSpPr>
        <p:spPr>
          <a:xfrm>
            <a:off x="2414293" y="2111651"/>
            <a:ext cx="132643" cy="93632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0" name="Google Shape;2630;p21"/>
          <p:cNvSpPr/>
          <p:nvPr/>
        </p:nvSpPr>
        <p:spPr>
          <a:xfrm>
            <a:off x="2154337" y="2038534"/>
            <a:ext cx="487499" cy="360728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1" name="Google Shape;2631;p21"/>
          <p:cNvSpPr/>
          <p:nvPr/>
        </p:nvSpPr>
        <p:spPr>
          <a:xfrm>
            <a:off x="5236369" y="2037081"/>
            <a:ext cx="486178" cy="363636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2" name="Google Shape;2632;p21"/>
          <p:cNvSpPr/>
          <p:nvPr/>
        </p:nvSpPr>
        <p:spPr>
          <a:xfrm>
            <a:off x="5439143" y="2103359"/>
            <a:ext cx="139112" cy="104338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3" name="Google Shape;2633;p21"/>
          <p:cNvSpPr/>
          <p:nvPr/>
        </p:nvSpPr>
        <p:spPr>
          <a:xfrm>
            <a:off x="8363862" y="2038425"/>
            <a:ext cx="482230" cy="360697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4" name="Google Shape;2634;p21"/>
          <p:cNvSpPr/>
          <p:nvPr/>
        </p:nvSpPr>
        <p:spPr>
          <a:xfrm>
            <a:off x="2778861" y="2049255"/>
            <a:ext cx="491377" cy="339037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5" name="Google Shape;2635;p21"/>
          <p:cNvSpPr/>
          <p:nvPr/>
        </p:nvSpPr>
        <p:spPr>
          <a:xfrm>
            <a:off x="5908384" y="2037561"/>
            <a:ext cx="426355" cy="362677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6" name="Google Shape;2636;p21"/>
          <p:cNvSpPr/>
          <p:nvPr/>
        </p:nvSpPr>
        <p:spPr>
          <a:xfrm>
            <a:off x="6024066" y="2166250"/>
            <a:ext cx="28633" cy="19110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7" name="Google Shape;2637;p21"/>
          <p:cNvSpPr/>
          <p:nvPr/>
        </p:nvSpPr>
        <p:spPr>
          <a:xfrm>
            <a:off x="6108518" y="2166250"/>
            <a:ext cx="28633" cy="19110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8" name="Google Shape;2638;p21"/>
          <p:cNvSpPr/>
          <p:nvPr/>
        </p:nvSpPr>
        <p:spPr>
          <a:xfrm>
            <a:off x="6193010" y="2166250"/>
            <a:ext cx="28633" cy="19110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39" name="Google Shape;2639;p21"/>
          <p:cNvSpPr/>
          <p:nvPr/>
        </p:nvSpPr>
        <p:spPr>
          <a:xfrm>
            <a:off x="1535778" y="2039990"/>
            <a:ext cx="480675" cy="357698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0" name="Google Shape;2640;p21"/>
          <p:cNvSpPr/>
          <p:nvPr/>
        </p:nvSpPr>
        <p:spPr>
          <a:xfrm flipH="1">
            <a:off x="1535767" y="2039990"/>
            <a:ext cx="480675" cy="357698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1" name="Google Shape;2641;p21"/>
          <p:cNvSpPr/>
          <p:nvPr/>
        </p:nvSpPr>
        <p:spPr>
          <a:xfrm>
            <a:off x="7288541" y="3771533"/>
            <a:ext cx="164422" cy="122797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2" name="Google Shape;2642;p21"/>
          <p:cNvSpPr/>
          <p:nvPr/>
        </p:nvSpPr>
        <p:spPr>
          <a:xfrm>
            <a:off x="7244244" y="3904532"/>
            <a:ext cx="253065" cy="6430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3" name="Google Shape;2643;p21"/>
          <p:cNvSpPr/>
          <p:nvPr/>
        </p:nvSpPr>
        <p:spPr>
          <a:xfrm>
            <a:off x="7166113" y="3719713"/>
            <a:ext cx="409285" cy="349235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4" name="Google Shape;2644;p21"/>
          <p:cNvSpPr/>
          <p:nvPr/>
        </p:nvSpPr>
        <p:spPr>
          <a:xfrm>
            <a:off x="4348273" y="3719713"/>
            <a:ext cx="465631" cy="349235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5" name="Google Shape;2645;p21"/>
          <p:cNvSpPr/>
          <p:nvPr/>
        </p:nvSpPr>
        <p:spPr>
          <a:xfrm>
            <a:off x="4444651" y="3791998"/>
            <a:ext cx="231930" cy="203543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6" name="Google Shape;2646;p21"/>
          <p:cNvSpPr/>
          <p:nvPr/>
        </p:nvSpPr>
        <p:spPr>
          <a:xfrm>
            <a:off x="5217344" y="3848266"/>
            <a:ext cx="68206" cy="133021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7" name="Google Shape;2647;p21"/>
          <p:cNvSpPr/>
          <p:nvPr/>
        </p:nvSpPr>
        <p:spPr>
          <a:xfrm>
            <a:off x="5450160" y="3878972"/>
            <a:ext cx="68206" cy="51157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8" name="Google Shape;2648;p21"/>
          <p:cNvSpPr/>
          <p:nvPr/>
        </p:nvSpPr>
        <p:spPr>
          <a:xfrm>
            <a:off x="5300068" y="3807370"/>
            <a:ext cx="151235" cy="173919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49" name="Google Shape;2649;p21"/>
          <p:cNvSpPr/>
          <p:nvPr/>
        </p:nvSpPr>
        <p:spPr>
          <a:xfrm>
            <a:off x="5052737" y="3807370"/>
            <a:ext cx="151187" cy="173919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0" name="Google Shape;2650;p21"/>
          <p:cNvSpPr/>
          <p:nvPr/>
        </p:nvSpPr>
        <p:spPr>
          <a:xfrm>
            <a:off x="6571660" y="3781757"/>
            <a:ext cx="245585" cy="225128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1" name="Google Shape;2651;p21"/>
          <p:cNvSpPr/>
          <p:nvPr/>
        </p:nvSpPr>
        <p:spPr>
          <a:xfrm>
            <a:off x="6461650" y="3719713"/>
            <a:ext cx="465631" cy="349235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2" name="Google Shape;2652;p21"/>
          <p:cNvSpPr/>
          <p:nvPr/>
        </p:nvSpPr>
        <p:spPr>
          <a:xfrm>
            <a:off x="6626258" y="3822688"/>
            <a:ext cx="136413" cy="102331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3" name="Google Shape;2653;p21"/>
          <p:cNvSpPr/>
          <p:nvPr/>
        </p:nvSpPr>
        <p:spPr>
          <a:xfrm>
            <a:off x="5757187" y="3719713"/>
            <a:ext cx="465631" cy="349235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4" name="Google Shape;2654;p21"/>
          <p:cNvSpPr/>
          <p:nvPr/>
        </p:nvSpPr>
        <p:spPr>
          <a:xfrm>
            <a:off x="5812624" y="3781757"/>
            <a:ext cx="354734" cy="225128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5" name="Google Shape;2655;p21"/>
          <p:cNvSpPr/>
          <p:nvPr/>
        </p:nvSpPr>
        <p:spPr>
          <a:xfrm>
            <a:off x="5908140" y="3884084"/>
            <a:ext cx="54598" cy="40932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6" name="Google Shape;2656;p21"/>
          <p:cNvSpPr/>
          <p:nvPr/>
        </p:nvSpPr>
        <p:spPr>
          <a:xfrm>
            <a:off x="6017243" y="3884084"/>
            <a:ext cx="54598" cy="40932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7" name="Google Shape;2657;p21"/>
          <p:cNvSpPr/>
          <p:nvPr/>
        </p:nvSpPr>
        <p:spPr>
          <a:xfrm>
            <a:off x="5919838" y="3945462"/>
            <a:ext cx="140304" cy="30096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8" name="Google Shape;2658;p21"/>
          <p:cNvSpPr/>
          <p:nvPr/>
        </p:nvSpPr>
        <p:spPr>
          <a:xfrm>
            <a:off x="1530400" y="3771543"/>
            <a:ext cx="465631" cy="245576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59" name="Google Shape;2659;p21"/>
          <p:cNvSpPr/>
          <p:nvPr/>
        </p:nvSpPr>
        <p:spPr>
          <a:xfrm>
            <a:off x="1708641" y="3832939"/>
            <a:ext cx="136436" cy="122797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0" name="Google Shape;2660;p21"/>
          <p:cNvSpPr/>
          <p:nvPr/>
        </p:nvSpPr>
        <p:spPr>
          <a:xfrm>
            <a:off x="2348880" y="3785592"/>
            <a:ext cx="237965" cy="217123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1" name="Google Shape;2661;p21"/>
          <p:cNvSpPr/>
          <p:nvPr/>
        </p:nvSpPr>
        <p:spPr>
          <a:xfrm>
            <a:off x="2234860" y="3719774"/>
            <a:ext cx="465654" cy="349113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2" name="Google Shape;2662;p21"/>
          <p:cNvSpPr/>
          <p:nvPr/>
        </p:nvSpPr>
        <p:spPr>
          <a:xfrm>
            <a:off x="2994831" y="3770851"/>
            <a:ext cx="354711" cy="245576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3" name="Google Shape;2663;p21"/>
          <p:cNvSpPr/>
          <p:nvPr/>
        </p:nvSpPr>
        <p:spPr>
          <a:xfrm>
            <a:off x="2939347" y="3719713"/>
            <a:ext cx="465631" cy="349235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4" name="Google Shape;2664;p21"/>
          <p:cNvSpPr/>
          <p:nvPr/>
        </p:nvSpPr>
        <p:spPr>
          <a:xfrm>
            <a:off x="3778383" y="3769505"/>
            <a:ext cx="201893" cy="251274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5" name="Google Shape;2665;p21"/>
          <p:cNvSpPr/>
          <p:nvPr/>
        </p:nvSpPr>
        <p:spPr>
          <a:xfrm>
            <a:off x="3643810" y="3719713"/>
            <a:ext cx="465631" cy="349235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6" name="Google Shape;2666;p21"/>
          <p:cNvSpPr/>
          <p:nvPr/>
        </p:nvSpPr>
        <p:spPr>
          <a:xfrm>
            <a:off x="886574" y="3213681"/>
            <a:ext cx="480980" cy="25348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7" name="Google Shape;2667;p21"/>
          <p:cNvSpPr/>
          <p:nvPr/>
        </p:nvSpPr>
        <p:spPr>
          <a:xfrm>
            <a:off x="2866270" y="3158750"/>
            <a:ext cx="315559" cy="363358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8" name="Google Shape;2668;p21"/>
          <p:cNvSpPr/>
          <p:nvPr/>
        </p:nvSpPr>
        <p:spPr>
          <a:xfrm>
            <a:off x="3210718" y="3265685"/>
            <a:ext cx="57224" cy="22464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69" name="Google Shape;2669;p21"/>
          <p:cNvSpPr/>
          <p:nvPr/>
        </p:nvSpPr>
        <p:spPr>
          <a:xfrm>
            <a:off x="2785697" y="3265685"/>
            <a:ext cx="57224" cy="22464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0" name="Google Shape;2670;p21"/>
          <p:cNvSpPr/>
          <p:nvPr/>
        </p:nvSpPr>
        <p:spPr>
          <a:xfrm>
            <a:off x="3182128" y="3180038"/>
            <a:ext cx="58503" cy="32892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1" name="Google Shape;2671;p21"/>
          <p:cNvSpPr/>
          <p:nvPr/>
        </p:nvSpPr>
        <p:spPr>
          <a:xfrm>
            <a:off x="2812967" y="3340349"/>
            <a:ext cx="58544" cy="32459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2" name="Google Shape;2672;p21"/>
          <p:cNvSpPr/>
          <p:nvPr/>
        </p:nvSpPr>
        <p:spPr>
          <a:xfrm>
            <a:off x="3183407" y="3340349"/>
            <a:ext cx="57224" cy="31592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3" name="Google Shape;2673;p21"/>
          <p:cNvSpPr/>
          <p:nvPr/>
        </p:nvSpPr>
        <p:spPr>
          <a:xfrm>
            <a:off x="2814288" y="3180905"/>
            <a:ext cx="57224" cy="31592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4" name="Google Shape;2674;p21"/>
          <p:cNvSpPr/>
          <p:nvPr/>
        </p:nvSpPr>
        <p:spPr>
          <a:xfrm>
            <a:off x="2941645" y="3202966"/>
            <a:ext cx="169032" cy="189492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5" name="Google Shape;2675;p21"/>
          <p:cNvSpPr/>
          <p:nvPr/>
        </p:nvSpPr>
        <p:spPr>
          <a:xfrm>
            <a:off x="4730651" y="3206371"/>
            <a:ext cx="367893" cy="166749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6" name="Google Shape;2676;p21"/>
          <p:cNvSpPr/>
          <p:nvPr/>
        </p:nvSpPr>
        <p:spPr>
          <a:xfrm>
            <a:off x="4674748" y="3159586"/>
            <a:ext cx="480980" cy="361687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7" name="Google Shape;2677;p21"/>
          <p:cNvSpPr/>
          <p:nvPr/>
        </p:nvSpPr>
        <p:spPr>
          <a:xfrm>
            <a:off x="1691094" y="3246825"/>
            <a:ext cx="142990" cy="105297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8" name="Google Shape;2678;p21"/>
          <p:cNvSpPr/>
          <p:nvPr/>
        </p:nvSpPr>
        <p:spPr>
          <a:xfrm>
            <a:off x="1523428" y="3457388"/>
            <a:ext cx="478339" cy="6340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79" name="Google Shape;2679;p21"/>
          <p:cNvSpPr/>
          <p:nvPr/>
        </p:nvSpPr>
        <p:spPr>
          <a:xfrm>
            <a:off x="1522107" y="3160064"/>
            <a:ext cx="482230" cy="276162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0" name="Google Shape;2680;p21"/>
          <p:cNvSpPr/>
          <p:nvPr/>
        </p:nvSpPr>
        <p:spPr>
          <a:xfrm>
            <a:off x="297912" y="3159090"/>
            <a:ext cx="425050" cy="362677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1" name="Google Shape;2681;p21"/>
          <p:cNvSpPr/>
          <p:nvPr/>
        </p:nvSpPr>
        <p:spPr>
          <a:xfrm>
            <a:off x="410995" y="3394002"/>
            <a:ext cx="198890" cy="22464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2" name="Google Shape;2682;p21"/>
          <p:cNvSpPr/>
          <p:nvPr/>
        </p:nvSpPr>
        <p:spPr>
          <a:xfrm>
            <a:off x="410995" y="3436919"/>
            <a:ext cx="198890" cy="21474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3" name="Google Shape;2683;p21"/>
          <p:cNvSpPr/>
          <p:nvPr/>
        </p:nvSpPr>
        <p:spPr>
          <a:xfrm>
            <a:off x="386281" y="3223419"/>
            <a:ext cx="253527" cy="144316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4" name="Google Shape;2684;p21"/>
          <p:cNvSpPr/>
          <p:nvPr/>
        </p:nvSpPr>
        <p:spPr>
          <a:xfrm>
            <a:off x="2158908" y="3159810"/>
            <a:ext cx="503053" cy="36122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5" name="Google Shape;2685;p21"/>
          <p:cNvSpPr/>
          <p:nvPr/>
        </p:nvSpPr>
        <p:spPr>
          <a:xfrm>
            <a:off x="4058231" y="3159586"/>
            <a:ext cx="480980" cy="361687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6" name="Google Shape;2686;p21"/>
          <p:cNvSpPr/>
          <p:nvPr/>
        </p:nvSpPr>
        <p:spPr>
          <a:xfrm>
            <a:off x="4112813" y="3200522"/>
            <a:ext cx="29951" cy="22464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7" name="Google Shape;2687;p21"/>
          <p:cNvSpPr/>
          <p:nvPr/>
        </p:nvSpPr>
        <p:spPr>
          <a:xfrm>
            <a:off x="4169994" y="3200522"/>
            <a:ext cx="28633" cy="22464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8" name="Google Shape;2688;p21"/>
          <p:cNvSpPr/>
          <p:nvPr/>
        </p:nvSpPr>
        <p:spPr>
          <a:xfrm>
            <a:off x="4227177" y="3200522"/>
            <a:ext cx="28672" cy="22464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89" name="Google Shape;2689;p21"/>
          <p:cNvSpPr/>
          <p:nvPr/>
        </p:nvSpPr>
        <p:spPr>
          <a:xfrm>
            <a:off x="4281800" y="3200522"/>
            <a:ext cx="198902" cy="22464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0" name="Google Shape;2690;p21"/>
          <p:cNvSpPr/>
          <p:nvPr/>
        </p:nvSpPr>
        <p:spPr>
          <a:xfrm>
            <a:off x="4227176" y="3351644"/>
            <a:ext cx="140432" cy="105297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1" name="Google Shape;2691;p21"/>
          <p:cNvSpPr/>
          <p:nvPr/>
        </p:nvSpPr>
        <p:spPr>
          <a:xfrm>
            <a:off x="3509059" y="3245851"/>
            <a:ext cx="139112" cy="6340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2" name="Google Shape;2692;p21"/>
          <p:cNvSpPr/>
          <p:nvPr/>
        </p:nvSpPr>
        <p:spPr>
          <a:xfrm>
            <a:off x="3450559" y="3159091"/>
            <a:ext cx="425050" cy="362677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3" name="Google Shape;2693;p21"/>
          <p:cNvSpPr/>
          <p:nvPr/>
        </p:nvSpPr>
        <p:spPr>
          <a:xfrm>
            <a:off x="3704037" y="3456413"/>
            <a:ext cx="29912" cy="22464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4" name="Google Shape;2694;p21"/>
          <p:cNvSpPr/>
          <p:nvPr/>
        </p:nvSpPr>
        <p:spPr>
          <a:xfrm>
            <a:off x="8372149" y="3165815"/>
            <a:ext cx="465654" cy="349253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5" name="Google Shape;2695;p21"/>
          <p:cNvSpPr/>
          <p:nvPr/>
        </p:nvSpPr>
        <p:spPr>
          <a:xfrm>
            <a:off x="8453895" y="3268789"/>
            <a:ext cx="302187" cy="122797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6" name="Google Shape;2696;p21"/>
          <p:cNvSpPr/>
          <p:nvPr/>
        </p:nvSpPr>
        <p:spPr>
          <a:xfrm>
            <a:off x="5291271" y="3165877"/>
            <a:ext cx="465631" cy="349235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7" name="Google Shape;2697;p21"/>
          <p:cNvSpPr/>
          <p:nvPr/>
        </p:nvSpPr>
        <p:spPr>
          <a:xfrm>
            <a:off x="6023564" y="3268814"/>
            <a:ext cx="191011" cy="143263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8" name="Google Shape;2698;p21"/>
          <p:cNvSpPr/>
          <p:nvPr/>
        </p:nvSpPr>
        <p:spPr>
          <a:xfrm>
            <a:off x="5940817" y="3206737"/>
            <a:ext cx="356528" cy="267388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699" name="Google Shape;2699;p21"/>
          <p:cNvSpPr/>
          <p:nvPr/>
        </p:nvSpPr>
        <p:spPr>
          <a:xfrm>
            <a:off x="5886243" y="3165824"/>
            <a:ext cx="465677" cy="349235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0" name="Google Shape;2700;p21"/>
          <p:cNvSpPr/>
          <p:nvPr/>
        </p:nvSpPr>
        <p:spPr>
          <a:xfrm>
            <a:off x="6187288" y="3248350"/>
            <a:ext cx="54574" cy="40950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1" name="Google Shape;2701;p21"/>
          <p:cNvSpPr/>
          <p:nvPr/>
        </p:nvSpPr>
        <p:spPr>
          <a:xfrm>
            <a:off x="6550371" y="3289280"/>
            <a:ext cx="81888" cy="184160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2" name="Google Shape;2702;p21"/>
          <p:cNvSpPr/>
          <p:nvPr/>
        </p:nvSpPr>
        <p:spPr>
          <a:xfrm>
            <a:off x="6550371" y="3207419"/>
            <a:ext cx="81888" cy="61416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3" name="Google Shape;2703;p21"/>
          <p:cNvSpPr/>
          <p:nvPr/>
        </p:nvSpPr>
        <p:spPr>
          <a:xfrm>
            <a:off x="6659519" y="3288950"/>
            <a:ext cx="218298" cy="184492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4" name="Google Shape;2704;p21"/>
          <p:cNvSpPr/>
          <p:nvPr/>
        </p:nvSpPr>
        <p:spPr>
          <a:xfrm>
            <a:off x="6481279" y="3165824"/>
            <a:ext cx="465631" cy="349235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5" name="Google Shape;2705;p21"/>
          <p:cNvSpPr/>
          <p:nvPr/>
        </p:nvSpPr>
        <p:spPr>
          <a:xfrm>
            <a:off x="7136788" y="3197382"/>
            <a:ext cx="467938" cy="286229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6" name="Google Shape;2706;p21"/>
          <p:cNvSpPr/>
          <p:nvPr/>
        </p:nvSpPr>
        <p:spPr>
          <a:xfrm>
            <a:off x="7780260" y="3165869"/>
            <a:ext cx="466353" cy="349253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707" name="Google Shape;2707;p21"/>
          <p:cNvSpPr/>
          <p:nvPr/>
        </p:nvSpPr>
        <p:spPr>
          <a:xfrm>
            <a:off x="7866456" y="3237578"/>
            <a:ext cx="291002" cy="204032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11" name="Shape 2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2" name="Google Shape;2712;p22"/>
          <p:cNvSpPr/>
          <p:nvPr/>
        </p:nvSpPr>
        <p:spPr>
          <a:xfrm>
            <a:off x="503169" y="1677842"/>
            <a:ext cx="301328" cy="146880"/>
          </a:xfrm>
          <a:custGeom>
            <a:rect b="b" l="l" r="r" t="t"/>
            <a:pathLst>
              <a:path extrusionOk="0" h="6082" w="9358">
                <a:moveTo>
                  <a:pt x="379" y="1"/>
                </a:moveTo>
                <a:cubicBezTo>
                  <a:pt x="158" y="1"/>
                  <a:pt x="1" y="221"/>
                  <a:pt x="1" y="410"/>
                </a:cubicBezTo>
                <a:lnTo>
                  <a:pt x="1" y="6081"/>
                </a:lnTo>
                <a:lnTo>
                  <a:pt x="9357" y="6081"/>
                </a:lnTo>
                <a:lnTo>
                  <a:pt x="9357" y="410"/>
                </a:lnTo>
                <a:cubicBezTo>
                  <a:pt x="9357" y="158"/>
                  <a:pt x="9168" y="1"/>
                  <a:pt x="89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3" name="Google Shape;2713;p22"/>
          <p:cNvSpPr/>
          <p:nvPr/>
        </p:nvSpPr>
        <p:spPr>
          <a:xfrm>
            <a:off x="476798" y="1844476"/>
            <a:ext cx="355069" cy="80371"/>
          </a:xfrm>
          <a:custGeom>
            <a:rect b="b" l="l" r="r" t="t"/>
            <a:pathLst>
              <a:path extrusionOk="0" h="3328" w="11027">
                <a:moveTo>
                  <a:pt x="63" y="0"/>
                </a:moveTo>
                <a:cubicBezTo>
                  <a:pt x="32" y="126"/>
                  <a:pt x="0" y="284"/>
                  <a:pt x="0" y="410"/>
                </a:cubicBezTo>
                <a:cubicBezTo>
                  <a:pt x="0" y="1103"/>
                  <a:pt x="536" y="1670"/>
                  <a:pt x="1198" y="1670"/>
                </a:cubicBezTo>
                <a:lnTo>
                  <a:pt x="3151" y="1670"/>
                </a:lnTo>
                <a:lnTo>
                  <a:pt x="2615" y="2710"/>
                </a:lnTo>
                <a:cubicBezTo>
                  <a:pt x="2521" y="2930"/>
                  <a:pt x="2615" y="3182"/>
                  <a:pt x="2836" y="3277"/>
                </a:cubicBezTo>
                <a:cubicBezTo>
                  <a:pt x="2889" y="3312"/>
                  <a:pt x="2949" y="3328"/>
                  <a:pt x="3009" y="3328"/>
                </a:cubicBezTo>
                <a:cubicBezTo>
                  <a:pt x="3166" y="3328"/>
                  <a:pt x="3326" y="3224"/>
                  <a:pt x="3371" y="3088"/>
                </a:cubicBezTo>
                <a:lnTo>
                  <a:pt x="4096" y="1639"/>
                </a:lnTo>
                <a:lnTo>
                  <a:pt x="5073" y="1639"/>
                </a:lnTo>
                <a:lnTo>
                  <a:pt x="5073" y="2867"/>
                </a:lnTo>
                <a:cubicBezTo>
                  <a:pt x="5073" y="3119"/>
                  <a:pt x="5262" y="3308"/>
                  <a:pt x="5514" y="3308"/>
                </a:cubicBezTo>
                <a:cubicBezTo>
                  <a:pt x="5734" y="3308"/>
                  <a:pt x="5892" y="3119"/>
                  <a:pt x="5892" y="2867"/>
                </a:cubicBezTo>
                <a:lnTo>
                  <a:pt x="5892" y="1639"/>
                </a:lnTo>
                <a:lnTo>
                  <a:pt x="6868" y="1639"/>
                </a:lnTo>
                <a:lnTo>
                  <a:pt x="7593" y="3088"/>
                </a:lnTo>
                <a:cubicBezTo>
                  <a:pt x="7688" y="3230"/>
                  <a:pt x="7835" y="3301"/>
                  <a:pt x="7983" y="3301"/>
                </a:cubicBezTo>
                <a:cubicBezTo>
                  <a:pt x="8032" y="3301"/>
                  <a:pt x="8081" y="3293"/>
                  <a:pt x="8129" y="3277"/>
                </a:cubicBezTo>
                <a:cubicBezTo>
                  <a:pt x="8349" y="3151"/>
                  <a:pt x="8412" y="2930"/>
                  <a:pt x="8349" y="2710"/>
                </a:cubicBezTo>
                <a:lnTo>
                  <a:pt x="7814" y="1670"/>
                </a:lnTo>
                <a:lnTo>
                  <a:pt x="9767" y="1670"/>
                </a:lnTo>
                <a:cubicBezTo>
                  <a:pt x="10429" y="1670"/>
                  <a:pt x="11027" y="1103"/>
                  <a:pt x="11027" y="410"/>
                </a:cubicBezTo>
                <a:cubicBezTo>
                  <a:pt x="11027" y="252"/>
                  <a:pt x="10964" y="126"/>
                  <a:pt x="109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4" name="Google Shape;2714;p22"/>
          <p:cNvSpPr/>
          <p:nvPr/>
        </p:nvSpPr>
        <p:spPr>
          <a:xfrm>
            <a:off x="611716" y="1618505"/>
            <a:ext cx="81176" cy="39582"/>
          </a:xfrm>
          <a:custGeom>
            <a:rect b="b" l="l" r="r" t="t"/>
            <a:pathLst>
              <a:path extrusionOk="0" h="1639" w="2521">
                <a:moveTo>
                  <a:pt x="442" y="0"/>
                </a:moveTo>
                <a:cubicBezTo>
                  <a:pt x="221" y="0"/>
                  <a:pt x="1" y="189"/>
                  <a:pt x="1" y="410"/>
                </a:cubicBezTo>
                <a:lnTo>
                  <a:pt x="1" y="1639"/>
                </a:lnTo>
                <a:lnTo>
                  <a:pt x="2489" y="1639"/>
                </a:lnTo>
                <a:lnTo>
                  <a:pt x="2489" y="410"/>
                </a:lnTo>
                <a:lnTo>
                  <a:pt x="2521" y="410"/>
                </a:lnTo>
                <a:cubicBezTo>
                  <a:pt x="2521" y="189"/>
                  <a:pt x="2332" y="0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5" name="Google Shape;2715;p22"/>
          <p:cNvSpPr/>
          <p:nvPr/>
        </p:nvSpPr>
        <p:spPr>
          <a:xfrm>
            <a:off x="551356" y="2005975"/>
            <a:ext cx="311471" cy="231140"/>
          </a:xfrm>
          <a:custGeom>
            <a:rect b="b" l="l" r="r" t="t"/>
            <a:pathLst>
              <a:path extrusionOk="0" h="9571" w="9673">
                <a:moveTo>
                  <a:pt x="5963" y="1"/>
                </a:moveTo>
                <a:cubicBezTo>
                  <a:pt x="5661" y="1"/>
                  <a:pt x="5365" y="127"/>
                  <a:pt x="5136" y="371"/>
                </a:cubicBezTo>
                <a:lnTo>
                  <a:pt x="0" y="5507"/>
                </a:lnTo>
                <a:lnTo>
                  <a:pt x="4064" y="9571"/>
                </a:lnTo>
                <a:lnTo>
                  <a:pt x="9200" y="4436"/>
                </a:lnTo>
                <a:cubicBezTo>
                  <a:pt x="9672" y="3963"/>
                  <a:pt x="9672" y="3207"/>
                  <a:pt x="9200" y="2734"/>
                </a:cubicBezTo>
                <a:lnTo>
                  <a:pt x="6868" y="434"/>
                </a:lnTo>
                <a:cubicBezTo>
                  <a:pt x="6609" y="143"/>
                  <a:pt x="6283" y="1"/>
                  <a:pt x="59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6" name="Google Shape;2716;p22"/>
          <p:cNvSpPr/>
          <p:nvPr/>
        </p:nvSpPr>
        <p:spPr>
          <a:xfrm>
            <a:off x="509753" y="2151116"/>
            <a:ext cx="153208" cy="114906"/>
          </a:xfrm>
          <a:custGeom>
            <a:rect b="b" l="l" r="r" t="t"/>
            <a:pathLst>
              <a:path extrusionOk="0" h="4758" w="4758">
                <a:moveTo>
                  <a:pt x="725" y="1"/>
                </a:moveTo>
                <a:lnTo>
                  <a:pt x="473" y="284"/>
                </a:lnTo>
                <a:cubicBezTo>
                  <a:pt x="253" y="505"/>
                  <a:pt x="95" y="820"/>
                  <a:pt x="95" y="1198"/>
                </a:cubicBezTo>
                <a:cubicBezTo>
                  <a:pt x="95" y="1450"/>
                  <a:pt x="190" y="1765"/>
                  <a:pt x="442" y="1986"/>
                </a:cubicBezTo>
                <a:cubicBezTo>
                  <a:pt x="631" y="2112"/>
                  <a:pt x="599" y="2458"/>
                  <a:pt x="442" y="2616"/>
                </a:cubicBezTo>
                <a:lnTo>
                  <a:pt x="1" y="3025"/>
                </a:lnTo>
                <a:lnTo>
                  <a:pt x="1733" y="4758"/>
                </a:lnTo>
                <a:lnTo>
                  <a:pt x="2174" y="4348"/>
                </a:lnTo>
                <a:cubicBezTo>
                  <a:pt x="2253" y="4270"/>
                  <a:pt x="2363" y="4230"/>
                  <a:pt x="2478" y="4230"/>
                </a:cubicBezTo>
                <a:cubicBezTo>
                  <a:pt x="2592" y="4230"/>
                  <a:pt x="2710" y="4270"/>
                  <a:pt x="2804" y="4348"/>
                </a:cubicBezTo>
                <a:cubicBezTo>
                  <a:pt x="3025" y="4569"/>
                  <a:pt x="3340" y="4695"/>
                  <a:pt x="3655" y="4695"/>
                </a:cubicBezTo>
                <a:cubicBezTo>
                  <a:pt x="3970" y="4695"/>
                  <a:pt x="4254" y="4569"/>
                  <a:pt x="4506" y="4348"/>
                </a:cubicBezTo>
                <a:lnTo>
                  <a:pt x="4758" y="4065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7" name="Google Shape;2717;p22"/>
          <p:cNvSpPr/>
          <p:nvPr/>
        </p:nvSpPr>
        <p:spPr>
          <a:xfrm>
            <a:off x="445837" y="2240906"/>
            <a:ext cx="100464" cy="44146"/>
          </a:xfrm>
          <a:custGeom>
            <a:rect b="b" l="l" r="r" t="t"/>
            <a:pathLst>
              <a:path extrusionOk="0" h="1828" w="3120">
                <a:moveTo>
                  <a:pt x="1450" y="0"/>
                </a:moveTo>
                <a:lnTo>
                  <a:pt x="253" y="1166"/>
                </a:lnTo>
                <a:cubicBezTo>
                  <a:pt x="1" y="1355"/>
                  <a:pt x="190" y="1828"/>
                  <a:pt x="536" y="1828"/>
                </a:cubicBezTo>
                <a:lnTo>
                  <a:pt x="2773" y="1828"/>
                </a:lnTo>
                <a:cubicBezTo>
                  <a:pt x="2931" y="1828"/>
                  <a:pt x="3025" y="1765"/>
                  <a:pt x="3120" y="1670"/>
                </a:cubicBezTo>
                <a:lnTo>
                  <a:pt x="1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8" name="Google Shape;2718;p22"/>
          <p:cNvSpPr/>
          <p:nvPr/>
        </p:nvSpPr>
        <p:spPr>
          <a:xfrm>
            <a:off x="531056" y="2609982"/>
            <a:ext cx="246555" cy="41103"/>
          </a:xfrm>
          <a:custGeom>
            <a:rect b="b" l="l" r="r" t="t"/>
            <a:pathLst>
              <a:path extrusionOk="0" h="1702" w="7657">
                <a:moveTo>
                  <a:pt x="442" y="0"/>
                </a:moveTo>
                <a:cubicBezTo>
                  <a:pt x="190" y="0"/>
                  <a:pt x="1" y="221"/>
                  <a:pt x="1" y="441"/>
                </a:cubicBezTo>
                <a:lnTo>
                  <a:pt x="1" y="1292"/>
                </a:lnTo>
                <a:cubicBezTo>
                  <a:pt x="1" y="1512"/>
                  <a:pt x="190" y="1701"/>
                  <a:pt x="442" y="1701"/>
                </a:cubicBezTo>
                <a:lnTo>
                  <a:pt x="7215" y="1701"/>
                </a:lnTo>
                <a:cubicBezTo>
                  <a:pt x="7499" y="1701"/>
                  <a:pt x="7656" y="1512"/>
                  <a:pt x="7656" y="1292"/>
                </a:cubicBezTo>
                <a:lnTo>
                  <a:pt x="7656" y="441"/>
                </a:lnTo>
                <a:cubicBezTo>
                  <a:pt x="7656" y="221"/>
                  <a:pt x="7436" y="0"/>
                  <a:pt x="72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9" name="Google Shape;2719;p22"/>
          <p:cNvSpPr/>
          <p:nvPr/>
        </p:nvSpPr>
        <p:spPr>
          <a:xfrm>
            <a:off x="559456" y="2550622"/>
            <a:ext cx="191783" cy="41103"/>
          </a:xfrm>
          <a:custGeom>
            <a:rect b="b" l="l" r="r" t="t"/>
            <a:pathLst>
              <a:path extrusionOk="0" h="1702" w="5956"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lnTo>
                  <a:pt x="1" y="1261"/>
                </a:lnTo>
                <a:cubicBezTo>
                  <a:pt x="1" y="1481"/>
                  <a:pt x="190" y="1702"/>
                  <a:pt x="442" y="1702"/>
                </a:cubicBezTo>
                <a:lnTo>
                  <a:pt x="5514" y="1702"/>
                </a:lnTo>
                <a:cubicBezTo>
                  <a:pt x="5735" y="1702"/>
                  <a:pt x="5955" y="1481"/>
                  <a:pt x="5955" y="1261"/>
                </a:cubicBezTo>
                <a:lnTo>
                  <a:pt x="5955" y="410"/>
                </a:lnTo>
                <a:cubicBezTo>
                  <a:pt x="5955" y="190"/>
                  <a:pt x="5735" y="1"/>
                  <a:pt x="55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0" name="Google Shape;2720;p22"/>
          <p:cNvSpPr/>
          <p:nvPr/>
        </p:nvSpPr>
        <p:spPr>
          <a:xfrm>
            <a:off x="448882" y="2344430"/>
            <a:ext cx="410904" cy="203947"/>
          </a:xfrm>
          <a:custGeom>
            <a:rect b="b" l="l" r="r" t="t"/>
            <a:pathLst>
              <a:path extrusionOk="0" h="8445" w="12761">
                <a:moveTo>
                  <a:pt x="6428" y="852"/>
                </a:moveTo>
                <a:cubicBezTo>
                  <a:pt x="6648" y="852"/>
                  <a:pt x="6806" y="1009"/>
                  <a:pt x="6869" y="1261"/>
                </a:cubicBezTo>
                <a:lnTo>
                  <a:pt x="6869" y="1324"/>
                </a:lnTo>
                <a:cubicBezTo>
                  <a:pt x="6806" y="1513"/>
                  <a:pt x="6648" y="1702"/>
                  <a:pt x="6428" y="1702"/>
                </a:cubicBezTo>
                <a:cubicBezTo>
                  <a:pt x="6176" y="1702"/>
                  <a:pt x="6018" y="1576"/>
                  <a:pt x="5987" y="1324"/>
                </a:cubicBezTo>
                <a:lnTo>
                  <a:pt x="5987" y="1261"/>
                </a:lnTo>
                <a:cubicBezTo>
                  <a:pt x="6018" y="1041"/>
                  <a:pt x="6176" y="852"/>
                  <a:pt x="6428" y="852"/>
                </a:cubicBezTo>
                <a:close/>
                <a:moveTo>
                  <a:pt x="2112" y="2742"/>
                </a:moveTo>
                <a:lnTo>
                  <a:pt x="3340" y="6396"/>
                </a:lnTo>
                <a:lnTo>
                  <a:pt x="914" y="6396"/>
                </a:lnTo>
                <a:lnTo>
                  <a:pt x="2112" y="2742"/>
                </a:lnTo>
                <a:close/>
                <a:moveTo>
                  <a:pt x="10681" y="2742"/>
                </a:moveTo>
                <a:lnTo>
                  <a:pt x="11878" y="6396"/>
                </a:lnTo>
                <a:lnTo>
                  <a:pt x="9452" y="6396"/>
                </a:lnTo>
                <a:lnTo>
                  <a:pt x="10681" y="2742"/>
                </a:lnTo>
                <a:close/>
                <a:moveTo>
                  <a:pt x="6333" y="1"/>
                </a:moveTo>
                <a:cubicBezTo>
                  <a:pt x="5798" y="1"/>
                  <a:pt x="5325" y="347"/>
                  <a:pt x="5168" y="852"/>
                </a:cubicBezTo>
                <a:lnTo>
                  <a:pt x="1292" y="852"/>
                </a:lnTo>
                <a:cubicBezTo>
                  <a:pt x="1103" y="852"/>
                  <a:pt x="914" y="1009"/>
                  <a:pt x="883" y="1198"/>
                </a:cubicBezTo>
                <a:cubicBezTo>
                  <a:pt x="820" y="1482"/>
                  <a:pt x="1040" y="1702"/>
                  <a:pt x="1292" y="1702"/>
                </a:cubicBezTo>
                <a:lnTo>
                  <a:pt x="1576" y="1702"/>
                </a:lnTo>
                <a:cubicBezTo>
                  <a:pt x="1" y="6491"/>
                  <a:pt x="32" y="6333"/>
                  <a:pt x="32" y="6459"/>
                </a:cubicBezTo>
                <a:cubicBezTo>
                  <a:pt x="64" y="7562"/>
                  <a:pt x="1009" y="8444"/>
                  <a:pt x="2112" y="8444"/>
                </a:cubicBezTo>
                <a:cubicBezTo>
                  <a:pt x="3277" y="8444"/>
                  <a:pt x="4159" y="7562"/>
                  <a:pt x="4159" y="6459"/>
                </a:cubicBezTo>
                <a:cubicBezTo>
                  <a:pt x="4159" y="6333"/>
                  <a:pt x="4222" y="6491"/>
                  <a:pt x="2647" y="1702"/>
                </a:cubicBezTo>
                <a:lnTo>
                  <a:pt x="5105" y="1702"/>
                </a:lnTo>
                <a:lnTo>
                  <a:pt x="5105" y="7342"/>
                </a:lnTo>
                <a:cubicBezTo>
                  <a:pt x="5105" y="7594"/>
                  <a:pt x="5325" y="7783"/>
                  <a:pt x="5546" y="7783"/>
                </a:cubicBezTo>
                <a:lnTo>
                  <a:pt x="7247" y="7783"/>
                </a:lnTo>
                <a:cubicBezTo>
                  <a:pt x="7499" y="7783"/>
                  <a:pt x="7688" y="7594"/>
                  <a:pt x="7688" y="7342"/>
                </a:cubicBezTo>
                <a:lnTo>
                  <a:pt x="7688" y="1702"/>
                </a:lnTo>
                <a:lnTo>
                  <a:pt x="10177" y="1702"/>
                </a:lnTo>
                <a:cubicBezTo>
                  <a:pt x="8602" y="6491"/>
                  <a:pt x="8633" y="6333"/>
                  <a:pt x="8633" y="6459"/>
                </a:cubicBezTo>
                <a:cubicBezTo>
                  <a:pt x="8665" y="7562"/>
                  <a:pt x="9578" y="8444"/>
                  <a:pt x="10681" y="8444"/>
                </a:cubicBezTo>
                <a:cubicBezTo>
                  <a:pt x="11815" y="8444"/>
                  <a:pt x="12729" y="7562"/>
                  <a:pt x="12729" y="6459"/>
                </a:cubicBezTo>
                <a:cubicBezTo>
                  <a:pt x="12729" y="6333"/>
                  <a:pt x="12760" y="6491"/>
                  <a:pt x="11185" y="1702"/>
                </a:cubicBezTo>
                <a:lnTo>
                  <a:pt x="11437" y="1702"/>
                </a:lnTo>
                <a:cubicBezTo>
                  <a:pt x="11626" y="1702"/>
                  <a:pt x="11815" y="1576"/>
                  <a:pt x="11847" y="1356"/>
                </a:cubicBezTo>
                <a:cubicBezTo>
                  <a:pt x="11910" y="1104"/>
                  <a:pt x="11689" y="852"/>
                  <a:pt x="11437" y="852"/>
                </a:cubicBezTo>
                <a:lnTo>
                  <a:pt x="7530" y="852"/>
                </a:lnTo>
                <a:cubicBezTo>
                  <a:pt x="7373" y="347"/>
                  <a:pt x="6900" y="1"/>
                  <a:pt x="63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1" name="Google Shape;2721;p22"/>
          <p:cNvSpPr/>
          <p:nvPr/>
        </p:nvSpPr>
        <p:spPr>
          <a:xfrm>
            <a:off x="2822693" y="1639057"/>
            <a:ext cx="187694" cy="139998"/>
          </a:xfrm>
          <a:custGeom>
            <a:rect b="b" l="l" r="r" t="t"/>
            <a:pathLst>
              <a:path extrusionOk="0" h="5797" w="5829">
                <a:moveTo>
                  <a:pt x="2930" y="1670"/>
                </a:moveTo>
                <a:cubicBezTo>
                  <a:pt x="3119" y="1670"/>
                  <a:pt x="3308" y="1859"/>
                  <a:pt x="3308" y="2048"/>
                </a:cubicBezTo>
                <a:lnTo>
                  <a:pt x="3308" y="2489"/>
                </a:lnTo>
                <a:lnTo>
                  <a:pt x="3749" y="2489"/>
                </a:lnTo>
                <a:cubicBezTo>
                  <a:pt x="4001" y="2489"/>
                  <a:pt x="4159" y="2678"/>
                  <a:pt x="4159" y="2930"/>
                </a:cubicBezTo>
                <a:cubicBezTo>
                  <a:pt x="4159" y="3151"/>
                  <a:pt x="3938" y="3340"/>
                  <a:pt x="3749" y="3340"/>
                </a:cubicBezTo>
                <a:lnTo>
                  <a:pt x="3308" y="3340"/>
                </a:lnTo>
                <a:lnTo>
                  <a:pt x="3308" y="3781"/>
                </a:lnTo>
                <a:cubicBezTo>
                  <a:pt x="3308" y="4001"/>
                  <a:pt x="3119" y="4159"/>
                  <a:pt x="2930" y="4159"/>
                </a:cubicBezTo>
                <a:cubicBezTo>
                  <a:pt x="2710" y="4159"/>
                  <a:pt x="2520" y="3970"/>
                  <a:pt x="2520" y="3781"/>
                </a:cubicBezTo>
                <a:lnTo>
                  <a:pt x="2520" y="3340"/>
                </a:lnTo>
                <a:lnTo>
                  <a:pt x="2079" y="3340"/>
                </a:lnTo>
                <a:cubicBezTo>
                  <a:pt x="1859" y="3340"/>
                  <a:pt x="1701" y="3151"/>
                  <a:pt x="1701" y="2930"/>
                </a:cubicBezTo>
                <a:cubicBezTo>
                  <a:pt x="1701" y="2678"/>
                  <a:pt x="1859" y="2489"/>
                  <a:pt x="2079" y="2489"/>
                </a:cubicBezTo>
                <a:lnTo>
                  <a:pt x="2520" y="2489"/>
                </a:lnTo>
                <a:lnTo>
                  <a:pt x="2520" y="2048"/>
                </a:lnTo>
                <a:cubicBezTo>
                  <a:pt x="2520" y="1827"/>
                  <a:pt x="2710" y="1670"/>
                  <a:pt x="2930" y="1670"/>
                </a:cubicBez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5387"/>
                </a:lnTo>
                <a:cubicBezTo>
                  <a:pt x="32" y="5639"/>
                  <a:pt x="221" y="5797"/>
                  <a:pt x="441" y="5797"/>
                </a:cubicBezTo>
                <a:lnTo>
                  <a:pt x="5387" y="5797"/>
                </a:lnTo>
                <a:cubicBezTo>
                  <a:pt x="5639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39" y="0"/>
                  <a:pt x="5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2" name="Google Shape;2722;p22"/>
          <p:cNvSpPr/>
          <p:nvPr/>
        </p:nvSpPr>
        <p:spPr>
          <a:xfrm>
            <a:off x="2823692" y="1806440"/>
            <a:ext cx="188724" cy="139249"/>
          </a:xfrm>
          <a:custGeom>
            <a:rect b="b" l="l" r="r" t="t"/>
            <a:pathLst>
              <a:path extrusionOk="0" h="5766" w="5861">
                <a:moveTo>
                  <a:pt x="3450" y="1859"/>
                </a:moveTo>
                <a:cubicBezTo>
                  <a:pt x="3561" y="1859"/>
                  <a:pt x="3671" y="1890"/>
                  <a:pt x="3750" y="1953"/>
                </a:cubicBezTo>
                <a:cubicBezTo>
                  <a:pt x="3907" y="2111"/>
                  <a:pt x="3907" y="2395"/>
                  <a:pt x="3750" y="2552"/>
                </a:cubicBezTo>
                <a:lnTo>
                  <a:pt x="3466" y="2836"/>
                </a:lnTo>
                <a:lnTo>
                  <a:pt x="3750" y="3119"/>
                </a:lnTo>
                <a:cubicBezTo>
                  <a:pt x="3907" y="3277"/>
                  <a:pt x="3907" y="3529"/>
                  <a:pt x="3750" y="3686"/>
                </a:cubicBezTo>
                <a:cubicBezTo>
                  <a:pt x="3671" y="3765"/>
                  <a:pt x="3561" y="3804"/>
                  <a:pt x="3450" y="3804"/>
                </a:cubicBezTo>
                <a:cubicBezTo>
                  <a:pt x="3340" y="3804"/>
                  <a:pt x="3230" y="3765"/>
                  <a:pt x="3151" y="3686"/>
                </a:cubicBezTo>
                <a:lnTo>
                  <a:pt x="2899" y="3434"/>
                </a:lnTo>
                <a:lnTo>
                  <a:pt x="2616" y="3686"/>
                </a:lnTo>
                <a:cubicBezTo>
                  <a:pt x="2537" y="3765"/>
                  <a:pt x="2426" y="3804"/>
                  <a:pt x="2316" y="3804"/>
                </a:cubicBezTo>
                <a:cubicBezTo>
                  <a:pt x="2206" y="3804"/>
                  <a:pt x="2096" y="3765"/>
                  <a:pt x="2017" y="3686"/>
                </a:cubicBezTo>
                <a:cubicBezTo>
                  <a:pt x="1859" y="3529"/>
                  <a:pt x="1859" y="3277"/>
                  <a:pt x="2017" y="3119"/>
                </a:cubicBezTo>
                <a:lnTo>
                  <a:pt x="2300" y="2836"/>
                </a:lnTo>
                <a:lnTo>
                  <a:pt x="2017" y="2552"/>
                </a:lnTo>
                <a:cubicBezTo>
                  <a:pt x="1859" y="2395"/>
                  <a:pt x="1859" y="2111"/>
                  <a:pt x="2017" y="1953"/>
                </a:cubicBezTo>
                <a:cubicBezTo>
                  <a:pt x="2096" y="1890"/>
                  <a:pt x="2206" y="1859"/>
                  <a:pt x="2316" y="1859"/>
                </a:cubicBezTo>
                <a:cubicBezTo>
                  <a:pt x="2426" y="1859"/>
                  <a:pt x="2537" y="1890"/>
                  <a:pt x="2616" y="1953"/>
                </a:cubicBezTo>
                <a:lnTo>
                  <a:pt x="2899" y="2237"/>
                </a:lnTo>
                <a:lnTo>
                  <a:pt x="3151" y="1953"/>
                </a:lnTo>
                <a:cubicBezTo>
                  <a:pt x="3230" y="1890"/>
                  <a:pt x="3340" y="1859"/>
                  <a:pt x="3450" y="1859"/>
                </a:cubicBezTo>
                <a:close/>
                <a:moveTo>
                  <a:pt x="442" y="0"/>
                </a:moveTo>
                <a:cubicBezTo>
                  <a:pt x="221" y="0"/>
                  <a:pt x="1" y="189"/>
                  <a:pt x="1" y="378"/>
                </a:cubicBezTo>
                <a:lnTo>
                  <a:pt x="1" y="5356"/>
                </a:lnTo>
                <a:cubicBezTo>
                  <a:pt x="1" y="5608"/>
                  <a:pt x="221" y="5766"/>
                  <a:pt x="442" y="5766"/>
                </a:cubicBezTo>
                <a:lnTo>
                  <a:pt x="5419" y="5766"/>
                </a:lnTo>
                <a:cubicBezTo>
                  <a:pt x="5640" y="5766"/>
                  <a:pt x="5861" y="5545"/>
                  <a:pt x="5861" y="5356"/>
                </a:cubicBezTo>
                <a:lnTo>
                  <a:pt x="5861" y="378"/>
                </a:lnTo>
                <a:cubicBezTo>
                  <a:pt x="5861" y="158"/>
                  <a:pt x="5640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3" name="Google Shape;2723;p22"/>
          <p:cNvSpPr/>
          <p:nvPr/>
        </p:nvSpPr>
        <p:spPr>
          <a:xfrm>
            <a:off x="3044840" y="1639057"/>
            <a:ext cx="187694" cy="139998"/>
          </a:xfrm>
          <a:custGeom>
            <a:rect b="b" l="l" r="r" t="t"/>
            <a:pathLst>
              <a:path extrusionOk="0" h="5797" w="5829">
                <a:moveTo>
                  <a:pt x="3750" y="2457"/>
                </a:moveTo>
                <a:cubicBezTo>
                  <a:pt x="3970" y="2457"/>
                  <a:pt x="4128" y="2646"/>
                  <a:pt x="4128" y="2867"/>
                </a:cubicBezTo>
                <a:cubicBezTo>
                  <a:pt x="4159" y="3151"/>
                  <a:pt x="3970" y="3308"/>
                  <a:pt x="3750" y="3308"/>
                </a:cubicBezTo>
                <a:lnTo>
                  <a:pt x="2080" y="3308"/>
                </a:lnTo>
                <a:cubicBezTo>
                  <a:pt x="1859" y="3308"/>
                  <a:pt x="1702" y="3119"/>
                  <a:pt x="1702" y="2867"/>
                </a:cubicBezTo>
                <a:cubicBezTo>
                  <a:pt x="1702" y="2646"/>
                  <a:pt x="1891" y="2457"/>
                  <a:pt x="2080" y="2457"/>
                </a:cubicBez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5387"/>
                </a:lnTo>
                <a:cubicBezTo>
                  <a:pt x="1" y="5639"/>
                  <a:pt x="190" y="5797"/>
                  <a:pt x="442" y="5797"/>
                </a:cubicBezTo>
                <a:lnTo>
                  <a:pt x="5388" y="5797"/>
                </a:lnTo>
                <a:cubicBezTo>
                  <a:pt x="5640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4" name="Google Shape;2724;p22"/>
          <p:cNvSpPr/>
          <p:nvPr/>
        </p:nvSpPr>
        <p:spPr>
          <a:xfrm>
            <a:off x="3044840" y="1805666"/>
            <a:ext cx="187694" cy="140022"/>
          </a:xfrm>
          <a:custGeom>
            <a:rect b="b" l="l" r="r" t="t"/>
            <a:pathLst>
              <a:path extrusionOk="0" h="5798" w="5829">
                <a:moveTo>
                  <a:pt x="3750" y="1639"/>
                </a:moveTo>
                <a:cubicBezTo>
                  <a:pt x="3970" y="1639"/>
                  <a:pt x="4128" y="1859"/>
                  <a:pt x="4128" y="2080"/>
                </a:cubicBezTo>
                <a:cubicBezTo>
                  <a:pt x="4159" y="2332"/>
                  <a:pt x="3970" y="2490"/>
                  <a:pt x="3750" y="2490"/>
                </a:cubicBezTo>
                <a:lnTo>
                  <a:pt x="2080" y="2490"/>
                </a:lnTo>
                <a:cubicBezTo>
                  <a:pt x="1859" y="2490"/>
                  <a:pt x="1702" y="2269"/>
                  <a:pt x="1702" y="2080"/>
                </a:cubicBezTo>
                <a:cubicBezTo>
                  <a:pt x="1702" y="1859"/>
                  <a:pt x="1891" y="1639"/>
                  <a:pt x="2080" y="1639"/>
                </a:cubicBezTo>
                <a:close/>
                <a:moveTo>
                  <a:pt x="3750" y="3309"/>
                </a:moveTo>
                <a:cubicBezTo>
                  <a:pt x="3970" y="3309"/>
                  <a:pt x="4128" y="3498"/>
                  <a:pt x="4128" y="3687"/>
                </a:cubicBezTo>
                <a:cubicBezTo>
                  <a:pt x="4159" y="3970"/>
                  <a:pt x="3970" y="4128"/>
                  <a:pt x="3750" y="4128"/>
                </a:cubicBezTo>
                <a:lnTo>
                  <a:pt x="2080" y="4128"/>
                </a:lnTo>
                <a:cubicBezTo>
                  <a:pt x="1859" y="4128"/>
                  <a:pt x="1702" y="3939"/>
                  <a:pt x="1702" y="3687"/>
                </a:cubicBezTo>
                <a:cubicBezTo>
                  <a:pt x="1702" y="3466"/>
                  <a:pt x="1891" y="3309"/>
                  <a:pt x="2080" y="3309"/>
                </a:cubicBezTo>
                <a:close/>
                <a:moveTo>
                  <a:pt x="442" y="1"/>
                </a:moveTo>
                <a:cubicBezTo>
                  <a:pt x="190" y="1"/>
                  <a:pt x="1" y="190"/>
                  <a:pt x="1" y="379"/>
                </a:cubicBezTo>
                <a:lnTo>
                  <a:pt x="1" y="5388"/>
                </a:lnTo>
                <a:cubicBezTo>
                  <a:pt x="1" y="5640"/>
                  <a:pt x="190" y="5798"/>
                  <a:pt x="442" y="5798"/>
                </a:cubicBezTo>
                <a:lnTo>
                  <a:pt x="5388" y="5798"/>
                </a:lnTo>
                <a:cubicBezTo>
                  <a:pt x="5640" y="5798"/>
                  <a:pt x="5829" y="5577"/>
                  <a:pt x="5829" y="5388"/>
                </a:cubicBezTo>
                <a:lnTo>
                  <a:pt x="5829" y="410"/>
                </a:ln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5" name="Google Shape;2725;p22"/>
          <p:cNvSpPr/>
          <p:nvPr/>
        </p:nvSpPr>
        <p:spPr>
          <a:xfrm>
            <a:off x="2948466" y="1999141"/>
            <a:ext cx="136979" cy="101792"/>
          </a:xfrm>
          <a:custGeom>
            <a:rect b="b" l="l" r="r" t="t"/>
            <a:pathLst>
              <a:path extrusionOk="0" h="4215" w="4254">
                <a:moveTo>
                  <a:pt x="2064" y="1"/>
                </a:moveTo>
                <a:cubicBezTo>
                  <a:pt x="1954" y="1"/>
                  <a:pt x="1844" y="40"/>
                  <a:pt x="1765" y="119"/>
                </a:cubicBezTo>
                <a:lnTo>
                  <a:pt x="1" y="1883"/>
                </a:lnTo>
                <a:lnTo>
                  <a:pt x="2332" y="4214"/>
                </a:lnTo>
                <a:lnTo>
                  <a:pt x="4096" y="2450"/>
                </a:lnTo>
                <a:cubicBezTo>
                  <a:pt x="4254" y="2293"/>
                  <a:pt x="4254" y="2009"/>
                  <a:pt x="4096" y="1852"/>
                </a:cubicBezTo>
                <a:lnTo>
                  <a:pt x="2364" y="119"/>
                </a:lnTo>
                <a:cubicBezTo>
                  <a:pt x="2285" y="40"/>
                  <a:pt x="2175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6" name="Google Shape;2726;p22"/>
          <p:cNvSpPr/>
          <p:nvPr/>
        </p:nvSpPr>
        <p:spPr>
          <a:xfrm>
            <a:off x="3098614" y="2110979"/>
            <a:ext cx="137977" cy="101792"/>
          </a:xfrm>
          <a:custGeom>
            <a:rect b="b" l="l" r="r" t="t"/>
            <a:pathLst>
              <a:path extrusionOk="0" h="4215" w="4285">
                <a:moveTo>
                  <a:pt x="2064" y="1"/>
                </a:moveTo>
                <a:cubicBezTo>
                  <a:pt x="1954" y="1"/>
                  <a:pt x="1843" y="40"/>
                  <a:pt x="1765" y="119"/>
                </a:cubicBezTo>
                <a:lnTo>
                  <a:pt x="0" y="1915"/>
                </a:lnTo>
                <a:lnTo>
                  <a:pt x="2300" y="4215"/>
                </a:lnTo>
                <a:lnTo>
                  <a:pt x="4128" y="2482"/>
                </a:lnTo>
                <a:cubicBezTo>
                  <a:pt x="4285" y="2324"/>
                  <a:pt x="4285" y="2072"/>
                  <a:pt x="4128" y="1915"/>
                </a:cubicBezTo>
                <a:lnTo>
                  <a:pt x="2363" y="119"/>
                </a:lnTo>
                <a:cubicBezTo>
                  <a:pt x="2285" y="40"/>
                  <a:pt x="2174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7" name="Google Shape;2727;p22"/>
          <p:cNvSpPr/>
          <p:nvPr/>
        </p:nvSpPr>
        <p:spPr>
          <a:xfrm>
            <a:off x="2818636" y="2059829"/>
            <a:ext cx="337842" cy="246016"/>
          </a:xfrm>
          <a:custGeom>
            <a:rect b="b" l="l" r="r" t="t"/>
            <a:pathLst>
              <a:path extrusionOk="0" h="10187" w="10492">
                <a:moveTo>
                  <a:pt x="3497" y="0"/>
                </a:moveTo>
                <a:lnTo>
                  <a:pt x="1764" y="1733"/>
                </a:lnTo>
                <a:cubicBezTo>
                  <a:pt x="1166" y="2332"/>
                  <a:pt x="725" y="3088"/>
                  <a:pt x="504" y="3812"/>
                </a:cubicBezTo>
                <a:cubicBezTo>
                  <a:pt x="0" y="5514"/>
                  <a:pt x="410" y="7404"/>
                  <a:pt x="1764" y="8759"/>
                </a:cubicBezTo>
                <a:cubicBezTo>
                  <a:pt x="2667" y="9661"/>
                  <a:pt x="3919" y="10187"/>
                  <a:pt x="5273" y="10187"/>
                </a:cubicBezTo>
                <a:cubicBezTo>
                  <a:pt x="5384" y="10187"/>
                  <a:pt x="5496" y="10183"/>
                  <a:pt x="5608" y="10176"/>
                </a:cubicBezTo>
                <a:cubicBezTo>
                  <a:pt x="6679" y="10082"/>
                  <a:pt x="7876" y="9609"/>
                  <a:pt x="8758" y="8759"/>
                </a:cubicBezTo>
                <a:lnTo>
                  <a:pt x="10491" y="7026"/>
                </a:lnTo>
                <a:lnTo>
                  <a:pt x="8191" y="4694"/>
                </a:lnTo>
                <a:lnTo>
                  <a:pt x="6396" y="6396"/>
                </a:lnTo>
                <a:cubicBezTo>
                  <a:pt x="6077" y="6715"/>
                  <a:pt x="5645" y="6880"/>
                  <a:pt x="5214" y="6880"/>
                </a:cubicBezTo>
                <a:cubicBezTo>
                  <a:pt x="4794" y="6880"/>
                  <a:pt x="4375" y="6722"/>
                  <a:pt x="4064" y="6396"/>
                </a:cubicBezTo>
                <a:cubicBezTo>
                  <a:pt x="3434" y="5766"/>
                  <a:pt x="3434" y="4694"/>
                  <a:pt x="4064" y="4064"/>
                </a:cubicBezTo>
                <a:lnTo>
                  <a:pt x="5797" y="2332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8" name="Google Shape;2728;p22"/>
          <p:cNvSpPr/>
          <p:nvPr/>
        </p:nvSpPr>
        <p:spPr>
          <a:xfrm>
            <a:off x="2825394" y="2370844"/>
            <a:ext cx="410872" cy="29902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9" name="Google Shape;2729;p22"/>
          <p:cNvSpPr/>
          <p:nvPr/>
        </p:nvSpPr>
        <p:spPr>
          <a:xfrm>
            <a:off x="1524748" y="2736224"/>
            <a:ext cx="238409" cy="108071"/>
          </a:xfrm>
          <a:custGeom>
            <a:rect b="b" l="l" r="r" t="t"/>
            <a:pathLst>
              <a:path extrusionOk="0" h="4475" w="7404">
                <a:moveTo>
                  <a:pt x="1229" y="1"/>
                </a:moveTo>
                <a:cubicBezTo>
                  <a:pt x="567" y="1"/>
                  <a:pt x="0" y="568"/>
                  <a:pt x="0" y="1261"/>
                </a:cubicBezTo>
                <a:cubicBezTo>
                  <a:pt x="0" y="1797"/>
                  <a:pt x="315" y="2269"/>
                  <a:pt x="819" y="2458"/>
                </a:cubicBezTo>
                <a:lnTo>
                  <a:pt x="819" y="4475"/>
                </a:lnTo>
                <a:lnTo>
                  <a:pt x="6616" y="4475"/>
                </a:lnTo>
                <a:lnTo>
                  <a:pt x="6616" y="2458"/>
                </a:lnTo>
                <a:lnTo>
                  <a:pt x="6585" y="2458"/>
                </a:lnTo>
                <a:cubicBezTo>
                  <a:pt x="7057" y="2301"/>
                  <a:pt x="7404" y="1828"/>
                  <a:pt x="7404" y="1261"/>
                </a:cubicBezTo>
                <a:cubicBezTo>
                  <a:pt x="7404" y="600"/>
                  <a:pt x="6868" y="64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0" name="Google Shape;2730;p22"/>
          <p:cNvSpPr/>
          <p:nvPr/>
        </p:nvSpPr>
        <p:spPr>
          <a:xfrm>
            <a:off x="1551119" y="2864822"/>
            <a:ext cx="186696" cy="178807"/>
          </a:xfrm>
          <a:custGeom>
            <a:rect b="b" l="l" r="r" t="t"/>
            <a:pathLst>
              <a:path extrusionOk="0" h="7404" w="5798">
                <a:moveTo>
                  <a:pt x="0" y="0"/>
                </a:moveTo>
                <a:lnTo>
                  <a:pt x="0" y="819"/>
                </a:lnTo>
                <a:lnTo>
                  <a:pt x="2111" y="819"/>
                </a:lnTo>
                <a:cubicBezTo>
                  <a:pt x="2332" y="819"/>
                  <a:pt x="2489" y="1040"/>
                  <a:pt x="2489" y="1260"/>
                </a:cubicBezTo>
                <a:cubicBezTo>
                  <a:pt x="2489" y="1513"/>
                  <a:pt x="2300" y="1702"/>
                  <a:pt x="2111" y="1702"/>
                </a:cubicBezTo>
                <a:lnTo>
                  <a:pt x="0" y="1702"/>
                </a:lnTo>
                <a:lnTo>
                  <a:pt x="0" y="2521"/>
                </a:lnTo>
                <a:lnTo>
                  <a:pt x="2111" y="2521"/>
                </a:lnTo>
                <a:cubicBezTo>
                  <a:pt x="2332" y="2521"/>
                  <a:pt x="2489" y="2710"/>
                  <a:pt x="2489" y="2930"/>
                </a:cubicBezTo>
                <a:cubicBezTo>
                  <a:pt x="2489" y="3151"/>
                  <a:pt x="2300" y="3340"/>
                  <a:pt x="2111" y="3340"/>
                </a:cubicBezTo>
                <a:lnTo>
                  <a:pt x="0" y="3340"/>
                </a:lnTo>
                <a:lnTo>
                  <a:pt x="0" y="4190"/>
                </a:lnTo>
                <a:lnTo>
                  <a:pt x="2111" y="4190"/>
                </a:lnTo>
                <a:cubicBezTo>
                  <a:pt x="2332" y="4190"/>
                  <a:pt x="2489" y="4379"/>
                  <a:pt x="2489" y="4600"/>
                </a:cubicBezTo>
                <a:cubicBezTo>
                  <a:pt x="2458" y="4726"/>
                  <a:pt x="2300" y="4915"/>
                  <a:pt x="2048" y="4915"/>
                </a:cubicBezTo>
                <a:lnTo>
                  <a:pt x="63" y="4915"/>
                </a:lnTo>
                <a:cubicBezTo>
                  <a:pt x="252" y="6427"/>
                  <a:pt x="1512" y="7404"/>
                  <a:pt x="2899" y="7404"/>
                </a:cubicBezTo>
                <a:cubicBezTo>
                  <a:pt x="4474" y="7404"/>
                  <a:pt x="5797" y="6112"/>
                  <a:pt x="5797" y="4537"/>
                </a:cubicBezTo>
                <a:lnTo>
                  <a:pt x="57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1" name="Google Shape;2731;p22"/>
          <p:cNvSpPr/>
          <p:nvPr/>
        </p:nvSpPr>
        <p:spPr>
          <a:xfrm>
            <a:off x="1486747" y="3116596"/>
            <a:ext cx="330726" cy="305304"/>
          </a:xfrm>
          <a:custGeom>
            <a:rect b="b" l="l" r="r" t="t"/>
            <a:pathLst>
              <a:path extrusionOk="0" h="12642" w="10271">
                <a:moveTo>
                  <a:pt x="5364" y="0"/>
                </a:moveTo>
                <a:cubicBezTo>
                  <a:pt x="5041" y="0"/>
                  <a:pt x="4710" y="118"/>
                  <a:pt x="4443" y="355"/>
                </a:cubicBezTo>
                <a:lnTo>
                  <a:pt x="3277" y="1552"/>
                </a:lnTo>
                <a:cubicBezTo>
                  <a:pt x="2804" y="2025"/>
                  <a:pt x="2804" y="2812"/>
                  <a:pt x="3277" y="3316"/>
                </a:cubicBezTo>
                <a:lnTo>
                  <a:pt x="3938" y="3978"/>
                </a:lnTo>
                <a:lnTo>
                  <a:pt x="1702" y="6215"/>
                </a:lnTo>
                <a:cubicBezTo>
                  <a:pt x="1544" y="6152"/>
                  <a:pt x="1355" y="6057"/>
                  <a:pt x="1135" y="6057"/>
                </a:cubicBezTo>
                <a:cubicBezTo>
                  <a:pt x="1119" y="6056"/>
                  <a:pt x="1104" y="6056"/>
                  <a:pt x="1089" y="6056"/>
                </a:cubicBezTo>
                <a:cubicBezTo>
                  <a:pt x="538" y="6056"/>
                  <a:pt x="0" y="6611"/>
                  <a:pt x="0" y="7286"/>
                </a:cubicBezTo>
                <a:cubicBezTo>
                  <a:pt x="0" y="7947"/>
                  <a:pt x="567" y="8515"/>
                  <a:pt x="1229" y="8515"/>
                </a:cubicBezTo>
                <a:cubicBezTo>
                  <a:pt x="1418" y="8515"/>
                  <a:pt x="1576" y="8483"/>
                  <a:pt x="1733" y="8388"/>
                </a:cubicBezTo>
                <a:lnTo>
                  <a:pt x="3560" y="10216"/>
                </a:lnTo>
                <a:cubicBezTo>
                  <a:pt x="2993" y="10720"/>
                  <a:pt x="2615" y="11381"/>
                  <a:pt x="2521" y="12169"/>
                </a:cubicBezTo>
                <a:cubicBezTo>
                  <a:pt x="2489" y="12421"/>
                  <a:pt x="2678" y="12642"/>
                  <a:pt x="2930" y="12642"/>
                </a:cubicBezTo>
                <a:lnTo>
                  <a:pt x="8633" y="12642"/>
                </a:lnTo>
                <a:cubicBezTo>
                  <a:pt x="8853" y="12642"/>
                  <a:pt x="9074" y="12421"/>
                  <a:pt x="9011" y="12169"/>
                </a:cubicBezTo>
                <a:cubicBezTo>
                  <a:pt x="8790" y="10562"/>
                  <a:pt x="7404" y="9334"/>
                  <a:pt x="5766" y="9334"/>
                </a:cubicBezTo>
                <a:cubicBezTo>
                  <a:pt x="5199" y="9334"/>
                  <a:pt x="4695" y="9491"/>
                  <a:pt x="4222" y="9743"/>
                </a:cubicBezTo>
                <a:lnTo>
                  <a:pt x="2300" y="7853"/>
                </a:lnTo>
                <a:cubicBezTo>
                  <a:pt x="2363" y="7695"/>
                  <a:pt x="2395" y="7475"/>
                  <a:pt x="2395" y="7286"/>
                </a:cubicBezTo>
                <a:cubicBezTo>
                  <a:pt x="2395" y="7097"/>
                  <a:pt x="2363" y="6939"/>
                  <a:pt x="2300" y="6782"/>
                </a:cubicBezTo>
                <a:lnTo>
                  <a:pt x="4285" y="4797"/>
                </a:lnTo>
                <a:lnTo>
                  <a:pt x="4285" y="4797"/>
                </a:lnTo>
                <a:cubicBezTo>
                  <a:pt x="4253" y="5742"/>
                  <a:pt x="4537" y="6624"/>
                  <a:pt x="5073" y="7317"/>
                </a:cubicBezTo>
                <a:lnTo>
                  <a:pt x="10271" y="2119"/>
                </a:lnTo>
                <a:cubicBezTo>
                  <a:pt x="9636" y="1606"/>
                  <a:pt x="8888" y="1321"/>
                  <a:pt x="8026" y="1321"/>
                </a:cubicBezTo>
                <a:cubicBezTo>
                  <a:pt x="7776" y="1321"/>
                  <a:pt x="7516" y="1345"/>
                  <a:pt x="7246" y="1394"/>
                </a:cubicBezTo>
                <a:lnTo>
                  <a:pt x="6238" y="355"/>
                </a:lnTo>
                <a:cubicBezTo>
                  <a:pt x="6002" y="118"/>
                  <a:pt x="5687" y="0"/>
                  <a:pt x="5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2" name="Google Shape;2732;p22"/>
          <p:cNvSpPr/>
          <p:nvPr/>
        </p:nvSpPr>
        <p:spPr>
          <a:xfrm>
            <a:off x="1708894" y="3209598"/>
            <a:ext cx="108578" cy="77570"/>
          </a:xfrm>
          <a:custGeom>
            <a:rect b="b" l="l" r="r" t="t"/>
            <a:pathLst>
              <a:path extrusionOk="0" h="3212" w="3372">
                <a:moveTo>
                  <a:pt x="2868" y="1"/>
                </a:moveTo>
                <a:lnTo>
                  <a:pt x="1" y="2868"/>
                </a:lnTo>
                <a:cubicBezTo>
                  <a:pt x="353" y="3098"/>
                  <a:pt x="757" y="3212"/>
                  <a:pt x="1156" y="3212"/>
                </a:cubicBezTo>
                <a:cubicBezTo>
                  <a:pt x="1686" y="3212"/>
                  <a:pt x="2207" y="3011"/>
                  <a:pt x="2584" y="2616"/>
                </a:cubicBezTo>
                <a:cubicBezTo>
                  <a:pt x="3309" y="1891"/>
                  <a:pt x="3372" y="851"/>
                  <a:pt x="28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3" name="Google Shape;2733;p22"/>
          <p:cNvSpPr/>
          <p:nvPr/>
        </p:nvSpPr>
        <p:spPr>
          <a:xfrm>
            <a:off x="1454802" y="3493294"/>
            <a:ext cx="400761" cy="306657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4" name="Google Shape;2734;p22"/>
          <p:cNvSpPr/>
          <p:nvPr/>
        </p:nvSpPr>
        <p:spPr>
          <a:xfrm>
            <a:off x="3868467" y="2725588"/>
            <a:ext cx="407845" cy="304749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5" name="Google Shape;2735;p22"/>
          <p:cNvSpPr/>
          <p:nvPr/>
        </p:nvSpPr>
        <p:spPr>
          <a:xfrm>
            <a:off x="881236" y="1639033"/>
            <a:ext cx="473469" cy="286105"/>
          </a:xfrm>
          <a:custGeom>
            <a:rect b="b" l="l" r="r" t="t"/>
            <a:pathLst>
              <a:path extrusionOk="0" h="11847" w="14704">
                <a:moveTo>
                  <a:pt x="7370" y="797"/>
                </a:moveTo>
                <a:cubicBezTo>
                  <a:pt x="8536" y="797"/>
                  <a:pt x="9694" y="1246"/>
                  <a:pt x="10576" y="2143"/>
                </a:cubicBezTo>
                <a:cubicBezTo>
                  <a:pt x="12340" y="3908"/>
                  <a:pt x="12340" y="6775"/>
                  <a:pt x="10576" y="8539"/>
                </a:cubicBezTo>
                <a:cubicBezTo>
                  <a:pt x="9757" y="9390"/>
                  <a:pt x="8623" y="9894"/>
                  <a:pt x="7363" y="9894"/>
                </a:cubicBezTo>
                <a:cubicBezTo>
                  <a:pt x="6102" y="9894"/>
                  <a:pt x="4937" y="9358"/>
                  <a:pt x="4118" y="8539"/>
                </a:cubicBezTo>
                <a:cubicBezTo>
                  <a:pt x="2353" y="6775"/>
                  <a:pt x="2353" y="3908"/>
                  <a:pt x="4118" y="2143"/>
                </a:cubicBezTo>
                <a:cubicBezTo>
                  <a:pt x="5031" y="1246"/>
                  <a:pt x="6205" y="797"/>
                  <a:pt x="7370" y="797"/>
                </a:cubicBezTo>
                <a:close/>
                <a:moveTo>
                  <a:pt x="7326" y="1"/>
                </a:moveTo>
                <a:cubicBezTo>
                  <a:pt x="2091" y="1"/>
                  <a:pt x="0" y="6750"/>
                  <a:pt x="4275" y="9768"/>
                </a:cubicBezTo>
                <a:lnTo>
                  <a:pt x="3424" y="11280"/>
                </a:lnTo>
                <a:cubicBezTo>
                  <a:pt x="3298" y="11532"/>
                  <a:pt x="3487" y="11847"/>
                  <a:pt x="3771" y="11847"/>
                </a:cubicBezTo>
                <a:cubicBezTo>
                  <a:pt x="3929" y="11847"/>
                  <a:pt x="4086" y="11784"/>
                  <a:pt x="4118" y="11626"/>
                </a:cubicBezTo>
                <a:lnTo>
                  <a:pt x="5000" y="10209"/>
                </a:lnTo>
                <a:cubicBezTo>
                  <a:pt x="5740" y="10571"/>
                  <a:pt x="6543" y="10752"/>
                  <a:pt x="7351" y="10752"/>
                </a:cubicBezTo>
                <a:cubicBezTo>
                  <a:pt x="8158" y="10752"/>
                  <a:pt x="8969" y="10571"/>
                  <a:pt x="9725" y="10209"/>
                </a:cubicBezTo>
                <a:lnTo>
                  <a:pt x="10576" y="11626"/>
                </a:lnTo>
                <a:cubicBezTo>
                  <a:pt x="10671" y="11784"/>
                  <a:pt x="10828" y="11847"/>
                  <a:pt x="10923" y="11847"/>
                </a:cubicBezTo>
                <a:cubicBezTo>
                  <a:pt x="11238" y="11847"/>
                  <a:pt x="11458" y="11532"/>
                  <a:pt x="11301" y="11280"/>
                </a:cubicBezTo>
                <a:lnTo>
                  <a:pt x="10419" y="9768"/>
                </a:lnTo>
                <a:cubicBezTo>
                  <a:pt x="14703" y="6775"/>
                  <a:pt x="12592" y="1"/>
                  <a:pt x="7363" y="1"/>
                </a:cubicBezTo>
                <a:cubicBezTo>
                  <a:pt x="7350" y="1"/>
                  <a:pt x="7338" y="1"/>
                  <a:pt x="73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6" name="Google Shape;2736;p22"/>
          <p:cNvSpPr/>
          <p:nvPr/>
        </p:nvSpPr>
        <p:spPr>
          <a:xfrm>
            <a:off x="1180180" y="1618504"/>
            <a:ext cx="136979" cy="102734"/>
          </a:xfrm>
          <a:custGeom>
            <a:rect b="b" l="l" r="r" t="t"/>
            <a:pathLst>
              <a:path extrusionOk="0" h="4254" w="4254">
                <a:moveTo>
                  <a:pt x="1355" y="0"/>
                </a:moveTo>
                <a:cubicBezTo>
                  <a:pt x="882" y="0"/>
                  <a:pt x="410" y="95"/>
                  <a:pt x="0" y="315"/>
                </a:cubicBezTo>
                <a:cubicBezTo>
                  <a:pt x="1891" y="946"/>
                  <a:pt x="3340" y="2395"/>
                  <a:pt x="3938" y="4254"/>
                </a:cubicBezTo>
                <a:cubicBezTo>
                  <a:pt x="4128" y="3844"/>
                  <a:pt x="4254" y="3371"/>
                  <a:pt x="4254" y="2899"/>
                </a:cubicBezTo>
                <a:cubicBezTo>
                  <a:pt x="4254" y="1292"/>
                  <a:pt x="2962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7" name="Google Shape;2737;p22"/>
          <p:cNvSpPr/>
          <p:nvPr/>
        </p:nvSpPr>
        <p:spPr>
          <a:xfrm>
            <a:off x="917429" y="1619254"/>
            <a:ext cx="136979" cy="102758"/>
          </a:xfrm>
          <a:custGeom>
            <a:rect b="b" l="l" r="r" t="t"/>
            <a:pathLst>
              <a:path extrusionOk="0" h="4255" w="4254">
                <a:moveTo>
                  <a:pt x="2931" y="1"/>
                </a:moveTo>
                <a:cubicBezTo>
                  <a:pt x="1292" y="1"/>
                  <a:pt x="1" y="1293"/>
                  <a:pt x="1" y="2899"/>
                </a:cubicBezTo>
                <a:cubicBezTo>
                  <a:pt x="1" y="3372"/>
                  <a:pt x="127" y="3845"/>
                  <a:pt x="316" y="4254"/>
                </a:cubicBezTo>
                <a:cubicBezTo>
                  <a:pt x="977" y="2364"/>
                  <a:pt x="2426" y="915"/>
                  <a:pt x="4254" y="316"/>
                </a:cubicBezTo>
                <a:cubicBezTo>
                  <a:pt x="3876" y="127"/>
                  <a:pt x="3403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8" name="Google Shape;2738;p22"/>
          <p:cNvSpPr/>
          <p:nvPr/>
        </p:nvSpPr>
        <p:spPr>
          <a:xfrm>
            <a:off x="997576" y="1677842"/>
            <a:ext cx="239439" cy="180352"/>
          </a:xfrm>
          <a:custGeom>
            <a:rect b="b" l="l" r="r" t="t"/>
            <a:pathLst>
              <a:path extrusionOk="0" h="7468" w="7436">
                <a:moveTo>
                  <a:pt x="3781" y="1671"/>
                </a:moveTo>
                <a:cubicBezTo>
                  <a:pt x="4033" y="1671"/>
                  <a:pt x="4191" y="1860"/>
                  <a:pt x="4191" y="2112"/>
                </a:cubicBezTo>
                <a:lnTo>
                  <a:pt x="4191" y="3340"/>
                </a:lnTo>
                <a:lnTo>
                  <a:pt x="5388" y="3340"/>
                </a:lnTo>
                <a:cubicBezTo>
                  <a:pt x="5640" y="3340"/>
                  <a:pt x="5829" y="3529"/>
                  <a:pt x="5829" y="3750"/>
                </a:cubicBezTo>
                <a:cubicBezTo>
                  <a:pt x="5829" y="4002"/>
                  <a:pt x="5640" y="4128"/>
                  <a:pt x="5388" y="4128"/>
                </a:cubicBezTo>
                <a:lnTo>
                  <a:pt x="3750" y="4128"/>
                </a:lnTo>
                <a:cubicBezTo>
                  <a:pt x="3498" y="4128"/>
                  <a:pt x="3308" y="3939"/>
                  <a:pt x="3308" y="3750"/>
                </a:cubicBezTo>
                <a:lnTo>
                  <a:pt x="3308" y="2112"/>
                </a:lnTo>
                <a:lnTo>
                  <a:pt x="3340" y="2112"/>
                </a:lnTo>
                <a:cubicBezTo>
                  <a:pt x="3340" y="1860"/>
                  <a:pt x="3529" y="1671"/>
                  <a:pt x="3781" y="1671"/>
                </a:cubicBezTo>
                <a:close/>
                <a:moveTo>
                  <a:pt x="3750" y="1"/>
                </a:moveTo>
                <a:cubicBezTo>
                  <a:pt x="1702" y="1"/>
                  <a:pt x="32" y="1671"/>
                  <a:pt x="0" y="3750"/>
                </a:cubicBezTo>
                <a:cubicBezTo>
                  <a:pt x="32" y="5798"/>
                  <a:pt x="1702" y="7467"/>
                  <a:pt x="3750" y="7467"/>
                </a:cubicBezTo>
                <a:cubicBezTo>
                  <a:pt x="5797" y="7467"/>
                  <a:pt x="7436" y="5798"/>
                  <a:pt x="7436" y="3750"/>
                </a:cubicBezTo>
                <a:cubicBezTo>
                  <a:pt x="7436" y="1702"/>
                  <a:pt x="5797" y="64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9" name="Google Shape;2739;p22"/>
          <p:cNvSpPr/>
          <p:nvPr/>
        </p:nvSpPr>
        <p:spPr>
          <a:xfrm>
            <a:off x="920295" y="1981993"/>
            <a:ext cx="395352" cy="300305"/>
          </a:xfrm>
          <a:custGeom>
            <a:rect b="b" l="l" r="r" t="t"/>
            <a:pathLst>
              <a:path extrusionOk="0" h="12435" w="12278">
                <a:moveTo>
                  <a:pt x="5905" y="860"/>
                </a:moveTo>
                <a:cubicBezTo>
                  <a:pt x="6421" y="860"/>
                  <a:pt x="6926" y="1412"/>
                  <a:pt x="7341" y="2467"/>
                </a:cubicBezTo>
                <a:cubicBezTo>
                  <a:pt x="6837" y="2593"/>
                  <a:pt x="6365" y="2782"/>
                  <a:pt x="5892" y="3003"/>
                </a:cubicBezTo>
                <a:cubicBezTo>
                  <a:pt x="5419" y="2782"/>
                  <a:pt x="4947" y="2593"/>
                  <a:pt x="4443" y="2467"/>
                </a:cubicBezTo>
                <a:cubicBezTo>
                  <a:pt x="4893" y="1381"/>
                  <a:pt x="5404" y="860"/>
                  <a:pt x="5905" y="860"/>
                </a:cubicBezTo>
                <a:close/>
                <a:moveTo>
                  <a:pt x="4191" y="3255"/>
                </a:moveTo>
                <a:cubicBezTo>
                  <a:pt x="4443" y="3349"/>
                  <a:pt x="4632" y="3381"/>
                  <a:pt x="4884" y="3475"/>
                </a:cubicBezTo>
                <a:cubicBezTo>
                  <a:pt x="4726" y="3538"/>
                  <a:pt x="4600" y="3601"/>
                  <a:pt x="4443" y="3696"/>
                </a:cubicBezTo>
                <a:cubicBezTo>
                  <a:pt x="4285" y="3790"/>
                  <a:pt x="4159" y="3853"/>
                  <a:pt x="4002" y="3948"/>
                </a:cubicBezTo>
                <a:cubicBezTo>
                  <a:pt x="4096" y="3727"/>
                  <a:pt x="4159" y="3507"/>
                  <a:pt x="4191" y="3255"/>
                </a:cubicBezTo>
                <a:close/>
                <a:moveTo>
                  <a:pt x="7625" y="3318"/>
                </a:moveTo>
                <a:cubicBezTo>
                  <a:pt x="7688" y="3507"/>
                  <a:pt x="7751" y="3727"/>
                  <a:pt x="7782" y="3979"/>
                </a:cubicBezTo>
                <a:cubicBezTo>
                  <a:pt x="7499" y="3790"/>
                  <a:pt x="7247" y="3633"/>
                  <a:pt x="6963" y="3507"/>
                </a:cubicBezTo>
                <a:cubicBezTo>
                  <a:pt x="7184" y="3412"/>
                  <a:pt x="7404" y="3349"/>
                  <a:pt x="7625" y="3318"/>
                </a:cubicBezTo>
                <a:close/>
                <a:moveTo>
                  <a:pt x="2611" y="3034"/>
                </a:moveTo>
                <a:cubicBezTo>
                  <a:pt x="2846" y="3034"/>
                  <a:pt x="3110" y="3054"/>
                  <a:pt x="3403" y="3097"/>
                </a:cubicBezTo>
                <a:cubicBezTo>
                  <a:pt x="3309" y="3570"/>
                  <a:pt x="3183" y="4042"/>
                  <a:pt x="3151" y="4609"/>
                </a:cubicBezTo>
                <a:cubicBezTo>
                  <a:pt x="2742" y="4924"/>
                  <a:pt x="2363" y="5240"/>
                  <a:pt x="1954" y="5586"/>
                </a:cubicBezTo>
                <a:cubicBezTo>
                  <a:pt x="712" y="4068"/>
                  <a:pt x="945" y="3034"/>
                  <a:pt x="2611" y="3034"/>
                </a:cubicBezTo>
                <a:close/>
                <a:moveTo>
                  <a:pt x="9301" y="3075"/>
                </a:moveTo>
                <a:cubicBezTo>
                  <a:pt x="10879" y="3075"/>
                  <a:pt x="11079" y="4102"/>
                  <a:pt x="9862" y="5618"/>
                </a:cubicBezTo>
                <a:cubicBezTo>
                  <a:pt x="9515" y="5271"/>
                  <a:pt x="9137" y="4924"/>
                  <a:pt x="8696" y="4641"/>
                </a:cubicBezTo>
                <a:cubicBezTo>
                  <a:pt x="8601" y="4137"/>
                  <a:pt x="8538" y="3601"/>
                  <a:pt x="8412" y="3160"/>
                </a:cubicBezTo>
                <a:cubicBezTo>
                  <a:pt x="8746" y="3102"/>
                  <a:pt x="9042" y="3075"/>
                  <a:pt x="9301" y="3075"/>
                </a:cubicBezTo>
                <a:close/>
                <a:moveTo>
                  <a:pt x="8822" y="5744"/>
                </a:moveTo>
                <a:cubicBezTo>
                  <a:pt x="9011" y="5901"/>
                  <a:pt x="9169" y="6059"/>
                  <a:pt x="9326" y="6216"/>
                </a:cubicBezTo>
                <a:cubicBezTo>
                  <a:pt x="9169" y="6374"/>
                  <a:pt x="8980" y="6531"/>
                  <a:pt x="8822" y="6689"/>
                </a:cubicBezTo>
                <a:lnTo>
                  <a:pt x="8822" y="5744"/>
                </a:lnTo>
                <a:close/>
                <a:moveTo>
                  <a:pt x="3025" y="5775"/>
                </a:moveTo>
                <a:lnTo>
                  <a:pt x="3025" y="6720"/>
                </a:lnTo>
                <a:cubicBezTo>
                  <a:pt x="2836" y="6563"/>
                  <a:pt x="2679" y="6405"/>
                  <a:pt x="2521" y="6248"/>
                </a:cubicBezTo>
                <a:cubicBezTo>
                  <a:pt x="2679" y="6090"/>
                  <a:pt x="2868" y="5933"/>
                  <a:pt x="3025" y="5775"/>
                </a:cubicBezTo>
                <a:close/>
                <a:moveTo>
                  <a:pt x="5892" y="3885"/>
                </a:moveTo>
                <a:cubicBezTo>
                  <a:pt x="6617" y="4200"/>
                  <a:pt x="7278" y="4609"/>
                  <a:pt x="7908" y="5082"/>
                </a:cubicBezTo>
                <a:cubicBezTo>
                  <a:pt x="8003" y="5838"/>
                  <a:pt x="8003" y="6626"/>
                  <a:pt x="7908" y="7413"/>
                </a:cubicBezTo>
                <a:cubicBezTo>
                  <a:pt x="7278" y="7823"/>
                  <a:pt x="6585" y="8232"/>
                  <a:pt x="5892" y="8579"/>
                </a:cubicBezTo>
                <a:cubicBezTo>
                  <a:pt x="5545" y="8421"/>
                  <a:pt x="5230" y="8232"/>
                  <a:pt x="4884" y="8043"/>
                </a:cubicBezTo>
                <a:cubicBezTo>
                  <a:pt x="4537" y="7823"/>
                  <a:pt x="4191" y="7634"/>
                  <a:pt x="3876" y="7413"/>
                </a:cubicBezTo>
                <a:cubicBezTo>
                  <a:pt x="3844" y="6657"/>
                  <a:pt x="3844" y="5870"/>
                  <a:pt x="3876" y="5082"/>
                </a:cubicBezTo>
                <a:cubicBezTo>
                  <a:pt x="4191" y="4830"/>
                  <a:pt x="4537" y="4641"/>
                  <a:pt x="4884" y="4452"/>
                </a:cubicBezTo>
                <a:cubicBezTo>
                  <a:pt x="5230" y="4263"/>
                  <a:pt x="5577" y="4042"/>
                  <a:pt x="5892" y="3885"/>
                </a:cubicBezTo>
                <a:close/>
                <a:moveTo>
                  <a:pt x="4033" y="8516"/>
                </a:moveTo>
                <a:cubicBezTo>
                  <a:pt x="4159" y="8579"/>
                  <a:pt x="4317" y="8674"/>
                  <a:pt x="4474" y="8737"/>
                </a:cubicBezTo>
                <a:cubicBezTo>
                  <a:pt x="4632" y="8831"/>
                  <a:pt x="4758" y="8894"/>
                  <a:pt x="4915" y="8989"/>
                </a:cubicBezTo>
                <a:cubicBezTo>
                  <a:pt x="4663" y="9052"/>
                  <a:pt x="4474" y="9146"/>
                  <a:pt x="4254" y="9178"/>
                </a:cubicBezTo>
                <a:cubicBezTo>
                  <a:pt x="4159" y="8926"/>
                  <a:pt x="4096" y="8737"/>
                  <a:pt x="4033" y="8516"/>
                </a:cubicBezTo>
                <a:close/>
                <a:moveTo>
                  <a:pt x="7782" y="8516"/>
                </a:moveTo>
                <a:cubicBezTo>
                  <a:pt x="7751" y="8737"/>
                  <a:pt x="7688" y="8989"/>
                  <a:pt x="7625" y="9178"/>
                </a:cubicBezTo>
                <a:cubicBezTo>
                  <a:pt x="7404" y="9083"/>
                  <a:pt x="7184" y="9052"/>
                  <a:pt x="6963" y="8989"/>
                </a:cubicBezTo>
                <a:cubicBezTo>
                  <a:pt x="7278" y="8831"/>
                  <a:pt x="7499" y="8674"/>
                  <a:pt x="7782" y="8516"/>
                </a:cubicBezTo>
                <a:close/>
                <a:moveTo>
                  <a:pt x="1954" y="6846"/>
                </a:moveTo>
                <a:cubicBezTo>
                  <a:pt x="2300" y="7193"/>
                  <a:pt x="2710" y="7571"/>
                  <a:pt x="3151" y="7823"/>
                </a:cubicBezTo>
                <a:cubicBezTo>
                  <a:pt x="3214" y="8358"/>
                  <a:pt x="3309" y="8863"/>
                  <a:pt x="3403" y="9335"/>
                </a:cubicBezTo>
                <a:cubicBezTo>
                  <a:pt x="3090" y="9388"/>
                  <a:pt x="2806" y="9414"/>
                  <a:pt x="2555" y="9414"/>
                </a:cubicBezTo>
                <a:cubicBezTo>
                  <a:pt x="1015" y="9414"/>
                  <a:pt x="681" y="8445"/>
                  <a:pt x="1954" y="6846"/>
                </a:cubicBezTo>
                <a:close/>
                <a:moveTo>
                  <a:pt x="9925" y="6846"/>
                </a:moveTo>
                <a:lnTo>
                  <a:pt x="9925" y="6846"/>
                </a:lnTo>
                <a:cubicBezTo>
                  <a:pt x="11167" y="8392"/>
                  <a:pt x="10934" y="9430"/>
                  <a:pt x="9267" y="9430"/>
                </a:cubicBezTo>
                <a:cubicBezTo>
                  <a:pt x="9032" y="9430"/>
                  <a:pt x="8768" y="9410"/>
                  <a:pt x="8475" y="9367"/>
                </a:cubicBezTo>
                <a:cubicBezTo>
                  <a:pt x="8538" y="8894"/>
                  <a:pt x="8664" y="8390"/>
                  <a:pt x="8727" y="7823"/>
                </a:cubicBezTo>
                <a:cubicBezTo>
                  <a:pt x="9137" y="7508"/>
                  <a:pt x="9515" y="7193"/>
                  <a:pt x="9925" y="6846"/>
                </a:cubicBezTo>
                <a:close/>
                <a:moveTo>
                  <a:pt x="5924" y="9461"/>
                </a:moveTo>
                <a:cubicBezTo>
                  <a:pt x="6396" y="9650"/>
                  <a:pt x="6869" y="9839"/>
                  <a:pt x="7404" y="9965"/>
                </a:cubicBezTo>
                <a:cubicBezTo>
                  <a:pt x="6962" y="11056"/>
                  <a:pt x="6440" y="11607"/>
                  <a:pt x="5922" y="11607"/>
                </a:cubicBezTo>
                <a:cubicBezTo>
                  <a:pt x="5408" y="11607"/>
                  <a:pt x="4898" y="11064"/>
                  <a:pt x="4474" y="9965"/>
                </a:cubicBezTo>
                <a:cubicBezTo>
                  <a:pt x="4978" y="9839"/>
                  <a:pt x="5451" y="9650"/>
                  <a:pt x="5924" y="9461"/>
                </a:cubicBezTo>
                <a:close/>
                <a:moveTo>
                  <a:pt x="5931" y="1"/>
                </a:moveTo>
                <a:cubicBezTo>
                  <a:pt x="5817" y="1"/>
                  <a:pt x="5699" y="14"/>
                  <a:pt x="5577" y="41"/>
                </a:cubicBezTo>
                <a:cubicBezTo>
                  <a:pt x="4632" y="262"/>
                  <a:pt x="4002" y="1333"/>
                  <a:pt x="3655" y="2278"/>
                </a:cubicBezTo>
                <a:cubicBezTo>
                  <a:pt x="3326" y="2223"/>
                  <a:pt x="2973" y="2187"/>
                  <a:pt x="2624" y="2187"/>
                </a:cubicBezTo>
                <a:cubicBezTo>
                  <a:pt x="1770" y="2187"/>
                  <a:pt x="939" y="2404"/>
                  <a:pt x="536" y="3097"/>
                </a:cubicBezTo>
                <a:cubicBezTo>
                  <a:pt x="1" y="4074"/>
                  <a:pt x="662" y="5334"/>
                  <a:pt x="1387" y="6216"/>
                </a:cubicBezTo>
                <a:cubicBezTo>
                  <a:pt x="788" y="6972"/>
                  <a:pt x="158" y="8043"/>
                  <a:pt x="379" y="8926"/>
                </a:cubicBezTo>
                <a:cubicBezTo>
                  <a:pt x="599" y="9650"/>
                  <a:pt x="1166" y="10028"/>
                  <a:pt x="1922" y="10186"/>
                </a:cubicBezTo>
                <a:cubicBezTo>
                  <a:pt x="2157" y="10241"/>
                  <a:pt x="2410" y="10266"/>
                  <a:pt x="2668" y="10266"/>
                </a:cubicBezTo>
                <a:cubicBezTo>
                  <a:pt x="2998" y="10266"/>
                  <a:pt x="3337" y="10225"/>
                  <a:pt x="3655" y="10154"/>
                </a:cubicBezTo>
                <a:cubicBezTo>
                  <a:pt x="4221" y="11678"/>
                  <a:pt x="5076" y="12434"/>
                  <a:pt x="5929" y="12434"/>
                </a:cubicBezTo>
                <a:cubicBezTo>
                  <a:pt x="6786" y="12434"/>
                  <a:pt x="7639" y="11670"/>
                  <a:pt x="8192" y="10154"/>
                </a:cubicBezTo>
                <a:cubicBezTo>
                  <a:pt x="8550" y="10215"/>
                  <a:pt x="8882" y="10243"/>
                  <a:pt x="9186" y="10243"/>
                </a:cubicBezTo>
                <a:cubicBezTo>
                  <a:pt x="11589" y="10243"/>
                  <a:pt x="12278" y="8453"/>
                  <a:pt x="10460" y="6216"/>
                </a:cubicBezTo>
                <a:cubicBezTo>
                  <a:pt x="12272" y="4014"/>
                  <a:pt x="11618" y="2182"/>
                  <a:pt x="9217" y="2182"/>
                </a:cubicBezTo>
                <a:cubicBezTo>
                  <a:pt x="8904" y="2182"/>
                  <a:pt x="8562" y="2213"/>
                  <a:pt x="8192" y="2278"/>
                </a:cubicBezTo>
                <a:cubicBezTo>
                  <a:pt x="7765" y="1139"/>
                  <a:pt x="7004" y="1"/>
                  <a:pt x="5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0" name="Google Shape;2740;p22"/>
          <p:cNvSpPr/>
          <p:nvPr/>
        </p:nvSpPr>
        <p:spPr>
          <a:xfrm>
            <a:off x="1070443" y="2102405"/>
            <a:ext cx="81176" cy="60158"/>
          </a:xfrm>
          <a:custGeom>
            <a:rect b="b" l="l" r="r" t="t"/>
            <a:pathLst>
              <a:path extrusionOk="0" h="2491" w="2521">
                <a:moveTo>
                  <a:pt x="1313" y="0"/>
                </a:moveTo>
                <a:cubicBezTo>
                  <a:pt x="1295" y="0"/>
                  <a:pt x="1278" y="1"/>
                  <a:pt x="1261" y="1"/>
                </a:cubicBezTo>
                <a:cubicBezTo>
                  <a:pt x="599" y="1"/>
                  <a:pt x="0" y="569"/>
                  <a:pt x="63" y="1230"/>
                </a:cubicBezTo>
                <a:cubicBezTo>
                  <a:pt x="0" y="1955"/>
                  <a:pt x="567" y="2490"/>
                  <a:pt x="1261" y="2490"/>
                </a:cubicBezTo>
                <a:cubicBezTo>
                  <a:pt x="1954" y="2490"/>
                  <a:pt x="2521" y="1955"/>
                  <a:pt x="2489" y="1230"/>
                </a:cubicBezTo>
                <a:cubicBezTo>
                  <a:pt x="2489" y="585"/>
                  <a:pt x="1980" y="0"/>
                  <a:pt x="13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1" name="Google Shape;2741;p22"/>
          <p:cNvSpPr/>
          <p:nvPr/>
        </p:nvSpPr>
        <p:spPr>
          <a:xfrm>
            <a:off x="916384" y="2344981"/>
            <a:ext cx="409842" cy="30588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2" name="Google Shape;2742;p22"/>
          <p:cNvSpPr/>
          <p:nvPr/>
        </p:nvSpPr>
        <p:spPr>
          <a:xfrm>
            <a:off x="3364144" y="1672528"/>
            <a:ext cx="108578" cy="81434"/>
          </a:xfrm>
          <a:custGeom>
            <a:rect b="b" l="l" r="r" t="t"/>
            <a:pathLst>
              <a:path extrusionOk="0" h="3372" w="3372">
                <a:moveTo>
                  <a:pt x="2710" y="0"/>
                </a:moveTo>
                <a:lnTo>
                  <a:pt x="1" y="2710"/>
                </a:lnTo>
                <a:lnTo>
                  <a:pt x="694" y="3371"/>
                </a:lnTo>
                <a:lnTo>
                  <a:pt x="3372" y="662"/>
                </a:lnTo>
                <a:lnTo>
                  <a:pt x="271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3" name="Google Shape;2743;p22"/>
          <p:cNvSpPr/>
          <p:nvPr/>
        </p:nvSpPr>
        <p:spPr>
          <a:xfrm>
            <a:off x="3532548" y="1646857"/>
            <a:ext cx="194810" cy="144393"/>
          </a:xfrm>
          <a:custGeom>
            <a:rect b="b" l="l" r="r" t="t"/>
            <a:pathLst>
              <a:path extrusionOk="0" h="5979" w="6050">
                <a:moveTo>
                  <a:pt x="2663" y="0"/>
                </a:moveTo>
                <a:cubicBezTo>
                  <a:pt x="2552" y="0"/>
                  <a:pt x="2442" y="39"/>
                  <a:pt x="2363" y="118"/>
                </a:cubicBezTo>
                <a:lnTo>
                  <a:pt x="1261" y="1221"/>
                </a:lnTo>
                <a:lnTo>
                  <a:pt x="2678" y="2639"/>
                </a:lnTo>
                <a:cubicBezTo>
                  <a:pt x="2836" y="2796"/>
                  <a:pt x="2836" y="3080"/>
                  <a:pt x="2678" y="3237"/>
                </a:cubicBezTo>
                <a:cubicBezTo>
                  <a:pt x="2637" y="3278"/>
                  <a:pt x="2560" y="3302"/>
                  <a:pt x="2473" y="3302"/>
                </a:cubicBezTo>
                <a:cubicBezTo>
                  <a:pt x="2360" y="3302"/>
                  <a:pt x="2232" y="3263"/>
                  <a:pt x="2143" y="3174"/>
                </a:cubicBezTo>
                <a:lnTo>
                  <a:pt x="725" y="1756"/>
                </a:lnTo>
                <a:lnTo>
                  <a:pt x="0" y="2481"/>
                </a:lnTo>
                <a:lnTo>
                  <a:pt x="3529" y="5978"/>
                </a:lnTo>
                <a:lnTo>
                  <a:pt x="5892" y="3615"/>
                </a:lnTo>
                <a:cubicBezTo>
                  <a:pt x="6049" y="3458"/>
                  <a:pt x="6049" y="3174"/>
                  <a:pt x="5892" y="3017"/>
                </a:cubicBezTo>
                <a:lnTo>
                  <a:pt x="2962" y="118"/>
                </a:lnTo>
                <a:cubicBezTo>
                  <a:pt x="2883" y="39"/>
                  <a:pt x="2773" y="0"/>
                  <a:pt x="2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4" name="Google Shape;2744;p22"/>
          <p:cNvSpPr/>
          <p:nvPr/>
        </p:nvSpPr>
        <p:spPr>
          <a:xfrm>
            <a:off x="3404716" y="1702957"/>
            <a:ext cx="274956" cy="206217"/>
          </a:xfrm>
          <a:custGeom>
            <a:rect b="b" l="l" r="r" t="t"/>
            <a:pathLst>
              <a:path extrusionOk="0" h="8539" w="8539">
                <a:moveTo>
                  <a:pt x="2679" y="0"/>
                </a:moveTo>
                <a:lnTo>
                  <a:pt x="1" y="2678"/>
                </a:lnTo>
                <a:lnTo>
                  <a:pt x="5861" y="8538"/>
                </a:lnTo>
                <a:lnTo>
                  <a:pt x="8539" y="5860"/>
                </a:lnTo>
                <a:lnTo>
                  <a:pt x="26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5" name="Google Shape;2745;p22"/>
          <p:cNvSpPr/>
          <p:nvPr/>
        </p:nvSpPr>
        <p:spPr>
          <a:xfrm>
            <a:off x="3616751" y="1861960"/>
            <a:ext cx="113183" cy="82883"/>
          </a:xfrm>
          <a:custGeom>
            <a:rect b="b" l="l" r="r" t="t"/>
            <a:pathLst>
              <a:path extrusionOk="0" h="3432" w="3515">
                <a:moveTo>
                  <a:pt x="2426" y="1"/>
                </a:moveTo>
                <a:lnTo>
                  <a:pt x="0" y="2427"/>
                </a:lnTo>
                <a:lnTo>
                  <a:pt x="2899" y="3404"/>
                </a:lnTo>
                <a:cubicBezTo>
                  <a:pt x="2948" y="3423"/>
                  <a:pt x="2996" y="3432"/>
                  <a:pt x="3044" y="3432"/>
                </a:cubicBezTo>
                <a:cubicBezTo>
                  <a:pt x="3302" y="3432"/>
                  <a:pt x="3514" y="3166"/>
                  <a:pt x="3434" y="2899"/>
                </a:cubicBez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6" name="Google Shape;2746;p22"/>
          <p:cNvSpPr/>
          <p:nvPr/>
        </p:nvSpPr>
        <p:spPr>
          <a:xfrm>
            <a:off x="3327629" y="1798832"/>
            <a:ext cx="193780" cy="144393"/>
          </a:xfrm>
          <a:custGeom>
            <a:rect b="b" l="l" r="r" t="t"/>
            <a:pathLst>
              <a:path extrusionOk="0" h="5979" w="6018">
                <a:moveTo>
                  <a:pt x="2521" y="0"/>
                </a:moveTo>
                <a:lnTo>
                  <a:pt x="1796" y="725"/>
                </a:lnTo>
                <a:lnTo>
                  <a:pt x="3308" y="2205"/>
                </a:lnTo>
                <a:cubicBezTo>
                  <a:pt x="3466" y="2363"/>
                  <a:pt x="3466" y="2646"/>
                  <a:pt x="3308" y="2804"/>
                </a:cubicBezTo>
                <a:cubicBezTo>
                  <a:pt x="3230" y="2883"/>
                  <a:pt x="3119" y="2922"/>
                  <a:pt x="3009" y="2922"/>
                </a:cubicBezTo>
                <a:cubicBezTo>
                  <a:pt x="2899" y="2922"/>
                  <a:pt x="2789" y="2883"/>
                  <a:pt x="2710" y="2804"/>
                </a:cubicBezTo>
                <a:lnTo>
                  <a:pt x="1229" y="1292"/>
                </a:lnTo>
                <a:lnTo>
                  <a:pt x="158" y="2363"/>
                </a:lnTo>
                <a:cubicBezTo>
                  <a:pt x="0" y="2520"/>
                  <a:pt x="0" y="2804"/>
                  <a:pt x="158" y="2962"/>
                </a:cubicBezTo>
                <a:lnTo>
                  <a:pt x="3056" y="5860"/>
                </a:lnTo>
                <a:cubicBezTo>
                  <a:pt x="3135" y="5939"/>
                  <a:pt x="3245" y="5978"/>
                  <a:pt x="3356" y="5978"/>
                </a:cubicBezTo>
                <a:cubicBezTo>
                  <a:pt x="3466" y="5978"/>
                  <a:pt x="3576" y="5939"/>
                  <a:pt x="3655" y="5860"/>
                </a:cubicBezTo>
                <a:lnTo>
                  <a:pt x="6018" y="3497"/>
                </a:lnTo>
                <a:lnTo>
                  <a:pt x="252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7" name="Google Shape;2747;p22"/>
          <p:cNvSpPr/>
          <p:nvPr/>
        </p:nvSpPr>
        <p:spPr>
          <a:xfrm>
            <a:off x="3314427" y="1638671"/>
            <a:ext cx="118721" cy="84863"/>
          </a:xfrm>
          <a:custGeom>
            <a:rect b="b" l="l" r="r" t="t"/>
            <a:pathLst>
              <a:path extrusionOk="0" h="3514" w="3687">
                <a:moveTo>
                  <a:pt x="2281" y="0"/>
                </a:moveTo>
                <a:cubicBezTo>
                  <a:pt x="1915" y="0"/>
                  <a:pt x="1545" y="142"/>
                  <a:pt x="1261" y="426"/>
                </a:cubicBezTo>
                <a:lnTo>
                  <a:pt x="568" y="1119"/>
                </a:lnTo>
                <a:cubicBezTo>
                  <a:pt x="1" y="1686"/>
                  <a:pt x="1" y="2568"/>
                  <a:pt x="568" y="3135"/>
                </a:cubicBezTo>
                <a:lnTo>
                  <a:pt x="946" y="3513"/>
                </a:lnTo>
                <a:lnTo>
                  <a:pt x="3687" y="804"/>
                </a:lnTo>
                <a:lnTo>
                  <a:pt x="3277" y="426"/>
                </a:lnTo>
                <a:cubicBezTo>
                  <a:pt x="3010" y="142"/>
                  <a:pt x="2647" y="0"/>
                  <a:pt x="22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8" name="Google Shape;2748;p22"/>
          <p:cNvSpPr/>
          <p:nvPr/>
        </p:nvSpPr>
        <p:spPr>
          <a:xfrm>
            <a:off x="3317244" y="2025584"/>
            <a:ext cx="386561" cy="79912"/>
          </a:xfrm>
          <a:custGeom>
            <a:rect b="b" l="l" r="r" t="t"/>
            <a:pathLst>
              <a:path extrusionOk="0" h="3309" w="12005">
                <a:moveTo>
                  <a:pt x="1671" y="0"/>
                </a:moveTo>
                <a:cubicBezTo>
                  <a:pt x="757" y="0"/>
                  <a:pt x="1" y="757"/>
                  <a:pt x="1" y="1670"/>
                </a:cubicBezTo>
                <a:cubicBezTo>
                  <a:pt x="1" y="2552"/>
                  <a:pt x="757" y="3308"/>
                  <a:pt x="1671" y="3308"/>
                </a:cubicBezTo>
                <a:lnTo>
                  <a:pt x="11469" y="3308"/>
                </a:lnTo>
                <a:cubicBezTo>
                  <a:pt x="11815" y="3308"/>
                  <a:pt x="12004" y="2930"/>
                  <a:pt x="11784" y="2647"/>
                </a:cubicBezTo>
                <a:cubicBezTo>
                  <a:pt x="11595" y="2363"/>
                  <a:pt x="11469" y="2017"/>
                  <a:pt x="11469" y="1670"/>
                </a:cubicBezTo>
                <a:cubicBezTo>
                  <a:pt x="11469" y="1292"/>
                  <a:pt x="11595" y="946"/>
                  <a:pt x="11784" y="662"/>
                </a:cubicBezTo>
                <a:cubicBezTo>
                  <a:pt x="11973" y="410"/>
                  <a:pt x="11784" y="0"/>
                  <a:pt x="114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49" name="Google Shape;2749;p22"/>
          <p:cNvSpPr/>
          <p:nvPr/>
        </p:nvSpPr>
        <p:spPr>
          <a:xfrm>
            <a:off x="3622596" y="2125251"/>
            <a:ext cx="27434" cy="79912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2" y="3309"/>
                </a:lnTo>
                <a:lnTo>
                  <a:pt x="85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0" name="Google Shape;2750;p22"/>
          <p:cNvSpPr/>
          <p:nvPr/>
        </p:nvSpPr>
        <p:spPr>
          <a:xfrm>
            <a:off x="3676369" y="2126024"/>
            <a:ext cx="50747" cy="79912"/>
          </a:xfrm>
          <a:custGeom>
            <a:rect b="b" l="l" r="r" t="t"/>
            <a:pathLst>
              <a:path extrusionOk="0" h="3309" w="1576">
                <a:moveTo>
                  <a:pt x="1" y="0"/>
                </a:moveTo>
                <a:lnTo>
                  <a:pt x="1" y="3308"/>
                </a:lnTo>
                <a:lnTo>
                  <a:pt x="1198" y="3308"/>
                </a:lnTo>
                <a:cubicBezTo>
                  <a:pt x="1387" y="3277"/>
                  <a:pt x="1576" y="3088"/>
                  <a:pt x="1576" y="2899"/>
                </a:cubicBezTo>
                <a:lnTo>
                  <a:pt x="1576" y="410"/>
                </a:lnTo>
                <a:cubicBezTo>
                  <a:pt x="1576" y="158"/>
                  <a:pt x="1387" y="0"/>
                  <a:pt x="1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1" name="Google Shape;2751;p22"/>
          <p:cNvSpPr/>
          <p:nvPr/>
        </p:nvSpPr>
        <p:spPr>
          <a:xfrm>
            <a:off x="3345676" y="2125251"/>
            <a:ext cx="250580" cy="79912"/>
          </a:xfrm>
          <a:custGeom>
            <a:rect b="b" l="l" r="r" t="t"/>
            <a:pathLst>
              <a:path extrusionOk="0" h="3309" w="7782">
                <a:moveTo>
                  <a:pt x="441" y="1"/>
                </a:moveTo>
                <a:cubicBezTo>
                  <a:pt x="189" y="1"/>
                  <a:pt x="0" y="221"/>
                  <a:pt x="0" y="442"/>
                </a:cubicBezTo>
                <a:lnTo>
                  <a:pt x="0" y="2931"/>
                </a:lnTo>
                <a:cubicBezTo>
                  <a:pt x="0" y="3151"/>
                  <a:pt x="189" y="3309"/>
                  <a:pt x="441" y="3309"/>
                </a:cubicBezTo>
                <a:lnTo>
                  <a:pt x="7782" y="3309"/>
                </a:lnTo>
                <a:lnTo>
                  <a:pt x="778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2" name="Google Shape;2752;p22"/>
          <p:cNvSpPr/>
          <p:nvPr/>
        </p:nvSpPr>
        <p:spPr>
          <a:xfrm>
            <a:off x="3399418" y="2224918"/>
            <a:ext cx="27434" cy="79912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1" y="3309"/>
                </a:lnTo>
                <a:lnTo>
                  <a:pt x="8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3" name="Google Shape;2753;p22"/>
          <p:cNvSpPr/>
          <p:nvPr/>
        </p:nvSpPr>
        <p:spPr>
          <a:xfrm>
            <a:off x="3453192" y="2226440"/>
            <a:ext cx="245525" cy="79164"/>
          </a:xfrm>
          <a:custGeom>
            <a:rect b="b" l="l" r="r" t="t"/>
            <a:pathLst>
              <a:path extrusionOk="0" h="3278" w="7625">
                <a:moveTo>
                  <a:pt x="1" y="1"/>
                </a:moveTo>
                <a:lnTo>
                  <a:pt x="1" y="3277"/>
                </a:lnTo>
                <a:lnTo>
                  <a:pt x="7247" y="3277"/>
                </a:lnTo>
                <a:cubicBezTo>
                  <a:pt x="7467" y="3277"/>
                  <a:pt x="7625" y="3057"/>
                  <a:pt x="7625" y="2868"/>
                </a:cubicBezTo>
                <a:lnTo>
                  <a:pt x="7625" y="379"/>
                </a:lnTo>
                <a:cubicBezTo>
                  <a:pt x="7625" y="158"/>
                  <a:pt x="7436" y="1"/>
                  <a:pt x="72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4" name="Google Shape;2754;p22"/>
          <p:cNvSpPr/>
          <p:nvPr/>
        </p:nvSpPr>
        <p:spPr>
          <a:xfrm>
            <a:off x="3317244" y="2225690"/>
            <a:ext cx="55835" cy="79912"/>
          </a:xfrm>
          <a:custGeom>
            <a:rect b="b" l="l" r="r" t="t"/>
            <a:pathLst>
              <a:path extrusionOk="0" h="3309" w="1734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lnTo>
                  <a:pt x="1" y="2867"/>
                </a:lnTo>
                <a:cubicBezTo>
                  <a:pt x="1" y="3088"/>
                  <a:pt x="190" y="3308"/>
                  <a:pt x="442" y="3308"/>
                </a:cubicBezTo>
                <a:lnTo>
                  <a:pt x="1734" y="3308"/>
                </a:lnTo>
                <a:lnTo>
                  <a:pt x="173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5" name="Google Shape;2755;p22"/>
          <p:cNvSpPr/>
          <p:nvPr/>
        </p:nvSpPr>
        <p:spPr>
          <a:xfrm>
            <a:off x="3377620" y="2506500"/>
            <a:ext cx="292183" cy="98170"/>
          </a:xfrm>
          <a:custGeom>
            <a:rect b="b" l="l" r="r" t="t"/>
            <a:pathLst>
              <a:path extrusionOk="0" h="4065" w="9074">
                <a:moveTo>
                  <a:pt x="0" y="0"/>
                </a:moveTo>
                <a:lnTo>
                  <a:pt x="0" y="2017"/>
                </a:lnTo>
                <a:cubicBezTo>
                  <a:pt x="0" y="3529"/>
                  <a:pt x="2741" y="4065"/>
                  <a:pt x="4505" y="4065"/>
                </a:cubicBezTo>
                <a:cubicBezTo>
                  <a:pt x="6774" y="4065"/>
                  <a:pt x="9074" y="3371"/>
                  <a:pt x="9074" y="2017"/>
                </a:cubicBezTo>
                <a:lnTo>
                  <a:pt x="9074" y="0"/>
                </a:lnTo>
                <a:lnTo>
                  <a:pt x="5135" y="2237"/>
                </a:lnTo>
                <a:cubicBezTo>
                  <a:pt x="4953" y="2359"/>
                  <a:pt x="4748" y="2415"/>
                  <a:pt x="4546" y="2415"/>
                </a:cubicBezTo>
                <a:cubicBezTo>
                  <a:pt x="4330" y="2415"/>
                  <a:pt x="4117" y="2351"/>
                  <a:pt x="3938" y="2237"/>
                </a:cubicBezTo>
                <a:cubicBezTo>
                  <a:pt x="3623" y="2048"/>
                  <a:pt x="315" y="22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6" name="Google Shape;2756;p22"/>
          <p:cNvSpPr/>
          <p:nvPr/>
        </p:nvSpPr>
        <p:spPr>
          <a:xfrm>
            <a:off x="3321817" y="2365561"/>
            <a:ext cx="400729" cy="306053"/>
          </a:xfrm>
          <a:custGeom>
            <a:rect b="b" l="l" r="r" t="t"/>
            <a:pathLst>
              <a:path extrusionOk="0" h="12673" w="12445">
                <a:moveTo>
                  <a:pt x="6254" y="0"/>
                </a:moveTo>
                <a:cubicBezTo>
                  <a:pt x="6183" y="0"/>
                  <a:pt x="6112" y="24"/>
                  <a:pt x="6049" y="71"/>
                </a:cubicBezTo>
                <a:lnTo>
                  <a:pt x="284" y="3379"/>
                </a:lnTo>
                <a:cubicBezTo>
                  <a:pt x="0" y="3537"/>
                  <a:pt x="0" y="3915"/>
                  <a:pt x="284" y="4072"/>
                </a:cubicBezTo>
                <a:lnTo>
                  <a:pt x="6049" y="7380"/>
                </a:lnTo>
                <a:cubicBezTo>
                  <a:pt x="6112" y="7427"/>
                  <a:pt x="6183" y="7451"/>
                  <a:pt x="6254" y="7451"/>
                </a:cubicBezTo>
                <a:cubicBezTo>
                  <a:pt x="6325" y="7451"/>
                  <a:pt x="6396" y="7427"/>
                  <a:pt x="6459" y="7380"/>
                </a:cubicBezTo>
                <a:cubicBezTo>
                  <a:pt x="11374" y="4545"/>
                  <a:pt x="11626" y="4419"/>
                  <a:pt x="11626" y="4419"/>
                </a:cubicBezTo>
                <a:lnTo>
                  <a:pt x="11626" y="12263"/>
                </a:lnTo>
                <a:cubicBezTo>
                  <a:pt x="11657" y="12515"/>
                  <a:pt x="11846" y="12673"/>
                  <a:pt x="12035" y="12673"/>
                </a:cubicBezTo>
                <a:cubicBezTo>
                  <a:pt x="12287" y="12673"/>
                  <a:pt x="12445" y="12452"/>
                  <a:pt x="12445" y="12263"/>
                </a:cubicBezTo>
                <a:lnTo>
                  <a:pt x="12445" y="3726"/>
                </a:lnTo>
                <a:cubicBezTo>
                  <a:pt x="12445" y="3568"/>
                  <a:pt x="12319" y="3411"/>
                  <a:pt x="12256" y="3379"/>
                </a:cubicBezTo>
                <a:lnTo>
                  <a:pt x="6459" y="71"/>
                </a:lnTo>
                <a:cubicBezTo>
                  <a:pt x="6396" y="24"/>
                  <a:pt x="6325" y="0"/>
                  <a:pt x="62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7" name="Google Shape;2757;p22"/>
          <p:cNvSpPr/>
          <p:nvPr/>
        </p:nvSpPr>
        <p:spPr>
          <a:xfrm>
            <a:off x="2140165" y="2738519"/>
            <a:ext cx="133920" cy="119470"/>
          </a:xfrm>
          <a:custGeom>
            <a:rect b="b" l="l" r="r" t="t"/>
            <a:pathLst>
              <a:path extrusionOk="0" h="4947" w="4159">
                <a:moveTo>
                  <a:pt x="0" y="0"/>
                </a:moveTo>
                <a:lnTo>
                  <a:pt x="0" y="2552"/>
                </a:lnTo>
                <a:cubicBezTo>
                  <a:pt x="473" y="2710"/>
                  <a:pt x="851" y="3182"/>
                  <a:pt x="851" y="3750"/>
                </a:cubicBezTo>
                <a:lnTo>
                  <a:pt x="851" y="4947"/>
                </a:lnTo>
                <a:lnTo>
                  <a:pt x="4159" y="4947"/>
                </a:lnTo>
                <a:lnTo>
                  <a:pt x="4159" y="3687"/>
                </a:lnTo>
                <a:cubicBezTo>
                  <a:pt x="4159" y="1639"/>
                  <a:pt x="2489" y="0"/>
                  <a:pt x="4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8" name="Google Shape;2758;p22"/>
          <p:cNvSpPr/>
          <p:nvPr/>
        </p:nvSpPr>
        <p:spPr>
          <a:xfrm>
            <a:off x="2113760" y="2816112"/>
            <a:ext cx="28433" cy="60906"/>
          </a:xfrm>
          <a:custGeom>
            <a:rect b="b" l="l" r="r" t="t"/>
            <a:pathLst>
              <a:path extrusionOk="0" h="2522" w="883">
                <a:moveTo>
                  <a:pt x="474" y="1"/>
                </a:moveTo>
                <a:cubicBezTo>
                  <a:pt x="253" y="1"/>
                  <a:pt x="95" y="222"/>
                  <a:pt x="95" y="442"/>
                </a:cubicBezTo>
                <a:lnTo>
                  <a:pt x="95" y="2112"/>
                </a:lnTo>
                <a:cubicBezTo>
                  <a:pt x="1" y="2332"/>
                  <a:pt x="190" y="2521"/>
                  <a:pt x="442" y="2521"/>
                </a:cubicBezTo>
                <a:cubicBezTo>
                  <a:pt x="663" y="2521"/>
                  <a:pt x="820" y="2332"/>
                  <a:pt x="883" y="2112"/>
                </a:cubicBezTo>
                <a:lnTo>
                  <a:pt x="883" y="442"/>
                </a:lnTo>
                <a:cubicBezTo>
                  <a:pt x="883" y="222"/>
                  <a:pt x="663" y="64"/>
                  <a:pt x="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59" name="Google Shape;2759;p22"/>
          <p:cNvSpPr/>
          <p:nvPr/>
        </p:nvSpPr>
        <p:spPr>
          <a:xfrm>
            <a:off x="1980872" y="2737745"/>
            <a:ext cx="132922" cy="118721"/>
          </a:xfrm>
          <a:custGeom>
            <a:rect b="b" l="l" r="r" t="t"/>
            <a:pathLst>
              <a:path extrusionOk="0" h="4916" w="4128">
                <a:moveTo>
                  <a:pt x="3687" y="1"/>
                </a:moveTo>
                <a:cubicBezTo>
                  <a:pt x="1671" y="1"/>
                  <a:pt x="1" y="1639"/>
                  <a:pt x="1" y="3687"/>
                </a:cubicBezTo>
                <a:lnTo>
                  <a:pt x="1" y="4916"/>
                </a:lnTo>
                <a:lnTo>
                  <a:pt x="3309" y="4916"/>
                </a:lnTo>
                <a:lnTo>
                  <a:pt x="3309" y="3687"/>
                </a:lnTo>
                <a:cubicBezTo>
                  <a:pt x="3309" y="3151"/>
                  <a:pt x="3655" y="2710"/>
                  <a:pt x="4128" y="2521"/>
                </a:cubicBezTo>
                <a:lnTo>
                  <a:pt x="412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0" name="Google Shape;2760;p22"/>
          <p:cNvSpPr/>
          <p:nvPr/>
        </p:nvSpPr>
        <p:spPr>
          <a:xfrm>
            <a:off x="1979874" y="2878516"/>
            <a:ext cx="294211" cy="165114"/>
          </a:xfrm>
          <a:custGeom>
            <a:rect b="b" l="l" r="r" t="t"/>
            <a:pathLst>
              <a:path extrusionOk="0" h="6837" w="9137">
                <a:moveTo>
                  <a:pt x="0" y="0"/>
                </a:moveTo>
                <a:lnTo>
                  <a:pt x="0" y="3151"/>
                </a:lnTo>
                <a:cubicBezTo>
                  <a:pt x="0" y="5199"/>
                  <a:pt x="1639" y="6837"/>
                  <a:pt x="3686" y="6837"/>
                </a:cubicBezTo>
                <a:lnTo>
                  <a:pt x="5356" y="6837"/>
                </a:lnTo>
                <a:cubicBezTo>
                  <a:pt x="7467" y="6837"/>
                  <a:pt x="9137" y="5199"/>
                  <a:pt x="9137" y="3151"/>
                </a:cubicBezTo>
                <a:lnTo>
                  <a:pt x="9137" y="0"/>
                </a:lnTo>
                <a:lnTo>
                  <a:pt x="5734" y="0"/>
                </a:lnTo>
                <a:cubicBezTo>
                  <a:pt x="5577" y="473"/>
                  <a:pt x="5104" y="819"/>
                  <a:pt x="4568" y="819"/>
                </a:cubicBezTo>
                <a:cubicBezTo>
                  <a:pt x="4001" y="819"/>
                  <a:pt x="3560" y="473"/>
                  <a:pt x="33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1" name="Google Shape;2761;p22"/>
          <p:cNvSpPr/>
          <p:nvPr/>
        </p:nvSpPr>
        <p:spPr>
          <a:xfrm>
            <a:off x="2168110" y="3119760"/>
            <a:ext cx="176520" cy="127150"/>
          </a:xfrm>
          <a:custGeom>
            <a:rect b="b" l="l" r="r" t="t"/>
            <a:pathLst>
              <a:path extrusionOk="0" h="5265" w="5482">
                <a:moveTo>
                  <a:pt x="1543" y="1"/>
                </a:moveTo>
                <a:cubicBezTo>
                  <a:pt x="987" y="1"/>
                  <a:pt x="447" y="38"/>
                  <a:pt x="0" y="98"/>
                </a:cubicBezTo>
                <a:lnTo>
                  <a:pt x="5167" y="5265"/>
                </a:lnTo>
                <a:cubicBezTo>
                  <a:pt x="5482" y="3311"/>
                  <a:pt x="5198" y="1326"/>
                  <a:pt x="4568" y="696"/>
                </a:cubicBezTo>
                <a:cubicBezTo>
                  <a:pt x="4029" y="178"/>
                  <a:pt x="2751" y="1"/>
                  <a:pt x="15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2" name="Google Shape;2762;p22"/>
          <p:cNvSpPr/>
          <p:nvPr/>
        </p:nvSpPr>
        <p:spPr>
          <a:xfrm>
            <a:off x="1925645" y="3296344"/>
            <a:ext cx="176553" cy="126932"/>
          </a:xfrm>
          <a:custGeom>
            <a:rect b="b" l="l" r="r" t="t"/>
            <a:pathLst>
              <a:path extrusionOk="0" h="5256" w="5483">
                <a:moveTo>
                  <a:pt x="316" y="0"/>
                </a:moveTo>
                <a:lnTo>
                  <a:pt x="316" y="0"/>
                </a:lnTo>
                <a:cubicBezTo>
                  <a:pt x="0" y="1922"/>
                  <a:pt x="253" y="3907"/>
                  <a:pt x="914" y="4569"/>
                </a:cubicBezTo>
                <a:cubicBezTo>
                  <a:pt x="1376" y="5031"/>
                  <a:pt x="2601" y="5256"/>
                  <a:pt x="3967" y="5256"/>
                </a:cubicBezTo>
                <a:cubicBezTo>
                  <a:pt x="4464" y="5256"/>
                  <a:pt x="4979" y="5226"/>
                  <a:pt x="5482" y="5167"/>
                </a:cubicBezTo>
                <a:lnTo>
                  <a:pt x="31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3" name="Google Shape;2763;p22"/>
          <p:cNvSpPr/>
          <p:nvPr/>
        </p:nvSpPr>
        <p:spPr>
          <a:xfrm>
            <a:off x="1943902" y="3126667"/>
            <a:ext cx="384500" cy="290669"/>
          </a:xfrm>
          <a:custGeom>
            <a:rect b="b" l="l" r="r" t="t"/>
            <a:pathLst>
              <a:path extrusionOk="0" h="12036" w="11941">
                <a:moveTo>
                  <a:pt x="6349" y="2687"/>
                </a:moveTo>
                <a:cubicBezTo>
                  <a:pt x="6459" y="2687"/>
                  <a:pt x="6569" y="2726"/>
                  <a:pt x="6648" y="2805"/>
                </a:cubicBezTo>
                <a:lnTo>
                  <a:pt x="7593" y="3750"/>
                </a:lnTo>
                <a:lnTo>
                  <a:pt x="7719" y="3655"/>
                </a:lnTo>
                <a:cubicBezTo>
                  <a:pt x="7798" y="3577"/>
                  <a:pt x="7908" y="3537"/>
                  <a:pt x="8019" y="3537"/>
                </a:cubicBezTo>
                <a:cubicBezTo>
                  <a:pt x="8129" y="3537"/>
                  <a:pt x="8239" y="3577"/>
                  <a:pt x="8318" y="3655"/>
                </a:cubicBezTo>
                <a:cubicBezTo>
                  <a:pt x="8475" y="3813"/>
                  <a:pt x="8475" y="4065"/>
                  <a:pt x="8318" y="4222"/>
                </a:cubicBezTo>
                <a:lnTo>
                  <a:pt x="8192" y="4348"/>
                </a:lnTo>
                <a:lnTo>
                  <a:pt x="9137" y="5294"/>
                </a:lnTo>
                <a:cubicBezTo>
                  <a:pt x="9295" y="5451"/>
                  <a:pt x="9295" y="5735"/>
                  <a:pt x="9137" y="5892"/>
                </a:cubicBezTo>
                <a:cubicBezTo>
                  <a:pt x="9058" y="5971"/>
                  <a:pt x="8948" y="6010"/>
                  <a:pt x="8838" y="6010"/>
                </a:cubicBezTo>
                <a:cubicBezTo>
                  <a:pt x="8727" y="6010"/>
                  <a:pt x="8617" y="5971"/>
                  <a:pt x="8538" y="5892"/>
                </a:cubicBezTo>
                <a:lnTo>
                  <a:pt x="7593" y="4947"/>
                </a:lnTo>
                <a:lnTo>
                  <a:pt x="6522" y="6018"/>
                </a:lnTo>
                <a:lnTo>
                  <a:pt x="7467" y="6963"/>
                </a:lnTo>
                <a:cubicBezTo>
                  <a:pt x="7625" y="7089"/>
                  <a:pt x="7625" y="7373"/>
                  <a:pt x="7467" y="7530"/>
                </a:cubicBezTo>
                <a:cubicBezTo>
                  <a:pt x="7388" y="7609"/>
                  <a:pt x="7286" y="7649"/>
                  <a:pt x="7184" y="7649"/>
                </a:cubicBezTo>
                <a:cubicBezTo>
                  <a:pt x="7081" y="7649"/>
                  <a:pt x="6979" y="7609"/>
                  <a:pt x="6900" y="7530"/>
                </a:cubicBezTo>
                <a:lnTo>
                  <a:pt x="5955" y="6585"/>
                </a:lnTo>
                <a:lnTo>
                  <a:pt x="4884" y="7656"/>
                </a:lnTo>
                <a:lnTo>
                  <a:pt x="5829" y="8602"/>
                </a:lnTo>
                <a:cubicBezTo>
                  <a:pt x="5987" y="8759"/>
                  <a:pt x="5987" y="9043"/>
                  <a:pt x="5829" y="9200"/>
                </a:cubicBezTo>
                <a:cubicBezTo>
                  <a:pt x="5750" y="9279"/>
                  <a:pt x="5640" y="9318"/>
                  <a:pt x="5530" y="9318"/>
                </a:cubicBezTo>
                <a:cubicBezTo>
                  <a:pt x="5419" y="9318"/>
                  <a:pt x="5309" y="9279"/>
                  <a:pt x="5230" y="9200"/>
                </a:cubicBezTo>
                <a:lnTo>
                  <a:pt x="4285" y="8255"/>
                </a:lnTo>
                <a:lnTo>
                  <a:pt x="4159" y="8381"/>
                </a:lnTo>
                <a:cubicBezTo>
                  <a:pt x="4080" y="8460"/>
                  <a:pt x="3978" y="8499"/>
                  <a:pt x="3876" y="8499"/>
                </a:cubicBezTo>
                <a:cubicBezTo>
                  <a:pt x="3773" y="8499"/>
                  <a:pt x="3671" y="8460"/>
                  <a:pt x="3592" y="8381"/>
                </a:cubicBezTo>
                <a:cubicBezTo>
                  <a:pt x="3435" y="8224"/>
                  <a:pt x="3435" y="7940"/>
                  <a:pt x="3592" y="7782"/>
                </a:cubicBezTo>
                <a:lnTo>
                  <a:pt x="3687" y="7656"/>
                </a:lnTo>
                <a:lnTo>
                  <a:pt x="2742" y="6711"/>
                </a:lnTo>
                <a:cubicBezTo>
                  <a:pt x="2584" y="6554"/>
                  <a:pt x="2584" y="6270"/>
                  <a:pt x="2742" y="6113"/>
                </a:cubicBezTo>
                <a:cubicBezTo>
                  <a:pt x="2820" y="6034"/>
                  <a:pt x="2931" y="5995"/>
                  <a:pt x="3041" y="5995"/>
                </a:cubicBezTo>
                <a:cubicBezTo>
                  <a:pt x="3151" y="5995"/>
                  <a:pt x="3261" y="6034"/>
                  <a:pt x="3340" y="6113"/>
                </a:cubicBezTo>
                <a:lnTo>
                  <a:pt x="4285" y="7058"/>
                </a:lnTo>
                <a:lnTo>
                  <a:pt x="5356" y="6018"/>
                </a:lnTo>
                <a:lnTo>
                  <a:pt x="4411" y="5073"/>
                </a:lnTo>
                <a:cubicBezTo>
                  <a:pt x="4254" y="4916"/>
                  <a:pt x="4254" y="4632"/>
                  <a:pt x="4411" y="4474"/>
                </a:cubicBezTo>
                <a:cubicBezTo>
                  <a:pt x="4490" y="4396"/>
                  <a:pt x="4600" y="4356"/>
                  <a:pt x="4711" y="4356"/>
                </a:cubicBezTo>
                <a:cubicBezTo>
                  <a:pt x="4821" y="4356"/>
                  <a:pt x="4931" y="4396"/>
                  <a:pt x="5010" y="4474"/>
                </a:cubicBezTo>
                <a:lnTo>
                  <a:pt x="5955" y="5420"/>
                </a:lnTo>
                <a:lnTo>
                  <a:pt x="6995" y="4348"/>
                </a:lnTo>
                <a:lnTo>
                  <a:pt x="6050" y="3403"/>
                </a:lnTo>
                <a:cubicBezTo>
                  <a:pt x="5892" y="3246"/>
                  <a:pt x="5892" y="2962"/>
                  <a:pt x="6050" y="2805"/>
                </a:cubicBezTo>
                <a:cubicBezTo>
                  <a:pt x="6128" y="2726"/>
                  <a:pt x="6239" y="2687"/>
                  <a:pt x="6349" y="2687"/>
                </a:cubicBezTo>
                <a:close/>
                <a:moveTo>
                  <a:pt x="5987" y="1"/>
                </a:moveTo>
                <a:cubicBezTo>
                  <a:pt x="2805" y="757"/>
                  <a:pt x="788" y="3025"/>
                  <a:pt x="1" y="6081"/>
                </a:cubicBezTo>
                <a:lnTo>
                  <a:pt x="5955" y="12036"/>
                </a:lnTo>
                <a:cubicBezTo>
                  <a:pt x="9106" y="11248"/>
                  <a:pt x="11153" y="9043"/>
                  <a:pt x="11941" y="5955"/>
                </a:cubicBezTo>
                <a:lnTo>
                  <a:pt x="59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4" name="Google Shape;2764;p22"/>
          <p:cNvSpPr/>
          <p:nvPr/>
        </p:nvSpPr>
        <p:spPr>
          <a:xfrm>
            <a:off x="1934259" y="3541228"/>
            <a:ext cx="407845" cy="258719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5" name="Google Shape;2765;p22"/>
          <p:cNvSpPr/>
          <p:nvPr/>
        </p:nvSpPr>
        <p:spPr>
          <a:xfrm>
            <a:off x="4049189" y="3196247"/>
            <a:ext cx="107580" cy="79719"/>
          </a:xfrm>
          <a:custGeom>
            <a:rect b="b" l="l" r="r" t="t"/>
            <a:pathLst>
              <a:path extrusionOk="0" h="3301" w="3341">
                <a:moveTo>
                  <a:pt x="2238" y="1"/>
                </a:moveTo>
                <a:lnTo>
                  <a:pt x="1" y="2237"/>
                </a:lnTo>
                <a:lnTo>
                  <a:pt x="946" y="3183"/>
                </a:lnTo>
                <a:cubicBezTo>
                  <a:pt x="1040" y="3261"/>
                  <a:pt x="1151" y="3301"/>
                  <a:pt x="1257" y="3301"/>
                </a:cubicBezTo>
                <a:cubicBezTo>
                  <a:pt x="1363" y="3301"/>
                  <a:pt x="1466" y="3261"/>
                  <a:pt x="1545" y="3183"/>
                </a:cubicBezTo>
                <a:lnTo>
                  <a:pt x="3183" y="1544"/>
                </a:lnTo>
                <a:cubicBezTo>
                  <a:pt x="3340" y="1387"/>
                  <a:pt x="3340" y="1103"/>
                  <a:pt x="3183" y="94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6" name="Google Shape;2766;p22"/>
          <p:cNvSpPr/>
          <p:nvPr/>
        </p:nvSpPr>
        <p:spPr>
          <a:xfrm>
            <a:off x="3917331" y="3107425"/>
            <a:ext cx="320583" cy="305691"/>
          </a:xfrm>
          <a:custGeom>
            <a:rect b="b" l="l" r="r" t="t"/>
            <a:pathLst>
              <a:path extrusionOk="0" h="12658" w="9956">
                <a:moveTo>
                  <a:pt x="4537" y="8625"/>
                </a:moveTo>
                <a:cubicBezTo>
                  <a:pt x="4757" y="8625"/>
                  <a:pt x="4946" y="8845"/>
                  <a:pt x="4946" y="9066"/>
                </a:cubicBezTo>
                <a:cubicBezTo>
                  <a:pt x="4915" y="9255"/>
                  <a:pt x="4757" y="9475"/>
                  <a:pt x="4537" y="9475"/>
                </a:cubicBezTo>
                <a:cubicBezTo>
                  <a:pt x="4285" y="9475"/>
                  <a:pt x="4096" y="9255"/>
                  <a:pt x="4096" y="9066"/>
                </a:cubicBezTo>
                <a:cubicBezTo>
                  <a:pt x="4096" y="8845"/>
                  <a:pt x="4285" y="8625"/>
                  <a:pt x="4537" y="8625"/>
                </a:cubicBezTo>
                <a:close/>
                <a:moveTo>
                  <a:pt x="2615" y="0"/>
                </a:moveTo>
                <a:cubicBezTo>
                  <a:pt x="2513" y="0"/>
                  <a:pt x="2410" y="40"/>
                  <a:pt x="2332" y="119"/>
                </a:cubicBezTo>
                <a:lnTo>
                  <a:pt x="662" y="1788"/>
                </a:lnTo>
                <a:cubicBezTo>
                  <a:pt x="504" y="1946"/>
                  <a:pt x="504" y="2229"/>
                  <a:pt x="662" y="2355"/>
                </a:cubicBezTo>
                <a:lnTo>
                  <a:pt x="1764" y="3458"/>
                </a:lnTo>
                <a:cubicBezTo>
                  <a:pt x="1166" y="4183"/>
                  <a:pt x="819" y="5096"/>
                  <a:pt x="819" y="6073"/>
                </a:cubicBezTo>
                <a:cubicBezTo>
                  <a:pt x="819" y="7774"/>
                  <a:pt x="1859" y="9223"/>
                  <a:pt x="3308" y="9853"/>
                </a:cubicBezTo>
                <a:lnTo>
                  <a:pt x="3308" y="10200"/>
                </a:lnTo>
                <a:lnTo>
                  <a:pt x="1229" y="10200"/>
                </a:lnTo>
                <a:cubicBezTo>
                  <a:pt x="536" y="10200"/>
                  <a:pt x="0" y="10767"/>
                  <a:pt x="0" y="11429"/>
                </a:cubicBezTo>
                <a:lnTo>
                  <a:pt x="0" y="12248"/>
                </a:lnTo>
                <a:cubicBezTo>
                  <a:pt x="0" y="12500"/>
                  <a:pt x="189" y="12657"/>
                  <a:pt x="441" y="12657"/>
                </a:cubicBezTo>
                <a:lnTo>
                  <a:pt x="8696" y="12657"/>
                </a:lnTo>
                <a:cubicBezTo>
                  <a:pt x="8948" y="12657"/>
                  <a:pt x="9137" y="12468"/>
                  <a:pt x="9137" y="12248"/>
                </a:cubicBezTo>
                <a:lnTo>
                  <a:pt x="9137" y="11429"/>
                </a:lnTo>
                <a:cubicBezTo>
                  <a:pt x="9137" y="10767"/>
                  <a:pt x="8570" y="10200"/>
                  <a:pt x="7876" y="10200"/>
                </a:cubicBezTo>
                <a:lnTo>
                  <a:pt x="5797" y="10200"/>
                </a:lnTo>
                <a:lnTo>
                  <a:pt x="5797" y="10137"/>
                </a:lnTo>
                <a:cubicBezTo>
                  <a:pt x="7120" y="9853"/>
                  <a:pt x="8223" y="8940"/>
                  <a:pt x="8790" y="7743"/>
                </a:cubicBezTo>
                <a:lnTo>
                  <a:pt x="9515" y="7743"/>
                </a:lnTo>
                <a:cubicBezTo>
                  <a:pt x="9767" y="7743"/>
                  <a:pt x="9956" y="7522"/>
                  <a:pt x="9956" y="7333"/>
                </a:cubicBezTo>
                <a:cubicBezTo>
                  <a:pt x="9893" y="7176"/>
                  <a:pt x="9735" y="6987"/>
                  <a:pt x="9483" y="6987"/>
                </a:cubicBezTo>
                <a:lnTo>
                  <a:pt x="6994" y="6987"/>
                </a:lnTo>
                <a:cubicBezTo>
                  <a:pt x="6774" y="6987"/>
                  <a:pt x="6585" y="7176"/>
                  <a:pt x="6585" y="7365"/>
                </a:cubicBezTo>
                <a:cubicBezTo>
                  <a:pt x="6585" y="7617"/>
                  <a:pt x="6774" y="7774"/>
                  <a:pt x="6994" y="7774"/>
                </a:cubicBezTo>
                <a:lnTo>
                  <a:pt x="7845" y="7774"/>
                </a:lnTo>
                <a:cubicBezTo>
                  <a:pt x="7404" y="8530"/>
                  <a:pt x="6648" y="9097"/>
                  <a:pt x="5734" y="9318"/>
                </a:cubicBezTo>
                <a:lnTo>
                  <a:pt x="5734" y="8971"/>
                </a:lnTo>
                <a:cubicBezTo>
                  <a:pt x="5734" y="8310"/>
                  <a:pt x="5198" y="7774"/>
                  <a:pt x="4537" y="7743"/>
                </a:cubicBezTo>
                <a:cubicBezTo>
                  <a:pt x="3844" y="7743"/>
                  <a:pt x="3308" y="8278"/>
                  <a:pt x="3308" y="8940"/>
                </a:cubicBezTo>
                <a:cubicBezTo>
                  <a:pt x="2332" y="8373"/>
                  <a:pt x="1638" y="7302"/>
                  <a:pt x="1638" y="6073"/>
                </a:cubicBezTo>
                <a:cubicBezTo>
                  <a:pt x="1638" y="5285"/>
                  <a:pt x="1922" y="4624"/>
                  <a:pt x="2363" y="4057"/>
                </a:cubicBezTo>
                <a:lnTo>
                  <a:pt x="3529" y="5254"/>
                </a:lnTo>
                <a:lnTo>
                  <a:pt x="5797" y="3017"/>
                </a:lnTo>
                <a:lnTo>
                  <a:pt x="2899" y="119"/>
                </a:lnTo>
                <a:cubicBezTo>
                  <a:pt x="2820" y="40"/>
                  <a:pt x="2717" y="0"/>
                  <a:pt x="26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7" name="Google Shape;2767;p22"/>
          <p:cNvSpPr/>
          <p:nvPr/>
        </p:nvSpPr>
        <p:spPr>
          <a:xfrm>
            <a:off x="1380690" y="1601249"/>
            <a:ext cx="401759" cy="305425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8" name="Google Shape;2768;p22"/>
          <p:cNvSpPr/>
          <p:nvPr/>
        </p:nvSpPr>
        <p:spPr>
          <a:xfrm>
            <a:off x="1409351" y="1978968"/>
            <a:ext cx="346987" cy="307405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69" name="Google Shape;2769;p22"/>
          <p:cNvSpPr/>
          <p:nvPr/>
        </p:nvSpPr>
        <p:spPr>
          <a:xfrm>
            <a:off x="1376633" y="2345203"/>
            <a:ext cx="407845" cy="119470"/>
          </a:xfrm>
          <a:custGeom>
            <a:rect b="b" l="l" r="r" t="t"/>
            <a:pathLst>
              <a:path extrusionOk="0" h="4947" w="12666">
                <a:moveTo>
                  <a:pt x="2868" y="820"/>
                </a:moveTo>
                <a:cubicBezTo>
                  <a:pt x="3120" y="820"/>
                  <a:pt x="3277" y="1009"/>
                  <a:pt x="3277" y="1261"/>
                </a:cubicBezTo>
                <a:lnTo>
                  <a:pt x="3277" y="2899"/>
                </a:lnTo>
                <a:cubicBezTo>
                  <a:pt x="3277" y="3151"/>
                  <a:pt x="3057" y="3308"/>
                  <a:pt x="2868" y="3308"/>
                </a:cubicBezTo>
                <a:cubicBezTo>
                  <a:pt x="2647" y="3308"/>
                  <a:pt x="2490" y="3119"/>
                  <a:pt x="2427" y="2899"/>
                </a:cubicBezTo>
                <a:lnTo>
                  <a:pt x="2427" y="1261"/>
                </a:lnTo>
                <a:cubicBezTo>
                  <a:pt x="2427" y="1009"/>
                  <a:pt x="2647" y="851"/>
                  <a:pt x="2868" y="820"/>
                </a:cubicBezTo>
                <a:close/>
                <a:moveTo>
                  <a:pt x="9767" y="820"/>
                </a:moveTo>
                <a:cubicBezTo>
                  <a:pt x="9988" y="820"/>
                  <a:pt x="10145" y="1009"/>
                  <a:pt x="10145" y="1261"/>
                </a:cubicBezTo>
                <a:lnTo>
                  <a:pt x="10145" y="2899"/>
                </a:lnTo>
                <a:cubicBezTo>
                  <a:pt x="10145" y="3151"/>
                  <a:pt x="9956" y="3308"/>
                  <a:pt x="9767" y="3308"/>
                </a:cubicBezTo>
                <a:cubicBezTo>
                  <a:pt x="9515" y="3308"/>
                  <a:pt x="9358" y="3119"/>
                  <a:pt x="9326" y="2899"/>
                </a:cubicBezTo>
                <a:lnTo>
                  <a:pt x="9326" y="1261"/>
                </a:lnTo>
                <a:cubicBezTo>
                  <a:pt x="9326" y="1009"/>
                  <a:pt x="9515" y="851"/>
                  <a:pt x="9767" y="820"/>
                </a:cubicBezTo>
                <a:close/>
                <a:moveTo>
                  <a:pt x="2868" y="0"/>
                </a:moveTo>
                <a:cubicBezTo>
                  <a:pt x="2206" y="0"/>
                  <a:pt x="1639" y="536"/>
                  <a:pt x="1608" y="1229"/>
                </a:cubicBezTo>
                <a:lnTo>
                  <a:pt x="1608" y="1639"/>
                </a:lnTo>
                <a:lnTo>
                  <a:pt x="1230" y="1639"/>
                </a:lnTo>
                <a:cubicBezTo>
                  <a:pt x="536" y="1639"/>
                  <a:pt x="1" y="2206"/>
                  <a:pt x="1" y="2867"/>
                </a:cubicBezTo>
                <a:lnTo>
                  <a:pt x="1" y="4947"/>
                </a:lnTo>
                <a:lnTo>
                  <a:pt x="12666" y="4947"/>
                </a:lnTo>
                <a:lnTo>
                  <a:pt x="12666" y="2867"/>
                </a:lnTo>
                <a:cubicBezTo>
                  <a:pt x="12634" y="2206"/>
                  <a:pt x="12036" y="1639"/>
                  <a:pt x="11374" y="1639"/>
                </a:cubicBezTo>
                <a:lnTo>
                  <a:pt x="10996" y="1639"/>
                </a:lnTo>
                <a:lnTo>
                  <a:pt x="10996" y="1229"/>
                </a:lnTo>
                <a:cubicBezTo>
                  <a:pt x="10996" y="536"/>
                  <a:pt x="10429" y="0"/>
                  <a:pt x="9767" y="0"/>
                </a:cubicBezTo>
                <a:cubicBezTo>
                  <a:pt x="9106" y="0"/>
                  <a:pt x="8539" y="536"/>
                  <a:pt x="8507" y="1229"/>
                </a:cubicBezTo>
                <a:lnTo>
                  <a:pt x="8507" y="1639"/>
                </a:lnTo>
                <a:lnTo>
                  <a:pt x="4097" y="1639"/>
                </a:lnTo>
                <a:lnTo>
                  <a:pt x="4097" y="1229"/>
                </a:lnTo>
                <a:cubicBezTo>
                  <a:pt x="4097" y="536"/>
                  <a:pt x="3561" y="0"/>
                  <a:pt x="286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0" name="Google Shape;2770;p22"/>
          <p:cNvSpPr/>
          <p:nvPr/>
        </p:nvSpPr>
        <p:spPr>
          <a:xfrm>
            <a:off x="1374604" y="2485949"/>
            <a:ext cx="407845" cy="165138"/>
          </a:xfrm>
          <a:custGeom>
            <a:rect b="b" l="l" r="r" t="t"/>
            <a:pathLst>
              <a:path extrusionOk="0" h="6838" w="12666">
                <a:moveTo>
                  <a:pt x="1" y="1"/>
                </a:moveTo>
                <a:lnTo>
                  <a:pt x="1" y="5640"/>
                </a:lnTo>
                <a:lnTo>
                  <a:pt x="32" y="5640"/>
                </a:lnTo>
                <a:cubicBezTo>
                  <a:pt x="32" y="6302"/>
                  <a:pt x="568" y="6837"/>
                  <a:pt x="1261" y="6837"/>
                </a:cubicBezTo>
                <a:lnTo>
                  <a:pt x="11437" y="6837"/>
                </a:lnTo>
                <a:cubicBezTo>
                  <a:pt x="12099" y="6837"/>
                  <a:pt x="12666" y="6302"/>
                  <a:pt x="12666" y="5640"/>
                </a:cubicBezTo>
                <a:lnTo>
                  <a:pt x="126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1" name="Google Shape;2771;p22"/>
          <p:cNvSpPr/>
          <p:nvPr/>
        </p:nvSpPr>
        <p:spPr>
          <a:xfrm>
            <a:off x="4002905" y="1705999"/>
            <a:ext cx="203923" cy="239689"/>
          </a:xfrm>
          <a:custGeom>
            <a:rect b="b" l="l" r="r" t="t"/>
            <a:pathLst>
              <a:path extrusionOk="0" h="9925" w="6333">
                <a:moveTo>
                  <a:pt x="4694" y="1"/>
                </a:moveTo>
                <a:lnTo>
                  <a:pt x="4694" y="7877"/>
                </a:lnTo>
                <a:cubicBezTo>
                  <a:pt x="4694" y="8097"/>
                  <a:pt x="4474" y="8255"/>
                  <a:pt x="4253" y="8255"/>
                </a:cubicBezTo>
                <a:cubicBezTo>
                  <a:pt x="2993" y="8255"/>
                  <a:pt x="1638" y="8696"/>
                  <a:pt x="693" y="9452"/>
                </a:cubicBezTo>
                <a:cubicBezTo>
                  <a:pt x="536" y="9546"/>
                  <a:pt x="189" y="9925"/>
                  <a:pt x="0" y="9925"/>
                </a:cubicBezTo>
                <a:lnTo>
                  <a:pt x="5073" y="9925"/>
                </a:lnTo>
                <a:cubicBezTo>
                  <a:pt x="5734" y="9925"/>
                  <a:pt x="6333" y="9357"/>
                  <a:pt x="6333" y="8696"/>
                </a:cubicBezTo>
                <a:lnTo>
                  <a:pt x="6333" y="1229"/>
                </a:lnTo>
                <a:cubicBezTo>
                  <a:pt x="6333" y="536"/>
                  <a:pt x="5766" y="1"/>
                  <a:pt x="50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2" name="Google Shape;2772;p22"/>
          <p:cNvSpPr/>
          <p:nvPr/>
        </p:nvSpPr>
        <p:spPr>
          <a:xfrm>
            <a:off x="3877101" y="1666442"/>
            <a:ext cx="111637" cy="248817"/>
          </a:xfrm>
          <a:custGeom>
            <a:rect b="b" l="l" r="r" t="t"/>
            <a:pathLst>
              <a:path extrusionOk="0" h="10303" w="3467">
                <a:moveTo>
                  <a:pt x="1" y="0"/>
                </a:moveTo>
                <a:lnTo>
                  <a:pt x="1" y="9105"/>
                </a:lnTo>
                <a:cubicBezTo>
                  <a:pt x="1166" y="9200"/>
                  <a:pt x="2489" y="9578"/>
                  <a:pt x="3466" y="10302"/>
                </a:cubicBezTo>
                <a:lnTo>
                  <a:pt x="3466" y="1197"/>
                </a:lnTo>
                <a:cubicBezTo>
                  <a:pt x="2489" y="473"/>
                  <a:pt x="1229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3" name="Google Shape;2773;p22"/>
          <p:cNvSpPr/>
          <p:nvPr/>
        </p:nvSpPr>
        <p:spPr>
          <a:xfrm>
            <a:off x="4015077" y="1666442"/>
            <a:ext cx="111605" cy="248817"/>
          </a:xfrm>
          <a:custGeom>
            <a:rect b="b" l="l" r="r" t="t"/>
            <a:pathLst>
              <a:path extrusionOk="0" h="10303" w="3466">
                <a:moveTo>
                  <a:pt x="3466" y="0"/>
                </a:moveTo>
                <a:cubicBezTo>
                  <a:pt x="2300" y="95"/>
                  <a:pt x="977" y="473"/>
                  <a:pt x="0" y="1197"/>
                </a:cubicBezTo>
                <a:lnTo>
                  <a:pt x="0" y="10302"/>
                </a:lnTo>
                <a:cubicBezTo>
                  <a:pt x="977" y="9578"/>
                  <a:pt x="2237" y="9200"/>
                  <a:pt x="3466" y="9105"/>
                </a:cubicBezTo>
                <a:lnTo>
                  <a:pt x="346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4" name="Google Shape;2774;p22"/>
          <p:cNvSpPr/>
          <p:nvPr/>
        </p:nvSpPr>
        <p:spPr>
          <a:xfrm>
            <a:off x="3797986" y="1705999"/>
            <a:ext cx="202924" cy="239689"/>
          </a:xfrm>
          <a:custGeom>
            <a:rect b="b" l="l" r="r" t="t"/>
            <a:pathLst>
              <a:path extrusionOk="0" h="9925" w="6302">
                <a:moveTo>
                  <a:pt x="1229" y="1"/>
                </a:moveTo>
                <a:cubicBezTo>
                  <a:pt x="567" y="1"/>
                  <a:pt x="0" y="536"/>
                  <a:pt x="0" y="1198"/>
                </a:cubicBezTo>
                <a:lnTo>
                  <a:pt x="0" y="8664"/>
                </a:lnTo>
                <a:cubicBezTo>
                  <a:pt x="32" y="9357"/>
                  <a:pt x="567" y="9925"/>
                  <a:pt x="1229" y="9925"/>
                </a:cubicBezTo>
                <a:lnTo>
                  <a:pt x="6301" y="9925"/>
                </a:lnTo>
                <a:cubicBezTo>
                  <a:pt x="6112" y="9925"/>
                  <a:pt x="5766" y="9609"/>
                  <a:pt x="5608" y="9452"/>
                </a:cubicBezTo>
                <a:cubicBezTo>
                  <a:pt x="4631" y="8664"/>
                  <a:pt x="3277" y="8255"/>
                  <a:pt x="2048" y="8255"/>
                </a:cubicBezTo>
                <a:cubicBezTo>
                  <a:pt x="1828" y="8255"/>
                  <a:pt x="1638" y="8066"/>
                  <a:pt x="1638" y="7877"/>
                </a:cubicBezTo>
                <a:lnTo>
                  <a:pt x="16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5" name="Google Shape;2775;p22"/>
          <p:cNvSpPr/>
          <p:nvPr/>
        </p:nvSpPr>
        <p:spPr>
          <a:xfrm>
            <a:off x="3802027" y="1998198"/>
            <a:ext cx="400761" cy="129903"/>
          </a:xfrm>
          <a:custGeom>
            <a:rect b="b" l="l" r="r" t="t"/>
            <a:pathLst>
              <a:path extrusionOk="0" h="5379" w="12446">
                <a:moveTo>
                  <a:pt x="3088" y="0"/>
                </a:moveTo>
                <a:cubicBezTo>
                  <a:pt x="1639" y="0"/>
                  <a:pt x="316" y="1008"/>
                  <a:pt x="95" y="2489"/>
                </a:cubicBezTo>
                <a:cubicBezTo>
                  <a:pt x="1" y="3214"/>
                  <a:pt x="190" y="3938"/>
                  <a:pt x="568" y="4506"/>
                </a:cubicBezTo>
                <a:cubicBezTo>
                  <a:pt x="962" y="5071"/>
                  <a:pt x="1607" y="5366"/>
                  <a:pt x="2240" y="5366"/>
                </a:cubicBezTo>
                <a:cubicBezTo>
                  <a:pt x="2772" y="5366"/>
                  <a:pt x="3296" y="5157"/>
                  <a:pt x="3655" y="4726"/>
                </a:cubicBezTo>
                <a:cubicBezTo>
                  <a:pt x="4569" y="3655"/>
                  <a:pt x="3844" y="2489"/>
                  <a:pt x="2836" y="2489"/>
                </a:cubicBezTo>
                <a:cubicBezTo>
                  <a:pt x="2584" y="2489"/>
                  <a:pt x="2427" y="2678"/>
                  <a:pt x="2427" y="2899"/>
                </a:cubicBezTo>
                <a:cubicBezTo>
                  <a:pt x="2427" y="3151"/>
                  <a:pt x="2616" y="3308"/>
                  <a:pt x="2836" y="3340"/>
                </a:cubicBezTo>
                <a:cubicBezTo>
                  <a:pt x="3057" y="3340"/>
                  <a:pt x="3214" y="3529"/>
                  <a:pt x="3214" y="3749"/>
                </a:cubicBezTo>
                <a:cubicBezTo>
                  <a:pt x="3214" y="3970"/>
                  <a:pt x="3025" y="4127"/>
                  <a:pt x="2836" y="4127"/>
                </a:cubicBezTo>
                <a:cubicBezTo>
                  <a:pt x="2049" y="4127"/>
                  <a:pt x="1450" y="3434"/>
                  <a:pt x="1608" y="2584"/>
                </a:cubicBezTo>
                <a:cubicBezTo>
                  <a:pt x="1754" y="1999"/>
                  <a:pt x="2279" y="1632"/>
                  <a:pt x="2882" y="1632"/>
                </a:cubicBezTo>
                <a:cubicBezTo>
                  <a:pt x="2930" y="1632"/>
                  <a:pt x="2977" y="1634"/>
                  <a:pt x="3025" y="1639"/>
                </a:cubicBezTo>
                <a:cubicBezTo>
                  <a:pt x="3624" y="1733"/>
                  <a:pt x="4128" y="2048"/>
                  <a:pt x="4474" y="2489"/>
                </a:cubicBezTo>
                <a:lnTo>
                  <a:pt x="7908" y="2489"/>
                </a:lnTo>
                <a:cubicBezTo>
                  <a:pt x="8255" y="2017"/>
                  <a:pt x="8759" y="1702"/>
                  <a:pt x="9358" y="1639"/>
                </a:cubicBezTo>
                <a:cubicBezTo>
                  <a:pt x="9406" y="1634"/>
                  <a:pt x="9453" y="1632"/>
                  <a:pt x="9501" y="1632"/>
                </a:cubicBezTo>
                <a:cubicBezTo>
                  <a:pt x="10104" y="1632"/>
                  <a:pt x="10629" y="1999"/>
                  <a:pt x="10775" y="2584"/>
                </a:cubicBezTo>
                <a:cubicBezTo>
                  <a:pt x="10964" y="3434"/>
                  <a:pt x="10334" y="4127"/>
                  <a:pt x="9547" y="4127"/>
                </a:cubicBezTo>
                <a:cubicBezTo>
                  <a:pt x="9326" y="4127"/>
                  <a:pt x="9137" y="3938"/>
                  <a:pt x="9137" y="3749"/>
                </a:cubicBezTo>
                <a:cubicBezTo>
                  <a:pt x="9137" y="3497"/>
                  <a:pt x="9326" y="3340"/>
                  <a:pt x="9547" y="3340"/>
                </a:cubicBezTo>
                <a:cubicBezTo>
                  <a:pt x="9799" y="3340"/>
                  <a:pt x="9956" y="3151"/>
                  <a:pt x="9956" y="2899"/>
                </a:cubicBezTo>
                <a:cubicBezTo>
                  <a:pt x="9956" y="2678"/>
                  <a:pt x="9767" y="2521"/>
                  <a:pt x="9547" y="2489"/>
                </a:cubicBezTo>
                <a:cubicBezTo>
                  <a:pt x="8539" y="2489"/>
                  <a:pt x="7814" y="3686"/>
                  <a:pt x="8728" y="4726"/>
                </a:cubicBezTo>
                <a:cubicBezTo>
                  <a:pt x="9099" y="5169"/>
                  <a:pt x="9626" y="5379"/>
                  <a:pt x="10158" y="5379"/>
                </a:cubicBezTo>
                <a:cubicBezTo>
                  <a:pt x="10800" y="5379"/>
                  <a:pt x="11451" y="5074"/>
                  <a:pt x="11847" y="4506"/>
                </a:cubicBezTo>
                <a:cubicBezTo>
                  <a:pt x="12225" y="3970"/>
                  <a:pt x="12445" y="3277"/>
                  <a:pt x="12319" y="2489"/>
                </a:cubicBezTo>
                <a:cubicBezTo>
                  <a:pt x="12130" y="1008"/>
                  <a:pt x="10775" y="0"/>
                  <a:pt x="93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6" name="Google Shape;2776;p22"/>
          <p:cNvSpPr/>
          <p:nvPr/>
        </p:nvSpPr>
        <p:spPr>
          <a:xfrm>
            <a:off x="3879145" y="2119937"/>
            <a:ext cx="238409" cy="184144"/>
          </a:xfrm>
          <a:custGeom>
            <a:rect b="b" l="l" r="r" t="t"/>
            <a:pathLst>
              <a:path extrusionOk="0" h="7625" w="7404">
                <a:moveTo>
                  <a:pt x="2426" y="0"/>
                </a:moveTo>
                <a:lnTo>
                  <a:pt x="2426" y="5639"/>
                </a:lnTo>
                <a:cubicBezTo>
                  <a:pt x="2426" y="5860"/>
                  <a:pt x="2237" y="6017"/>
                  <a:pt x="2048" y="6017"/>
                </a:cubicBezTo>
                <a:cubicBezTo>
                  <a:pt x="1796" y="6017"/>
                  <a:pt x="1638" y="5828"/>
                  <a:pt x="1638" y="5639"/>
                </a:cubicBezTo>
                <a:lnTo>
                  <a:pt x="1638" y="473"/>
                </a:lnTo>
                <a:cubicBezTo>
                  <a:pt x="1229" y="851"/>
                  <a:pt x="630" y="1103"/>
                  <a:pt x="0" y="1134"/>
                </a:cubicBezTo>
                <a:lnTo>
                  <a:pt x="0" y="7246"/>
                </a:lnTo>
                <a:cubicBezTo>
                  <a:pt x="0" y="7467"/>
                  <a:pt x="189" y="7624"/>
                  <a:pt x="378" y="7624"/>
                </a:cubicBezTo>
                <a:lnTo>
                  <a:pt x="6994" y="7624"/>
                </a:lnTo>
                <a:cubicBezTo>
                  <a:pt x="7246" y="7624"/>
                  <a:pt x="7404" y="7435"/>
                  <a:pt x="7404" y="7246"/>
                </a:cubicBezTo>
                <a:lnTo>
                  <a:pt x="7404" y="1134"/>
                </a:lnTo>
                <a:cubicBezTo>
                  <a:pt x="6774" y="1071"/>
                  <a:pt x="6175" y="788"/>
                  <a:pt x="5734" y="315"/>
                </a:cubicBezTo>
                <a:lnTo>
                  <a:pt x="5734" y="5639"/>
                </a:lnTo>
                <a:cubicBezTo>
                  <a:pt x="5734" y="5860"/>
                  <a:pt x="5545" y="6017"/>
                  <a:pt x="5324" y="6017"/>
                </a:cubicBezTo>
                <a:cubicBezTo>
                  <a:pt x="5072" y="6017"/>
                  <a:pt x="4915" y="5828"/>
                  <a:pt x="4915" y="5639"/>
                </a:cubicBezTo>
                <a:lnTo>
                  <a:pt x="4915" y="0"/>
                </a:lnTo>
                <a:lnTo>
                  <a:pt x="4096" y="0"/>
                </a:lnTo>
                <a:lnTo>
                  <a:pt x="4096" y="5639"/>
                </a:lnTo>
                <a:cubicBezTo>
                  <a:pt x="4096" y="5860"/>
                  <a:pt x="3907" y="6017"/>
                  <a:pt x="3686" y="6017"/>
                </a:cubicBezTo>
                <a:cubicBezTo>
                  <a:pt x="3466" y="6017"/>
                  <a:pt x="3277" y="5828"/>
                  <a:pt x="3277" y="5639"/>
                </a:cubicBezTo>
                <a:lnTo>
                  <a:pt x="327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7" name="Google Shape;2777;p22"/>
          <p:cNvSpPr/>
          <p:nvPr/>
        </p:nvSpPr>
        <p:spPr>
          <a:xfrm>
            <a:off x="3959292" y="2078835"/>
            <a:ext cx="86232" cy="19803"/>
          </a:xfrm>
          <a:custGeom>
            <a:rect b="b" l="l" r="r" t="t"/>
            <a:pathLst>
              <a:path extrusionOk="0" h="820" w="2678">
                <a:moveTo>
                  <a:pt x="0" y="1"/>
                </a:moveTo>
                <a:cubicBezTo>
                  <a:pt x="32" y="127"/>
                  <a:pt x="32" y="284"/>
                  <a:pt x="32" y="379"/>
                </a:cubicBezTo>
                <a:cubicBezTo>
                  <a:pt x="32" y="536"/>
                  <a:pt x="32" y="662"/>
                  <a:pt x="0" y="788"/>
                </a:cubicBezTo>
                <a:lnTo>
                  <a:pt x="2666" y="788"/>
                </a:lnTo>
                <a:cubicBezTo>
                  <a:pt x="2615" y="649"/>
                  <a:pt x="2615" y="555"/>
                  <a:pt x="2615" y="379"/>
                </a:cubicBezTo>
                <a:cubicBezTo>
                  <a:pt x="2615" y="284"/>
                  <a:pt x="2615" y="127"/>
                  <a:pt x="2678" y="1"/>
                </a:cubicBezTo>
                <a:close/>
                <a:moveTo>
                  <a:pt x="2666" y="788"/>
                </a:moveTo>
                <a:cubicBezTo>
                  <a:pt x="2670" y="799"/>
                  <a:pt x="2674" y="809"/>
                  <a:pt x="2678" y="820"/>
                </a:cubicBezTo>
                <a:lnTo>
                  <a:pt x="2678" y="788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8" name="Google Shape;2778;p22"/>
          <p:cNvSpPr/>
          <p:nvPr/>
        </p:nvSpPr>
        <p:spPr>
          <a:xfrm>
            <a:off x="3805701" y="2364686"/>
            <a:ext cx="399731" cy="307478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79" name="Google Shape;2779;p22"/>
          <p:cNvSpPr/>
          <p:nvPr/>
        </p:nvSpPr>
        <p:spPr>
          <a:xfrm>
            <a:off x="2395362" y="2949275"/>
            <a:ext cx="131054" cy="94644"/>
          </a:xfrm>
          <a:custGeom>
            <a:rect b="b" l="l" r="r" t="t"/>
            <a:pathLst>
              <a:path extrusionOk="0" h="3919" w="4070">
                <a:moveTo>
                  <a:pt x="1455" y="0"/>
                </a:moveTo>
                <a:lnTo>
                  <a:pt x="1013" y="2489"/>
                </a:lnTo>
                <a:lnTo>
                  <a:pt x="289" y="3214"/>
                </a:lnTo>
                <a:cubicBezTo>
                  <a:pt x="1" y="3502"/>
                  <a:pt x="280" y="3919"/>
                  <a:pt x="597" y="3919"/>
                </a:cubicBezTo>
                <a:cubicBezTo>
                  <a:pt x="695" y="3919"/>
                  <a:pt x="798" y="3878"/>
                  <a:pt x="887" y="3781"/>
                </a:cubicBezTo>
                <a:lnTo>
                  <a:pt x="1612" y="3088"/>
                </a:lnTo>
                <a:lnTo>
                  <a:pt x="4069" y="2647"/>
                </a:lnTo>
                <a:lnTo>
                  <a:pt x="14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0" name="Google Shape;2780;p22"/>
          <p:cNvSpPr/>
          <p:nvPr/>
        </p:nvSpPr>
        <p:spPr>
          <a:xfrm>
            <a:off x="2456381" y="2865571"/>
            <a:ext cx="182638" cy="136230"/>
          </a:xfrm>
          <a:custGeom>
            <a:rect b="b" l="l" r="r" t="t"/>
            <a:pathLst>
              <a:path extrusionOk="0" h="5641" w="5672">
                <a:moveTo>
                  <a:pt x="2742" y="1"/>
                </a:moveTo>
                <a:lnTo>
                  <a:pt x="1" y="2710"/>
                </a:lnTo>
                <a:lnTo>
                  <a:pt x="2931" y="5640"/>
                </a:lnTo>
                <a:lnTo>
                  <a:pt x="5671" y="2899"/>
                </a:lnTo>
                <a:lnTo>
                  <a:pt x="274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1" name="Google Shape;2781;p22"/>
          <p:cNvSpPr/>
          <p:nvPr/>
        </p:nvSpPr>
        <p:spPr>
          <a:xfrm>
            <a:off x="2537299" y="2736224"/>
            <a:ext cx="297947" cy="185689"/>
          </a:xfrm>
          <a:custGeom>
            <a:rect b="b" l="l" r="r" t="t"/>
            <a:pathLst>
              <a:path extrusionOk="0" h="7689" w="9253">
                <a:moveTo>
                  <a:pt x="3442" y="1"/>
                </a:moveTo>
                <a:cubicBezTo>
                  <a:pt x="3127" y="1"/>
                  <a:pt x="2812" y="127"/>
                  <a:pt x="2591" y="379"/>
                </a:cubicBezTo>
                <a:lnTo>
                  <a:pt x="292" y="2647"/>
                </a:lnTo>
                <a:cubicBezTo>
                  <a:pt x="1" y="2962"/>
                  <a:pt x="287" y="3370"/>
                  <a:pt x="607" y="3370"/>
                </a:cubicBezTo>
                <a:cubicBezTo>
                  <a:pt x="704" y="3370"/>
                  <a:pt x="803" y="3333"/>
                  <a:pt x="890" y="3246"/>
                </a:cubicBezTo>
                <a:lnTo>
                  <a:pt x="3190" y="946"/>
                </a:lnTo>
                <a:cubicBezTo>
                  <a:pt x="3269" y="867"/>
                  <a:pt x="3371" y="828"/>
                  <a:pt x="3474" y="828"/>
                </a:cubicBezTo>
                <a:cubicBezTo>
                  <a:pt x="3576" y="828"/>
                  <a:pt x="3678" y="867"/>
                  <a:pt x="3757" y="946"/>
                </a:cubicBezTo>
                <a:lnTo>
                  <a:pt x="4198" y="1387"/>
                </a:lnTo>
                <a:lnTo>
                  <a:pt x="827" y="4758"/>
                </a:lnTo>
                <a:lnTo>
                  <a:pt x="3726" y="7688"/>
                </a:lnTo>
                <a:lnTo>
                  <a:pt x="7821" y="3593"/>
                </a:lnTo>
                <a:cubicBezTo>
                  <a:pt x="9253" y="2161"/>
                  <a:pt x="8028" y="43"/>
                  <a:pt x="6392" y="43"/>
                </a:cubicBezTo>
                <a:cubicBezTo>
                  <a:pt x="5868" y="43"/>
                  <a:pt x="5301" y="261"/>
                  <a:pt x="4765" y="789"/>
                </a:cubicBezTo>
                <a:cubicBezTo>
                  <a:pt x="4324" y="379"/>
                  <a:pt x="4041" y="1"/>
                  <a:pt x="3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2" name="Google Shape;2782;p22"/>
          <p:cNvSpPr/>
          <p:nvPr/>
        </p:nvSpPr>
        <p:spPr>
          <a:xfrm>
            <a:off x="2689374" y="3243093"/>
            <a:ext cx="26404" cy="40331"/>
          </a:xfrm>
          <a:custGeom>
            <a:rect b="b" l="l" r="r" t="t"/>
            <a:pathLst>
              <a:path extrusionOk="0" h="1670" w="820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190" y="1607"/>
                  <a:pt x="442" y="1670"/>
                </a:cubicBezTo>
                <a:cubicBezTo>
                  <a:pt x="631" y="1607"/>
                  <a:pt x="820" y="1449"/>
                  <a:pt x="820" y="1229"/>
                </a:cubicBezTo>
                <a:lnTo>
                  <a:pt x="82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3" name="Google Shape;2783;p22"/>
          <p:cNvSpPr/>
          <p:nvPr/>
        </p:nvSpPr>
        <p:spPr>
          <a:xfrm>
            <a:off x="2529084" y="3243093"/>
            <a:ext cx="27434" cy="40331"/>
          </a:xfrm>
          <a:custGeom>
            <a:rect b="b" l="l" r="r" t="t"/>
            <a:pathLst>
              <a:path extrusionOk="0" h="1670" w="852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221" y="1607"/>
                  <a:pt x="410" y="1670"/>
                </a:cubicBezTo>
                <a:cubicBezTo>
                  <a:pt x="631" y="1607"/>
                  <a:pt x="851" y="1449"/>
                  <a:pt x="851" y="1229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4" name="Google Shape;2784;p22"/>
          <p:cNvSpPr/>
          <p:nvPr/>
        </p:nvSpPr>
        <p:spPr>
          <a:xfrm>
            <a:off x="2445911" y="3281879"/>
            <a:ext cx="355102" cy="139273"/>
          </a:xfrm>
          <a:custGeom>
            <a:rect b="b" l="l" r="r" t="t"/>
            <a:pathLst>
              <a:path extrusionOk="0" h="5767" w="11028">
                <a:moveTo>
                  <a:pt x="7152" y="1671"/>
                </a:moveTo>
                <a:cubicBezTo>
                  <a:pt x="7404" y="1671"/>
                  <a:pt x="7593" y="1860"/>
                  <a:pt x="7593" y="2112"/>
                </a:cubicBezTo>
                <a:lnTo>
                  <a:pt x="7593" y="3750"/>
                </a:lnTo>
                <a:cubicBezTo>
                  <a:pt x="7593" y="4002"/>
                  <a:pt x="7404" y="4159"/>
                  <a:pt x="7152" y="4159"/>
                </a:cubicBezTo>
                <a:lnTo>
                  <a:pt x="3844" y="4159"/>
                </a:lnTo>
                <a:cubicBezTo>
                  <a:pt x="3624" y="4159"/>
                  <a:pt x="3434" y="3939"/>
                  <a:pt x="3434" y="3750"/>
                </a:cubicBezTo>
                <a:lnTo>
                  <a:pt x="3434" y="2112"/>
                </a:lnTo>
                <a:cubicBezTo>
                  <a:pt x="3434" y="1860"/>
                  <a:pt x="3624" y="1671"/>
                  <a:pt x="3844" y="1671"/>
                </a:cubicBezTo>
                <a:close/>
                <a:moveTo>
                  <a:pt x="0" y="1"/>
                </a:moveTo>
                <a:lnTo>
                  <a:pt x="0" y="4537"/>
                </a:lnTo>
                <a:cubicBezTo>
                  <a:pt x="0" y="5199"/>
                  <a:pt x="568" y="5766"/>
                  <a:pt x="1261" y="5766"/>
                </a:cubicBezTo>
                <a:lnTo>
                  <a:pt x="9798" y="5766"/>
                </a:lnTo>
                <a:cubicBezTo>
                  <a:pt x="10460" y="5766"/>
                  <a:pt x="11027" y="5199"/>
                  <a:pt x="11027" y="4537"/>
                </a:cubicBezTo>
                <a:lnTo>
                  <a:pt x="11027" y="1"/>
                </a:lnTo>
                <a:lnTo>
                  <a:pt x="9168" y="1"/>
                </a:lnTo>
                <a:cubicBezTo>
                  <a:pt x="9011" y="473"/>
                  <a:pt x="8538" y="851"/>
                  <a:pt x="8003" y="851"/>
                </a:cubicBezTo>
                <a:cubicBezTo>
                  <a:pt x="7436" y="851"/>
                  <a:pt x="6995" y="473"/>
                  <a:pt x="6806" y="1"/>
                </a:cubicBezTo>
                <a:lnTo>
                  <a:pt x="4159" y="1"/>
                </a:lnTo>
                <a:cubicBezTo>
                  <a:pt x="4002" y="473"/>
                  <a:pt x="3560" y="851"/>
                  <a:pt x="2993" y="851"/>
                </a:cubicBezTo>
                <a:cubicBezTo>
                  <a:pt x="2489" y="851"/>
                  <a:pt x="2017" y="536"/>
                  <a:pt x="18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5" name="Google Shape;2785;p22"/>
          <p:cNvSpPr/>
          <p:nvPr/>
        </p:nvSpPr>
        <p:spPr>
          <a:xfrm>
            <a:off x="2419539" y="3116017"/>
            <a:ext cx="407845" cy="146108"/>
          </a:xfrm>
          <a:custGeom>
            <a:rect b="b" l="l" r="r" t="t"/>
            <a:pathLst>
              <a:path extrusionOk="0" h="6050" w="12666">
                <a:moveTo>
                  <a:pt x="7971" y="820"/>
                </a:moveTo>
                <a:cubicBezTo>
                  <a:pt x="8223" y="820"/>
                  <a:pt x="8381" y="1009"/>
                  <a:pt x="8412" y="1229"/>
                </a:cubicBezTo>
                <a:lnTo>
                  <a:pt x="8412" y="1639"/>
                </a:lnTo>
                <a:lnTo>
                  <a:pt x="4253" y="1639"/>
                </a:lnTo>
                <a:lnTo>
                  <a:pt x="4253" y="1229"/>
                </a:lnTo>
                <a:cubicBezTo>
                  <a:pt x="4253" y="1009"/>
                  <a:pt x="4443" y="851"/>
                  <a:pt x="4663" y="820"/>
                </a:cubicBezTo>
                <a:close/>
                <a:moveTo>
                  <a:pt x="4632" y="1"/>
                </a:moveTo>
                <a:cubicBezTo>
                  <a:pt x="3970" y="1"/>
                  <a:pt x="3403" y="536"/>
                  <a:pt x="3403" y="1229"/>
                </a:cubicBezTo>
                <a:lnTo>
                  <a:pt x="3403" y="1639"/>
                </a:lnTo>
                <a:lnTo>
                  <a:pt x="1229" y="1639"/>
                </a:lnTo>
                <a:cubicBezTo>
                  <a:pt x="536" y="1639"/>
                  <a:pt x="0" y="2175"/>
                  <a:pt x="0" y="2868"/>
                </a:cubicBezTo>
                <a:lnTo>
                  <a:pt x="0" y="5609"/>
                </a:lnTo>
                <a:cubicBezTo>
                  <a:pt x="0" y="5861"/>
                  <a:pt x="189" y="6050"/>
                  <a:pt x="378" y="6050"/>
                </a:cubicBezTo>
                <a:lnTo>
                  <a:pt x="2584" y="6050"/>
                </a:lnTo>
                <a:lnTo>
                  <a:pt x="2584" y="4821"/>
                </a:lnTo>
                <a:cubicBezTo>
                  <a:pt x="2584" y="4600"/>
                  <a:pt x="2804" y="4380"/>
                  <a:pt x="3025" y="4380"/>
                </a:cubicBezTo>
                <a:lnTo>
                  <a:pt x="4663" y="4380"/>
                </a:lnTo>
                <a:cubicBezTo>
                  <a:pt x="4915" y="4380"/>
                  <a:pt x="5104" y="4600"/>
                  <a:pt x="5104" y="4821"/>
                </a:cubicBezTo>
                <a:lnTo>
                  <a:pt x="5104" y="6050"/>
                </a:lnTo>
                <a:lnTo>
                  <a:pt x="7593" y="6050"/>
                </a:lnTo>
                <a:lnTo>
                  <a:pt x="7593" y="4821"/>
                </a:lnTo>
                <a:cubicBezTo>
                  <a:pt x="7593" y="4600"/>
                  <a:pt x="7782" y="4380"/>
                  <a:pt x="7971" y="4380"/>
                </a:cubicBezTo>
                <a:lnTo>
                  <a:pt x="9641" y="4380"/>
                </a:lnTo>
                <a:cubicBezTo>
                  <a:pt x="9861" y="4380"/>
                  <a:pt x="10019" y="4600"/>
                  <a:pt x="10019" y="4821"/>
                </a:cubicBezTo>
                <a:lnTo>
                  <a:pt x="10019" y="6050"/>
                </a:lnTo>
                <a:lnTo>
                  <a:pt x="12224" y="6050"/>
                </a:lnTo>
                <a:cubicBezTo>
                  <a:pt x="12476" y="6050"/>
                  <a:pt x="12665" y="5861"/>
                  <a:pt x="12665" y="5609"/>
                </a:cubicBezTo>
                <a:lnTo>
                  <a:pt x="12665" y="2868"/>
                </a:lnTo>
                <a:cubicBezTo>
                  <a:pt x="12665" y="2238"/>
                  <a:pt x="12067" y="1639"/>
                  <a:pt x="11405" y="1639"/>
                </a:cubicBezTo>
                <a:lnTo>
                  <a:pt x="9200" y="1639"/>
                </a:lnTo>
                <a:lnTo>
                  <a:pt x="9200" y="1229"/>
                </a:lnTo>
                <a:cubicBezTo>
                  <a:pt x="9200" y="568"/>
                  <a:pt x="8664" y="32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6" name="Google Shape;2786;p22"/>
          <p:cNvSpPr/>
          <p:nvPr/>
        </p:nvSpPr>
        <p:spPr>
          <a:xfrm>
            <a:off x="2418525" y="3494288"/>
            <a:ext cx="327699" cy="245002"/>
          </a:xfrm>
          <a:custGeom>
            <a:rect b="b" l="l" r="r" t="t"/>
            <a:pathLst>
              <a:path extrusionOk="0" h="10145" w="10177">
                <a:moveTo>
                  <a:pt x="5104" y="3813"/>
                </a:moveTo>
                <a:cubicBezTo>
                  <a:pt x="5797" y="3813"/>
                  <a:pt x="6364" y="4348"/>
                  <a:pt x="6364" y="5073"/>
                </a:cubicBezTo>
                <a:cubicBezTo>
                  <a:pt x="6364" y="5766"/>
                  <a:pt x="5797" y="6333"/>
                  <a:pt x="5104" y="6333"/>
                </a:cubicBezTo>
                <a:cubicBezTo>
                  <a:pt x="4379" y="6333"/>
                  <a:pt x="3844" y="5766"/>
                  <a:pt x="3844" y="5073"/>
                </a:cubicBezTo>
                <a:cubicBezTo>
                  <a:pt x="3844" y="4411"/>
                  <a:pt x="4411" y="3813"/>
                  <a:pt x="5104" y="3813"/>
                </a:cubicBezTo>
                <a:close/>
                <a:moveTo>
                  <a:pt x="5104" y="0"/>
                </a:moveTo>
                <a:cubicBezTo>
                  <a:pt x="2300" y="0"/>
                  <a:pt x="0" y="2269"/>
                  <a:pt x="0" y="5073"/>
                </a:cubicBezTo>
                <a:cubicBezTo>
                  <a:pt x="63" y="7908"/>
                  <a:pt x="2300" y="10145"/>
                  <a:pt x="5104" y="10145"/>
                </a:cubicBezTo>
                <a:cubicBezTo>
                  <a:pt x="7877" y="10145"/>
                  <a:pt x="10176" y="7877"/>
                  <a:pt x="10176" y="5073"/>
                </a:cubicBezTo>
                <a:cubicBezTo>
                  <a:pt x="10176" y="2269"/>
                  <a:pt x="7877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7" name="Google Shape;2787;p22"/>
          <p:cNvSpPr/>
          <p:nvPr/>
        </p:nvSpPr>
        <p:spPr>
          <a:xfrm>
            <a:off x="2473297" y="3617428"/>
            <a:ext cx="355102" cy="182743"/>
          </a:xfrm>
          <a:custGeom>
            <a:rect b="b" l="l" r="r" t="t"/>
            <a:pathLst>
              <a:path extrusionOk="0" h="7567" w="11028">
                <a:moveTo>
                  <a:pt x="9774" y="0"/>
                </a:moveTo>
                <a:cubicBezTo>
                  <a:pt x="9040" y="0"/>
                  <a:pt x="8444" y="548"/>
                  <a:pt x="8444" y="1265"/>
                </a:cubicBezTo>
                <a:cubicBezTo>
                  <a:pt x="8444" y="1801"/>
                  <a:pt x="8790" y="2305"/>
                  <a:pt x="9295" y="2463"/>
                </a:cubicBezTo>
                <a:lnTo>
                  <a:pt x="9295" y="2967"/>
                </a:lnTo>
                <a:cubicBezTo>
                  <a:pt x="9295" y="4416"/>
                  <a:pt x="8192" y="5645"/>
                  <a:pt x="6774" y="5834"/>
                </a:cubicBezTo>
                <a:lnTo>
                  <a:pt x="6774" y="4825"/>
                </a:lnTo>
                <a:cubicBezTo>
                  <a:pt x="5829" y="5487"/>
                  <a:pt x="4663" y="5865"/>
                  <a:pt x="3403" y="5865"/>
                </a:cubicBezTo>
                <a:cubicBezTo>
                  <a:pt x="2143" y="5865"/>
                  <a:pt x="977" y="5487"/>
                  <a:pt x="1" y="4825"/>
                </a:cubicBezTo>
                <a:lnTo>
                  <a:pt x="1" y="6306"/>
                </a:lnTo>
                <a:cubicBezTo>
                  <a:pt x="1" y="7031"/>
                  <a:pt x="568" y="7566"/>
                  <a:pt x="1261" y="7566"/>
                </a:cubicBezTo>
                <a:lnTo>
                  <a:pt x="5388" y="7566"/>
                </a:lnTo>
                <a:cubicBezTo>
                  <a:pt x="5955" y="7566"/>
                  <a:pt x="6459" y="7220"/>
                  <a:pt x="6617" y="6716"/>
                </a:cubicBezTo>
                <a:cubicBezTo>
                  <a:pt x="8601" y="6495"/>
                  <a:pt x="10082" y="4920"/>
                  <a:pt x="10114" y="2904"/>
                </a:cubicBezTo>
                <a:lnTo>
                  <a:pt x="10114" y="2400"/>
                </a:lnTo>
                <a:cubicBezTo>
                  <a:pt x="10649" y="2211"/>
                  <a:pt x="11027" y="1706"/>
                  <a:pt x="10996" y="1108"/>
                </a:cubicBezTo>
                <a:cubicBezTo>
                  <a:pt x="10964" y="572"/>
                  <a:pt x="10492" y="100"/>
                  <a:pt x="9893" y="5"/>
                </a:cubicBezTo>
                <a:cubicBezTo>
                  <a:pt x="9853" y="2"/>
                  <a:pt x="9813" y="0"/>
                  <a:pt x="97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8" name="Google Shape;2788;p22"/>
          <p:cNvSpPr/>
          <p:nvPr/>
        </p:nvSpPr>
        <p:spPr>
          <a:xfrm>
            <a:off x="4121222" y="3678777"/>
            <a:ext cx="163351" cy="118721"/>
          </a:xfrm>
          <a:custGeom>
            <a:rect b="b" l="l" r="r" t="t"/>
            <a:pathLst>
              <a:path extrusionOk="0" h="4916" w="5073">
                <a:moveTo>
                  <a:pt x="2238" y="1"/>
                </a:moveTo>
                <a:cubicBezTo>
                  <a:pt x="1986" y="442"/>
                  <a:pt x="1671" y="820"/>
                  <a:pt x="1324" y="1229"/>
                </a:cubicBezTo>
                <a:cubicBezTo>
                  <a:pt x="946" y="1671"/>
                  <a:pt x="473" y="1986"/>
                  <a:pt x="1" y="2238"/>
                </a:cubicBezTo>
                <a:lnTo>
                  <a:pt x="2206" y="4443"/>
                </a:lnTo>
                <a:cubicBezTo>
                  <a:pt x="2521" y="4758"/>
                  <a:pt x="2923" y="4916"/>
                  <a:pt x="3325" y="4916"/>
                </a:cubicBezTo>
                <a:cubicBezTo>
                  <a:pt x="3726" y="4916"/>
                  <a:pt x="4128" y="4758"/>
                  <a:pt x="4443" y="4443"/>
                </a:cubicBezTo>
                <a:cubicBezTo>
                  <a:pt x="5073" y="3813"/>
                  <a:pt x="5073" y="2836"/>
                  <a:pt x="4443" y="220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89" name="Google Shape;2789;p22"/>
          <p:cNvSpPr/>
          <p:nvPr/>
        </p:nvSpPr>
        <p:spPr>
          <a:xfrm>
            <a:off x="3870674" y="3490093"/>
            <a:ext cx="319585" cy="240486"/>
          </a:xfrm>
          <a:custGeom>
            <a:rect b="b" l="l" r="r" t="t"/>
            <a:pathLst>
              <a:path extrusionOk="0" h="9958" w="9925">
                <a:moveTo>
                  <a:pt x="4978" y="1702"/>
                </a:moveTo>
                <a:cubicBezTo>
                  <a:pt x="6774" y="1702"/>
                  <a:pt x="8286" y="3214"/>
                  <a:pt x="8286" y="5010"/>
                </a:cubicBezTo>
                <a:cubicBezTo>
                  <a:pt x="8254" y="5892"/>
                  <a:pt x="7939" y="6711"/>
                  <a:pt x="7341" y="7310"/>
                </a:cubicBezTo>
                <a:cubicBezTo>
                  <a:pt x="6742" y="7908"/>
                  <a:pt x="5923" y="8318"/>
                  <a:pt x="4978" y="8318"/>
                </a:cubicBezTo>
                <a:cubicBezTo>
                  <a:pt x="3151" y="8318"/>
                  <a:pt x="1670" y="6837"/>
                  <a:pt x="1670" y="5010"/>
                </a:cubicBezTo>
                <a:cubicBezTo>
                  <a:pt x="1670" y="3214"/>
                  <a:pt x="3151" y="1702"/>
                  <a:pt x="4978" y="1702"/>
                </a:cubicBezTo>
                <a:close/>
                <a:moveTo>
                  <a:pt x="4978" y="1"/>
                </a:moveTo>
                <a:cubicBezTo>
                  <a:pt x="2268" y="1"/>
                  <a:pt x="0" y="2269"/>
                  <a:pt x="0" y="4978"/>
                </a:cubicBezTo>
                <a:cubicBezTo>
                  <a:pt x="0" y="7688"/>
                  <a:pt x="2268" y="9956"/>
                  <a:pt x="4978" y="9956"/>
                </a:cubicBezTo>
                <a:cubicBezTo>
                  <a:pt x="5013" y="9957"/>
                  <a:pt x="5048" y="9957"/>
                  <a:pt x="5083" y="9957"/>
                </a:cubicBezTo>
                <a:cubicBezTo>
                  <a:pt x="6367" y="9957"/>
                  <a:pt x="7586" y="9395"/>
                  <a:pt x="8506" y="8444"/>
                </a:cubicBezTo>
                <a:cubicBezTo>
                  <a:pt x="9420" y="7499"/>
                  <a:pt x="9924" y="6270"/>
                  <a:pt x="9924" y="4978"/>
                </a:cubicBezTo>
                <a:cubicBezTo>
                  <a:pt x="9924" y="2269"/>
                  <a:pt x="7687" y="1"/>
                  <a:pt x="49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0" name="Google Shape;2790;p22"/>
          <p:cNvSpPr/>
          <p:nvPr/>
        </p:nvSpPr>
        <p:spPr>
          <a:xfrm>
            <a:off x="1859598" y="1672529"/>
            <a:ext cx="53806" cy="237394"/>
          </a:xfrm>
          <a:custGeom>
            <a:rect b="b" l="l" r="r" t="t"/>
            <a:pathLst>
              <a:path extrusionOk="0" h="9830" w="1671">
                <a:moveTo>
                  <a:pt x="1" y="0"/>
                </a:moveTo>
                <a:lnTo>
                  <a:pt x="1" y="9830"/>
                </a:lnTo>
                <a:lnTo>
                  <a:pt x="1670" y="8192"/>
                </a:lnTo>
                <a:lnTo>
                  <a:pt x="1670" y="1639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1" name="Google Shape;2791;p22"/>
          <p:cNvSpPr/>
          <p:nvPr/>
        </p:nvSpPr>
        <p:spPr>
          <a:xfrm>
            <a:off x="2214666" y="1672529"/>
            <a:ext cx="53806" cy="237394"/>
          </a:xfrm>
          <a:custGeom>
            <a:rect b="b" l="l" r="r" t="t"/>
            <a:pathLst>
              <a:path extrusionOk="0" h="9830" w="1671">
                <a:moveTo>
                  <a:pt x="1670" y="0"/>
                </a:moveTo>
                <a:lnTo>
                  <a:pt x="0" y="1639"/>
                </a:lnTo>
                <a:lnTo>
                  <a:pt x="0" y="8192"/>
                </a:lnTo>
                <a:lnTo>
                  <a:pt x="1670" y="9830"/>
                </a:lnTo>
                <a:lnTo>
                  <a:pt x="167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2" name="Google Shape;2792;p22"/>
          <p:cNvSpPr/>
          <p:nvPr/>
        </p:nvSpPr>
        <p:spPr>
          <a:xfrm>
            <a:off x="1939743" y="1718171"/>
            <a:ext cx="248584" cy="146108"/>
          </a:xfrm>
          <a:custGeom>
            <a:rect b="b" l="l" r="r" t="t"/>
            <a:pathLst>
              <a:path extrusionOk="0" h="6050" w="7720">
                <a:moveTo>
                  <a:pt x="1" y="1"/>
                </a:moveTo>
                <a:lnTo>
                  <a:pt x="1" y="6050"/>
                </a:lnTo>
                <a:lnTo>
                  <a:pt x="3592" y="6050"/>
                </a:lnTo>
                <a:lnTo>
                  <a:pt x="3592" y="4821"/>
                </a:lnTo>
                <a:cubicBezTo>
                  <a:pt x="3592" y="4600"/>
                  <a:pt x="3781" y="4411"/>
                  <a:pt x="4002" y="4411"/>
                </a:cubicBezTo>
                <a:lnTo>
                  <a:pt x="6491" y="4411"/>
                </a:lnTo>
                <a:cubicBezTo>
                  <a:pt x="6743" y="4411"/>
                  <a:pt x="6932" y="4600"/>
                  <a:pt x="6932" y="4821"/>
                </a:cubicBezTo>
                <a:lnTo>
                  <a:pt x="6932" y="6050"/>
                </a:lnTo>
                <a:lnTo>
                  <a:pt x="7719" y="6050"/>
                </a:lnTo>
                <a:lnTo>
                  <a:pt x="771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3" name="Google Shape;2793;p22"/>
          <p:cNvSpPr/>
          <p:nvPr/>
        </p:nvSpPr>
        <p:spPr>
          <a:xfrm>
            <a:off x="1878885" y="1884806"/>
            <a:ext cx="370300" cy="39582"/>
          </a:xfrm>
          <a:custGeom>
            <a:rect b="b" l="l" r="r" t="t"/>
            <a:pathLst>
              <a:path extrusionOk="0" h="1639" w="11500">
                <a:moveTo>
                  <a:pt x="1639" y="0"/>
                </a:moveTo>
                <a:lnTo>
                  <a:pt x="0" y="1638"/>
                </a:lnTo>
                <a:lnTo>
                  <a:pt x="11500" y="1638"/>
                </a:lnTo>
                <a:lnTo>
                  <a:pt x="98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4" name="Google Shape;2794;p22"/>
          <p:cNvSpPr/>
          <p:nvPr/>
        </p:nvSpPr>
        <p:spPr>
          <a:xfrm>
            <a:off x="1877854" y="1617925"/>
            <a:ext cx="371330" cy="80492"/>
          </a:xfrm>
          <a:custGeom>
            <a:rect b="b" l="l" r="r" t="t"/>
            <a:pathLst>
              <a:path extrusionOk="0" h="3333" w="11532">
                <a:moveTo>
                  <a:pt x="5798" y="1033"/>
                </a:moveTo>
                <a:lnTo>
                  <a:pt x="6459" y="1694"/>
                </a:lnTo>
                <a:lnTo>
                  <a:pt x="5136" y="1694"/>
                </a:lnTo>
                <a:lnTo>
                  <a:pt x="5798" y="1033"/>
                </a:lnTo>
                <a:close/>
                <a:moveTo>
                  <a:pt x="5750" y="1"/>
                </a:moveTo>
                <a:cubicBezTo>
                  <a:pt x="5640" y="1"/>
                  <a:pt x="5530" y="40"/>
                  <a:pt x="5451" y="119"/>
                </a:cubicBezTo>
                <a:lnTo>
                  <a:pt x="3939" y="1663"/>
                </a:lnTo>
                <a:lnTo>
                  <a:pt x="1" y="1663"/>
                </a:lnTo>
                <a:lnTo>
                  <a:pt x="1639" y="3332"/>
                </a:lnTo>
                <a:lnTo>
                  <a:pt x="9862" y="3332"/>
                </a:lnTo>
                <a:lnTo>
                  <a:pt x="11532" y="1663"/>
                </a:lnTo>
                <a:lnTo>
                  <a:pt x="7593" y="1663"/>
                </a:lnTo>
                <a:lnTo>
                  <a:pt x="6050" y="119"/>
                </a:lnTo>
                <a:cubicBezTo>
                  <a:pt x="5971" y="40"/>
                  <a:pt x="5861" y="1"/>
                  <a:pt x="5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5" name="Google Shape;2795;p22"/>
          <p:cNvSpPr/>
          <p:nvPr/>
        </p:nvSpPr>
        <p:spPr>
          <a:xfrm>
            <a:off x="1944331" y="2105474"/>
            <a:ext cx="240437" cy="179579"/>
          </a:xfrm>
          <a:custGeom>
            <a:rect b="b" l="l" r="r" t="t"/>
            <a:pathLst>
              <a:path extrusionOk="0" h="7436" w="7467">
                <a:moveTo>
                  <a:pt x="3686" y="1465"/>
                </a:moveTo>
                <a:cubicBezTo>
                  <a:pt x="3836" y="1465"/>
                  <a:pt x="3985" y="1544"/>
                  <a:pt x="4064" y="1702"/>
                </a:cubicBezTo>
                <a:lnTo>
                  <a:pt x="4537" y="2678"/>
                </a:lnTo>
                <a:lnTo>
                  <a:pt x="5608" y="2836"/>
                </a:lnTo>
                <a:cubicBezTo>
                  <a:pt x="5955" y="2867"/>
                  <a:pt x="6081" y="3308"/>
                  <a:pt x="5829" y="3561"/>
                </a:cubicBezTo>
                <a:lnTo>
                  <a:pt x="5041" y="4285"/>
                </a:lnTo>
                <a:lnTo>
                  <a:pt x="5261" y="5356"/>
                </a:lnTo>
                <a:cubicBezTo>
                  <a:pt x="5286" y="5630"/>
                  <a:pt x="5075" y="5845"/>
                  <a:pt x="4845" y="5845"/>
                </a:cubicBezTo>
                <a:cubicBezTo>
                  <a:pt x="4784" y="5845"/>
                  <a:pt x="4722" y="5830"/>
                  <a:pt x="4663" y="5797"/>
                </a:cubicBezTo>
                <a:lnTo>
                  <a:pt x="3686" y="5262"/>
                </a:lnTo>
                <a:lnTo>
                  <a:pt x="2678" y="5797"/>
                </a:lnTo>
                <a:cubicBezTo>
                  <a:pt x="2616" y="5828"/>
                  <a:pt x="2553" y="5842"/>
                  <a:pt x="2492" y="5842"/>
                </a:cubicBezTo>
                <a:cubicBezTo>
                  <a:pt x="2244" y="5842"/>
                  <a:pt x="2035" y="5609"/>
                  <a:pt x="2111" y="5356"/>
                </a:cubicBezTo>
                <a:lnTo>
                  <a:pt x="2300" y="4285"/>
                </a:lnTo>
                <a:lnTo>
                  <a:pt x="1512" y="3561"/>
                </a:lnTo>
                <a:cubicBezTo>
                  <a:pt x="1323" y="3308"/>
                  <a:pt x="1418" y="2867"/>
                  <a:pt x="1796" y="2836"/>
                </a:cubicBezTo>
                <a:lnTo>
                  <a:pt x="2836" y="2678"/>
                </a:lnTo>
                <a:lnTo>
                  <a:pt x="3308" y="1702"/>
                </a:lnTo>
                <a:cubicBezTo>
                  <a:pt x="3387" y="1544"/>
                  <a:pt x="3537" y="1465"/>
                  <a:pt x="3686" y="1465"/>
                </a:cubicBezTo>
                <a:close/>
                <a:moveTo>
                  <a:pt x="3718" y="0"/>
                </a:moveTo>
                <a:cubicBezTo>
                  <a:pt x="1670" y="0"/>
                  <a:pt x="32" y="1670"/>
                  <a:pt x="32" y="3750"/>
                </a:cubicBezTo>
                <a:cubicBezTo>
                  <a:pt x="0" y="5766"/>
                  <a:pt x="1670" y="7436"/>
                  <a:pt x="3718" y="7436"/>
                </a:cubicBezTo>
                <a:cubicBezTo>
                  <a:pt x="5765" y="7436"/>
                  <a:pt x="7404" y="5797"/>
                  <a:pt x="7467" y="3750"/>
                </a:cubicBezTo>
                <a:cubicBezTo>
                  <a:pt x="7467" y="1702"/>
                  <a:pt x="5797" y="32"/>
                  <a:pt x="37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6" name="Google Shape;2796;p22"/>
          <p:cNvSpPr/>
          <p:nvPr/>
        </p:nvSpPr>
        <p:spPr>
          <a:xfrm>
            <a:off x="2074161" y="1980980"/>
            <a:ext cx="194810" cy="142775"/>
          </a:xfrm>
          <a:custGeom>
            <a:rect b="b" l="l" r="r" t="t"/>
            <a:pathLst>
              <a:path extrusionOk="0" h="5912" w="6050">
                <a:moveTo>
                  <a:pt x="3829" y="0"/>
                </a:moveTo>
                <a:cubicBezTo>
                  <a:pt x="3706" y="0"/>
                  <a:pt x="3580" y="47"/>
                  <a:pt x="3498" y="146"/>
                </a:cubicBezTo>
                <a:lnTo>
                  <a:pt x="1" y="4336"/>
                </a:lnTo>
                <a:cubicBezTo>
                  <a:pt x="1229" y="4399"/>
                  <a:pt x="2332" y="4998"/>
                  <a:pt x="3088" y="5912"/>
                </a:cubicBezTo>
                <a:lnTo>
                  <a:pt x="5861" y="2446"/>
                </a:lnTo>
                <a:cubicBezTo>
                  <a:pt x="6050" y="2289"/>
                  <a:pt x="6050" y="2037"/>
                  <a:pt x="5924" y="1879"/>
                </a:cubicBezTo>
                <a:lnTo>
                  <a:pt x="4128" y="115"/>
                </a:lnTo>
                <a:cubicBezTo>
                  <a:pt x="4053" y="40"/>
                  <a:pt x="3942" y="0"/>
                  <a:pt x="3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7" name="Google Shape;2797;p22"/>
          <p:cNvSpPr/>
          <p:nvPr/>
        </p:nvSpPr>
        <p:spPr>
          <a:xfrm>
            <a:off x="1968674" y="1979169"/>
            <a:ext cx="190753" cy="86771"/>
          </a:xfrm>
          <a:custGeom>
            <a:rect b="b" l="l" r="r" t="t"/>
            <a:pathLst>
              <a:path extrusionOk="0" h="3593" w="5924">
                <a:moveTo>
                  <a:pt x="0" y="1"/>
                </a:moveTo>
                <a:lnTo>
                  <a:pt x="2962" y="3592"/>
                </a:lnTo>
                <a:lnTo>
                  <a:pt x="592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8" name="Google Shape;2798;p22"/>
          <p:cNvSpPr/>
          <p:nvPr/>
        </p:nvSpPr>
        <p:spPr>
          <a:xfrm>
            <a:off x="1859099" y="1980980"/>
            <a:ext cx="191751" cy="142026"/>
          </a:xfrm>
          <a:custGeom>
            <a:rect b="b" l="l" r="r" t="t"/>
            <a:pathLst>
              <a:path extrusionOk="0" h="5881" w="5955">
                <a:moveTo>
                  <a:pt x="2194" y="0"/>
                </a:moveTo>
                <a:cubicBezTo>
                  <a:pt x="2084" y="0"/>
                  <a:pt x="1965" y="40"/>
                  <a:pt x="1859" y="115"/>
                </a:cubicBezTo>
                <a:lnTo>
                  <a:pt x="95" y="1879"/>
                </a:lnTo>
                <a:cubicBezTo>
                  <a:pt x="1" y="2037"/>
                  <a:pt x="1" y="2289"/>
                  <a:pt x="95" y="2446"/>
                </a:cubicBezTo>
                <a:lnTo>
                  <a:pt x="2899" y="5880"/>
                </a:lnTo>
                <a:cubicBezTo>
                  <a:pt x="3655" y="4998"/>
                  <a:pt x="4758" y="4399"/>
                  <a:pt x="5955" y="4305"/>
                </a:cubicBezTo>
                <a:lnTo>
                  <a:pt x="2490" y="146"/>
                </a:lnTo>
                <a:cubicBezTo>
                  <a:pt x="2424" y="47"/>
                  <a:pt x="2315" y="0"/>
                  <a:pt x="21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9" name="Google Shape;2799;p22"/>
          <p:cNvSpPr/>
          <p:nvPr/>
        </p:nvSpPr>
        <p:spPr>
          <a:xfrm>
            <a:off x="1862375" y="2346502"/>
            <a:ext cx="409874" cy="305328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0" name="Google Shape;2800;p22"/>
          <p:cNvSpPr/>
          <p:nvPr/>
        </p:nvSpPr>
        <p:spPr>
          <a:xfrm>
            <a:off x="442273" y="2753552"/>
            <a:ext cx="483934" cy="305111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1" name="Google Shape;2801;p22"/>
          <p:cNvSpPr/>
          <p:nvPr/>
        </p:nvSpPr>
        <p:spPr>
          <a:xfrm>
            <a:off x="503229" y="3320421"/>
            <a:ext cx="372071" cy="118987"/>
          </a:xfrm>
          <a:custGeom>
            <a:rect b="b" l="l" r="r" t="t"/>
            <a:pathLst>
              <a:path extrusionOk="0" h="4927" w="11555">
                <a:moveTo>
                  <a:pt x="3679" y="2028"/>
                </a:moveTo>
                <a:cubicBezTo>
                  <a:pt x="3931" y="2028"/>
                  <a:pt x="4088" y="2217"/>
                  <a:pt x="4088" y="2469"/>
                </a:cubicBezTo>
                <a:cubicBezTo>
                  <a:pt x="4088" y="2721"/>
                  <a:pt x="3868" y="2878"/>
                  <a:pt x="3679" y="2878"/>
                </a:cubicBezTo>
                <a:cubicBezTo>
                  <a:pt x="3458" y="2878"/>
                  <a:pt x="3238" y="2658"/>
                  <a:pt x="3238" y="2469"/>
                </a:cubicBezTo>
                <a:cubicBezTo>
                  <a:pt x="3238" y="2185"/>
                  <a:pt x="3458" y="2028"/>
                  <a:pt x="3679" y="2028"/>
                </a:cubicBezTo>
                <a:close/>
                <a:moveTo>
                  <a:pt x="7806" y="1618"/>
                </a:moveTo>
                <a:cubicBezTo>
                  <a:pt x="8278" y="1618"/>
                  <a:pt x="8656" y="1965"/>
                  <a:pt x="8656" y="2437"/>
                </a:cubicBezTo>
                <a:cubicBezTo>
                  <a:pt x="8656" y="2910"/>
                  <a:pt x="8278" y="3256"/>
                  <a:pt x="7806" y="3256"/>
                </a:cubicBezTo>
                <a:cubicBezTo>
                  <a:pt x="7333" y="3256"/>
                  <a:pt x="6987" y="2910"/>
                  <a:pt x="6987" y="2437"/>
                </a:cubicBezTo>
                <a:cubicBezTo>
                  <a:pt x="6987" y="1965"/>
                  <a:pt x="7333" y="1618"/>
                  <a:pt x="7806" y="1618"/>
                </a:cubicBezTo>
                <a:close/>
                <a:moveTo>
                  <a:pt x="5348" y="2878"/>
                </a:moveTo>
                <a:cubicBezTo>
                  <a:pt x="5569" y="2878"/>
                  <a:pt x="5758" y="3067"/>
                  <a:pt x="5758" y="3256"/>
                </a:cubicBezTo>
                <a:cubicBezTo>
                  <a:pt x="5758" y="3509"/>
                  <a:pt x="5569" y="3698"/>
                  <a:pt x="5348" y="3698"/>
                </a:cubicBezTo>
                <a:cubicBezTo>
                  <a:pt x="5096" y="3698"/>
                  <a:pt x="4907" y="3509"/>
                  <a:pt x="4907" y="3256"/>
                </a:cubicBezTo>
                <a:cubicBezTo>
                  <a:pt x="4907" y="3004"/>
                  <a:pt x="5096" y="2878"/>
                  <a:pt x="5348" y="2878"/>
                </a:cubicBezTo>
                <a:close/>
                <a:moveTo>
                  <a:pt x="8249" y="1"/>
                </a:moveTo>
                <a:cubicBezTo>
                  <a:pt x="6319" y="1"/>
                  <a:pt x="5400" y="1530"/>
                  <a:pt x="3381" y="1530"/>
                </a:cubicBezTo>
                <a:cubicBezTo>
                  <a:pt x="2909" y="1530"/>
                  <a:pt x="2377" y="1447"/>
                  <a:pt x="1757" y="1240"/>
                </a:cubicBezTo>
                <a:lnTo>
                  <a:pt x="560" y="2973"/>
                </a:lnTo>
                <a:cubicBezTo>
                  <a:pt x="0" y="3812"/>
                  <a:pt x="544" y="4927"/>
                  <a:pt x="1557" y="4927"/>
                </a:cubicBezTo>
                <a:cubicBezTo>
                  <a:pt x="1571" y="4927"/>
                  <a:pt x="1585" y="4927"/>
                  <a:pt x="1599" y="4926"/>
                </a:cubicBezTo>
                <a:lnTo>
                  <a:pt x="9980" y="4926"/>
                </a:lnTo>
                <a:cubicBezTo>
                  <a:pt x="10956" y="4926"/>
                  <a:pt x="11555" y="3761"/>
                  <a:pt x="11019" y="2941"/>
                </a:cubicBezTo>
                <a:lnTo>
                  <a:pt x="9003" y="75"/>
                </a:lnTo>
                <a:cubicBezTo>
                  <a:pt x="8734" y="24"/>
                  <a:pt x="8484" y="1"/>
                  <a:pt x="8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2" name="Google Shape;2802;p22"/>
          <p:cNvSpPr/>
          <p:nvPr/>
        </p:nvSpPr>
        <p:spPr>
          <a:xfrm>
            <a:off x="577032" y="3132752"/>
            <a:ext cx="206982" cy="204840"/>
          </a:xfrm>
          <a:custGeom>
            <a:rect b="b" l="l" r="r" t="t"/>
            <a:pathLst>
              <a:path extrusionOk="0" h="8482" w="6428">
                <a:moveTo>
                  <a:pt x="1891" y="1"/>
                </a:moveTo>
                <a:cubicBezTo>
                  <a:pt x="1229" y="1"/>
                  <a:pt x="694" y="568"/>
                  <a:pt x="694" y="1261"/>
                </a:cubicBezTo>
                <a:cubicBezTo>
                  <a:pt x="694" y="1828"/>
                  <a:pt x="1040" y="2238"/>
                  <a:pt x="1513" y="2395"/>
                </a:cubicBezTo>
                <a:lnTo>
                  <a:pt x="1513" y="5829"/>
                </a:lnTo>
                <a:cubicBezTo>
                  <a:pt x="1481" y="6459"/>
                  <a:pt x="1072" y="6774"/>
                  <a:pt x="0" y="8318"/>
                </a:cubicBezTo>
                <a:cubicBezTo>
                  <a:pt x="441" y="8433"/>
                  <a:pt x="822" y="8482"/>
                  <a:pt x="1162" y="8482"/>
                </a:cubicBezTo>
                <a:cubicBezTo>
                  <a:pt x="3061" y="8482"/>
                  <a:pt x="3671" y="6963"/>
                  <a:pt x="6049" y="6963"/>
                </a:cubicBezTo>
                <a:lnTo>
                  <a:pt x="6112" y="6963"/>
                </a:lnTo>
                <a:cubicBezTo>
                  <a:pt x="5829" y="6585"/>
                  <a:pt x="5608" y="6333"/>
                  <a:pt x="5608" y="5861"/>
                </a:cubicBezTo>
                <a:lnTo>
                  <a:pt x="5608" y="2458"/>
                </a:lnTo>
                <a:cubicBezTo>
                  <a:pt x="6081" y="2301"/>
                  <a:pt x="6427" y="1828"/>
                  <a:pt x="6427" y="1261"/>
                </a:cubicBezTo>
                <a:cubicBezTo>
                  <a:pt x="6427" y="599"/>
                  <a:pt x="5892" y="1"/>
                  <a:pt x="51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3" name="Google Shape;2803;p22"/>
          <p:cNvSpPr/>
          <p:nvPr/>
        </p:nvSpPr>
        <p:spPr>
          <a:xfrm>
            <a:off x="485342" y="3511796"/>
            <a:ext cx="407845" cy="224450"/>
          </a:xfrm>
          <a:custGeom>
            <a:rect b="b" l="l" r="r" t="t"/>
            <a:pathLst>
              <a:path extrusionOk="0" h="9294" w="12666">
                <a:moveTo>
                  <a:pt x="11405" y="1701"/>
                </a:moveTo>
                <a:cubicBezTo>
                  <a:pt x="11626" y="1701"/>
                  <a:pt x="11846" y="1890"/>
                  <a:pt x="11846" y="2142"/>
                </a:cubicBezTo>
                <a:cubicBezTo>
                  <a:pt x="11846" y="3749"/>
                  <a:pt x="11090" y="4663"/>
                  <a:pt x="9956" y="4978"/>
                </a:cubicBezTo>
                <a:cubicBezTo>
                  <a:pt x="10051" y="4631"/>
                  <a:pt x="10145" y="4222"/>
                  <a:pt x="10145" y="3844"/>
                </a:cubicBezTo>
                <a:lnTo>
                  <a:pt x="10145" y="1701"/>
                </a:lnTo>
                <a:close/>
                <a:moveTo>
                  <a:pt x="2584" y="1701"/>
                </a:moveTo>
                <a:lnTo>
                  <a:pt x="2584" y="3812"/>
                </a:lnTo>
                <a:cubicBezTo>
                  <a:pt x="2584" y="4222"/>
                  <a:pt x="2647" y="4600"/>
                  <a:pt x="2773" y="5009"/>
                </a:cubicBezTo>
                <a:cubicBezTo>
                  <a:pt x="1639" y="4694"/>
                  <a:pt x="851" y="3781"/>
                  <a:pt x="851" y="2142"/>
                </a:cubicBezTo>
                <a:cubicBezTo>
                  <a:pt x="851" y="1890"/>
                  <a:pt x="1040" y="1701"/>
                  <a:pt x="1292" y="1701"/>
                </a:cubicBezTo>
                <a:close/>
                <a:moveTo>
                  <a:pt x="4065" y="3655"/>
                </a:moveTo>
                <a:cubicBezTo>
                  <a:pt x="4317" y="3655"/>
                  <a:pt x="4506" y="3875"/>
                  <a:pt x="4506" y="4096"/>
                </a:cubicBezTo>
                <a:cubicBezTo>
                  <a:pt x="4506" y="4631"/>
                  <a:pt x="4821" y="5041"/>
                  <a:pt x="5262" y="5261"/>
                </a:cubicBezTo>
                <a:cubicBezTo>
                  <a:pt x="5451" y="5324"/>
                  <a:pt x="5577" y="5608"/>
                  <a:pt x="5482" y="5797"/>
                </a:cubicBezTo>
                <a:cubicBezTo>
                  <a:pt x="5431" y="5952"/>
                  <a:pt x="5229" y="6065"/>
                  <a:pt x="5054" y="6065"/>
                </a:cubicBezTo>
                <a:cubicBezTo>
                  <a:pt x="5017" y="6065"/>
                  <a:pt x="4980" y="6060"/>
                  <a:pt x="4947" y="6049"/>
                </a:cubicBezTo>
                <a:cubicBezTo>
                  <a:pt x="4128" y="5734"/>
                  <a:pt x="3655" y="4946"/>
                  <a:pt x="3655" y="4096"/>
                </a:cubicBezTo>
                <a:cubicBezTo>
                  <a:pt x="3655" y="3875"/>
                  <a:pt x="3844" y="3655"/>
                  <a:pt x="4065" y="3655"/>
                </a:cubicBezTo>
                <a:close/>
                <a:moveTo>
                  <a:pt x="2993" y="0"/>
                </a:moveTo>
                <a:cubicBezTo>
                  <a:pt x="2741" y="0"/>
                  <a:pt x="2552" y="189"/>
                  <a:pt x="2552" y="441"/>
                </a:cubicBezTo>
                <a:lnTo>
                  <a:pt x="2552" y="882"/>
                </a:lnTo>
                <a:lnTo>
                  <a:pt x="1261" y="882"/>
                </a:lnTo>
                <a:cubicBezTo>
                  <a:pt x="536" y="882"/>
                  <a:pt x="1" y="1418"/>
                  <a:pt x="1" y="2142"/>
                </a:cubicBezTo>
                <a:cubicBezTo>
                  <a:pt x="1" y="4568"/>
                  <a:pt x="1513" y="5797"/>
                  <a:pt x="3183" y="5923"/>
                </a:cubicBezTo>
                <a:cubicBezTo>
                  <a:pt x="4159" y="7372"/>
                  <a:pt x="5073" y="7089"/>
                  <a:pt x="5073" y="7687"/>
                </a:cubicBezTo>
                <a:cubicBezTo>
                  <a:pt x="5073" y="8286"/>
                  <a:pt x="4821" y="8884"/>
                  <a:pt x="4443" y="9294"/>
                </a:cubicBezTo>
                <a:lnTo>
                  <a:pt x="8192" y="9294"/>
                </a:lnTo>
                <a:cubicBezTo>
                  <a:pt x="7782" y="8884"/>
                  <a:pt x="7562" y="8286"/>
                  <a:pt x="7562" y="7687"/>
                </a:cubicBezTo>
                <a:cubicBezTo>
                  <a:pt x="7562" y="7089"/>
                  <a:pt x="8507" y="7372"/>
                  <a:pt x="9484" y="5923"/>
                </a:cubicBezTo>
                <a:cubicBezTo>
                  <a:pt x="11216" y="5797"/>
                  <a:pt x="12666" y="4537"/>
                  <a:pt x="12666" y="2142"/>
                </a:cubicBezTo>
                <a:cubicBezTo>
                  <a:pt x="12666" y="1418"/>
                  <a:pt x="12098" y="882"/>
                  <a:pt x="11405" y="882"/>
                </a:cubicBezTo>
                <a:lnTo>
                  <a:pt x="10145" y="882"/>
                </a:lnTo>
                <a:lnTo>
                  <a:pt x="10145" y="441"/>
                </a:lnTo>
                <a:cubicBezTo>
                  <a:pt x="10145" y="189"/>
                  <a:pt x="9956" y="0"/>
                  <a:pt x="97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4" name="Google Shape;2804;p22"/>
          <p:cNvSpPr/>
          <p:nvPr/>
        </p:nvSpPr>
        <p:spPr>
          <a:xfrm>
            <a:off x="563460" y="3756773"/>
            <a:ext cx="250613" cy="60882"/>
          </a:xfrm>
          <a:custGeom>
            <a:rect b="b" l="l" r="r" t="t"/>
            <a:pathLst>
              <a:path extrusionOk="0" h="2521" w="7783">
                <a:moveTo>
                  <a:pt x="757" y="1"/>
                </a:moveTo>
                <a:lnTo>
                  <a:pt x="63" y="1954"/>
                </a:lnTo>
                <a:cubicBezTo>
                  <a:pt x="0" y="2237"/>
                  <a:pt x="158" y="2521"/>
                  <a:pt x="473" y="2521"/>
                </a:cubicBezTo>
                <a:lnTo>
                  <a:pt x="7278" y="2521"/>
                </a:lnTo>
                <a:cubicBezTo>
                  <a:pt x="7593" y="2521"/>
                  <a:pt x="7782" y="2237"/>
                  <a:pt x="7688" y="1954"/>
                </a:cubicBezTo>
                <a:lnTo>
                  <a:pt x="699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5" name="Google Shape;2805;p22"/>
          <p:cNvSpPr/>
          <p:nvPr/>
        </p:nvSpPr>
        <p:spPr>
          <a:xfrm>
            <a:off x="2945730" y="2738519"/>
            <a:ext cx="294244" cy="219910"/>
          </a:xfrm>
          <a:custGeom>
            <a:rect b="b" l="l" r="r" t="t"/>
            <a:pathLst>
              <a:path extrusionOk="0" h="9106" w="9138">
                <a:moveTo>
                  <a:pt x="4097" y="1292"/>
                </a:moveTo>
                <a:cubicBezTo>
                  <a:pt x="4349" y="1292"/>
                  <a:pt x="4538" y="1450"/>
                  <a:pt x="4538" y="1702"/>
                </a:cubicBezTo>
                <a:cubicBezTo>
                  <a:pt x="4538" y="1922"/>
                  <a:pt x="4349" y="2111"/>
                  <a:pt x="4160" y="2111"/>
                </a:cubicBezTo>
                <a:cubicBezTo>
                  <a:pt x="2994" y="2111"/>
                  <a:pt x="2112" y="3056"/>
                  <a:pt x="2049" y="4222"/>
                </a:cubicBezTo>
                <a:cubicBezTo>
                  <a:pt x="2049" y="4443"/>
                  <a:pt x="1860" y="4600"/>
                  <a:pt x="1639" y="4600"/>
                </a:cubicBezTo>
                <a:cubicBezTo>
                  <a:pt x="1387" y="4600"/>
                  <a:pt x="1198" y="4411"/>
                  <a:pt x="1198" y="4222"/>
                </a:cubicBezTo>
                <a:cubicBezTo>
                  <a:pt x="1198" y="2584"/>
                  <a:pt x="2490" y="1324"/>
                  <a:pt x="4097" y="1292"/>
                </a:cubicBezTo>
                <a:close/>
                <a:moveTo>
                  <a:pt x="4569" y="0"/>
                </a:moveTo>
                <a:cubicBezTo>
                  <a:pt x="2049" y="0"/>
                  <a:pt x="1" y="2048"/>
                  <a:pt x="1" y="4569"/>
                </a:cubicBezTo>
                <a:cubicBezTo>
                  <a:pt x="1" y="6207"/>
                  <a:pt x="946" y="7688"/>
                  <a:pt x="2332" y="8475"/>
                </a:cubicBezTo>
                <a:cubicBezTo>
                  <a:pt x="2458" y="8507"/>
                  <a:pt x="2521" y="8664"/>
                  <a:pt x="2521" y="8822"/>
                </a:cubicBezTo>
                <a:lnTo>
                  <a:pt x="2521" y="9105"/>
                </a:lnTo>
                <a:lnTo>
                  <a:pt x="6680" y="9105"/>
                </a:lnTo>
                <a:lnTo>
                  <a:pt x="6680" y="8822"/>
                </a:lnTo>
                <a:cubicBezTo>
                  <a:pt x="6680" y="8696"/>
                  <a:pt x="6743" y="8570"/>
                  <a:pt x="6900" y="8507"/>
                </a:cubicBezTo>
                <a:cubicBezTo>
                  <a:pt x="8255" y="7719"/>
                  <a:pt x="9137" y="6270"/>
                  <a:pt x="9137" y="4569"/>
                </a:cubicBezTo>
                <a:cubicBezTo>
                  <a:pt x="9137" y="2048"/>
                  <a:pt x="7089" y="32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6" name="Google Shape;2806;p22"/>
          <p:cNvSpPr/>
          <p:nvPr/>
        </p:nvSpPr>
        <p:spPr>
          <a:xfrm>
            <a:off x="3025875" y="2978182"/>
            <a:ext cx="132922" cy="65447"/>
          </a:xfrm>
          <a:custGeom>
            <a:rect b="b" l="l" r="r" t="t"/>
            <a:pathLst>
              <a:path extrusionOk="0" h="2710" w="4128">
                <a:moveTo>
                  <a:pt x="1" y="0"/>
                </a:moveTo>
                <a:lnTo>
                  <a:pt x="1" y="662"/>
                </a:lnTo>
                <a:cubicBezTo>
                  <a:pt x="1" y="1198"/>
                  <a:pt x="410" y="1702"/>
                  <a:pt x="883" y="1859"/>
                </a:cubicBezTo>
                <a:cubicBezTo>
                  <a:pt x="1040" y="2363"/>
                  <a:pt x="1513" y="2710"/>
                  <a:pt x="2049" y="2710"/>
                </a:cubicBezTo>
                <a:cubicBezTo>
                  <a:pt x="2647" y="2710"/>
                  <a:pt x="3120" y="2363"/>
                  <a:pt x="3277" y="1859"/>
                </a:cubicBezTo>
                <a:cubicBezTo>
                  <a:pt x="3781" y="1702"/>
                  <a:pt x="4128" y="1198"/>
                  <a:pt x="4128" y="662"/>
                </a:cubicBez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7" name="Google Shape;2807;p22"/>
          <p:cNvSpPr/>
          <p:nvPr/>
        </p:nvSpPr>
        <p:spPr>
          <a:xfrm>
            <a:off x="2898118" y="3282217"/>
            <a:ext cx="126836" cy="87954"/>
          </a:xfrm>
          <a:custGeom>
            <a:rect b="b" l="l" r="r" t="t"/>
            <a:pathLst>
              <a:path extrusionOk="0" h="3642" w="3939">
                <a:moveTo>
                  <a:pt x="739" y="1"/>
                </a:moveTo>
                <a:cubicBezTo>
                  <a:pt x="480" y="1"/>
                  <a:pt x="232" y="12"/>
                  <a:pt x="0" y="18"/>
                </a:cubicBezTo>
                <a:cubicBezTo>
                  <a:pt x="95" y="1341"/>
                  <a:pt x="630" y="2602"/>
                  <a:pt x="1512" y="3641"/>
                </a:cubicBezTo>
                <a:lnTo>
                  <a:pt x="3938" y="1247"/>
                </a:lnTo>
                <a:cubicBezTo>
                  <a:pt x="2844" y="153"/>
                  <a:pt x="1711" y="1"/>
                  <a:pt x="7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8" name="Google Shape;2808;p22"/>
          <p:cNvSpPr/>
          <p:nvPr/>
        </p:nvSpPr>
        <p:spPr>
          <a:xfrm>
            <a:off x="2896089" y="3167770"/>
            <a:ext cx="185665" cy="129347"/>
          </a:xfrm>
          <a:custGeom>
            <a:rect b="b" l="l" r="r" t="t"/>
            <a:pathLst>
              <a:path extrusionOk="0" h="5356" w="5766">
                <a:moveTo>
                  <a:pt x="1575" y="0"/>
                </a:moveTo>
                <a:cubicBezTo>
                  <a:pt x="599" y="1103"/>
                  <a:pt x="95" y="2520"/>
                  <a:pt x="0" y="3907"/>
                </a:cubicBezTo>
                <a:cubicBezTo>
                  <a:pt x="213" y="3901"/>
                  <a:pt x="452" y="3891"/>
                  <a:pt x="712" y="3891"/>
                </a:cubicBezTo>
                <a:cubicBezTo>
                  <a:pt x="1801" y="3891"/>
                  <a:pt x="3246" y="4059"/>
                  <a:pt x="4568" y="5356"/>
                </a:cubicBezTo>
                <a:lnTo>
                  <a:pt x="5766" y="4190"/>
                </a:lnTo>
                <a:lnTo>
                  <a:pt x="157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9" name="Google Shape;2809;p22"/>
          <p:cNvSpPr/>
          <p:nvPr/>
        </p:nvSpPr>
        <p:spPr>
          <a:xfrm>
            <a:off x="2967090" y="3327546"/>
            <a:ext cx="99434" cy="91311"/>
          </a:xfrm>
          <a:custGeom>
            <a:rect b="b" l="l" r="r" t="t"/>
            <a:pathLst>
              <a:path extrusionOk="0" h="3781" w="3088">
                <a:moveTo>
                  <a:pt x="2332" y="0"/>
                </a:moveTo>
                <a:lnTo>
                  <a:pt x="0" y="2331"/>
                </a:lnTo>
                <a:cubicBezTo>
                  <a:pt x="883" y="3088"/>
                  <a:pt x="1891" y="3592"/>
                  <a:pt x="2962" y="3781"/>
                </a:cubicBezTo>
                <a:cubicBezTo>
                  <a:pt x="3088" y="2363"/>
                  <a:pt x="3088" y="1197"/>
                  <a:pt x="23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0" name="Google Shape;2810;p22"/>
          <p:cNvSpPr/>
          <p:nvPr/>
        </p:nvSpPr>
        <p:spPr>
          <a:xfrm>
            <a:off x="3121296" y="3240026"/>
            <a:ext cx="184635" cy="130893"/>
          </a:xfrm>
          <a:custGeom>
            <a:rect b="b" l="l" r="r" t="t"/>
            <a:pathLst>
              <a:path extrusionOk="0" h="5420" w="5734">
                <a:moveTo>
                  <a:pt x="1197" y="1"/>
                </a:moveTo>
                <a:lnTo>
                  <a:pt x="0" y="1230"/>
                </a:lnTo>
                <a:lnTo>
                  <a:pt x="4159" y="5420"/>
                </a:lnTo>
                <a:cubicBezTo>
                  <a:pt x="5199" y="4191"/>
                  <a:pt x="5703" y="2773"/>
                  <a:pt x="5734" y="1324"/>
                </a:cubicBezTo>
                <a:cubicBezTo>
                  <a:pt x="5557" y="1324"/>
                  <a:pt x="5356" y="1329"/>
                  <a:pt x="5135" y="1329"/>
                </a:cubicBezTo>
                <a:cubicBezTo>
                  <a:pt x="4098" y="1329"/>
                  <a:pt x="2626" y="1222"/>
                  <a:pt x="11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1" name="Google Shape;2811;p22"/>
          <p:cNvSpPr/>
          <p:nvPr/>
        </p:nvSpPr>
        <p:spPr>
          <a:xfrm>
            <a:off x="3061435" y="3283400"/>
            <a:ext cx="174524" cy="138500"/>
          </a:xfrm>
          <a:custGeom>
            <a:rect b="b" l="l" r="r" t="t"/>
            <a:pathLst>
              <a:path extrusionOk="0" h="5735" w="5420">
                <a:moveTo>
                  <a:pt x="1261" y="1"/>
                </a:moveTo>
                <a:lnTo>
                  <a:pt x="0" y="1261"/>
                </a:lnTo>
                <a:cubicBezTo>
                  <a:pt x="1009" y="2679"/>
                  <a:pt x="1009" y="4002"/>
                  <a:pt x="851" y="5735"/>
                </a:cubicBezTo>
                <a:lnTo>
                  <a:pt x="1261" y="5735"/>
                </a:lnTo>
                <a:cubicBezTo>
                  <a:pt x="2773" y="5735"/>
                  <a:pt x="4254" y="5231"/>
                  <a:pt x="5419" y="4159"/>
                </a:cubicBez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2" name="Google Shape;2812;p22"/>
          <p:cNvSpPr/>
          <p:nvPr/>
        </p:nvSpPr>
        <p:spPr>
          <a:xfrm>
            <a:off x="3121296" y="3116789"/>
            <a:ext cx="114664" cy="94354"/>
          </a:xfrm>
          <a:custGeom>
            <a:rect b="b" l="l" r="r" t="t"/>
            <a:pathLst>
              <a:path extrusionOk="0" h="3907" w="3561">
                <a:moveTo>
                  <a:pt x="158" y="0"/>
                </a:moveTo>
                <a:lnTo>
                  <a:pt x="158" y="0"/>
                </a:lnTo>
                <a:cubicBezTo>
                  <a:pt x="126" y="977"/>
                  <a:pt x="0" y="2395"/>
                  <a:pt x="1260" y="3907"/>
                </a:cubicBezTo>
                <a:lnTo>
                  <a:pt x="3560" y="1544"/>
                </a:lnTo>
                <a:cubicBezTo>
                  <a:pt x="2584" y="662"/>
                  <a:pt x="1355" y="158"/>
                  <a:pt x="1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3" name="Google Shape;2813;p22"/>
          <p:cNvSpPr/>
          <p:nvPr/>
        </p:nvSpPr>
        <p:spPr>
          <a:xfrm>
            <a:off x="2967090" y="3116017"/>
            <a:ext cx="174524" cy="138500"/>
          </a:xfrm>
          <a:custGeom>
            <a:rect b="b" l="l" r="r" t="t"/>
            <a:pathLst>
              <a:path extrusionOk="0" h="5735" w="5420">
                <a:moveTo>
                  <a:pt x="4096" y="1"/>
                </a:moveTo>
                <a:lnTo>
                  <a:pt x="4096" y="1"/>
                </a:lnTo>
                <a:cubicBezTo>
                  <a:pt x="2647" y="32"/>
                  <a:pt x="1198" y="536"/>
                  <a:pt x="0" y="1576"/>
                </a:cubicBezTo>
                <a:lnTo>
                  <a:pt x="4191" y="5735"/>
                </a:lnTo>
                <a:lnTo>
                  <a:pt x="5419" y="4506"/>
                </a:lnTo>
                <a:cubicBezTo>
                  <a:pt x="3939" y="2805"/>
                  <a:pt x="4065" y="1135"/>
                  <a:pt x="40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4" name="Google Shape;2814;p22"/>
          <p:cNvSpPr/>
          <p:nvPr/>
        </p:nvSpPr>
        <p:spPr>
          <a:xfrm>
            <a:off x="3179095" y="3167771"/>
            <a:ext cx="125838" cy="83414"/>
          </a:xfrm>
          <a:custGeom>
            <a:rect b="b" l="l" r="r" t="t"/>
            <a:pathLst>
              <a:path extrusionOk="0" h="3454" w="3908">
                <a:moveTo>
                  <a:pt x="2364" y="0"/>
                </a:moveTo>
                <a:lnTo>
                  <a:pt x="1" y="2363"/>
                </a:lnTo>
                <a:cubicBezTo>
                  <a:pt x="1171" y="3313"/>
                  <a:pt x="2246" y="3453"/>
                  <a:pt x="3155" y="3453"/>
                </a:cubicBezTo>
                <a:cubicBezTo>
                  <a:pt x="3421" y="3453"/>
                  <a:pt x="3672" y="3441"/>
                  <a:pt x="3908" y="3434"/>
                </a:cubicBezTo>
                <a:cubicBezTo>
                  <a:pt x="3750" y="2205"/>
                  <a:pt x="3246" y="1008"/>
                  <a:pt x="2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5" name="Google Shape;2815;p22"/>
          <p:cNvSpPr/>
          <p:nvPr/>
        </p:nvSpPr>
        <p:spPr>
          <a:xfrm>
            <a:off x="2979760" y="3495037"/>
            <a:ext cx="242498" cy="213075"/>
          </a:xfrm>
          <a:custGeom>
            <a:rect b="b" l="l" r="r" t="t"/>
            <a:pathLst>
              <a:path extrusionOk="0" h="8823" w="7531">
                <a:moveTo>
                  <a:pt x="3372" y="1"/>
                </a:moveTo>
                <a:lnTo>
                  <a:pt x="95" y="5703"/>
                </a:lnTo>
                <a:cubicBezTo>
                  <a:pt x="1" y="5829"/>
                  <a:pt x="1" y="5987"/>
                  <a:pt x="95" y="6113"/>
                </a:cubicBezTo>
                <a:lnTo>
                  <a:pt x="1418" y="8822"/>
                </a:lnTo>
                <a:lnTo>
                  <a:pt x="6081" y="8822"/>
                </a:lnTo>
                <a:lnTo>
                  <a:pt x="7467" y="6113"/>
                </a:lnTo>
                <a:cubicBezTo>
                  <a:pt x="7530" y="5987"/>
                  <a:pt x="7499" y="5829"/>
                  <a:pt x="7467" y="5703"/>
                </a:cubicBezTo>
                <a:lnTo>
                  <a:pt x="4191" y="1"/>
                </a:lnTo>
                <a:lnTo>
                  <a:pt x="4191" y="4727"/>
                </a:lnTo>
                <a:cubicBezTo>
                  <a:pt x="4663" y="4884"/>
                  <a:pt x="5010" y="5357"/>
                  <a:pt x="5010" y="5892"/>
                </a:cubicBezTo>
                <a:cubicBezTo>
                  <a:pt x="5010" y="6585"/>
                  <a:pt x="4474" y="7121"/>
                  <a:pt x="3750" y="7121"/>
                </a:cubicBezTo>
                <a:cubicBezTo>
                  <a:pt x="3088" y="7121"/>
                  <a:pt x="2521" y="6585"/>
                  <a:pt x="2521" y="5892"/>
                </a:cubicBezTo>
                <a:cubicBezTo>
                  <a:pt x="2521" y="5357"/>
                  <a:pt x="2899" y="4916"/>
                  <a:pt x="3372" y="4727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6" name="Google Shape;2816;p22"/>
          <p:cNvSpPr/>
          <p:nvPr/>
        </p:nvSpPr>
        <p:spPr>
          <a:xfrm>
            <a:off x="3034533" y="3727866"/>
            <a:ext cx="134950" cy="73054"/>
          </a:xfrm>
          <a:custGeom>
            <a:rect b="b" l="l" r="r" t="t"/>
            <a:pathLst>
              <a:path extrusionOk="0" h="3025" w="4191">
                <a:moveTo>
                  <a:pt x="32" y="0"/>
                </a:moveTo>
                <a:lnTo>
                  <a:pt x="32" y="2615"/>
                </a:lnTo>
                <a:cubicBezTo>
                  <a:pt x="1" y="2836"/>
                  <a:pt x="190" y="3025"/>
                  <a:pt x="442" y="3025"/>
                </a:cubicBezTo>
                <a:lnTo>
                  <a:pt x="3750" y="3025"/>
                </a:lnTo>
                <a:cubicBezTo>
                  <a:pt x="3970" y="3025"/>
                  <a:pt x="4191" y="2836"/>
                  <a:pt x="4191" y="2615"/>
                </a:cubicBezTo>
                <a:lnTo>
                  <a:pt x="41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7" name="Google Shape;2817;p22"/>
          <p:cNvSpPr/>
          <p:nvPr/>
        </p:nvSpPr>
        <p:spPr>
          <a:xfrm>
            <a:off x="1989406" y="3875153"/>
            <a:ext cx="423076" cy="306125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8" name="Google Shape;2818;p22"/>
          <p:cNvSpPr/>
          <p:nvPr/>
        </p:nvSpPr>
        <p:spPr>
          <a:xfrm>
            <a:off x="2335321" y="1734158"/>
            <a:ext cx="256698" cy="190423"/>
          </a:xfrm>
          <a:custGeom>
            <a:rect b="b" l="l" r="r" t="t"/>
            <a:pathLst>
              <a:path extrusionOk="0" h="7885" w="7972">
                <a:moveTo>
                  <a:pt x="3245" y="0"/>
                </a:moveTo>
                <a:lnTo>
                  <a:pt x="473" y="2804"/>
                </a:lnTo>
                <a:cubicBezTo>
                  <a:pt x="0" y="3277"/>
                  <a:pt x="0" y="4064"/>
                  <a:pt x="473" y="4568"/>
                </a:cubicBezTo>
                <a:lnTo>
                  <a:pt x="3403" y="7530"/>
                </a:lnTo>
                <a:cubicBezTo>
                  <a:pt x="3639" y="7766"/>
                  <a:pt x="3954" y="7884"/>
                  <a:pt x="4277" y="7884"/>
                </a:cubicBezTo>
                <a:cubicBezTo>
                  <a:pt x="4600" y="7884"/>
                  <a:pt x="4931" y="7766"/>
                  <a:pt x="5199" y="7530"/>
                </a:cubicBezTo>
                <a:lnTo>
                  <a:pt x="7971" y="4726"/>
                </a:lnTo>
                <a:lnTo>
                  <a:pt x="324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9" name="Google Shape;2819;p22"/>
          <p:cNvSpPr/>
          <p:nvPr/>
        </p:nvSpPr>
        <p:spPr>
          <a:xfrm>
            <a:off x="2458067" y="1619446"/>
            <a:ext cx="289156" cy="214404"/>
          </a:xfrm>
          <a:custGeom>
            <a:rect b="b" l="l" r="r" t="t"/>
            <a:pathLst>
              <a:path extrusionOk="0" h="8878" w="8980">
                <a:moveTo>
                  <a:pt x="4395" y="1"/>
                </a:moveTo>
                <a:cubicBezTo>
                  <a:pt x="4285" y="1"/>
                  <a:pt x="4175" y="40"/>
                  <a:pt x="4096" y="119"/>
                </a:cubicBezTo>
                <a:lnTo>
                  <a:pt x="1" y="4152"/>
                </a:lnTo>
                <a:lnTo>
                  <a:pt x="4726" y="8877"/>
                </a:lnTo>
                <a:lnTo>
                  <a:pt x="8822" y="4845"/>
                </a:lnTo>
                <a:cubicBezTo>
                  <a:pt x="8979" y="4687"/>
                  <a:pt x="8979" y="4404"/>
                  <a:pt x="8822" y="4246"/>
                </a:cubicBezTo>
                <a:lnTo>
                  <a:pt x="4695" y="119"/>
                </a:lnTo>
                <a:cubicBezTo>
                  <a:pt x="4616" y="40"/>
                  <a:pt x="4506" y="1"/>
                  <a:pt x="4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0" name="Google Shape;2820;p22"/>
          <p:cNvSpPr/>
          <p:nvPr/>
        </p:nvSpPr>
        <p:spPr>
          <a:xfrm>
            <a:off x="2337848" y="2245469"/>
            <a:ext cx="406847" cy="38833"/>
          </a:xfrm>
          <a:custGeom>
            <a:rect b="b" l="l" r="r" t="t"/>
            <a:pathLst>
              <a:path extrusionOk="0" h="1608" w="12635">
                <a:moveTo>
                  <a:pt x="379" y="0"/>
                </a:moveTo>
                <a:cubicBezTo>
                  <a:pt x="159" y="0"/>
                  <a:pt x="1" y="189"/>
                  <a:pt x="1" y="378"/>
                </a:cubicBezTo>
                <a:cubicBezTo>
                  <a:pt x="1" y="1040"/>
                  <a:pt x="537" y="1607"/>
                  <a:pt x="1198" y="1607"/>
                </a:cubicBezTo>
                <a:lnTo>
                  <a:pt x="11406" y="1607"/>
                </a:lnTo>
                <a:cubicBezTo>
                  <a:pt x="12067" y="1607"/>
                  <a:pt x="12634" y="1072"/>
                  <a:pt x="12634" y="378"/>
                </a:cubicBezTo>
                <a:cubicBezTo>
                  <a:pt x="12603" y="158"/>
                  <a:pt x="12445" y="0"/>
                  <a:pt x="12193" y="0"/>
                </a:cubicBezTo>
                <a:lnTo>
                  <a:pt x="10965" y="0"/>
                </a:lnTo>
                <a:lnTo>
                  <a:pt x="10965" y="378"/>
                </a:lnTo>
                <a:cubicBezTo>
                  <a:pt x="10965" y="630"/>
                  <a:pt x="10776" y="819"/>
                  <a:pt x="10555" y="819"/>
                </a:cubicBezTo>
                <a:cubicBezTo>
                  <a:pt x="10303" y="819"/>
                  <a:pt x="10146" y="630"/>
                  <a:pt x="10146" y="378"/>
                </a:cubicBezTo>
                <a:lnTo>
                  <a:pt x="10146" y="0"/>
                </a:lnTo>
                <a:lnTo>
                  <a:pt x="9326" y="0"/>
                </a:lnTo>
                <a:lnTo>
                  <a:pt x="9326" y="378"/>
                </a:lnTo>
                <a:cubicBezTo>
                  <a:pt x="9326" y="630"/>
                  <a:pt x="9137" y="819"/>
                  <a:pt x="8917" y="819"/>
                </a:cubicBezTo>
                <a:cubicBezTo>
                  <a:pt x="8696" y="819"/>
                  <a:pt x="8507" y="630"/>
                  <a:pt x="8507" y="378"/>
                </a:cubicBezTo>
                <a:lnTo>
                  <a:pt x="85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1" name="Google Shape;2821;p22"/>
          <p:cNvSpPr/>
          <p:nvPr/>
        </p:nvSpPr>
        <p:spPr>
          <a:xfrm>
            <a:off x="2363221" y="2045363"/>
            <a:ext cx="355102" cy="180352"/>
          </a:xfrm>
          <a:custGeom>
            <a:rect b="b" l="l" r="r" t="t"/>
            <a:pathLst>
              <a:path extrusionOk="0" h="7468" w="11028">
                <a:moveTo>
                  <a:pt x="3794" y="1673"/>
                </a:moveTo>
                <a:cubicBezTo>
                  <a:pt x="3841" y="1673"/>
                  <a:pt x="3890" y="1682"/>
                  <a:pt x="3939" y="1702"/>
                </a:cubicBezTo>
                <a:lnTo>
                  <a:pt x="6428" y="2521"/>
                </a:lnTo>
                <a:cubicBezTo>
                  <a:pt x="6680" y="2616"/>
                  <a:pt x="6806" y="2994"/>
                  <a:pt x="6585" y="3214"/>
                </a:cubicBezTo>
                <a:lnTo>
                  <a:pt x="6018" y="3750"/>
                </a:lnTo>
                <a:lnTo>
                  <a:pt x="7404" y="5136"/>
                </a:lnTo>
                <a:cubicBezTo>
                  <a:pt x="7593" y="5262"/>
                  <a:pt x="7593" y="5514"/>
                  <a:pt x="7436" y="5671"/>
                </a:cubicBezTo>
                <a:cubicBezTo>
                  <a:pt x="7357" y="5750"/>
                  <a:pt x="7247" y="5790"/>
                  <a:pt x="7136" y="5790"/>
                </a:cubicBezTo>
                <a:cubicBezTo>
                  <a:pt x="7026" y="5790"/>
                  <a:pt x="6916" y="5750"/>
                  <a:pt x="6837" y="5671"/>
                </a:cubicBezTo>
                <a:lnTo>
                  <a:pt x="5451" y="4317"/>
                </a:lnTo>
                <a:lnTo>
                  <a:pt x="4915" y="4852"/>
                </a:lnTo>
                <a:cubicBezTo>
                  <a:pt x="4821" y="4947"/>
                  <a:pt x="4714" y="4988"/>
                  <a:pt x="4613" y="4988"/>
                </a:cubicBezTo>
                <a:cubicBezTo>
                  <a:pt x="4444" y="4988"/>
                  <a:pt x="4293" y="4872"/>
                  <a:pt x="4254" y="4695"/>
                </a:cubicBezTo>
                <a:lnTo>
                  <a:pt x="3435" y="2206"/>
                </a:lnTo>
                <a:cubicBezTo>
                  <a:pt x="3328" y="1940"/>
                  <a:pt x="3537" y="1673"/>
                  <a:pt x="3794" y="1673"/>
                </a:cubicBezTo>
                <a:close/>
                <a:moveTo>
                  <a:pt x="1198" y="1"/>
                </a:moveTo>
                <a:cubicBezTo>
                  <a:pt x="536" y="1"/>
                  <a:pt x="1" y="568"/>
                  <a:pt x="1" y="1229"/>
                </a:cubicBezTo>
                <a:lnTo>
                  <a:pt x="1" y="7467"/>
                </a:lnTo>
                <a:lnTo>
                  <a:pt x="11027" y="7467"/>
                </a:lnTo>
                <a:lnTo>
                  <a:pt x="11027" y="1229"/>
                </a:lnTo>
                <a:cubicBezTo>
                  <a:pt x="11027" y="568"/>
                  <a:pt x="10460" y="1"/>
                  <a:pt x="97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2" name="Google Shape;2822;p22"/>
          <p:cNvSpPr/>
          <p:nvPr/>
        </p:nvSpPr>
        <p:spPr>
          <a:xfrm>
            <a:off x="2395180" y="2432698"/>
            <a:ext cx="291185" cy="218388"/>
          </a:xfrm>
          <a:custGeom>
            <a:rect b="b" l="l" r="r" t="t"/>
            <a:pathLst>
              <a:path extrusionOk="0" h="9043" w="9043">
                <a:moveTo>
                  <a:pt x="4506" y="2174"/>
                </a:moveTo>
                <a:cubicBezTo>
                  <a:pt x="6144" y="2174"/>
                  <a:pt x="7404" y="3466"/>
                  <a:pt x="7436" y="5041"/>
                </a:cubicBezTo>
                <a:cubicBezTo>
                  <a:pt x="7436" y="6648"/>
                  <a:pt x="6144" y="7908"/>
                  <a:pt x="4506" y="7908"/>
                </a:cubicBezTo>
                <a:cubicBezTo>
                  <a:pt x="2899" y="7908"/>
                  <a:pt x="1639" y="6616"/>
                  <a:pt x="1639" y="5041"/>
                </a:cubicBezTo>
                <a:cubicBezTo>
                  <a:pt x="1639" y="3466"/>
                  <a:pt x="2931" y="2174"/>
                  <a:pt x="4506" y="2174"/>
                </a:cubicBezTo>
                <a:close/>
                <a:moveTo>
                  <a:pt x="4506" y="0"/>
                </a:moveTo>
                <a:lnTo>
                  <a:pt x="1" y="3214"/>
                </a:lnTo>
                <a:lnTo>
                  <a:pt x="1" y="8664"/>
                </a:lnTo>
                <a:cubicBezTo>
                  <a:pt x="1" y="8885"/>
                  <a:pt x="190" y="9042"/>
                  <a:pt x="379" y="9042"/>
                </a:cubicBezTo>
                <a:lnTo>
                  <a:pt x="8665" y="9042"/>
                </a:lnTo>
                <a:cubicBezTo>
                  <a:pt x="8885" y="9042"/>
                  <a:pt x="9043" y="8853"/>
                  <a:pt x="9043" y="8664"/>
                </a:cubicBezTo>
                <a:lnTo>
                  <a:pt x="9043" y="3214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3" name="Google Shape;2823;p22"/>
          <p:cNvSpPr/>
          <p:nvPr/>
        </p:nvSpPr>
        <p:spPr>
          <a:xfrm>
            <a:off x="2473297" y="2503457"/>
            <a:ext cx="134950" cy="101213"/>
          </a:xfrm>
          <a:custGeom>
            <a:rect b="b" l="l" r="r" t="t"/>
            <a:pathLst>
              <a:path extrusionOk="0" h="4191" w="4191">
                <a:moveTo>
                  <a:pt x="2080" y="1040"/>
                </a:moveTo>
                <a:cubicBezTo>
                  <a:pt x="2332" y="1040"/>
                  <a:pt x="2521" y="1229"/>
                  <a:pt x="2521" y="1450"/>
                </a:cubicBezTo>
                <a:lnTo>
                  <a:pt x="2521" y="1859"/>
                </a:lnTo>
                <a:lnTo>
                  <a:pt x="2931" y="1859"/>
                </a:lnTo>
                <a:cubicBezTo>
                  <a:pt x="3151" y="1859"/>
                  <a:pt x="3372" y="2080"/>
                  <a:pt x="3372" y="2269"/>
                </a:cubicBezTo>
                <a:cubicBezTo>
                  <a:pt x="3372" y="2489"/>
                  <a:pt x="3151" y="2710"/>
                  <a:pt x="2931" y="2710"/>
                </a:cubicBezTo>
                <a:lnTo>
                  <a:pt x="2080" y="2710"/>
                </a:lnTo>
                <a:cubicBezTo>
                  <a:pt x="1859" y="2710"/>
                  <a:pt x="1702" y="2489"/>
                  <a:pt x="1702" y="2269"/>
                </a:cubicBezTo>
                <a:lnTo>
                  <a:pt x="1702" y="1450"/>
                </a:lnTo>
                <a:cubicBezTo>
                  <a:pt x="1702" y="1198"/>
                  <a:pt x="1891" y="1040"/>
                  <a:pt x="2080" y="1040"/>
                </a:cubicBezTo>
                <a:close/>
                <a:moveTo>
                  <a:pt x="2080" y="0"/>
                </a:moveTo>
                <a:cubicBezTo>
                  <a:pt x="946" y="0"/>
                  <a:pt x="64" y="946"/>
                  <a:pt x="1" y="2111"/>
                </a:cubicBezTo>
                <a:cubicBezTo>
                  <a:pt x="64" y="3277"/>
                  <a:pt x="946" y="4191"/>
                  <a:pt x="2080" y="4191"/>
                </a:cubicBezTo>
                <a:cubicBezTo>
                  <a:pt x="3246" y="4191"/>
                  <a:pt x="4128" y="3245"/>
                  <a:pt x="4191" y="2111"/>
                </a:cubicBezTo>
                <a:cubicBezTo>
                  <a:pt x="4191" y="977"/>
                  <a:pt x="3246" y="63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4" name="Google Shape;2824;p22"/>
          <p:cNvSpPr/>
          <p:nvPr/>
        </p:nvSpPr>
        <p:spPr>
          <a:xfrm>
            <a:off x="2339378" y="2345203"/>
            <a:ext cx="403788" cy="159945"/>
          </a:xfrm>
          <a:custGeom>
            <a:rect b="b" l="l" r="r" t="t"/>
            <a:pathLst>
              <a:path extrusionOk="0" h="6623" w="12540">
                <a:moveTo>
                  <a:pt x="6239" y="0"/>
                </a:moveTo>
                <a:cubicBezTo>
                  <a:pt x="6018" y="0"/>
                  <a:pt x="5861" y="189"/>
                  <a:pt x="5861" y="378"/>
                </a:cubicBezTo>
                <a:lnTo>
                  <a:pt x="5861" y="1859"/>
                </a:lnTo>
                <a:lnTo>
                  <a:pt x="1891" y="4695"/>
                </a:lnTo>
                <a:lnTo>
                  <a:pt x="222" y="5860"/>
                </a:lnTo>
                <a:cubicBezTo>
                  <a:pt x="32" y="5986"/>
                  <a:pt x="1" y="6270"/>
                  <a:pt x="159" y="6459"/>
                </a:cubicBezTo>
                <a:cubicBezTo>
                  <a:pt x="230" y="6566"/>
                  <a:pt x="342" y="6623"/>
                  <a:pt x="460" y="6623"/>
                </a:cubicBezTo>
                <a:cubicBezTo>
                  <a:pt x="550" y="6623"/>
                  <a:pt x="644" y="6590"/>
                  <a:pt x="726" y="6522"/>
                </a:cubicBezTo>
                <a:lnTo>
                  <a:pt x="6050" y="2741"/>
                </a:lnTo>
                <a:cubicBezTo>
                  <a:pt x="6129" y="2678"/>
                  <a:pt x="6215" y="2647"/>
                  <a:pt x="6298" y="2647"/>
                </a:cubicBezTo>
                <a:cubicBezTo>
                  <a:pt x="6381" y="2647"/>
                  <a:pt x="6459" y="2678"/>
                  <a:pt x="6523" y="2741"/>
                </a:cubicBezTo>
                <a:lnTo>
                  <a:pt x="11847" y="6522"/>
                </a:lnTo>
                <a:cubicBezTo>
                  <a:pt x="11926" y="6575"/>
                  <a:pt x="12016" y="6600"/>
                  <a:pt x="12105" y="6600"/>
                </a:cubicBezTo>
                <a:cubicBezTo>
                  <a:pt x="12230" y="6600"/>
                  <a:pt x="12354" y="6551"/>
                  <a:pt x="12445" y="6459"/>
                </a:cubicBezTo>
                <a:cubicBezTo>
                  <a:pt x="12540" y="6270"/>
                  <a:pt x="12508" y="6018"/>
                  <a:pt x="12351" y="5860"/>
                </a:cubicBezTo>
                <a:lnTo>
                  <a:pt x="10713" y="4695"/>
                </a:lnTo>
                <a:lnTo>
                  <a:pt x="6712" y="1859"/>
                </a:lnTo>
                <a:lnTo>
                  <a:pt x="6712" y="378"/>
                </a:lnTo>
                <a:cubicBezTo>
                  <a:pt x="6680" y="189"/>
                  <a:pt x="6491" y="0"/>
                  <a:pt x="62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5" name="Google Shape;2825;p22"/>
          <p:cNvSpPr/>
          <p:nvPr/>
        </p:nvSpPr>
        <p:spPr>
          <a:xfrm>
            <a:off x="978246" y="2753732"/>
            <a:ext cx="374357" cy="307405"/>
          </a:xfrm>
          <a:custGeom>
            <a:rect b="b" l="l" r="r" t="t"/>
            <a:pathLst>
              <a:path extrusionOk="0" h="12729" w="11626">
                <a:moveTo>
                  <a:pt x="442" y="1"/>
                </a:moveTo>
                <a:cubicBezTo>
                  <a:pt x="221" y="1"/>
                  <a:pt x="32" y="190"/>
                  <a:pt x="32" y="442"/>
                </a:cubicBezTo>
                <a:lnTo>
                  <a:pt x="32" y="4159"/>
                </a:lnTo>
                <a:cubicBezTo>
                  <a:pt x="32" y="4317"/>
                  <a:pt x="126" y="4474"/>
                  <a:pt x="284" y="4569"/>
                </a:cubicBezTo>
                <a:cubicBezTo>
                  <a:pt x="1072" y="4821"/>
                  <a:pt x="1670" y="5640"/>
                  <a:pt x="1670" y="6491"/>
                </a:cubicBezTo>
                <a:cubicBezTo>
                  <a:pt x="1670" y="7404"/>
                  <a:pt x="1103" y="8129"/>
                  <a:pt x="284" y="8475"/>
                </a:cubicBezTo>
                <a:cubicBezTo>
                  <a:pt x="126" y="8507"/>
                  <a:pt x="0" y="8664"/>
                  <a:pt x="0" y="8853"/>
                </a:cubicBezTo>
                <a:lnTo>
                  <a:pt x="0" y="12319"/>
                </a:lnTo>
                <a:cubicBezTo>
                  <a:pt x="0" y="12571"/>
                  <a:pt x="221" y="12729"/>
                  <a:pt x="442" y="12729"/>
                </a:cubicBezTo>
                <a:lnTo>
                  <a:pt x="3308" y="12729"/>
                </a:lnTo>
                <a:lnTo>
                  <a:pt x="3308" y="4852"/>
                </a:lnTo>
                <a:cubicBezTo>
                  <a:pt x="3308" y="3687"/>
                  <a:pt x="4254" y="2805"/>
                  <a:pt x="5419" y="2741"/>
                </a:cubicBezTo>
                <a:lnTo>
                  <a:pt x="6238" y="2741"/>
                </a:lnTo>
                <a:cubicBezTo>
                  <a:pt x="7373" y="2741"/>
                  <a:pt x="8286" y="3687"/>
                  <a:pt x="8318" y="4852"/>
                </a:cubicBezTo>
                <a:lnTo>
                  <a:pt x="8318" y="12729"/>
                </a:lnTo>
                <a:lnTo>
                  <a:pt x="11216" y="12729"/>
                </a:lnTo>
                <a:cubicBezTo>
                  <a:pt x="11437" y="12729"/>
                  <a:pt x="11594" y="12508"/>
                  <a:pt x="11626" y="12319"/>
                </a:cubicBezTo>
                <a:lnTo>
                  <a:pt x="11626" y="8853"/>
                </a:lnTo>
                <a:cubicBezTo>
                  <a:pt x="11626" y="8696"/>
                  <a:pt x="11500" y="8538"/>
                  <a:pt x="11374" y="8475"/>
                </a:cubicBezTo>
                <a:cubicBezTo>
                  <a:pt x="10586" y="8192"/>
                  <a:pt x="9988" y="7404"/>
                  <a:pt x="9988" y="6491"/>
                </a:cubicBezTo>
                <a:cubicBezTo>
                  <a:pt x="9988" y="5577"/>
                  <a:pt x="10586" y="4852"/>
                  <a:pt x="11374" y="4569"/>
                </a:cubicBezTo>
                <a:cubicBezTo>
                  <a:pt x="11531" y="4537"/>
                  <a:pt x="11626" y="4380"/>
                  <a:pt x="11626" y="4159"/>
                </a:cubicBezTo>
                <a:lnTo>
                  <a:pt x="11626" y="442"/>
                </a:lnTo>
                <a:cubicBezTo>
                  <a:pt x="11626" y="190"/>
                  <a:pt x="11437" y="1"/>
                  <a:pt x="11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6" name="Google Shape;2826;p22"/>
          <p:cNvSpPr/>
          <p:nvPr/>
        </p:nvSpPr>
        <p:spPr>
          <a:xfrm>
            <a:off x="1113163" y="2841228"/>
            <a:ext cx="106550" cy="219910"/>
          </a:xfrm>
          <a:custGeom>
            <a:rect b="b" l="l" r="r" t="t"/>
            <a:pathLst>
              <a:path extrusionOk="0" h="9106" w="3309">
                <a:moveTo>
                  <a:pt x="1607" y="3309"/>
                </a:moveTo>
                <a:cubicBezTo>
                  <a:pt x="2080" y="3309"/>
                  <a:pt x="2426" y="3655"/>
                  <a:pt x="2426" y="4128"/>
                </a:cubicBezTo>
                <a:cubicBezTo>
                  <a:pt x="2426" y="4600"/>
                  <a:pt x="2080" y="4947"/>
                  <a:pt x="1607" y="4947"/>
                </a:cubicBezTo>
                <a:cubicBezTo>
                  <a:pt x="1135" y="4947"/>
                  <a:pt x="788" y="4600"/>
                  <a:pt x="788" y="4128"/>
                </a:cubicBezTo>
                <a:cubicBezTo>
                  <a:pt x="788" y="3655"/>
                  <a:pt x="1135" y="3309"/>
                  <a:pt x="1607" y="3309"/>
                </a:cubicBezTo>
                <a:close/>
                <a:moveTo>
                  <a:pt x="1229" y="1"/>
                </a:moveTo>
                <a:cubicBezTo>
                  <a:pt x="536" y="1"/>
                  <a:pt x="1" y="536"/>
                  <a:pt x="1" y="1261"/>
                </a:cubicBezTo>
                <a:lnTo>
                  <a:pt x="1" y="9106"/>
                </a:lnTo>
                <a:lnTo>
                  <a:pt x="3309" y="9106"/>
                </a:lnTo>
                <a:lnTo>
                  <a:pt x="3309" y="1229"/>
                </a:lnTo>
                <a:cubicBezTo>
                  <a:pt x="3309" y="536"/>
                  <a:pt x="2742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7" name="Google Shape;2827;p22"/>
          <p:cNvSpPr/>
          <p:nvPr/>
        </p:nvSpPr>
        <p:spPr>
          <a:xfrm>
            <a:off x="1002688" y="3133324"/>
            <a:ext cx="347985" cy="30588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8" name="Google Shape;2828;p22"/>
          <p:cNvSpPr/>
          <p:nvPr/>
        </p:nvSpPr>
        <p:spPr>
          <a:xfrm>
            <a:off x="971688" y="3511434"/>
            <a:ext cx="122779" cy="148740"/>
          </a:xfrm>
          <a:custGeom>
            <a:rect b="b" l="l" r="r" t="t"/>
            <a:pathLst>
              <a:path extrusionOk="0" h="6159" w="3813">
                <a:moveTo>
                  <a:pt x="1698" y="1"/>
                </a:moveTo>
                <a:cubicBezTo>
                  <a:pt x="1520" y="1"/>
                  <a:pt x="1373" y="138"/>
                  <a:pt x="1293" y="299"/>
                </a:cubicBezTo>
                <a:lnTo>
                  <a:pt x="1" y="5119"/>
                </a:lnTo>
                <a:cubicBezTo>
                  <a:pt x="1" y="5308"/>
                  <a:pt x="127" y="5528"/>
                  <a:pt x="316" y="5623"/>
                </a:cubicBezTo>
                <a:lnTo>
                  <a:pt x="2332" y="6158"/>
                </a:lnTo>
                <a:cubicBezTo>
                  <a:pt x="3277" y="2630"/>
                  <a:pt x="2868" y="4111"/>
                  <a:pt x="3813" y="582"/>
                </a:cubicBezTo>
                <a:lnTo>
                  <a:pt x="1797" y="15"/>
                </a:lnTo>
                <a:cubicBezTo>
                  <a:pt x="1763" y="5"/>
                  <a:pt x="1730" y="1"/>
                  <a:pt x="16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9" name="Google Shape;2829;p22"/>
          <p:cNvSpPr/>
          <p:nvPr/>
        </p:nvSpPr>
        <p:spPr>
          <a:xfrm>
            <a:off x="1046778" y="3549832"/>
            <a:ext cx="278981" cy="267872"/>
          </a:xfrm>
          <a:custGeom>
            <a:rect b="b" l="l" r="r" t="t"/>
            <a:pathLst>
              <a:path extrusionOk="0" h="11092" w="8664">
                <a:moveTo>
                  <a:pt x="4348" y="3466"/>
                </a:moveTo>
                <a:cubicBezTo>
                  <a:pt x="4820" y="3466"/>
                  <a:pt x="5199" y="3844"/>
                  <a:pt x="5199" y="4316"/>
                </a:cubicBezTo>
                <a:cubicBezTo>
                  <a:pt x="5199" y="4789"/>
                  <a:pt x="4820" y="5136"/>
                  <a:pt x="4348" y="5136"/>
                </a:cubicBezTo>
                <a:cubicBezTo>
                  <a:pt x="3907" y="5136"/>
                  <a:pt x="3529" y="4789"/>
                  <a:pt x="3529" y="4316"/>
                </a:cubicBezTo>
                <a:cubicBezTo>
                  <a:pt x="3529" y="3875"/>
                  <a:pt x="3875" y="3466"/>
                  <a:pt x="4348" y="3466"/>
                </a:cubicBezTo>
                <a:close/>
                <a:moveTo>
                  <a:pt x="5104" y="5766"/>
                </a:moveTo>
                <a:lnTo>
                  <a:pt x="6081" y="7624"/>
                </a:lnTo>
                <a:lnTo>
                  <a:pt x="2615" y="7624"/>
                </a:lnTo>
                <a:lnTo>
                  <a:pt x="3560" y="5766"/>
                </a:lnTo>
                <a:cubicBezTo>
                  <a:pt x="3812" y="5892"/>
                  <a:pt x="4096" y="5955"/>
                  <a:pt x="4348" y="5955"/>
                </a:cubicBezTo>
                <a:cubicBezTo>
                  <a:pt x="4631" y="5955"/>
                  <a:pt x="4883" y="5892"/>
                  <a:pt x="5104" y="5766"/>
                </a:cubicBezTo>
                <a:close/>
                <a:moveTo>
                  <a:pt x="2048" y="0"/>
                </a:moveTo>
                <a:cubicBezTo>
                  <a:pt x="1386" y="2458"/>
                  <a:pt x="1638" y="1544"/>
                  <a:pt x="977" y="4001"/>
                </a:cubicBezTo>
                <a:lnTo>
                  <a:pt x="2678" y="4474"/>
                </a:lnTo>
                <a:cubicBezTo>
                  <a:pt x="2678" y="4726"/>
                  <a:pt x="2741" y="5010"/>
                  <a:pt x="2899" y="5199"/>
                </a:cubicBezTo>
                <a:lnTo>
                  <a:pt x="32" y="10523"/>
                </a:lnTo>
                <a:cubicBezTo>
                  <a:pt x="0" y="10680"/>
                  <a:pt x="63" y="10964"/>
                  <a:pt x="252" y="11027"/>
                </a:cubicBezTo>
                <a:cubicBezTo>
                  <a:pt x="328" y="11070"/>
                  <a:pt x="404" y="11091"/>
                  <a:pt x="475" y="11091"/>
                </a:cubicBezTo>
                <a:cubicBezTo>
                  <a:pt x="613" y="11091"/>
                  <a:pt x="737" y="11014"/>
                  <a:pt x="819" y="10869"/>
                </a:cubicBezTo>
                <a:lnTo>
                  <a:pt x="2143" y="8475"/>
                </a:lnTo>
                <a:lnTo>
                  <a:pt x="6490" y="8475"/>
                </a:lnTo>
                <a:lnTo>
                  <a:pt x="7845" y="10869"/>
                </a:lnTo>
                <a:cubicBezTo>
                  <a:pt x="7907" y="11014"/>
                  <a:pt x="8037" y="11091"/>
                  <a:pt x="8173" y="11091"/>
                </a:cubicBezTo>
                <a:cubicBezTo>
                  <a:pt x="8243" y="11091"/>
                  <a:pt x="8316" y="11070"/>
                  <a:pt x="8381" y="11027"/>
                </a:cubicBezTo>
                <a:cubicBezTo>
                  <a:pt x="8570" y="10932"/>
                  <a:pt x="8664" y="10680"/>
                  <a:pt x="8538" y="10491"/>
                </a:cubicBezTo>
                <a:lnTo>
                  <a:pt x="5734" y="5262"/>
                </a:lnTo>
                <a:lnTo>
                  <a:pt x="6585" y="5482"/>
                </a:lnTo>
                <a:cubicBezTo>
                  <a:pt x="7120" y="3434"/>
                  <a:pt x="6931" y="4222"/>
                  <a:pt x="7624" y="1513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0" name="Google Shape;2830;p22"/>
          <p:cNvSpPr/>
          <p:nvPr/>
        </p:nvSpPr>
        <p:spPr>
          <a:xfrm>
            <a:off x="1292270" y="3609941"/>
            <a:ext cx="83205" cy="69166"/>
          </a:xfrm>
          <a:custGeom>
            <a:rect b="b" l="l" r="r" t="t"/>
            <a:pathLst>
              <a:path extrusionOk="0" h="2864" w="2584">
                <a:moveTo>
                  <a:pt x="630" y="0"/>
                </a:moveTo>
                <a:cubicBezTo>
                  <a:pt x="252" y="1449"/>
                  <a:pt x="410" y="945"/>
                  <a:pt x="0" y="2395"/>
                </a:cubicBezTo>
                <a:lnTo>
                  <a:pt x="1607" y="2836"/>
                </a:lnTo>
                <a:cubicBezTo>
                  <a:pt x="1658" y="2855"/>
                  <a:pt x="1707" y="2864"/>
                  <a:pt x="1753" y="2864"/>
                </a:cubicBezTo>
                <a:cubicBezTo>
                  <a:pt x="1932" y="2864"/>
                  <a:pt x="2067" y="2728"/>
                  <a:pt x="2143" y="2552"/>
                </a:cubicBezTo>
                <a:lnTo>
                  <a:pt x="2584" y="945"/>
                </a:lnTo>
                <a:cubicBezTo>
                  <a:pt x="2552" y="725"/>
                  <a:pt x="2458" y="473"/>
                  <a:pt x="2237" y="441"/>
                </a:cubicBezTo>
                <a:lnTo>
                  <a:pt x="6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1" name="Google Shape;2831;p22"/>
          <p:cNvSpPr/>
          <p:nvPr/>
        </p:nvSpPr>
        <p:spPr>
          <a:xfrm>
            <a:off x="3362844" y="2807588"/>
            <a:ext cx="336812" cy="236622"/>
          </a:xfrm>
          <a:custGeom>
            <a:rect b="b" l="l" r="r" t="t"/>
            <a:pathLst>
              <a:path extrusionOk="0" h="9798" w="10460">
                <a:moveTo>
                  <a:pt x="6091" y="980"/>
                </a:moveTo>
                <a:cubicBezTo>
                  <a:pt x="6596" y="980"/>
                  <a:pt x="7119" y="1154"/>
                  <a:pt x="7562" y="1520"/>
                </a:cubicBezTo>
                <a:cubicBezTo>
                  <a:pt x="7719" y="1677"/>
                  <a:pt x="7751" y="1898"/>
                  <a:pt x="7593" y="2087"/>
                </a:cubicBezTo>
                <a:cubicBezTo>
                  <a:pt x="7518" y="2181"/>
                  <a:pt x="7387" y="2241"/>
                  <a:pt x="7260" y="2241"/>
                </a:cubicBezTo>
                <a:cubicBezTo>
                  <a:pt x="7174" y="2241"/>
                  <a:pt x="7090" y="2213"/>
                  <a:pt x="7026" y="2150"/>
                </a:cubicBezTo>
                <a:cubicBezTo>
                  <a:pt x="6747" y="1918"/>
                  <a:pt x="6415" y="1807"/>
                  <a:pt x="6101" y="1807"/>
                </a:cubicBezTo>
                <a:cubicBezTo>
                  <a:pt x="5776" y="1807"/>
                  <a:pt x="5470" y="1925"/>
                  <a:pt x="5262" y="2150"/>
                </a:cubicBezTo>
                <a:cubicBezTo>
                  <a:pt x="5183" y="2229"/>
                  <a:pt x="5073" y="2268"/>
                  <a:pt x="4962" y="2268"/>
                </a:cubicBezTo>
                <a:cubicBezTo>
                  <a:pt x="4852" y="2268"/>
                  <a:pt x="4742" y="2229"/>
                  <a:pt x="4663" y="2150"/>
                </a:cubicBezTo>
                <a:cubicBezTo>
                  <a:pt x="4506" y="1992"/>
                  <a:pt x="4506" y="1709"/>
                  <a:pt x="4663" y="1551"/>
                </a:cubicBezTo>
                <a:cubicBezTo>
                  <a:pt x="5037" y="1177"/>
                  <a:pt x="5553" y="980"/>
                  <a:pt x="6091" y="980"/>
                </a:cubicBezTo>
                <a:close/>
                <a:moveTo>
                  <a:pt x="3781" y="7852"/>
                </a:moveTo>
                <a:lnTo>
                  <a:pt x="4348" y="8451"/>
                </a:lnTo>
                <a:lnTo>
                  <a:pt x="4002" y="8797"/>
                </a:lnTo>
                <a:cubicBezTo>
                  <a:pt x="3923" y="8876"/>
                  <a:pt x="3812" y="8915"/>
                  <a:pt x="3702" y="8915"/>
                </a:cubicBezTo>
                <a:cubicBezTo>
                  <a:pt x="3592" y="8915"/>
                  <a:pt x="3482" y="8876"/>
                  <a:pt x="3403" y="8797"/>
                </a:cubicBezTo>
                <a:cubicBezTo>
                  <a:pt x="3214" y="8640"/>
                  <a:pt x="3214" y="8356"/>
                  <a:pt x="3403" y="8199"/>
                </a:cubicBezTo>
                <a:lnTo>
                  <a:pt x="3781" y="7852"/>
                </a:lnTo>
                <a:close/>
                <a:moveTo>
                  <a:pt x="6201" y="1"/>
                </a:moveTo>
                <a:cubicBezTo>
                  <a:pt x="5236" y="1"/>
                  <a:pt x="4264" y="375"/>
                  <a:pt x="3529" y="1110"/>
                </a:cubicBezTo>
                <a:lnTo>
                  <a:pt x="2363" y="2307"/>
                </a:lnTo>
                <a:cubicBezTo>
                  <a:pt x="2269" y="2370"/>
                  <a:pt x="2206" y="2402"/>
                  <a:pt x="2048" y="2402"/>
                </a:cubicBezTo>
                <a:cubicBezTo>
                  <a:pt x="1450" y="2465"/>
                  <a:pt x="851" y="2622"/>
                  <a:pt x="378" y="3095"/>
                </a:cubicBezTo>
                <a:cubicBezTo>
                  <a:pt x="0" y="3441"/>
                  <a:pt x="0" y="4040"/>
                  <a:pt x="347" y="4418"/>
                </a:cubicBezTo>
                <a:lnTo>
                  <a:pt x="3182" y="7254"/>
                </a:lnTo>
                <a:lnTo>
                  <a:pt x="2773" y="7663"/>
                </a:lnTo>
                <a:cubicBezTo>
                  <a:pt x="2300" y="8136"/>
                  <a:pt x="2300" y="8923"/>
                  <a:pt x="2773" y="9427"/>
                </a:cubicBezTo>
                <a:cubicBezTo>
                  <a:pt x="3009" y="9664"/>
                  <a:pt x="3324" y="9782"/>
                  <a:pt x="3647" y="9782"/>
                </a:cubicBezTo>
                <a:cubicBezTo>
                  <a:pt x="3970" y="9782"/>
                  <a:pt x="4301" y="9664"/>
                  <a:pt x="4569" y="9427"/>
                </a:cubicBezTo>
                <a:lnTo>
                  <a:pt x="4947" y="9018"/>
                </a:lnTo>
                <a:lnTo>
                  <a:pt x="5419" y="9490"/>
                </a:lnTo>
                <a:cubicBezTo>
                  <a:pt x="5624" y="9695"/>
                  <a:pt x="5868" y="9798"/>
                  <a:pt x="6112" y="9798"/>
                </a:cubicBezTo>
                <a:cubicBezTo>
                  <a:pt x="6357" y="9798"/>
                  <a:pt x="6601" y="9695"/>
                  <a:pt x="6805" y="9490"/>
                </a:cubicBezTo>
                <a:cubicBezTo>
                  <a:pt x="7278" y="9018"/>
                  <a:pt x="7436" y="8388"/>
                  <a:pt x="7467" y="7852"/>
                </a:cubicBezTo>
                <a:cubicBezTo>
                  <a:pt x="7467" y="7726"/>
                  <a:pt x="7499" y="7663"/>
                  <a:pt x="7593" y="7569"/>
                </a:cubicBezTo>
                <a:lnTo>
                  <a:pt x="8696" y="6466"/>
                </a:lnTo>
                <a:cubicBezTo>
                  <a:pt x="10460" y="4702"/>
                  <a:pt x="10145" y="1740"/>
                  <a:pt x="8066" y="511"/>
                </a:cubicBezTo>
                <a:cubicBezTo>
                  <a:pt x="7496" y="170"/>
                  <a:pt x="6850" y="1"/>
                  <a:pt x="62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2" name="Google Shape;2832;p22"/>
          <p:cNvSpPr/>
          <p:nvPr/>
        </p:nvSpPr>
        <p:spPr>
          <a:xfrm>
            <a:off x="3629653" y="2737577"/>
            <a:ext cx="147122" cy="107492"/>
          </a:xfrm>
          <a:custGeom>
            <a:rect b="b" l="l" r="r" t="t"/>
            <a:pathLst>
              <a:path extrusionOk="0" h="4451" w="4569">
                <a:moveTo>
                  <a:pt x="3226" y="0"/>
                </a:moveTo>
                <a:cubicBezTo>
                  <a:pt x="2907" y="0"/>
                  <a:pt x="2584" y="118"/>
                  <a:pt x="2332" y="355"/>
                </a:cubicBezTo>
                <a:lnTo>
                  <a:pt x="0" y="2686"/>
                </a:lnTo>
                <a:cubicBezTo>
                  <a:pt x="788" y="3095"/>
                  <a:pt x="1355" y="3631"/>
                  <a:pt x="1796" y="4450"/>
                </a:cubicBezTo>
                <a:lnTo>
                  <a:pt x="4096" y="2119"/>
                </a:lnTo>
                <a:cubicBezTo>
                  <a:pt x="4568" y="1646"/>
                  <a:pt x="4568" y="859"/>
                  <a:pt x="4096" y="355"/>
                </a:cubicBezTo>
                <a:cubicBezTo>
                  <a:pt x="3860" y="118"/>
                  <a:pt x="3545" y="0"/>
                  <a:pt x="32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3" name="Google Shape;2833;p22"/>
          <p:cNvSpPr/>
          <p:nvPr/>
        </p:nvSpPr>
        <p:spPr>
          <a:xfrm>
            <a:off x="3619038" y="3281879"/>
            <a:ext cx="80178" cy="60133"/>
          </a:xfrm>
          <a:custGeom>
            <a:rect b="b" l="l" r="r" t="t"/>
            <a:pathLst>
              <a:path extrusionOk="0" h="2490" w="2490">
                <a:moveTo>
                  <a:pt x="1229" y="1"/>
                </a:moveTo>
                <a:cubicBezTo>
                  <a:pt x="568" y="1"/>
                  <a:pt x="1" y="568"/>
                  <a:pt x="1" y="1261"/>
                </a:cubicBezTo>
                <a:cubicBezTo>
                  <a:pt x="1" y="1923"/>
                  <a:pt x="568" y="2490"/>
                  <a:pt x="1229" y="2490"/>
                </a:cubicBezTo>
                <a:cubicBezTo>
                  <a:pt x="1891" y="2490"/>
                  <a:pt x="2426" y="1954"/>
                  <a:pt x="2490" y="1261"/>
                </a:cubicBezTo>
                <a:cubicBezTo>
                  <a:pt x="2490" y="599"/>
                  <a:pt x="1922" y="1"/>
                  <a:pt x="12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4" name="Google Shape;2834;p22"/>
          <p:cNvSpPr/>
          <p:nvPr/>
        </p:nvSpPr>
        <p:spPr>
          <a:xfrm>
            <a:off x="3372516" y="3169176"/>
            <a:ext cx="410904" cy="199382"/>
          </a:xfrm>
          <a:custGeom>
            <a:rect b="b" l="l" r="r" t="t"/>
            <a:pathLst>
              <a:path extrusionOk="0" h="8256" w="12761">
                <a:moveTo>
                  <a:pt x="5357" y="1702"/>
                </a:moveTo>
                <a:cubicBezTo>
                  <a:pt x="5609" y="1702"/>
                  <a:pt x="5798" y="1923"/>
                  <a:pt x="5798" y="2112"/>
                </a:cubicBezTo>
                <a:cubicBezTo>
                  <a:pt x="5766" y="2332"/>
                  <a:pt x="5609" y="2490"/>
                  <a:pt x="5357" y="2490"/>
                </a:cubicBezTo>
                <a:lnTo>
                  <a:pt x="2049" y="2490"/>
                </a:lnTo>
                <a:cubicBezTo>
                  <a:pt x="1828" y="2490"/>
                  <a:pt x="1639" y="2301"/>
                  <a:pt x="1639" y="2112"/>
                </a:cubicBezTo>
                <a:cubicBezTo>
                  <a:pt x="1639" y="1860"/>
                  <a:pt x="1828" y="1702"/>
                  <a:pt x="2049" y="1702"/>
                </a:cubicBezTo>
                <a:close/>
                <a:moveTo>
                  <a:pt x="5357" y="3309"/>
                </a:moveTo>
                <a:cubicBezTo>
                  <a:pt x="5609" y="3309"/>
                  <a:pt x="5798" y="3529"/>
                  <a:pt x="5798" y="3750"/>
                </a:cubicBezTo>
                <a:cubicBezTo>
                  <a:pt x="5766" y="4002"/>
                  <a:pt x="5609" y="4160"/>
                  <a:pt x="5357" y="4160"/>
                </a:cubicBezTo>
                <a:lnTo>
                  <a:pt x="2049" y="4160"/>
                </a:lnTo>
                <a:cubicBezTo>
                  <a:pt x="1828" y="4160"/>
                  <a:pt x="1639" y="3939"/>
                  <a:pt x="1639" y="3750"/>
                </a:cubicBezTo>
                <a:cubicBezTo>
                  <a:pt x="1639" y="3529"/>
                  <a:pt x="1828" y="3309"/>
                  <a:pt x="2049" y="3309"/>
                </a:cubicBezTo>
                <a:close/>
                <a:moveTo>
                  <a:pt x="5357" y="4979"/>
                </a:moveTo>
                <a:cubicBezTo>
                  <a:pt x="5609" y="4979"/>
                  <a:pt x="5798" y="5168"/>
                  <a:pt x="5798" y="5388"/>
                </a:cubicBezTo>
                <a:cubicBezTo>
                  <a:pt x="5766" y="5640"/>
                  <a:pt x="5609" y="5798"/>
                  <a:pt x="5357" y="5798"/>
                </a:cubicBezTo>
                <a:lnTo>
                  <a:pt x="2049" y="5798"/>
                </a:lnTo>
                <a:cubicBezTo>
                  <a:pt x="1828" y="5798"/>
                  <a:pt x="1639" y="5609"/>
                  <a:pt x="1639" y="5388"/>
                </a:cubicBezTo>
                <a:cubicBezTo>
                  <a:pt x="1639" y="5136"/>
                  <a:pt x="1828" y="4979"/>
                  <a:pt x="2049" y="4979"/>
                </a:cubicBezTo>
                <a:close/>
                <a:moveTo>
                  <a:pt x="8948" y="1671"/>
                </a:moveTo>
                <a:cubicBezTo>
                  <a:pt x="10082" y="1671"/>
                  <a:pt x="10996" y="2584"/>
                  <a:pt x="11028" y="3750"/>
                </a:cubicBezTo>
                <a:cubicBezTo>
                  <a:pt x="10996" y="4916"/>
                  <a:pt x="10082" y="5798"/>
                  <a:pt x="8948" y="5798"/>
                </a:cubicBezTo>
                <a:cubicBezTo>
                  <a:pt x="7814" y="5798"/>
                  <a:pt x="6900" y="4853"/>
                  <a:pt x="6869" y="3750"/>
                </a:cubicBezTo>
                <a:cubicBezTo>
                  <a:pt x="6869" y="2616"/>
                  <a:pt x="7814" y="1702"/>
                  <a:pt x="8948" y="1671"/>
                </a:cubicBezTo>
                <a:close/>
                <a:moveTo>
                  <a:pt x="1230" y="1"/>
                </a:moveTo>
                <a:cubicBezTo>
                  <a:pt x="568" y="1"/>
                  <a:pt x="1" y="568"/>
                  <a:pt x="1" y="1230"/>
                </a:cubicBezTo>
                <a:lnTo>
                  <a:pt x="1" y="6207"/>
                </a:lnTo>
                <a:cubicBezTo>
                  <a:pt x="1" y="6743"/>
                  <a:pt x="379" y="7184"/>
                  <a:pt x="852" y="7373"/>
                </a:cubicBezTo>
                <a:lnTo>
                  <a:pt x="852" y="7846"/>
                </a:lnTo>
                <a:cubicBezTo>
                  <a:pt x="852" y="8098"/>
                  <a:pt x="1041" y="8255"/>
                  <a:pt x="1261" y="8255"/>
                </a:cubicBezTo>
                <a:lnTo>
                  <a:pt x="2931" y="8255"/>
                </a:lnTo>
                <a:cubicBezTo>
                  <a:pt x="3151" y="8255"/>
                  <a:pt x="3372" y="8066"/>
                  <a:pt x="3372" y="7846"/>
                </a:cubicBezTo>
                <a:lnTo>
                  <a:pt x="3372" y="7436"/>
                </a:lnTo>
                <a:lnTo>
                  <a:pt x="9421" y="7436"/>
                </a:lnTo>
                <a:lnTo>
                  <a:pt x="9421" y="7846"/>
                </a:lnTo>
                <a:cubicBezTo>
                  <a:pt x="9421" y="8098"/>
                  <a:pt x="9610" y="8255"/>
                  <a:pt x="9862" y="8255"/>
                </a:cubicBezTo>
                <a:lnTo>
                  <a:pt x="11500" y="8255"/>
                </a:lnTo>
                <a:cubicBezTo>
                  <a:pt x="11752" y="8255"/>
                  <a:pt x="11941" y="8066"/>
                  <a:pt x="11941" y="7846"/>
                </a:cubicBezTo>
                <a:lnTo>
                  <a:pt x="11941" y="7373"/>
                </a:lnTo>
                <a:cubicBezTo>
                  <a:pt x="12414" y="7215"/>
                  <a:pt x="12760" y="6743"/>
                  <a:pt x="12760" y="6207"/>
                </a:cubicBezTo>
                <a:lnTo>
                  <a:pt x="12760" y="1230"/>
                </a:lnTo>
                <a:cubicBezTo>
                  <a:pt x="12666" y="599"/>
                  <a:pt x="12099" y="1"/>
                  <a:pt x="1143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5" name="Google Shape;2835;p22"/>
          <p:cNvSpPr/>
          <p:nvPr/>
        </p:nvSpPr>
        <p:spPr>
          <a:xfrm>
            <a:off x="3620584" y="3495036"/>
            <a:ext cx="160292" cy="179869"/>
          </a:xfrm>
          <a:custGeom>
            <a:rect b="b" l="l" r="r" t="t"/>
            <a:pathLst>
              <a:path extrusionOk="0" h="7448" w="4978">
                <a:moveTo>
                  <a:pt x="2489" y="820"/>
                </a:moveTo>
                <a:cubicBezTo>
                  <a:pt x="3403" y="820"/>
                  <a:pt x="4127" y="1576"/>
                  <a:pt x="4127" y="2490"/>
                </a:cubicBezTo>
                <a:cubicBezTo>
                  <a:pt x="4127" y="3372"/>
                  <a:pt x="3403" y="4128"/>
                  <a:pt x="2489" y="4128"/>
                </a:cubicBezTo>
                <a:cubicBezTo>
                  <a:pt x="1575" y="4128"/>
                  <a:pt x="819" y="3372"/>
                  <a:pt x="819" y="2490"/>
                </a:cubicBezTo>
                <a:cubicBezTo>
                  <a:pt x="819" y="1576"/>
                  <a:pt x="1575" y="820"/>
                  <a:pt x="2489" y="820"/>
                </a:cubicBezTo>
                <a:close/>
                <a:moveTo>
                  <a:pt x="2489" y="1"/>
                </a:moveTo>
                <a:cubicBezTo>
                  <a:pt x="1103" y="1"/>
                  <a:pt x="0" y="1104"/>
                  <a:pt x="0" y="2490"/>
                </a:cubicBezTo>
                <a:cubicBezTo>
                  <a:pt x="0" y="3214"/>
                  <a:pt x="315" y="3845"/>
                  <a:pt x="819" y="4317"/>
                </a:cubicBezTo>
                <a:lnTo>
                  <a:pt x="819" y="7058"/>
                </a:lnTo>
                <a:cubicBezTo>
                  <a:pt x="819" y="7287"/>
                  <a:pt x="1012" y="7448"/>
                  <a:pt x="1225" y="7448"/>
                </a:cubicBezTo>
                <a:cubicBezTo>
                  <a:pt x="1334" y="7448"/>
                  <a:pt x="1448" y="7406"/>
                  <a:pt x="1544" y="7310"/>
                </a:cubicBezTo>
                <a:lnTo>
                  <a:pt x="2489" y="6365"/>
                </a:lnTo>
                <a:lnTo>
                  <a:pt x="3434" y="7310"/>
                </a:lnTo>
                <a:cubicBezTo>
                  <a:pt x="3530" y="7406"/>
                  <a:pt x="3640" y="7448"/>
                  <a:pt x="3744" y="7448"/>
                </a:cubicBezTo>
                <a:cubicBezTo>
                  <a:pt x="3948" y="7448"/>
                  <a:pt x="4127" y="7287"/>
                  <a:pt x="4127" y="7058"/>
                </a:cubicBezTo>
                <a:lnTo>
                  <a:pt x="4127" y="4317"/>
                </a:lnTo>
                <a:cubicBezTo>
                  <a:pt x="4663" y="3845"/>
                  <a:pt x="4978" y="3214"/>
                  <a:pt x="4978" y="2490"/>
                </a:cubicBezTo>
                <a:cubicBezTo>
                  <a:pt x="4978" y="1104"/>
                  <a:pt x="3875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6" name="Google Shape;2836;p22"/>
          <p:cNvSpPr/>
          <p:nvPr/>
        </p:nvSpPr>
        <p:spPr>
          <a:xfrm>
            <a:off x="3430862" y="3761337"/>
            <a:ext cx="347985" cy="39582"/>
          </a:xfrm>
          <a:custGeom>
            <a:rect b="b" l="l" r="r" t="t"/>
            <a:pathLst>
              <a:path extrusionOk="0" h="1639" w="10807">
                <a:moveTo>
                  <a:pt x="1450" y="1"/>
                </a:moveTo>
                <a:cubicBezTo>
                  <a:pt x="1292" y="788"/>
                  <a:pt x="662" y="1387"/>
                  <a:pt x="1" y="1639"/>
                </a:cubicBezTo>
                <a:lnTo>
                  <a:pt x="8822" y="1639"/>
                </a:lnTo>
                <a:cubicBezTo>
                  <a:pt x="9799" y="1639"/>
                  <a:pt x="10649" y="946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7" name="Google Shape;2837;p22"/>
          <p:cNvSpPr/>
          <p:nvPr/>
        </p:nvSpPr>
        <p:spPr>
          <a:xfrm>
            <a:off x="3375059" y="3493514"/>
            <a:ext cx="353073" cy="285622"/>
          </a:xfrm>
          <a:custGeom>
            <a:rect b="b" l="l" r="r" t="t"/>
            <a:pathLst>
              <a:path extrusionOk="0" h="11827" w="10965">
                <a:moveTo>
                  <a:pt x="379" y="1"/>
                </a:moveTo>
                <a:cubicBezTo>
                  <a:pt x="158" y="1"/>
                  <a:pt x="1" y="221"/>
                  <a:pt x="1" y="411"/>
                </a:cubicBezTo>
                <a:lnTo>
                  <a:pt x="1" y="10618"/>
                </a:lnTo>
                <a:cubicBezTo>
                  <a:pt x="1" y="11280"/>
                  <a:pt x="537" y="11815"/>
                  <a:pt x="1198" y="11815"/>
                </a:cubicBezTo>
                <a:cubicBezTo>
                  <a:pt x="1247" y="11823"/>
                  <a:pt x="1295" y="11826"/>
                  <a:pt x="1342" y="11826"/>
                </a:cubicBezTo>
                <a:cubicBezTo>
                  <a:pt x="1912" y="11826"/>
                  <a:pt x="2395" y="11318"/>
                  <a:pt x="2395" y="10650"/>
                </a:cubicBezTo>
                <a:cubicBezTo>
                  <a:pt x="2395" y="10398"/>
                  <a:pt x="2584" y="10272"/>
                  <a:pt x="2836" y="10272"/>
                </a:cubicBezTo>
                <a:lnTo>
                  <a:pt x="10965" y="10272"/>
                </a:lnTo>
                <a:lnTo>
                  <a:pt x="10965" y="8255"/>
                </a:lnTo>
                <a:cubicBezTo>
                  <a:pt x="10807" y="8161"/>
                  <a:pt x="10650" y="8098"/>
                  <a:pt x="10492" y="7972"/>
                </a:cubicBezTo>
                <a:lnTo>
                  <a:pt x="10146" y="7625"/>
                </a:lnTo>
                <a:lnTo>
                  <a:pt x="9799" y="7972"/>
                </a:lnTo>
                <a:cubicBezTo>
                  <a:pt x="9547" y="8224"/>
                  <a:pt x="9232" y="8318"/>
                  <a:pt x="8917" y="8318"/>
                </a:cubicBezTo>
                <a:cubicBezTo>
                  <a:pt x="8255" y="8318"/>
                  <a:pt x="7720" y="7783"/>
                  <a:pt x="7720" y="7058"/>
                </a:cubicBezTo>
                <a:lnTo>
                  <a:pt x="7720" y="4664"/>
                </a:lnTo>
                <a:cubicBezTo>
                  <a:pt x="7184" y="4065"/>
                  <a:pt x="6869" y="3309"/>
                  <a:pt x="6869" y="2490"/>
                </a:cubicBezTo>
                <a:cubicBezTo>
                  <a:pt x="6869" y="1513"/>
                  <a:pt x="7310" y="600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8" name="Google Shape;2838;p22"/>
          <p:cNvSpPr/>
          <p:nvPr/>
        </p:nvSpPr>
        <p:spPr>
          <a:xfrm>
            <a:off x="2547127" y="3877750"/>
            <a:ext cx="293213" cy="305111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9" name="Google Shape;2839;p22"/>
          <p:cNvSpPr/>
          <p:nvPr/>
        </p:nvSpPr>
        <p:spPr>
          <a:xfrm>
            <a:off x="4871894" y="1716650"/>
            <a:ext cx="388937" cy="103193"/>
          </a:xfrm>
          <a:custGeom>
            <a:rect b="b" l="l" r="r" t="t"/>
            <a:pathLst>
              <a:path extrusionOk="0" h="4191" w="11847">
                <a:moveTo>
                  <a:pt x="5230" y="0"/>
                </a:moveTo>
                <a:cubicBezTo>
                  <a:pt x="5073" y="0"/>
                  <a:pt x="4947" y="63"/>
                  <a:pt x="4915" y="189"/>
                </a:cubicBezTo>
                <a:lnTo>
                  <a:pt x="4096" y="2080"/>
                </a:lnTo>
                <a:lnTo>
                  <a:pt x="347" y="2080"/>
                </a:lnTo>
                <a:cubicBezTo>
                  <a:pt x="158" y="2080"/>
                  <a:pt x="0" y="2237"/>
                  <a:pt x="0" y="2426"/>
                </a:cubicBezTo>
                <a:cubicBezTo>
                  <a:pt x="0" y="2615"/>
                  <a:pt x="158" y="2773"/>
                  <a:pt x="347" y="2773"/>
                </a:cubicBezTo>
                <a:lnTo>
                  <a:pt x="4316" y="2773"/>
                </a:lnTo>
                <a:cubicBezTo>
                  <a:pt x="4411" y="2773"/>
                  <a:pt x="4505" y="2710"/>
                  <a:pt x="4600" y="2584"/>
                </a:cubicBezTo>
                <a:lnTo>
                  <a:pt x="5199" y="1292"/>
                </a:lnTo>
                <a:lnTo>
                  <a:pt x="6238" y="3970"/>
                </a:lnTo>
                <a:cubicBezTo>
                  <a:pt x="6301" y="4096"/>
                  <a:pt x="6396" y="4159"/>
                  <a:pt x="6522" y="4191"/>
                </a:cubicBezTo>
                <a:lnTo>
                  <a:pt x="6553" y="4191"/>
                </a:lnTo>
                <a:cubicBezTo>
                  <a:pt x="6679" y="4191"/>
                  <a:pt x="6805" y="4127"/>
                  <a:pt x="6868" y="4033"/>
                </a:cubicBezTo>
                <a:lnTo>
                  <a:pt x="7624" y="2836"/>
                </a:lnTo>
                <a:lnTo>
                  <a:pt x="11500" y="2836"/>
                </a:lnTo>
                <a:cubicBezTo>
                  <a:pt x="11689" y="2836"/>
                  <a:pt x="11846" y="2678"/>
                  <a:pt x="11846" y="2458"/>
                </a:cubicBezTo>
                <a:cubicBezTo>
                  <a:pt x="11846" y="2269"/>
                  <a:pt x="11689" y="2111"/>
                  <a:pt x="11500" y="2111"/>
                </a:cubicBezTo>
                <a:lnTo>
                  <a:pt x="7435" y="2111"/>
                </a:lnTo>
                <a:cubicBezTo>
                  <a:pt x="7309" y="2111"/>
                  <a:pt x="7183" y="2206"/>
                  <a:pt x="7120" y="2269"/>
                </a:cubicBezTo>
                <a:lnTo>
                  <a:pt x="6648" y="3056"/>
                </a:lnTo>
                <a:lnTo>
                  <a:pt x="5545" y="221"/>
                </a:lnTo>
                <a:cubicBezTo>
                  <a:pt x="5514" y="95"/>
                  <a:pt x="5388" y="0"/>
                  <a:pt x="523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0" name="Google Shape;2840;p22"/>
          <p:cNvSpPr/>
          <p:nvPr/>
        </p:nvSpPr>
        <p:spPr>
          <a:xfrm>
            <a:off x="4868775" y="1632857"/>
            <a:ext cx="387919" cy="123383"/>
          </a:xfrm>
          <a:custGeom>
            <a:rect b="b" l="l" r="r" t="t"/>
            <a:pathLst>
              <a:path extrusionOk="0" h="5011" w="11816">
                <a:moveTo>
                  <a:pt x="3151" y="1"/>
                </a:moveTo>
                <a:cubicBezTo>
                  <a:pt x="1387" y="1"/>
                  <a:pt x="1" y="1419"/>
                  <a:pt x="1" y="3277"/>
                </a:cubicBezTo>
                <a:cubicBezTo>
                  <a:pt x="1" y="3876"/>
                  <a:pt x="158" y="4349"/>
                  <a:pt x="442" y="4821"/>
                </a:cubicBezTo>
                <a:lnTo>
                  <a:pt x="3655" y="4821"/>
                </a:lnTo>
                <a:lnTo>
                  <a:pt x="4285" y="3340"/>
                </a:lnTo>
                <a:cubicBezTo>
                  <a:pt x="4443" y="2994"/>
                  <a:pt x="4821" y="2773"/>
                  <a:pt x="5199" y="2710"/>
                </a:cubicBezTo>
                <a:cubicBezTo>
                  <a:pt x="5672" y="2710"/>
                  <a:pt x="6018" y="2994"/>
                  <a:pt x="6176" y="3403"/>
                </a:cubicBezTo>
                <a:lnTo>
                  <a:pt x="6806" y="5010"/>
                </a:lnTo>
                <a:cubicBezTo>
                  <a:pt x="6963" y="4884"/>
                  <a:pt x="7215" y="4821"/>
                  <a:pt x="7404" y="4821"/>
                </a:cubicBezTo>
                <a:lnTo>
                  <a:pt x="11374" y="4821"/>
                </a:lnTo>
                <a:cubicBezTo>
                  <a:pt x="11626" y="4349"/>
                  <a:pt x="11815" y="3813"/>
                  <a:pt x="11815" y="3277"/>
                </a:cubicBezTo>
                <a:cubicBezTo>
                  <a:pt x="11815" y="1419"/>
                  <a:pt x="10429" y="1"/>
                  <a:pt x="8665" y="1"/>
                </a:cubicBezTo>
                <a:cubicBezTo>
                  <a:pt x="7247" y="1"/>
                  <a:pt x="6396" y="977"/>
                  <a:pt x="5924" y="1860"/>
                </a:cubicBezTo>
                <a:cubicBezTo>
                  <a:pt x="5451" y="977"/>
                  <a:pt x="4537" y="1"/>
                  <a:pt x="31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1" name="Google Shape;2841;p22"/>
          <p:cNvSpPr/>
          <p:nvPr/>
        </p:nvSpPr>
        <p:spPr>
          <a:xfrm>
            <a:off x="4943269" y="1791110"/>
            <a:ext cx="245142" cy="96988"/>
          </a:xfrm>
          <a:custGeom>
            <a:rect b="b" l="l" r="r" t="t"/>
            <a:pathLst>
              <a:path extrusionOk="0" h="3939" w="7467">
                <a:moveTo>
                  <a:pt x="2962" y="1"/>
                </a:moveTo>
                <a:cubicBezTo>
                  <a:pt x="2773" y="284"/>
                  <a:pt x="2458" y="442"/>
                  <a:pt x="2111" y="442"/>
                </a:cubicBezTo>
                <a:lnTo>
                  <a:pt x="0" y="442"/>
                </a:lnTo>
                <a:cubicBezTo>
                  <a:pt x="158" y="599"/>
                  <a:pt x="347" y="757"/>
                  <a:pt x="536" y="914"/>
                </a:cubicBezTo>
                <a:cubicBezTo>
                  <a:pt x="1449" y="1734"/>
                  <a:pt x="2426" y="2647"/>
                  <a:pt x="3434" y="3813"/>
                </a:cubicBezTo>
                <a:cubicBezTo>
                  <a:pt x="3529" y="3907"/>
                  <a:pt x="3592" y="3939"/>
                  <a:pt x="3718" y="3939"/>
                </a:cubicBezTo>
                <a:cubicBezTo>
                  <a:pt x="3844" y="3939"/>
                  <a:pt x="3907" y="3907"/>
                  <a:pt x="4001" y="3813"/>
                </a:cubicBezTo>
                <a:cubicBezTo>
                  <a:pt x="4978" y="2584"/>
                  <a:pt x="6018" y="1734"/>
                  <a:pt x="6900" y="914"/>
                </a:cubicBezTo>
                <a:cubicBezTo>
                  <a:pt x="7120" y="757"/>
                  <a:pt x="7278" y="599"/>
                  <a:pt x="7467" y="442"/>
                </a:cubicBezTo>
                <a:lnTo>
                  <a:pt x="5860" y="442"/>
                </a:lnTo>
                <a:lnTo>
                  <a:pt x="5293" y="1324"/>
                </a:lnTo>
                <a:cubicBezTo>
                  <a:pt x="5104" y="1639"/>
                  <a:pt x="4789" y="1860"/>
                  <a:pt x="4379" y="1860"/>
                </a:cubicBezTo>
                <a:lnTo>
                  <a:pt x="4316" y="1860"/>
                </a:lnTo>
                <a:cubicBezTo>
                  <a:pt x="3907" y="1797"/>
                  <a:pt x="3592" y="1576"/>
                  <a:pt x="3434" y="1167"/>
                </a:cubicBezTo>
                <a:lnTo>
                  <a:pt x="29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2" name="Google Shape;2842;p22"/>
          <p:cNvSpPr/>
          <p:nvPr/>
        </p:nvSpPr>
        <p:spPr>
          <a:xfrm>
            <a:off x="4869825" y="2111717"/>
            <a:ext cx="45539" cy="51978"/>
          </a:xfrm>
          <a:custGeom>
            <a:rect b="b" l="l" r="r" t="t"/>
            <a:pathLst>
              <a:path extrusionOk="0" h="2111" w="1387">
                <a:moveTo>
                  <a:pt x="0" y="0"/>
                </a:moveTo>
                <a:lnTo>
                  <a:pt x="0" y="2111"/>
                </a:lnTo>
                <a:lnTo>
                  <a:pt x="1386" y="2111"/>
                </a:lnTo>
                <a:lnTo>
                  <a:pt x="138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3" name="Google Shape;2843;p22"/>
          <p:cNvSpPr/>
          <p:nvPr/>
        </p:nvSpPr>
        <p:spPr>
          <a:xfrm>
            <a:off x="4869825" y="2181524"/>
            <a:ext cx="69304" cy="17090"/>
          </a:xfrm>
          <a:custGeom>
            <a:rect b="b" l="l" r="r" t="t"/>
            <a:pathLst>
              <a:path extrusionOk="0" h="694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6"/>
                  <a:pt x="2111" y="347"/>
                </a:cubicBezTo>
                <a:cubicBezTo>
                  <a:pt x="2111" y="158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4" name="Google Shape;2844;p22"/>
          <p:cNvSpPr/>
          <p:nvPr/>
        </p:nvSpPr>
        <p:spPr>
          <a:xfrm>
            <a:off x="4869825" y="2077565"/>
            <a:ext cx="69304" cy="17113"/>
          </a:xfrm>
          <a:custGeom>
            <a:rect b="b" l="l" r="r" t="t"/>
            <a:pathLst>
              <a:path extrusionOk="0" h="695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7"/>
                  <a:pt x="2111" y="348"/>
                </a:cubicBezTo>
                <a:cubicBezTo>
                  <a:pt x="2111" y="159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5" name="Google Shape;2845;p22"/>
          <p:cNvSpPr/>
          <p:nvPr/>
        </p:nvSpPr>
        <p:spPr>
          <a:xfrm>
            <a:off x="4870843" y="1992245"/>
            <a:ext cx="388937" cy="291703"/>
          </a:xfrm>
          <a:custGeom>
            <a:rect b="b" l="l" r="r" t="t"/>
            <a:pathLst>
              <a:path extrusionOk="0" h="11847" w="11847">
                <a:moveTo>
                  <a:pt x="2427" y="0"/>
                </a:moveTo>
                <a:cubicBezTo>
                  <a:pt x="1072" y="0"/>
                  <a:pt x="1" y="1103"/>
                  <a:pt x="1" y="2426"/>
                </a:cubicBezTo>
                <a:lnTo>
                  <a:pt x="1" y="2804"/>
                </a:lnTo>
                <a:lnTo>
                  <a:pt x="1355" y="2804"/>
                </a:lnTo>
                <a:lnTo>
                  <a:pt x="1355" y="2426"/>
                </a:lnTo>
                <a:cubicBezTo>
                  <a:pt x="1355" y="1859"/>
                  <a:pt x="1828" y="1418"/>
                  <a:pt x="2395" y="1418"/>
                </a:cubicBezTo>
                <a:lnTo>
                  <a:pt x="9358" y="1418"/>
                </a:lnTo>
                <a:cubicBezTo>
                  <a:pt x="9956" y="1418"/>
                  <a:pt x="10366" y="1891"/>
                  <a:pt x="10366" y="2426"/>
                </a:cubicBezTo>
                <a:lnTo>
                  <a:pt x="10366" y="9420"/>
                </a:lnTo>
                <a:cubicBezTo>
                  <a:pt x="10366" y="9987"/>
                  <a:pt x="9893" y="10429"/>
                  <a:pt x="9358" y="10429"/>
                </a:cubicBezTo>
                <a:lnTo>
                  <a:pt x="2395" y="10429"/>
                </a:lnTo>
                <a:cubicBezTo>
                  <a:pt x="1797" y="10429"/>
                  <a:pt x="1355" y="9956"/>
                  <a:pt x="1355" y="9420"/>
                </a:cubicBezTo>
                <a:lnTo>
                  <a:pt x="1355" y="9042"/>
                </a:lnTo>
                <a:lnTo>
                  <a:pt x="1" y="9042"/>
                </a:lnTo>
                <a:lnTo>
                  <a:pt x="1" y="9420"/>
                </a:lnTo>
                <a:cubicBezTo>
                  <a:pt x="1" y="10744"/>
                  <a:pt x="1103" y="11846"/>
                  <a:pt x="2427" y="11846"/>
                </a:cubicBezTo>
                <a:lnTo>
                  <a:pt x="9389" y="11846"/>
                </a:lnTo>
                <a:cubicBezTo>
                  <a:pt x="10744" y="11846"/>
                  <a:pt x="11847" y="10744"/>
                  <a:pt x="11847" y="9420"/>
                </a:cubicBezTo>
                <a:lnTo>
                  <a:pt x="11847" y="2426"/>
                </a:lnTo>
                <a:cubicBezTo>
                  <a:pt x="11847" y="1103"/>
                  <a:pt x="10744" y="0"/>
                  <a:pt x="938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6" name="Google Shape;2846;p22"/>
          <p:cNvSpPr/>
          <p:nvPr/>
        </p:nvSpPr>
        <p:spPr>
          <a:xfrm>
            <a:off x="5018747" y="2094653"/>
            <a:ext cx="113822" cy="85342"/>
          </a:xfrm>
          <a:custGeom>
            <a:rect b="b" l="l" r="r" t="t"/>
            <a:pathLst>
              <a:path extrusionOk="0" h="3466" w="3467">
                <a:moveTo>
                  <a:pt x="1387" y="0"/>
                </a:moveTo>
                <a:lnTo>
                  <a:pt x="1387" y="1040"/>
                </a:lnTo>
                <a:cubicBezTo>
                  <a:pt x="1387" y="1229"/>
                  <a:pt x="1230" y="1386"/>
                  <a:pt x="1041" y="1386"/>
                </a:cubicBezTo>
                <a:lnTo>
                  <a:pt x="1" y="1386"/>
                </a:lnTo>
                <a:lnTo>
                  <a:pt x="1" y="2111"/>
                </a:lnTo>
                <a:lnTo>
                  <a:pt x="1041" y="2111"/>
                </a:lnTo>
                <a:cubicBezTo>
                  <a:pt x="1230" y="2111"/>
                  <a:pt x="1387" y="2268"/>
                  <a:pt x="1387" y="2457"/>
                </a:cubicBezTo>
                <a:lnTo>
                  <a:pt x="1387" y="3466"/>
                </a:lnTo>
                <a:lnTo>
                  <a:pt x="2080" y="3466"/>
                </a:lnTo>
                <a:lnTo>
                  <a:pt x="2080" y="2457"/>
                </a:lnTo>
                <a:cubicBezTo>
                  <a:pt x="2080" y="2268"/>
                  <a:pt x="2238" y="2111"/>
                  <a:pt x="2458" y="2111"/>
                </a:cubicBezTo>
                <a:lnTo>
                  <a:pt x="3467" y="2111"/>
                </a:lnTo>
                <a:lnTo>
                  <a:pt x="3467" y="1386"/>
                </a:lnTo>
                <a:lnTo>
                  <a:pt x="2458" y="1386"/>
                </a:lnTo>
                <a:cubicBezTo>
                  <a:pt x="2238" y="1386"/>
                  <a:pt x="2080" y="1229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7" name="Google Shape;2847;p22"/>
          <p:cNvSpPr/>
          <p:nvPr/>
        </p:nvSpPr>
        <p:spPr>
          <a:xfrm>
            <a:off x="4939132" y="2043437"/>
            <a:ext cx="251346" cy="189298"/>
          </a:xfrm>
          <a:custGeom>
            <a:rect b="b" l="l" r="r" t="t"/>
            <a:pathLst>
              <a:path extrusionOk="0" h="7688" w="7656">
                <a:moveTo>
                  <a:pt x="4883" y="1418"/>
                </a:moveTo>
                <a:cubicBezTo>
                  <a:pt x="5072" y="1418"/>
                  <a:pt x="5230" y="1576"/>
                  <a:pt x="5230" y="1765"/>
                </a:cubicBezTo>
                <a:lnTo>
                  <a:pt x="5230" y="2805"/>
                </a:lnTo>
                <a:lnTo>
                  <a:pt x="6238" y="2805"/>
                </a:lnTo>
                <a:cubicBezTo>
                  <a:pt x="6459" y="2805"/>
                  <a:pt x="6616" y="2962"/>
                  <a:pt x="6616" y="3151"/>
                </a:cubicBezTo>
                <a:lnTo>
                  <a:pt x="6616" y="4537"/>
                </a:lnTo>
                <a:cubicBezTo>
                  <a:pt x="6616" y="4726"/>
                  <a:pt x="6459" y="4884"/>
                  <a:pt x="6238" y="4884"/>
                </a:cubicBezTo>
                <a:lnTo>
                  <a:pt x="5230" y="4884"/>
                </a:lnTo>
                <a:lnTo>
                  <a:pt x="5230" y="5924"/>
                </a:lnTo>
                <a:cubicBezTo>
                  <a:pt x="5230" y="6113"/>
                  <a:pt x="5072" y="6270"/>
                  <a:pt x="4883" y="6270"/>
                </a:cubicBezTo>
                <a:lnTo>
                  <a:pt x="3497" y="6270"/>
                </a:lnTo>
                <a:cubicBezTo>
                  <a:pt x="3308" y="6270"/>
                  <a:pt x="3151" y="6113"/>
                  <a:pt x="3151" y="5924"/>
                </a:cubicBezTo>
                <a:lnTo>
                  <a:pt x="3151" y="4884"/>
                </a:lnTo>
                <a:lnTo>
                  <a:pt x="2111" y="4884"/>
                </a:lnTo>
                <a:cubicBezTo>
                  <a:pt x="1922" y="4884"/>
                  <a:pt x="1764" y="4726"/>
                  <a:pt x="1764" y="4537"/>
                </a:cubicBezTo>
                <a:lnTo>
                  <a:pt x="1764" y="3151"/>
                </a:lnTo>
                <a:cubicBezTo>
                  <a:pt x="1764" y="2962"/>
                  <a:pt x="1922" y="2805"/>
                  <a:pt x="2111" y="2805"/>
                </a:cubicBezTo>
                <a:lnTo>
                  <a:pt x="3151" y="2805"/>
                </a:lnTo>
                <a:lnTo>
                  <a:pt x="3151" y="1765"/>
                </a:lnTo>
                <a:cubicBezTo>
                  <a:pt x="3151" y="1576"/>
                  <a:pt x="3308" y="1418"/>
                  <a:pt x="3497" y="141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757"/>
                </a:lnTo>
                <a:cubicBezTo>
                  <a:pt x="378" y="914"/>
                  <a:pt x="693" y="1261"/>
                  <a:pt x="693" y="1734"/>
                </a:cubicBezTo>
                <a:cubicBezTo>
                  <a:pt x="693" y="2175"/>
                  <a:pt x="378" y="2553"/>
                  <a:pt x="0" y="2710"/>
                </a:cubicBezTo>
                <a:lnTo>
                  <a:pt x="0" y="4979"/>
                </a:lnTo>
                <a:cubicBezTo>
                  <a:pt x="378" y="5136"/>
                  <a:pt x="693" y="5483"/>
                  <a:pt x="693" y="5955"/>
                </a:cubicBezTo>
                <a:cubicBezTo>
                  <a:pt x="693" y="6396"/>
                  <a:pt x="441" y="6774"/>
                  <a:pt x="0" y="6932"/>
                </a:cubicBezTo>
                <a:lnTo>
                  <a:pt x="0" y="7341"/>
                </a:lnTo>
                <a:cubicBezTo>
                  <a:pt x="0" y="7530"/>
                  <a:pt x="158" y="7688"/>
                  <a:pt x="347" y="7688"/>
                </a:cubicBezTo>
                <a:lnTo>
                  <a:pt x="7309" y="7688"/>
                </a:lnTo>
                <a:cubicBezTo>
                  <a:pt x="7498" y="7688"/>
                  <a:pt x="7656" y="7530"/>
                  <a:pt x="7656" y="7341"/>
                </a:cubicBezTo>
                <a:lnTo>
                  <a:pt x="7656" y="347"/>
                </a:lnTo>
                <a:cubicBezTo>
                  <a:pt x="7656" y="158"/>
                  <a:pt x="7498" y="1"/>
                  <a:pt x="7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8" name="Google Shape;2848;p22"/>
          <p:cNvSpPr/>
          <p:nvPr/>
        </p:nvSpPr>
        <p:spPr>
          <a:xfrm>
            <a:off x="5036362" y="2504680"/>
            <a:ext cx="113789" cy="63674"/>
          </a:xfrm>
          <a:custGeom>
            <a:rect b="b" l="l" r="r" t="t"/>
            <a:pathLst>
              <a:path extrusionOk="0" h="2586" w="3466">
                <a:moveTo>
                  <a:pt x="614" y="0"/>
                </a:moveTo>
                <a:cubicBezTo>
                  <a:pt x="287" y="0"/>
                  <a:pt x="0" y="305"/>
                  <a:pt x="0" y="696"/>
                </a:cubicBezTo>
                <a:cubicBezTo>
                  <a:pt x="0" y="1326"/>
                  <a:pt x="1008" y="2019"/>
                  <a:pt x="1733" y="2586"/>
                </a:cubicBezTo>
                <a:cubicBezTo>
                  <a:pt x="2426" y="2019"/>
                  <a:pt x="3466" y="1326"/>
                  <a:pt x="3466" y="696"/>
                </a:cubicBezTo>
                <a:cubicBezTo>
                  <a:pt x="3466" y="349"/>
                  <a:pt x="3214" y="3"/>
                  <a:pt x="2741" y="3"/>
                </a:cubicBezTo>
                <a:cubicBezTo>
                  <a:pt x="2237" y="3"/>
                  <a:pt x="2048" y="570"/>
                  <a:pt x="2048" y="570"/>
                </a:cubicBezTo>
                <a:cubicBezTo>
                  <a:pt x="2001" y="743"/>
                  <a:pt x="1851" y="830"/>
                  <a:pt x="1701" y="830"/>
                </a:cubicBezTo>
                <a:cubicBezTo>
                  <a:pt x="1552" y="830"/>
                  <a:pt x="1402" y="743"/>
                  <a:pt x="1355" y="570"/>
                </a:cubicBezTo>
                <a:cubicBezTo>
                  <a:pt x="1355" y="538"/>
                  <a:pt x="1166" y="3"/>
                  <a:pt x="662" y="3"/>
                </a:cubicBezTo>
                <a:cubicBezTo>
                  <a:pt x="646" y="1"/>
                  <a:pt x="630" y="0"/>
                  <a:pt x="61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9" name="Google Shape;2849;p22"/>
          <p:cNvSpPr/>
          <p:nvPr/>
        </p:nvSpPr>
        <p:spPr>
          <a:xfrm>
            <a:off x="4865673" y="2364327"/>
            <a:ext cx="398261" cy="291678"/>
          </a:xfrm>
          <a:custGeom>
            <a:rect b="b" l="l" r="r" t="t"/>
            <a:pathLst>
              <a:path extrusionOk="0" h="11846" w="12131">
                <a:moveTo>
                  <a:pt x="3744" y="3555"/>
                </a:moveTo>
                <a:cubicBezTo>
                  <a:pt x="3907" y="3555"/>
                  <a:pt x="4040" y="3674"/>
                  <a:pt x="4096" y="3844"/>
                </a:cubicBezTo>
                <a:cubicBezTo>
                  <a:pt x="4128" y="4033"/>
                  <a:pt x="3970" y="4190"/>
                  <a:pt x="3813" y="4253"/>
                </a:cubicBezTo>
                <a:cubicBezTo>
                  <a:pt x="2931" y="4379"/>
                  <a:pt x="2427" y="5451"/>
                  <a:pt x="2899" y="6333"/>
                </a:cubicBezTo>
                <a:cubicBezTo>
                  <a:pt x="2994" y="6490"/>
                  <a:pt x="2931" y="6711"/>
                  <a:pt x="2773" y="6805"/>
                </a:cubicBezTo>
                <a:cubicBezTo>
                  <a:pt x="2723" y="6825"/>
                  <a:pt x="2667" y="6836"/>
                  <a:pt x="2611" y="6836"/>
                </a:cubicBezTo>
                <a:cubicBezTo>
                  <a:pt x="2489" y="6836"/>
                  <a:pt x="2365" y="6787"/>
                  <a:pt x="2301" y="6679"/>
                </a:cubicBezTo>
                <a:cubicBezTo>
                  <a:pt x="1608" y="5419"/>
                  <a:pt x="2364" y="3812"/>
                  <a:pt x="3687" y="3560"/>
                </a:cubicBezTo>
                <a:cubicBezTo>
                  <a:pt x="3706" y="3557"/>
                  <a:pt x="3726" y="3555"/>
                  <a:pt x="3744" y="3555"/>
                </a:cubicBezTo>
                <a:close/>
                <a:moveTo>
                  <a:pt x="7940" y="4946"/>
                </a:moveTo>
                <a:cubicBezTo>
                  <a:pt x="8728" y="4946"/>
                  <a:pt x="9326" y="5577"/>
                  <a:pt x="9326" y="6364"/>
                </a:cubicBezTo>
                <a:cubicBezTo>
                  <a:pt x="9326" y="7341"/>
                  <a:pt x="8381" y="7939"/>
                  <a:pt x="7121" y="9011"/>
                </a:cubicBezTo>
                <a:cubicBezTo>
                  <a:pt x="7058" y="9074"/>
                  <a:pt x="6979" y="9105"/>
                  <a:pt x="6900" y="9105"/>
                </a:cubicBezTo>
                <a:cubicBezTo>
                  <a:pt x="6822" y="9105"/>
                  <a:pt x="6743" y="9074"/>
                  <a:pt x="6680" y="9011"/>
                </a:cubicBezTo>
                <a:cubicBezTo>
                  <a:pt x="5420" y="7971"/>
                  <a:pt x="4474" y="7341"/>
                  <a:pt x="4474" y="6364"/>
                </a:cubicBezTo>
                <a:cubicBezTo>
                  <a:pt x="4474" y="5577"/>
                  <a:pt x="5105" y="4946"/>
                  <a:pt x="5861" y="4946"/>
                </a:cubicBezTo>
                <a:cubicBezTo>
                  <a:pt x="6365" y="4946"/>
                  <a:pt x="6711" y="5230"/>
                  <a:pt x="6932" y="5451"/>
                </a:cubicBezTo>
                <a:cubicBezTo>
                  <a:pt x="7121" y="5198"/>
                  <a:pt x="7467" y="4946"/>
                  <a:pt x="7940" y="4946"/>
                </a:cubicBezTo>
                <a:close/>
                <a:moveTo>
                  <a:pt x="7404" y="0"/>
                </a:moveTo>
                <a:cubicBezTo>
                  <a:pt x="6459" y="0"/>
                  <a:pt x="5703" y="788"/>
                  <a:pt x="5703" y="1733"/>
                </a:cubicBezTo>
                <a:lnTo>
                  <a:pt x="5703" y="2899"/>
                </a:lnTo>
                <a:cubicBezTo>
                  <a:pt x="5136" y="2395"/>
                  <a:pt x="4443" y="2111"/>
                  <a:pt x="3687" y="2111"/>
                </a:cubicBezTo>
                <a:cubicBezTo>
                  <a:pt x="1450" y="2111"/>
                  <a:pt x="1" y="4505"/>
                  <a:pt x="977" y="6616"/>
                </a:cubicBezTo>
                <a:lnTo>
                  <a:pt x="2899" y="10649"/>
                </a:lnTo>
                <a:cubicBezTo>
                  <a:pt x="3246" y="11373"/>
                  <a:pt x="3939" y="11846"/>
                  <a:pt x="4727" y="11846"/>
                </a:cubicBezTo>
                <a:cubicBezTo>
                  <a:pt x="5231" y="11846"/>
                  <a:pt x="5703" y="11657"/>
                  <a:pt x="6050" y="11342"/>
                </a:cubicBezTo>
                <a:cubicBezTo>
                  <a:pt x="6396" y="11688"/>
                  <a:pt x="6869" y="11846"/>
                  <a:pt x="7404" y="11846"/>
                </a:cubicBezTo>
                <a:cubicBezTo>
                  <a:pt x="8192" y="11846"/>
                  <a:pt x="8885" y="11405"/>
                  <a:pt x="9200" y="10649"/>
                </a:cubicBezTo>
                <a:lnTo>
                  <a:pt x="11122" y="6616"/>
                </a:lnTo>
                <a:cubicBezTo>
                  <a:pt x="12130" y="4505"/>
                  <a:pt x="10618" y="2111"/>
                  <a:pt x="8413" y="2111"/>
                </a:cubicBezTo>
                <a:cubicBezTo>
                  <a:pt x="7656" y="2111"/>
                  <a:pt x="6963" y="2395"/>
                  <a:pt x="6396" y="2899"/>
                </a:cubicBezTo>
                <a:lnTo>
                  <a:pt x="6396" y="1733"/>
                </a:lnTo>
                <a:cubicBezTo>
                  <a:pt x="6396" y="1166"/>
                  <a:pt x="6837" y="693"/>
                  <a:pt x="7404" y="693"/>
                </a:cubicBezTo>
                <a:cubicBezTo>
                  <a:pt x="7593" y="693"/>
                  <a:pt x="7751" y="536"/>
                  <a:pt x="7751" y="347"/>
                </a:cubicBezTo>
                <a:cubicBezTo>
                  <a:pt x="7751" y="158"/>
                  <a:pt x="7593" y="0"/>
                  <a:pt x="74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0" name="Google Shape;2850;p22"/>
          <p:cNvSpPr/>
          <p:nvPr/>
        </p:nvSpPr>
        <p:spPr>
          <a:xfrm>
            <a:off x="7647798" y="1768814"/>
            <a:ext cx="69304" cy="67712"/>
          </a:xfrm>
          <a:custGeom>
            <a:rect b="b" l="l" r="r" t="t"/>
            <a:pathLst>
              <a:path extrusionOk="0" h="2750" w="2111">
                <a:moveTo>
                  <a:pt x="1067" y="0"/>
                </a:moveTo>
                <a:cubicBezTo>
                  <a:pt x="953" y="0"/>
                  <a:pt x="835" y="55"/>
                  <a:pt x="756" y="166"/>
                </a:cubicBezTo>
                <a:cubicBezTo>
                  <a:pt x="536" y="481"/>
                  <a:pt x="0" y="1300"/>
                  <a:pt x="0" y="1741"/>
                </a:cubicBezTo>
                <a:cubicBezTo>
                  <a:pt x="0" y="2308"/>
                  <a:pt x="473" y="2749"/>
                  <a:pt x="1040" y="2749"/>
                </a:cubicBezTo>
                <a:cubicBezTo>
                  <a:pt x="1638" y="2749"/>
                  <a:pt x="2048" y="2276"/>
                  <a:pt x="2048" y="1741"/>
                </a:cubicBezTo>
                <a:cubicBezTo>
                  <a:pt x="2111" y="1300"/>
                  <a:pt x="1575" y="481"/>
                  <a:pt x="1355" y="166"/>
                </a:cubicBezTo>
                <a:cubicBezTo>
                  <a:pt x="1292" y="55"/>
                  <a:pt x="1182" y="0"/>
                  <a:pt x="106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1" name="Google Shape;2851;p22"/>
          <p:cNvSpPr/>
          <p:nvPr/>
        </p:nvSpPr>
        <p:spPr>
          <a:xfrm>
            <a:off x="7329206" y="1666603"/>
            <a:ext cx="384800" cy="187747"/>
          </a:xfrm>
          <a:custGeom>
            <a:rect b="b" l="l" r="r" t="t"/>
            <a:pathLst>
              <a:path extrusionOk="0" h="7625" w="11721">
                <a:moveTo>
                  <a:pt x="10775" y="2048"/>
                </a:moveTo>
                <a:cubicBezTo>
                  <a:pt x="10964" y="2048"/>
                  <a:pt x="11122" y="2206"/>
                  <a:pt x="11122" y="2426"/>
                </a:cubicBezTo>
                <a:cubicBezTo>
                  <a:pt x="11122" y="2615"/>
                  <a:pt x="10964" y="2773"/>
                  <a:pt x="10775" y="2773"/>
                </a:cubicBezTo>
                <a:lnTo>
                  <a:pt x="9830" y="2773"/>
                </a:lnTo>
                <a:lnTo>
                  <a:pt x="9988" y="2048"/>
                </a:lnTo>
                <a:close/>
                <a:moveTo>
                  <a:pt x="4474" y="2773"/>
                </a:moveTo>
                <a:cubicBezTo>
                  <a:pt x="4663" y="2773"/>
                  <a:pt x="4821" y="2930"/>
                  <a:pt x="4821" y="3119"/>
                </a:cubicBezTo>
                <a:cubicBezTo>
                  <a:pt x="4821" y="3308"/>
                  <a:pt x="4663" y="3466"/>
                  <a:pt x="4474" y="3466"/>
                </a:cubicBezTo>
                <a:cubicBezTo>
                  <a:pt x="4285" y="3466"/>
                  <a:pt x="4128" y="3308"/>
                  <a:pt x="4128" y="3119"/>
                </a:cubicBezTo>
                <a:cubicBezTo>
                  <a:pt x="4128" y="2930"/>
                  <a:pt x="4285" y="2773"/>
                  <a:pt x="4474" y="2773"/>
                </a:cubicBezTo>
                <a:close/>
                <a:moveTo>
                  <a:pt x="4474" y="4159"/>
                </a:moveTo>
                <a:cubicBezTo>
                  <a:pt x="4663" y="4159"/>
                  <a:pt x="4821" y="4317"/>
                  <a:pt x="4821" y="4506"/>
                </a:cubicBezTo>
                <a:cubicBezTo>
                  <a:pt x="4821" y="4695"/>
                  <a:pt x="4663" y="4852"/>
                  <a:pt x="4474" y="4852"/>
                </a:cubicBezTo>
                <a:cubicBezTo>
                  <a:pt x="4285" y="4852"/>
                  <a:pt x="4128" y="4695"/>
                  <a:pt x="4128" y="4506"/>
                </a:cubicBezTo>
                <a:cubicBezTo>
                  <a:pt x="4128" y="4317"/>
                  <a:pt x="4285" y="4159"/>
                  <a:pt x="4474" y="4159"/>
                </a:cubicBezTo>
                <a:close/>
                <a:moveTo>
                  <a:pt x="4474" y="5514"/>
                </a:moveTo>
                <a:cubicBezTo>
                  <a:pt x="4663" y="5514"/>
                  <a:pt x="4821" y="5671"/>
                  <a:pt x="4821" y="5892"/>
                </a:cubicBezTo>
                <a:cubicBezTo>
                  <a:pt x="4821" y="6081"/>
                  <a:pt x="4663" y="6238"/>
                  <a:pt x="4474" y="6238"/>
                </a:cubicBezTo>
                <a:cubicBezTo>
                  <a:pt x="4285" y="6238"/>
                  <a:pt x="4128" y="6081"/>
                  <a:pt x="4128" y="5892"/>
                </a:cubicBezTo>
                <a:cubicBezTo>
                  <a:pt x="4128" y="5671"/>
                  <a:pt x="4285" y="5514"/>
                  <a:pt x="4474" y="5514"/>
                </a:cubicBezTo>
                <a:close/>
                <a:moveTo>
                  <a:pt x="3088" y="0"/>
                </a:moveTo>
                <a:cubicBezTo>
                  <a:pt x="1355" y="0"/>
                  <a:pt x="1" y="1418"/>
                  <a:pt x="1" y="3119"/>
                </a:cubicBezTo>
                <a:lnTo>
                  <a:pt x="1" y="4506"/>
                </a:lnTo>
                <a:cubicBezTo>
                  <a:pt x="1" y="6238"/>
                  <a:pt x="1418" y="7625"/>
                  <a:pt x="3088" y="7625"/>
                </a:cubicBezTo>
                <a:lnTo>
                  <a:pt x="6554" y="7625"/>
                </a:lnTo>
                <a:cubicBezTo>
                  <a:pt x="7152" y="7625"/>
                  <a:pt x="7593" y="7152"/>
                  <a:pt x="7593" y="6585"/>
                </a:cubicBezTo>
                <a:cubicBezTo>
                  <a:pt x="7593" y="6459"/>
                  <a:pt x="7562" y="6301"/>
                  <a:pt x="7499" y="6207"/>
                </a:cubicBezTo>
                <a:cubicBezTo>
                  <a:pt x="7940" y="6081"/>
                  <a:pt x="8255" y="5671"/>
                  <a:pt x="8255" y="5199"/>
                </a:cubicBezTo>
                <a:cubicBezTo>
                  <a:pt x="8255" y="5104"/>
                  <a:pt x="8223" y="4947"/>
                  <a:pt x="8192" y="4821"/>
                </a:cubicBezTo>
                <a:cubicBezTo>
                  <a:pt x="8633" y="4695"/>
                  <a:pt x="8948" y="4317"/>
                  <a:pt x="8948" y="3844"/>
                </a:cubicBezTo>
                <a:cubicBezTo>
                  <a:pt x="8948" y="3718"/>
                  <a:pt x="8885" y="3592"/>
                  <a:pt x="8854" y="3466"/>
                </a:cubicBezTo>
                <a:lnTo>
                  <a:pt x="10712" y="3466"/>
                </a:lnTo>
                <a:cubicBezTo>
                  <a:pt x="11311" y="3466"/>
                  <a:pt x="11721" y="2993"/>
                  <a:pt x="11721" y="2458"/>
                </a:cubicBezTo>
                <a:cubicBezTo>
                  <a:pt x="11721" y="1891"/>
                  <a:pt x="11342" y="1387"/>
                  <a:pt x="10775" y="1387"/>
                </a:cubicBezTo>
                <a:lnTo>
                  <a:pt x="6554" y="1387"/>
                </a:lnTo>
                <a:cubicBezTo>
                  <a:pt x="6806" y="1103"/>
                  <a:pt x="6932" y="757"/>
                  <a:pt x="6932" y="379"/>
                </a:cubicBezTo>
                <a:cubicBezTo>
                  <a:pt x="6932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2" name="Google Shape;2852;p22"/>
          <p:cNvSpPr/>
          <p:nvPr/>
        </p:nvSpPr>
        <p:spPr>
          <a:xfrm>
            <a:off x="7471955" y="2044803"/>
            <a:ext cx="101379" cy="37849"/>
          </a:xfrm>
          <a:custGeom>
            <a:rect b="b" l="l" r="r" t="t"/>
            <a:pathLst>
              <a:path extrusionOk="0" h="1537" w="3088">
                <a:moveTo>
                  <a:pt x="1532" y="1"/>
                </a:moveTo>
                <a:cubicBezTo>
                  <a:pt x="1001" y="1"/>
                  <a:pt x="473" y="103"/>
                  <a:pt x="0" y="308"/>
                </a:cubicBezTo>
                <a:lnTo>
                  <a:pt x="693" y="1537"/>
                </a:lnTo>
                <a:cubicBezTo>
                  <a:pt x="946" y="1442"/>
                  <a:pt x="1229" y="1379"/>
                  <a:pt x="1544" y="1379"/>
                </a:cubicBezTo>
                <a:cubicBezTo>
                  <a:pt x="1859" y="1379"/>
                  <a:pt x="2143" y="1442"/>
                  <a:pt x="2426" y="1537"/>
                </a:cubicBezTo>
                <a:lnTo>
                  <a:pt x="3088" y="308"/>
                </a:lnTo>
                <a:cubicBezTo>
                  <a:pt x="2600" y="103"/>
                  <a:pt x="2064" y="1"/>
                  <a:pt x="15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3" name="Google Shape;2853;p22"/>
          <p:cNvSpPr/>
          <p:nvPr/>
        </p:nvSpPr>
        <p:spPr>
          <a:xfrm>
            <a:off x="7511254" y="2130713"/>
            <a:ext cx="22786" cy="17090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1" y="127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94" y="127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4" name="Google Shape;2854;p22"/>
          <p:cNvSpPr/>
          <p:nvPr/>
        </p:nvSpPr>
        <p:spPr>
          <a:xfrm>
            <a:off x="7398512" y="2147778"/>
            <a:ext cx="73474" cy="66752"/>
          </a:xfrm>
          <a:custGeom>
            <a:rect b="b" l="l" r="r" t="t"/>
            <a:pathLst>
              <a:path extrusionOk="0" h="2711" w="2238">
                <a:moveTo>
                  <a:pt x="1387" y="1"/>
                </a:moveTo>
                <a:lnTo>
                  <a:pt x="1" y="32"/>
                </a:lnTo>
                <a:cubicBezTo>
                  <a:pt x="127" y="1104"/>
                  <a:pt x="662" y="2080"/>
                  <a:pt x="1544" y="2710"/>
                </a:cubicBezTo>
                <a:lnTo>
                  <a:pt x="2237" y="1545"/>
                </a:lnTo>
                <a:cubicBezTo>
                  <a:pt x="1765" y="1135"/>
                  <a:pt x="1450" y="600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5" name="Google Shape;2855;p22"/>
          <p:cNvSpPr/>
          <p:nvPr/>
        </p:nvSpPr>
        <p:spPr>
          <a:xfrm>
            <a:off x="7573304" y="2147015"/>
            <a:ext cx="73474" cy="66727"/>
          </a:xfrm>
          <a:custGeom>
            <a:rect b="b" l="l" r="r" t="t"/>
            <a:pathLst>
              <a:path extrusionOk="0" h="2710" w="2238">
                <a:moveTo>
                  <a:pt x="851" y="0"/>
                </a:moveTo>
                <a:cubicBezTo>
                  <a:pt x="757" y="631"/>
                  <a:pt x="473" y="1166"/>
                  <a:pt x="1" y="1544"/>
                </a:cubicBezTo>
                <a:lnTo>
                  <a:pt x="694" y="2710"/>
                </a:lnTo>
                <a:cubicBezTo>
                  <a:pt x="1576" y="2080"/>
                  <a:pt x="2112" y="1103"/>
                  <a:pt x="2238" y="32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6" name="Google Shape;2856;p22"/>
          <p:cNvSpPr/>
          <p:nvPr/>
        </p:nvSpPr>
        <p:spPr>
          <a:xfrm>
            <a:off x="7329207" y="1992627"/>
            <a:ext cx="387886" cy="290939"/>
          </a:xfrm>
          <a:custGeom>
            <a:rect b="b" l="l" r="r" t="t"/>
            <a:pathLst>
              <a:path extrusionOk="0" h="11816" w="11815">
                <a:moveTo>
                  <a:pt x="5876" y="1419"/>
                </a:moveTo>
                <a:cubicBezTo>
                  <a:pt x="6632" y="1419"/>
                  <a:pt x="7389" y="1608"/>
                  <a:pt x="8066" y="1986"/>
                </a:cubicBezTo>
                <a:cubicBezTo>
                  <a:pt x="8223" y="2049"/>
                  <a:pt x="8286" y="2301"/>
                  <a:pt x="8192" y="2458"/>
                </a:cubicBezTo>
                <a:lnTo>
                  <a:pt x="7152" y="4254"/>
                </a:lnTo>
                <a:cubicBezTo>
                  <a:pt x="7110" y="4361"/>
                  <a:pt x="6980" y="4439"/>
                  <a:pt x="6852" y="4439"/>
                </a:cubicBezTo>
                <a:cubicBezTo>
                  <a:pt x="6791" y="4439"/>
                  <a:pt x="6731" y="4421"/>
                  <a:pt x="6680" y="4380"/>
                </a:cubicBezTo>
                <a:cubicBezTo>
                  <a:pt x="6428" y="4238"/>
                  <a:pt x="6136" y="4167"/>
                  <a:pt x="5841" y="4167"/>
                </a:cubicBezTo>
                <a:cubicBezTo>
                  <a:pt x="5546" y="4167"/>
                  <a:pt x="5246" y="4238"/>
                  <a:pt x="4978" y="4380"/>
                </a:cubicBezTo>
                <a:cubicBezTo>
                  <a:pt x="4929" y="4400"/>
                  <a:pt x="4872" y="4411"/>
                  <a:pt x="4816" y="4411"/>
                </a:cubicBezTo>
                <a:cubicBezTo>
                  <a:pt x="4694" y="4411"/>
                  <a:pt x="4570" y="4362"/>
                  <a:pt x="4506" y="4254"/>
                </a:cubicBezTo>
                <a:lnTo>
                  <a:pt x="3498" y="2458"/>
                </a:lnTo>
                <a:cubicBezTo>
                  <a:pt x="3466" y="2301"/>
                  <a:pt x="3529" y="2080"/>
                  <a:pt x="3687" y="1986"/>
                </a:cubicBezTo>
                <a:cubicBezTo>
                  <a:pt x="4364" y="1608"/>
                  <a:pt x="5120" y="1419"/>
                  <a:pt x="5876" y="1419"/>
                </a:cubicBezTo>
                <a:close/>
                <a:moveTo>
                  <a:pt x="5861" y="4916"/>
                </a:moveTo>
                <a:cubicBezTo>
                  <a:pt x="6459" y="4916"/>
                  <a:pt x="6869" y="5388"/>
                  <a:pt x="6869" y="5955"/>
                </a:cubicBezTo>
                <a:cubicBezTo>
                  <a:pt x="6869" y="6554"/>
                  <a:pt x="6396" y="6964"/>
                  <a:pt x="5861" y="6964"/>
                </a:cubicBezTo>
                <a:cubicBezTo>
                  <a:pt x="5294" y="6964"/>
                  <a:pt x="4821" y="6491"/>
                  <a:pt x="4821" y="5955"/>
                </a:cubicBezTo>
                <a:cubicBezTo>
                  <a:pt x="4821" y="5357"/>
                  <a:pt x="5294" y="4916"/>
                  <a:pt x="5861" y="4916"/>
                </a:cubicBezTo>
                <a:close/>
                <a:moveTo>
                  <a:pt x="3813" y="5609"/>
                </a:moveTo>
                <a:cubicBezTo>
                  <a:pt x="4065" y="5640"/>
                  <a:pt x="4159" y="5735"/>
                  <a:pt x="4159" y="5955"/>
                </a:cubicBezTo>
                <a:cubicBezTo>
                  <a:pt x="4159" y="6522"/>
                  <a:pt x="4474" y="7090"/>
                  <a:pt x="5010" y="7405"/>
                </a:cubicBezTo>
                <a:cubicBezTo>
                  <a:pt x="5136" y="7531"/>
                  <a:pt x="5230" y="7720"/>
                  <a:pt x="5104" y="7877"/>
                </a:cubicBezTo>
                <a:lnTo>
                  <a:pt x="4033" y="9641"/>
                </a:lnTo>
                <a:cubicBezTo>
                  <a:pt x="3991" y="9748"/>
                  <a:pt x="3861" y="9826"/>
                  <a:pt x="3733" y="9826"/>
                </a:cubicBezTo>
                <a:cubicBezTo>
                  <a:pt x="3672" y="9826"/>
                  <a:pt x="3612" y="9808"/>
                  <a:pt x="3561" y="9767"/>
                </a:cubicBezTo>
                <a:cubicBezTo>
                  <a:pt x="2238" y="8948"/>
                  <a:pt x="1418" y="7531"/>
                  <a:pt x="1355" y="5987"/>
                </a:cubicBezTo>
                <a:cubicBezTo>
                  <a:pt x="1355" y="5798"/>
                  <a:pt x="1544" y="5640"/>
                  <a:pt x="1733" y="5640"/>
                </a:cubicBezTo>
                <a:lnTo>
                  <a:pt x="3813" y="5609"/>
                </a:lnTo>
                <a:close/>
                <a:moveTo>
                  <a:pt x="8003" y="5640"/>
                </a:moveTo>
                <a:lnTo>
                  <a:pt x="10082" y="5672"/>
                </a:lnTo>
                <a:cubicBezTo>
                  <a:pt x="10271" y="5672"/>
                  <a:pt x="10429" y="5829"/>
                  <a:pt x="10429" y="6018"/>
                </a:cubicBezTo>
                <a:cubicBezTo>
                  <a:pt x="10397" y="7562"/>
                  <a:pt x="9547" y="8980"/>
                  <a:pt x="8223" y="9799"/>
                </a:cubicBezTo>
                <a:cubicBezTo>
                  <a:pt x="8168" y="9844"/>
                  <a:pt x="8100" y="9865"/>
                  <a:pt x="8033" y="9865"/>
                </a:cubicBezTo>
                <a:cubicBezTo>
                  <a:pt x="7911" y="9865"/>
                  <a:pt x="7792" y="9795"/>
                  <a:pt x="7751" y="9673"/>
                </a:cubicBezTo>
                <a:lnTo>
                  <a:pt x="6680" y="7909"/>
                </a:lnTo>
                <a:cubicBezTo>
                  <a:pt x="6554" y="7751"/>
                  <a:pt x="6648" y="7531"/>
                  <a:pt x="6806" y="7436"/>
                </a:cubicBezTo>
                <a:cubicBezTo>
                  <a:pt x="7310" y="7121"/>
                  <a:pt x="7625" y="6585"/>
                  <a:pt x="7625" y="5987"/>
                </a:cubicBezTo>
                <a:cubicBezTo>
                  <a:pt x="7625" y="5829"/>
                  <a:pt x="7751" y="5672"/>
                  <a:pt x="8003" y="5640"/>
                </a:cubicBezTo>
                <a:close/>
                <a:moveTo>
                  <a:pt x="5892" y="1"/>
                </a:moveTo>
                <a:cubicBezTo>
                  <a:pt x="2616" y="1"/>
                  <a:pt x="1" y="2679"/>
                  <a:pt x="1" y="5924"/>
                </a:cubicBezTo>
                <a:cubicBezTo>
                  <a:pt x="1" y="9137"/>
                  <a:pt x="2679" y="11815"/>
                  <a:pt x="5892" y="11815"/>
                </a:cubicBezTo>
                <a:cubicBezTo>
                  <a:pt x="9169" y="11815"/>
                  <a:pt x="11815" y="9137"/>
                  <a:pt x="11815" y="5924"/>
                </a:cubicBezTo>
                <a:cubicBezTo>
                  <a:pt x="11815" y="2679"/>
                  <a:pt x="9137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7" name="Google Shape;2857;p22"/>
          <p:cNvSpPr/>
          <p:nvPr/>
        </p:nvSpPr>
        <p:spPr>
          <a:xfrm>
            <a:off x="7539701" y="2365952"/>
            <a:ext cx="190316" cy="133085"/>
          </a:xfrm>
          <a:custGeom>
            <a:rect b="b" l="l" r="r" t="t"/>
            <a:pathLst>
              <a:path extrusionOk="0" h="5405" w="5797">
                <a:moveTo>
                  <a:pt x="2317" y="1"/>
                </a:moveTo>
                <a:cubicBezTo>
                  <a:pt x="1515" y="1"/>
                  <a:pt x="685" y="309"/>
                  <a:pt x="0" y="993"/>
                </a:cubicBezTo>
                <a:lnTo>
                  <a:pt x="1008" y="1970"/>
                </a:lnTo>
                <a:cubicBezTo>
                  <a:pt x="1398" y="1581"/>
                  <a:pt x="1864" y="1407"/>
                  <a:pt x="2313" y="1407"/>
                </a:cubicBezTo>
                <a:cubicBezTo>
                  <a:pt x="2771" y="1407"/>
                  <a:pt x="3210" y="1588"/>
                  <a:pt x="3529" y="1907"/>
                </a:cubicBezTo>
                <a:cubicBezTo>
                  <a:pt x="3623" y="2002"/>
                  <a:pt x="3623" y="2254"/>
                  <a:pt x="3529" y="2380"/>
                </a:cubicBezTo>
                <a:cubicBezTo>
                  <a:pt x="3450" y="2427"/>
                  <a:pt x="3348" y="2450"/>
                  <a:pt x="3249" y="2450"/>
                </a:cubicBezTo>
                <a:cubicBezTo>
                  <a:pt x="3151" y="2450"/>
                  <a:pt x="3056" y="2427"/>
                  <a:pt x="2993" y="2380"/>
                </a:cubicBezTo>
                <a:cubicBezTo>
                  <a:pt x="2804" y="2175"/>
                  <a:pt x="2552" y="2057"/>
                  <a:pt x="2284" y="2057"/>
                </a:cubicBezTo>
                <a:cubicBezTo>
                  <a:pt x="2016" y="2057"/>
                  <a:pt x="1733" y="2175"/>
                  <a:pt x="1481" y="2443"/>
                </a:cubicBezTo>
                <a:lnTo>
                  <a:pt x="4411" y="5404"/>
                </a:lnTo>
                <a:cubicBezTo>
                  <a:pt x="5797" y="4018"/>
                  <a:pt x="5640" y="2065"/>
                  <a:pt x="4505" y="899"/>
                </a:cubicBezTo>
                <a:cubicBezTo>
                  <a:pt x="3931" y="325"/>
                  <a:pt x="3139" y="1"/>
                  <a:pt x="2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8" name="Google Shape;2858;p22"/>
          <p:cNvSpPr/>
          <p:nvPr/>
        </p:nvSpPr>
        <p:spPr>
          <a:xfrm>
            <a:off x="7470395" y="2472620"/>
            <a:ext cx="103447" cy="76059"/>
          </a:xfrm>
          <a:custGeom>
            <a:rect b="b" l="l" r="r" t="t"/>
            <a:pathLst>
              <a:path extrusionOk="0" h="3089" w="3151">
                <a:moveTo>
                  <a:pt x="1339" y="1"/>
                </a:moveTo>
                <a:cubicBezTo>
                  <a:pt x="1253" y="1"/>
                  <a:pt x="1166" y="32"/>
                  <a:pt x="1103" y="95"/>
                </a:cubicBezTo>
                <a:lnTo>
                  <a:pt x="126" y="1072"/>
                </a:lnTo>
                <a:cubicBezTo>
                  <a:pt x="0" y="1198"/>
                  <a:pt x="0" y="1387"/>
                  <a:pt x="126" y="1545"/>
                </a:cubicBezTo>
                <a:lnTo>
                  <a:pt x="1576" y="2994"/>
                </a:lnTo>
                <a:cubicBezTo>
                  <a:pt x="1639" y="3057"/>
                  <a:pt x="1725" y="3088"/>
                  <a:pt x="1812" y="3088"/>
                </a:cubicBezTo>
                <a:cubicBezTo>
                  <a:pt x="1899" y="3088"/>
                  <a:pt x="1985" y="3057"/>
                  <a:pt x="2048" y="2994"/>
                </a:cubicBezTo>
                <a:lnTo>
                  <a:pt x="3025" y="2017"/>
                </a:lnTo>
                <a:cubicBezTo>
                  <a:pt x="3151" y="1891"/>
                  <a:pt x="3151" y="1671"/>
                  <a:pt x="3025" y="1545"/>
                </a:cubicBezTo>
                <a:lnTo>
                  <a:pt x="1576" y="95"/>
                </a:lnTo>
                <a:cubicBezTo>
                  <a:pt x="1513" y="32"/>
                  <a:pt x="1426" y="1"/>
                  <a:pt x="13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9" name="Google Shape;2859;p22"/>
          <p:cNvSpPr/>
          <p:nvPr/>
        </p:nvSpPr>
        <p:spPr>
          <a:xfrm>
            <a:off x="7316287" y="2522285"/>
            <a:ext cx="190316" cy="132666"/>
          </a:xfrm>
          <a:custGeom>
            <a:rect b="b" l="l" r="r" t="t"/>
            <a:pathLst>
              <a:path extrusionOk="0" h="5388" w="5797">
                <a:moveTo>
                  <a:pt x="1355" y="0"/>
                </a:moveTo>
                <a:cubicBezTo>
                  <a:pt x="0" y="1386"/>
                  <a:pt x="158" y="3340"/>
                  <a:pt x="1292" y="4474"/>
                </a:cubicBezTo>
                <a:cubicBezTo>
                  <a:pt x="1890" y="5072"/>
                  <a:pt x="2710" y="5388"/>
                  <a:pt x="3497" y="5388"/>
                </a:cubicBezTo>
                <a:cubicBezTo>
                  <a:pt x="4348" y="5388"/>
                  <a:pt x="5135" y="5072"/>
                  <a:pt x="5797" y="4411"/>
                </a:cubicBezTo>
                <a:lnTo>
                  <a:pt x="4820" y="3434"/>
                </a:lnTo>
                <a:cubicBezTo>
                  <a:pt x="4431" y="3824"/>
                  <a:pt x="3964" y="3997"/>
                  <a:pt x="3516" y="3997"/>
                </a:cubicBezTo>
                <a:cubicBezTo>
                  <a:pt x="3058" y="3997"/>
                  <a:pt x="2619" y="3816"/>
                  <a:pt x="2300" y="3497"/>
                </a:cubicBezTo>
                <a:cubicBezTo>
                  <a:pt x="2174" y="3371"/>
                  <a:pt x="2174" y="3151"/>
                  <a:pt x="2300" y="3025"/>
                </a:cubicBezTo>
                <a:cubicBezTo>
                  <a:pt x="2347" y="2962"/>
                  <a:pt x="2434" y="2930"/>
                  <a:pt x="2524" y="2930"/>
                </a:cubicBezTo>
                <a:cubicBezTo>
                  <a:pt x="2615" y="2930"/>
                  <a:pt x="2710" y="2962"/>
                  <a:pt x="2773" y="3025"/>
                </a:cubicBezTo>
                <a:cubicBezTo>
                  <a:pt x="2962" y="3229"/>
                  <a:pt x="3214" y="3348"/>
                  <a:pt x="3481" y="3348"/>
                </a:cubicBezTo>
                <a:cubicBezTo>
                  <a:pt x="3749" y="3348"/>
                  <a:pt x="4033" y="3229"/>
                  <a:pt x="4285" y="296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0" name="Google Shape;2860;p22"/>
          <p:cNvSpPr/>
          <p:nvPr/>
        </p:nvSpPr>
        <p:spPr>
          <a:xfrm>
            <a:off x="7319374" y="2364598"/>
            <a:ext cx="408569" cy="291136"/>
          </a:xfrm>
          <a:custGeom>
            <a:rect b="b" l="l" r="r" t="t"/>
            <a:pathLst>
              <a:path extrusionOk="0" h="11824" w="12445">
                <a:moveTo>
                  <a:pt x="3419" y="1356"/>
                </a:moveTo>
                <a:cubicBezTo>
                  <a:pt x="3506" y="1356"/>
                  <a:pt x="3592" y="1379"/>
                  <a:pt x="3655" y="1426"/>
                </a:cubicBezTo>
                <a:cubicBezTo>
                  <a:pt x="3781" y="1552"/>
                  <a:pt x="3781" y="1741"/>
                  <a:pt x="3655" y="1899"/>
                </a:cubicBezTo>
                <a:cubicBezTo>
                  <a:pt x="3592" y="1962"/>
                  <a:pt x="3506" y="1994"/>
                  <a:pt x="3419" y="1994"/>
                </a:cubicBezTo>
                <a:cubicBezTo>
                  <a:pt x="3332" y="1994"/>
                  <a:pt x="3246" y="1962"/>
                  <a:pt x="3183" y="1899"/>
                </a:cubicBezTo>
                <a:cubicBezTo>
                  <a:pt x="3057" y="1804"/>
                  <a:pt x="3057" y="1552"/>
                  <a:pt x="3183" y="1426"/>
                </a:cubicBezTo>
                <a:cubicBezTo>
                  <a:pt x="3246" y="1379"/>
                  <a:pt x="3332" y="1356"/>
                  <a:pt x="3419" y="1356"/>
                </a:cubicBezTo>
                <a:close/>
                <a:moveTo>
                  <a:pt x="4364" y="2277"/>
                </a:moveTo>
                <a:cubicBezTo>
                  <a:pt x="4451" y="2277"/>
                  <a:pt x="4537" y="2309"/>
                  <a:pt x="4600" y="2372"/>
                </a:cubicBezTo>
                <a:cubicBezTo>
                  <a:pt x="4726" y="2498"/>
                  <a:pt x="4726" y="2718"/>
                  <a:pt x="4600" y="2844"/>
                </a:cubicBezTo>
                <a:cubicBezTo>
                  <a:pt x="4537" y="2907"/>
                  <a:pt x="4451" y="2939"/>
                  <a:pt x="4364" y="2939"/>
                </a:cubicBezTo>
                <a:cubicBezTo>
                  <a:pt x="4277" y="2939"/>
                  <a:pt x="4191" y="2907"/>
                  <a:pt x="4128" y="2844"/>
                </a:cubicBezTo>
                <a:cubicBezTo>
                  <a:pt x="4002" y="2750"/>
                  <a:pt x="4002" y="2529"/>
                  <a:pt x="4128" y="2372"/>
                </a:cubicBezTo>
                <a:cubicBezTo>
                  <a:pt x="4191" y="2309"/>
                  <a:pt x="4277" y="2277"/>
                  <a:pt x="4364" y="2277"/>
                </a:cubicBezTo>
                <a:close/>
                <a:moveTo>
                  <a:pt x="3179" y="2561"/>
                </a:moveTo>
                <a:cubicBezTo>
                  <a:pt x="3269" y="2561"/>
                  <a:pt x="3356" y="2592"/>
                  <a:pt x="3403" y="2655"/>
                </a:cubicBezTo>
                <a:cubicBezTo>
                  <a:pt x="3529" y="2781"/>
                  <a:pt x="3529" y="2970"/>
                  <a:pt x="3403" y="3128"/>
                </a:cubicBezTo>
                <a:cubicBezTo>
                  <a:pt x="3356" y="3191"/>
                  <a:pt x="3269" y="3222"/>
                  <a:pt x="3179" y="3222"/>
                </a:cubicBezTo>
                <a:cubicBezTo>
                  <a:pt x="3088" y="3222"/>
                  <a:pt x="2994" y="3191"/>
                  <a:pt x="2931" y="3128"/>
                </a:cubicBezTo>
                <a:cubicBezTo>
                  <a:pt x="2836" y="3002"/>
                  <a:pt x="2836" y="2781"/>
                  <a:pt x="2931" y="2655"/>
                </a:cubicBezTo>
                <a:cubicBezTo>
                  <a:pt x="2994" y="2592"/>
                  <a:pt x="3088" y="2561"/>
                  <a:pt x="3179" y="2561"/>
                </a:cubicBezTo>
                <a:close/>
                <a:moveTo>
                  <a:pt x="1970" y="2813"/>
                </a:moveTo>
                <a:cubicBezTo>
                  <a:pt x="2056" y="2813"/>
                  <a:pt x="2143" y="2844"/>
                  <a:pt x="2206" y="2907"/>
                </a:cubicBezTo>
                <a:cubicBezTo>
                  <a:pt x="2300" y="3002"/>
                  <a:pt x="2300" y="3254"/>
                  <a:pt x="2206" y="3380"/>
                </a:cubicBezTo>
                <a:cubicBezTo>
                  <a:pt x="2143" y="3427"/>
                  <a:pt x="2048" y="3451"/>
                  <a:pt x="1958" y="3451"/>
                </a:cubicBezTo>
                <a:cubicBezTo>
                  <a:pt x="1867" y="3451"/>
                  <a:pt x="1781" y="3427"/>
                  <a:pt x="1733" y="3380"/>
                </a:cubicBezTo>
                <a:cubicBezTo>
                  <a:pt x="1607" y="3254"/>
                  <a:pt x="1607" y="3002"/>
                  <a:pt x="1733" y="2907"/>
                </a:cubicBezTo>
                <a:cubicBezTo>
                  <a:pt x="1796" y="2844"/>
                  <a:pt x="1883" y="2813"/>
                  <a:pt x="1970" y="2813"/>
                </a:cubicBezTo>
                <a:close/>
                <a:moveTo>
                  <a:pt x="2946" y="3789"/>
                </a:moveTo>
                <a:cubicBezTo>
                  <a:pt x="3033" y="3789"/>
                  <a:pt x="3120" y="3821"/>
                  <a:pt x="3183" y="3884"/>
                </a:cubicBezTo>
                <a:cubicBezTo>
                  <a:pt x="3309" y="4010"/>
                  <a:pt x="3309" y="4199"/>
                  <a:pt x="3183" y="4356"/>
                </a:cubicBezTo>
                <a:cubicBezTo>
                  <a:pt x="3120" y="4419"/>
                  <a:pt x="3033" y="4451"/>
                  <a:pt x="2946" y="4451"/>
                </a:cubicBezTo>
                <a:cubicBezTo>
                  <a:pt x="2860" y="4451"/>
                  <a:pt x="2773" y="4419"/>
                  <a:pt x="2710" y="4356"/>
                </a:cubicBezTo>
                <a:cubicBezTo>
                  <a:pt x="2584" y="4230"/>
                  <a:pt x="2584" y="4010"/>
                  <a:pt x="2710" y="3884"/>
                </a:cubicBezTo>
                <a:cubicBezTo>
                  <a:pt x="2773" y="3821"/>
                  <a:pt x="2860" y="3789"/>
                  <a:pt x="2946" y="3789"/>
                </a:cubicBezTo>
                <a:close/>
                <a:moveTo>
                  <a:pt x="9480" y="7381"/>
                </a:moveTo>
                <a:cubicBezTo>
                  <a:pt x="9570" y="7381"/>
                  <a:pt x="9657" y="7412"/>
                  <a:pt x="9704" y="7475"/>
                </a:cubicBezTo>
                <a:cubicBezTo>
                  <a:pt x="9830" y="7570"/>
                  <a:pt x="9830" y="7822"/>
                  <a:pt x="9704" y="7948"/>
                </a:cubicBezTo>
                <a:cubicBezTo>
                  <a:pt x="9657" y="7995"/>
                  <a:pt x="9570" y="8019"/>
                  <a:pt x="9480" y="8019"/>
                </a:cubicBezTo>
                <a:cubicBezTo>
                  <a:pt x="9389" y="8019"/>
                  <a:pt x="9295" y="7995"/>
                  <a:pt x="9232" y="7948"/>
                </a:cubicBezTo>
                <a:cubicBezTo>
                  <a:pt x="9074" y="7822"/>
                  <a:pt x="9074" y="7633"/>
                  <a:pt x="9232" y="7475"/>
                </a:cubicBezTo>
                <a:cubicBezTo>
                  <a:pt x="9295" y="7412"/>
                  <a:pt x="9389" y="7381"/>
                  <a:pt x="9480" y="7381"/>
                </a:cubicBezTo>
                <a:close/>
                <a:moveTo>
                  <a:pt x="5955" y="3640"/>
                </a:moveTo>
                <a:cubicBezTo>
                  <a:pt x="6223" y="3640"/>
                  <a:pt x="6491" y="3742"/>
                  <a:pt x="6680" y="3947"/>
                </a:cubicBezTo>
                <a:lnTo>
                  <a:pt x="8129" y="5396"/>
                </a:lnTo>
                <a:cubicBezTo>
                  <a:pt x="8538" y="5806"/>
                  <a:pt x="8538" y="6467"/>
                  <a:pt x="8129" y="6877"/>
                </a:cubicBezTo>
                <a:lnTo>
                  <a:pt x="7152" y="7853"/>
                </a:lnTo>
                <a:cubicBezTo>
                  <a:pt x="6963" y="8058"/>
                  <a:pt x="6695" y="8161"/>
                  <a:pt x="6428" y="8161"/>
                </a:cubicBezTo>
                <a:cubicBezTo>
                  <a:pt x="6160" y="8161"/>
                  <a:pt x="5892" y="8058"/>
                  <a:pt x="5703" y="7853"/>
                </a:cubicBezTo>
                <a:lnTo>
                  <a:pt x="4254" y="6404"/>
                </a:lnTo>
                <a:cubicBezTo>
                  <a:pt x="3844" y="5995"/>
                  <a:pt x="3844" y="5333"/>
                  <a:pt x="4254" y="4955"/>
                </a:cubicBezTo>
                <a:lnTo>
                  <a:pt x="5230" y="3947"/>
                </a:lnTo>
                <a:cubicBezTo>
                  <a:pt x="5419" y="3742"/>
                  <a:pt x="5687" y="3640"/>
                  <a:pt x="5955" y="3640"/>
                </a:cubicBezTo>
                <a:close/>
                <a:moveTo>
                  <a:pt x="10464" y="8357"/>
                </a:moveTo>
                <a:cubicBezTo>
                  <a:pt x="10555" y="8357"/>
                  <a:pt x="10649" y="8389"/>
                  <a:pt x="10712" y="8452"/>
                </a:cubicBezTo>
                <a:cubicBezTo>
                  <a:pt x="10807" y="8578"/>
                  <a:pt x="10807" y="8799"/>
                  <a:pt x="10712" y="8925"/>
                </a:cubicBezTo>
                <a:cubicBezTo>
                  <a:pt x="10649" y="8988"/>
                  <a:pt x="10555" y="9019"/>
                  <a:pt x="10464" y="9019"/>
                </a:cubicBezTo>
                <a:cubicBezTo>
                  <a:pt x="10374" y="9019"/>
                  <a:pt x="10287" y="8988"/>
                  <a:pt x="10240" y="8925"/>
                </a:cubicBezTo>
                <a:cubicBezTo>
                  <a:pt x="10082" y="8799"/>
                  <a:pt x="10082" y="8610"/>
                  <a:pt x="10240" y="8452"/>
                </a:cubicBezTo>
                <a:cubicBezTo>
                  <a:pt x="10287" y="8389"/>
                  <a:pt x="10374" y="8357"/>
                  <a:pt x="10464" y="8357"/>
                </a:cubicBezTo>
                <a:close/>
                <a:moveTo>
                  <a:pt x="9247" y="8602"/>
                </a:moveTo>
                <a:cubicBezTo>
                  <a:pt x="9334" y="8602"/>
                  <a:pt x="9421" y="8625"/>
                  <a:pt x="9484" y="8673"/>
                </a:cubicBezTo>
                <a:cubicBezTo>
                  <a:pt x="9610" y="8799"/>
                  <a:pt x="9610" y="9051"/>
                  <a:pt x="9484" y="9145"/>
                </a:cubicBezTo>
                <a:cubicBezTo>
                  <a:pt x="9421" y="9208"/>
                  <a:pt x="9334" y="9240"/>
                  <a:pt x="9247" y="9240"/>
                </a:cubicBezTo>
                <a:cubicBezTo>
                  <a:pt x="9161" y="9240"/>
                  <a:pt x="9074" y="9208"/>
                  <a:pt x="9011" y="9145"/>
                </a:cubicBezTo>
                <a:cubicBezTo>
                  <a:pt x="8854" y="9051"/>
                  <a:pt x="8854" y="8830"/>
                  <a:pt x="9011" y="8673"/>
                </a:cubicBezTo>
                <a:cubicBezTo>
                  <a:pt x="9074" y="8625"/>
                  <a:pt x="9161" y="8602"/>
                  <a:pt x="9247" y="8602"/>
                </a:cubicBezTo>
                <a:close/>
                <a:moveTo>
                  <a:pt x="8030" y="8862"/>
                </a:moveTo>
                <a:cubicBezTo>
                  <a:pt x="8121" y="8862"/>
                  <a:pt x="8208" y="8893"/>
                  <a:pt x="8255" y="8956"/>
                </a:cubicBezTo>
                <a:cubicBezTo>
                  <a:pt x="8381" y="9082"/>
                  <a:pt x="8381" y="9303"/>
                  <a:pt x="8255" y="9429"/>
                </a:cubicBezTo>
                <a:cubicBezTo>
                  <a:pt x="8192" y="9492"/>
                  <a:pt x="8105" y="9523"/>
                  <a:pt x="8019" y="9523"/>
                </a:cubicBezTo>
                <a:cubicBezTo>
                  <a:pt x="7932" y="9523"/>
                  <a:pt x="7845" y="9492"/>
                  <a:pt x="7782" y="9429"/>
                </a:cubicBezTo>
                <a:cubicBezTo>
                  <a:pt x="7656" y="9303"/>
                  <a:pt x="7656" y="9082"/>
                  <a:pt x="7782" y="8956"/>
                </a:cubicBezTo>
                <a:cubicBezTo>
                  <a:pt x="7845" y="8893"/>
                  <a:pt x="7940" y="8862"/>
                  <a:pt x="8030" y="8862"/>
                </a:cubicBezTo>
                <a:close/>
                <a:moveTo>
                  <a:pt x="8964" y="9862"/>
                </a:moveTo>
                <a:cubicBezTo>
                  <a:pt x="9050" y="9862"/>
                  <a:pt x="9137" y="9885"/>
                  <a:pt x="9200" y="9933"/>
                </a:cubicBezTo>
                <a:cubicBezTo>
                  <a:pt x="9326" y="10059"/>
                  <a:pt x="9326" y="10279"/>
                  <a:pt x="9200" y="10405"/>
                </a:cubicBezTo>
                <a:cubicBezTo>
                  <a:pt x="9137" y="10468"/>
                  <a:pt x="9050" y="10500"/>
                  <a:pt x="8964" y="10500"/>
                </a:cubicBezTo>
                <a:cubicBezTo>
                  <a:pt x="8877" y="10500"/>
                  <a:pt x="8791" y="10468"/>
                  <a:pt x="8727" y="10405"/>
                </a:cubicBezTo>
                <a:cubicBezTo>
                  <a:pt x="8601" y="10311"/>
                  <a:pt x="8601" y="10059"/>
                  <a:pt x="8727" y="9933"/>
                </a:cubicBezTo>
                <a:cubicBezTo>
                  <a:pt x="8791" y="9885"/>
                  <a:pt x="8877" y="9862"/>
                  <a:pt x="8964" y="9862"/>
                </a:cubicBezTo>
                <a:close/>
                <a:moveTo>
                  <a:pt x="3415" y="1"/>
                </a:moveTo>
                <a:cubicBezTo>
                  <a:pt x="2616" y="1"/>
                  <a:pt x="1812" y="308"/>
                  <a:pt x="1198" y="922"/>
                </a:cubicBezTo>
                <a:cubicBezTo>
                  <a:pt x="1" y="2151"/>
                  <a:pt x="1" y="4104"/>
                  <a:pt x="1198" y="5333"/>
                </a:cubicBezTo>
                <a:lnTo>
                  <a:pt x="6806" y="10941"/>
                </a:lnTo>
                <a:cubicBezTo>
                  <a:pt x="7404" y="11508"/>
                  <a:pt x="8223" y="11823"/>
                  <a:pt x="9011" y="11823"/>
                </a:cubicBezTo>
                <a:cubicBezTo>
                  <a:pt x="9799" y="11823"/>
                  <a:pt x="10618" y="11508"/>
                  <a:pt x="11216" y="10941"/>
                </a:cubicBezTo>
                <a:cubicBezTo>
                  <a:pt x="12445" y="9712"/>
                  <a:pt x="12445" y="7727"/>
                  <a:pt x="11216" y="6530"/>
                </a:cubicBezTo>
                <a:lnTo>
                  <a:pt x="5609" y="922"/>
                </a:lnTo>
                <a:cubicBezTo>
                  <a:pt x="5010" y="308"/>
                  <a:pt x="4214" y="1"/>
                  <a:pt x="34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1" name="Google Shape;2861;p22"/>
          <p:cNvSpPr/>
          <p:nvPr/>
        </p:nvSpPr>
        <p:spPr>
          <a:xfrm>
            <a:off x="5846940" y="2761873"/>
            <a:ext cx="388937" cy="290915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2" name="Google Shape;2862;p22"/>
          <p:cNvSpPr/>
          <p:nvPr/>
        </p:nvSpPr>
        <p:spPr>
          <a:xfrm>
            <a:off x="5881585" y="3210236"/>
            <a:ext cx="136573" cy="110949"/>
          </a:xfrm>
          <a:custGeom>
            <a:rect b="b" l="l" r="r" t="t"/>
            <a:pathLst>
              <a:path extrusionOk="0" h="4506" w="4160">
                <a:moveTo>
                  <a:pt x="2080" y="1"/>
                </a:moveTo>
                <a:cubicBezTo>
                  <a:pt x="946" y="1"/>
                  <a:pt x="1" y="946"/>
                  <a:pt x="1" y="2080"/>
                </a:cubicBezTo>
                <a:lnTo>
                  <a:pt x="1" y="4506"/>
                </a:lnTo>
                <a:lnTo>
                  <a:pt x="4160" y="4506"/>
                </a:lnTo>
                <a:lnTo>
                  <a:pt x="4160" y="2080"/>
                </a:lnTo>
                <a:cubicBezTo>
                  <a:pt x="4160" y="946"/>
                  <a:pt x="3214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3" name="Google Shape;2863;p22"/>
          <p:cNvSpPr/>
          <p:nvPr/>
        </p:nvSpPr>
        <p:spPr>
          <a:xfrm>
            <a:off x="6063632" y="3285485"/>
            <a:ext cx="136573" cy="111737"/>
          </a:xfrm>
          <a:custGeom>
            <a:rect b="b" l="l" r="r" t="t"/>
            <a:pathLst>
              <a:path extrusionOk="0" h="4538" w="4160">
                <a:moveTo>
                  <a:pt x="1" y="1"/>
                </a:moveTo>
                <a:lnTo>
                  <a:pt x="1" y="2458"/>
                </a:lnTo>
                <a:cubicBezTo>
                  <a:pt x="1" y="3592"/>
                  <a:pt x="946" y="4537"/>
                  <a:pt x="2080" y="4537"/>
                </a:cubicBezTo>
                <a:cubicBezTo>
                  <a:pt x="3246" y="4537"/>
                  <a:pt x="4160" y="3592"/>
                  <a:pt x="4160" y="2458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4" name="Google Shape;2864;p22"/>
          <p:cNvSpPr/>
          <p:nvPr/>
        </p:nvSpPr>
        <p:spPr>
          <a:xfrm>
            <a:off x="5881585" y="3338227"/>
            <a:ext cx="136573" cy="110974"/>
          </a:xfrm>
          <a:custGeom>
            <a:rect b="b" l="l" r="r" t="t"/>
            <a:pathLst>
              <a:path extrusionOk="0" h="4507" w="4160">
                <a:moveTo>
                  <a:pt x="1734" y="694"/>
                </a:moveTo>
                <a:cubicBezTo>
                  <a:pt x="1923" y="694"/>
                  <a:pt x="2080" y="852"/>
                  <a:pt x="2080" y="1041"/>
                </a:cubicBezTo>
                <a:lnTo>
                  <a:pt x="2080" y="2427"/>
                </a:lnTo>
                <a:cubicBezTo>
                  <a:pt x="2269" y="2427"/>
                  <a:pt x="2427" y="2584"/>
                  <a:pt x="2427" y="2773"/>
                </a:cubicBezTo>
                <a:cubicBezTo>
                  <a:pt x="2427" y="2962"/>
                  <a:pt x="2269" y="3120"/>
                  <a:pt x="2080" y="3120"/>
                </a:cubicBezTo>
                <a:cubicBezTo>
                  <a:pt x="1702" y="3120"/>
                  <a:pt x="1356" y="2805"/>
                  <a:pt x="1356" y="2427"/>
                </a:cubicBezTo>
                <a:lnTo>
                  <a:pt x="1356" y="1041"/>
                </a:lnTo>
                <a:cubicBezTo>
                  <a:pt x="1356" y="852"/>
                  <a:pt x="1513" y="694"/>
                  <a:pt x="1734" y="694"/>
                </a:cubicBezTo>
                <a:close/>
                <a:moveTo>
                  <a:pt x="1" y="1"/>
                </a:moveTo>
                <a:lnTo>
                  <a:pt x="1" y="2427"/>
                </a:lnTo>
                <a:cubicBezTo>
                  <a:pt x="1" y="3561"/>
                  <a:pt x="946" y="4506"/>
                  <a:pt x="2080" y="4506"/>
                </a:cubicBezTo>
                <a:cubicBezTo>
                  <a:pt x="3214" y="4506"/>
                  <a:pt x="4160" y="3561"/>
                  <a:pt x="4160" y="2427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5" name="Google Shape;2865;p22"/>
          <p:cNvSpPr/>
          <p:nvPr/>
        </p:nvSpPr>
        <p:spPr>
          <a:xfrm>
            <a:off x="6063632" y="3157493"/>
            <a:ext cx="136573" cy="111712"/>
          </a:xfrm>
          <a:custGeom>
            <a:rect b="b" l="l" r="r" t="t"/>
            <a:pathLst>
              <a:path extrusionOk="0" h="4537" w="4160">
                <a:moveTo>
                  <a:pt x="2049" y="1387"/>
                </a:moveTo>
                <a:cubicBezTo>
                  <a:pt x="2427" y="1387"/>
                  <a:pt x="2742" y="1702"/>
                  <a:pt x="2742" y="2080"/>
                </a:cubicBezTo>
                <a:lnTo>
                  <a:pt x="2742" y="3466"/>
                </a:lnTo>
                <a:cubicBezTo>
                  <a:pt x="2742" y="3655"/>
                  <a:pt x="2584" y="3812"/>
                  <a:pt x="2395" y="3812"/>
                </a:cubicBezTo>
                <a:cubicBezTo>
                  <a:pt x="2206" y="3812"/>
                  <a:pt x="2049" y="3655"/>
                  <a:pt x="2049" y="3466"/>
                </a:cubicBezTo>
                <a:lnTo>
                  <a:pt x="2049" y="2080"/>
                </a:lnTo>
                <a:cubicBezTo>
                  <a:pt x="1860" y="2080"/>
                  <a:pt x="1702" y="1922"/>
                  <a:pt x="1702" y="1733"/>
                </a:cubicBezTo>
                <a:cubicBezTo>
                  <a:pt x="1702" y="1544"/>
                  <a:pt x="1860" y="1387"/>
                  <a:pt x="2049" y="1387"/>
                </a:cubicBezTo>
                <a:close/>
                <a:moveTo>
                  <a:pt x="2080" y="0"/>
                </a:moveTo>
                <a:cubicBezTo>
                  <a:pt x="946" y="0"/>
                  <a:pt x="1" y="945"/>
                  <a:pt x="1" y="2080"/>
                </a:cubicBezTo>
                <a:lnTo>
                  <a:pt x="1" y="4537"/>
                </a:lnTo>
                <a:lnTo>
                  <a:pt x="4160" y="4537"/>
                </a:lnTo>
                <a:lnTo>
                  <a:pt x="4160" y="2080"/>
                </a:lnTo>
                <a:cubicBezTo>
                  <a:pt x="4160" y="945"/>
                  <a:pt x="3214" y="0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6" name="Google Shape;2866;p22"/>
          <p:cNvSpPr/>
          <p:nvPr/>
        </p:nvSpPr>
        <p:spPr>
          <a:xfrm>
            <a:off x="6040370" y="3529562"/>
            <a:ext cx="138641" cy="224212"/>
          </a:xfrm>
          <a:custGeom>
            <a:rect b="b" l="l" r="r" t="t"/>
            <a:pathLst>
              <a:path extrusionOk="0" h="9106" w="4223">
                <a:moveTo>
                  <a:pt x="2836" y="662"/>
                </a:moveTo>
                <a:lnTo>
                  <a:pt x="2836" y="1387"/>
                </a:lnTo>
                <a:lnTo>
                  <a:pt x="2143" y="1387"/>
                </a:lnTo>
                <a:lnTo>
                  <a:pt x="2143" y="662"/>
                </a:lnTo>
                <a:close/>
                <a:moveTo>
                  <a:pt x="1072" y="4884"/>
                </a:moveTo>
                <a:cubicBezTo>
                  <a:pt x="1261" y="4884"/>
                  <a:pt x="1418" y="5041"/>
                  <a:pt x="1418" y="5230"/>
                </a:cubicBezTo>
                <a:cubicBezTo>
                  <a:pt x="1418" y="5451"/>
                  <a:pt x="1261" y="5608"/>
                  <a:pt x="1072" y="5608"/>
                </a:cubicBezTo>
                <a:cubicBezTo>
                  <a:pt x="851" y="5608"/>
                  <a:pt x="694" y="5451"/>
                  <a:pt x="694" y="5230"/>
                </a:cubicBezTo>
                <a:cubicBezTo>
                  <a:pt x="694" y="5041"/>
                  <a:pt x="851" y="4884"/>
                  <a:pt x="1072" y="4884"/>
                </a:cubicBezTo>
                <a:close/>
                <a:moveTo>
                  <a:pt x="3498" y="6302"/>
                </a:moveTo>
                <a:lnTo>
                  <a:pt x="3498" y="6648"/>
                </a:lnTo>
                <a:cubicBezTo>
                  <a:pt x="3498" y="6869"/>
                  <a:pt x="3340" y="6995"/>
                  <a:pt x="3151" y="6995"/>
                </a:cubicBezTo>
                <a:lnTo>
                  <a:pt x="1765" y="6995"/>
                </a:lnTo>
                <a:cubicBezTo>
                  <a:pt x="1576" y="6995"/>
                  <a:pt x="1418" y="6869"/>
                  <a:pt x="1418" y="6648"/>
                </a:cubicBezTo>
                <a:lnTo>
                  <a:pt x="1418" y="6302"/>
                </a:lnTo>
                <a:close/>
                <a:moveTo>
                  <a:pt x="1072" y="1"/>
                </a:moveTo>
                <a:cubicBezTo>
                  <a:pt x="851" y="1"/>
                  <a:pt x="694" y="158"/>
                  <a:pt x="694" y="347"/>
                </a:cubicBezTo>
                <a:cubicBezTo>
                  <a:pt x="694" y="568"/>
                  <a:pt x="851" y="725"/>
                  <a:pt x="1072" y="725"/>
                </a:cubicBezTo>
                <a:lnTo>
                  <a:pt x="1418" y="725"/>
                </a:lnTo>
                <a:lnTo>
                  <a:pt x="1418" y="1450"/>
                </a:lnTo>
                <a:cubicBezTo>
                  <a:pt x="1009" y="1576"/>
                  <a:pt x="694" y="1985"/>
                  <a:pt x="694" y="2458"/>
                </a:cubicBezTo>
                <a:lnTo>
                  <a:pt x="694" y="4285"/>
                </a:lnTo>
                <a:cubicBezTo>
                  <a:pt x="316" y="4443"/>
                  <a:pt x="1" y="4821"/>
                  <a:pt x="1" y="5293"/>
                </a:cubicBezTo>
                <a:cubicBezTo>
                  <a:pt x="1" y="5703"/>
                  <a:pt x="284" y="6112"/>
                  <a:pt x="694" y="6270"/>
                </a:cubicBezTo>
                <a:lnTo>
                  <a:pt x="694" y="6648"/>
                </a:lnTo>
                <a:cubicBezTo>
                  <a:pt x="694" y="7089"/>
                  <a:pt x="977" y="7499"/>
                  <a:pt x="1418" y="7656"/>
                </a:cubicBezTo>
                <a:lnTo>
                  <a:pt x="1418" y="8759"/>
                </a:lnTo>
                <a:cubicBezTo>
                  <a:pt x="1418" y="8948"/>
                  <a:pt x="1576" y="9105"/>
                  <a:pt x="1765" y="9105"/>
                </a:cubicBezTo>
                <a:lnTo>
                  <a:pt x="3151" y="9105"/>
                </a:lnTo>
                <a:cubicBezTo>
                  <a:pt x="3340" y="9105"/>
                  <a:pt x="3498" y="8948"/>
                  <a:pt x="3498" y="8759"/>
                </a:cubicBezTo>
                <a:lnTo>
                  <a:pt x="3498" y="7656"/>
                </a:lnTo>
                <a:cubicBezTo>
                  <a:pt x="3907" y="7499"/>
                  <a:pt x="4222" y="7121"/>
                  <a:pt x="4222" y="6648"/>
                </a:cubicBezTo>
                <a:lnTo>
                  <a:pt x="4222" y="5955"/>
                </a:lnTo>
                <a:lnTo>
                  <a:pt x="4222" y="2458"/>
                </a:lnTo>
                <a:cubicBezTo>
                  <a:pt x="4222" y="2017"/>
                  <a:pt x="3939" y="1607"/>
                  <a:pt x="3498" y="1450"/>
                </a:cubicBezTo>
                <a:lnTo>
                  <a:pt x="3498" y="725"/>
                </a:lnTo>
                <a:lnTo>
                  <a:pt x="3876" y="725"/>
                </a:lnTo>
                <a:cubicBezTo>
                  <a:pt x="4065" y="725"/>
                  <a:pt x="4222" y="568"/>
                  <a:pt x="4222" y="347"/>
                </a:cubicBezTo>
                <a:cubicBezTo>
                  <a:pt x="4222" y="158"/>
                  <a:pt x="4065" y="1"/>
                  <a:pt x="38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7" name="Google Shape;2867;p22"/>
          <p:cNvSpPr/>
          <p:nvPr/>
        </p:nvSpPr>
        <p:spPr>
          <a:xfrm>
            <a:off x="6107608" y="3769269"/>
            <a:ext cx="93106" cy="17090"/>
          </a:xfrm>
          <a:custGeom>
            <a:rect b="b" l="l" r="r" t="t"/>
            <a:pathLst>
              <a:path extrusionOk="0" h="694" w="2836">
                <a:moveTo>
                  <a:pt x="0" y="1"/>
                </a:moveTo>
                <a:lnTo>
                  <a:pt x="347" y="694"/>
                </a:lnTo>
                <a:lnTo>
                  <a:pt x="2489" y="694"/>
                </a:lnTo>
                <a:cubicBezTo>
                  <a:pt x="2678" y="694"/>
                  <a:pt x="2836" y="536"/>
                  <a:pt x="2836" y="347"/>
                </a:cubicBezTo>
                <a:cubicBezTo>
                  <a:pt x="2836" y="158"/>
                  <a:pt x="2678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8" name="Google Shape;2868;p22"/>
          <p:cNvSpPr/>
          <p:nvPr/>
        </p:nvSpPr>
        <p:spPr>
          <a:xfrm>
            <a:off x="5881075" y="3603260"/>
            <a:ext cx="274131" cy="218008"/>
          </a:xfrm>
          <a:custGeom>
            <a:rect b="b" l="l" r="r" t="t"/>
            <a:pathLst>
              <a:path extrusionOk="0" h="8854" w="8350">
                <a:moveTo>
                  <a:pt x="4884" y="1"/>
                </a:moveTo>
                <a:cubicBezTo>
                  <a:pt x="2931" y="473"/>
                  <a:pt x="1419" y="2237"/>
                  <a:pt x="1419" y="4380"/>
                </a:cubicBezTo>
                <a:lnTo>
                  <a:pt x="1419" y="8192"/>
                </a:lnTo>
                <a:lnTo>
                  <a:pt x="410" y="8192"/>
                </a:lnTo>
                <a:cubicBezTo>
                  <a:pt x="389" y="8189"/>
                  <a:pt x="368" y="8188"/>
                  <a:pt x="347" y="8188"/>
                </a:cubicBezTo>
                <a:cubicBezTo>
                  <a:pt x="132" y="8188"/>
                  <a:pt x="1" y="8334"/>
                  <a:pt x="1" y="8507"/>
                </a:cubicBezTo>
                <a:cubicBezTo>
                  <a:pt x="1" y="8696"/>
                  <a:pt x="158" y="8853"/>
                  <a:pt x="347" y="8853"/>
                </a:cubicBezTo>
                <a:lnTo>
                  <a:pt x="8003" y="8853"/>
                </a:lnTo>
                <a:cubicBezTo>
                  <a:pt x="8192" y="8853"/>
                  <a:pt x="8350" y="8696"/>
                  <a:pt x="8350" y="8507"/>
                </a:cubicBezTo>
                <a:cubicBezTo>
                  <a:pt x="8350" y="8318"/>
                  <a:pt x="8192" y="8160"/>
                  <a:pt x="8003" y="8160"/>
                </a:cubicBezTo>
                <a:lnTo>
                  <a:pt x="6806" y="8160"/>
                </a:lnTo>
                <a:lnTo>
                  <a:pt x="6239" y="6963"/>
                </a:lnTo>
                <a:cubicBezTo>
                  <a:pt x="6207" y="6869"/>
                  <a:pt x="6018" y="6774"/>
                  <a:pt x="5924" y="6774"/>
                </a:cubicBezTo>
                <a:lnTo>
                  <a:pt x="4191" y="6774"/>
                </a:lnTo>
                <a:lnTo>
                  <a:pt x="4191" y="3655"/>
                </a:lnTo>
                <a:cubicBezTo>
                  <a:pt x="4191" y="3435"/>
                  <a:pt x="4254" y="3245"/>
                  <a:pt x="4380" y="3088"/>
                </a:cubicBezTo>
                <a:cubicBezTo>
                  <a:pt x="4254" y="2836"/>
                  <a:pt x="4191" y="2552"/>
                  <a:pt x="4191" y="2300"/>
                </a:cubicBezTo>
                <a:cubicBezTo>
                  <a:pt x="4191" y="1733"/>
                  <a:pt x="4443" y="1229"/>
                  <a:pt x="4884" y="914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9" name="Google Shape;2869;p22"/>
          <p:cNvSpPr/>
          <p:nvPr/>
        </p:nvSpPr>
        <p:spPr>
          <a:xfrm>
            <a:off x="8306263" y="2762870"/>
            <a:ext cx="393041" cy="288994"/>
          </a:xfrm>
          <a:custGeom>
            <a:rect b="b" l="l" r="r" t="t"/>
            <a:pathLst>
              <a:path extrusionOk="0" h="11737" w="11972">
                <a:moveTo>
                  <a:pt x="3214" y="5522"/>
                </a:moveTo>
                <a:cubicBezTo>
                  <a:pt x="3403" y="5522"/>
                  <a:pt x="3560" y="5679"/>
                  <a:pt x="3560" y="5868"/>
                </a:cubicBezTo>
                <a:cubicBezTo>
                  <a:pt x="3560" y="6057"/>
                  <a:pt x="3403" y="6215"/>
                  <a:pt x="3214" y="6215"/>
                </a:cubicBezTo>
                <a:cubicBezTo>
                  <a:pt x="3024" y="6215"/>
                  <a:pt x="2867" y="6057"/>
                  <a:pt x="2867" y="5868"/>
                </a:cubicBezTo>
                <a:cubicBezTo>
                  <a:pt x="2867" y="5679"/>
                  <a:pt x="3024" y="5522"/>
                  <a:pt x="3214" y="5522"/>
                </a:cubicBezTo>
                <a:close/>
                <a:moveTo>
                  <a:pt x="5986" y="2749"/>
                </a:moveTo>
                <a:cubicBezTo>
                  <a:pt x="6931" y="2749"/>
                  <a:pt x="7719" y="3537"/>
                  <a:pt x="7719" y="4482"/>
                </a:cubicBezTo>
                <a:cubicBezTo>
                  <a:pt x="7719" y="5427"/>
                  <a:pt x="6963" y="6215"/>
                  <a:pt x="5986" y="6215"/>
                </a:cubicBezTo>
                <a:cubicBezTo>
                  <a:pt x="5041" y="6215"/>
                  <a:pt x="4253" y="5427"/>
                  <a:pt x="4253" y="4482"/>
                </a:cubicBezTo>
                <a:cubicBezTo>
                  <a:pt x="4253" y="3537"/>
                  <a:pt x="5041" y="2749"/>
                  <a:pt x="5986" y="2749"/>
                </a:cubicBezTo>
                <a:close/>
                <a:moveTo>
                  <a:pt x="8790" y="5522"/>
                </a:moveTo>
                <a:cubicBezTo>
                  <a:pt x="8979" y="5522"/>
                  <a:pt x="9136" y="5679"/>
                  <a:pt x="9136" y="5868"/>
                </a:cubicBezTo>
                <a:cubicBezTo>
                  <a:pt x="9136" y="6057"/>
                  <a:pt x="8979" y="6215"/>
                  <a:pt x="8790" y="6215"/>
                </a:cubicBezTo>
                <a:cubicBezTo>
                  <a:pt x="8569" y="6215"/>
                  <a:pt x="8412" y="6057"/>
                  <a:pt x="8412" y="5868"/>
                </a:cubicBezTo>
                <a:cubicBezTo>
                  <a:pt x="8412" y="5679"/>
                  <a:pt x="8569" y="5522"/>
                  <a:pt x="8790" y="5522"/>
                </a:cubicBezTo>
                <a:close/>
                <a:moveTo>
                  <a:pt x="4600" y="7601"/>
                </a:moveTo>
                <a:cubicBezTo>
                  <a:pt x="4789" y="7601"/>
                  <a:pt x="4946" y="7759"/>
                  <a:pt x="4946" y="7948"/>
                </a:cubicBezTo>
                <a:cubicBezTo>
                  <a:pt x="4946" y="8168"/>
                  <a:pt x="4789" y="8326"/>
                  <a:pt x="4600" y="8326"/>
                </a:cubicBezTo>
                <a:cubicBezTo>
                  <a:pt x="4411" y="8326"/>
                  <a:pt x="4253" y="8168"/>
                  <a:pt x="4253" y="7948"/>
                </a:cubicBezTo>
                <a:cubicBezTo>
                  <a:pt x="4253" y="7759"/>
                  <a:pt x="4411" y="7601"/>
                  <a:pt x="4600" y="7601"/>
                </a:cubicBezTo>
                <a:close/>
                <a:moveTo>
                  <a:pt x="6679" y="6939"/>
                </a:moveTo>
                <a:cubicBezTo>
                  <a:pt x="7278" y="6939"/>
                  <a:pt x="7719" y="7412"/>
                  <a:pt x="7719" y="7948"/>
                </a:cubicBezTo>
                <a:cubicBezTo>
                  <a:pt x="7719" y="8515"/>
                  <a:pt x="7246" y="8987"/>
                  <a:pt x="6679" y="8987"/>
                </a:cubicBezTo>
                <a:cubicBezTo>
                  <a:pt x="6080" y="8987"/>
                  <a:pt x="5671" y="8515"/>
                  <a:pt x="5671" y="7948"/>
                </a:cubicBezTo>
                <a:cubicBezTo>
                  <a:pt x="5671" y="7412"/>
                  <a:pt x="6143" y="6939"/>
                  <a:pt x="6679" y="6939"/>
                </a:cubicBezTo>
                <a:close/>
                <a:moveTo>
                  <a:pt x="5309" y="1"/>
                </a:moveTo>
                <a:cubicBezTo>
                  <a:pt x="5222" y="1"/>
                  <a:pt x="5135" y="24"/>
                  <a:pt x="5072" y="71"/>
                </a:cubicBezTo>
                <a:cubicBezTo>
                  <a:pt x="4946" y="197"/>
                  <a:pt x="4946" y="449"/>
                  <a:pt x="5072" y="544"/>
                </a:cubicBezTo>
                <a:cubicBezTo>
                  <a:pt x="5356" y="828"/>
                  <a:pt x="5545" y="1080"/>
                  <a:pt x="5639" y="1363"/>
                </a:cubicBezTo>
                <a:cubicBezTo>
                  <a:pt x="5356" y="1426"/>
                  <a:pt x="5041" y="1458"/>
                  <a:pt x="4757" y="1552"/>
                </a:cubicBezTo>
                <a:cubicBezTo>
                  <a:pt x="4474" y="1017"/>
                  <a:pt x="4096" y="796"/>
                  <a:pt x="3592" y="576"/>
                </a:cubicBezTo>
                <a:cubicBezTo>
                  <a:pt x="3552" y="560"/>
                  <a:pt x="3507" y="552"/>
                  <a:pt x="3460" y="552"/>
                </a:cubicBezTo>
                <a:cubicBezTo>
                  <a:pt x="3320" y="552"/>
                  <a:pt x="3166" y="623"/>
                  <a:pt x="3119" y="765"/>
                </a:cubicBezTo>
                <a:cubicBezTo>
                  <a:pt x="3024" y="922"/>
                  <a:pt x="3119" y="1143"/>
                  <a:pt x="3277" y="1206"/>
                </a:cubicBezTo>
                <a:cubicBezTo>
                  <a:pt x="3623" y="1363"/>
                  <a:pt x="3907" y="1552"/>
                  <a:pt x="4064" y="1804"/>
                </a:cubicBezTo>
                <a:cubicBezTo>
                  <a:pt x="3781" y="1930"/>
                  <a:pt x="3529" y="2088"/>
                  <a:pt x="3308" y="2245"/>
                </a:cubicBezTo>
                <a:cubicBezTo>
                  <a:pt x="2867" y="1836"/>
                  <a:pt x="2394" y="1773"/>
                  <a:pt x="1890" y="1741"/>
                </a:cubicBezTo>
                <a:cubicBezTo>
                  <a:pt x="1701" y="1741"/>
                  <a:pt x="1544" y="1836"/>
                  <a:pt x="1481" y="2056"/>
                </a:cubicBezTo>
                <a:cubicBezTo>
                  <a:pt x="1481" y="2245"/>
                  <a:pt x="1607" y="2403"/>
                  <a:pt x="1796" y="2434"/>
                </a:cubicBezTo>
                <a:cubicBezTo>
                  <a:pt x="2205" y="2466"/>
                  <a:pt x="2489" y="2529"/>
                  <a:pt x="2741" y="2718"/>
                </a:cubicBezTo>
                <a:cubicBezTo>
                  <a:pt x="2552" y="2907"/>
                  <a:pt x="2363" y="3159"/>
                  <a:pt x="2205" y="3379"/>
                </a:cubicBezTo>
                <a:cubicBezTo>
                  <a:pt x="1949" y="3294"/>
                  <a:pt x="1725" y="3260"/>
                  <a:pt x="1508" y="3260"/>
                </a:cubicBezTo>
                <a:cubicBezTo>
                  <a:pt x="1243" y="3260"/>
                  <a:pt x="987" y="3310"/>
                  <a:pt x="693" y="3379"/>
                </a:cubicBezTo>
                <a:cubicBezTo>
                  <a:pt x="504" y="3411"/>
                  <a:pt x="441" y="3631"/>
                  <a:pt x="473" y="3821"/>
                </a:cubicBezTo>
                <a:cubicBezTo>
                  <a:pt x="498" y="3970"/>
                  <a:pt x="621" y="4060"/>
                  <a:pt x="781" y="4060"/>
                </a:cubicBezTo>
                <a:cubicBezTo>
                  <a:pt x="823" y="4060"/>
                  <a:pt x="868" y="4054"/>
                  <a:pt x="914" y="4041"/>
                </a:cubicBezTo>
                <a:cubicBezTo>
                  <a:pt x="1160" y="3979"/>
                  <a:pt x="1366" y="3931"/>
                  <a:pt x="1567" y="3931"/>
                </a:cubicBezTo>
                <a:cubicBezTo>
                  <a:pt x="1674" y="3931"/>
                  <a:pt x="1780" y="3945"/>
                  <a:pt x="1890" y="3978"/>
                </a:cubicBezTo>
                <a:cubicBezTo>
                  <a:pt x="1764" y="4262"/>
                  <a:pt x="1638" y="4514"/>
                  <a:pt x="1607" y="4797"/>
                </a:cubicBezTo>
                <a:cubicBezTo>
                  <a:pt x="1071" y="4797"/>
                  <a:pt x="630" y="4986"/>
                  <a:pt x="189" y="5301"/>
                </a:cubicBezTo>
                <a:cubicBezTo>
                  <a:pt x="32" y="5427"/>
                  <a:pt x="0" y="5616"/>
                  <a:pt x="126" y="5774"/>
                </a:cubicBezTo>
                <a:cubicBezTo>
                  <a:pt x="186" y="5874"/>
                  <a:pt x="296" y="5935"/>
                  <a:pt x="409" y="5935"/>
                </a:cubicBezTo>
                <a:cubicBezTo>
                  <a:pt x="474" y="5935"/>
                  <a:pt x="541" y="5915"/>
                  <a:pt x="599" y="5868"/>
                </a:cubicBezTo>
                <a:cubicBezTo>
                  <a:pt x="914" y="5616"/>
                  <a:pt x="1166" y="5459"/>
                  <a:pt x="1481" y="5459"/>
                </a:cubicBezTo>
                <a:cubicBezTo>
                  <a:pt x="1481" y="5585"/>
                  <a:pt x="1449" y="5742"/>
                  <a:pt x="1449" y="5868"/>
                </a:cubicBezTo>
                <a:cubicBezTo>
                  <a:pt x="1449" y="6026"/>
                  <a:pt x="1449" y="6183"/>
                  <a:pt x="1481" y="6341"/>
                </a:cubicBezTo>
                <a:cubicBezTo>
                  <a:pt x="945" y="6530"/>
                  <a:pt x="662" y="6876"/>
                  <a:pt x="347" y="7318"/>
                </a:cubicBezTo>
                <a:cubicBezTo>
                  <a:pt x="221" y="7475"/>
                  <a:pt x="284" y="7664"/>
                  <a:pt x="441" y="7790"/>
                </a:cubicBezTo>
                <a:cubicBezTo>
                  <a:pt x="507" y="7843"/>
                  <a:pt x="584" y="7868"/>
                  <a:pt x="658" y="7868"/>
                </a:cubicBezTo>
                <a:cubicBezTo>
                  <a:pt x="761" y="7868"/>
                  <a:pt x="859" y="7819"/>
                  <a:pt x="914" y="7727"/>
                </a:cubicBezTo>
                <a:cubicBezTo>
                  <a:pt x="1134" y="7349"/>
                  <a:pt x="1323" y="7129"/>
                  <a:pt x="1607" y="7002"/>
                </a:cubicBezTo>
                <a:cubicBezTo>
                  <a:pt x="1701" y="7286"/>
                  <a:pt x="1764" y="7570"/>
                  <a:pt x="1922" y="7822"/>
                </a:cubicBezTo>
                <a:cubicBezTo>
                  <a:pt x="1481" y="8200"/>
                  <a:pt x="1323" y="8609"/>
                  <a:pt x="1166" y="9145"/>
                </a:cubicBezTo>
                <a:cubicBezTo>
                  <a:pt x="1134" y="9334"/>
                  <a:pt x="1260" y="9523"/>
                  <a:pt x="1418" y="9554"/>
                </a:cubicBezTo>
                <a:cubicBezTo>
                  <a:pt x="1452" y="9566"/>
                  <a:pt x="1486" y="9571"/>
                  <a:pt x="1519" y="9571"/>
                </a:cubicBezTo>
                <a:cubicBezTo>
                  <a:pt x="1671" y="9571"/>
                  <a:pt x="1807" y="9463"/>
                  <a:pt x="1859" y="9334"/>
                </a:cubicBezTo>
                <a:cubicBezTo>
                  <a:pt x="1953" y="8924"/>
                  <a:pt x="2048" y="8672"/>
                  <a:pt x="2268" y="8420"/>
                </a:cubicBezTo>
                <a:cubicBezTo>
                  <a:pt x="2426" y="8672"/>
                  <a:pt x="2646" y="8893"/>
                  <a:pt x="2835" y="9082"/>
                </a:cubicBezTo>
                <a:cubicBezTo>
                  <a:pt x="2520" y="9554"/>
                  <a:pt x="2552" y="10027"/>
                  <a:pt x="2583" y="10594"/>
                </a:cubicBezTo>
                <a:cubicBezTo>
                  <a:pt x="2583" y="10783"/>
                  <a:pt x="2741" y="10909"/>
                  <a:pt x="2961" y="10909"/>
                </a:cubicBezTo>
                <a:lnTo>
                  <a:pt x="2993" y="10909"/>
                </a:lnTo>
                <a:cubicBezTo>
                  <a:pt x="3182" y="10909"/>
                  <a:pt x="3308" y="10720"/>
                  <a:pt x="3308" y="10500"/>
                </a:cubicBezTo>
                <a:cubicBezTo>
                  <a:pt x="3277" y="10090"/>
                  <a:pt x="3277" y="9806"/>
                  <a:pt x="3371" y="9523"/>
                </a:cubicBezTo>
                <a:cubicBezTo>
                  <a:pt x="3623" y="9680"/>
                  <a:pt x="3844" y="9838"/>
                  <a:pt x="4127" y="9964"/>
                </a:cubicBezTo>
                <a:cubicBezTo>
                  <a:pt x="4001" y="10500"/>
                  <a:pt x="4159" y="10941"/>
                  <a:pt x="4411" y="11445"/>
                </a:cubicBezTo>
                <a:cubicBezTo>
                  <a:pt x="4452" y="11589"/>
                  <a:pt x="4561" y="11652"/>
                  <a:pt x="4684" y="11652"/>
                </a:cubicBezTo>
                <a:cubicBezTo>
                  <a:pt x="4749" y="11652"/>
                  <a:pt x="4818" y="11635"/>
                  <a:pt x="4883" y="11602"/>
                </a:cubicBezTo>
                <a:cubicBezTo>
                  <a:pt x="5041" y="11539"/>
                  <a:pt x="5104" y="11350"/>
                  <a:pt x="5041" y="11130"/>
                </a:cubicBezTo>
                <a:cubicBezTo>
                  <a:pt x="4883" y="10783"/>
                  <a:pt x="4757" y="10500"/>
                  <a:pt x="4789" y="10184"/>
                </a:cubicBezTo>
                <a:lnTo>
                  <a:pt x="4789" y="10184"/>
                </a:lnTo>
                <a:cubicBezTo>
                  <a:pt x="5072" y="10279"/>
                  <a:pt x="5356" y="10311"/>
                  <a:pt x="5671" y="10342"/>
                </a:cubicBezTo>
                <a:cubicBezTo>
                  <a:pt x="5734" y="10909"/>
                  <a:pt x="6049" y="11256"/>
                  <a:pt x="6427" y="11665"/>
                </a:cubicBezTo>
                <a:cubicBezTo>
                  <a:pt x="6474" y="11712"/>
                  <a:pt x="6561" y="11736"/>
                  <a:pt x="6651" y="11736"/>
                </a:cubicBezTo>
                <a:cubicBezTo>
                  <a:pt x="6742" y="11736"/>
                  <a:pt x="6837" y="11712"/>
                  <a:pt x="6900" y="11665"/>
                </a:cubicBezTo>
                <a:cubicBezTo>
                  <a:pt x="6994" y="11539"/>
                  <a:pt x="6994" y="11287"/>
                  <a:pt x="6900" y="11193"/>
                </a:cubicBezTo>
                <a:cubicBezTo>
                  <a:pt x="6616" y="10909"/>
                  <a:pt x="6427" y="10657"/>
                  <a:pt x="6333" y="10342"/>
                </a:cubicBezTo>
                <a:cubicBezTo>
                  <a:pt x="6616" y="10311"/>
                  <a:pt x="6931" y="10279"/>
                  <a:pt x="7215" y="10184"/>
                </a:cubicBezTo>
                <a:cubicBezTo>
                  <a:pt x="7467" y="10720"/>
                  <a:pt x="7876" y="10941"/>
                  <a:pt x="8380" y="11130"/>
                </a:cubicBezTo>
                <a:cubicBezTo>
                  <a:pt x="8424" y="11156"/>
                  <a:pt x="8474" y="11167"/>
                  <a:pt x="8526" y="11167"/>
                </a:cubicBezTo>
                <a:cubicBezTo>
                  <a:pt x="8662" y="11167"/>
                  <a:pt x="8807" y="11086"/>
                  <a:pt x="8853" y="10972"/>
                </a:cubicBezTo>
                <a:cubicBezTo>
                  <a:pt x="8947" y="10815"/>
                  <a:pt x="8853" y="10594"/>
                  <a:pt x="8695" y="10500"/>
                </a:cubicBezTo>
                <a:cubicBezTo>
                  <a:pt x="8349" y="10374"/>
                  <a:pt x="8065" y="10184"/>
                  <a:pt x="7908" y="9932"/>
                </a:cubicBezTo>
                <a:cubicBezTo>
                  <a:pt x="8191" y="9806"/>
                  <a:pt x="8412" y="9649"/>
                  <a:pt x="8664" y="9491"/>
                </a:cubicBezTo>
                <a:cubicBezTo>
                  <a:pt x="9105" y="9901"/>
                  <a:pt x="9578" y="9964"/>
                  <a:pt x="10082" y="9995"/>
                </a:cubicBezTo>
                <a:lnTo>
                  <a:pt x="10113" y="9995"/>
                </a:lnTo>
                <a:cubicBezTo>
                  <a:pt x="10302" y="9995"/>
                  <a:pt x="10428" y="9869"/>
                  <a:pt x="10460" y="9680"/>
                </a:cubicBezTo>
                <a:cubicBezTo>
                  <a:pt x="10460" y="9491"/>
                  <a:pt x="10365" y="9334"/>
                  <a:pt x="10145" y="9302"/>
                </a:cubicBezTo>
                <a:cubicBezTo>
                  <a:pt x="9767" y="9239"/>
                  <a:pt x="9483" y="9208"/>
                  <a:pt x="9199" y="9019"/>
                </a:cubicBezTo>
                <a:cubicBezTo>
                  <a:pt x="9388" y="8830"/>
                  <a:pt x="9609" y="8578"/>
                  <a:pt x="9767" y="8357"/>
                </a:cubicBezTo>
                <a:cubicBezTo>
                  <a:pt x="9980" y="8437"/>
                  <a:pt x="10181" y="8466"/>
                  <a:pt x="10384" y="8466"/>
                </a:cubicBezTo>
                <a:cubicBezTo>
                  <a:pt x="10660" y="8466"/>
                  <a:pt x="10938" y="8412"/>
                  <a:pt x="11247" y="8357"/>
                </a:cubicBezTo>
                <a:cubicBezTo>
                  <a:pt x="11468" y="8294"/>
                  <a:pt x="11531" y="8105"/>
                  <a:pt x="11499" y="7916"/>
                </a:cubicBezTo>
                <a:cubicBezTo>
                  <a:pt x="11472" y="7751"/>
                  <a:pt x="11300" y="7658"/>
                  <a:pt x="11131" y="7658"/>
                </a:cubicBezTo>
                <a:cubicBezTo>
                  <a:pt x="11107" y="7658"/>
                  <a:pt x="11082" y="7660"/>
                  <a:pt x="11058" y="7664"/>
                </a:cubicBezTo>
                <a:cubicBezTo>
                  <a:pt x="10806" y="7748"/>
                  <a:pt x="10596" y="7804"/>
                  <a:pt x="10391" y="7804"/>
                </a:cubicBezTo>
                <a:cubicBezTo>
                  <a:pt x="10288" y="7804"/>
                  <a:pt x="10187" y="7790"/>
                  <a:pt x="10082" y="7759"/>
                </a:cubicBezTo>
                <a:cubicBezTo>
                  <a:pt x="10208" y="7475"/>
                  <a:pt x="10302" y="7192"/>
                  <a:pt x="10365" y="6939"/>
                </a:cubicBezTo>
                <a:lnTo>
                  <a:pt x="10397" y="6939"/>
                </a:lnTo>
                <a:cubicBezTo>
                  <a:pt x="10932" y="6939"/>
                  <a:pt x="11342" y="6687"/>
                  <a:pt x="11751" y="6372"/>
                </a:cubicBezTo>
                <a:cubicBezTo>
                  <a:pt x="11940" y="6246"/>
                  <a:pt x="11972" y="6057"/>
                  <a:pt x="11846" y="5900"/>
                </a:cubicBezTo>
                <a:cubicBezTo>
                  <a:pt x="11789" y="5843"/>
                  <a:pt x="11687" y="5798"/>
                  <a:pt x="11580" y="5798"/>
                </a:cubicBezTo>
                <a:cubicBezTo>
                  <a:pt x="11509" y="5798"/>
                  <a:pt x="11436" y="5818"/>
                  <a:pt x="11373" y="5868"/>
                </a:cubicBezTo>
                <a:cubicBezTo>
                  <a:pt x="11058" y="6120"/>
                  <a:pt x="10775" y="6278"/>
                  <a:pt x="10460" y="6278"/>
                </a:cubicBezTo>
                <a:cubicBezTo>
                  <a:pt x="10460" y="6152"/>
                  <a:pt x="10491" y="5994"/>
                  <a:pt x="10491" y="5868"/>
                </a:cubicBezTo>
                <a:cubicBezTo>
                  <a:pt x="10491" y="5711"/>
                  <a:pt x="10491" y="5553"/>
                  <a:pt x="10460" y="5396"/>
                </a:cubicBezTo>
                <a:cubicBezTo>
                  <a:pt x="11027" y="5207"/>
                  <a:pt x="11279" y="4860"/>
                  <a:pt x="11594" y="4419"/>
                </a:cubicBezTo>
                <a:cubicBezTo>
                  <a:pt x="11720" y="4262"/>
                  <a:pt x="11688" y="4073"/>
                  <a:pt x="11531" y="3947"/>
                </a:cubicBezTo>
                <a:cubicBezTo>
                  <a:pt x="11465" y="3894"/>
                  <a:pt x="11394" y="3869"/>
                  <a:pt x="11324" y="3869"/>
                </a:cubicBezTo>
                <a:cubicBezTo>
                  <a:pt x="11226" y="3869"/>
                  <a:pt x="11132" y="3918"/>
                  <a:pt x="11058" y="4010"/>
                </a:cubicBezTo>
                <a:cubicBezTo>
                  <a:pt x="10838" y="4388"/>
                  <a:pt x="10617" y="4608"/>
                  <a:pt x="10365" y="4734"/>
                </a:cubicBezTo>
                <a:cubicBezTo>
                  <a:pt x="10271" y="4451"/>
                  <a:pt x="10176" y="4167"/>
                  <a:pt x="10019" y="3915"/>
                </a:cubicBezTo>
                <a:cubicBezTo>
                  <a:pt x="10460" y="3537"/>
                  <a:pt x="10617" y="3127"/>
                  <a:pt x="10775" y="2592"/>
                </a:cubicBezTo>
                <a:cubicBezTo>
                  <a:pt x="10806" y="2403"/>
                  <a:pt x="10712" y="2214"/>
                  <a:pt x="10554" y="2182"/>
                </a:cubicBezTo>
                <a:cubicBezTo>
                  <a:pt x="10520" y="2171"/>
                  <a:pt x="10485" y="2166"/>
                  <a:pt x="10450" y="2166"/>
                </a:cubicBezTo>
                <a:cubicBezTo>
                  <a:pt x="10292" y="2166"/>
                  <a:pt x="10139" y="2274"/>
                  <a:pt x="10113" y="2403"/>
                </a:cubicBezTo>
                <a:cubicBezTo>
                  <a:pt x="9987" y="2812"/>
                  <a:pt x="9924" y="3064"/>
                  <a:pt x="9672" y="3316"/>
                </a:cubicBezTo>
                <a:cubicBezTo>
                  <a:pt x="9515" y="3064"/>
                  <a:pt x="9325" y="2844"/>
                  <a:pt x="9136" y="2655"/>
                </a:cubicBezTo>
                <a:cubicBezTo>
                  <a:pt x="9451" y="2182"/>
                  <a:pt x="9388" y="1710"/>
                  <a:pt x="9357" y="1143"/>
                </a:cubicBezTo>
                <a:cubicBezTo>
                  <a:pt x="9357" y="954"/>
                  <a:pt x="9168" y="828"/>
                  <a:pt x="8979" y="828"/>
                </a:cubicBezTo>
                <a:cubicBezTo>
                  <a:pt x="8790" y="828"/>
                  <a:pt x="8664" y="1017"/>
                  <a:pt x="8664" y="1237"/>
                </a:cubicBezTo>
                <a:cubicBezTo>
                  <a:pt x="8695" y="1647"/>
                  <a:pt x="8695" y="1930"/>
                  <a:pt x="8569" y="2214"/>
                </a:cubicBezTo>
                <a:cubicBezTo>
                  <a:pt x="8349" y="2056"/>
                  <a:pt x="8097" y="1899"/>
                  <a:pt x="7813" y="1773"/>
                </a:cubicBezTo>
                <a:cubicBezTo>
                  <a:pt x="7939" y="1237"/>
                  <a:pt x="7782" y="796"/>
                  <a:pt x="7561" y="292"/>
                </a:cubicBezTo>
                <a:cubicBezTo>
                  <a:pt x="7493" y="178"/>
                  <a:pt x="7375" y="97"/>
                  <a:pt x="7243" y="97"/>
                </a:cubicBezTo>
                <a:cubicBezTo>
                  <a:pt x="7193" y="97"/>
                  <a:pt x="7141" y="108"/>
                  <a:pt x="7089" y="134"/>
                </a:cubicBezTo>
                <a:cubicBezTo>
                  <a:pt x="6931" y="197"/>
                  <a:pt x="6837" y="386"/>
                  <a:pt x="6931" y="607"/>
                </a:cubicBezTo>
                <a:cubicBezTo>
                  <a:pt x="7089" y="954"/>
                  <a:pt x="7215" y="1237"/>
                  <a:pt x="7152" y="1552"/>
                </a:cubicBezTo>
                <a:cubicBezTo>
                  <a:pt x="6900" y="1458"/>
                  <a:pt x="6616" y="1426"/>
                  <a:pt x="6301" y="1395"/>
                </a:cubicBezTo>
                <a:cubicBezTo>
                  <a:pt x="6206" y="828"/>
                  <a:pt x="5891" y="481"/>
                  <a:pt x="5545" y="71"/>
                </a:cubicBezTo>
                <a:cubicBezTo>
                  <a:pt x="5482" y="24"/>
                  <a:pt x="5395" y="1"/>
                  <a:pt x="5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0" name="Google Shape;2870;p22"/>
          <p:cNvSpPr/>
          <p:nvPr/>
        </p:nvSpPr>
        <p:spPr>
          <a:xfrm>
            <a:off x="8468645" y="2847622"/>
            <a:ext cx="68286" cy="50452"/>
          </a:xfrm>
          <a:custGeom>
            <a:rect b="b" l="l" r="r" t="t"/>
            <a:pathLst>
              <a:path extrusionOk="0" h="2049" w="2080">
                <a:moveTo>
                  <a:pt x="1040" y="0"/>
                </a:moveTo>
                <a:cubicBezTo>
                  <a:pt x="441" y="0"/>
                  <a:pt x="0" y="473"/>
                  <a:pt x="0" y="1009"/>
                </a:cubicBezTo>
                <a:cubicBezTo>
                  <a:pt x="0" y="1607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09"/>
                </a:cubicBezTo>
                <a:cubicBezTo>
                  <a:pt x="2080" y="473"/>
                  <a:pt x="1607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1" name="Google Shape;2871;p22"/>
          <p:cNvSpPr/>
          <p:nvPr/>
        </p:nvSpPr>
        <p:spPr>
          <a:xfrm>
            <a:off x="8514149" y="2950031"/>
            <a:ext cx="22786" cy="17853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cubicBezTo>
                  <a:pt x="536" y="725"/>
                  <a:pt x="694" y="567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2" name="Google Shape;2872;p22"/>
          <p:cNvSpPr/>
          <p:nvPr/>
        </p:nvSpPr>
        <p:spPr>
          <a:xfrm>
            <a:off x="5390575" y="1631699"/>
            <a:ext cx="34176" cy="69066"/>
          </a:xfrm>
          <a:custGeom>
            <a:rect b="b" l="l" r="r" t="t"/>
            <a:pathLst>
              <a:path extrusionOk="0" h="2805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458"/>
                </a:lnTo>
                <a:cubicBezTo>
                  <a:pt x="410" y="2458"/>
                  <a:pt x="757" y="2584"/>
                  <a:pt x="1040" y="2804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3" name="Google Shape;2873;p22"/>
          <p:cNvSpPr/>
          <p:nvPr/>
        </p:nvSpPr>
        <p:spPr>
          <a:xfrm>
            <a:off x="5675023" y="1631700"/>
            <a:ext cx="34176" cy="68278"/>
          </a:xfrm>
          <a:custGeom>
            <a:rect b="b" l="l" r="r" t="t"/>
            <a:pathLst>
              <a:path extrusionOk="0" h="2773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773"/>
                </a:lnTo>
                <a:cubicBezTo>
                  <a:pt x="284" y="2584"/>
                  <a:pt x="694" y="2426"/>
                  <a:pt x="1040" y="2426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4" name="Google Shape;2874;p22"/>
          <p:cNvSpPr/>
          <p:nvPr/>
        </p:nvSpPr>
        <p:spPr>
          <a:xfrm>
            <a:off x="5504367" y="1641008"/>
            <a:ext cx="34146" cy="56656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1954"/>
                </a:lnTo>
                <a:cubicBezTo>
                  <a:pt x="410" y="1985"/>
                  <a:pt x="756" y="2080"/>
                  <a:pt x="1040" y="2300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5" name="Google Shape;2875;p22"/>
          <p:cNvSpPr/>
          <p:nvPr/>
        </p:nvSpPr>
        <p:spPr>
          <a:xfrm>
            <a:off x="5561263" y="1641008"/>
            <a:ext cx="34146" cy="56656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2300"/>
                </a:lnTo>
                <a:cubicBezTo>
                  <a:pt x="315" y="2111"/>
                  <a:pt x="693" y="1985"/>
                  <a:pt x="1040" y="1954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6" name="Google Shape;2876;p22"/>
          <p:cNvSpPr/>
          <p:nvPr/>
        </p:nvSpPr>
        <p:spPr>
          <a:xfrm>
            <a:off x="5447471" y="1614635"/>
            <a:ext cx="34176" cy="89995"/>
          </a:xfrm>
          <a:custGeom>
            <a:rect b="b" l="l" r="r" t="t"/>
            <a:pathLst>
              <a:path extrusionOk="0" h="3655" w="1041">
                <a:moveTo>
                  <a:pt x="536" y="0"/>
                </a:moveTo>
                <a:cubicBezTo>
                  <a:pt x="253" y="0"/>
                  <a:pt x="1" y="221"/>
                  <a:pt x="1" y="504"/>
                </a:cubicBezTo>
                <a:lnTo>
                  <a:pt x="1" y="3655"/>
                </a:lnTo>
                <a:cubicBezTo>
                  <a:pt x="1" y="3655"/>
                  <a:pt x="1" y="3623"/>
                  <a:pt x="64" y="3623"/>
                </a:cubicBezTo>
                <a:cubicBezTo>
                  <a:pt x="284" y="3371"/>
                  <a:pt x="631" y="3182"/>
                  <a:pt x="1040" y="3056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7" name="Google Shape;2877;p22"/>
          <p:cNvSpPr/>
          <p:nvPr/>
        </p:nvSpPr>
        <p:spPr>
          <a:xfrm>
            <a:off x="5618127" y="1615399"/>
            <a:ext cx="34176" cy="90020"/>
          </a:xfrm>
          <a:custGeom>
            <a:rect b="b" l="l" r="r" t="t"/>
            <a:pathLst>
              <a:path extrusionOk="0" h="3656" w="1041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lnTo>
                  <a:pt x="1" y="3088"/>
                </a:lnTo>
                <a:cubicBezTo>
                  <a:pt x="379" y="3151"/>
                  <a:pt x="726" y="3340"/>
                  <a:pt x="1041" y="3655"/>
                </a:cubicBezTo>
                <a:lnTo>
                  <a:pt x="1041" y="505"/>
                </a:lnTo>
                <a:cubicBezTo>
                  <a:pt x="1041" y="253"/>
                  <a:pt x="789" y="1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8" name="Google Shape;2878;p22"/>
          <p:cNvSpPr/>
          <p:nvPr/>
        </p:nvSpPr>
        <p:spPr>
          <a:xfrm>
            <a:off x="5445403" y="1706948"/>
            <a:ext cx="212049" cy="131115"/>
          </a:xfrm>
          <a:custGeom>
            <a:rect b="b" l="l" r="r" t="t"/>
            <a:pathLst>
              <a:path extrusionOk="0" h="5325" w="6459">
                <a:moveTo>
                  <a:pt x="1733" y="0"/>
                </a:moveTo>
                <a:cubicBezTo>
                  <a:pt x="1355" y="0"/>
                  <a:pt x="946" y="158"/>
                  <a:pt x="662" y="410"/>
                </a:cubicBezTo>
                <a:cubicBezTo>
                  <a:pt x="64" y="882"/>
                  <a:pt x="1" y="1639"/>
                  <a:pt x="347" y="2237"/>
                </a:cubicBezTo>
                <a:cubicBezTo>
                  <a:pt x="1324" y="2458"/>
                  <a:pt x="2048" y="3340"/>
                  <a:pt x="2174" y="4348"/>
                </a:cubicBezTo>
                <a:lnTo>
                  <a:pt x="3214" y="5325"/>
                </a:lnTo>
                <a:lnTo>
                  <a:pt x="4285" y="4348"/>
                </a:lnTo>
                <a:cubicBezTo>
                  <a:pt x="4380" y="3340"/>
                  <a:pt x="5073" y="2521"/>
                  <a:pt x="6113" y="2237"/>
                </a:cubicBezTo>
                <a:cubicBezTo>
                  <a:pt x="6459" y="1639"/>
                  <a:pt x="6333" y="882"/>
                  <a:pt x="5860" y="410"/>
                </a:cubicBezTo>
                <a:cubicBezTo>
                  <a:pt x="5577" y="158"/>
                  <a:pt x="5199" y="0"/>
                  <a:pt x="4789" y="0"/>
                </a:cubicBezTo>
                <a:cubicBezTo>
                  <a:pt x="4411" y="0"/>
                  <a:pt x="4002" y="158"/>
                  <a:pt x="3750" y="410"/>
                </a:cubicBezTo>
                <a:lnTo>
                  <a:pt x="3277" y="882"/>
                </a:lnTo>
                <a:lnTo>
                  <a:pt x="2805" y="410"/>
                </a:lnTo>
                <a:cubicBezTo>
                  <a:pt x="2521" y="158"/>
                  <a:pt x="2143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9" name="Google Shape;2879;p22"/>
          <p:cNvSpPr/>
          <p:nvPr/>
        </p:nvSpPr>
        <p:spPr>
          <a:xfrm>
            <a:off x="5560213" y="1707711"/>
            <a:ext cx="159324" cy="198605"/>
          </a:xfrm>
          <a:custGeom>
            <a:rect b="b" l="l" r="r" t="t"/>
            <a:pathLst>
              <a:path extrusionOk="0" h="8066" w="4853">
                <a:moveTo>
                  <a:pt x="4506" y="1"/>
                </a:moveTo>
                <a:cubicBezTo>
                  <a:pt x="3876" y="1"/>
                  <a:pt x="3403" y="505"/>
                  <a:pt x="3403" y="1198"/>
                </a:cubicBezTo>
                <a:lnTo>
                  <a:pt x="3403" y="2395"/>
                </a:lnTo>
                <a:cubicBezTo>
                  <a:pt x="3403" y="2584"/>
                  <a:pt x="3246" y="2742"/>
                  <a:pt x="3025" y="2742"/>
                </a:cubicBezTo>
                <a:cubicBezTo>
                  <a:pt x="2679" y="2742"/>
                  <a:pt x="2363" y="2868"/>
                  <a:pt x="2080" y="3025"/>
                </a:cubicBezTo>
                <a:cubicBezTo>
                  <a:pt x="1702" y="3372"/>
                  <a:pt x="1418" y="3939"/>
                  <a:pt x="1418" y="4474"/>
                </a:cubicBezTo>
                <a:lnTo>
                  <a:pt x="1418" y="5231"/>
                </a:lnTo>
                <a:cubicBezTo>
                  <a:pt x="1418" y="5420"/>
                  <a:pt x="1261" y="5577"/>
                  <a:pt x="1072" y="5577"/>
                </a:cubicBezTo>
                <a:cubicBezTo>
                  <a:pt x="883" y="5577"/>
                  <a:pt x="725" y="5420"/>
                  <a:pt x="725" y="5231"/>
                </a:cubicBezTo>
                <a:lnTo>
                  <a:pt x="1" y="5892"/>
                </a:lnTo>
                <a:lnTo>
                  <a:pt x="1" y="8066"/>
                </a:lnTo>
                <a:lnTo>
                  <a:pt x="3813" y="8066"/>
                </a:lnTo>
                <a:cubicBezTo>
                  <a:pt x="4033" y="8066"/>
                  <a:pt x="4191" y="7908"/>
                  <a:pt x="4191" y="7719"/>
                </a:cubicBezTo>
                <a:cubicBezTo>
                  <a:pt x="4191" y="7530"/>
                  <a:pt x="4033" y="7373"/>
                  <a:pt x="3813" y="7373"/>
                </a:cubicBezTo>
                <a:lnTo>
                  <a:pt x="3466" y="7373"/>
                </a:lnTo>
                <a:lnTo>
                  <a:pt x="3466" y="6270"/>
                </a:lnTo>
                <a:cubicBezTo>
                  <a:pt x="3466" y="6176"/>
                  <a:pt x="3498" y="6050"/>
                  <a:pt x="3592" y="6018"/>
                </a:cubicBezTo>
                <a:lnTo>
                  <a:pt x="4128" y="5420"/>
                </a:lnTo>
                <a:cubicBezTo>
                  <a:pt x="4600" y="4947"/>
                  <a:pt x="4852" y="4380"/>
                  <a:pt x="4852" y="3687"/>
                </a:cubicBezTo>
                <a:lnTo>
                  <a:pt x="4852" y="347"/>
                </a:ln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0" name="Google Shape;2880;p22"/>
          <p:cNvSpPr/>
          <p:nvPr/>
        </p:nvSpPr>
        <p:spPr>
          <a:xfrm>
            <a:off x="5377147" y="1709263"/>
            <a:ext cx="161359" cy="197054"/>
          </a:xfrm>
          <a:custGeom>
            <a:rect b="b" l="l" r="r" t="t"/>
            <a:pathLst>
              <a:path extrusionOk="0" h="8003" w="491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lnTo>
                  <a:pt x="0" y="3718"/>
                </a:lnTo>
                <a:cubicBezTo>
                  <a:pt x="0" y="4348"/>
                  <a:pt x="221" y="4979"/>
                  <a:pt x="693" y="5451"/>
                </a:cubicBezTo>
                <a:lnTo>
                  <a:pt x="1323" y="5955"/>
                </a:lnTo>
                <a:cubicBezTo>
                  <a:pt x="1418" y="6018"/>
                  <a:pt x="1449" y="6113"/>
                  <a:pt x="1449" y="6207"/>
                </a:cubicBezTo>
                <a:lnTo>
                  <a:pt x="1449" y="7310"/>
                </a:lnTo>
                <a:lnTo>
                  <a:pt x="1103" y="7310"/>
                </a:lnTo>
                <a:cubicBezTo>
                  <a:pt x="882" y="7310"/>
                  <a:pt x="725" y="7467"/>
                  <a:pt x="725" y="7656"/>
                </a:cubicBezTo>
                <a:cubicBezTo>
                  <a:pt x="725" y="7845"/>
                  <a:pt x="882" y="8003"/>
                  <a:pt x="1103" y="8003"/>
                </a:cubicBezTo>
                <a:lnTo>
                  <a:pt x="4915" y="8003"/>
                </a:lnTo>
                <a:lnTo>
                  <a:pt x="4915" y="5829"/>
                </a:lnTo>
                <a:lnTo>
                  <a:pt x="4190" y="5168"/>
                </a:lnTo>
                <a:cubicBezTo>
                  <a:pt x="4190" y="5357"/>
                  <a:pt x="4033" y="5514"/>
                  <a:pt x="3844" y="5514"/>
                </a:cubicBezTo>
                <a:cubicBezTo>
                  <a:pt x="3655" y="5514"/>
                  <a:pt x="3497" y="5357"/>
                  <a:pt x="3497" y="5168"/>
                </a:cubicBezTo>
                <a:lnTo>
                  <a:pt x="3497" y="4411"/>
                </a:lnTo>
                <a:cubicBezTo>
                  <a:pt x="3497" y="3876"/>
                  <a:pt x="3214" y="3372"/>
                  <a:pt x="2741" y="3057"/>
                </a:cubicBezTo>
                <a:cubicBezTo>
                  <a:pt x="2458" y="2899"/>
                  <a:pt x="2143" y="2773"/>
                  <a:pt x="1796" y="2773"/>
                </a:cubicBezTo>
                <a:cubicBezTo>
                  <a:pt x="1607" y="2773"/>
                  <a:pt x="1449" y="2616"/>
                  <a:pt x="1449" y="2427"/>
                </a:cubicBezTo>
                <a:lnTo>
                  <a:pt x="1449" y="1229"/>
                </a:lnTo>
                <a:cubicBezTo>
                  <a:pt x="1449" y="473"/>
                  <a:pt x="94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1" name="Google Shape;2881;p22"/>
          <p:cNvSpPr/>
          <p:nvPr/>
        </p:nvSpPr>
        <p:spPr>
          <a:xfrm>
            <a:off x="5354475" y="1993078"/>
            <a:ext cx="388904" cy="289955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2" name="Google Shape;2882;p22"/>
          <p:cNvSpPr/>
          <p:nvPr/>
        </p:nvSpPr>
        <p:spPr>
          <a:xfrm>
            <a:off x="5469205" y="2364708"/>
            <a:ext cx="158273" cy="50452"/>
          </a:xfrm>
          <a:custGeom>
            <a:rect b="b" l="l" r="r" t="t"/>
            <a:pathLst>
              <a:path extrusionOk="0" h="2049" w="4821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07"/>
                  <a:pt x="473" y="2048"/>
                  <a:pt x="1040" y="2048"/>
                </a:cubicBezTo>
                <a:lnTo>
                  <a:pt x="3781" y="2048"/>
                </a:lnTo>
                <a:cubicBezTo>
                  <a:pt x="4379" y="2048"/>
                  <a:pt x="4820" y="1575"/>
                  <a:pt x="4820" y="1040"/>
                </a:cubicBezTo>
                <a:cubicBezTo>
                  <a:pt x="4820" y="441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3" name="Google Shape;2883;p22"/>
          <p:cNvSpPr/>
          <p:nvPr/>
        </p:nvSpPr>
        <p:spPr>
          <a:xfrm>
            <a:off x="5422651" y="2535619"/>
            <a:ext cx="251379" cy="120010"/>
          </a:xfrm>
          <a:custGeom>
            <a:rect b="b" l="l" r="r" t="t"/>
            <a:pathLst>
              <a:path extrusionOk="0" h="4874" w="7657">
                <a:moveTo>
                  <a:pt x="1733" y="715"/>
                </a:moveTo>
                <a:cubicBezTo>
                  <a:pt x="1954" y="715"/>
                  <a:pt x="2111" y="872"/>
                  <a:pt x="2111" y="1061"/>
                </a:cubicBezTo>
                <a:cubicBezTo>
                  <a:pt x="2111" y="1250"/>
                  <a:pt x="1954" y="1408"/>
                  <a:pt x="1733" y="1408"/>
                </a:cubicBezTo>
                <a:cubicBezTo>
                  <a:pt x="1544" y="1408"/>
                  <a:pt x="1387" y="1250"/>
                  <a:pt x="1387" y="1061"/>
                </a:cubicBezTo>
                <a:cubicBezTo>
                  <a:pt x="1418" y="872"/>
                  <a:pt x="1576" y="715"/>
                  <a:pt x="1733" y="715"/>
                </a:cubicBezTo>
                <a:close/>
                <a:moveTo>
                  <a:pt x="3151" y="1376"/>
                </a:moveTo>
                <a:cubicBezTo>
                  <a:pt x="3372" y="1376"/>
                  <a:pt x="3529" y="1534"/>
                  <a:pt x="3529" y="1723"/>
                </a:cubicBezTo>
                <a:cubicBezTo>
                  <a:pt x="3529" y="1912"/>
                  <a:pt x="3372" y="2070"/>
                  <a:pt x="3151" y="2070"/>
                </a:cubicBezTo>
                <a:cubicBezTo>
                  <a:pt x="2962" y="2070"/>
                  <a:pt x="2804" y="1912"/>
                  <a:pt x="2804" y="1723"/>
                </a:cubicBezTo>
                <a:cubicBezTo>
                  <a:pt x="2804" y="1534"/>
                  <a:pt x="2962" y="1376"/>
                  <a:pt x="3151" y="1376"/>
                </a:cubicBezTo>
                <a:close/>
                <a:moveTo>
                  <a:pt x="5199" y="2070"/>
                </a:moveTo>
                <a:cubicBezTo>
                  <a:pt x="5419" y="2070"/>
                  <a:pt x="5577" y="2227"/>
                  <a:pt x="5577" y="2448"/>
                </a:cubicBezTo>
                <a:cubicBezTo>
                  <a:pt x="5577" y="2637"/>
                  <a:pt x="5419" y="2794"/>
                  <a:pt x="5199" y="2794"/>
                </a:cubicBezTo>
                <a:cubicBezTo>
                  <a:pt x="5010" y="2794"/>
                  <a:pt x="4852" y="2637"/>
                  <a:pt x="4852" y="2448"/>
                </a:cubicBezTo>
                <a:cubicBezTo>
                  <a:pt x="4884" y="2227"/>
                  <a:pt x="5041" y="2070"/>
                  <a:pt x="5199" y="2070"/>
                </a:cubicBezTo>
                <a:close/>
                <a:moveTo>
                  <a:pt x="3151" y="2794"/>
                </a:moveTo>
                <a:cubicBezTo>
                  <a:pt x="3372" y="2794"/>
                  <a:pt x="3529" y="2952"/>
                  <a:pt x="3529" y="3141"/>
                </a:cubicBezTo>
                <a:cubicBezTo>
                  <a:pt x="3529" y="3330"/>
                  <a:pt x="3372" y="3487"/>
                  <a:pt x="3151" y="3487"/>
                </a:cubicBezTo>
                <a:cubicBezTo>
                  <a:pt x="2962" y="3487"/>
                  <a:pt x="2804" y="3330"/>
                  <a:pt x="2804" y="3141"/>
                </a:cubicBezTo>
                <a:cubicBezTo>
                  <a:pt x="2804" y="2952"/>
                  <a:pt x="2962" y="2794"/>
                  <a:pt x="3151" y="2794"/>
                </a:cubicBezTo>
                <a:close/>
                <a:moveTo>
                  <a:pt x="1748" y="1"/>
                </a:moveTo>
                <a:cubicBezTo>
                  <a:pt x="1181" y="1"/>
                  <a:pt x="615" y="166"/>
                  <a:pt x="63" y="494"/>
                </a:cubicBezTo>
                <a:cubicBezTo>
                  <a:pt x="63" y="715"/>
                  <a:pt x="0" y="872"/>
                  <a:pt x="0" y="1061"/>
                </a:cubicBezTo>
                <a:cubicBezTo>
                  <a:pt x="0" y="2196"/>
                  <a:pt x="536" y="3298"/>
                  <a:pt x="1418" y="4023"/>
                </a:cubicBezTo>
                <a:cubicBezTo>
                  <a:pt x="2111" y="4558"/>
                  <a:pt x="2962" y="4874"/>
                  <a:pt x="3844" y="4874"/>
                </a:cubicBezTo>
                <a:cubicBezTo>
                  <a:pt x="4096" y="4874"/>
                  <a:pt x="4380" y="4842"/>
                  <a:pt x="4663" y="4811"/>
                </a:cubicBezTo>
                <a:cubicBezTo>
                  <a:pt x="6144" y="4495"/>
                  <a:pt x="7341" y="3267"/>
                  <a:pt x="7625" y="1723"/>
                </a:cubicBezTo>
                <a:cubicBezTo>
                  <a:pt x="7656" y="1439"/>
                  <a:pt x="7656" y="1219"/>
                  <a:pt x="7656" y="935"/>
                </a:cubicBezTo>
                <a:lnTo>
                  <a:pt x="7656" y="935"/>
                </a:lnTo>
                <a:cubicBezTo>
                  <a:pt x="7033" y="1235"/>
                  <a:pt x="6444" y="1354"/>
                  <a:pt x="5904" y="1354"/>
                </a:cubicBezTo>
                <a:cubicBezTo>
                  <a:pt x="4969" y="1354"/>
                  <a:pt x="4183" y="1000"/>
                  <a:pt x="3624" y="620"/>
                </a:cubicBezTo>
                <a:cubicBezTo>
                  <a:pt x="3010" y="206"/>
                  <a:pt x="2378" y="1"/>
                  <a:pt x="17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4" name="Google Shape;2884;p22"/>
          <p:cNvSpPr/>
          <p:nvPr/>
        </p:nvSpPr>
        <p:spPr>
          <a:xfrm>
            <a:off x="5431974" y="2432964"/>
            <a:ext cx="238937" cy="120133"/>
          </a:xfrm>
          <a:custGeom>
            <a:rect b="b" l="l" r="r" t="t"/>
            <a:pathLst>
              <a:path extrusionOk="0" h="4879" w="7278">
                <a:moveTo>
                  <a:pt x="1827" y="1"/>
                </a:moveTo>
                <a:lnTo>
                  <a:pt x="1827" y="1639"/>
                </a:lnTo>
                <a:cubicBezTo>
                  <a:pt x="1827" y="1765"/>
                  <a:pt x="1733" y="1891"/>
                  <a:pt x="1607" y="1922"/>
                </a:cubicBezTo>
                <a:cubicBezTo>
                  <a:pt x="914" y="2363"/>
                  <a:pt x="315" y="3025"/>
                  <a:pt x="0" y="3813"/>
                </a:cubicBezTo>
                <a:cubicBezTo>
                  <a:pt x="492" y="3611"/>
                  <a:pt x="988" y="3505"/>
                  <a:pt x="1488" y="3505"/>
                </a:cubicBezTo>
                <a:cubicBezTo>
                  <a:pt x="2237" y="3505"/>
                  <a:pt x="2993" y="3743"/>
                  <a:pt x="3749" y="4254"/>
                </a:cubicBezTo>
                <a:cubicBezTo>
                  <a:pt x="4370" y="4673"/>
                  <a:pt x="5000" y="4878"/>
                  <a:pt x="5629" y="4878"/>
                </a:cubicBezTo>
                <a:cubicBezTo>
                  <a:pt x="6181" y="4878"/>
                  <a:pt x="6733" y="4721"/>
                  <a:pt x="7278" y="4411"/>
                </a:cubicBezTo>
                <a:cubicBezTo>
                  <a:pt x="7057" y="3372"/>
                  <a:pt x="6427" y="2427"/>
                  <a:pt x="5450" y="1922"/>
                </a:cubicBezTo>
                <a:cubicBezTo>
                  <a:pt x="5356" y="1859"/>
                  <a:pt x="5293" y="1765"/>
                  <a:pt x="5293" y="1639"/>
                </a:cubicBezTo>
                <a:lnTo>
                  <a:pt x="529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5" name="Google Shape;2885;p22"/>
          <p:cNvSpPr/>
          <p:nvPr/>
        </p:nvSpPr>
        <p:spPr>
          <a:xfrm>
            <a:off x="7965848" y="1614623"/>
            <a:ext cx="67236" cy="223449"/>
          </a:xfrm>
          <a:custGeom>
            <a:rect b="b" l="l" r="r" t="t"/>
            <a:pathLst>
              <a:path extrusionOk="0" h="9075" w="2048">
                <a:moveTo>
                  <a:pt x="1071" y="1"/>
                </a:moveTo>
                <a:cubicBezTo>
                  <a:pt x="882" y="1"/>
                  <a:pt x="725" y="158"/>
                  <a:pt x="725" y="347"/>
                </a:cubicBezTo>
                <a:lnTo>
                  <a:pt x="725" y="6554"/>
                </a:lnTo>
                <a:cubicBezTo>
                  <a:pt x="473" y="6900"/>
                  <a:pt x="0" y="7656"/>
                  <a:pt x="0" y="8034"/>
                </a:cubicBezTo>
                <a:cubicBezTo>
                  <a:pt x="0" y="8633"/>
                  <a:pt x="473" y="9074"/>
                  <a:pt x="1040" y="9074"/>
                </a:cubicBezTo>
                <a:cubicBezTo>
                  <a:pt x="1638" y="9074"/>
                  <a:pt x="2048" y="8602"/>
                  <a:pt x="2048" y="8034"/>
                </a:cubicBezTo>
                <a:cubicBezTo>
                  <a:pt x="2048" y="7656"/>
                  <a:pt x="1638" y="6900"/>
                  <a:pt x="1355" y="6554"/>
                </a:cubicBezTo>
                <a:lnTo>
                  <a:pt x="1355" y="347"/>
                </a:lnTo>
                <a:cubicBezTo>
                  <a:pt x="1386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6" name="Google Shape;2886;p22"/>
          <p:cNvSpPr/>
          <p:nvPr/>
        </p:nvSpPr>
        <p:spPr>
          <a:xfrm>
            <a:off x="7809638" y="1753499"/>
            <a:ext cx="388937" cy="152832"/>
          </a:xfrm>
          <a:custGeom>
            <a:rect b="b" l="l" r="r" t="t"/>
            <a:pathLst>
              <a:path extrusionOk="0" h="6207" w="11847">
                <a:moveTo>
                  <a:pt x="3939" y="662"/>
                </a:moveTo>
                <a:cubicBezTo>
                  <a:pt x="3876" y="914"/>
                  <a:pt x="3750" y="1134"/>
                  <a:pt x="3624" y="1323"/>
                </a:cubicBezTo>
                <a:cubicBezTo>
                  <a:pt x="3624" y="1386"/>
                  <a:pt x="3593" y="1418"/>
                  <a:pt x="3593" y="1481"/>
                </a:cubicBezTo>
                <a:cubicBezTo>
                  <a:pt x="3277" y="1292"/>
                  <a:pt x="2836" y="1229"/>
                  <a:pt x="2490" y="1229"/>
                </a:cubicBezTo>
                <a:cubicBezTo>
                  <a:pt x="1986" y="1229"/>
                  <a:pt x="1293" y="1386"/>
                  <a:pt x="1041" y="1859"/>
                </a:cubicBezTo>
                <a:cubicBezTo>
                  <a:pt x="915" y="2048"/>
                  <a:pt x="757" y="2111"/>
                  <a:pt x="568" y="2111"/>
                </a:cubicBezTo>
                <a:lnTo>
                  <a:pt x="568" y="1008"/>
                </a:lnTo>
                <a:cubicBezTo>
                  <a:pt x="568" y="819"/>
                  <a:pt x="726" y="662"/>
                  <a:pt x="915" y="662"/>
                </a:cubicBezTo>
                <a:close/>
                <a:moveTo>
                  <a:pt x="10681" y="662"/>
                </a:moveTo>
                <a:cubicBezTo>
                  <a:pt x="10870" y="662"/>
                  <a:pt x="11028" y="819"/>
                  <a:pt x="11028" y="1008"/>
                </a:cubicBezTo>
                <a:lnTo>
                  <a:pt x="11028" y="2111"/>
                </a:lnTo>
                <a:cubicBezTo>
                  <a:pt x="10870" y="2111"/>
                  <a:pt x="10681" y="2048"/>
                  <a:pt x="10555" y="1859"/>
                </a:cubicBezTo>
                <a:cubicBezTo>
                  <a:pt x="10335" y="1449"/>
                  <a:pt x="9894" y="1229"/>
                  <a:pt x="9452" y="1229"/>
                </a:cubicBezTo>
                <a:cubicBezTo>
                  <a:pt x="9011" y="1229"/>
                  <a:pt x="8602" y="1449"/>
                  <a:pt x="8350" y="1859"/>
                </a:cubicBezTo>
                <a:cubicBezTo>
                  <a:pt x="8318" y="1922"/>
                  <a:pt x="8224" y="2016"/>
                  <a:pt x="8192" y="2048"/>
                </a:cubicBezTo>
                <a:cubicBezTo>
                  <a:pt x="8161" y="1733"/>
                  <a:pt x="8003" y="1292"/>
                  <a:pt x="7657" y="662"/>
                </a:cubicBezTo>
                <a:close/>
                <a:moveTo>
                  <a:pt x="2332" y="2741"/>
                </a:moveTo>
                <a:cubicBezTo>
                  <a:pt x="2521" y="2741"/>
                  <a:pt x="2679" y="2899"/>
                  <a:pt x="2679" y="3119"/>
                </a:cubicBezTo>
                <a:cubicBezTo>
                  <a:pt x="2679" y="3308"/>
                  <a:pt x="2521" y="3466"/>
                  <a:pt x="2332" y="3466"/>
                </a:cubicBezTo>
                <a:cubicBezTo>
                  <a:pt x="2143" y="3466"/>
                  <a:pt x="1986" y="3308"/>
                  <a:pt x="1986" y="3119"/>
                </a:cubicBezTo>
                <a:cubicBezTo>
                  <a:pt x="1986" y="2899"/>
                  <a:pt x="2143" y="2741"/>
                  <a:pt x="2332" y="2741"/>
                </a:cubicBezTo>
                <a:close/>
                <a:moveTo>
                  <a:pt x="9295" y="2741"/>
                </a:moveTo>
                <a:cubicBezTo>
                  <a:pt x="9484" y="2741"/>
                  <a:pt x="9641" y="2899"/>
                  <a:pt x="9641" y="3119"/>
                </a:cubicBezTo>
                <a:cubicBezTo>
                  <a:pt x="9641" y="3308"/>
                  <a:pt x="9484" y="3466"/>
                  <a:pt x="9295" y="3466"/>
                </a:cubicBezTo>
                <a:cubicBezTo>
                  <a:pt x="9106" y="3466"/>
                  <a:pt x="8948" y="3308"/>
                  <a:pt x="8948" y="3119"/>
                </a:cubicBezTo>
                <a:cubicBezTo>
                  <a:pt x="8948" y="2899"/>
                  <a:pt x="9106" y="2741"/>
                  <a:pt x="9295" y="2741"/>
                </a:cubicBezTo>
                <a:close/>
                <a:moveTo>
                  <a:pt x="1608" y="4127"/>
                </a:moveTo>
                <a:cubicBezTo>
                  <a:pt x="1828" y="4127"/>
                  <a:pt x="1986" y="4285"/>
                  <a:pt x="1986" y="4474"/>
                </a:cubicBezTo>
                <a:cubicBezTo>
                  <a:pt x="1986" y="4694"/>
                  <a:pt x="1828" y="4852"/>
                  <a:pt x="1608" y="4852"/>
                </a:cubicBezTo>
                <a:cubicBezTo>
                  <a:pt x="1419" y="4852"/>
                  <a:pt x="1261" y="4694"/>
                  <a:pt x="1261" y="4474"/>
                </a:cubicBezTo>
                <a:cubicBezTo>
                  <a:pt x="1261" y="4285"/>
                  <a:pt x="1419" y="4127"/>
                  <a:pt x="1608" y="4127"/>
                </a:cubicBezTo>
                <a:close/>
                <a:moveTo>
                  <a:pt x="3025" y="4127"/>
                </a:moveTo>
                <a:cubicBezTo>
                  <a:pt x="3246" y="4127"/>
                  <a:pt x="3404" y="4285"/>
                  <a:pt x="3404" y="4474"/>
                </a:cubicBezTo>
                <a:cubicBezTo>
                  <a:pt x="3404" y="4694"/>
                  <a:pt x="3183" y="4852"/>
                  <a:pt x="3025" y="4852"/>
                </a:cubicBezTo>
                <a:cubicBezTo>
                  <a:pt x="2836" y="4852"/>
                  <a:pt x="2679" y="4694"/>
                  <a:pt x="2679" y="4474"/>
                </a:cubicBezTo>
                <a:cubicBezTo>
                  <a:pt x="2679" y="4285"/>
                  <a:pt x="2836" y="4127"/>
                  <a:pt x="3025" y="4127"/>
                </a:cubicBezTo>
                <a:close/>
                <a:moveTo>
                  <a:pt x="8602" y="4127"/>
                </a:moveTo>
                <a:cubicBezTo>
                  <a:pt x="8791" y="4127"/>
                  <a:pt x="8948" y="4285"/>
                  <a:pt x="8948" y="4474"/>
                </a:cubicBezTo>
                <a:cubicBezTo>
                  <a:pt x="8948" y="4694"/>
                  <a:pt x="8791" y="4852"/>
                  <a:pt x="8602" y="4852"/>
                </a:cubicBezTo>
                <a:cubicBezTo>
                  <a:pt x="8381" y="4852"/>
                  <a:pt x="8224" y="4694"/>
                  <a:pt x="8224" y="4474"/>
                </a:cubicBezTo>
                <a:cubicBezTo>
                  <a:pt x="8224" y="4285"/>
                  <a:pt x="8381" y="4127"/>
                  <a:pt x="8602" y="4127"/>
                </a:cubicBezTo>
                <a:close/>
                <a:moveTo>
                  <a:pt x="9957" y="4127"/>
                </a:moveTo>
                <a:cubicBezTo>
                  <a:pt x="10177" y="4127"/>
                  <a:pt x="10335" y="4285"/>
                  <a:pt x="10335" y="4474"/>
                </a:cubicBezTo>
                <a:cubicBezTo>
                  <a:pt x="10335" y="4694"/>
                  <a:pt x="10177" y="4852"/>
                  <a:pt x="9957" y="4852"/>
                </a:cubicBezTo>
                <a:cubicBezTo>
                  <a:pt x="9768" y="4852"/>
                  <a:pt x="9610" y="4694"/>
                  <a:pt x="9610" y="4474"/>
                </a:cubicBezTo>
                <a:cubicBezTo>
                  <a:pt x="9610" y="4285"/>
                  <a:pt x="9768" y="4127"/>
                  <a:pt x="9957" y="4127"/>
                </a:cubicBezTo>
                <a:close/>
                <a:moveTo>
                  <a:pt x="1041" y="0"/>
                </a:moveTo>
                <a:cubicBezTo>
                  <a:pt x="442" y="0"/>
                  <a:pt x="1" y="473"/>
                  <a:pt x="1" y="1008"/>
                </a:cubicBezTo>
                <a:lnTo>
                  <a:pt x="1" y="5860"/>
                </a:lnTo>
                <a:cubicBezTo>
                  <a:pt x="1" y="6049"/>
                  <a:pt x="159" y="6207"/>
                  <a:pt x="348" y="6207"/>
                </a:cubicBezTo>
                <a:lnTo>
                  <a:pt x="11500" y="6207"/>
                </a:lnTo>
                <a:cubicBezTo>
                  <a:pt x="11689" y="6207"/>
                  <a:pt x="11847" y="6049"/>
                  <a:pt x="11847" y="5860"/>
                </a:cubicBezTo>
                <a:lnTo>
                  <a:pt x="11847" y="1008"/>
                </a:lnTo>
                <a:cubicBezTo>
                  <a:pt x="11752" y="441"/>
                  <a:pt x="11280" y="0"/>
                  <a:pt x="10713" y="0"/>
                </a:cubicBezTo>
                <a:lnTo>
                  <a:pt x="7058" y="0"/>
                </a:lnTo>
                <a:cubicBezTo>
                  <a:pt x="6775" y="0"/>
                  <a:pt x="6617" y="315"/>
                  <a:pt x="6775" y="536"/>
                </a:cubicBezTo>
                <a:cubicBezTo>
                  <a:pt x="7342" y="1323"/>
                  <a:pt x="7594" y="1953"/>
                  <a:pt x="7594" y="2426"/>
                </a:cubicBezTo>
                <a:cubicBezTo>
                  <a:pt x="7594" y="2899"/>
                  <a:pt x="7405" y="3371"/>
                  <a:pt x="7027" y="3749"/>
                </a:cubicBezTo>
                <a:cubicBezTo>
                  <a:pt x="6686" y="4033"/>
                  <a:pt x="6243" y="4163"/>
                  <a:pt x="5813" y="4163"/>
                </a:cubicBezTo>
                <a:cubicBezTo>
                  <a:pt x="5766" y="4163"/>
                  <a:pt x="5719" y="4162"/>
                  <a:pt x="5672" y="4159"/>
                </a:cubicBezTo>
                <a:cubicBezTo>
                  <a:pt x="5168" y="4127"/>
                  <a:pt x="4695" y="3812"/>
                  <a:pt x="4443" y="3340"/>
                </a:cubicBezTo>
                <a:cubicBezTo>
                  <a:pt x="4128" y="2835"/>
                  <a:pt x="4097" y="2205"/>
                  <a:pt x="4349" y="1638"/>
                </a:cubicBezTo>
                <a:cubicBezTo>
                  <a:pt x="4506" y="1323"/>
                  <a:pt x="4695" y="945"/>
                  <a:pt x="4979" y="536"/>
                </a:cubicBezTo>
                <a:cubicBezTo>
                  <a:pt x="5136" y="315"/>
                  <a:pt x="4979" y="0"/>
                  <a:pt x="46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7" name="Google Shape;2887;p22"/>
          <p:cNvSpPr/>
          <p:nvPr/>
        </p:nvSpPr>
        <p:spPr>
          <a:xfrm>
            <a:off x="7810163" y="2112874"/>
            <a:ext cx="388937" cy="170683"/>
          </a:xfrm>
          <a:custGeom>
            <a:rect b="b" l="l" r="r" t="t"/>
            <a:pathLst>
              <a:path extrusionOk="0" h="6932" w="11847">
                <a:moveTo>
                  <a:pt x="7656" y="3466"/>
                </a:moveTo>
                <a:lnTo>
                  <a:pt x="7656" y="4852"/>
                </a:lnTo>
                <a:lnTo>
                  <a:pt x="6963" y="4852"/>
                </a:lnTo>
                <a:lnTo>
                  <a:pt x="6963" y="3466"/>
                </a:lnTo>
                <a:close/>
                <a:moveTo>
                  <a:pt x="9074" y="3466"/>
                </a:moveTo>
                <a:lnTo>
                  <a:pt x="9074" y="4852"/>
                </a:lnTo>
                <a:lnTo>
                  <a:pt x="8381" y="4852"/>
                </a:lnTo>
                <a:lnTo>
                  <a:pt x="8381" y="3466"/>
                </a:lnTo>
                <a:close/>
                <a:moveTo>
                  <a:pt x="10460" y="3435"/>
                </a:moveTo>
                <a:lnTo>
                  <a:pt x="10460" y="4852"/>
                </a:lnTo>
                <a:lnTo>
                  <a:pt x="9735" y="4852"/>
                </a:lnTo>
                <a:lnTo>
                  <a:pt x="9735" y="3466"/>
                </a:lnTo>
                <a:lnTo>
                  <a:pt x="10114" y="3466"/>
                </a:lnTo>
                <a:cubicBezTo>
                  <a:pt x="10208" y="3466"/>
                  <a:pt x="10334" y="3466"/>
                  <a:pt x="10460" y="3435"/>
                </a:cubicBezTo>
                <a:close/>
                <a:moveTo>
                  <a:pt x="10114" y="1"/>
                </a:moveTo>
                <a:cubicBezTo>
                  <a:pt x="9515" y="1"/>
                  <a:pt x="9042" y="442"/>
                  <a:pt x="8633" y="788"/>
                </a:cubicBezTo>
                <a:cubicBezTo>
                  <a:pt x="8318" y="1103"/>
                  <a:pt x="8034" y="1387"/>
                  <a:pt x="7656" y="1387"/>
                </a:cubicBezTo>
                <a:cubicBezTo>
                  <a:pt x="7404" y="1387"/>
                  <a:pt x="7121" y="1229"/>
                  <a:pt x="7026" y="946"/>
                </a:cubicBezTo>
                <a:cubicBezTo>
                  <a:pt x="6974" y="815"/>
                  <a:pt x="6855" y="749"/>
                  <a:pt x="6708" y="749"/>
                </a:cubicBezTo>
                <a:cubicBezTo>
                  <a:pt x="6679" y="749"/>
                  <a:pt x="6648" y="752"/>
                  <a:pt x="6617" y="757"/>
                </a:cubicBezTo>
                <a:cubicBezTo>
                  <a:pt x="6018" y="914"/>
                  <a:pt x="5577" y="1481"/>
                  <a:pt x="5577" y="2080"/>
                </a:cubicBezTo>
                <a:cubicBezTo>
                  <a:pt x="5577" y="2616"/>
                  <a:pt x="5860" y="3025"/>
                  <a:pt x="6301" y="3277"/>
                </a:cubicBezTo>
                <a:lnTo>
                  <a:pt x="6301" y="4758"/>
                </a:lnTo>
                <a:cubicBezTo>
                  <a:pt x="6238" y="4758"/>
                  <a:pt x="6207" y="4726"/>
                  <a:pt x="6144" y="4726"/>
                </a:cubicBezTo>
                <a:lnTo>
                  <a:pt x="4443" y="3813"/>
                </a:lnTo>
                <a:cubicBezTo>
                  <a:pt x="4002" y="3592"/>
                  <a:pt x="3498" y="3466"/>
                  <a:pt x="2993" y="3466"/>
                </a:cubicBezTo>
                <a:lnTo>
                  <a:pt x="347" y="3466"/>
                </a:lnTo>
                <a:cubicBezTo>
                  <a:pt x="158" y="3466"/>
                  <a:pt x="0" y="3624"/>
                  <a:pt x="0" y="3813"/>
                </a:cubicBezTo>
                <a:lnTo>
                  <a:pt x="0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2993" y="5546"/>
                </a:lnTo>
                <a:cubicBezTo>
                  <a:pt x="3371" y="5546"/>
                  <a:pt x="3781" y="5672"/>
                  <a:pt x="4128" y="5829"/>
                </a:cubicBezTo>
                <a:lnTo>
                  <a:pt x="5829" y="6743"/>
                </a:lnTo>
                <a:cubicBezTo>
                  <a:pt x="6049" y="6869"/>
                  <a:pt x="6364" y="6932"/>
                  <a:pt x="6648" y="6932"/>
                </a:cubicBezTo>
                <a:lnTo>
                  <a:pt x="10807" y="6932"/>
                </a:lnTo>
                <a:cubicBezTo>
                  <a:pt x="11405" y="6932"/>
                  <a:pt x="11846" y="6459"/>
                  <a:pt x="11846" y="5924"/>
                </a:cubicBezTo>
                <a:cubicBezTo>
                  <a:pt x="11846" y="5483"/>
                  <a:pt x="11563" y="5073"/>
                  <a:pt x="11122" y="4915"/>
                </a:cubicBezTo>
                <a:lnTo>
                  <a:pt x="11122" y="3120"/>
                </a:lnTo>
                <a:cubicBezTo>
                  <a:pt x="11563" y="2805"/>
                  <a:pt x="11846" y="2301"/>
                  <a:pt x="11846" y="1733"/>
                </a:cubicBezTo>
                <a:cubicBezTo>
                  <a:pt x="11846" y="788"/>
                  <a:pt x="11059" y="1"/>
                  <a:pt x="101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8" name="Google Shape;2888;p22"/>
          <p:cNvSpPr/>
          <p:nvPr/>
        </p:nvSpPr>
        <p:spPr>
          <a:xfrm>
            <a:off x="7809113" y="1992639"/>
            <a:ext cx="389988" cy="120256"/>
          </a:xfrm>
          <a:custGeom>
            <a:rect b="b" l="l" r="r" t="t"/>
            <a:pathLst>
              <a:path extrusionOk="0" h="4884" w="11879">
                <a:moveTo>
                  <a:pt x="10839" y="1702"/>
                </a:moveTo>
                <a:cubicBezTo>
                  <a:pt x="11028" y="1702"/>
                  <a:pt x="11185" y="1859"/>
                  <a:pt x="11185" y="2048"/>
                </a:cubicBezTo>
                <a:cubicBezTo>
                  <a:pt x="11154" y="2269"/>
                  <a:pt x="10996" y="2426"/>
                  <a:pt x="10839" y="2426"/>
                </a:cubicBezTo>
                <a:lnTo>
                  <a:pt x="10492" y="2426"/>
                </a:lnTo>
                <a:lnTo>
                  <a:pt x="10492" y="1702"/>
                </a:lnTo>
                <a:close/>
                <a:moveTo>
                  <a:pt x="726" y="725"/>
                </a:moveTo>
                <a:lnTo>
                  <a:pt x="1419" y="757"/>
                </a:lnTo>
                <a:lnTo>
                  <a:pt x="1419" y="4002"/>
                </a:lnTo>
                <a:lnTo>
                  <a:pt x="726" y="4096"/>
                </a:lnTo>
                <a:lnTo>
                  <a:pt x="726" y="725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4537"/>
                </a:lnTo>
                <a:cubicBezTo>
                  <a:pt x="1" y="4726"/>
                  <a:pt x="221" y="4884"/>
                  <a:pt x="411" y="4884"/>
                </a:cubicBezTo>
                <a:lnTo>
                  <a:pt x="9578" y="3592"/>
                </a:lnTo>
                <a:cubicBezTo>
                  <a:pt x="9862" y="3561"/>
                  <a:pt x="10083" y="3403"/>
                  <a:pt x="10240" y="3151"/>
                </a:cubicBezTo>
                <a:lnTo>
                  <a:pt x="10807" y="3151"/>
                </a:lnTo>
                <a:cubicBezTo>
                  <a:pt x="11406" y="3151"/>
                  <a:pt x="11815" y="2678"/>
                  <a:pt x="11815" y="2143"/>
                </a:cubicBezTo>
                <a:cubicBezTo>
                  <a:pt x="11878" y="1513"/>
                  <a:pt x="11406" y="1040"/>
                  <a:pt x="10839" y="1040"/>
                </a:cubicBezTo>
                <a:lnTo>
                  <a:pt x="10240" y="1040"/>
                </a:lnTo>
                <a:cubicBezTo>
                  <a:pt x="10083" y="788"/>
                  <a:pt x="9831" y="694"/>
                  <a:pt x="9515" y="631"/>
                </a:cubicBezTo>
                <a:lnTo>
                  <a:pt x="3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9" name="Google Shape;2889;p22"/>
          <p:cNvSpPr/>
          <p:nvPr/>
        </p:nvSpPr>
        <p:spPr>
          <a:xfrm>
            <a:off x="7845366" y="2364267"/>
            <a:ext cx="318582" cy="29170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0" name="Google Shape;2890;p22"/>
          <p:cNvSpPr/>
          <p:nvPr/>
        </p:nvSpPr>
        <p:spPr>
          <a:xfrm>
            <a:off x="6496400" y="2883302"/>
            <a:ext cx="68319" cy="50452"/>
          </a:xfrm>
          <a:custGeom>
            <a:rect b="b" l="l" r="r" t="t"/>
            <a:pathLst>
              <a:path extrusionOk="0" h="2049" w="2081">
                <a:moveTo>
                  <a:pt x="1041" y="1"/>
                </a:moveTo>
                <a:cubicBezTo>
                  <a:pt x="505" y="1"/>
                  <a:pt x="32" y="473"/>
                  <a:pt x="32" y="1040"/>
                </a:cubicBezTo>
                <a:cubicBezTo>
                  <a:pt x="1" y="1576"/>
                  <a:pt x="473" y="2049"/>
                  <a:pt x="1041" y="2049"/>
                </a:cubicBezTo>
                <a:cubicBezTo>
                  <a:pt x="1639" y="2049"/>
                  <a:pt x="2080" y="1576"/>
                  <a:pt x="2080" y="1040"/>
                </a:cubicBezTo>
                <a:cubicBezTo>
                  <a:pt x="2080" y="442"/>
                  <a:pt x="160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1" name="Google Shape;2891;p22"/>
          <p:cNvSpPr/>
          <p:nvPr/>
        </p:nvSpPr>
        <p:spPr>
          <a:xfrm>
            <a:off x="6344360" y="2761516"/>
            <a:ext cx="380664" cy="291703"/>
          </a:xfrm>
          <a:custGeom>
            <a:rect b="b" l="l" r="r" t="t"/>
            <a:pathLst>
              <a:path extrusionOk="0" h="11847" w="11595">
                <a:moveTo>
                  <a:pt x="5672" y="757"/>
                </a:moveTo>
                <a:cubicBezTo>
                  <a:pt x="6144" y="757"/>
                  <a:pt x="6680" y="1544"/>
                  <a:pt x="7026" y="2710"/>
                </a:cubicBezTo>
                <a:cubicBezTo>
                  <a:pt x="6585" y="2867"/>
                  <a:pt x="6176" y="3025"/>
                  <a:pt x="5672" y="3214"/>
                </a:cubicBezTo>
                <a:cubicBezTo>
                  <a:pt x="5262" y="3025"/>
                  <a:pt x="4789" y="2836"/>
                  <a:pt x="4348" y="2710"/>
                </a:cubicBezTo>
                <a:cubicBezTo>
                  <a:pt x="4695" y="1481"/>
                  <a:pt x="5199" y="757"/>
                  <a:pt x="5672" y="757"/>
                </a:cubicBezTo>
                <a:close/>
                <a:moveTo>
                  <a:pt x="4191" y="3372"/>
                </a:moveTo>
                <a:cubicBezTo>
                  <a:pt x="4411" y="3466"/>
                  <a:pt x="4632" y="3529"/>
                  <a:pt x="4852" y="3624"/>
                </a:cubicBezTo>
                <a:cubicBezTo>
                  <a:pt x="4159" y="3970"/>
                  <a:pt x="4726" y="3655"/>
                  <a:pt x="4065" y="4096"/>
                </a:cubicBezTo>
                <a:lnTo>
                  <a:pt x="4191" y="3372"/>
                </a:lnTo>
                <a:close/>
                <a:moveTo>
                  <a:pt x="7184" y="3372"/>
                </a:moveTo>
                <a:lnTo>
                  <a:pt x="7310" y="4096"/>
                </a:lnTo>
                <a:cubicBezTo>
                  <a:pt x="6585" y="3655"/>
                  <a:pt x="7184" y="4002"/>
                  <a:pt x="6522" y="3624"/>
                </a:cubicBezTo>
                <a:cubicBezTo>
                  <a:pt x="6743" y="3529"/>
                  <a:pt x="6995" y="3466"/>
                  <a:pt x="7184" y="3372"/>
                </a:cubicBezTo>
                <a:close/>
                <a:moveTo>
                  <a:pt x="9191" y="3001"/>
                </a:moveTo>
                <a:cubicBezTo>
                  <a:pt x="9631" y="3001"/>
                  <a:pt x="10026" y="3084"/>
                  <a:pt x="10177" y="3340"/>
                </a:cubicBezTo>
                <a:cubicBezTo>
                  <a:pt x="10208" y="3435"/>
                  <a:pt x="10240" y="3529"/>
                  <a:pt x="10208" y="3655"/>
                </a:cubicBezTo>
                <a:cubicBezTo>
                  <a:pt x="9925" y="3687"/>
                  <a:pt x="9673" y="3907"/>
                  <a:pt x="9515" y="4159"/>
                </a:cubicBezTo>
                <a:cubicBezTo>
                  <a:pt x="9358" y="4474"/>
                  <a:pt x="9295" y="4852"/>
                  <a:pt x="9452" y="5104"/>
                </a:cubicBezTo>
                <a:cubicBezTo>
                  <a:pt x="9358" y="5230"/>
                  <a:pt x="9263" y="5356"/>
                  <a:pt x="9137" y="5482"/>
                </a:cubicBezTo>
                <a:cubicBezTo>
                  <a:pt x="8791" y="5167"/>
                  <a:pt x="8444" y="4884"/>
                  <a:pt x="8034" y="4600"/>
                </a:cubicBezTo>
                <a:cubicBezTo>
                  <a:pt x="8003" y="4128"/>
                  <a:pt x="7940" y="3655"/>
                  <a:pt x="7845" y="3183"/>
                </a:cubicBezTo>
                <a:cubicBezTo>
                  <a:pt x="8174" y="3100"/>
                  <a:pt x="8710" y="3001"/>
                  <a:pt x="9191" y="3001"/>
                </a:cubicBezTo>
                <a:close/>
                <a:moveTo>
                  <a:pt x="2994" y="3119"/>
                </a:moveTo>
                <a:cubicBezTo>
                  <a:pt x="3151" y="3151"/>
                  <a:pt x="3309" y="3151"/>
                  <a:pt x="3466" y="3214"/>
                </a:cubicBezTo>
                <a:cubicBezTo>
                  <a:pt x="3403" y="3655"/>
                  <a:pt x="3309" y="4128"/>
                  <a:pt x="3277" y="4632"/>
                </a:cubicBezTo>
                <a:cubicBezTo>
                  <a:pt x="2899" y="4915"/>
                  <a:pt x="2490" y="5230"/>
                  <a:pt x="2174" y="5514"/>
                </a:cubicBezTo>
                <a:cubicBezTo>
                  <a:pt x="1733" y="5010"/>
                  <a:pt x="851" y="3939"/>
                  <a:pt x="1166" y="3340"/>
                </a:cubicBezTo>
                <a:cubicBezTo>
                  <a:pt x="1198" y="3277"/>
                  <a:pt x="1261" y="3183"/>
                  <a:pt x="1387" y="3151"/>
                </a:cubicBezTo>
                <a:cubicBezTo>
                  <a:pt x="1576" y="3372"/>
                  <a:pt x="1859" y="3529"/>
                  <a:pt x="2174" y="3529"/>
                </a:cubicBezTo>
                <a:cubicBezTo>
                  <a:pt x="2521" y="3529"/>
                  <a:pt x="2836" y="3372"/>
                  <a:pt x="2994" y="3119"/>
                </a:cubicBezTo>
                <a:close/>
                <a:moveTo>
                  <a:pt x="3277" y="5482"/>
                </a:moveTo>
                <a:lnTo>
                  <a:pt x="3277" y="5482"/>
                </a:lnTo>
                <a:cubicBezTo>
                  <a:pt x="3246" y="6144"/>
                  <a:pt x="3246" y="5986"/>
                  <a:pt x="3277" y="6428"/>
                </a:cubicBezTo>
                <a:cubicBezTo>
                  <a:pt x="3088" y="6270"/>
                  <a:pt x="2899" y="6112"/>
                  <a:pt x="2742" y="5955"/>
                </a:cubicBezTo>
                <a:cubicBezTo>
                  <a:pt x="2899" y="5797"/>
                  <a:pt x="3088" y="5640"/>
                  <a:pt x="3277" y="5482"/>
                </a:cubicBezTo>
                <a:close/>
                <a:moveTo>
                  <a:pt x="8097" y="5514"/>
                </a:moveTo>
                <a:cubicBezTo>
                  <a:pt x="8286" y="5671"/>
                  <a:pt x="8475" y="5829"/>
                  <a:pt x="8633" y="5986"/>
                </a:cubicBezTo>
                <a:cubicBezTo>
                  <a:pt x="8475" y="6144"/>
                  <a:pt x="8286" y="6301"/>
                  <a:pt x="8097" y="6459"/>
                </a:cubicBezTo>
                <a:lnTo>
                  <a:pt x="8097" y="5514"/>
                </a:lnTo>
                <a:close/>
                <a:moveTo>
                  <a:pt x="5703" y="4002"/>
                </a:moveTo>
                <a:cubicBezTo>
                  <a:pt x="6333" y="4317"/>
                  <a:pt x="6743" y="4569"/>
                  <a:pt x="7373" y="5010"/>
                </a:cubicBezTo>
                <a:cubicBezTo>
                  <a:pt x="7436" y="5671"/>
                  <a:pt x="7436" y="6238"/>
                  <a:pt x="7373" y="6963"/>
                </a:cubicBezTo>
                <a:cubicBezTo>
                  <a:pt x="6837" y="7310"/>
                  <a:pt x="6333" y="7625"/>
                  <a:pt x="5703" y="7940"/>
                </a:cubicBezTo>
                <a:cubicBezTo>
                  <a:pt x="5073" y="7625"/>
                  <a:pt x="4537" y="7373"/>
                  <a:pt x="4002" y="6963"/>
                </a:cubicBezTo>
                <a:cubicBezTo>
                  <a:pt x="3907" y="6270"/>
                  <a:pt x="3907" y="5671"/>
                  <a:pt x="4002" y="5010"/>
                </a:cubicBezTo>
                <a:cubicBezTo>
                  <a:pt x="4600" y="4600"/>
                  <a:pt x="5041" y="4317"/>
                  <a:pt x="5703" y="4002"/>
                </a:cubicBezTo>
                <a:close/>
                <a:moveTo>
                  <a:pt x="4065" y="7845"/>
                </a:moveTo>
                <a:cubicBezTo>
                  <a:pt x="4506" y="8097"/>
                  <a:pt x="4254" y="8003"/>
                  <a:pt x="4852" y="8318"/>
                </a:cubicBezTo>
                <a:cubicBezTo>
                  <a:pt x="4632" y="8381"/>
                  <a:pt x="4380" y="8507"/>
                  <a:pt x="4191" y="8538"/>
                </a:cubicBezTo>
                <a:lnTo>
                  <a:pt x="4065" y="7845"/>
                </a:lnTo>
                <a:close/>
                <a:moveTo>
                  <a:pt x="7278" y="7845"/>
                </a:moveTo>
                <a:cubicBezTo>
                  <a:pt x="7247" y="8066"/>
                  <a:pt x="7215" y="8318"/>
                  <a:pt x="7152" y="8538"/>
                </a:cubicBezTo>
                <a:cubicBezTo>
                  <a:pt x="6900" y="8475"/>
                  <a:pt x="6711" y="8381"/>
                  <a:pt x="6491" y="8318"/>
                </a:cubicBezTo>
                <a:cubicBezTo>
                  <a:pt x="6837" y="8097"/>
                  <a:pt x="6869" y="8097"/>
                  <a:pt x="7278" y="7845"/>
                </a:cubicBezTo>
                <a:close/>
                <a:moveTo>
                  <a:pt x="2237" y="6459"/>
                </a:moveTo>
                <a:cubicBezTo>
                  <a:pt x="2584" y="6774"/>
                  <a:pt x="2931" y="7058"/>
                  <a:pt x="3340" y="7310"/>
                </a:cubicBezTo>
                <a:cubicBezTo>
                  <a:pt x="3372" y="7845"/>
                  <a:pt x="3435" y="8255"/>
                  <a:pt x="3529" y="8727"/>
                </a:cubicBezTo>
                <a:cubicBezTo>
                  <a:pt x="3008" y="8861"/>
                  <a:pt x="2544" y="8927"/>
                  <a:pt x="2165" y="8927"/>
                </a:cubicBezTo>
                <a:cubicBezTo>
                  <a:pt x="1650" y="8927"/>
                  <a:pt x="1293" y="8806"/>
                  <a:pt x="1166" y="8570"/>
                </a:cubicBezTo>
                <a:cubicBezTo>
                  <a:pt x="851" y="8003"/>
                  <a:pt x="1733" y="6932"/>
                  <a:pt x="2237" y="6459"/>
                </a:cubicBezTo>
                <a:close/>
                <a:moveTo>
                  <a:pt x="9137" y="6459"/>
                </a:moveTo>
                <a:cubicBezTo>
                  <a:pt x="9610" y="6932"/>
                  <a:pt x="10523" y="8003"/>
                  <a:pt x="10177" y="8570"/>
                </a:cubicBezTo>
                <a:cubicBezTo>
                  <a:pt x="10032" y="8806"/>
                  <a:pt x="9678" y="8927"/>
                  <a:pt x="9169" y="8927"/>
                </a:cubicBezTo>
                <a:cubicBezTo>
                  <a:pt x="8794" y="8927"/>
                  <a:pt x="8335" y="8861"/>
                  <a:pt x="7814" y="8727"/>
                </a:cubicBezTo>
                <a:cubicBezTo>
                  <a:pt x="7940" y="8318"/>
                  <a:pt x="8003" y="7845"/>
                  <a:pt x="8034" y="7310"/>
                </a:cubicBezTo>
                <a:cubicBezTo>
                  <a:pt x="8444" y="7058"/>
                  <a:pt x="8822" y="6743"/>
                  <a:pt x="9137" y="6459"/>
                </a:cubicBezTo>
                <a:close/>
                <a:moveTo>
                  <a:pt x="5640" y="8696"/>
                </a:moveTo>
                <a:cubicBezTo>
                  <a:pt x="6081" y="8885"/>
                  <a:pt x="6554" y="9074"/>
                  <a:pt x="6995" y="9200"/>
                </a:cubicBezTo>
                <a:cubicBezTo>
                  <a:pt x="6680" y="10429"/>
                  <a:pt x="6176" y="11185"/>
                  <a:pt x="5672" y="11185"/>
                </a:cubicBezTo>
                <a:cubicBezTo>
                  <a:pt x="5609" y="11185"/>
                  <a:pt x="5482" y="11090"/>
                  <a:pt x="5356" y="11059"/>
                </a:cubicBezTo>
                <a:cubicBezTo>
                  <a:pt x="5482" y="10775"/>
                  <a:pt x="5451" y="10460"/>
                  <a:pt x="5293" y="10177"/>
                </a:cubicBezTo>
                <a:cubicBezTo>
                  <a:pt x="5136" y="9862"/>
                  <a:pt x="4821" y="9736"/>
                  <a:pt x="4474" y="9673"/>
                </a:cubicBezTo>
                <a:cubicBezTo>
                  <a:pt x="4411" y="9515"/>
                  <a:pt x="4348" y="9357"/>
                  <a:pt x="4317" y="9200"/>
                </a:cubicBezTo>
                <a:cubicBezTo>
                  <a:pt x="4726" y="9042"/>
                  <a:pt x="5167" y="8885"/>
                  <a:pt x="5640" y="8696"/>
                </a:cubicBezTo>
                <a:close/>
                <a:moveTo>
                  <a:pt x="5640" y="1"/>
                </a:moveTo>
                <a:cubicBezTo>
                  <a:pt x="4758" y="1"/>
                  <a:pt x="4065" y="1072"/>
                  <a:pt x="3655" y="2489"/>
                </a:cubicBezTo>
                <a:cubicBezTo>
                  <a:pt x="3498" y="2426"/>
                  <a:pt x="3340" y="2395"/>
                  <a:pt x="3214" y="2395"/>
                </a:cubicBezTo>
                <a:cubicBezTo>
                  <a:pt x="3183" y="1859"/>
                  <a:pt x="2742" y="1418"/>
                  <a:pt x="2174" y="1418"/>
                </a:cubicBezTo>
                <a:cubicBezTo>
                  <a:pt x="1607" y="1418"/>
                  <a:pt x="1166" y="1891"/>
                  <a:pt x="1166" y="2426"/>
                </a:cubicBezTo>
                <a:cubicBezTo>
                  <a:pt x="883" y="2552"/>
                  <a:pt x="694" y="2710"/>
                  <a:pt x="568" y="2962"/>
                </a:cubicBezTo>
                <a:cubicBezTo>
                  <a:pt x="32" y="3907"/>
                  <a:pt x="977" y="5104"/>
                  <a:pt x="1702" y="5892"/>
                </a:cubicBezTo>
                <a:cubicBezTo>
                  <a:pt x="946" y="6743"/>
                  <a:pt x="1" y="8003"/>
                  <a:pt x="568" y="8885"/>
                </a:cubicBezTo>
                <a:cubicBezTo>
                  <a:pt x="879" y="9433"/>
                  <a:pt x="1519" y="9600"/>
                  <a:pt x="2210" y="9600"/>
                </a:cubicBezTo>
                <a:cubicBezTo>
                  <a:pt x="2710" y="9600"/>
                  <a:pt x="3237" y="9513"/>
                  <a:pt x="3687" y="9420"/>
                </a:cubicBezTo>
                <a:cubicBezTo>
                  <a:pt x="3718" y="9578"/>
                  <a:pt x="3750" y="9673"/>
                  <a:pt x="3844" y="9830"/>
                </a:cubicBezTo>
                <a:cubicBezTo>
                  <a:pt x="3403" y="10145"/>
                  <a:pt x="3246" y="10744"/>
                  <a:pt x="3529" y="11216"/>
                </a:cubicBezTo>
                <a:cubicBezTo>
                  <a:pt x="3718" y="11531"/>
                  <a:pt x="4065" y="11720"/>
                  <a:pt x="4411" y="11720"/>
                </a:cubicBezTo>
                <a:cubicBezTo>
                  <a:pt x="4600" y="11720"/>
                  <a:pt x="4789" y="11689"/>
                  <a:pt x="4947" y="11563"/>
                </a:cubicBezTo>
                <a:cubicBezTo>
                  <a:pt x="5167" y="11720"/>
                  <a:pt x="5419" y="11846"/>
                  <a:pt x="5703" y="11846"/>
                </a:cubicBezTo>
                <a:cubicBezTo>
                  <a:pt x="6585" y="11846"/>
                  <a:pt x="7278" y="10775"/>
                  <a:pt x="7688" y="9357"/>
                </a:cubicBezTo>
                <a:cubicBezTo>
                  <a:pt x="8143" y="9478"/>
                  <a:pt x="8678" y="9576"/>
                  <a:pt x="9184" y="9576"/>
                </a:cubicBezTo>
                <a:cubicBezTo>
                  <a:pt x="9868" y="9576"/>
                  <a:pt x="10499" y="9397"/>
                  <a:pt x="10807" y="8853"/>
                </a:cubicBezTo>
                <a:cubicBezTo>
                  <a:pt x="11374" y="7908"/>
                  <a:pt x="10429" y="6680"/>
                  <a:pt x="9673" y="5892"/>
                </a:cubicBezTo>
                <a:cubicBezTo>
                  <a:pt x="9799" y="5797"/>
                  <a:pt x="9862" y="5671"/>
                  <a:pt x="9988" y="5545"/>
                </a:cubicBezTo>
                <a:cubicBezTo>
                  <a:pt x="10145" y="5640"/>
                  <a:pt x="10271" y="5671"/>
                  <a:pt x="10429" y="5671"/>
                </a:cubicBezTo>
                <a:cubicBezTo>
                  <a:pt x="10775" y="5671"/>
                  <a:pt x="11122" y="5482"/>
                  <a:pt x="11311" y="5167"/>
                </a:cubicBezTo>
                <a:cubicBezTo>
                  <a:pt x="11594" y="4632"/>
                  <a:pt x="11437" y="4002"/>
                  <a:pt x="10933" y="3750"/>
                </a:cubicBezTo>
                <a:cubicBezTo>
                  <a:pt x="10964" y="3466"/>
                  <a:pt x="10901" y="3183"/>
                  <a:pt x="10775" y="2962"/>
                </a:cubicBezTo>
                <a:cubicBezTo>
                  <a:pt x="10457" y="2432"/>
                  <a:pt x="9842" y="2259"/>
                  <a:pt x="9179" y="2259"/>
                </a:cubicBezTo>
                <a:cubicBezTo>
                  <a:pt x="8661" y="2259"/>
                  <a:pt x="8113" y="2365"/>
                  <a:pt x="7656" y="2489"/>
                </a:cubicBezTo>
                <a:cubicBezTo>
                  <a:pt x="7278" y="1072"/>
                  <a:pt x="6585" y="1"/>
                  <a:pt x="56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2" name="Google Shape;2892;p22"/>
          <p:cNvSpPr/>
          <p:nvPr/>
        </p:nvSpPr>
        <p:spPr>
          <a:xfrm>
            <a:off x="6489703" y="3192027"/>
            <a:ext cx="91038" cy="33930"/>
          </a:xfrm>
          <a:custGeom>
            <a:rect b="b" l="l" r="r" t="t"/>
            <a:pathLst>
              <a:path extrusionOk="0" h="1378" w="2773">
                <a:moveTo>
                  <a:pt x="1387" y="0"/>
                </a:moveTo>
                <a:cubicBezTo>
                  <a:pt x="788" y="0"/>
                  <a:pt x="284" y="347"/>
                  <a:pt x="95" y="914"/>
                </a:cubicBezTo>
                <a:cubicBezTo>
                  <a:pt x="0" y="1071"/>
                  <a:pt x="95" y="1260"/>
                  <a:pt x="284" y="1355"/>
                </a:cubicBezTo>
                <a:cubicBezTo>
                  <a:pt x="318" y="1366"/>
                  <a:pt x="352" y="1371"/>
                  <a:pt x="385" y="1371"/>
                </a:cubicBezTo>
                <a:cubicBezTo>
                  <a:pt x="537" y="1371"/>
                  <a:pt x="673" y="1263"/>
                  <a:pt x="725" y="1134"/>
                </a:cubicBezTo>
                <a:cubicBezTo>
                  <a:pt x="788" y="882"/>
                  <a:pt x="1072" y="662"/>
                  <a:pt x="1387" y="662"/>
                </a:cubicBezTo>
                <a:cubicBezTo>
                  <a:pt x="1702" y="662"/>
                  <a:pt x="1922" y="882"/>
                  <a:pt x="2048" y="1134"/>
                </a:cubicBezTo>
                <a:cubicBezTo>
                  <a:pt x="2120" y="1301"/>
                  <a:pt x="2246" y="1378"/>
                  <a:pt x="2371" y="1378"/>
                </a:cubicBezTo>
                <a:cubicBezTo>
                  <a:pt x="2411" y="1378"/>
                  <a:pt x="2451" y="1370"/>
                  <a:pt x="2489" y="1355"/>
                </a:cubicBezTo>
                <a:cubicBezTo>
                  <a:pt x="2678" y="1260"/>
                  <a:pt x="2773" y="1071"/>
                  <a:pt x="2678" y="914"/>
                </a:cubicBezTo>
                <a:cubicBezTo>
                  <a:pt x="2489" y="347"/>
                  <a:pt x="198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3" name="Google Shape;2893;p22"/>
          <p:cNvSpPr/>
          <p:nvPr/>
        </p:nvSpPr>
        <p:spPr>
          <a:xfrm>
            <a:off x="6353159" y="3157875"/>
            <a:ext cx="363067" cy="290939"/>
          </a:xfrm>
          <a:custGeom>
            <a:rect b="b" l="l" r="r" t="t"/>
            <a:pathLst>
              <a:path extrusionOk="0" h="11816" w="11059">
                <a:moveTo>
                  <a:pt x="5546" y="694"/>
                </a:moveTo>
                <a:cubicBezTo>
                  <a:pt x="6743" y="694"/>
                  <a:pt x="7625" y="1608"/>
                  <a:pt x="7625" y="2773"/>
                </a:cubicBezTo>
                <a:lnTo>
                  <a:pt x="7625" y="3120"/>
                </a:lnTo>
                <a:cubicBezTo>
                  <a:pt x="7625" y="3309"/>
                  <a:pt x="7467" y="3466"/>
                  <a:pt x="7278" y="3466"/>
                </a:cubicBezTo>
                <a:lnTo>
                  <a:pt x="5892" y="3466"/>
                </a:lnTo>
                <a:lnTo>
                  <a:pt x="5892" y="3120"/>
                </a:lnTo>
                <a:cubicBezTo>
                  <a:pt x="5892" y="2931"/>
                  <a:pt x="5735" y="2773"/>
                  <a:pt x="5546" y="2773"/>
                </a:cubicBezTo>
                <a:cubicBezTo>
                  <a:pt x="5357" y="2773"/>
                  <a:pt x="5199" y="2931"/>
                  <a:pt x="5199" y="3120"/>
                </a:cubicBezTo>
                <a:lnTo>
                  <a:pt x="5199" y="3466"/>
                </a:lnTo>
                <a:lnTo>
                  <a:pt x="3813" y="3466"/>
                </a:lnTo>
                <a:cubicBezTo>
                  <a:pt x="3624" y="3466"/>
                  <a:pt x="3466" y="3309"/>
                  <a:pt x="3466" y="3120"/>
                </a:cubicBezTo>
                <a:lnTo>
                  <a:pt x="3466" y="2773"/>
                </a:lnTo>
                <a:cubicBezTo>
                  <a:pt x="3466" y="1639"/>
                  <a:pt x="4411" y="694"/>
                  <a:pt x="5546" y="694"/>
                </a:cubicBezTo>
                <a:close/>
                <a:moveTo>
                  <a:pt x="7940" y="4821"/>
                </a:moveTo>
                <a:cubicBezTo>
                  <a:pt x="8160" y="4821"/>
                  <a:pt x="8318" y="4979"/>
                  <a:pt x="8318" y="5168"/>
                </a:cubicBezTo>
                <a:cubicBezTo>
                  <a:pt x="8318" y="5357"/>
                  <a:pt x="8160" y="5514"/>
                  <a:pt x="7940" y="5514"/>
                </a:cubicBezTo>
                <a:lnTo>
                  <a:pt x="3088" y="5514"/>
                </a:lnTo>
                <a:cubicBezTo>
                  <a:pt x="2899" y="5514"/>
                  <a:pt x="2742" y="5357"/>
                  <a:pt x="2742" y="5168"/>
                </a:cubicBezTo>
                <a:cubicBezTo>
                  <a:pt x="2742" y="4979"/>
                  <a:pt x="2899" y="4821"/>
                  <a:pt x="3088" y="4821"/>
                </a:cubicBezTo>
                <a:close/>
                <a:moveTo>
                  <a:pt x="4128" y="6932"/>
                </a:moveTo>
                <a:cubicBezTo>
                  <a:pt x="4317" y="6932"/>
                  <a:pt x="4474" y="7089"/>
                  <a:pt x="4474" y="7310"/>
                </a:cubicBezTo>
                <a:cubicBezTo>
                  <a:pt x="4474" y="7499"/>
                  <a:pt x="4317" y="7656"/>
                  <a:pt x="4128" y="7656"/>
                </a:cubicBezTo>
                <a:lnTo>
                  <a:pt x="3088" y="7656"/>
                </a:lnTo>
                <a:cubicBezTo>
                  <a:pt x="2899" y="7656"/>
                  <a:pt x="2742" y="7499"/>
                  <a:pt x="2742" y="7310"/>
                </a:cubicBezTo>
                <a:cubicBezTo>
                  <a:pt x="2742" y="7089"/>
                  <a:pt x="2899" y="6932"/>
                  <a:pt x="3088" y="6932"/>
                </a:cubicBezTo>
                <a:close/>
                <a:moveTo>
                  <a:pt x="7940" y="6932"/>
                </a:moveTo>
                <a:cubicBezTo>
                  <a:pt x="8160" y="6932"/>
                  <a:pt x="8318" y="7089"/>
                  <a:pt x="8318" y="7310"/>
                </a:cubicBezTo>
                <a:cubicBezTo>
                  <a:pt x="8286" y="7499"/>
                  <a:pt x="8160" y="7656"/>
                  <a:pt x="7940" y="7656"/>
                </a:cubicBezTo>
                <a:lnTo>
                  <a:pt x="6932" y="7656"/>
                </a:lnTo>
                <a:cubicBezTo>
                  <a:pt x="6743" y="7656"/>
                  <a:pt x="6585" y="7499"/>
                  <a:pt x="6585" y="7310"/>
                </a:cubicBezTo>
                <a:cubicBezTo>
                  <a:pt x="6585" y="7089"/>
                  <a:pt x="6743" y="6932"/>
                  <a:pt x="6932" y="6932"/>
                </a:cubicBezTo>
                <a:close/>
                <a:moveTo>
                  <a:pt x="3781" y="8318"/>
                </a:moveTo>
                <a:cubicBezTo>
                  <a:pt x="4002" y="8350"/>
                  <a:pt x="4128" y="8507"/>
                  <a:pt x="4128" y="8665"/>
                </a:cubicBezTo>
                <a:cubicBezTo>
                  <a:pt x="4128" y="8885"/>
                  <a:pt x="3970" y="9043"/>
                  <a:pt x="3781" y="9043"/>
                </a:cubicBezTo>
                <a:lnTo>
                  <a:pt x="3057" y="9043"/>
                </a:lnTo>
                <a:cubicBezTo>
                  <a:pt x="2868" y="9043"/>
                  <a:pt x="2710" y="8885"/>
                  <a:pt x="2710" y="8665"/>
                </a:cubicBezTo>
                <a:cubicBezTo>
                  <a:pt x="2710" y="8476"/>
                  <a:pt x="2868" y="8318"/>
                  <a:pt x="3057" y="8318"/>
                </a:cubicBezTo>
                <a:close/>
                <a:moveTo>
                  <a:pt x="7940" y="8318"/>
                </a:moveTo>
                <a:cubicBezTo>
                  <a:pt x="8160" y="8350"/>
                  <a:pt x="8286" y="8507"/>
                  <a:pt x="8286" y="8665"/>
                </a:cubicBezTo>
                <a:cubicBezTo>
                  <a:pt x="8286" y="8885"/>
                  <a:pt x="8129" y="9043"/>
                  <a:pt x="7940" y="9043"/>
                </a:cubicBezTo>
                <a:lnTo>
                  <a:pt x="7247" y="9043"/>
                </a:lnTo>
                <a:cubicBezTo>
                  <a:pt x="7026" y="9043"/>
                  <a:pt x="6869" y="8885"/>
                  <a:pt x="6869" y="8665"/>
                </a:cubicBezTo>
                <a:cubicBezTo>
                  <a:pt x="6869" y="8476"/>
                  <a:pt x="7026" y="8318"/>
                  <a:pt x="7247" y="8318"/>
                </a:cubicBezTo>
                <a:close/>
                <a:moveTo>
                  <a:pt x="2868" y="2049"/>
                </a:moveTo>
                <a:lnTo>
                  <a:pt x="2868" y="2049"/>
                </a:lnTo>
                <a:cubicBezTo>
                  <a:pt x="2805" y="2332"/>
                  <a:pt x="2805" y="2521"/>
                  <a:pt x="2805" y="2805"/>
                </a:cubicBezTo>
                <a:cubicBezTo>
                  <a:pt x="2395" y="2962"/>
                  <a:pt x="2080" y="3309"/>
                  <a:pt x="2080" y="3781"/>
                </a:cubicBezTo>
                <a:lnTo>
                  <a:pt x="2080" y="8665"/>
                </a:lnTo>
                <a:cubicBezTo>
                  <a:pt x="2080" y="9263"/>
                  <a:pt x="2553" y="9704"/>
                  <a:pt x="3088" y="9704"/>
                </a:cubicBezTo>
                <a:lnTo>
                  <a:pt x="5199" y="9704"/>
                </a:lnTo>
                <a:lnTo>
                  <a:pt x="5199" y="7247"/>
                </a:lnTo>
                <a:cubicBezTo>
                  <a:pt x="5199" y="7058"/>
                  <a:pt x="5357" y="6900"/>
                  <a:pt x="5546" y="6900"/>
                </a:cubicBezTo>
                <a:cubicBezTo>
                  <a:pt x="5735" y="6900"/>
                  <a:pt x="5892" y="7058"/>
                  <a:pt x="5892" y="7247"/>
                </a:cubicBezTo>
                <a:lnTo>
                  <a:pt x="5892" y="9704"/>
                </a:lnTo>
                <a:lnTo>
                  <a:pt x="8003" y="9704"/>
                </a:lnTo>
                <a:cubicBezTo>
                  <a:pt x="8570" y="9704"/>
                  <a:pt x="9011" y="9232"/>
                  <a:pt x="9011" y="8665"/>
                </a:cubicBezTo>
                <a:lnTo>
                  <a:pt x="9011" y="3844"/>
                </a:lnTo>
                <a:cubicBezTo>
                  <a:pt x="9011" y="3372"/>
                  <a:pt x="8728" y="2994"/>
                  <a:pt x="8318" y="2836"/>
                </a:cubicBezTo>
                <a:cubicBezTo>
                  <a:pt x="8318" y="2584"/>
                  <a:pt x="8318" y="2364"/>
                  <a:pt x="8223" y="2112"/>
                </a:cubicBezTo>
                <a:lnTo>
                  <a:pt x="8223" y="2112"/>
                </a:lnTo>
                <a:cubicBezTo>
                  <a:pt x="9043" y="2269"/>
                  <a:pt x="9736" y="2962"/>
                  <a:pt x="9736" y="3844"/>
                </a:cubicBezTo>
                <a:lnTo>
                  <a:pt x="9736" y="8696"/>
                </a:lnTo>
                <a:cubicBezTo>
                  <a:pt x="9736" y="9641"/>
                  <a:pt x="8948" y="10429"/>
                  <a:pt x="8003" y="10429"/>
                </a:cubicBezTo>
                <a:lnTo>
                  <a:pt x="3151" y="10429"/>
                </a:lnTo>
                <a:cubicBezTo>
                  <a:pt x="2206" y="10429"/>
                  <a:pt x="1418" y="9641"/>
                  <a:pt x="1418" y="8696"/>
                </a:cubicBezTo>
                <a:lnTo>
                  <a:pt x="1418" y="3781"/>
                </a:lnTo>
                <a:lnTo>
                  <a:pt x="1355" y="3781"/>
                </a:lnTo>
                <a:cubicBezTo>
                  <a:pt x="1355" y="2931"/>
                  <a:pt x="1985" y="2206"/>
                  <a:pt x="2868" y="2049"/>
                </a:cubicBezTo>
                <a:close/>
                <a:moveTo>
                  <a:pt x="3088" y="1"/>
                </a:moveTo>
                <a:cubicBezTo>
                  <a:pt x="1355" y="1"/>
                  <a:pt x="1" y="1419"/>
                  <a:pt x="1" y="3120"/>
                </a:cubicBezTo>
                <a:lnTo>
                  <a:pt x="1" y="8728"/>
                </a:lnTo>
                <a:cubicBezTo>
                  <a:pt x="1" y="10397"/>
                  <a:pt x="1355" y="11815"/>
                  <a:pt x="3088" y="11815"/>
                </a:cubicBezTo>
                <a:lnTo>
                  <a:pt x="7940" y="11815"/>
                </a:lnTo>
                <a:cubicBezTo>
                  <a:pt x="9673" y="11815"/>
                  <a:pt x="11059" y="10397"/>
                  <a:pt x="11059" y="8728"/>
                </a:cubicBezTo>
                <a:lnTo>
                  <a:pt x="11059" y="3120"/>
                </a:lnTo>
                <a:cubicBezTo>
                  <a:pt x="11059" y="1387"/>
                  <a:pt x="9641" y="1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4" name="Google Shape;2894;p22"/>
          <p:cNvSpPr/>
          <p:nvPr/>
        </p:nvSpPr>
        <p:spPr>
          <a:xfrm>
            <a:off x="6475207" y="3650956"/>
            <a:ext cx="115857" cy="64412"/>
          </a:xfrm>
          <a:custGeom>
            <a:rect b="b" l="l" r="r" t="t"/>
            <a:pathLst>
              <a:path extrusionOk="0" h="2616" w="3529">
                <a:moveTo>
                  <a:pt x="725" y="1"/>
                </a:moveTo>
                <a:cubicBezTo>
                  <a:pt x="315" y="1"/>
                  <a:pt x="0" y="347"/>
                  <a:pt x="0" y="725"/>
                </a:cubicBezTo>
                <a:cubicBezTo>
                  <a:pt x="0" y="1356"/>
                  <a:pt x="1040" y="2049"/>
                  <a:pt x="1733" y="2616"/>
                </a:cubicBezTo>
                <a:cubicBezTo>
                  <a:pt x="2458" y="2017"/>
                  <a:pt x="3466" y="1356"/>
                  <a:pt x="3466" y="725"/>
                </a:cubicBezTo>
                <a:cubicBezTo>
                  <a:pt x="3529" y="410"/>
                  <a:pt x="3277" y="1"/>
                  <a:pt x="2804" y="1"/>
                </a:cubicBezTo>
                <a:cubicBezTo>
                  <a:pt x="2300" y="1"/>
                  <a:pt x="2111" y="599"/>
                  <a:pt x="2111" y="599"/>
                </a:cubicBezTo>
                <a:cubicBezTo>
                  <a:pt x="2063" y="745"/>
                  <a:pt x="1906" y="824"/>
                  <a:pt x="1753" y="824"/>
                </a:cubicBezTo>
                <a:cubicBezTo>
                  <a:pt x="1607" y="824"/>
                  <a:pt x="1464" y="753"/>
                  <a:pt x="1418" y="599"/>
                </a:cubicBezTo>
                <a:cubicBezTo>
                  <a:pt x="1418" y="568"/>
                  <a:pt x="1229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5" name="Google Shape;2895;p22"/>
          <p:cNvSpPr/>
          <p:nvPr/>
        </p:nvSpPr>
        <p:spPr>
          <a:xfrm>
            <a:off x="6341782" y="3531508"/>
            <a:ext cx="385818" cy="287812"/>
          </a:xfrm>
          <a:custGeom>
            <a:rect b="b" l="l" r="r" t="t"/>
            <a:pathLst>
              <a:path extrusionOk="0" h="11689" w="11752">
                <a:moveTo>
                  <a:pt x="6837" y="4159"/>
                </a:moveTo>
                <a:cubicBezTo>
                  <a:pt x="7624" y="4159"/>
                  <a:pt x="8223" y="4789"/>
                  <a:pt x="8223" y="5576"/>
                </a:cubicBezTo>
                <a:cubicBezTo>
                  <a:pt x="8254" y="6616"/>
                  <a:pt x="7309" y="7183"/>
                  <a:pt x="6049" y="8223"/>
                </a:cubicBezTo>
                <a:cubicBezTo>
                  <a:pt x="5986" y="8286"/>
                  <a:pt x="5907" y="8317"/>
                  <a:pt x="5829" y="8317"/>
                </a:cubicBezTo>
                <a:cubicBezTo>
                  <a:pt x="5750" y="8317"/>
                  <a:pt x="5671" y="8286"/>
                  <a:pt x="5608" y="8223"/>
                </a:cubicBezTo>
                <a:cubicBezTo>
                  <a:pt x="4348" y="7183"/>
                  <a:pt x="3403" y="6585"/>
                  <a:pt x="3403" y="5576"/>
                </a:cubicBezTo>
                <a:cubicBezTo>
                  <a:pt x="3403" y="4789"/>
                  <a:pt x="4033" y="4159"/>
                  <a:pt x="4789" y="4159"/>
                </a:cubicBezTo>
                <a:cubicBezTo>
                  <a:pt x="5293" y="4159"/>
                  <a:pt x="5608" y="4411"/>
                  <a:pt x="5797" y="4663"/>
                </a:cubicBezTo>
                <a:cubicBezTo>
                  <a:pt x="6018" y="4411"/>
                  <a:pt x="6364" y="4159"/>
                  <a:pt x="6837" y="4159"/>
                </a:cubicBezTo>
                <a:close/>
                <a:moveTo>
                  <a:pt x="4474" y="0"/>
                </a:moveTo>
                <a:cubicBezTo>
                  <a:pt x="3875" y="0"/>
                  <a:pt x="3466" y="473"/>
                  <a:pt x="3466" y="1008"/>
                </a:cubicBezTo>
                <a:lnTo>
                  <a:pt x="3466" y="3466"/>
                </a:lnTo>
                <a:lnTo>
                  <a:pt x="1008" y="3466"/>
                </a:lnTo>
                <a:cubicBezTo>
                  <a:pt x="410" y="3466"/>
                  <a:pt x="0" y="3938"/>
                  <a:pt x="0" y="4474"/>
                </a:cubicBezTo>
                <a:lnTo>
                  <a:pt x="0" y="7246"/>
                </a:lnTo>
                <a:cubicBezTo>
                  <a:pt x="0" y="7813"/>
                  <a:pt x="473" y="8254"/>
                  <a:pt x="1008" y="8254"/>
                </a:cubicBezTo>
                <a:lnTo>
                  <a:pt x="3466" y="8254"/>
                </a:lnTo>
                <a:lnTo>
                  <a:pt x="3466" y="10649"/>
                </a:lnTo>
                <a:cubicBezTo>
                  <a:pt x="3466" y="11247"/>
                  <a:pt x="3938" y="11688"/>
                  <a:pt x="4474" y="11688"/>
                </a:cubicBezTo>
                <a:lnTo>
                  <a:pt x="7246" y="11688"/>
                </a:lnTo>
                <a:cubicBezTo>
                  <a:pt x="7813" y="11688"/>
                  <a:pt x="8254" y="11216"/>
                  <a:pt x="8254" y="10649"/>
                </a:cubicBezTo>
                <a:lnTo>
                  <a:pt x="8254" y="8254"/>
                </a:lnTo>
                <a:lnTo>
                  <a:pt x="10680" y="8254"/>
                </a:lnTo>
                <a:cubicBezTo>
                  <a:pt x="11279" y="8254"/>
                  <a:pt x="11720" y="7782"/>
                  <a:pt x="11720" y="7246"/>
                </a:cubicBezTo>
                <a:lnTo>
                  <a:pt x="11720" y="4474"/>
                </a:lnTo>
                <a:cubicBezTo>
                  <a:pt x="11751" y="3938"/>
                  <a:pt x="11279" y="3466"/>
                  <a:pt x="10680" y="3466"/>
                </a:cubicBezTo>
                <a:lnTo>
                  <a:pt x="8254" y="3466"/>
                </a:lnTo>
                <a:lnTo>
                  <a:pt x="8254" y="1008"/>
                </a:lnTo>
                <a:cubicBezTo>
                  <a:pt x="8254" y="410"/>
                  <a:pt x="7782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6" name="Google Shape;2896;p22"/>
          <p:cNvSpPr/>
          <p:nvPr/>
        </p:nvSpPr>
        <p:spPr>
          <a:xfrm>
            <a:off x="8513656" y="3158084"/>
            <a:ext cx="184111" cy="290546"/>
          </a:xfrm>
          <a:custGeom>
            <a:rect b="b" l="l" r="r" t="t"/>
            <a:pathLst>
              <a:path extrusionOk="0" h="11800" w="5608">
                <a:moveTo>
                  <a:pt x="1465" y="2908"/>
                </a:moveTo>
                <a:cubicBezTo>
                  <a:pt x="1552" y="2908"/>
                  <a:pt x="1638" y="2931"/>
                  <a:pt x="1701" y="2979"/>
                </a:cubicBezTo>
                <a:cubicBezTo>
                  <a:pt x="1827" y="3105"/>
                  <a:pt x="1827" y="3357"/>
                  <a:pt x="1701" y="3451"/>
                </a:cubicBezTo>
                <a:cubicBezTo>
                  <a:pt x="1292" y="3861"/>
                  <a:pt x="1292" y="4522"/>
                  <a:pt x="1701" y="4932"/>
                </a:cubicBezTo>
                <a:cubicBezTo>
                  <a:pt x="1827" y="5026"/>
                  <a:pt x="1827" y="5279"/>
                  <a:pt x="1701" y="5373"/>
                </a:cubicBezTo>
                <a:cubicBezTo>
                  <a:pt x="1632" y="5477"/>
                  <a:pt x="1544" y="5524"/>
                  <a:pt x="1452" y="5524"/>
                </a:cubicBezTo>
                <a:cubicBezTo>
                  <a:pt x="1377" y="5524"/>
                  <a:pt x="1300" y="5493"/>
                  <a:pt x="1229" y="5436"/>
                </a:cubicBezTo>
                <a:cubicBezTo>
                  <a:pt x="567" y="4774"/>
                  <a:pt x="567" y="3672"/>
                  <a:pt x="1229" y="2979"/>
                </a:cubicBezTo>
                <a:cubicBezTo>
                  <a:pt x="1292" y="2931"/>
                  <a:pt x="1378" y="2908"/>
                  <a:pt x="1465" y="2908"/>
                </a:cubicBezTo>
                <a:close/>
                <a:moveTo>
                  <a:pt x="2461" y="7313"/>
                </a:moveTo>
                <a:cubicBezTo>
                  <a:pt x="2532" y="7313"/>
                  <a:pt x="2605" y="7318"/>
                  <a:pt x="2678" y="7326"/>
                </a:cubicBezTo>
                <a:cubicBezTo>
                  <a:pt x="2867" y="7358"/>
                  <a:pt x="3025" y="7515"/>
                  <a:pt x="2993" y="7704"/>
                </a:cubicBezTo>
                <a:cubicBezTo>
                  <a:pt x="2962" y="7925"/>
                  <a:pt x="2804" y="8019"/>
                  <a:pt x="2615" y="8019"/>
                </a:cubicBezTo>
                <a:cubicBezTo>
                  <a:pt x="2579" y="8016"/>
                  <a:pt x="2543" y="8014"/>
                  <a:pt x="2507" y="8014"/>
                </a:cubicBezTo>
                <a:cubicBezTo>
                  <a:pt x="1947" y="8014"/>
                  <a:pt x="1418" y="8467"/>
                  <a:pt x="1418" y="9059"/>
                </a:cubicBezTo>
                <a:cubicBezTo>
                  <a:pt x="1418" y="9248"/>
                  <a:pt x="1260" y="9406"/>
                  <a:pt x="1071" y="9406"/>
                </a:cubicBezTo>
                <a:cubicBezTo>
                  <a:pt x="882" y="9406"/>
                  <a:pt x="725" y="9248"/>
                  <a:pt x="725" y="9059"/>
                </a:cubicBezTo>
                <a:cubicBezTo>
                  <a:pt x="725" y="8091"/>
                  <a:pt x="1490" y="7313"/>
                  <a:pt x="2461" y="7313"/>
                </a:cubicBezTo>
                <a:close/>
                <a:moveTo>
                  <a:pt x="1060" y="0"/>
                </a:moveTo>
                <a:cubicBezTo>
                  <a:pt x="689" y="0"/>
                  <a:pt x="327" y="130"/>
                  <a:pt x="0" y="364"/>
                </a:cubicBezTo>
                <a:lnTo>
                  <a:pt x="0" y="5247"/>
                </a:lnTo>
                <a:cubicBezTo>
                  <a:pt x="0" y="5814"/>
                  <a:pt x="473" y="6255"/>
                  <a:pt x="1040" y="6255"/>
                </a:cubicBezTo>
                <a:cubicBezTo>
                  <a:pt x="1229" y="6255"/>
                  <a:pt x="1386" y="6413"/>
                  <a:pt x="1386" y="6602"/>
                </a:cubicBezTo>
                <a:cubicBezTo>
                  <a:pt x="1386" y="6822"/>
                  <a:pt x="1229" y="6948"/>
                  <a:pt x="1040" y="6948"/>
                </a:cubicBezTo>
                <a:cubicBezTo>
                  <a:pt x="630" y="6948"/>
                  <a:pt x="284" y="6854"/>
                  <a:pt x="0" y="6602"/>
                </a:cubicBezTo>
                <a:lnTo>
                  <a:pt x="0" y="11453"/>
                </a:lnTo>
                <a:cubicBezTo>
                  <a:pt x="284" y="11705"/>
                  <a:pt x="630" y="11800"/>
                  <a:pt x="1040" y="11800"/>
                </a:cubicBezTo>
                <a:cubicBezTo>
                  <a:pt x="1733" y="11800"/>
                  <a:pt x="2363" y="11359"/>
                  <a:pt x="2647" y="10760"/>
                </a:cubicBezTo>
                <a:cubicBezTo>
                  <a:pt x="3497" y="10634"/>
                  <a:pt x="4190" y="9910"/>
                  <a:pt x="4190" y="9028"/>
                </a:cubicBezTo>
                <a:cubicBezTo>
                  <a:pt x="4190" y="8902"/>
                  <a:pt x="4159" y="8776"/>
                  <a:pt x="4159" y="8618"/>
                </a:cubicBezTo>
                <a:cubicBezTo>
                  <a:pt x="4505" y="8555"/>
                  <a:pt x="4820" y="8397"/>
                  <a:pt x="5104" y="8145"/>
                </a:cubicBezTo>
                <a:cubicBezTo>
                  <a:pt x="5419" y="7830"/>
                  <a:pt x="5608" y="7389"/>
                  <a:pt x="5608" y="6917"/>
                </a:cubicBezTo>
                <a:cubicBezTo>
                  <a:pt x="5608" y="6539"/>
                  <a:pt x="5482" y="6192"/>
                  <a:pt x="5261" y="5909"/>
                </a:cubicBezTo>
                <a:cubicBezTo>
                  <a:pt x="5482" y="5594"/>
                  <a:pt x="5608" y="5247"/>
                  <a:pt x="5608" y="4869"/>
                </a:cubicBezTo>
                <a:cubicBezTo>
                  <a:pt x="5608" y="4396"/>
                  <a:pt x="5387" y="3987"/>
                  <a:pt x="5072" y="3672"/>
                </a:cubicBezTo>
                <a:cubicBezTo>
                  <a:pt x="4852" y="3420"/>
                  <a:pt x="4505" y="3262"/>
                  <a:pt x="4127" y="3199"/>
                </a:cubicBezTo>
                <a:cubicBezTo>
                  <a:pt x="4253" y="2632"/>
                  <a:pt x="4096" y="2002"/>
                  <a:pt x="3655" y="1561"/>
                </a:cubicBezTo>
                <a:cubicBezTo>
                  <a:pt x="3403" y="1309"/>
                  <a:pt x="3025" y="1120"/>
                  <a:pt x="2647" y="1088"/>
                </a:cubicBezTo>
                <a:cubicBezTo>
                  <a:pt x="2394" y="584"/>
                  <a:pt x="1985" y="143"/>
                  <a:pt x="1449" y="49"/>
                </a:cubicBezTo>
                <a:cubicBezTo>
                  <a:pt x="1319" y="16"/>
                  <a:pt x="1189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7" name="Google Shape;2897;p22"/>
          <p:cNvSpPr/>
          <p:nvPr/>
        </p:nvSpPr>
        <p:spPr>
          <a:xfrm>
            <a:off x="8307806" y="3158060"/>
            <a:ext cx="183093" cy="289807"/>
          </a:xfrm>
          <a:custGeom>
            <a:rect b="b" l="l" r="r" t="t"/>
            <a:pathLst>
              <a:path extrusionOk="0" h="11770" w="5577">
                <a:moveTo>
                  <a:pt x="4187" y="2948"/>
                </a:moveTo>
                <a:cubicBezTo>
                  <a:pt x="4277" y="2948"/>
                  <a:pt x="4364" y="2980"/>
                  <a:pt x="4411" y="3043"/>
                </a:cubicBezTo>
                <a:cubicBezTo>
                  <a:pt x="5104" y="3673"/>
                  <a:pt x="5104" y="4775"/>
                  <a:pt x="4411" y="5437"/>
                </a:cubicBezTo>
                <a:cubicBezTo>
                  <a:pt x="4364" y="5500"/>
                  <a:pt x="4277" y="5532"/>
                  <a:pt x="4187" y="5532"/>
                </a:cubicBezTo>
                <a:cubicBezTo>
                  <a:pt x="4096" y="5532"/>
                  <a:pt x="4002" y="5500"/>
                  <a:pt x="3939" y="5437"/>
                </a:cubicBezTo>
                <a:cubicBezTo>
                  <a:pt x="3844" y="5311"/>
                  <a:pt x="3844" y="5090"/>
                  <a:pt x="3939" y="4964"/>
                </a:cubicBezTo>
                <a:cubicBezTo>
                  <a:pt x="4348" y="4555"/>
                  <a:pt x="4348" y="3893"/>
                  <a:pt x="3939" y="3515"/>
                </a:cubicBezTo>
                <a:cubicBezTo>
                  <a:pt x="3844" y="3389"/>
                  <a:pt x="3844" y="3137"/>
                  <a:pt x="3939" y="3043"/>
                </a:cubicBezTo>
                <a:cubicBezTo>
                  <a:pt x="4002" y="2980"/>
                  <a:pt x="4096" y="2948"/>
                  <a:pt x="4187" y="2948"/>
                </a:cubicBezTo>
                <a:close/>
                <a:moveTo>
                  <a:pt x="3148" y="7314"/>
                </a:moveTo>
                <a:cubicBezTo>
                  <a:pt x="4123" y="7314"/>
                  <a:pt x="4915" y="8092"/>
                  <a:pt x="4915" y="9060"/>
                </a:cubicBezTo>
                <a:cubicBezTo>
                  <a:pt x="4915" y="9249"/>
                  <a:pt x="4726" y="9407"/>
                  <a:pt x="4537" y="9407"/>
                </a:cubicBezTo>
                <a:cubicBezTo>
                  <a:pt x="4348" y="9407"/>
                  <a:pt x="4191" y="9249"/>
                  <a:pt x="4191" y="9060"/>
                </a:cubicBezTo>
                <a:cubicBezTo>
                  <a:pt x="4191" y="8468"/>
                  <a:pt x="3662" y="8015"/>
                  <a:pt x="3101" y="8015"/>
                </a:cubicBezTo>
                <a:cubicBezTo>
                  <a:pt x="3066" y="8015"/>
                  <a:pt x="3030" y="8017"/>
                  <a:pt x="2994" y="8020"/>
                </a:cubicBezTo>
                <a:cubicBezTo>
                  <a:pt x="2968" y="8029"/>
                  <a:pt x="2944" y="8033"/>
                  <a:pt x="2920" y="8033"/>
                </a:cubicBezTo>
                <a:cubicBezTo>
                  <a:pt x="2765" y="8033"/>
                  <a:pt x="2643" y="7869"/>
                  <a:pt x="2616" y="7705"/>
                </a:cubicBezTo>
                <a:cubicBezTo>
                  <a:pt x="2584" y="7516"/>
                  <a:pt x="2742" y="7359"/>
                  <a:pt x="2931" y="7327"/>
                </a:cubicBezTo>
                <a:cubicBezTo>
                  <a:pt x="3004" y="7319"/>
                  <a:pt x="3077" y="7314"/>
                  <a:pt x="3148" y="7314"/>
                </a:cubicBezTo>
                <a:close/>
                <a:moveTo>
                  <a:pt x="4581" y="0"/>
                </a:moveTo>
                <a:cubicBezTo>
                  <a:pt x="4444" y="0"/>
                  <a:pt x="4303" y="16"/>
                  <a:pt x="4159" y="50"/>
                </a:cubicBezTo>
                <a:cubicBezTo>
                  <a:pt x="3592" y="144"/>
                  <a:pt x="3214" y="585"/>
                  <a:pt x="2962" y="1089"/>
                </a:cubicBezTo>
                <a:cubicBezTo>
                  <a:pt x="2584" y="1152"/>
                  <a:pt x="2206" y="1310"/>
                  <a:pt x="1954" y="1562"/>
                </a:cubicBezTo>
                <a:cubicBezTo>
                  <a:pt x="1513" y="2003"/>
                  <a:pt x="1355" y="2633"/>
                  <a:pt x="1481" y="3200"/>
                </a:cubicBezTo>
                <a:cubicBezTo>
                  <a:pt x="1135" y="3232"/>
                  <a:pt x="820" y="3389"/>
                  <a:pt x="536" y="3673"/>
                </a:cubicBezTo>
                <a:cubicBezTo>
                  <a:pt x="221" y="3988"/>
                  <a:pt x="1" y="4397"/>
                  <a:pt x="1" y="4870"/>
                </a:cubicBezTo>
                <a:cubicBezTo>
                  <a:pt x="1" y="5280"/>
                  <a:pt x="127" y="5626"/>
                  <a:pt x="379" y="5910"/>
                </a:cubicBezTo>
                <a:cubicBezTo>
                  <a:pt x="127" y="6225"/>
                  <a:pt x="1" y="6571"/>
                  <a:pt x="1" y="6918"/>
                </a:cubicBezTo>
                <a:cubicBezTo>
                  <a:pt x="1" y="7390"/>
                  <a:pt x="221" y="7831"/>
                  <a:pt x="536" y="8146"/>
                </a:cubicBezTo>
                <a:cubicBezTo>
                  <a:pt x="788" y="8430"/>
                  <a:pt x="1135" y="8588"/>
                  <a:pt x="1481" y="8619"/>
                </a:cubicBezTo>
                <a:cubicBezTo>
                  <a:pt x="1229" y="9690"/>
                  <a:pt x="1985" y="10604"/>
                  <a:pt x="2931" y="10698"/>
                </a:cubicBezTo>
                <a:cubicBezTo>
                  <a:pt x="3214" y="11328"/>
                  <a:pt x="3781" y="11769"/>
                  <a:pt x="4537" y="11769"/>
                </a:cubicBezTo>
                <a:cubicBezTo>
                  <a:pt x="4947" y="11769"/>
                  <a:pt x="5293" y="11612"/>
                  <a:pt x="5577" y="11423"/>
                </a:cubicBezTo>
                <a:lnTo>
                  <a:pt x="5577" y="6571"/>
                </a:lnTo>
                <a:cubicBezTo>
                  <a:pt x="5293" y="6823"/>
                  <a:pt x="4947" y="6918"/>
                  <a:pt x="4537" y="6918"/>
                </a:cubicBezTo>
                <a:cubicBezTo>
                  <a:pt x="4348" y="6918"/>
                  <a:pt x="4191" y="6760"/>
                  <a:pt x="4191" y="6571"/>
                </a:cubicBezTo>
                <a:cubicBezTo>
                  <a:pt x="4191" y="6382"/>
                  <a:pt x="4348" y="6225"/>
                  <a:pt x="4537" y="6225"/>
                </a:cubicBezTo>
                <a:cubicBezTo>
                  <a:pt x="5136" y="6225"/>
                  <a:pt x="5577" y="5752"/>
                  <a:pt x="5577" y="5185"/>
                </a:cubicBezTo>
                <a:lnTo>
                  <a:pt x="5577" y="302"/>
                </a:lnTo>
                <a:cubicBezTo>
                  <a:pt x="5300" y="117"/>
                  <a:pt x="4956" y="0"/>
                  <a:pt x="45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8" name="Google Shape;2898;p22"/>
          <p:cNvSpPr/>
          <p:nvPr/>
        </p:nvSpPr>
        <p:spPr>
          <a:xfrm>
            <a:off x="6135747" y="1736016"/>
            <a:ext cx="23804" cy="17876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99" y="663"/>
                  <a:pt x="725" y="505"/>
                  <a:pt x="725" y="347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9" name="Google Shape;2899;p22"/>
          <p:cNvSpPr/>
          <p:nvPr/>
        </p:nvSpPr>
        <p:spPr>
          <a:xfrm>
            <a:off x="5977501" y="1615018"/>
            <a:ext cx="79646" cy="103956"/>
          </a:xfrm>
          <a:custGeom>
            <a:rect b="b" l="l" r="r" t="t"/>
            <a:pathLst>
              <a:path extrusionOk="0" h="4222" w="242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32" y="1922"/>
                  <a:pt x="158" y="2080"/>
                  <a:pt x="347" y="2080"/>
                </a:cubicBezTo>
                <a:cubicBezTo>
                  <a:pt x="536" y="2080"/>
                  <a:pt x="693" y="1922"/>
                  <a:pt x="693" y="1733"/>
                </a:cubicBezTo>
                <a:lnTo>
                  <a:pt x="693" y="1386"/>
                </a:lnTo>
                <a:lnTo>
                  <a:pt x="1040" y="1386"/>
                </a:lnTo>
                <a:cubicBezTo>
                  <a:pt x="1260" y="1386"/>
                  <a:pt x="1418" y="1544"/>
                  <a:pt x="1418" y="1733"/>
                </a:cubicBezTo>
                <a:lnTo>
                  <a:pt x="1418" y="2899"/>
                </a:lnTo>
                <a:cubicBezTo>
                  <a:pt x="1197" y="3025"/>
                  <a:pt x="1040" y="3277"/>
                  <a:pt x="1040" y="3497"/>
                </a:cubicBezTo>
                <a:lnTo>
                  <a:pt x="1040" y="4222"/>
                </a:lnTo>
                <a:lnTo>
                  <a:pt x="2426" y="4222"/>
                </a:lnTo>
                <a:lnTo>
                  <a:pt x="2426" y="3497"/>
                </a:lnTo>
                <a:cubicBezTo>
                  <a:pt x="2426" y="3214"/>
                  <a:pt x="2268" y="3025"/>
                  <a:pt x="2079" y="2899"/>
                </a:cubicBezTo>
                <a:lnTo>
                  <a:pt x="2079" y="1733"/>
                </a:lnTo>
                <a:cubicBezTo>
                  <a:pt x="2079" y="1134"/>
                  <a:pt x="1607" y="693"/>
                  <a:pt x="1040" y="693"/>
                </a:cubicBezTo>
                <a:lnTo>
                  <a:pt x="693" y="693"/>
                </a:ln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0" name="Google Shape;2900;p22"/>
          <p:cNvSpPr/>
          <p:nvPr/>
        </p:nvSpPr>
        <p:spPr>
          <a:xfrm>
            <a:off x="5875101" y="1615018"/>
            <a:ext cx="79646" cy="103956"/>
          </a:xfrm>
          <a:custGeom>
            <a:rect b="b" l="l" r="r" t="t"/>
            <a:pathLst>
              <a:path extrusionOk="0" h="4222" w="2426">
                <a:moveTo>
                  <a:pt x="2079" y="0"/>
                </a:moveTo>
                <a:cubicBezTo>
                  <a:pt x="1890" y="0"/>
                  <a:pt x="1733" y="158"/>
                  <a:pt x="1733" y="347"/>
                </a:cubicBezTo>
                <a:lnTo>
                  <a:pt x="1733" y="693"/>
                </a:lnTo>
                <a:lnTo>
                  <a:pt x="1386" y="693"/>
                </a:lnTo>
                <a:cubicBezTo>
                  <a:pt x="788" y="693"/>
                  <a:pt x="347" y="1166"/>
                  <a:pt x="347" y="1733"/>
                </a:cubicBezTo>
                <a:lnTo>
                  <a:pt x="347" y="2899"/>
                </a:lnTo>
                <a:cubicBezTo>
                  <a:pt x="158" y="3025"/>
                  <a:pt x="0" y="3277"/>
                  <a:pt x="0" y="3497"/>
                </a:cubicBezTo>
                <a:lnTo>
                  <a:pt x="0" y="4222"/>
                </a:lnTo>
                <a:lnTo>
                  <a:pt x="1386" y="4222"/>
                </a:lnTo>
                <a:lnTo>
                  <a:pt x="1386" y="3497"/>
                </a:lnTo>
                <a:cubicBezTo>
                  <a:pt x="1386" y="3214"/>
                  <a:pt x="1229" y="3025"/>
                  <a:pt x="1008" y="2899"/>
                </a:cubicBezTo>
                <a:lnTo>
                  <a:pt x="1008" y="1733"/>
                </a:lnTo>
                <a:cubicBezTo>
                  <a:pt x="1008" y="1544"/>
                  <a:pt x="1166" y="1386"/>
                  <a:pt x="1386" y="1386"/>
                </a:cubicBezTo>
                <a:lnTo>
                  <a:pt x="1733" y="1386"/>
                </a:lnTo>
                <a:lnTo>
                  <a:pt x="1733" y="1733"/>
                </a:lnTo>
                <a:cubicBezTo>
                  <a:pt x="1733" y="1922"/>
                  <a:pt x="1890" y="2080"/>
                  <a:pt x="2079" y="2080"/>
                </a:cubicBezTo>
                <a:cubicBezTo>
                  <a:pt x="2268" y="2080"/>
                  <a:pt x="2426" y="1922"/>
                  <a:pt x="2426" y="1733"/>
                </a:cubicBezTo>
                <a:lnTo>
                  <a:pt x="2426" y="347"/>
                </a:lnTo>
                <a:cubicBezTo>
                  <a:pt x="2426" y="158"/>
                  <a:pt x="2268" y="0"/>
                  <a:pt x="20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1" name="Google Shape;2901;p22"/>
          <p:cNvSpPr/>
          <p:nvPr/>
        </p:nvSpPr>
        <p:spPr>
          <a:xfrm>
            <a:off x="5875102" y="1701888"/>
            <a:ext cx="329974" cy="204047"/>
          </a:xfrm>
          <a:custGeom>
            <a:rect b="b" l="l" r="r" t="t"/>
            <a:pathLst>
              <a:path extrusionOk="0" h="8287" w="10051">
                <a:moveTo>
                  <a:pt x="8317" y="725"/>
                </a:moveTo>
                <a:cubicBezTo>
                  <a:pt x="8885" y="725"/>
                  <a:pt x="9326" y="1198"/>
                  <a:pt x="9326" y="1733"/>
                </a:cubicBezTo>
                <a:cubicBezTo>
                  <a:pt x="9326" y="2332"/>
                  <a:pt x="8853" y="2773"/>
                  <a:pt x="8317" y="2773"/>
                </a:cubicBezTo>
                <a:cubicBezTo>
                  <a:pt x="7750" y="2773"/>
                  <a:pt x="7278" y="2301"/>
                  <a:pt x="7278" y="1733"/>
                </a:cubicBezTo>
                <a:cubicBezTo>
                  <a:pt x="7278" y="1166"/>
                  <a:pt x="7750" y="725"/>
                  <a:pt x="8317" y="725"/>
                </a:cubicBezTo>
                <a:close/>
                <a:moveTo>
                  <a:pt x="8317" y="1"/>
                </a:moveTo>
                <a:cubicBezTo>
                  <a:pt x="7372" y="1"/>
                  <a:pt x="6585" y="788"/>
                  <a:pt x="6585" y="1733"/>
                </a:cubicBezTo>
                <a:cubicBezTo>
                  <a:pt x="6585" y="2584"/>
                  <a:pt x="7152" y="3277"/>
                  <a:pt x="7939" y="3435"/>
                </a:cubicBezTo>
                <a:lnTo>
                  <a:pt x="7939" y="5199"/>
                </a:lnTo>
                <a:cubicBezTo>
                  <a:pt x="7939" y="6554"/>
                  <a:pt x="6837" y="7656"/>
                  <a:pt x="5513" y="7656"/>
                </a:cubicBezTo>
                <a:cubicBezTo>
                  <a:pt x="4190" y="7656"/>
                  <a:pt x="3088" y="6554"/>
                  <a:pt x="3088" y="5199"/>
                </a:cubicBezTo>
                <a:lnTo>
                  <a:pt x="3088" y="4506"/>
                </a:lnTo>
                <a:lnTo>
                  <a:pt x="3088" y="4443"/>
                </a:lnTo>
                <a:cubicBezTo>
                  <a:pt x="4316" y="4317"/>
                  <a:pt x="5324" y="3309"/>
                  <a:pt x="5482" y="2049"/>
                </a:cubicBezTo>
                <a:cubicBezTo>
                  <a:pt x="5513" y="1797"/>
                  <a:pt x="5513" y="1891"/>
                  <a:pt x="5513" y="1355"/>
                </a:cubicBezTo>
                <a:lnTo>
                  <a:pt x="4127" y="1355"/>
                </a:lnTo>
                <a:cubicBezTo>
                  <a:pt x="4127" y="1607"/>
                  <a:pt x="4127" y="1765"/>
                  <a:pt x="4096" y="2049"/>
                </a:cubicBezTo>
                <a:cubicBezTo>
                  <a:pt x="3938" y="2710"/>
                  <a:pt x="3340" y="3088"/>
                  <a:pt x="2741" y="3088"/>
                </a:cubicBezTo>
                <a:cubicBezTo>
                  <a:pt x="2174" y="3088"/>
                  <a:pt x="1575" y="2773"/>
                  <a:pt x="1418" y="2049"/>
                </a:cubicBezTo>
                <a:cubicBezTo>
                  <a:pt x="1386" y="1828"/>
                  <a:pt x="1386" y="1607"/>
                  <a:pt x="1386" y="1355"/>
                </a:cubicBezTo>
                <a:lnTo>
                  <a:pt x="0" y="1355"/>
                </a:lnTo>
                <a:cubicBezTo>
                  <a:pt x="0" y="1670"/>
                  <a:pt x="0" y="1733"/>
                  <a:pt x="32" y="2049"/>
                </a:cubicBezTo>
                <a:cubicBezTo>
                  <a:pt x="221" y="3277"/>
                  <a:pt x="1166" y="4317"/>
                  <a:pt x="2426" y="4474"/>
                </a:cubicBezTo>
                <a:lnTo>
                  <a:pt x="2426" y="5168"/>
                </a:lnTo>
                <a:cubicBezTo>
                  <a:pt x="2426" y="5672"/>
                  <a:pt x="2552" y="6144"/>
                  <a:pt x="2804" y="6585"/>
                </a:cubicBezTo>
                <a:cubicBezTo>
                  <a:pt x="3308" y="7625"/>
                  <a:pt x="4379" y="8286"/>
                  <a:pt x="5545" y="8286"/>
                </a:cubicBezTo>
                <a:cubicBezTo>
                  <a:pt x="7278" y="8286"/>
                  <a:pt x="8664" y="6869"/>
                  <a:pt x="8664" y="5168"/>
                </a:cubicBezTo>
                <a:lnTo>
                  <a:pt x="8664" y="3435"/>
                </a:lnTo>
                <a:cubicBezTo>
                  <a:pt x="9452" y="3277"/>
                  <a:pt x="10050" y="2584"/>
                  <a:pt x="10050" y="1733"/>
                </a:cubicBezTo>
                <a:cubicBezTo>
                  <a:pt x="10050" y="788"/>
                  <a:pt x="9263" y="1"/>
                  <a:pt x="8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2" name="Google Shape;2902;p22"/>
          <p:cNvSpPr/>
          <p:nvPr/>
        </p:nvSpPr>
        <p:spPr>
          <a:xfrm>
            <a:off x="5983198" y="2096586"/>
            <a:ext cx="113789" cy="85366"/>
          </a:xfrm>
          <a:custGeom>
            <a:rect b="b" l="l" r="r" t="t"/>
            <a:pathLst>
              <a:path extrusionOk="0" h="3467" w="3466">
                <a:moveTo>
                  <a:pt x="1386" y="662"/>
                </a:moveTo>
                <a:cubicBezTo>
                  <a:pt x="1764" y="662"/>
                  <a:pt x="2079" y="977"/>
                  <a:pt x="2079" y="1387"/>
                </a:cubicBezTo>
                <a:cubicBezTo>
                  <a:pt x="2079" y="1765"/>
                  <a:pt x="1764" y="2080"/>
                  <a:pt x="1386" y="2080"/>
                </a:cubicBezTo>
                <a:cubicBezTo>
                  <a:pt x="977" y="2080"/>
                  <a:pt x="662" y="1765"/>
                  <a:pt x="662" y="1387"/>
                </a:cubicBezTo>
                <a:cubicBezTo>
                  <a:pt x="662" y="977"/>
                  <a:pt x="977" y="662"/>
                  <a:pt x="1386" y="662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3" name="Google Shape;2903;p22"/>
          <p:cNvSpPr/>
          <p:nvPr/>
        </p:nvSpPr>
        <p:spPr>
          <a:xfrm>
            <a:off x="5844585" y="2043843"/>
            <a:ext cx="391005" cy="188510"/>
          </a:xfrm>
          <a:custGeom>
            <a:rect b="b" l="l" r="r" t="t"/>
            <a:pathLst>
              <a:path extrusionOk="0" h="7656" w="11910">
                <a:moveTo>
                  <a:pt x="5955" y="1418"/>
                </a:moveTo>
                <a:cubicBezTo>
                  <a:pt x="7278" y="1418"/>
                  <a:pt x="8381" y="2521"/>
                  <a:pt x="8381" y="3875"/>
                </a:cubicBezTo>
                <a:cubicBezTo>
                  <a:pt x="8381" y="5199"/>
                  <a:pt x="7278" y="6301"/>
                  <a:pt x="5955" y="6301"/>
                </a:cubicBezTo>
                <a:cubicBezTo>
                  <a:pt x="4600" y="6301"/>
                  <a:pt x="3497" y="5199"/>
                  <a:pt x="3497" y="3875"/>
                </a:cubicBezTo>
                <a:cubicBezTo>
                  <a:pt x="3497" y="2521"/>
                  <a:pt x="4600" y="1418"/>
                  <a:pt x="5955" y="1418"/>
                </a:cubicBezTo>
                <a:close/>
                <a:moveTo>
                  <a:pt x="5955" y="0"/>
                </a:moveTo>
                <a:cubicBezTo>
                  <a:pt x="2710" y="0"/>
                  <a:pt x="189" y="3466"/>
                  <a:pt x="95" y="3623"/>
                </a:cubicBezTo>
                <a:cubicBezTo>
                  <a:pt x="0" y="3749"/>
                  <a:pt x="0" y="3907"/>
                  <a:pt x="95" y="4033"/>
                </a:cubicBezTo>
                <a:cubicBezTo>
                  <a:pt x="189" y="4190"/>
                  <a:pt x="2773" y="7656"/>
                  <a:pt x="5955" y="7656"/>
                </a:cubicBezTo>
                <a:cubicBezTo>
                  <a:pt x="9137" y="7656"/>
                  <a:pt x="11689" y="4190"/>
                  <a:pt x="11815" y="4033"/>
                </a:cubicBezTo>
                <a:cubicBezTo>
                  <a:pt x="11909" y="3907"/>
                  <a:pt x="11909" y="3749"/>
                  <a:pt x="11815" y="3623"/>
                </a:cubicBezTo>
                <a:cubicBezTo>
                  <a:pt x="11689" y="3466"/>
                  <a:pt x="916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4" name="Google Shape;2904;p22"/>
          <p:cNvSpPr/>
          <p:nvPr/>
        </p:nvSpPr>
        <p:spPr>
          <a:xfrm>
            <a:off x="6007492" y="2369215"/>
            <a:ext cx="226560" cy="160120"/>
          </a:xfrm>
          <a:custGeom>
            <a:rect b="b" l="l" r="r" t="t"/>
            <a:pathLst>
              <a:path extrusionOk="0" h="6503" w="6901">
                <a:moveTo>
                  <a:pt x="5042" y="0"/>
                </a:moveTo>
                <a:cubicBezTo>
                  <a:pt x="4425" y="0"/>
                  <a:pt x="3809" y="237"/>
                  <a:pt x="3340" y="705"/>
                </a:cubicBezTo>
                <a:lnTo>
                  <a:pt x="1765" y="2281"/>
                </a:lnTo>
                <a:cubicBezTo>
                  <a:pt x="1639" y="2407"/>
                  <a:pt x="1639" y="2627"/>
                  <a:pt x="1765" y="2785"/>
                </a:cubicBezTo>
                <a:cubicBezTo>
                  <a:pt x="1860" y="2879"/>
                  <a:pt x="1891" y="2942"/>
                  <a:pt x="1891" y="3037"/>
                </a:cubicBezTo>
                <a:cubicBezTo>
                  <a:pt x="1891" y="3100"/>
                  <a:pt x="1860" y="3226"/>
                  <a:pt x="1765" y="3257"/>
                </a:cubicBezTo>
                <a:lnTo>
                  <a:pt x="1229" y="3824"/>
                </a:lnTo>
                <a:cubicBezTo>
                  <a:pt x="1009" y="3856"/>
                  <a:pt x="820" y="3919"/>
                  <a:pt x="662" y="4045"/>
                </a:cubicBezTo>
                <a:lnTo>
                  <a:pt x="1" y="4643"/>
                </a:lnTo>
                <a:lnTo>
                  <a:pt x="1860" y="6502"/>
                </a:lnTo>
                <a:lnTo>
                  <a:pt x="2427" y="5809"/>
                </a:lnTo>
                <a:cubicBezTo>
                  <a:pt x="2553" y="5652"/>
                  <a:pt x="2647" y="5494"/>
                  <a:pt x="2679" y="5305"/>
                </a:cubicBezTo>
                <a:lnTo>
                  <a:pt x="6774" y="1209"/>
                </a:lnTo>
                <a:cubicBezTo>
                  <a:pt x="6900" y="1083"/>
                  <a:pt x="6900" y="863"/>
                  <a:pt x="6774" y="737"/>
                </a:cubicBezTo>
                <a:cubicBezTo>
                  <a:pt x="6298" y="245"/>
                  <a:pt x="5669" y="0"/>
                  <a:pt x="504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5" name="Google Shape;2905;p22"/>
          <p:cNvSpPr/>
          <p:nvPr/>
        </p:nvSpPr>
        <p:spPr>
          <a:xfrm>
            <a:off x="5846128" y="2495950"/>
            <a:ext cx="206895" cy="155171"/>
          </a:xfrm>
          <a:custGeom>
            <a:rect b="b" l="l" r="r" t="t"/>
            <a:pathLst>
              <a:path extrusionOk="0" h="6302" w="6302">
                <a:moveTo>
                  <a:pt x="4412" y="1"/>
                </a:moveTo>
                <a:lnTo>
                  <a:pt x="537" y="3466"/>
                </a:lnTo>
                <a:cubicBezTo>
                  <a:pt x="190" y="3781"/>
                  <a:pt x="1" y="4222"/>
                  <a:pt x="1" y="4695"/>
                </a:cubicBezTo>
                <a:cubicBezTo>
                  <a:pt x="1" y="5136"/>
                  <a:pt x="158" y="5545"/>
                  <a:pt x="474" y="5829"/>
                </a:cubicBezTo>
                <a:cubicBezTo>
                  <a:pt x="789" y="6144"/>
                  <a:pt x="1167" y="6302"/>
                  <a:pt x="1608" y="6302"/>
                </a:cubicBezTo>
                <a:lnTo>
                  <a:pt x="1639" y="6302"/>
                </a:lnTo>
                <a:cubicBezTo>
                  <a:pt x="1954" y="6302"/>
                  <a:pt x="2269" y="6175"/>
                  <a:pt x="2553" y="5986"/>
                </a:cubicBezTo>
                <a:lnTo>
                  <a:pt x="1482" y="4915"/>
                </a:lnTo>
                <a:cubicBezTo>
                  <a:pt x="1356" y="4789"/>
                  <a:pt x="1356" y="4569"/>
                  <a:pt x="1482" y="4443"/>
                </a:cubicBezTo>
                <a:cubicBezTo>
                  <a:pt x="1545" y="4395"/>
                  <a:pt x="1631" y="4372"/>
                  <a:pt x="1718" y="4372"/>
                </a:cubicBezTo>
                <a:cubicBezTo>
                  <a:pt x="1805" y="4372"/>
                  <a:pt x="1891" y="4395"/>
                  <a:pt x="1954" y="4443"/>
                </a:cubicBezTo>
                <a:lnTo>
                  <a:pt x="3025" y="5514"/>
                </a:lnTo>
                <a:lnTo>
                  <a:pt x="3498" y="5010"/>
                </a:lnTo>
                <a:lnTo>
                  <a:pt x="2521" y="4002"/>
                </a:lnTo>
                <a:cubicBezTo>
                  <a:pt x="2395" y="3907"/>
                  <a:pt x="2395" y="3655"/>
                  <a:pt x="2521" y="3561"/>
                </a:cubicBezTo>
                <a:cubicBezTo>
                  <a:pt x="2569" y="3498"/>
                  <a:pt x="2655" y="3466"/>
                  <a:pt x="2746" y="3466"/>
                </a:cubicBezTo>
                <a:cubicBezTo>
                  <a:pt x="2836" y="3466"/>
                  <a:pt x="2931" y="3498"/>
                  <a:pt x="2994" y="3561"/>
                </a:cubicBezTo>
                <a:lnTo>
                  <a:pt x="3939" y="4474"/>
                </a:lnTo>
                <a:lnTo>
                  <a:pt x="4412" y="3970"/>
                </a:lnTo>
                <a:lnTo>
                  <a:pt x="3530" y="3120"/>
                </a:lnTo>
                <a:cubicBezTo>
                  <a:pt x="3403" y="2994"/>
                  <a:pt x="3403" y="2773"/>
                  <a:pt x="3530" y="2647"/>
                </a:cubicBezTo>
                <a:cubicBezTo>
                  <a:pt x="3593" y="2584"/>
                  <a:pt x="3679" y="2552"/>
                  <a:pt x="3766" y="2552"/>
                </a:cubicBezTo>
                <a:cubicBezTo>
                  <a:pt x="3852" y="2552"/>
                  <a:pt x="3939" y="2584"/>
                  <a:pt x="4002" y="2647"/>
                </a:cubicBezTo>
                <a:lnTo>
                  <a:pt x="4884" y="3498"/>
                </a:lnTo>
                <a:lnTo>
                  <a:pt x="5357" y="2994"/>
                </a:lnTo>
                <a:lnTo>
                  <a:pt x="4601" y="2237"/>
                </a:lnTo>
                <a:cubicBezTo>
                  <a:pt x="4475" y="2111"/>
                  <a:pt x="4475" y="1891"/>
                  <a:pt x="4601" y="1765"/>
                </a:cubicBezTo>
                <a:cubicBezTo>
                  <a:pt x="4671" y="1624"/>
                  <a:pt x="4771" y="1562"/>
                  <a:pt x="4867" y="1562"/>
                </a:cubicBezTo>
                <a:cubicBezTo>
                  <a:pt x="4944" y="1562"/>
                  <a:pt x="5018" y="1601"/>
                  <a:pt x="5073" y="1670"/>
                </a:cubicBezTo>
                <a:lnTo>
                  <a:pt x="5829" y="2395"/>
                </a:lnTo>
                <a:lnTo>
                  <a:pt x="6302" y="1891"/>
                </a:lnTo>
                <a:lnTo>
                  <a:pt x="441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6" name="Google Shape;2906;p22"/>
          <p:cNvSpPr/>
          <p:nvPr/>
        </p:nvSpPr>
        <p:spPr>
          <a:xfrm>
            <a:off x="8568872" y="1751541"/>
            <a:ext cx="91038" cy="84578"/>
          </a:xfrm>
          <a:custGeom>
            <a:rect b="b" l="l" r="r" t="t"/>
            <a:pathLst>
              <a:path extrusionOk="0" h="3435" w="2773">
                <a:moveTo>
                  <a:pt x="0" y="1"/>
                </a:moveTo>
                <a:lnTo>
                  <a:pt x="0" y="3435"/>
                </a:lnTo>
                <a:lnTo>
                  <a:pt x="2773" y="3435"/>
                </a:lnTo>
                <a:lnTo>
                  <a:pt x="2773" y="2741"/>
                </a:lnTo>
                <a:lnTo>
                  <a:pt x="1040" y="2741"/>
                </a:lnTo>
                <a:cubicBezTo>
                  <a:pt x="851" y="2741"/>
                  <a:pt x="693" y="2584"/>
                  <a:pt x="693" y="2395"/>
                </a:cubicBezTo>
                <a:cubicBezTo>
                  <a:pt x="693" y="2206"/>
                  <a:pt x="851" y="2048"/>
                  <a:pt x="1040" y="2048"/>
                </a:cubicBezTo>
                <a:lnTo>
                  <a:pt x="2773" y="2048"/>
                </a:lnTo>
                <a:lnTo>
                  <a:pt x="2773" y="1324"/>
                </a:lnTo>
                <a:lnTo>
                  <a:pt x="1040" y="1324"/>
                </a:lnTo>
                <a:cubicBezTo>
                  <a:pt x="851" y="1324"/>
                  <a:pt x="693" y="1166"/>
                  <a:pt x="693" y="977"/>
                </a:cubicBezTo>
                <a:cubicBezTo>
                  <a:pt x="693" y="851"/>
                  <a:pt x="851" y="694"/>
                  <a:pt x="1040" y="694"/>
                </a:cubicBezTo>
                <a:lnTo>
                  <a:pt x="2773" y="694"/>
                </a:ln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7" name="Google Shape;2907;p22"/>
          <p:cNvSpPr/>
          <p:nvPr/>
        </p:nvSpPr>
        <p:spPr>
          <a:xfrm>
            <a:off x="8433346" y="1614242"/>
            <a:ext cx="251379" cy="292466"/>
          </a:xfrm>
          <a:custGeom>
            <a:rect b="b" l="l" r="r" t="t"/>
            <a:pathLst>
              <a:path extrusionOk="0" h="11878" w="7657">
                <a:moveTo>
                  <a:pt x="2049" y="693"/>
                </a:moveTo>
                <a:lnTo>
                  <a:pt x="2049" y="2773"/>
                </a:lnTo>
                <a:lnTo>
                  <a:pt x="1356" y="2773"/>
                </a:lnTo>
                <a:lnTo>
                  <a:pt x="1356" y="693"/>
                </a:lnTo>
                <a:close/>
                <a:moveTo>
                  <a:pt x="3435" y="693"/>
                </a:moveTo>
                <a:lnTo>
                  <a:pt x="3435" y="2773"/>
                </a:lnTo>
                <a:lnTo>
                  <a:pt x="2710" y="2773"/>
                </a:lnTo>
                <a:lnTo>
                  <a:pt x="2710" y="693"/>
                </a:lnTo>
                <a:close/>
                <a:moveTo>
                  <a:pt x="4821" y="693"/>
                </a:moveTo>
                <a:lnTo>
                  <a:pt x="4821" y="2773"/>
                </a:lnTo>
                <a:lnTo>
                  <a:pt x="4097" y="2773"/>
                </a:lnTo>
                <a:lnTo>
                  <a:pt x="4097" y="693"/>
                </a:lnTo>
                <a:close/>
                <a:moveTo>
                  <a:pt x="6176" y="693"/>
                </a:moveTo>
                <a:lnTo>
                  <a:pt x="6176" y="2773"/>
                </a:lnTo>
                <a:lnTo>
                  <a:pt x="5483" y="2773"/>
                </a:lnTo>
                <a:lnTo>
                  <a:pt x="5483" y="693"/>
                </a:lnTo>
                <a:close/>
                <a:moveTo>
                  <a:pt x="1041" y="0"/>
                </a:moveTo>
                <a:cubicBezTo>
                  <a:pt x="442" y="0"/>
                  <a:pt x="1" y="473"/>
                  <a:pt x="1" y="1040"/>
                </a:cubicBezTo>
                <a:lnTo>
                  <a:pt x="1" y="3119"/>
                </a:lnTo>
                <a:cubicBezTo>
                  <a:pt x="1" y="3308"/>
                  <a:pt x="158" y="3466"/>
                  <a:pt x="379" y="3466"/>
                </a:cubicBezTo>
                <a:lnTo>
                  <a:pt x="726" y="3466"/>
                </a:lnTo>
                <a:lnTo>
                  <a:pt x="726" y="4883"/>
                </a:lnTo>
                <a:lnTo>
                  <a:pt x="2458" y="4883"/>
                </a:lnTo>
                <a:cubicBezTo>
                  <a:pt x="2647" y="4883"/>
                  <a:pt x="2805" y="5041"/>
                  <a:pt x="2805" y="5262"/>
                </a:cubicBezTo>
                <a:lnTo>
                  <a:pt x="2805" y="9420"/>
                </a:lnTo>
                <a:cubicBezTo>
                  <a:pt x="2805" y="9609"/>
                  <a:pt x="2647" y="9767"/>
                  <a:pt x="2458" y="9767"/>
                </a:cubicBezTo>
                <a:lnTo>
                  <a:pt x="2112" y="9767"/>
                </a:lnTo>
                <a:cubicBezTo>
                  <a:pt x="2112" y="10523"/>
                  <a:pt x="1797" y="11247"/>
                  <a:pt x="1261" y="11751"/>
                </a:cubicBezTo>
                <a:cubicBezTo>
                  <a:pt x="1419" y="11815"/>
                  <a:pt x="1576" y="11878"/>
                  <a:pt x="1734" y="11878"/>
                </a:cubicBezTo>
                <a:lnTo>
                  <a:pt x="5924" y="11878"/>
                </a:lnTo>
                <a:cubicBezTo>
                  <a:pt x="6522" y="11878"/>
                  <a:pt x="6932" y="11405"/>
                  <a:pt x="6932" y="10838"/>
                </a:cubicBezTo>
                <a:lnTo>
                  <a:pt x="6932" y="9798"/>
                </a:lnTo>
                <a:lnTo>
                  <a:pt x="3813" y="9798"/>
                </a:lnTo>
                <a:cubicBezTo>
                  <a:pt x="3624" y="9798"/>
                  <a:pt x="3467" y="9672"/>
                  <a:pt x="3467" y="9452"/>
                </a:cubicBezTo>
                <a:lnTo>
                  <a:pt x="3467" y="5293"/>
                </a:lnTo>
                <a:cubicBezTo>
                  <a:pt x="3467" y="5104"/>
                  <a:pt x="3624" y="4946"/>
                  <a:pt x="3813" y="4946"/>
                </a:cubicBezTo>
                <a:lnTo>
                  <a:pt x="6932" y="4946"/>
                </a:lnTo>
                <a:lnTo>
                  <a:pt x="6932" y="3529"/>
                </a:lnTo>
                <a:lnTo>
                  <a:pt x="7310" y="3529"/>
                </a:lnTo>
                <a:cubicBezTo>
                  <a:pt x="7499" y="3529"/>
                  <a:pt x="7657" y="3371"/>
                  <a:pt x="7657" y="3151"/>
                </a:cubicBezTo>
                <a:lnTo>
                  <a:pt x="7657" y="1040"/>
                </a:lnTo>
                <a:lnTo>
                  <a:pt x="7625" y="1040"/>
                </a:lnTo>
                <a:cubicBezTo>
                  <a:pt x="7625" y="441"/>
                  <a:pt x="7153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8" name="Google Shape;2908;p22"/>
          <p:cNvSpPr/>
          <p:nvPr/>
        </p:nvSpPr>
        <p:spPr>
          <a:xfrm>
            <a:off x="8294766" y="1784906"/>
            <a:ext cx="91038" cy="94649"/>
          </a:xfrm>
          <a:custGeom>
            <a:rect b="b" l="l" r="r" t="t"/>
            <a:pathLst>
              <a:path extrusionOk="0" h="3844" w="2773">
                <a:moveTo>
                  <a:pt x="2143" y="0"/>
                </a:moveTo>
                <a:cubicBezTo>
                  <a:pt x="1008" y="0"/>
                  <a:pt x="63" y="945"/>
                  <a:pt x="63" y="2080"/>
                </a:cubicBezTo>
                <a:cubicBezTo>
                  <a:pt x="0" y="2804"/>
                  <a:pt x="378" y="3434"/>
                  <a:pt x="914" y="3844"/>
                </a:cubicBezTo>
                <a:cubicBezTo>
                  <a:pt x="788" y="3529"/>
                  <a:pt x="725" y="3151"/>
                  <a:pt x="725" y="2804"/>
                </a:cubicBezTo>
                <a:cubicBezTo>
                  <a:pt x="725" y="1544"/>
                  <a:pt x="1576" y="473"/>
                  <a:pt x="2773" y="126"/>
                </a:cubicBezTo>
                <a:cubicBezTo>
                  <a:pt x="2584" y="63"/>
                  <a:pt x="2332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9" name="Google Shape;2909;p22"/>
          <p:cNvSpPr/>
          <p:nvPr/>
        </p:nvSpPr>
        <p:spPr>
          <a:xfrm>
            <a:off x="8340269" y="1802733"/>
            <a:ext cx="137591" cy="102430"/>
          </a:xfrm>
          <a:custGeom>
            <a:rect b="b" l="l" r="r" t="t"/>
            <a:pathLst>
              <a:path extrusionOk="0" h="4160" w="4191">
                <a:moveTo>
                  <a:pt x="2080" y="694"/>
                </a:moveTo>
                <a:cubicBezTo>
                  <a:pt x="2836" y="694"/>
                  <a:pt x="3466" y="1324"/>
                  <a:pt x="3466" y="2080"/>
                </a:cubicBezTo>
                <a:cubicBezTo>
                  <a:pt x="3466" y="2364"/>
                  <a:pt x="3403" y="2584"/>
                  <a:pt x="3246" y="2836"/>
                </a:cubicBezTo>
                <a:lnTo>
                  <a:pt x="1292" y="915"/>
                </a:lnTo>
                <a:cubicBezTo>
                  <a:pt x="1576" y="788"/>
                  <a:pt x="1828" y="694"/>
                  <a:pt x="2080" y="694"/>
                </a:cubicBezTo>
                <a:close/>
                <a:moveTo>
                  <a:pt x="2111" y="1"/>
                </a:moveTo>
                <a:cubicBezTo>
                  <a:pt x="946" y="1"/>
                  <a:pt x="1" y="946"/>
                  <a:pt x="1" y="2080"/>
                </a:cubicBezTo>
                <a:cubicBezTo>
                  <a:pt x="1" y="3214"/>
                  <a:pt x="946" y="4160"/>
                  <a:pt x="2111" y="4160"/>
                </a:cubicBezTo>
                <a:cubicBezTo>
                  <a:pt x="3246" y="4160"/>
                  <a:pt x="4191" y="3214"/>
                  <a:pt x="4191" y="2080"/>
                </a:cubicBezTo>
                <a:cubicBezTo>
                  <a:pt x="4191" y="946"/>
                  <a:pt x="324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0" name="Google Shape;2910;p22"/>
          <p:cNvSpPr/>
          <p:nvPr/>
        </p:nvSpPr>
        <p:spPr>
          <a:xfrm>
            <a:off x="8455079" y="1752330"/>
            <a:ext cx="45539" cy="85342"/>
          </a:xfrm>
          <a:custGeom>
            <a:rect b="b" l="l" r="r" t="t"/>
            <a:pathLst>
              <a:path extrusionOk="0" h="3466" w="1387">
                <a:moveTo>
                  <a:pt x="1" y="0"/>
                </a:moveTo>
                <a:lnTo>
                  <a:pt x="1" y="1764"/>
                </a:lnTo>
                <a:cubicBezTo>
                  <a:pt x="631" y="2111"/>
                  <a:pt x="1072" y="2709"/>
                  <a:pt x="1261" y="3466"/>
                </a:cubicBezTo>
                <a:lnTo>
                  <a:pt x="1387" y="346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1" name="Google Shape;2911;p22"/>
          <p:cNvSpPr/>
          <p:nvPr/>
        </p:nvSpPr>
        <p:spPr>
          <a:xfrm>
            <a:off x="8478882" y="2138471"/>
            <a:ext cx="22786" cy="17113"/>
          </a:xfrm>
          <a:custGeom>
            <a:rect b="b" l="l" r="r" t="t"/>
            <a:pathLst>
              <a:path extrusionOk="0" h="69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694"/>
                  <a:pt x="347" y="694"/>
                </a:cubicBezTo>
                <a:cubicBezTo>
                  <a:pt x="536" y="694"/>
                  <a:pt x="693" y="537"/>
                  <a:pt x="693" y="347"/>
                </a:cubicBezTo>
                <a:cubicBezTo>
                  <a:pt x="693" y="158"/>
                  <a:pt x="50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2" name="Google Shape;2912;p22"/>
          <p:cNvSpPr/>
          <p:nvPr/>
        </p:nvSpPr>
        <p:spPr>
          <a:xfrm>
            <a:off x="8614376" y="2138470"/>
            <a:ext cx="70355" cy="17876"/>
          </a:xfrm>
          <a:custGeom>
            <a:rect b="b" l="l" r="r" t="t"/>
            <a:pathLst>
              <a:path extrusionOk="0" h="726" w="2143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726"/>
                  <a:pt x="347" y="726"/>
                </a:cubicBezTo>
                <a:lnTo>
                  <a:pt x="1765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3" name="Google Shape;2913;p22"/>
          <p:cNvSpPr/>
          <p:nvPr/>
        </p:nvSpPr>
        <p:spPr>
          <a:xfrm>
            <a:off x="8294766" y="2138470"/>
            <a:ext cx="70355" cy="17876"/>
          </a:xfrm>
          <a:custGeom>
            <a:rect b="b" l="l" r="r" t="t"/>
            <a:pathLst>
              <a:path extrusionOk="0" h="726" w="2143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lnTo>
                  <a:pt x="1796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4" name="Google Shape;2914;p22"/>
          <p:cNvSpPr/>
          <p:nvPr/>
        </p:nvSpPr>
        <p:spPr>
          <a:xfrm>
            <a:off x="8477831" y="2001170"/>
            <a:ext cx="22786" cy="52003"/>
          </a:xfrm>
          <a:custGeom>
            <a:rect b="b" l="l" r="r" t="t"/>
            <a:pathLst>
              <a:path extrusionOk="0" h="2112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65"/>
                </a:lnTo>
                <a:cubicBezTo>
                  <a:pt x="1" y="1954"/>
                  <a:pt x="158" y="2111"/>
                  <a:pt x="347" y="2111"/>
                </a:cubicBezTo>
                <a:cubicBezTo>
                  <a:pt x="536" y="2111"/>
                  <a:pt x="694" y="1954"/>
                  <a:pt x="694" y="1765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5" name="Google Shape;2915;p22"/>
          <p:cNvSpPr/>
          <p:nvPr/>
        </p:nvSpPr>
        <p:spPr>
          <a:xfrm>
            <a:off x="8349594" y="2042292"/>
            <a:ext cx="55881" cy="40356"/>
          </a:xfrm>
          <a:custGeom>
            <a:rect b="b" l="l" r="r" t="t"/>
            <a:pathLst>
              <a:path extrusionOk="0" h="1639" w="1702">
                <a:moveTo>
                  <a:pt x="351" y="0"/>
                </a:moveTo>
                <a:cubicBezTo>
                  <a:pt x="260" y="0"/>
                  <a:pt x="173" y="32"/>
                  <a:pt x="126" y="95"/>
                </a:cubicBezTo>
                <a:cubicBezTo>
                  <a:pt x="0" y="221"/>
                  <a:pt x="0" y="441"/>
                  <a:pt x="126" y="567"/>
                </a:cubicBezTo>
                <a:lnTo>
                  <a:pt x="1103" y="1544"/>
                </a:lnTo>
                <a:cubicBezTo>
                  <a:pt x="1166" y="1607"/>
                  <a:pt x="1252" y="1639"/>
                  <a:pt x="1339" y="1639"/>
                </a:cubicBezTo>
                <a:cubicBezTo>
                  <a:pt x="1426" y="1639"/>
                  <a:pt x="1512" y="1607"/>
                  <a:pt x="1575" y="1544"/>
                </a:cubicBezTo>
                <a:cubicBezTo>
                  <a:pt x="1701" y="1418"/>
                  <a:pt x="1701" y="1198"/>
                  <a:pt x="1575" y="1071"/>
                </a:cubicBezTo>
                <a:lnTo>
                  <a:pt x="599" y="95"/>
                </a:lnTo>
                <a:cubicBezTo>
                  <a:pt x="536" y="32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6" name="Google Shape;2916;p22"/>
          <p:cNvSpPr/>
          <p:nvPr/>
        </p:nvSpPr>
        <p:spPr>
          <a:xfrm>
            <a:off x="8574027" y="2042292"/>
            <a:ext cx="56927" cy="40356"/>
          </a:xfrm>
          <a:custGeom>
            <a:rect b="b" l="l" r="r" t="t"/>
            <a:pathLst>
              <a:path extrusionOk="0" h="1639" w="1734">
                <a:moveTo>
                  <a:pt x="1351" y="0"/>
                </a:moveTo>
                <a:cubicBezTo>
                  <a:pt x="1261" y="0"/>
                  <a:pt x="1166" y="32"/>
                  <a:pt x="1103" y="95"/>
                </a:cubicBezTo>
                <a:lnTo>
                  <a:pt x="127" y="1071"/>
                </a:lnTo>
                <a:cubicBezTo>
                  <a:pt x="1" y="1198"/>
                  <a:pt x="1" y="1418"/>
                  <a:pt x="127" y="1544"/>
                </a:cubicBezTo>
                <a:cubicBezTo>
                  <a:pt x="190" y="1607"/>
                  <a:pt x="284" y="1639"/>
                  <a:pt x="375" y="1639"/>
                </a:cubicBezTo>
                <a:cubicBezTo>
                  <a:pt x="465" y="1639"/>
                  <a:pt x="552" y="1607"/>
                  <a:pt x="599" y="1544"/>
                </a:cubicBezTo>
                <a:lnTo>
                  <a:pt x="1576" y="567"/>
                </a:lnTo>
                <a:cubicBezTo>
                  <a:pt x="1733" y="441"/>
                  <a:pt x="1733" y="221"/>
                  <a:pt x="1576" y="95"/>
                </a:cubicBezTo>
                <a:cubicBezTo>
                  <a:pt x="1529" y="32"/>
                  <a:pt x="1442" y="0"/>
                  <a:pt x="1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7" name="Google Shape;2917;p22"/>
          <p:cNvSpPr/>
          <p:nvPr/>
        </p:nvSpPr>
        <p:spPr>
          <a:xfrm>
            <a:off x="8362004" y="2240115"/>
            <a:ext cx="252397" cy="34915"/>
          </a:xfrm>
          <a:custGeom>
            <a:rect b="b" l="l" r="r" t="t"/>
            <a:pathLst>
              <a:path extrusionOk="0" h="1418" w="768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lnTo>
                  <a:pt x="0" y="1071"/>
                </a:lnTo>
                <a:cubicBezTo>
                  <a:pt x="0" y="1260"/>
                  <a:pt x="158" y="1418"/>
                  <a:pt x="378" y="1418"/>
                </a:cubicBezTo>
                <a:lnTo>
                  <a:pt x="7309" y="1418"/>
                </a:lnTo>
                <a:cubicBezTo>
                  <a:pt x="7530" y="1418"/>
                  <a:pt x="7687" y="1260"/>
                  <a:pt x="7687" y="1071"/>
                </a:cubicBezTo>
                <a:lnTo>
                  <a:pt x="7687" y="725"/>
                </a:lnTo>
                <a:cubicBezTo>
                  <a:pt x="7687" y="315"/>
                  <a:pt x="7372" y="0"/>
                  <a:pt x="69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8" name="Google Shape;2918;p22"/>
          <p:cNvSpPr/>
          <p:nvPr/>
        </p:nvSpPr>
        <p:spPr>
          <a:xfrm>
            <a:off x="8386823" y="2071002"/>
            <a:ext cx="201708" cy="152832"/>
          </a:xfrm>
          <a:custGeom>
            <a:rect b="b" l="l" r="r" t="t"/>
            <a:pathLst>
              <a:path extrusionOk="0" h="6207" w="6144">
                <a:moveTo>
                  <a:pt x="3025" y="0"/>
                </a:moveTo>
                <a:cubicBezTo>
                  <a:pt x="1355" y="0"/>
                  <a:pt x="0" y="1355"/>
                  <a:pt x="0" y="3087"/>
                </a:cubicBezTo>
                <a:lnTo>
                  <a:pt x="0" y="6206"/>
                </a:lnTo>
                <a:lnTo>
                  <a:pt x="2773" y="6206"/>
                </a:lnTo>
                <a:lnTo>
                  <a:pt x="2773" y="4064"/>
                </a:lnTo>
                <a:cubicBezTo>
                  <a:pt x="2363" y="3938"/>
                  <a:pt x="2048" y="3560"/>
                  <a:pt x="2048" y="3087"/>
                </a:cubicBezTo>
                <a:cubicBezTo>
                  <a:pt x="2048" y="2489"/>
                  <a:pt x="2521" y="2079"/>
                  <a:pt x="3088" y="2079"/>
                </a:cubicBezTo>
                <a:cubicBezTo>
                  <a:pt x="3655" y="2079"/>
                  <a:pt x="4096" y="2552"/>
                  <a:pt x="4096" y="3087"/>
                </a:cubicBezTo>
                <a:cubicBezTo>
                  <a:pt x="4096" y="3529"/>
                  <a:pt x="3812" y="3938"/>
                  <a:pt x="3403" y="4064"/>
                </a:cubicBezTo>
                <a:lnTo>
                  <a:pt x="3403" y="6206"/>
                </a:lnTo>
                <a:lnTo>
                  <a:pt x="6144" y="6206"/>
                </a:lnTo>
                <a:lnTo>
                  <a:pt x="6144" y="3087"/>
                </a:lnTo>
                <a:cubicBezTo>
                  <a:pt x="6144" y="1355"/>
                  <a:pt x="4726" y="0"/>
                  <a:pt x="30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9" name="Google Shape;2919;p22"/>
          <p:cNvSpPr/>
          <p:nvPr/>
        </p:nvSpPr>
        <p:spPr>
          <a:xfrm>
            <a:off x="8498514" y="2364413"/>
            <a:ext cx="188280" cy="135596"/>
          </a:xfrm>
          <a:custGeom>
            <a:rect b="b" l="l" r="r" t="t"/>
            <a:pathLst>
              <a:path extrusionOk="0" h="5507" w="5735">
                <a:moveTo>
                  <a:pt x="1123" y="1"/>
                </a:moveTo>
                <a:cubicBezTo>
                  <a:pt x="859" y="1"/>
                  <a:pt x="599" y="103"/>
                  <a:pt x="410" y="308"/>
                </a:cubicBezTo>
                <a:cubicBezTo>
                  <a:pt x="1" y="686"/>
                  <a:pt x="1" y="1379"/>
                  <a:pt x="410" y="1757"/>
                </a:cubicBezTo>
                <a:lnTo>
                  <a:pt x="3813" y="5191"/>
                </a:lnTo>
                <a:cubicBezTo>
                  <a:pt x="4033" y="5380"/>
                  <a:pt x="4285" y="5506"/>
                  <a:pt x="4569" y="5506"/>
                </a:cubicBezTo>
                <a:cubicBezTo>
                  <a:pt x="4853" y="5506"/>
                  <a:pt x="5136" y="5380"/>
                  <a:pt x="5325" y="5191"/>
                </a:cubicBezTo>
                <a:cubicBezTo>
                  <a:pt x="5735" y="4781"/>
                  <a:pt x="5735" y="4120"/>
                  <a:pt x="5325" y="3742"/>
                </a:cubicBezTo>
                <a:lnTo>
                  <a:pt x="1860" y="308"/>
                </a:lnTo>
                <a:cubicBezTo>
                  <a:pt x="1655" y="103"/>
                  <a:pt x="1387" y="1"/>
                  <a:pt x="11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0" name="Google Shape;2920;p22"/>
          <p:cNvSpPr/>
          <p:nvPr/>
        </p:nvSpPr>
        <p:spPr>
          <a:xfrm>
            <a:off x="8292697" y="2612467"/>
            <a:ext cx="56927" cy="43459"/>
          </a:xfrm>
          <a:custGeom>
            <a:rect b="b" l="l" r="r" t="t"/>
            <a:pathLst>
              <a:path extrusionOk="0" h="1765" w="1734">
                <a:moveTo>
                  <a:pt x="756" y="0"/>
                </a:moveTo>
                <a:lnTo>
                  <a:pt x="221" y="630"/>
                </a:lnTo>
                <a:cubicBezTo>
                  <a:pt x="95" y="756"/>
                  <a:pt x="0" y="945"/>
                  <a:pt x="0" y="1103"/>
                </a:cubicBezTo>
                <a:cubicBezTo>
                  <a:pt x="0" y="1292"/>
                  <a:pt x="95" y="1449"/>
                  <a:pt x="221" y="1575"/>
                </a:cubicBezTo>
                <a:cubicBezTo>
                  <a:pt x="347" y="1702"/>
                  <a:pt x="536" y="1765"/>
                  <a:pt x="693" y="1765"/>
                </a:cubicBezTo>
                <a:cubicBezTo>
                  <a:pt x="882" y="1765"/>
                  <a:pt x="1040" y="1702"/>
                  <a:pt x="1166" y="1575"/>
                </a:cubicBezTo>
                <a:lnTo>
                  <a:pt x="1733" y="977"/>
                </a:lnTo>
                <a:lnTo>
                  <a:pt x="75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1" name="Google Shape;2921;p22"/>
          <p:cNvSpPr/>
          <p:nvPr/>
        </p:nvSpPr>
        <p:spPr>
          <a:xfrm>
            <a:off x="8337183" y="2420087"/>
            <a:ext cx="271012" cy="204810"/>
          </a:xfrm>
          <a:custGeom>
            <a:rect b="b" l="l" r="r" t="t"/>
            <a:pathLst>
              <a:path extrusionOk="0" h="8318" w="8255">
                <a:moveTo>
                  <a:pt x="4285" y="2457"/>
                </a:moveTo>
                <a:lnTo>
                  <a:pt x="5797" y="3938"/>
                </a:lnTo>
                <a:lnTo>
                  <a:pt x="5261" y="4474"/>
                </a:lnTo>
                <a:cubicBezTo>
                  <a:pt x="4868" y="4868"/>
                  <a:pt x="4342" y="5064"/>
                  <a:pt x="3814" y="5064"/>
                </a:cubicBezTo>
                <a:cubicBezTo>
                  <a:pt x="3708" y="5064"/>
                  <a:pt x="3602" y="5057"/>
                  <a:pt x="3497" y="5041"/>
                </a:cubicBezTo>
                <a:lnTo>
                  <a:pt x="3214" y="5009"/>
                </a:lnTo>
                <a:lnTo>
                  <a:pt x="3182" y="4726"/>
                </a:lnTo>
                <a:cubicBezTo>
                  <a:pt x="3119" y="4096"/>
                  <a:pt x="3308" y="3434"/>
                  <a:pt x="3781" y="2962"/>
                </a:cubicBezTo>
                <a:lnTo>
                  <a:pt x="4285" y="2457"/>
                </a:lnTo>
                <a:close/>
                <a:moveTo>
                  <a:pt x="4789" y="0"/>
                </a:moveTo>
                <a:lnTo>
                  <a:pt x="3056" y="1796"/>
                </a:lnTo>
                <a:cubicBezTo>
                  <a:pt x="2174" y="2678"/>
                  <a:pt x="1733" y="4001"/>
                  <a:pt x="1890" y="5261"/>
                </a:cubicBezTo>
                <a:lnTo>
                  <a:pt x="1922" y="5419"/>
                </a:lnTo>
                <a:lnTo>
                  <a:pt x="0" y="7341"/>
                </a:lnTo>
                <a:lnTo>
                  <a:pt x="977" y="8317"/>
                </a:lnTo>
                <a:lnTo>
                  <a:pt x="2898" y="6396"/>
                </a:lnTo>
                <a:lnTo>
                  <a:pt x="3056" y="6427"/>
                </a:lnTo>
                <a:cubicBezTo>
                  <a:pt x="3214" y="6459"/>
                  <a:pt x="3371" y="6459"/>
                  <a:pt x="3592" y="6459"/>
                </a:cubicBezTo>
                <a:cubicBezTo>
                  <a:pt x="4694" y="6459"/>
                  <a:pt x="5734" y="6049"/>
                  <a:pt x="6522" y="5261"/>
                </a:cubicBezTo>
                <a:lnTo>
                  <a:pt x="8254" y="3466"/>
                </a:lnTo>
                <a:lnTo>
                  <a:pt x="7278" y="2489"/>
                </a:lnTo>
                <a:lnTo>
                  <a:pt x="6301" y="3466"/>
                </a:lnTo>
                <a:lnTo>
                  <a:pt x="4852" y="2016"/>
                </a:lnTo>
                <a:lnTo>
                  <a:pt x="5828" y="1040"/>
                </a:lnTo>
                <a:lnTo>
                  <a:pt x="478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2" name="Google Shape;2922;p22"/>
          <p:cNvSpPr/>
          <p:nvPr/>
        </p:nvSpPr>
        <p:spPr>
          <a:xfrm>
            <a:off x="6899737" y="2762279"/>
            <a:ext cx="251346" cy="34939"/>
          </a:xfrm>
          <a:custGeom>
            <a:rect b="b" l="l" r="r" t="t"/>
            <a:pathLst>
              <a:path extrusionOk="0" h="1419" w="7656">
                <a:moveTo>
                  <a:pt x="1040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1418"/>
                </a:lnTo>
                <a:lnTo>
                  <a:pt x="7656" y="1418"/>
                </a:lnTo>
                <a:lnTo>
                  <a:pt x="7656" y="1040"/>
                </a:lnTo>
                <a:lnTo>
                  <a:pt x="7593" y="1040"/>
                </a:lnTo>
                <a:cubicBezTo>
                  <a:pt x="7593" y="442"/>
                  <a:pt x="7120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3" name="Google Shape;2923;p22"/>
          <p:cNvSpPr/>
          <p:nvPr/>
        </p:nvSpPr>
        <p:spPr>
          <a:xfrm>
            <a:off x="6966975" y="2849175"/>
            <a:ext cx="113789" cy="85342"/>
          </a:xfrm>
          <a:custGeom>
            <a:rect b="b" l="l" r="r" t="t"/>
            <a:pathLst>
              <a:path extrusionOk="0" h="3466" w="3466">
                <a:moveTo>
                  <a:pt x="1386" y="0"/>
                </a:moveTo>
                <a:lnTo>
                  <a:pt x="1386" y="1008"/>
                </a:lnTo>
                <a:cubicBezTo>
                  <a:pt x="1386" y="1197"/>
                  <a:pt x="1229" y="1355"/>
                  <a:pt x="1008" y="1355"/>
                </a:cubicBezTo>
                <a:lnTo>
                  <a:pt x="0" y="1355"/>
                </a:lnTo>
                <a:lnTo>
                  <a:pt x="0" y="2079"/>
                </a:lnTo>
                <a:lnTo>
                  <a:pt x="1008" y="2079"/>
                </a:lnTo>
                <a:cubicBezTo>
                  <a:pt x="1229" y="2079"/>
                  <a:pt x="1386" y="2237"/>
                  <a:pt x="1386" y="2426"/>
                </a:cubicBezTo>
                <a:lnTo>
                  <a:pt x="1386" y="3466"/>
                </a:lnTo>
                <a:lnTo>
                  <a:pt x="2079" y="3466"/>
                </a:lnTo>
                <a:lnTo>
                  <a:pt x="2079" y="2426"/>
                </a:lnTo>
                <a:cubicBezTo>
                  <a:pt x="2079" y="2237"/>
                  <a:pt x="2237" y="2079"/>
                  <a:pt x="2426" y="2079"/>
                </a:cubicBezTo>
                <a:lnTo>
                  <a:pt x="3466" y="2079"/>
                </a:lnTo>
                <a:lnTo>
                  <a:pt x="3466" y="1355"/>
                </a:lnTo>
                <a:lnTo>
                  <a:pt x="2426" y="1355"/>
                </a:lnTo>
                <a:cubicBezTo>
                  <a:pt x="2237" y="1355"/>
                  <a:pt x="2079" y="1197"/>
                  <a:pt x="2079" y="1008"/>
                </a:cubicBezTo>
                <a:lnTo>
                  <a:pt x="20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4" name="Google Shape;2924;p22"/>
          <p:cNvSpPr/>
          <p:nvPr/>
        </p:nvSpPr>
        <p:spPr>
          <a:xfrm>
            <a:off x="6898686" y="2984923"/>
            <a:ext cx="250329" cy="67540"/>
          </a:xfrm>
          <a:custGeom>
            <a:rect b="b" l="l" r="r" t="t"/>
            <a:pathLst>
              <a:path extrusionOk="0" h="2743" w="7625">
                <a:moveTo>
                  <a:pt x="4159" y="694"/>
                </a:moveTo>
                <a:cubicBezTo>
                  <a:pt x="4348" y="694"/>
                  <a:pt x="4506" y="851"/>
                  <a:pt x="4506" y="1040"/>
                </a:cubicBezTo>
                <a:cubicBezTo>
                  <a:pt x="4506" y="1261"/>
                  <a:pt x="4348" y="1418"/>
                  <a:pt x="4159" y="1418"/>
                </a:cubicBezTo>
                <a:lnTo>
                  <a:pt x="3466" y="1418"/>
                </a:lnTo>
                <a:cubicBezTo>
                  <a:pt x="3246" y="1418"/>
                  <a:pt x="3088" y="1261"/>
                  <a:pt x="3088" y="1040"/>
                </a:cubicBezTo>
                <a:cubicBezTo>
                  <a:pt x="3088" y="851"/>
                  <a:pt x="3246" y="694"/>
                  <a:pt x="3466" y="694"/>
                </a:cubicBezTo>
                <a:close/>
                <a:moveTo>
                  <a:pt x="1" y="0"/>
                </a:moveTo>
                <a:lnTo>
                  <a:pt x="1" y="1733"/>
                </a:lnTo>
                <a:cubicBezTo>
                  <a:pt x="1" y="2300"/>
                  <a:pt x="473" y="2741"/>
                  <a:pt x="1009" y="2741"/>
                </a:cubicBezTo>
                <a:lnTo>
                  <a:pt x="6554" y="2741"/>
                </a:lnTo>
                <a:cubicBezTo>
                  <a:pt x="6573" y="2742"/>
                  <a:pt x="6592" y="2743"/>
                  <a:pt x="6610" y="2743"/>
                </a:cubicBezTo>
                <a:cubicBezTo>
                  <a:pt x="7182" y="2743"/>
                  <a:pt x="7625" y="2282"/>
                  <a:pt x="7625" y="1733"/>
                </a:cubicBez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5" name="Google Shape;2925;p22"/>
          <p:cNvSpPr/>
          <p:nvPr/>
        </p:nvSpPr>
        <p:spPr>
          <a:xfrm>
            <a:off x="6898686" y="2814258"/>
            <a:ext cx="250329" cy="153620"/>
          </a:xfrm>
          <a:custGeom>
            <a:rect b="b" l="l" r="r" t="t"/>
            <a:pathLst>
              <a:path extrusionOk="0" h="6239" w="7625">
                <a:moveTo>
                  <a:pt x="4506" y="693"/>
                </a:moveTo>
                <a:cubicBezTo>
                  <a:pt x="4727" y="693"/>
                  <a:pt x="4884" y="851"/>
                  <a:pt x="4884" y="1040"/>
                </a:cubicBezTo>
                <a:lnTo>
                  <a:pt x="4884" y="2080"/>
                </a:lnTo>
                <a:lnTo>
                  <a:pt x="5892" y="2080"/>
                </a:lnTo>
                <a:cubicBezTo>
                  <a:pt x="6081" y="2080"/>
                  <a:pt x="6239" y="2237"/>
                  <a:pt x="6239" y="2426"/>
                </a:cubicBezTo>
                <a:lnTo>
                  <a:pt x="6239" y="3812"/>
                </a:lnTo>
                <a:cubicBezTo>
                  <a:pt x="6239" y="4001"/>
                  <a:pt x="6081" y="4159"/>
                  <a:pt x="5892" y="4159"/>
                </a:cubicBezTo>
                <a:lnTo>
                  <a:pt x="4884" y="4159"/>
                </a:lnTo>
                <a:lnTo>
                  <a:pt x="4884" y="5199"/>
                </a:lnTo>
                <a:cubicBezTo>
                  <a:pt x="4884" y="5388"/>
                  <a:pt x="4727" y="5545"/>
                  <a:pt x="4506" y="5545"/>
                </a:cubicBezTo>
                <a:lnTo>
                  <a:pt x="3151" y="5545"/>
                </a:lnTo>
                <a:cubicBezTo>
                  <a:pt x="2931" y="5545"/>
                  <a:pt x="2773" y="5388"/>
                  <a:pt x="2773" y="5199"/>
                </a:cubicBezTo>
                <a:lnTo>
                  <a:pt x="2773" y="4159"/>
                </a:lnTo>
                <a:lnTo>
                  <a:pt x="1765" y="4159"/>
                </a:lnTo>
                <a:cubicBezTo>
                  <a:pt x="1576" y="4159"/>
                  <a:pt x="1419" y="4001"/>
                  <a:pt x="1419" y="3812"/>
                </a:cubicBezTo>
                <a:lnTo>
                  <a:pt x="1419" y="2426"/>
                </a:lnTo>
                <a:cubicBezTo>
                  <a:pt x="1419" y="2237"/>
                  <a:pt x="1576" y="2080"/>
                  <a:pt x="1765" y="2080"/>
                </a:cubicBezTo>
                <a:lnTo>
                  <a:pt x="2773" y="2080"/>
                </a:lnTo>
                <a:lnTo>
                  <a:pt x="2773" y="1040"/>
                </a:lnTo>
                <a:cubicBezTo>
                  <a:pt x="2773" y="851"/>
                  <a:pt x="2931" y="693"/>
                  <a:pt x="3151" y="693"/>
                </a:cubicBezTo>
                <a:close/>
                <a:moveTo>
                  <a:pt x="1" y="0"/>
                </a:moveTo>
                <a:lnTo>
                  <a:pt x="1" y="6238"/>
                </a:lnTo>
                <a:lnTo>
                  <a:pt x="7625" y="6238"/>
                </a:ln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6" name="Google Shape;2926;p22"/>
          <p:cNvSpPr/>
          <p:nvPr/>
        </p:nvSpPr>
        <p:spPr>
          <a:xfrm>
            <a:off x="6852148" y="3218399"/>
            <a:ext cx="346521" cy="230417"/>
          </a:xfrm>
          <a:custGeom>
            <a:rect b="b" l="l" r="r" t="t"/>
            <a:pathLst>
              <a:path extrusionOk="0" h="9358" w="10555">
                <a:moveTo>
                  <a:pt x="1701" y="3119"/>
                </a:moveTo>
                <a:cubicBezTo>
                  <a:pt x="1890" y="3119"/>
                  <a:pt x="2048" y="3277"/>
                  <a:pt x="2048" y="3466"/>
                </a:cubicBezTo>
                <a:lnTo>
                  <a:pt x="2048" y="4159"/>
                </a:lnTo>
                <a:cubicBezTo>
                  <a:pt x="2048" y="4379"/>
                  <a:pt x="2205" y="4537"/>
                  <a:pt x="2394" y="4537"/>
                </a:cubicBezTo>
                <a:lnTo>
                  <a:pt x="3119" y="4537"/>
                </a:lnTo>
                <a:cubicBezTo>
                  <a:pt x="3308" y="4537"/>
                  <a:pt x="3466" y="4663"/>
                  <a:pt x="3466" y="4883"/>
                </a:cubicBezTo>
                <a:cubicBezTo>
                  <a:pt x="3466" y="5072"/>
                  <a:pt x="3308" y="5230"/>
                  <a:pt x="3119" y="5230"/>
                </a:cubicBezTo>
                <a:lnTo>
                  <a:pt x="2394" y="5230"/>
                </a:lnTo>
                <a:cubicBezTo>
                  <a:pt x="1796" y="5198"/>
                  <a:pt x="1323" y="4726"/>
                  <a:pt x="1323" y="4159"/>
                </a:cubicBezTo>
                <a:lnTo>
                  <a:pt x="1323" y="3466"/>
                </a:lnTo>
                <a:cubicBezTo>
                  <a:pt x="1323" y="3277"/>
                  <a:pt x="1512" y="3119"/>
                  <a:pt x="1701" y="3119"/>
                </a:cubicBezTo>
                <a:close/>
                <a:moveTo>
                  <a:pt x="3781" y="6585"/>
                </a:moveTo>
                <a:lnTo>
                  <a:pt x="3781" y="6931"/>
                </a:lnTo>
                <a:cubicBezTo>
                  <a:pt x="3781" y="7120"/>
                  <a:pt x="3623" y="7278"/>
                  <a:pt x="3434" y="7278"/>
                </a:cubicBezTo>
                <a:cubicBezTo>
                  <a:pt x="3214" y="7278"/>
                  <a:pt x="3056" y="7120"/>
                  <a:pt x="3056" y="6931"/>
                </a:cubicBezTo>
                <a:lnTo>
                  <a:pt x="3056" y="6585"/>
                </a:lnTo>
                <a:close/>
                <a:moveTo>
                  <a:pt x="6900" y="0"/>
                </a:moveTo>
                <a:cubicBezTo>
                  <a:pt x="5986" y="0"/>
                  <a:pt x="5293" y="693"/>
                  <a:pt x="5293" y="1607"/>
                </a:cubicBezTo>
                <a:cubicBezTo>
                  <a:pt x="5293" y="2363"/>
                  <a:pt x="5765" y="2741"/>
                  <a:pt x="6238" y="3182"/>
                </a:cubicBezTo>
                <a:lnTo>
                  <a:pt x="7561" y="4379"/>
                </a:lnTo>
                <a:lnTo>
                  <a:pt x="7561" y="7624"/>
                </a:lnTo>
                <a:cubicBezTo>
                  <a:pt x="7561" y="8223"/>
                  <a:pt x="7089" y="8664"/>
                  <a:pt x="6553" y="8664"/>
                </a:cubicBezTo>
                <a:lnTo>
                  <a:pt x="4820" y="8664"/>
                </a:lnTo>
                <a:cubicBezTo>
                  <a:pt x="4348" y="8664"/>
                  <a:pt x="3938" y="8349"/>
                  <a:pt x="3812" y="7876"/>
                </a:cubicBezTo>
                <a:cubicBezTo>
                  <a:pt x="4222" y="7719"/>
                  <a:pt x="4505" y="7372"/>
                  <a:pt x="4505" y="6931"/>
                </a:cubicBezTo>
                <a:lnTo>
                  <a:pt x="4505" y="6585"/>
                </a:lnTo>
                <a:lnTo>
                  <a:pt x="5198" y="6585"/>
                </a:lnTo>
                <a:cubicBezTo>
                  <a:pt x="6144" y="6585"/>
                  <a:pt x="6931" y="5797"/>
                  <a:pt x="6931" y="4852"/>
                </a:cubicBezTo>
                <a:lnTo>
                  <a:pt x="6931" y="4631"/>
                </a:lnTo>
                <a:lnTo>
                  <a:pt x="5829" y="3686"/>
                </a:lnTo>
                <a:cubicBezTo>
                  <a:pt x="5671" y="3529"/>
                  <a:pt x="5482" y="3371"/>
                  <a:pt x="5293" y="3182"/>
                </a:cubicBezTo>
                <a:cubicBezTo>
                  <a:pt x="4568" y="3151"/>
                  <a:pt x="3875" y="2899"/>
                  <a:pt x="3182" y="2332"/>
                </a:cubicBezTo>
                <a:cubicBezTo>
                  <a:pt x="2720" y="1911"/>
                  <a:pt x="1880" y="1701"/>
                  <a:pt x="1091" y="1701"/>
                </a:cubicBezTo>
                <a:cubicBezTo>
                  <a:pt x="697" y="1701"/>
                  <a:pt x="315" y="1754"/>
                  <a:pt x="0" y="1859"/>
                </a:cubicBezTo>
                <a:lnTo>
                  <a:pt x="0" y="4883"/>
                </a:lnTo>
                <a:cubicBezTo>
                  <a:pt x="0" y="5829"/>
                  <a:pt x="788" y="6616"/>
                  <a:pt x="1733" y="6616"/>
                </a:cubicBezTo>
                <a:lnTo>
                  <a:pt x="2457" y="6616"/>
                </a:lnTo>
                <a:lnTo>
                  <a:pt x="2457" y="6963"/>
                </a:lnTo>
                <a:cubicBezTo>
                  <a:pt x="2394" y="7404"/>
                  <a:pt x="2678" y="7782"/>
                  <a:pt x="3119" y="7908"/>
                </a:cubicBezTo>
                <a:cubicBezTo>
                  <a:pt x="3277" y="8727"/>
                  <a:pt x="3970" y="9357"/>
                  <a:pt x="4820" y="9357"/>
                </a:cubicBezTo>
                <a:lnTo>
                  <a:pt x="6553" y="9357"/>
                </a:lnTo>
                <a:cubicBezTo>
                  <a:pt x="7498" y="9357"/>
                  <a:pt x="8286" y="8569"/>
                  <a:pt x="8286" y="7624"/>
                </a:cubicBezTo>
                <a:lnTo>
                  <a:pt x="8286" y="4379"/>
                </a:lnTo>
                <a:cubicBezTo>
                  <a:pt x="9294" y="3497"/>
                  <a:pt x="9546" y="3277"/>
                  <a:pt x="9546" y="3277"/>
                </a:cubicBezTo>
                <a:cubicBezTo>
                  <a:pt x="9987" y="2867"/>
                  <a:pt x="10554" y="2395"/>
                  <a:pt x="10554" y="1607"/>
                </a:cubicBezTo>
                <a:cubicBezTo>
                  <a:pt x="10554" y="693"/>
                  <a:pt x="9830" y="0"/>
                  <a:pt x="8948" y="0"/>
                </a:cubicBezTo>
                <a:cubicBezTo>
                  <a:pt x="8538" y="0"/>
                  <a:pt x="8191" y="126"/>
                  <a:pt x="7908" y="347"/>
                </a:cubicBezTo>
                <a:cubicBezTo>
                  <a:pt x="7656" y="95"/>
                  <a:pt x="7278" y="0"/>
                  <a:pt x="69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7" name="Google Shape;2927;p22"/>
          <p:cNvSpPr/>
          <p:nvPr/>
        </p:nvSpPr>
        <p:spPr>
          <a:xfrm>
            <a:off x="6851097" y="3157875"/>
            <a:ext cx="207945" cy="120281"/>
          </a:xfrm>
          <a:custGeom>
            <a:rect b="b" l="l" r="r" t="t"/>
            <a:pathLst>
              <a:path extrusionOk="0" h="4885" w="6334">
                <a:moveTo>
                  <a:pt x="3844" y="631"/>
                </a:moveTo>
                <a:cubicBezTo>
                  <a:pt x="4065" y="631"/>
                  <a:pt x="4222" y="788"/>
                  <a:pt x="4222" y="1009"/>
                </a:cubicBezTo>
                <a:lnTo>
                  <a:pt x="4222" y="1387"/>
                </a:lnTo>
                <a:lnTo>
                  <a:pt x="2773" y="1387"/>
                </a:lnTo>
                <a:lnTo>
                  <a:pt x="2773" y="1009"/>
                </a:lnTo>
                <a:cubicBezTo>
                  <a:pt x="2773" y="788"/>
                  <a:pt x="2931" y="631"/>
                  <a:pt x="3151" y="631"/>
                </a:cubicBezTo>
                <a:close/>
                <a:moveTo>
                  <a:pt x="3088" y="1"/>
                </a:moveTo>
                <a:cubicBezTo>
                  <a:pt x="2521" y="1"/>
                  <a:pt x="2080" y="473"/>
                  <a:pt x="2080" y="1040"/>
                </a:cubicBezTo>
                <a:lnTo>
                  <a:pt x="2080" y="1419"/>
                </a:lnTo>
                <a:lnTo>
                  <a:pt x="1733" y="1419"/>
                </a:lnTo>
                <a:cubicBezTo>
                  <a:pt x="788" y="1419"/>
                  <a:pt x="1" y="2206"/>
                  <a:pt x="1" y="3151"/>
                </a:cubicBezTo>
                <a:lnTo>
                  <a:pt x="1" y="3592"/>
                </a:lnTo>
                <a:cubicBezTo>
                  <a:pt x="332" y="3503"/>
                  <a:pt x="705" y="3459"/>
                  <a:pt x="1087" y="3459"/>
                </a:cubicBezTo>
                <a:cubicBezTo>
                  <a:pt x="2048" y="3459"/>
                  <a:pt x="3069" y="3736"/>
                  <a:pt x="3655" y="4254"/>
                </a:cubicBezTo>
                <a:cubicBezTo>
                  <a:pt x="4002" y="4569"/>
                  <a:pt x="4411" y="4758"/>
                  <a:pt x="4789" y="4884"/>
                </a:cubicBezTo>
                <a:cubicBezTo>
                  <a:pt x="4726" y="4664"/>
                  <a:pt x="4632" y="4380"/>
                  <a:pt x="4632" y="4096"/>
                </a:cubicBezTo>
                <a:cubicBezTo>
                  <a:pt x="4632" y="2994"/>
                  <a:pt x="5356" y="2112"/>
                  <a:pt x="6333" y="1860"/>
                </a:cubicBezTo>
                <a:cubicBezTo>
                  <a:pt x="6018" y="1576"/>
                  <a:pt x="5608" y="1419"/>
                  <a:pt x="5199" y="1419"/>
                </a:cubicBezTo>
                <a:lnTo>
                  <a:pt x="4821" y="1419"/>
                </a:lnTo>
                <a:lnTo>
                  <a:pt x="4821" y="1040"/>
                </a:lnTo>
                <a:cubicBezTo>
                  <a:pt x="4821" y="442"/>
                  <a:pt x="4348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8" name="Google Shape;2928;p22"/>
          <p:cNvSpPr/>
          <p:nvPr/>
        </p:nvSpPr>
        <p:spPr>
          <a:xfrm>
            <a:off x="6818507" y="3532988"/>
            <a:ext cx="413756" cy="284759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9" name="Google Shape;2929;p22"/>
          <p:cNvSpPr/>
          <p:nvPr/>
        </p:nvSpPr>
        <p:spPr>
          <a:xfrm>
            <a:off x="8387437" y="3786728"/>
            <a:ext cx="85883" cy="34151"/>
          </a:xfrm>
          <a:custGeom>
            <a:rect b="b" l="l" r="r" t="t"/>
            <a:pathLst>
              <a:path extrusionOk="0" h="1387" w="2616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85" y="1387"/>
                  <a:pt x="2615" y="851"/>
                  <a:pt x="25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0" name="Google Shape;2930;p22"/>
          <p:cNvSpPr/>
          <p:nvPr/>
        </p:nvSpPr>
        <p:spPr>
          <a:xfrm>
            <a:off x="8527068" y="3530056"/>
            <a:ext cx="107617" cy="240414"/>
          </a:xfrm>
          <a:custGeom>
            <a:rect b="b" l="l" r="r" t="t"/>
            <a:pathLst>
              <a:path extrusionOk="0" h="9764" w="3278">
                <a:moveTo>
                  <a:pt x="1198" y="5541"/>
                </a:moveTo>
                <a:cubicBezTo>
                  <a:pt x="1387" y="5604"/>
                  <a:pt x="1544" y="5699"/>
                  <a:pt x="1544" y="5888"/>
                </a:cubicBezTo>
                <a:lnTo>
                  <a:pt x="1576" y="6266"/>
                </a:lnTo>
                <a:lnTo>
                  <a:pt x="788" y="6266"/>
                </a:lnTo>
                <a:lnTo>
                  <a:pt x="788" y="5888"/>
                </a:lnTo>
                <a:cubicBezTo>
                  <a:pt x="788" y="5699"/>
                  <a:pt x="946" y="5541"/>
                  <a:pt x="1198" y="5541"/>
                </a:cubicBezTo>
                <a:close/>
                <a:moveTo>
                  <a:pt x="2885" y="0"/>
                </a:moveTo>
                <a:cubicBezTo>
                  <a:pt x="2798" y="0"/>
                  <a:pt x="2714" y="40"/>
                  <a:pt x="2647" y="123"/>
                </a:cubicBezTo>
                <a:lnTo>
                  <a:pt x="914" y="2202"/>
                </a:lnTo>
                <a:cubicBezTo>
                  <a:pt x="883" y="2296"/>
                  <a:pt x="820" y="2360"/>
                  <a:pt x="820" y="2454"/>
                </a:cubicBezTo>
                <a:lnTo>
                  <a:pt x="820" y="4974"/>
                </a:lnTo>
                <a:cubicBezTo>
                  <a:pt x="442" y="5069"/>
                  <a:pt x="127" y="5478"/>
                  <a:pt x="127" y="5920"/>
                </a:cubicBezTo>
                <a:lnTo>
                  <a:pt x="1" y="9763"/>
                </a:lnTo>
                <a:lnTo>
                  <a:pt x="2458" y="9763"/>
                </a:lnTo>
                <a:lnTo>
                  <a:pt x="2238" y="5857"/>
                </a:lnTo>
                <a:cubicBezTo>
                  <a:pt x="2206" y="5447"/>
                  <a:pt x="1923" y="5069"/>
                  <a:pt x="1513" y="4974"/>
                </a:cubicBezTo>
                <a:lnTo>
                  <a:pt x="1513" y="2549"/>
                </a:lnTo>
                <a:lnTo>
                  <a:pt x="3151" y="595"/>
                </a:lnTo>
                <a:cubicBezTo>
                  <a:pt x="3277" y="375"/>
                  <a:pt x="3277" y="186"/>
                  <a:pt x="3120" y="91"/>
                </a:cubicBezTo>
                <a:cubicBezTo>
                  <a:pt x="3045" y="32"/>
                  <a:pt x="2964" y="0"/>
                  <a:pt x="28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1" name="Google Shape;2931;p22"/>
          <p:cNvSpPr/>
          <p:nvPr/>
        </p:nvSpPr>
        <p:spPr>
          <a:xfrm>
            <a:off x="8370890" y="3529957"/>
            <a:ext cx="114839" cy="240513"/>
          </a:xfrm>
          <a:custGeom>
            <a:rect b="b" l="l" r="r" t="t"/>
            <a:pathLst>
              <a:path extrusionOk="0" h="9768" w="3498">
                <a:moveTo>
                  <a:pt x="1733" y="1355"/>
                </a:moveTo>
                <a:cubicBezTo>
                  <a:pt x="1922" y="1355"/>
                  <a:pt x="2080" y="1513"/>
                  <a:pt x="2080" y="1702"/>
                </a:cubicBezTo>
                <a:cubicBezTo>
                  <a:pt x="2080" y="1922"/>
                  <a:pt x="1922" y="2048"/>
                  <a:pt x="1733" y="2048"/>
                </a:cubicBezTo>
                <a:cubicBezTo>
                  <a:pt x="1544" y="2048"/>
                  <a:pt x="1387" y="1891"/>
                  <a:pt x="1387" y="1702"/>
                </a:cubicBezTo>
                <a:cubicBezTo>
                  <a:pt x="1387" y="1513"/>
                  <a:pt x="1544" y="1355"/>
                  <a:pt x="1733" y="1355"/>
                </a:cubicBezTo>
                <a:close/>
                <a:moveTo>
                  <a:pt x="1765" y="5545"/>
                </a:moveTo>
                <a:cubicBezTo>
                  <a:pt x="1954" y="5608"/>
                  <a:pt x="2111" y="5703"/>
                  <a:pt x="2111" y="5892"/>
                </a:cubicBezTo>
                <a:lnTo>
                  <a:pt x="2174" y="6270"/>
                </a:lnTo>
                <a:lnTo>
                  <a:pt x="1387" y="6270"/>
                </a:lnTo>
                <a:lnTo>
                  <a:pt x="1387" y="5892"/>
                </a:lnTo>
                <a:cubicBezTo>
                  <a:pt x="1387" y="5703"/>
                  <a:pt x="1544" y="5545"/>
                  <a:pt x="1765" y="5545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553"/>
                  <a:pt x="599" y="3277"/>
                  <a:pt x="1387" y="3435"/>
                </a:cubicBezTo>
                <a:lnTo>
                  <a:pt x="1387" y="4947"/>
                </a:lnTo>
                <a:cubicBezTo>
                  <a:pt x="977" y="5073"/>
                  <a:pt x="662" y="5482"/>
                  <a:pt x="662" y="5892"/>
                </a:cubicBezTo>
                <a:lnTo>
                  <a:pt x="536" y="9767"/>
                </a:lnTo>
                <a:lnTo>
                  <a:pt x="2993" y="9767"/>
                </a:lnTo>
                <a:lnTo>
                  <a:pt x="2804" y="5861"/>
                </a:lnTo>
                <a:cubicBezTo>
                  <a:pt x="2741" y="5419"/>
                  <a:pt x="2489" y="5073"/>
                  <a:pt x="2048" y="4947"/>
                </a:cubicBezTo>
                <a:lnTo>
                  <a:pt x="2048" y="3435"/>
                </a:lnTo>
                <a:cubicBezTo>
                  <a:pt x="2836" y="3277"/>
                  <a:pt x="3435" y="2553"/>
                  <a:pt x="3435" y="1733"/>
                </a:cubicBezTo>
                <a:cubicBezTo>
                  <a:pt x="3498" y="757"/>
                  <a:pt x="2710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2" name="Google Shape;2932;p22"/>
          <p:cNvSpPr/>
          <p:nvPr/>
        </p:nvSpPr>
        <p:spPr>
          <a:xfrm>
            <a:off x="8524999" y="3786728"/>
            <a:ext cx="84866" cy="34151"/>
          </a:xfrm>
          <a:custGeom>
            <a:rect b="b" l="l" r="r" t="t"/>
            <a:pathLst>
              <a:path extrusionOk="0" h="1387" w="2585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54" y="1387"/>
                  <a:pt x="2584" y="851"/>
                  <a:pt x="25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3" name="Google Shape;2933;p22"/>
          <p:cNvSpPr/>
          <p:nvPr/>
        </p:nvSpPr>
        <p:spPr>
          <a:xfrm>
            <a:off x="6337368" y="1614635"/>
            <a:ext cx="389988" cy="155171"/>
          </a:xfrm>
          <a:custGeom>
            <a:rect b="b" l="l" r="r" t="t"/>
            <a:pathLst>
              <a:path extrusionOk="0" h="6302" w="11879">
                <a:moveTo>
                  <a:pt x="7688" y="2080"/>
                </a:moveTo>
                <a:lnTo>
                  <a:pt x="7688" y="2836"/>
                </a:lnTo>
                <a:lnTo>
                  <a:pt x="4191" y="2836"/>
                </a:lnTo>
                <a:lnTo>
                  <a:pt x="4191" y="2080"/>
                </a:lnTo>
                <a:close/>
                <a:moveTo>
                  <a:pt x="10177" y="3497"/>
                </a:moveTo>
                <a:cubicBezTo>
                  <a:pt x="10586" y="3497"/>
                  <a:pt x="10996" y="3781"/>
                  <a:pt x="11154" y="4222"/>
                </a:cubicBezTo>
                <a:lnTo>
                  <a:pt x="820" y="4222"/>
                </a:lnTo>
                <a:cubicBezTo>
                  <a:pt x="914" y="3812"/>
                  <a:pt x="1292" y="3497"/>
                  <a:pt x="1765" y="3497"/>
                </a:cubicBezTo>
                <a:close/>
                <a:moveTo>
                  <a:pt x="3844" y="0"/>
                </a:moveTo>
                <a:cubicBezTo>
                  <a:pt x="2899" y="0"/>
                  <a:pt x="2112" y="788"/>
                  <a:pt x="2112" y="1733"/>
                </a:cubicBezTo>
                <a:lnTo>
                  <a:pt x="2112" y="2836"/>
                </a:lnTo>
                <a:lnTo>
                  <a:pt x="1734" y="2836"/>
                </a:lnTo>
                <a:cubicBezTo>
                  <a:pt x="788" y="2836"/>
                  <a:pt x="1" y="3623"/>
                  <a:pt x="1" y="4568"/>
                </a:cubicBezTo>
                <a:lnTo>
                  <a:pt x="1" y="6301"/>
                </a:lnTo>
                <a:lnTo>
                  <a:pt x="1387" y="6301"/>
                </a:lnTo>
                <a:lnTo>
                  <a:pt x="1387" y="5955"/>
                </a:lnTo>
                <a:lnTo>
                  <a:pt x="1418" y="5955"/>
                </a:lnTo>
                <a:cubicBezTo>
                  <a:pt x="1418" y="5734"/>
                  <a:pt x="1576" y="5577"/>
                  <a:pt x="1765" y="5577"/>
                </a:cubicBezTo>
                <a:lnTo>
                  <a:pt x="3151" y="5577"/>
                </a:lnTo>
                <a:cubicBezTo>
                  <a:pt x="3340" y="5577"/>
                  <a:pt x="3529" y="5734"/>
                  <a:pt x="3529" y="5955"/>
                </a:cubicBezTo>
                <a:lnTo>
                  <a:pt x="3529" y="6301"/>
                </a:lnTo>
                <a:lnTo>
                  <a:pt x="8413" y="6301"/>
                </a:lnTo>
                <a:lnTo>
                  <a:pt x="8413" y="5955"/>
                </a:lnTo>
                <a:cubicBezTo>
                  <a:pt x="8413" y="5734"/>
                  <a:pt x="8570" y="5577"/>
                  <a:pt x="8759" y="5577"/>
                </a:cubicBezTo>
                <a:lnTo>
                  <a:pt x="10145" y="5577"/>
                </a:lnTo>
                <a:cubicBezTo>
                  <a:pt x="10334" y="5577"/>
                  <a:pt x="10492" y="5734"/>
                  <a:pt x="10492" y="5955"/>
                </a:cubicBezTo>
                <a:lnTo>
                  <a:pt x="10492" y="6301"/>
                </a:lnTo>
                <a:lnTo>
                  <a:pt x="11878" y="6301"/>
                </a:lnTo>
                <a:lnTo>
                  <a:pt x="11878" y="4568"/>
                </a:lnTo>
                <a:cubicBezTo>
                  <a:pt x="11878" y="3623"/>
                  <a:pt x="11091" y="2836"/>
                  <a:pt x="10145" y="2836"/>
                </a:cubicBezTo>
                <a:lnTo>
                  <a:pt x="9767" y="2836"/>
                </a:lnTo>
                <a:lnTo>
                  <a:pt x="9767" y="1733"/>
                </a:lnTo>
                <a:cubicBezTo>
                  <a:pt x="9767" y="788"/>
                  <a:pt x="8980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4" name="Google Shape;2934;p22"/>
          <p:cNvSpPr/>
          <p:nvPr/>
        </p:nvSpPr>
        <p:spPr>
          <a:xfrm>
            <a:off x="6636295" y="1769787"/>
            <a:ext cx="22786" cy="51215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1733"/>
                </a:lnTo>
                <a:cubicBezTo>
                  <a:pt x="1" y="1922"/>
                  <a:pt x="158" y="2079"/>
                  <a:pt x="347" y="2079"/>
                </a:cubicBezTo>
                <a:cubicBezTo>
                  <a:pt x="536" y="2079"/>
                  <a:pt x="694" y="1922"/>
                  <a:pt x="694" y="1733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5" name="Google Shape;2935;p22"/>
          <p:cNvSpPr/>
          <p:nvPr/>
        </p:nvSpPr>
        <p:spPr>
          <a:xfrm>
            <a:off x="6338419" y="1786850"/>
            <a:ext cx="389955" cy="119468"/>
          </a:xfrm>
          <a:custGeom>
            <a:rect b="b" l="l" r="r" t="t"/>
            <a:pathLst>
              <a:path extrusionOk="0" h="4852" w="11878">
                <a:moveTo>
                  <a:pt x="5923" y="693"/>
                </a:moveTo>
                <a:cubicBezTo>
                  <a:pt x="6112" y="693"/>
                  <a:pt x="6270" y="851"/>
                  <a:pt x="6270" y="1040"/>
                </a:cubicBezTo>
                <a:lnTo>
                  <a:pt x="6270" y="1733"/>
                </a:lnTo>
                <a:lnTo>
                  <a:pt x="6994" y="1733"/>
                </a:lnTo>
                <a:cubicBezTo>
                  <a:pt x="7183" y="1733"/>
                  <a:pt x="7341" y="1891"/>
                  <a:pt x="7341" y="2080"/>
                </a:cubicBezTo>
                <a:cubicBezTo>
                  <a:pt x="7341" y="2300"/>
                  <a:pt x="7183" y="2458"/>
                  <a:pt x="6994" y="2458"/>
                </a:cubicBezTo>
                <a:lnTo>
                  <a:pt x="6270" y="2458"/>
                </a:lnTo>
                <a:lnTo>
                  <a:pt x="6270" y="3151"/>
                </a:lnTo>
                <a:cubicBezTo>
                  <a:pt x="6270" y="3340"/>
                  <a:pt x="6112" y="3497"/>
                  <a:pt x="5923" y="3497"/>
                </a:cubicBezTo>
                <a:cubicBezTo>
                  <a:pt x="5734" y="3497"/>
                  <a:pt x="5577" y="3340"/>
                  <a:pt x="5577" y="3151"/>
                </a:cubicBezTo>
                <a:lnTo>
                  <a:pt x="5577" y="2458"/>
                </a:lnTo>
                <a:lnTo>
                  <a:pt x="4852" y="2458"/>
                </a:lnTo>
                <a:cubicBezTo>
                  <a:pt x="4663" y="2458"/>
                  <a:pt x="4505" y="2300"/>
                  <a:pt x="4505" y="2080"/>
                </a:cubicBezTo>
                <a:cubicBezTo>
                  <a:pt x="4537" y="1891"/>
                  <a:pt x="4695" y="1733"/>
                  <a:pt x="4852" y="1733"/>
                </a:cubicBezTo>
                <a:lnTo>
                  <a:pt x="5577" y="1733"/>
                </a:lnTo>
                <a:lnTo>
                  <a:pt x="5577" y="1040"/>
                </a:lnTo>
                <a:cubicBezTo>
                  <a:pt x="5577" y="851"/>
                  <a:pt x="5734" y="693"/>
                  <a:pt x="5923" y="693"/>
                </a:cubicBezTo>
                <a:close/>
                <a:moveTo>
                  <a:pt x="126" y="0"/>
                </a:moveTo>
                <a:lnTo>
                  <a:pt x="126" y="3119"/>
                </a:lnTo>
                <a:cubicBezTo>
                  <a:pt x="0" y="4064"/>
                  <a:pt x="756" y="4852"/>
                  <a:pt x="1733" y="4852"/>
                </a:cubicBezTo>
                <a:lnTo>
                  <a:pt x="10145" y="4852"/>
                </a:lnTo>
                <a:cubicBezTo>
                  <a:pt x="11090" y="4852"/>
                  <a:pt x="11878" y="4064"/>
                  <a:pt x="11878" y="3119"/>
                </a:cubicBezTo>
                <a:lnTo>
                  <a:pt x="11878" y="0"/>
                </a:lnTo>
                <a:lnTo>
                  <a:pt x="10491" y="0"/>
                </a:lnTo>
                <a:lnTo>
                  <a:pt x="10491" y="1040"/>
                </a:lnTo>
                <a:cubicBezTo>
                  <a:pt x="10491" y="1639"/>
                  <a:pt x="10019" y="2048"/>
                  <a:pt x="9452" y="2048"/>
                </a:cubicBezTo>
                <a:cubicBezTo>
                  <a:pt x="8885" y="2048"/>
                  <a:pt x="8444" y="1576"/>
                  <a:pt x="8444" y="1040"/>
                </a:cubicBezTo>
                <a:lnTo>
                  <a:pt x="8444" y="0"/>
                </a:lnTo>
                <a:lnTo>
                  <a:pt x="3560" y="0"/>
                </a:lnTo>
                <a:lnTo>
                  <a:pt x="3560" y="1040"/>
                </a:lnTo>
                <a:cubicBezTo>
                  <a:pt x="3560" y="1639"/>
                  <a:pt x="3088" y="2048"/>
                  <a:pt x="2521" y="2048"/>
                </a:cubicBezTo>
                <a:cubicBezTo>
                  <a:pt x="1954" y="2048"/>
                  <a:pt x="1513" y="1576"/>
                  <a:pt x="1513" y="1040"/>
                </a:cubicBezTo>
                <a:lnTo>
                  <a:pt x="151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6" name="Google Shape;2936;p22"/>
          <p:cNvSpPr/>
          <p:nvPr/>
        </p:nvSpPr>
        <p:spPr>
          <a:xfrm>
            <a:off x="6405657" y="1769787"/>
            <a:ext cx="23804" cy="51215"/>
          </a:xfrm>
          <a:custGeom>
            <a:rect b="b" l="l" r="r" t="t"/>
            <a:pathLst>
              <a:path extrusionOk="0" h="2080" w="725">
                <a:moveTo>
                  <a:pt x="0" y="0"/>
                </a:moveTo>
                <a:lnTo>
                  <a:pt x="0" y="1733"/>
                </a:lnTo>
                <a:cubicBezTo>
                  <a:pt x="0" y="1922"/>
                  <a:pt x="158" y="2079"/>
                  <a:pt x="378" y="2079"/>
                </a:cubicBezTo>
                <a:cubicBezTo>
                  <a:pt x="567" y="2079"/>
                  <a:pt x="725" y="1922"/>
                  <a:pt x="725" y="1733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7" name="Google Shape;2937;p22"/>
          <p:cNvSpPr/>
          <p:nvPr/>
        </p:nvSpPr>
        <p:spPr>
          <a:xfrm>
            <a:off x="6399226" y="2040965"/>
            <a:ext cx="274131" cy="170486"/>
          </a:xfrm>
          <a:custGeom>
            <a:rect b="b" l="l" r="r" t="t"/>
            <a:pathLst>
              <a:path extrusionOk="0" h="6924" w="8350">
                <a:moveTo>
                  <a:pt x="4128" y="2733"/>
                </a:moveTo>
                <a:cubicBezTo>
                  <a:pt x="4380" y="3048"/>
                  <a:pt x="4726" y="3269"/>
                  <a:pt x="5167" y="3552"/>
                </a:cubicBezTo>
                <a:lnTo>
                  <a:pt x="5167" y="4497"/>
                </a:lnTo>
                <a:cubicBezTo>
                  <a:pt x="5167" y="4844"/>
                  <a:pt x="5010" y="5159"/>
                  <a:pt x="4695" y="5348"/>
                </a:cubicBezTo>
                <a:cubicBezTo>
                  <a:pt x="4537" y="5474"/>
                  <a:pt x="4325" y="5537"/>
                  <a:pt x="4112" y="5537"/>
                </a:cubicBezTo>
                <a:cubicBezTo>
                  <a:pt x="3899" y="5537"/>
                  <a:pt x="3687" y="5474"/>
                  <a:pt x="3529" y="5348"/>
                </a:cubicBezTo>
                <a:cubicBezTo>
                  <a:pt x="3277" y="5159"/>
                  <a:pt x="3057" y="4844"/>
                  <a:pt x="3057" y="4497"/>
                </a:cubicBezTo>
                <a:lnTo>
                  <a:pt x="3057" y="3552"/>
                </a:lnTo>
                <a:lnTo>
                  <a:pt x="3120" y="3552"/>
                </a:lnTo>
                <a:cubicBezTo>
                  <a:pt x="3529" y="3269"/>
                  <a:pt x="3907" y="2985"/>
                  <a:pt x="4128" y="2733"/>
                </a:cubicBezTo>
                <a:close/>
                <a:moveTo>
                  <a:pt x="4222" y="0"/>
                </a:moveTo>
                <a:cubicBezTo>
                  <a:pt x="3568" y="0"/>
                  <a:pt x="2915" y="166"/>
                  <a:pt x="2363" y="496"/>
                </a:cubicBezTo>
                <a:cubicBezTo>
                  <a:pt x="1702" y="906"/>
                  <a:pt x="1229" y="1473"/>
                  <a:pt x="946" y="2166"/>
                </a:cubicBezTo>
                <a:lnTo>
                  <a:pt x="190" y="4560"/>
                </a:lnTo>
                <a:cubicBezTo>
                  <a:pt x="1" y="5002"/>
                  <a:pt x="64" y="5474"/>
                  <a:pt x="316" y="5915"/>
                </a:cubicBezTo>
                <a:cubicBezTo>
                  <a:pt x="662" y="6514"/>
                  <a:pt x="1324" y="6892"/>
                  <a:pt x="2080" y="6923"/>
                </a:cubicBezTo>
                <a:cubicBezTo>
                  <a:pt x="2363" y="6923"/>
                  <a:pt x="2615" y="6892"/>
                  <a:pt x="2805" y="6766"/>
                </a:cubicBezTo>
                <a:cubicBezTo>
                  <a:pt x="3120" y="6608"/>
                  <a:pt x="3403" y="6419"/>
                  <a:pt x="3561" y="6104"/>
                </a:cubicBezTo>
                <a:cubicBezTo>
                  <a:pt x="3750" y="6199"/>
                  <a:pt x="3939" y="6230"/>
                  <a:pt x="4191" y="6230"/>
                </a:cubicBezTo>
                <a:cubicBezTo>
                  <a:pt x="4380" y="6230"/>
                  <a:pt x="4600" y="6199"/>
                  <a:pt x="4821" y="6104"/>
                </a:cubicBezTo>
                <a:cubicBezTo>
                  <a:pt x="5010" y="6388"/>
                  <a:pt x="5230" y="6608"/>
                  <a:pt x="5545" y="6766"/>
                </a:cubicBezTo>
                <a:cubicBezTo>
                  <a:pt x="5797" y="6892"/>
                  <a:pt x="6018" y="6923"/>
                  <a:pt x="6270" y="6923"/>
                </a:cubicBezTo>
                <a:lnTo>
                  <a:pt x="6302" y="6923"/>
                </a:lnTo>
                <a:cubicBezTo>
                  <a:pt x="7026" y="6892"/>
                  <a:pt x="7688" y="6451"/>
                  <a:pt x="8034" y="5915"/>
                </a:cubicBezTo>
                <a:cubicBezTo>
                  <a:pt x="8318" y="5474"/>
                  <a:pt x="8349" y="5002"/>
                  <a:pt x="8192" y="4623"/>
                </a:cubicBezTo>
                <a:lnTo>
                  <a:pt x="7436" y="2135"/>
                </a:lnTo>
                <a:cubicBezTo>
                  <a:pt x="7184" y="1473"/>
                  <a:pt x="6711" y="906"/>
                  <a:pt x="6081" y="496"/>
                </a:cubicBezTo>
                <a:cubicBezTo>
                  <a:pt x="5530" y="166"/>
                  <a:pt x="4876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8" name="Google Shape;2938;p22"/>
          <p:cNvSpPr/>
          <p:nvPr/>
        </p:nvSpPr>
        <p:spPr>
          <a:xfrm>
            <a:off x="6387866" y="2210644"/>
            <a:ext cx="296849" cy="69854"/>
          </a:xfrm>
          <a:custGeom>
            <a:rect b="b" l="l" r="r" t="t"/>
            <a:pathLst>
              <a:path extrusionOk="0" h="2837" w="9042">
                <a:moveTo>
                  <a:pt x="4159" y="1"/>
                </a:moveTo>
                <a:cubicBezTo>
                  <a:pt x="3970" y="190"/>
                  <a:pt x="3686" y="379"/>
                  <a:pt x="3403" y="505"/>
                </a:cubicBezTo>
                <a:cubicBezTo>
                  <a:pt x="3151" y="631"/>
                  <a:pt x="2772" y="694"/>
                  <a:pt x="2426" y="694"/>
                </a:cubicBezTo>
                <a:cubicBezTo>
                  <a:pt x="1764" y="662"/>
                  <a:pt x="1166" y="442"/>
                  <a:pt x="693" y="32"/>
                </a:cubicBezTo>
                <a:cubicBezTo>
                  <a:pt x="252" y="473"/>
                  <a:pt x="0" y="1072"/>
                  <a:pt x="0" y="1734"/>
                </a:cubicBezTo>
                <a:lnTo>
                  <a:pt x="0" y="2490"/>
                </a:lnTo>
                <a:cubicBezTo>
                  <a:pt x="0" y="2679"/>
                  <a:pt x="158" y="2836"/>
                  <a:pt x="347" y="2836"/>
                </a:cubicBezTo>
                <a:lnTo>
                  <a:pt x="8695" y="2836"/>
                </a:lnTo>
                <a:cubicBezTo>
                  <a:pt x="8884" y="2836"/>
                  <a:pt x="9042" y="2679"/>
                  <a:pt x="9042" y="2490"/>
                </a:cubicBezTo>
                <a:lnTo>
                  <a:pt x="9042" y="1765"/>
                </a:lnTo>
                <a:cubicBezTo>
                  <a:pt x="9042" y="1135"/>
                  <a:pt x="8821" y="505"/>
                  <a:pt x="8349" y="95"/>
                </a:cubicBezTo>
                <a:cubicBezTo>
                  <a:pt x="7876" y="473"/>
                  <a:pt x="7309" y="725"/>
                  <a:pt x="6679" y="757"/>
                </a:cubicBezTo>
                <a:lnTo>
                  <a:pt x="6616" y="757"/>
                </a:lnTo>
                <a:cubicBezTo>
                  <a:pt x="6238" y="757"/>
                  <a:pt x="5891" y="662"/>
                  <a:pt x="5576" y="505"/>
                </a:cubicBezTo>
                <a:cubicBezTo>
                  <a:pt x="5324" y="379"/>
                  <a:pt x="5072" y="221"/>
                  <a:pt x="4883" y="1"/>
                </a:cubicBezTo>
                <a:cubicBezTo>
                  <a:pt x="4757" y="32"/>
                  <a:pt x="4631" y="32"/>
                  <a:pt x="4505" y="32"/>
                </a:cubicBezTo>
                <a:cubicBezTo>
                  <a:pt x="4411" y="32"/>
                  <a:pt x="4285" y="32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9" name="Google Shape;2939;p22"/>
          <p:cNvSpPr/>
          <p:nvPr/>
        </p:nvSpPr>
        <p:spPr>
          <a:xfrm>
            <a:off x="6457140" y="1988591"/>
            <a:ext cx="160342" cy="50654"/>
          </a:xfrm>
          <a:custGeom>
            <a:rect b="b" l="l" r="r" t="t"/>
            <a:pathLst>
              <a:path extrusionOk="0" h="2057" w="4884">
                <a:moveTo>
                  <a:pt x="2454" y="1"/>
                </a:moveTo>
                <a:cubicBezTo>
                  <a:pt x="1639" y="1"/>
                  <a:pt x="820" y="339"/>
                  <a:pt x="127" y="1017"/>
                </a:cubicBezTo>
                <a:cubicBezTo>
                  <a:pt x="32" y="1111"/>
                  <a:pt x="1" y="1237"/>
                  <a:pt x="32" y="1332"/>
                </a:cubicBezTo>
                <a:lnTo>
                  <a:pt x="190" y="2056"/>
                </a:lnTo>
                <a:cubicBezTo>
                  <a:pt x="820" y="1647"/>
                  <a:pt x="1608" y="1458"/>
                  <a:pt x="2395" y="1458"/>
                </a:cubicBezTo>
                <a:cubicBezTo>
                  <a:pt x="3183" y="1458"/>
                  <a:pt x="3970" y="1647"/>
                  <a:pt x="4601" y="2056"/>
                </a:cubicBezTo>
                <a:lnTo>
                  <a:pt x="4664" y="2056"/>
                </a:lnTo>
                <a:lnTo>
                  <a:pt x="4853" y="1332"/>
                </a:lnTo>
                <a:cubicBezTo>
                  <a:pt x="4884" y="1237"/>
                  <a:pt x="4853" y="1111"/>
                  <a:pt x="4758" y="1017"/>
                </a:cubicBezTo>
                <a:cubicBezTo>
                  <a:pt x="4081" y="339"/>
                  <a:pt x="3269" y="1"/>
                  <a:pt x="24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0" name="Google Shape;2940;p22"/>
          <p:cNvSpPr/>
          <p:nvPr/>
        </p:nvSpPr>
        <p:spPr>
          <a:xfrm>
            <a:off x="6337368" y="2503952"/>
            <a:ext cx="201740" cy="153620"/>
          </a:xfrm>
          <a:custGeom>
            <a:rect b="b" l="l" r="r" t="t"/>
            <a:pathLst>
              <a:path extrusionOk="0" h="6239" w="6145">
                <a:moveTo>
                  <a:pt x="3183" y="1"/>
                </a:moveTo>
                <a:lnTo>
                  <a:pt x="2490" y="725"/>
                </a:lnTo>
                <a:cubicBezTo>
                  <a:pt x="2206" y="1009"/>
                  <a:pt x="1986" y="1387"/>
                  <a:pt x="1860" y="1828"/>
                </a:cubicBezTo>
                <a:cubicBezTo>
                  <a:pt x="1608" y="2742"/>
                  <a:pt x="1229" y="3435"/>
                  <a:pt x="725" y="4002"/>
                </a:cubicBezTo>
                <a:lnTo>
                  <a:pt x="316" y="4411"/>
                </a:lnTo>
                <a:cubicBezTo>
                  <a:pt x="127" y="4632"/>
                  <a:pt x="1" y="4884"/>
                  <a:pt x="1" y="5167"/>
                </a:cubicBezTo>
                <a:cubicBezTo>
                  <a:pt x="1" y="5451"/>
                  <a:pt x="127" y="5734"/>
                  <a:pt x="316" y="5923"/>
                </a:cubicBezTo>
                <a:cubicBezTo>
                  <a:pt x="505" y="6113"/>
                  <a:pt x="788" y="6239"/>
                  <a:pt x="1072" y="6239"/>
                </a:cubicBezTo>
                <a:cubicBezTo>
                  <a:pt x="1355" y="6113"/>
                  <a:pt x="1608" y="5986"/>
                  <a:pt x="1765" y="5797"/>
                </a:cubicBezTo>
                <a:lnTo>
                  <a:pt x="2206" y="5419"/>
                </a:lnTo>
                <a:cubicBezTo>
                  <a:pt x="2710" y="4884"/>
                  <a:pt x="3435" y="4506"/>
                  <a:pt x="4380" y="4254"/>
                </a:cubicBezTo>
                <a:cubicBezTo>
                  <a:pt x="4664" y="4191"/>
                  <a:pt x="4916" y="4033"/>
                  <a:pt x="5168" y="3876"/>
                </a:cubicBezTo>
                <a:lnTo>
                  <a:pt x="4664" y="3372"/>
                </a:lnTo>
                <a:cubicBezTo>
                  <a:pt x="4537" y="3246"/>
                  <a:pt x="4537" y="2994"/>
                  <a:pt x="4664" y="2899"/>
                </a:cubicBezTo>
                <a:cubicBezTo>
                  <a:pt x="4711" y="2836"/>
                  <a:pt x="4797" y="2805"/>
                  <a:pt x="4888" y="2805"/>
                </a:cubicBezTo>
                <a:cubicBezTo>
                  <a:pt x="4979" y="2805"/>
                  <a:pt x="5073" y="2836"/>
                  <a:pt x="5136" y="2899"/>
                </a:cubicBezTo>
                <a:lnTo>
                  <a:pt x="5672" y="3435"/>
                </a:lnTo>
                <a:lnTo>
                  <a:pt x="6144" y="2962"/>
                </a:lnTo>
                <a:lnTo>
                  <a:pt x="31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1" name="Google Shape;2941;p22"/>
          <p:cNvSpPr/>
          <p:nvPr/>
        </p:nvSpPr>
        <p:spPr>
          <a:xfrm>
            <a:off x="6461502" y="2362763"/>
            <a:ext cx="266875" cy="199393"/>
          </a:xfrm>
          <a:custGeom>
            <a:rect b="b" l="l" r="r" t="t"/>
            <a:pathLst>
              <a:path extrusionOk="0" h="8098" w="8129">
                <a:moveTo>
                  <a:pt x="1891" y="2364"/>
                </a:moveTo>
                <a:cubicBezTo>
                  <a:pt x="1985" y="2364"/>
                  <a:pt x="2048" y="2395"/>
                  <a:pt x="2143" y="2490"/>
                </a:cubicBezTo>
                <a:lnTo>
                  <a:pt x="5545" y="5892"/>
                </a:lnTo>
                <a:cubicBezTo>
                  <a:pt x="5671" y="6018"/>
                  <a:pt x="5671" y="6239"/>
                  <a:pt x="5545" y="6365"/>
                </a:cubicBezTo>
                <a:cubicBezTo>
                  <a:pt x="5498" y="6428"/>
                  <a:pt x="5411" y="6459"/>
                  <a:pt x="5321" y="6459"/>
                </a:cubicBezTo>
                <a:cubicBezTo>
                  <a:pt x="5230" y="6459"/>
                  <a:pt x="5136" y="6428"/>
                  <a:pt x="5073" y="6365"/>
                </a:cubicBezTo>
                <a:lnTo>
                  <a:pt x="1670" y="2962"/>
                </a:lnTo>
                <a:cubicBezTo>
                  <a:pt x="1544" y="2836"/>
                  <a:pt x="1544" y="2647"/>
                  <a:pt x="1670" y="2490"/>
                </a:cubicBezTo>
                <a:cubicBezTo>
                  <a:pt x="1733" y="2395"/>
                  <a:pt x="1828" y="2364"/>
                  <a:pt x="1891" y="2364"/>
                </a:cubicBezTo>
                <a:close/>
                <a:moveTo>
                  <a:pt x="6742" y="1"/>
                </a:moveTo>
                <a:cubicBezTo>
                  <a:pt x="6333" y="1"/>
                  <a:pt x="6018" y="158"/>
                  <a:pt x="5766" y="379"/>
                </a:cubicBezTo>
                <a:lnTo>
                  <a:pt x="4128" y="2017"/>
                </a:lnTo>
                <a:cubicBezTo>
                  <a:pt x="3938" y="2206"/>
                  <a:pt x="3679" y="2301"/>
                  <a:pt x="3415" y="2301"/>
                </a:cubicBezTo>
                <a:cubicBezTo>
                  <a:pt x="3151" y="2301"/>
                  <a:pt x="2883" y="2206"/>
                  <a:pt x="2678" y="2017"/>
                </a:cubicBezTo>
                <a:cubicBezTo>
                  <a:pt x="2489" y="1812"/>
                  <a:pt x="2229" y="1710"/>
                  <a:pt x="1965" y="1710"/>
                </a:cubicBezTo>
                <a:cubicBezTo>
                  <a:pt x="1702" y="1710"/>
                  <a:pt x="1434" y="1812"/>
                  <a:pt x="1229" y="2017"/>
                </a:cubicBezTo>
                <a:cubicBezTo>
                  <a:pt x="851" y="2395"/>
                  <a:pt x="851" y="3057"/>
                  <a:pt x="1229" y="3466"/>
                </a:cubicBezTo>
                <a:lnTo>
                  <a:pt x="1481" y="3687"/>
                </a:lnTo>
                <a:lnTo>
                  <a:pt x="0" y="5167"/>
                </a:lnTo>
                <a:lnTo>
                  <a:pt x="2962" y="8097"/>
                </a:lnTo>
                <a:lnTo>
                  <a:pt x="3403" y="7625"/>
                </a:lnTo>
                <a:lnTo>
                  <a:pt x="2836" y="7089"/>
                </a:lnTo>
                <a:cubicBezTo>
                  <a:pt x="2710" y="6963"/>
                  <a:pt x="2710" y="6743"/>
                  <a:pt x="2836" y="6617"/>
                </a:cubicBezTo>
                <a:cubicBezTo>
                  <a:pt x="2899" y="6554"/>
                  <a:pt x="2985" y="6522"/>
                  <a:pt x="3072" y="6522"/>
                </a:cubicBezTo>
                <a:cubicBezTo>
                  <a:pt x="3159" y="6522"/>
                  <a:pt x="3245" y="6554"/>
                  <a:pt x="3308" y="6617"/>
                </a:cubicBezTo>
                <a:lnTo>
                  <a:pt x="3875" y="7152"/>
                </a:lnTo>
                <a:lnTo>
                  <a:pt x="4380" y="6648"/>
                </a:lnTo>
                <a:lnTo>
                  <a:pt x="4600" y="6900"/>
                </a:lnTo>
                <a:cubicBezTo>
                  <a:pt x="4821" y="7089"/>
                  <a:pt x="5073" y="7215"/>
                  <a:pt x="5356" y="7215"/>
                </a:cubicBezTo>
                <a:cubicBezTo>
                  <a:pt x="5640" y="7215"/>
                  <a:pt x="5923" y="7089"/>
                  <a:pt x="6112" y="6900"/>
                </a:cubicBezTo>
                <a:cubicBezTo>
                  <a:pt x="6490" y="6491"/>
                  <a:pt x="6490" y="5829"/>
                  <a:pt x="6112" y="5420"/>
                </a:cubicBezTo>
                <a:cubicBezTo>
                  <a:pt x="5703" y="5041"/>
                  <a:pt x="5703" y="4380"/>
                  <a:pt x="6112" y="3970"/>
                </a:cubicBezTo>
                <a:lnTo>
                  <a:pt x="7719" y="2364"/>
                </a:lnTo>
                <a:cubicBezTo>
                  <a:pt x="8003" y="2080"/>
                  <a:pt x="8129" y="1733"/>
                  <a:pt x="8129" y="1387"/>
                </a:cubicBezTo>
                <a:cubicBezTo>
                  <a:pt x="8129" y="1009"/>
                  <a:pt x="7971" y="662"/>
                  <a:pt x="7719" y="379"/>
                </a:cubicBezTo>
                <a:cubicBezTo>
                  <a:pt x="7436" y="127"/>
                  <a:pt x="7120" y="1"/>
                  <a:pt x="67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2" name="Google Shape;2942;p22"/>
          <p:cNvSpPr/>
          <p:nvPr/>
        </p:nvSpPr>
        <p:spPr>
          <a:xfrm>
            <a:off x="4890513" y="2950118"/>
            <a:ext cx="162410" cy="103193"/>
          </a:xfrm>
          <a:custGeom>
            <a:rect b="b" l="l" r="r" t="t"/>
            <a:pathLst>
              <a:path extrusionOk="0" h="4191" w="4947">
                <a:moveTo>
                  <a:pt x="3088" y="0"/>
                </a:moveTo>
                <a:cubicBezTo>
                  <a:pt x="2364" y="883"/>
                  <a:pt x="1387" y="2080"/>
                  <a:pt x="127" y="3655"/>
                </a:cubicBezTo>
                <a:cubicBezTo>
                  <a:pt x="1" y="3718"/>
                  <a:pt x="1" y="3875"/>
                  <a:pt x="32" y="4001"/>
                </a:cubicBezTo>
                <a:cubicBezTo>
                  <a:pt x="95" y="4127"/>
                  <a:pt x="253" y="4191"/>
                  <a:pt x="379" y="4191"/>
                </a:cubicBezTo>
                <a:lnTo>
                  <a:pt x="3246" y="4191"/>
                </a:lnTo>
                <a:cubicBezTo>
                  <a:pt x="3372" y="4191"/>
                  <a:pt x="3435" y="4159"/>
                  <a:pt x="3529" y="4096"/>
                </a:cubicBezTo>
                <a:lnTo>
                  <a:pt x="4947" y="2363"/>
                </a:lnTo>
                <a:lnTo>
                  <a:pt x="3466" y="536"/>
                </a:lnTo>
                <a:lnTo>
                  <a:pt x="3120" y="63"/>
                </a:lnTo>
                <a:cubicBezTo>
                  <a:pt x="3120" y="32"/>
                  <a:pt x="3088" y="32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3" name="Google Shape;2943;p22"/>
          <p:cNvSpPr/>
          <p:nvPr/>
        </p:nvSpPr>
        <p:spPr>
          <a:xfrm>
            <a:off x="4952597" y="2761430"/>
            <a:ext cx="289626" cy="291875"/>
          </a:xfrm>
          <a:custGeom>
            <a:rect b="b" l="l" r="r" t="t"/>
            <a:pathLst>
              <a:path extrusionOk="0" h="11854" w="8822">
                <a:moveTo>
                  <a:pt x="3491" y="1"/>
                </a:moveTo>
                <a:cubicBezTo>
                  <a:pt x="3420" y="1"/>
                  <a:pt x="3348" y="3"/>
                  <a:pt x="3277" y="8"/>
                </a:cubicBezTo>
                <a:cubicBezTo>
                  <a:pt x="1481" y="134"/>
                  <a:pt x="0" y="1709"/>
                  <a:pt x="0" y="3568"/>
                </a:cubicBezTo>
                <a:cubicBezTo>
                  <a:pt x="0" y="4733"/>
                  <a:pt x="945" y="6246"/>
                  <a:pt x="1764" y="7285"/>
                </a:cubicBezTo>
                <a:lnTo>
                  <a:pt x="2142" y="7758"/>
                </a:lnTo>
                <a:lnTo>
                  <a:pt x="5324" y="11759"/>
                </a:lnTo>
                <a:cubicBezTo>
                  <a:pt x="5387" y="11822"/>
                  <a:pt x="5482" y="11854"/>
                  <a:pt x="5608" y="11854"/>
                </a:cubicBezTo>
                <a:lnTo>
                  <a:pt x="8475" y="11854"/>
                </a:lnTo>
                <a:cubicBezTo>
                  <a:pt x="8601" y="11854"/>
                  <a:pt x="8695" y="11790"/>
                  <a:pt x="8790" y="11664"/>
                </a:cubicBezTo>
                <a:cubicBezTo>
                  <a:pt x="8821" y="11538"/>
                  <a:pt x="8821" y="11381"/>
                  <a:pt x="8758" y="11318"/>
                </a:cubicBezTo>
                <a:cubicBezTo>
                  <a:pt x="7939" y="10278"/>
                  <a:pt x="7183" y="9302"/>
                  <a:pt x="6459" y="8482"/>
                </a:cubicBezTo>
                <a:cubicBezTo>
                  <a:pt x="6144" y="8073"/>
                  <a:pt x="5828" y="7695"/>
                  <a:pt x="5513" y="7348"/>
                </a:cubicBezTo>
                <a:cubicBezTo>
                  <a:pt x="5387" y="7191"/>
                  <a:pt x="5293" y="7065"/>
                  <a:pt x="5167" y="6907"/>
                </a:cubicBezTo>
                <a:cubicBezTo>
                  <a:pt x="4600" y="6246"/>
                  <a:pt x="4127" y="5647"/>
                  <a:pt x="3749" y="5080"/>
                </a:cubicBezTo>
                <a:cubicBezTo>
                  <a:pt x="3088" y="4198"/>
                  <a:pt x="2646" y="3568"/>
                  <a:pt x="2363" y="3032"/>
                </a:cubicBezTo>
                <a:cubicBezTo>
                  <a:pt x="2174" y="2686"/>
                  <a:pt x="2079" y="2371"/>
                  <a:pt x="2079" y="2182"/>
                </a:cubicBezTo>
                <a:cubicBezTo>
                  <a:pt x="2079" y="1425"/>
                  <a:pt x="2678" y="764"/>
                  <a:pt x="3466" y="764"/>
                </a:cubicBezTo>
                <a:cubicBezTo>
                  <a:pt x="4253" y="764"/>
                  <a:pt x="4852" y="1425"/>
                  <a:pt x="4852" y="2182"/>
                </a:cubicBezTo>
                <a:cubicBezTo>
                  <a:pt x="4852" y="2308"/>
                  <a:pt x="4820" y="2528"/>
                  <a:pt x="4568" y="3001"/>
                </a:cubicBezTo>
                <a:cubicBezTo>
                  <a:pt x="4379" y="3347"/>
                  <a:pt x="4159" y="3757"/>
                  <a:pt x="3907" y="4103"/>
                </a:cubicBezTo>
                <a:cubicBezTo>
                  <a:pt x="4064" y="4292"/>
                  <a:pt x="4190" y="4513"/>
                  <a:pt x="4316" y="4670"/>
                </a:cubicBezTo>
                <a:cubicBezTo>
                  <a:pt x="4694" y="5206"/>
                  <a:pt x="5167" y="5805"/>
                  <a:pt x="5734" y="6435"/>
                </a:cubicBezTo>
                <a:lnTo>
                  <a:pt x="5765" y="6466"/>
                </a:lnTo>
                <a:cubicBezTo>
                  <a:pt x="6396" y="5521"/>
                  <a:pt x="6931" y="4418"/>
                  <a:pt x="6931" y="3505"/>
                </a:cubicBezTo>
                <a:cubicBezTo>
                  <a:pt x="6931" y="1621"/>
                  <a:pt x="5408" y="1"/>
                  <a:pt x="3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4" name="Google Shape;2944;p22"/>
          <p:cNvSpPr/>
          <p:nvPr/>
        </p:nvSpPr>
        <p:spPr>
          <a:xfrm>
            <a:off x="5043604" y="2796518"/>
            <a:ext cx="46586" cy="35703"/>
          </a:xfrm>
          <a:custGeom>
            <a:rect b="b" l="l" r="r" t="t"/>
            <a:pathLst>
              <a:path extrusionOk="0" h="1450" w="1419">
                <a:moveTo>
                  <a:pt x="694" y="0"/>
                </a:moveTo>
                <a:cubicBezTo>
                  <a:pt x="316" y="0"/>
                  <a:pt x="0" y="347"/>
                  <a:pt x="0" y="757"/>
                </a:cubicBezTo>
                <a:cubicBezTo>
                  <a:pt x="0" y="757"/>
                  <a:pt x="0" y="914"/>
                  <a:pt x="190" y="1292"/>
                </a:cubicBezTo>
                <a:cubicBezTo>
                  <a:pt x="221" y="1355"/>
                  <a:pt x="221" y="1418"/>
                  <a:pt x="253" y="1450"/>
                </a:cubicBezTo>
                <a:cubicBezTo>
                  <a:pt x="379" y="1418"/>
                  <a:pt x="536" y="1387"/>
                  <a:pt x="662" y="1387"/>
                </a:cubicBezTo>
                <a:cubicBezTo>
                  <a:pt x="788" y="1387"/>
                  <a:pt x="946" y="1418"/>
                  <a:pt x="1040" y="1450"/>
                </a:cubicBezTo>
                <a:cubicBezTo>
                  <a:pt x="1103" y="1418"/>
                  <a:pt x="1135" y="1355"/>
                  <a:pt x="1135" y="1292"/>
                </a:cubicBezTo>
                <a:cubicBezTo>
                  <a:pt x="1324" y="914"/>
                  <a:pt x="1324" y="757"/>
                  <a:pt x="1324" y="757"/>
                </a:cubicBezTo>
                <a:cubicBezTo>
                  <a:pt x="1418" y="347"/>
                  <a:pt x="1103" y="0"/>
                  <a:pt x="6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5" name="Google Shape;2945;p22"/>
          <p:cNvSpPr/>
          <p:nvPr/>
        </p:nvSpPr>
        <p:spPr>
          <a:xfrm>
            <a:off x="4938610" y="3166814"/>
            <a:ext cx="226527" cy="102405"/>
          </a:xfrm>
          <a:custGeom>
            <a:rect b="b" l="l" r="r" t="t"/>
            <a:pathLst>
              <a:path extrusionOk="0" h="4159" w="6900">
                <a:moveTo>
                  <a:pt x="4884" y="1166"/>
                </a:moveTo>
                <a:lnTo>
                  <a:pt x="5797" y="2079"/>
                </a:lnTo>
                <a:lnTo>
                  <a:pt x="4884" y="2079"/>
                </a:lnTo>
                <a:lnTo>
                  <a:pt x="4884" y="1166"/>
                </a:lnTo>
                <a:close/>
                <a:moveTo>
                  <a:pt x="379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151"/>
                </a:lnTo>
                <a:cubicBezTo>
                  <a:pt x="284" y="2899"/>
                  <a:pt x="631" y="2804"/>
                  <a:pt x="1040" y="2804"/>
                </a:cubicBezTo>
                <a:lnTo>
                  <a:pt x="4065" y="2804"/>
                </a:lnTo>
                <a:cubicBezTo>
                  <a:pt x="4726" y="2804"/>
                  <a:pt x="5325" y="3151"/>
                  <a:pt x="5608" y="3718"/>
                </a:cubicBezTo>
                <a:lnTo>
                  <a:pt x="5797" y="4159"/>
                </a:lnTo>
                <a:lnTo>
                  <a:pt x="6900" y="4159"/>
                </a:lnTo>
                <a:lnTo>
                  <a:pt x="6900" y="2426"/>
                </a:lnTo>
                <a:cubicBezTo>
                  <a:pt x="6900" y="2394"/>
                  <a:pt x="6869" y="2237"/>
                  <a:pt x="6774" y="2205"/>
                </a:cubicBezTo>
                <a:lnTo>
                  <a:pt x="4695" y="126"/>
                </a:lnTo>
                <a:cubicBezTo>
                  <a:pt x="4726" y="32"/>
                  <a:pt x="463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6" name="Google Shape;2946;p22"/>
          <p:cNvSpPr/>
          <p:nvPr/>
        </p:nvSpPr>
        <p:spPr>
          <a:xfrm>
            <a:off x="4870355" y="3250582"/>
            <a:ext cx="392023" cy="189298"/>
          </a:xfrm>
          <a:custGeom>
            <a:rect b="b" l="l" r="r" t="t"/>
            <a:pathLst>
              <a:path extrusionOk="0" h="7688" w="11941">
                <a:moveTo>
                  <a:pt x="10838" y="3529"/>
                </a:moveTo>
                <a:cubicBezTo>
                  <a:pt x="10964" y="3529"/>
                  <a:pt x="11027" y="3561"/>
                  <a:pt x="11121" y="3655"/>
                </a:cubicBezTo>
                <a:cubicBezTo>
                  <a:pt x="11184" y="3718"/>
                  <a:pt x="11184" y="3813"/>
                  <a:pt x="11184" y="3907"/>
                </a:cubicBezTo>
                <a:lnTo>
                  <a:pt x="10901" y="5703"/>
                </a:lnTo>
                <a:lnTo>
                  <a:pt x="10365" y="3529"/>
                </a:lnTo>
                <a:close/>
                <a:moveTo>
                  <a:pt x="5227" y="2768"/>
                </a:moveTo>
                <a:cubicBezTo>
                  <a:pt x="5400" y="2768"/>
                  <a:pt x="5580" y="2884"/>
                  <a:pt x="5608" y="3025"/>
                </a:cubicBezTo>
                <a:lnTo>
                  <a:pt x="5892" y="4159"/>
                </a:lnTo>
                <a:lnTo>
                  <a:pt x="7341" y="4159"/>
                </a:lnTo>
                <a:cubicBezTo>
                  <a:pt x="7530" y="4159"/>
                  <a:pt x="7687" y="4317"/>
                  <a:pt x="7687" y="4506"/>
                </a:cubicBezTo>
                <a:cubicBezTo>
                  <a:pt x="7687" y="4758"/>
                  <a:pt x="7530" y="4915"/>
                  <a:pt x="7341" y="4915"/>
                </a:cubicBezTo>
                <a:lnTo>
                  <a:pt x="6018" y="4915"/>
                </a:lnTo>
                <a:lnTo>
                  <a:pt x="6270" y="5829"/>
                </a:lnTo>
                <a:cubicBezTo>
                  <a:pt x="6301" y="6050"/>
                  <a:pt x="6175" y="6207"/>
                  <a:pt x="6018" y="6270"/>
                </a:cubicBezTo>
                <a:lnTo>
                  <a:pt x="5955" y="6270"/>
                </a:lnTo>
                <a:cubicBezTo>
                  <a:pt x="5797" y="6270"/>
                  <a:pt x="5640" y="6176"/>
                  <a:pt x="5608" y="6018"/>
                </a:cubicBezTo>
                <a:lnTo>
                  <a:pt x="5324" y="4852"/>
                </a:lnTo>
                <a:lnTo>
                  <a:pt x="3875" y="4852"/>
                </a:lnTo>
                <a:cubicBezTo>
                  <a:pt x="3686" y="4852"/>
                  <a:pt x="3529" y="4695"/>
                  <a:pt x="3529" y="4506"/>
                </a:cubicBezTo>
                <a:cubicBezTo>
                  <a:pt x="3529" y="4317"/>
                  <a:pt x="3686" y="4159"/>
                  <a:pt x="3875" y="4159"/>
                </a:cubicBezTo>
                <a:lnTo>
                  <a:pt x="5167" y="4159"/>
                </a:lnTo>
                <a:lnTo>
                  <a:pt x="4946" y="3214"/>
                </a:lnTo>
                <a:cubicBezTo>
                  <a:pt x="4883" y="3025"/>
                  <a:pt x="5009" y="2868"/>
                  <a:pt x="5167" y="2773"/>
                </a:cubicBezTo>
                <a:cubicBezTo>
                  <a:pt x="5187" y="2770"/>
                  <a:pt x="5207" y="2768"/>
                  <a:pt x="5227" y="2768"/>
                </a:cubicBezTo>
                <a:close/>
                <a:moveTo>
                  <a:pt x="3151" y="1"/>
                </a:moveTo>
                <a:cubicBezTo>
                  <a:pt x="2584" y="1"/>
                  <a:pt x="2142" y="473"/>
                  <a:pt x="2142" y="1040"/>
                </a:cubicBezTo>
                <a:lnTo>
                  <a:pt x="2142" y="1387"/>
                </a:lnTo>
                <a:lnTo>
                  <a:pt x="1103" y="1387"/>
                </a:lnTo>
                <a:cubicBezTo>
                  <a:pt x="788" y="1387"/>
                  <a:pt x="473" y="1544"/>
                  <a:pt x="284" y="1796"/>
                </a:cubicBezTo>
                <a:cubicBezTo>
                  <a:pt x="95" y="2017"/>
                  <a:pt x="0" y="2332"/>
                  <a:pt x="95" y="2679"/>
                </a:cubicBezTo>
                <a:lnTo>
                  <a:pt x="1166" y="6869"/>
                </a:lnTo>
                <a:cubicBezTo>
                  <a:pt x="1260" y="7341"/>
                  <a:pt x="1701" y="7656"/>
                  <a:pt x="2174" y="7656"/>
                </a:cubicBezTo>
                <a:lnTo>
                  <a:pt x="10995" y="7688"/>
                </a:lnTo>
                <a:cubicBezTo>
                  <a:pt x="11153" y="7688"/>
                  <a:pt x="11310" y="7593"/>
                  <a:pt x="11342" y="7436"/>
                </a:cubicBezTo>
                <a:lnTo>
                  <a:pt x="11909" y="4033"/>
                </a:lnTo>
                <a:cubicBezTo>
                  <a:pt x="11941" y="3718"/>
                  <a:pt x="11846" y="3435"/>
                  <a:pt x="11657" y="3214"/>
                </a:cubicBezTo>
                <a:cubicBezTo>
                  <a:pt x="11468" y="2962"/>
                  <a:pt x="11184" y="2868"/>
                  <a:pt x="10869" y="2868"/>
                </a:cubicBezTo>
                <a:lnTo>
                  <a:pt x="10208" y="2868"/>
                </a:lnTo>
                <a:lnTo>
                  <a:pt x="10050" y="2269"/>
                </a:lnTo>
                <a:cubicBezTo>
                  <a:pt x="9924" y="1796"/>
                  <a:pt x="9546" y="1450"/>
                  <a:pt x="9042" y="1450"/>
                </a:cubicBezTo>
                <a:lnTo>
                  <a:pt x="7530" y="1450"/>
                </a:lnTo>
                <a:lnTo>
                  <a:pt x="7120" y="599"/>
                </a:lnTo>
                <a:cubicBezTo>
                  <a:pt x="6963" y="253"/>
                  <a:pt x="6585" y="1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7" name="Google Shape;2947;p22"/>
          <p:cNvSpPr/>
          <p:nvPr/>
        </p:nvSpPr>
        <p:spPr>
          <a:xfrm>
            <a:off x="5065322" y="3530204"/>
            <a:ext cx="197571" cy="146922"/>
          </a:xfrm>
          <a:custGeom>
            <a:rect b="b" l="l" r="r" t="t"/>
            <a:pathLst>
              <a:path extrusionOk="0" h="5967" w="6018">
                <a:moveTo>
                  <a:pt x="3836" y="0"/>
                </a:moveTo>
                <a:cubicBezTo>
                  <a:pt x="3278" y="0"/>
                  <a:pt x="2726" y="214"/>
                  <a:pt x="2332" y="642"/>
                </a:cubicBezTo>
                <a:lnTo>
                  <a:pt x="1891" y="1083"/>
                </a:lnTo>
                <a:lnTo>
                  <a:pt x="2458" y="1619"/>
                </a:lnTo>
                <a:cubicBezTo>
                  <a:pt x="2552" y="1745"/>
                  <a:pt x="2552" y="1966"/>
                  <a:pt x="2458" y="2092"/>
                </a:cubicBezTo>
                <a:cubicBezTo>
                  <a:pt x="2363" y="2186"/>
                  <a:pt x="2300" y="2218"/>
                  <a:pt x="2206" y="2218"/>
                </a:cubicBezTo>
                <a:cubicBezTo>
                  <a:pt x="2143" y="2218"/>
                  <a:pt x="2017" y="2186"/>
                  <a:pt x="1985" y="2092"/>
                </a:cubicBezTo>
                <a:lnTo>
                  <a:pt x="1418" y="1556"/>
                </a:lnTo>
                <a:lnTo>
                  <a:pt x="946" y="2029"/>
                </a:lnTo>
                <a:lnTo>
                  <a:pt x="1513" y="2564"/>
                </a:lnTo>
                <a:cubicBezTo>
                  <a:pt x="1607" y="2690"/>
                  <a:pt x="1607" y="2911"/>
                  <a:pt x="1513" y="3037"/>
                </a:cubicBezTo>
                <a:cubicBezTo>
                  <a:pt x="1418" y="3131"/>
                  <a:pt x="1355" y="3163"/>
                  <a:pt x="1261" y="3163"/>
                </a:cubicBezTo>
                <a:cubicBezTo>
                  <a:pt x="1198" y="3163"/>
                  <a:pt x="1072" y="3131"/>
                  <a:pt x="1040" y="3037"/>
                </a:cubicBezTo>
                <a:lnTo>
                  <a:pt x="473" y="2501"/>
                </a:lnTo>
                <a:lnTo>
                  <a:pt x="1" y="3005"/>
                </a:lnTo>
                <a:lnTo>
                  <a:pt x="2962" y="5967"/>
                </a:lnTo>
                <a:lnTo>
                  <a:pt x="5388" y="3478"/>
                </a:lnTo>
                <a:cubicBezTo>
                  <a:pt x="5829" y="3037"/>
                  <a:pt x="6018" y="2501"/>
                  <a:pt x="5987" y="1903"/>
                </a:cubicBezTo>
                <a:cubicBezTo>
                  <a:pt x="5892" y="1398"/>
                  <a:pt x="5640" y="831"/>
                  <a:pt x="5167" y="453"/>
                </a:cubicBezTo>
                <a:cubicBezTo>
                  <a:pt x="4779" y="151"/>
                  <a:pt x="4305" y="0"/>
                  <a:pt x="3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8" name="Google Shape;2948;p22"/>
          <p:cNvSpPr/>
          <p:nvPr/>
        </p:nvSpPr>
        <p:spPr>
          <a:xfrm>
            <a:off x="4869846" y="3616607"/>
            <a:ext cx="274098" cy="204022"/>
          </a:xfrm>
          <a:custGeom>
            <a:rect b="b" l="l" r="r" t="t"/>
            <a:pathLst>
              <a:path extrusionOk="0" h="8286" w="8349">
                <a:moveTo>
                  <a:pt x="5419" y="0"/>
                </a:moveTo>
                <a:lnTo>
                  <a:pt x="4883" y="567"/>
                </a:lnTo>
                <a:lnTo>
                  <a:pt x="5450" y="1103"/>
                </a:lnTo>
                <a:cubicBezTo>
                  <a:pt x="5545" y="1229"/>
                  <a:pt x="5545" y="1449"/>
                  <a:pt x="5450" y="1575"/>
                </a:cubicBezTo>
                <a:cubicBezTo>
                  <a:pt x="5356" y="1670"/>
                  <a:pt x="5293" y="1702"/>
                  <a:pt x="5198" y="1702"/>
                </a:cubicBezTo>
                <a:cubicBezTo>
                  <a:pt x="5135" y="1702"/>
                  <a:pt x="5009" y="1670"/>
                  <a:pt x="4978" y="1575"/>
                </a:cubicBezTo>
                <a:lnTo>
                  <a:pt x="4411" y="1040"/>
                </a:lnTo>
                <a:lnTo>
                  <a:pt x="3938" y="1512"/>
                </a:lnTo>
                <a:lnTo>
                  <a:pt x="4505" y="2048"/>
                </a:lnTo>
                <a:cubicBezTo>
                  <a:pt x="4631" y="2174"/>
                  <a:pt x="4631" y="2395"/>
                  <a:pt x="4505" y="2521"/>
                </a:cubicBezTo>
                <a:cubicBezTo>
                  <a:pt x="4411" y="2615"/>
                  <a:pt x="4348" y="2647"/>
                  <a:pt x="4253" y="2647"/>
                </a:cubicBezTo>
                <a:cubicBezTo>
                  <a:pt x="4190" y="2647"/>
                  <a:pt x="4064" y="2615"/>
                  <a:pt x="4033" y="2521"/>
                </a:cubicBezTo>
                <a:lnTo>
                  <a:pt x="3466" y="1985"/>
                </a:lnTo>
                <a:lnTo>
                  <a:pt x="3214" y="2237"/>
                </a:lnTo>
                <a:cubicBezTo>
                  <a:pt x="2773" y="2678"/>
                  <a:pt x="2458" y="3277"/>
                  <a:pt x="2363" y="3907"/>
                </a:cubicBezTo>
                <a:cubicBezTo>
                  <a:pt x="2300" y="4379"/>
                  <a:pt x="2111" y="4852"/>
                  <a:pt x="1733" y="5167"/>
                </a:cubicBezTo>
                <a:lnTo>
                  <a:pt x="410" y="6490"/>
                </a:lnTo>
                <a:cubicBezTo>
                  <a:pt x="0" y="6900"/>
                  <a:pt x="0" y="7561"/>
                  <a:pt x="410" y="7971"/>
                </a:cubicBezTo>
                <a:cubicBezTo>
                  <a:pt x="599" y="8160"/>
                  <a:pt x="882" y="8286"/>
                  <a:pt x="1166" y="8286"/>
                </a:cubicBezTo>
                <a:cubicBezTo>
                  <a:pt x="1418" y="8286"/>
                  <a:pt x="1701" y="8160"/>
                  <a:pt x="1890" y="7971"/>
                </a:cubicBezTo>
                <a:lnTo>
                  <a:pt x="3245" y="6616"/>
                </a:lnTo>
                <a:cubicBezTo>
                  <a:pt x="3592" y="6270"/>
                  <a:pt x="4033" y="6081"/>
                  <a:pt x="4505" y="5986"/>
                </a:cubicBezTo>
                <a:cubicBezTo>
                  <a:pt x="5135" y="5923"/>
                  <a:pt x="5734" y="5608"/>
                  <a:pt x="6144" y="5167"/>
                </a:cubicBezTo>
                <a:lnTo>
                  <a:pt x="8349" y="2962"/>
                </a:lnTo>
                <a:lnTo>
                  <a:pt x="5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9" name="Google Shape;2949;p22"/>
          <p:cNvSpPr/>
          <p:nvPr/>
        </p:nvSpPr>
        <p:spPr>
          <a:xfrm>
            <a:off x="7484577" y="2796419"/>
            <a:ext cx="69304" cy="52791"/>
          </a:xfrm>
          <a:custGeom>
            <a:rect b="b" l="l" r="r" t="t"/>
            <a:pathLst>
              <a:path extrusionOk="0" h="2144" w="2111">
                <a:moveTo>
                  <a:pt x="1040" y="1"/>
                </a:moveTo>
                <a:cubicBezTo>
                  <a:pt x="851" y="1"/>
                  <a:pt x="693" y="158"/>
                  <a:pt x="693" y="347"/>
                </a:cubicBezTo>
                <a:lnTo>
                  <a:pt x="693" y="725"/>
                </a:lnTo>
                <a:lnTo>
                  <a:pt x="347" y="725"/>
                </a:lnTo>
                <a:cubicBezTo>
                  <a:pt x="158" y="725"/>
                  <a:pt x="0" y="883"/>
                  <a:pt x="0" y="1072"/>
                </a:cubicBezTo>
                <a:cubicBezTo>
                  <a:pt x="0" y="1261"/>
                  <a:pt x="158" y="1418"/>
                  <a:pt x="347" y="1418"/>
                </a:cubicBezTo>
                <a:lnTo>
                  <a:pt x="693" y="1418"/>
                </a:lnTo>
                <a:lnTo>
                  <a:pt x="693" y="1765"/>
                </a:lnTo>
                <a:cubicBezTo>
                  <a:pt x="693" y="1986"/>
                  <a:pt x="851" y="2143"/>
                  <a:pt x="1040" y="2143"/>
                </a:cubicBezTo>
                <a:cubicBezTo>
                  <a:pt x="1260" y="2143"/>
                  <a:pt x="1418" y="1986"/>
                  <a:pt x="1418" y="1765"/>
                </a:cubicBezTo>
                <a:lnTo>
                  <a:pt x="1418" y="1418"/>
                </a:lnTo>
                <a:lnTo>
                  <a:pt x="1764" y="1418"/>
                </a:lnTo>
                <a:cubicBezTo>
                  <a:pt x="1953" y="1418"/>
                  <a:pt x="2111" y="1261"/>
                  <a:pt x="2111" y="1072"/>
                </a:cubicBezTo>
                <a:cubicBezTo>
                  <a:pt x="2111" y="883"/>
                  <a:pt x="1953" y="725"/>
                  <a:pt x="1764" y="725"/>
                </a:cubicBezTo>
                <a:lnTo>
                  <a:pt x="1418" y="725"/>
                </a:lnTo>
                <a:lnTo>
                  <a:pt x="1418" y="347"/>
                </a:ln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0" name="Google Shape;2950;p22"/>
          <p:cNvSpPr/>
          <p:nvPr/>
        </p:nvSpPr>
        <p:spPr>
          <a:xfrm>
            <a:off x="7325282" y="2879424"/>
            <a:ext cx="45535" cy="170683"/>
          </a:xfrm>
          <a:custGeom>
            <a:rect b="b" l="l" r="r" t="t"/>
            <a:pathLst>
              <a:path extrusionOk="0" h="6932" w="1387">
                <a:moveTo>
                  <a:pt x="1008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6585"/>
                </a:lnTo>
                <a:cubicBezTo>
                  <a:pt x="0" y="6774"/>
                  <a:pt x="158" y="6932"/>
                  <a:pt x="347" y="6932"/>
                </a:cubicBezTo>
                <a:lnTo>
                  <a:pt x="1386" y="6932"/>
                </a:lnTo>
                <a:lnTo>
                  <a:pt x="1386" y="4285"/>
                </a:lnTo>
                <a:lnTo>
                  <a:pt x="662" y="4285"/>
                </a:lnTo>
                <a:lnTo>
                  <a:pt x="662" y="3561"/>
                </a:lnTo>
                <a:lnTo>
                  <a:pt x="1386" y="3561"/>
                </a:lnTo>
                <a:lnTo>
                  <a:pt x="1386" y="2868"/>
                </a:lnTo>
                <a:lnTo>
                  <a:pt x="662" y="2868"/>
                </a:lnTo>
                <a:lnTo>
                  <a:pt x="662" y="2143"/>
                </a:lnTo>
                <a:lnTo>
                  <a:pt x="1386" y="2143"/>
                </a:lnTo>
                <a:lnTo>
                  <a:pt x="1386" y="1418"/>
                </a:lnTo>
                <a:lnTo>
                  <a:pt x="662" y="1418"/>
                </a:lnTo>
                <a:lnTo>
                  <a:pt x="662" y="1072"/>
                </a:lnTo>
                <a:cubicBezTo>
                  <a:pt x="662" y="883"/>
                  <a:pt x="819" y="725"/>
                  <a:pt x="1008" y="725"/>
                </a:cubicBezTo>
                <a:lnTo>
                  <a:pt x="1386" y="725"/>
                </a:ln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1" name="Google Shape;2951;p22"/>
          <p:cNvSpPr/>
          <p:nvPr/>
        </p:nvSpPr>
        <p:spPr>
          <a:xfrm>
            <a:off x="7667644" y="2881763"/>
            <a:ext cx="45535" cy="170683"/>
          </a:xfrm>
          <a:custGeom>
            <a:rect b="b" l="l" r="r" t="t"/>
            <a:pathLst>
              <a:path extrusionOk="0" h="6932" w="1387">
                <a:moveTo>
                  <a:pt x="0" y="0"/>
                </a:moveTo>
                <a:lnTo>
                  <a:pt x="0" y="725"/>
                </a:lnTo>
                <a:lnTo>
                  <a:pt x="347" y="725"/>
                </a:lnTo>
                <a:cubicBezTo>
                  <a:pt x="568" y="725"/>
                  <a:pt x="725" y="882"/>
                  <a:pt x="725" y="1071"/>
                </a:cubicBezTo>
                <a:lnTo>
                  <a:pt x="725" y="1418"/>
                </a:lnTo>
                <a:lnTo>
                  <a:pt x="0" y="1418"/>
                </a:lnTo>
                <a:lnTo>
                  <a:pt x="0" y="2143"/>
                </a:lnTo>
                <a:lnTo>
                  <a:pt x="725" y="2143"/>
                </a:lnTo>
                <a:lnTo>
                  <a:pt x="725" y="2836"/>
                </a:lnTo>
                <a:lnTo>
                  <a:pt x="0" y="2836"/>
                </a:lnTo>
                <a:lnTo>
                  <a:pt x="0" y="3560"/>
                </a:lnTo>
                <a:lnTo>
                  <a:pt x="725" y="3560"/>
                </a:lnTo>
                <a:lnTo>
                  <a:pt x="725" y="4253"/>
                </a:lnTo>
                <a:lnTo>
                  <a:pt x="0" y="4253"/>
                </a:lnTo>
                <a:lnTo>
                  <a:pt x="0" y="6931"/>
                </a:lnTo>
                <a:lnTo>
                  <a:pt x="1040" y="6931"/>
                </a:lnTo>
                <a:cubicBezTo>
                  <a:pt x="1229" y="6931"/>
                  <a:pt x="1387" y="6774"/>
                  <a:pt x="1387" y="6585"/>
                </a:cubicBezTo>
                <a:lnTo>
                  <a:pt x="1387" y="1040"/>
                </a:lnTo>
                <a:cubicBezTo>
                  <a:pt x="1387" y="441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2" name="Google Shape;2952;p22"/>
          <p:cNvSpPr/>
          <p:nvPr/>
        </p:nvSpPr>
        <p:spPr>
          <a:xfrm>
            <a:off x="7394587" y="2761528"/>
            <a:ext cx="251346" cy="291678"/>
          </a:xfrm>
          <a:custGeom>
            <a:rect b="b" l="l" r="r" t="t"/>
            <a:pathLst>
              <a:path extrusionOk="0" h="11846" w="7656">
                <a:moveTo>
                  <a:pt x="5545" y="662"/>
                </a:moveTo>
                <a:lnTo>
                  <a:pt x="5545" y="1764"/>
                </a:lnTo>
                <a:lnTo>
                  <a:pt x="5545" y="4222"/>
                </a:lnTo>
                <a:lnTo>
                  <a:pt x="2079" y="4222"/>
                </a:lnTo>
                <a:lnTo>
                  <a:pt x="2079" y="1764"/>
                </a:lnTo>
                <a:lnTo>
                  <a:pt x="2079" y="662"/>
                </a:lnTo>
                <a:close/>
                <a:moveTo>
                  <a:pt x="3434" y="4883"/>
                </a:moveTo>
                <a:lnTo>
                  <a:pt x="3434" y="5608"/>
                </a:lnTo>
                <a:lnTo>
                  <a:pt x="2079" y="5608"/>
                </a:lnTo>
                <a:lnTo>
                  <a:pt x="2079" y="4883"/>
                </a:lnTo>
                <a:close/>
                <a:moveTo>
                  <a:pt x="5513" y="4883"/>
                </a:moveTo>
                <a:lnTo>
                  <a:pt x="5513" y="5608"/>
                </a:lnTo>
                <a:lnTo>
                  <a:pt x="4159" y="5608"/>
                </a:lnTo>
                <a:lnTo>
                  <a:pt x="4159" y="4883"/>
                </a:lnTo>
                <a:close/>
                <a:moveTo>
                  <a:pt x="3434" y="6301"/>
                </a:moveTo>
                <a:lnTo>
                  <a:pt x="3434" y="7026"/>
                </a:lnTo>
                <a:lnTo>
                  <a:pt x="2079" y="7026"/>
                </a:lnTo>
                <a:lnTo>
                  <a:pt x="2079" y="6301"/>
                </a:lnTo>
                <a:close/>
                <a:moveTo>
                  <a:pt x="5513" y="6301"/>
                </a:moveTo>
                <a:lnTo>
                  <a:pt x="5513" y="7026"/>
                </a:lnTo>
                <a:lnTo>
                  <a:pt x="4159" y="7026"/>
                </a:lnTo>
                <a:lnTo>
                  <a:pt x="4159" y="6301"/>
                </a:lnTo>
                <a:close/>
                <a:moveTo>
                  <a:pt x="3434" y="7687"/>
                </a:moveTo>
                <a:lnTo>
                  <a:pt x="3434" y="8380"/>
                </a:lnTo>
                <a:lnTo>
                  <a:pt x="2079" y="8380"/>
                </a:lnTo>
                <a:lnTo>
                  <a:pt x="2079" y="7687"/>
                </a:lnTo>
                <a:close/>
                <a:moveTo>
                  <a:pt x="5513" y="7687"/>
                </a:moveTo>
                <a:lnTo>
                  <a:pt x="5513" y="8380"/>
                </a:lnTo>
                <a:lnTo>
                  <a:pt x="4159" y="8380"/>
                </a:lnTo>
                <a:lnTo>
                  <a:pt x="4159" y="7687"/>
                </a:lnTo>
                <a:close/>
                <a:moveTo>
                  <a:pt x="1733" y="0"/>
                </a:moveTo>
                <a:cubicBezTo>
                  <a:pt x="1544" y="0"/>
                  <a:pt x="1386" y="158"/>
                  <a:pt x="1386" y="347"/>
                </a:cubicBezTo>
                <a:lnTo>
                  <a:pt x="1386" y="1449"/>
                </a:lnTo>
                <a:lnTo>
                  <a:pt x="1040" y="1449"/>
                </a:lnTo>
                <a:cubicBezTo>
                  <a:pt x="441" y="1449"/>
                  <a:pt x="0" y="1922"/>
                  <a:pt x="0" y="2489"/>
                </a:cubicBezTo>
                <a:lnTo>
                  <a:pt x="0" y="11846"/>
                </a:lnTo>
                <a:lnTo>
                  <a:pt x="2804" y="11846"/>
                </a:lnTo>
                <a:lnTo>
                  <a:pt x="2804" y="10491"/>
                </a:lnTo>
                <a:lnTo>
                  <a:pt x="4883" y="10491"/>
                </a:lnTo>
                <a:cubicBezTo>
                  <a:pt x="4852" y="10586"/>
                  <a:pt x="4852" y="11688"/>
                  <a:pt x="4852" y="11846"/>
                </a:cubicBezTo>
                <a:lnTo>
                  <a:pt x="7656" y="11846"/>
                </a:lnTo>
                <a:lnTo>
                  <a:pt x="7656" y="2489"/>
                </a:lnTo>
                <a:cubicBezTo>
                  <a:pt x="7656" y="1890"/>
                  <a:pt x="7183" y="1449"/>
                  <a:pt x="6616" y="1449"/>
                </a:cubicBezTo>
                <a:lnTo>
                  <a:pt x="6270" y="1449"/>
                </a:lnTo>
                <a:lnTo>
                  <a:pt x="6270" y="347"/>
                </a:lnTo>
                <a:cubicBezTo>
                  <a:pt x="6270" y="158"/>
                  <a:pt x="6112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3" name="Google Shape;2953;p22"/>
          <p:cNvSpPr/>
          <p:nvPr/>
        </p:nvSpPr>
        <p:spPr>
          <a:xfrm>
            <a:off x="7323184" y="3157021"/>
            <a:ext cx="393074" cy="292565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4" name="Google Shape;2954;p22"/>
          <p:cNvSpPr/>
          <p:nvPr/>
        </p:nvSpPr>
        <p:spPr>
          <a:xfrm>
            <a:off x="7324757" y="3585421"/>
            <a:ext cx="388937" cy="190849"/>
          </a:xfrm>
          <a:custGeom>
            <a:rect b="b" l="l" r="r" t="t"/>
            <a:pathLst>
              <a:path extrusionOk="0" h="7751" w="11847">
                <a:moveTo>
                  <a:pt x="10838" y="2993"/>
                </a:moveTo>
                <a:cubicBezTo>
                  <a:pt x="11027" y="2993"/>
                  <a:pt x="11185" y="3119"/>
                  <a:pt x="11185" y="3340"/>
                </a:cubicBezTo>
                <a:cubicBezTo>
                  <a:pt x="11153" y="3403"/>
                  <a:pt x="11153" y="3497"/>
                  <a:pt x="11059" y="3529"/>
                </a:cubicBezTo>
                <a:cubicBezTo>
                  <a:pt x="10996" y="3592"/>
                  <a:pt x="10901" y="3687"/>
                  <a:pt x="10806" y="3687"/>
                </a:cubicBezTo>
                <a:lnTo>
                  <a:pt x="1040" y="3687"/>
                </a:lnTo>
                <a:cubicBezTo>
                  <a:pt x="914" y="3687"/>
                  <a:pt x="819" y="3655"/>
                  <a:pt x="756" y="3529"/>
                </a:cubicBezTo>
                <a:cubicBezTo>
                  <a:pt x="725" y="3497"/>
                  <a:pt x="662" y="3403"/>
                  <a:pt x="662" y="3340"/>
                </a:cubicBezTo>
                <a:cubicBezTo>
                  <a:pt x="662" y="3119"/>
                  <a:pt x="819" y="2993"/>
                  <a:pt x="1040" y="2993"/>
                </a:cubicBezTo>
                <a:close/>
                <a:moveTo>
                  <a:pt x="9735" y="4411"/>
                </a:moveTo>
                <a:cubicBezTo>
                  <a:pt x="9641" y="4947"/>
                  <a:pt x="9357" y="5671"/>
                  <a:pt x="8507" y="6364"/>
                </a:cubicBezTo>
                <a:cubicBezTo>
                  <a:pt x="8444" y="6396"/>
                  <a:pt x="8349" y="6459"/>
                  <a:pt x="8318" y="6459"/>
                </a:cubicBezTo>
                <a:cubicBezTo>
                  <a:pt x="8192" y="6459"/>
                  <a:pt x="8129" y="6396"/>
                  <a:pt x="8034" y="6333"/>
                </a:cubicBezTo>
                <a:cubicBezTo>
                  <a:pt x="7908" y="6175"/>
                  <a:pt x="7971" y="5986"/>
                  <a:pt x="8066" y="5860"/>
                </a:cubicBezTo>
                <a:cubicBezTo>
                  <a:pt x="8696" y="5356"/>
                  <a:pt x="8948" y="4821"/>
                  <a:pt x="9011" y="4411"/>
                </a:cubicBezTo>
                <a:close/>
                <a:moveTo>
                  <a:pt x="3497" y="0"/>
                </a:moveTo>
                <a:cubicBezTo>
                  <a:pt x="3434" y="95"/>
                  <a:pt x="3340" y="221"/>
                  <a:pt x="3214" y="347"/>
                </a:cubicBezTo>
                <a:lnTo>
                  <a:pt x="2237" y="1324"/>
                </a:lnTo>
                <a:cubicBezTo>
                  <a:pt x="2111" y="1450"/>
                  <a:pt x="1985" y="1576"/>
                  <a:pt x="1765" y="1639"/>
                </a:cubicBezTo>
                <a:lnTo>
                  <a:pt x="2174" y="2237"/>
                </a:lnTo>
                <a:lnTo>
                  <a:pt x="1040" y="2237"/>
                </a:lnTo>
                <a:cubicBezTo>
                  <a:pt x="441" y="2237"/>
                  <a:pt x="0" y="2710"/>
                  <a:pt x="0" y="3245"/>
                </a:cubicBezTo>
                <a:cubicBezTo>
                  <a:pt x="0" y="3497"/>
                  <a:pt x="63" y="3687"/>
                  <a:pt x="189" y="3876"/>
                </a:cubicBezTo>
                <a:cubicBezTo>
                  <a:pt x="315" y="4096"/>
                  <a:pt x="504" y="4191"/>
                  <a:pt x="756" y="4254"/>
                </a:cubicBezTo>
                <a:cubicBezTo>
                  <a:pt x="945" y="6018"/>
                  <a:pt x="1765" y="6932"/>
                  <a:pt x="2930" y="7719"/>
                </a:cubicBezTo>
                <a:cubicBezTo>
                  <a:pt x="2962" y="7751"/>
                  <a:pt x="3025" y="7751"/>
                  <a:pt x="3119" y="7751"/>
                </a:cubicBezTo>
                <a:lnTo>
                  <a:pt x="8696" y="7751"/>
                </a:lnTo>
                <a:cubicBezTo>
                  <a:pt x="8790" y="7751"/>
                  <a:pt x="8822" y="7719"/>
                  <a:pt x="8916" y="7719"/>
                </a:cubicBezTo>
                <a:cubicBezTo>
                  <a:pt x="10239" y="6805"/>
                  <a:pt x="10932" y="5671"/>
                  <a:pt x="11090" y="4254"/>
                </a:cubicBezTo>
                <a:cubicBezTo>
                  <a:pt x="11311" y="4159"/>
                  <a:pt x="11500" y="4033"/>
                  <a:pt x="11626" y="3876"/>
                </a:cubicBezTo>
                <a:cubicBezTo>
                  <a:pt x="11752" y="3687"/>
                  <a:pt x="11815" y="3497"/>
                  <a:pt x="11815" y="3245"/>
                </a:cubicBezTo>
                <a:cubicBezTo>
                  <a:pt x="11846" y="2741"/>
                  <a:pt x="11374" y="2269"/>
                  <a:pt x="10775" y="2269"/>
                </a:cubicBezTo>
                <a:lnTo>
                  <a:pt x="10712" y="2269"/>
                </a:lnTo>
                <a:cubicBezTo>
                  <a:pt x="10996" y="1733"/>
                  <a:pt x="11153" y="1135"/>
                  <a:pt x="11153" y="536"/>
                </a:cubicBezTo>
                <a:cubicBezTo>
                  <a:pt x="11153" y="347"/>
                  <a:pt x="10996" y="189"/>
                  <a:pt x="10775" y="189"/>
                </a:cubicBezTo>
                <a:cubicBezTo>
                  <a:pt x="9326" y="189"/>
                  <a:pt x="8034" y="1009"/>
                  <a:pt x="7404" y="2269"/>
                </a:cubicBezTo>
                <a:lnTo>
                  <a:pt x="6301" y="2269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5" name="Google Shape;2955;p22"/>
          <p:cNvSpPr/>
          <p:nvPr/>
        </p:nvSpPr>
        <p:spPr>
          <a:xfrm>
            <a:off x="7324757" y="3538095"/>
            <a:ext cx="101379" cy="76059"/>
          </a:xfrm>
          <a:custGeom>
            <a:rect b="b" l="l" r="r" t="t"/>
            <a:pathLst>
              <a:path extrusionOk="0" h="3089" w="3088">
                <a:moveTo>
                  <a:pt x="2009" y="1"/>
                </a:moveTo>
                <a:cubicBezTo>
                  <a:pt x="1733" y="1"/>
                  <a:pt x="1465" y="95"/>
                  <a:pt x="1292" y="284"/>
                </a:cubicBezTo>
                <a:lnTo>
                  <a:pt x="315" y="1292"/>
                </a:lnTo>
                <a:cubicBezTo>
                  <a:pt x="126" y="1481"/>
                  <a:pt x="0" y="1765"/>
                  <a:pt x="0" y="2017"/>
                </a:cubicBezTo>
                <a:cubicBezTo>
                  <a:pt x="0" y="2301"/>
                  <a:pt x="126" y="2584"/>
                  <a:pt x="315" y="2773"/>
                </a:cubicBezTo>
                <a:cubicBezTo>
                  <a:pt x="504" y="2962"/>
                  <a:pt x="756" y="3088"/>
                  <a:pt x="1040" y="3088"/>
                </a:cubicBezTo>
                <a:cubicBezTo>
                  <a:pt x="1292" y="3088"/>
                  <a:pt x="1576" y="2962"/>
                  <a:pt x="1765" y="2773"/>
                </a:cubicBezTo>
                <a:lnTo>
                  <a:pt x="2773" y="1796"/>
                </a:lnTo>
                <a:cubicBezTo>
                  <a:pt x="2962" y="1576"/>
                  <a:pt x="3088" y="1324"/>
                  <a:pt x="3088" y="1040"/>
                </a:cubicBezTo>
                <a:cubicBezTo>
                  <a:pt x="3088" y="757"/>
                  <a:pt x="2962" y="505"/>
                  <a:pt x="2773" y="284"/>
                </a:cubicBezTo>
                <a:cubicBezTo>
                  <a:pt x="2568" y="95"/>
                  <a:pt x="2284" y="1"/>
                  <a:pt x="2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6" name="Google Shape;2956;p22"/>
          <p:cNvSpPr/>
          <p:nvPr/>
        </p:nvSpPr>
        <p:spPr>
          <a:xfrm>
            <a:off x="7418884" y="3795653"/>
            <a:ext cx="201708" cy="17090"/>
          </a:xfrm>
          <a:custGeom>
            <a:rect b="b" l="l" r="r" t="t"/>
            <a:pathLst>
              <a:path extrusionOk="0" h="694" w="6144">
                <a:moveTo>
                  <a:pt x="0" y="0"/>
                </a:moveTo>
                <a:cubicBezTo>
                  <a:pt x="158" y="378"/>
                  <a:pt x="536" y="693"/>
                  <a:pt x="1008" y="693"/>
                </a:cubicBezTo>
                <a:lnTo>
                  <a:pt x="5167" y="693"/>
                </a:lnTo>
                <a:cubicBezTo>
                  <a:pt x="5608" y="693"/>
                  <a:pt x="5986" y="441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7" name="Google Shape;2957;p22"/>
          <p:cNvSpPr/>
          <p:nvPr/>
        </p:nvSpPr>
        <p:spPr>
          <a:xfrm>
            <a:off x="6353394" y="3895232"/>
            <a:ext cx="387886" cy="290152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8" name="Google Shape;2958;p22"/>
          <p:cNvSpPr/>
          <p:nvPr/>
        </p:nvSpPr>
        <p:spPr>
          <a:xfrm>
            <a:off x="7066503" y="1614734"/>
            <a:ext cx="151018" cy="112303"/>
          </a:xfrm>
          <a:custGeom>
            <a:rect b="b" l="l" r="r" t="t"/>
            <a:pathLst>
              <a:path extrusionOk="0" h="4561" w="4600"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78"/>
                  <a:pt x="378" y="1756"/>
                </a:cubicBezTo>
                <a:lnTo>
                  <a:pt x="2773" y="4245"/>
                </a:lnTo>
                <a:cubicBezTo>
                  <a:pt x="2962" y="4434"/>
                  <a:pt x="3245" y="4560"/>
                  <a:pt x="3529" y="4560"/>
                </a:cubicBezTo>
                <a:cubicBezTo>
                  <a:pt x="3812" y="4560"/>
                  <a:pt x="4064" y="4434"/>
                  <a:pt x="4285" y="4245"/>
                </a:cubicBezTo>
                <a:cubicBezTo>
                  <a:pt x="4474" y="4056"/>
                  <a:pt x="4600" y="3773"/>
                  <a:pt x="4600" y="3489"/>
                </a:cubicBezTo>
                <a:cubicBezTo>
                  <a:pt x="4600" y="3206"/>
                  <a:pt x="4474" y="2954"/>
                  <a:pt x="4285" y="2733"/>
                </a:cubicBezTo>
                <a:lnTo>
                  <a:pt x="1828" y="307"/>
                </a:ln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9" name="Google Shape;2959;p22"/>
          <p:cNvSpPr/>
          <p:nvPr/>
        </p:nvSpPr>
        <p:spPr>
          <a:xfrm>
            <a:off x="6827559" y="1762695"/>
            <a:ext cx="221373" cy="143525"/>
          </a:xfrm>
          <a:custGeom>
            <a:rect b="b" l="l" r="r" t="t"/>
            <a:pathLst>
              <a:path extrusionOk="0" h="5829" w="6743">
                <a:moveTo>
                  <a:pt x="3797" y="2167"/>
                </a:moveTo>
                <a:cubicBezTo>
                  <a:pt x="3884" y="2167"/>
                  <a:pt x="3970" y="2190"/>
                  <a:pt x="4033" y="2237"/>
                </a:cubicBezTo>
                <a:cubicBezTo>
                  <a:pt x="4159" y="2363"/>
                  <a:pt x="4159" y="2616"/>
                  <a:pt x="4033" y="2710"/>
                </a:cubicBezTo>
                <a:cubicBezTo>
                  <a:pt x="3970" y="2773"/>
                  <a:pt x="3884" y="2805"/>
                  <a:pt x="3797" y="2805"/>
                </a:cubicBezTo>
                <a:cubicBezTo>
                  <a:pt x="3710" y="2805"/>
                  <a:pt x="3624" y="2773"/>
                  <a:pt x="3561" y="2710"/>
                </a:cubicBezTo>
                <a:cubicBezTo>
                  <a:pt x="3435" y="2616"/>
                  <a:pt x="3435" y="2363"/>
                  <a:pt x="3561" y="2237"/>
                </a:cubicBezTo>
                <a:cubicBezTo>
                  <a:pt x="3624" y="2190"/>
                  <a:pt x="3710" y="2167"/>
                  <a:pt x="3797" y="2167"/>
                </a:cubicBezTo>
                <a:close/>
                <a:moveTo>
                  <a:pt x="2336" y="2639"/>
                </a:moveTo>
                <a:cubicBezTo>
                  <a:pt x="2426" y="2639"/>
                  <a:pt x="2521" y="2663"/>
                  <a:pt x="2584" y="2710"/>
                </a:cubicBezTo>
                <a:cubicBezTo>
                  <a:pt x="2679" y="2836"/>
                  <a:pt x="2679" y="3057"/>
                  <a:pt x="2584" y="3183"/>
                </a:cubicBezTo>
                <a:cubicBezTo>
                  <a:pt x="2521" y="3246"/>
                  <a:pt x="2426" y="3277"/>
                  <a:pt x="2336" y="3277"/>
                </a:cubicBezTo>
                <a:cubicBezTo>
                  <a:pt x="2245" y="3277"/>
                  <a:pt x="2159" y="3246"/>
                  <a:pt x="2111" y="3183"/>
                </a:cubicBezTo>
                <a:cubicBezTo>
                  <a:pt x="1985" y="3057"/>
                  <a:pt x="1985" y="2868"/>
                  <a:pt x="2111" y="2710"/>
                </a:cubicBezTo>
                <a:cubicBezTo>
                  <a:pt x="2159" y="2663"/>
                  <a:pt x="2245" y="2639"/>
                  <a:pt x="2336" y="2639"/>
                </a:cubicBezTo>
                <a:close/>
                <a:moveTo>
                  <a:pt x="2931" y="1"/>
                </a:moveTo>
                <a:lnTo>
                  <a:pt x="599" y="2332"/>
                </a:lnTo>
                <a:cubicBezTo>
                  <a:pt x="221" y="2710"/>
                  <a:pt x="1" y="3214"/>
                  <a:pt x="1" y="3781"/>
                </a:cubicBezTo>
                <a:cubicBezTo>
                  <a:pt x="1" y="4317"/>
                  <a:pt x="221" y="4852"/>
                  <a:pt x="599" y="5230"/>
                </a:cubicBezTo>
                <a:cubicBezTo>
                  <a:pt x="1009" y="5608"/>
                  <a:pt x="1513" y="5829"/>
                  <a:pt x="2048" y="5829"/>
                </a:cubicBezTo>
                <a:cubicBezTo>
                  <a:pt x="2616" y="5829"/>
                  <a:pt x="3120" y="5640"/>
                  <a:pt x="3529" y="5230"/>
                </a:cubicBezTo>
                <a:lnTo>
                  <a:pt x="6743" y="2048"/>
                </a:lnTo>
                <a:cubicBezTo>
                  <a:pt x="6743" y="2017"/>
                  <a:pt x="6711" y="1954"/>
                  <a:pt x="6711" y="1922"/>
                </a:cubicBezTo>
                <a:cubicBezTo>
                  <a:pt x="6396" y="1418"/>
                  <a:pt x="5829" y="1103"/>
                  <a:pt x="5136" y="1103"/>
                </a:cubicBezTo>
                <a:lnTo>
                  <a:pt x="5104" y="1103"/>
                </a:lnTo>
                <a:cubicBezTo>
                  <a:pt x="5075" y="1104"/>
                  <a:pt x="5045" y="1105"/>
                  <a:pt x="5016" y="1105"/>
                </a:cubicBezTo>
                <a:cubicBezTo>
                  <a:pt x="4168" y="1105"/>
                  <a:pt x="3387" y="670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0" name="Google Shape;2960;p22"/>
          <p:cNvSpPr/>
          <p:nvPr/>
        </p:nvSpPr>
        <p:spPr>
          <a:xfrm>
            <a:off x="6941351" y="1664965"/>
            <a:ext cx="208963" cy="135768"/>
          </a:xfrm>
          <a:custGeom>
            <a:rect b="b" l="l" r="r" t="t"/>
            <a:pathLst>
              <a:path extrusionOk="0" h="5514" w="6365">
                <a:moveTo>
                  <a:pt x="3403" y="0"/>
                </a:moveTo>
                <a:lnTo>
                  <a:pt x="2678" y="693"/>
                </a:lnTo>
                <a:lnTo>
                  <a:pt x="2300" y="1103"/>
                </a:lnTo>
                <a:lnTo>
                  <a:pt x="3056" y="1859"/>
                </a:lnTo>
                <a:cubicBezTo>
                  <a:pt x="3151" y="1953"/>
                  <a:pt x="3151" y="2205"/>
                  <a:pt x="3056" y="2331"/>
                </a:cubicBezTo>
                <a:cubicBezTo>
                  <a:pt x="2962" y="2394"/>
                  <a:pt x="2899" y="2426"/>
                  <a:pt x="2804" y="2426"/>
                </a:cubicBezTo>
                <a:cubicBezTo>
                  <a:pt x="2741" y="2426"/>
                  <a:pt x="2615" y="2394"/>
                  <a:pt x="2584" y="2331"/>
                </a:cubicBezTo>
                <a:lnTo>
                  <a:pt x="1827" y="1575"/>
                </a:lnTo>
                <a:lnTo>
                  <a:pt x="1355" y="2048"/>
                </a:lnTo>
                <a:lnTo>
                  <a:pt x="2111" y="2804"/>
                </a:lnTo>
                <a:cubicBezTo>
                  <a:pt x="2205" y="2898"/>
                  <a:pt x="2205" y="3150"/>
                  <a:pt x="2111" y="3277"/>
                </a:cubicBezTo>
                <a:cubicBezTo>
                  <a:pt x="2016" y="3340"/>
                  <a:pt x="1953" y="3371"/>
                  <a:pt x="1859" y="3371"/>
                </a:cubicBezTo>
                <a:cubicBezTo>
                  <a:pt x="1796" y="3371"/>
                  <a:pt x="1670" y="3340"/>
                  <a:pt x="1638" y="3277"/>
                </a:cubicBezTo>
                <a:lnTo>
                  <a:pt x="882" y="2520"/>
                </a:lnTo>
                <a:lnTo>
                  <a:pt x="0" y="3371"/>
                </a:lnTo>
                <a:cubicBezTo>
                  <a:pt x="0" y="3403"/>
                  <a:pt x="63" y="3466"/>
                  <a:pt x="63" y="3497"/>
                </a:cubicBezTo>
                <a:cubicBezTo>
                  <a:pt x="364" y="4068"/>
                  <a:pt x="894" y="4381"/>
                  <a:pt x="1490" y="4381"/>
                </a:cubicBezTo>
                <a:cubicBezTo>
                  <a:pt x="1518" y="4381"/>
                  <a:pt x="1547" y="4381"/>
                  <a:pt x="1575" y="4379"/>
                </a:cubicBezTo>
                <a:cubicBezTo>
                  <a:pt x="1890" y="4379"/>
                  <a:pt x="2174" y="4411"/>
                  <a:pt x="2458" y="4474"/>
                </a:cubicBezTo>
                <a:cubicBezTo>
                  <a:pt x="2993" y="4631"/>
                  <a:pt x="3529" y="5009"/>
                  <a:pt x="3781" y="5513"/>
                </a:cubicBezTo>
                <a:lnTo>
                  <a:pt x="6364" y="2961"/>
                </a:lnTo>
                <a:lnTo>
                  <a:pt x="340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1" name="Google Shape;2961;p22"/>
          <p:cNvSpPr/>
          <p:nvPr/>
        </p:nvSpPr>
        <p:spPr>
          <a:xfrm>
            <a:off x="6852437" y="1992584"/>
            <a:ext cx="341334" cy="290939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2" name="Google Shape;2962;p22"/>
          <p:cNvSpPr/>
          <p:nvPr/>
        </p:nvSpPr>
        <p:spPr>
          <a:xfrm>
            <a:off x="6832221" y="2390686"/>
            <a:ext cx="227578" cy="153620"/>
          </a:xfrm>
          <a:custGeom>
            <a:rect b="b" l="l" r="r" t="t"/>
            <a:pathLst>
              <a:path extrusionOk="0" h="6239" w="6932">
                <a:moveTo>
                  <a:pt x="3340" y="2364"/>
                </a:moveTo>
                <a:cubicBezTo>
                  <a:pt x="3529" y="2364"/>
                  <a:pt x="3686" y="2521"/>
                  <a:pt x="3686" y="2710"/>
                </a:cubicBezTo>
                <a:lnTo>
                  <a:pt x="3686" y="3435"/>
                </a:lnTo>
                <a:lnTo>
                  <a:pt x="4411" y="3435"/>
                </a:lnTo>
                <a:cubicBezTo>
                  <a:pt x="4600" y="3435"/>
                  <a:pt x="4757" y="3592"/>
                  <a:pt x="4757" y="3782"/>
                </a:cubicBezTo>
                <a:cubicBezTo>
                  <a:pt x="4757" y="3971"/>
                  <a:pt x="4600" y="4128"/>
                  <a:pt x="4411" y="4128"/>
                </a:cubicBezTo>
                <a:lnTo>
                  <a:pt x="3686" y="4128"/>
                </a:lnTo>
                <a:lnTo>
                  <a:pt x="3686" y="4853"/>
                </a:lnTo>
                <a:cubicBezTo>
                  <a:pt x="3686" y="5042"/>
                  <a:pt x="3529" y="5199"/>
                  <a:pt x="3340" y="5199"/>
                </a:cubicBezTo>
                <a:cubicBezTo>
                  <a:pt x="3151" y="5199"/>
                  <a:pt x="2993" y="5042"/>
                  <a:pt x="2993" y="4853"/>
                </a:cubicBezTo>
                <a:lnTo>
                  <a:pt x="2993" y="4128"/>
                </a:lnTo>
                <a:lnTo>
                  <a:pt x="2268" y="4128"/>
                </a:lnTo>
                <a:cubicBezTo>
                  <a:pt x="2079" y="4128"/>
                  <a:pt x="1922" y="3971"/>
                  <a:pt x="1922" y="3782"/>
                </a:cubicBezTo>
                <a:cubicBezTo>
                  <a:pt x="1922" y="3592"/>
                  <a:pt x="2079" y="3435"/>
                  <a:pt x="2268" y="3435"/>
                </a:cubicBezTo>
                <a:lnTo>
                  <a:pt x="2993" y="3435"/>
                </a:lnTo>
                <a:lnTo>
                  <a:pt x="2993" y="2710"/>
                </a:lnTo>
                <a:cubicBezTo>
                  <a:pt x="2993" y="2521"/>
                  <a:pt x="3151" y="2364"/>
                  <a:pt x="3340" y="2364"/>
                </a:cubicBezTo>
                <a:close/>
                <a:moveTo>
                  <a:pt x="3434" y="1"/>
                </a:moveTo>
                <a:cubicBezTo>
                  <a:pt x="2836" y="1"/>
                  <a:pt x="2394" y="474"/>
                  <a:pt x="2394" y="1041"/>
                </a:cubicBezTo>
                <a:lnTo>
                  <a:pt x="2394" y="1387"/>
                </a:lnTo>
                <a:lnTo>
                  <a:pt x="1008" y="1387"/>
                </a:lnTo>
                <a:cubicBezTo>
                  <a:pt x="441" y="1387"/>
                  <a:pt x="0" y="1860"/>
                  <a:pt x="0" y="2395"/>
                </a:cubicBezTo>
                <a:lnTo>
                  <a:pt x="0" y="6239"/>
                </a:lnTo>
                <a:lnTo>
                  <a:pt x="6931" y="6239"/>
                </a:lnTo>
                <a:lnTo>
                  <a:pt x="6931" y="2395"/>
                </a:lnTo>
                <a:lnTo>
                  <a:pt x="6837" y="2395"/>
                </a:lnTo>
                <a:cubicBezTo>
                  <a:pt x="6837" y="1828"/>
                  <a:pt x="6364" y="1387"/>
                  <a:pt x="5829" y="1387"/>
                </a:cubicBezTo>
                <a:lnTo>
                  <a:pt x="4442" y="1387"/>
                </a:lnTo>
                <a:lnTo>
                  <a:pt x="4442" y="1041"/>
                </a:lnTo>
                <a:cubicBezTo>
                  <a:pt x="4442" y="442"/>
                  <a:pt x="3970" y="1"/>
                  <a:pt x="34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3" name="Google Shape;2963;p22"/>
          <p:cNvSpPr/>
          <p:nvPr/>
        </p:nvSpPr>
        <p:spPr>
          <a:xfrm>
            <a:off x="6828085" y="2560586"/>
            <a:ext cx="228595" cy="69066"/>
          </a:xfrm>
          <a:custGeom>
            <a:rect b="b" l="l" r="r" t="t"/>
            <a:pathLst>
              <a:path extrusionOk="0" h="2805" w="6963">
                <a:moveTo>
                  <a:pt x="2457" y="1418"/>
                </a:moveTo>
                <a:cubicBezTo>
                  <a:pt x="2647" y="1418"/>
                  <a:pt x="2804" y="1576"/>
                  <a:pt x="2804" y="1765"/>
                </a:cubicBezTo>
                <a:cubicBezTo>
                  <a:pt x="2804" y="1954"/>
                  <a:pt x="2647" y="2111"/>
                  <a:pt x="2457" y="2111"/>
                </a:cubicBezTo>
                <a:cubicBezTo>
                  <a:pt x="2237" y="2111"/>
                  <a:pt x="2079" y="1954"/>
                  <a:pt x="2079" y="1765"/>
                </a:cubicBezTo>
                <a:cubicBezTo>
                  <a:pt x="2079" y="1576"/>
                  <a:pt x="2237" y="1418"/>
                  <a:pt x="2457" y="1418"/>
                </a:cubicBezTo>
                <a:close/>
                <a:moveTo>
                  <a:pt x="32" y="0"/>
                </a:moveTo>
                <a:lnTo>
                  <a:pt x="32" y="1009"/>
                </a:lnTo>
                <a:cubicBezTo>
                  <a:pt x="0" y="1607"/>
                  <a:pt x="473" y="2080"/>
                  <a:pt x="1071" y="2080"/>
                </a:cubicBezTo>
                <a:lnTo>
                  <a:pt x="1449" y="2080"/>
                </a:lnTo>
                <a:cubicBezTo>
                  <a:pt x="1607" y="2489"/>
                  <a:pt x="1985" y="2804"/>
                  <a:pt x="2457" y="2804"/>
                </a:cubicBezTo>
                <a:cubicBezTo>
                  <a:pt x="2867" y="2804"/>
                  <a:pt x="3277" y="2521"/>
                  <a:pt x="3434" y="2080"/>
                </a:cubicBezTo>
                <a:lnTo>
                  <a:pt x="6963" y="2080"/>
                </a:lnTo>
                <a:lnTo>
                  <a:pt x="696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4" name="Google Shape;2964;p22"/>
          <p:cNvSpPr/>
          <p:nvPr/>
        </p:nvSpPr>
        <p:spPr>
          <a:xfrm>
            <a:off x="7079406" y="2440351"/>
            <a:ext cx="137591" cy="189298"/>
          </a:xfrm>
          <a:custGeom>
            <a:rect b="b" l="l" r="r" t="t"/>
            <a:pathLst>
              <a:path extrusionOk="0" h="7688" w="4191">
                <a:moveTo>
                  <a:pt x="1513" y="693"/>
                </a:moveTo>
                <a:cubicBezTo>
                  <a:pt x="1954" y="693"/>
                  <a:pt x="2364" y="977"/>
                  <a:pt x="2521" y="1386"/>
                </a:cubicBezTo>
                <a:lnTo>
                  <a:pt x="3372" y="3497"/>
                </a:lnTo>
                <a:lnTo>
                  <a:pt x="1765" y="3497"/>
                </a:lnTo>
                <a:cubicBezTo>
                  <a:pt x="1576" y="3497"/>
                  <a:pt x="1419" y="3340"/>
                  <a:pt x="1419" y="3151"/>
                </a:cubicBezTo>
                <a:lnTo>
                  <a:pt x="1419" y="693"/>
                </a:lnTo>
                <a:close/>
                <a:moveTo>
                  <a:pt x="1765" y="6270"/>
                </a:moveTo>
                <a:cubicBezTo>
                  <a:pt x="1954" y="6270"/>
                  <a:pt x="2112" y="6427"/>
                  <a:pt x="2112" y="6616"/>
                </a:cubicBezTo>
                <a:cubicBezTo>
                  <a:pt x="2112" y="6805"/>
                  <a:pt x="1954" y="6963"/>
                  <a:pt x="1765" y="6963"/>
                </a:cubicBezTo>
                <a:cubicBezTo>
                  <a:pt x="1576" y="6963"/>
                  <a:pt x="1419" y="6805"/>
                  <a:pt x="1419" y="6616"/>
                </a:cubicBezTo>
                <a:cubicBezTo>
                  <a:pt x="1419" y="6427"/>
                  <a:pt x="1576" y="6270"/>
                  <a:pt x="1765" y="6270"/>
                </a:cubicBezTo>
                <a:close/>
                <a:moveTo>
                  <a:pt x="1" y="0"/>
                </a:moveTo>
                <a:lnTo>
                  <a:pt x="1" y="6963"/>
                </a:lnTo>
                <a:lnTo>
                  <a:pt x="788" y="6963"/>
                </a:lnTo>
                <a:cubicBezTo>
                  <a:pt x="946" y="7372"/>
                  <a:pt x="1293" y="7687"/>
                  <a:pt x="1765" y="7687"/>
                </a:cubicBezTo>
                <a:cubicBezTo>
                  <a:pt x="2206" y="7687"/>
                  <a:pt x="2584" y="7404"/>
                  <a:pt x="2742" y="6963"/>
                </a:cubicBezTo>
                <a:lnTo>
                  <a:pt x="3151" y="6963"/>
                </a:lnTo>
                <a:cubicBezTo>
                  <a:pt x="3718" y="6963"/>
                  <a:pt x="4159" y="6490"/>
                  <a:pt x="4159" y="5955"/>
                </a:cubicBezTo>
                <a:lnTo>
                  <a:pt x="4159" y="5577"/>
                </a:lnTo>
                <a:lnTo>
                  <a:pt x="3151" y="5577"/>
                </a:lnTo>
                <a:cubicBezTo>
                  <a:pt x="2931" y="5577"/>
                  <a:pt x="2773" y="5419"/>
                  <a:pt x="2773" y="5230"/>
                </a:cubicBezTo>
                <a:cubicBezTo>
                  <a:pt x="2773" y="5041"/>
                  <a:pt x="2994" y="4883"/>
                  <a:pt x="3183" y="4883"/>
                </a:cubicBezTo>
                <a:lnTo>
                  <a:pt x="4191" y="4883"/>
                </a:lnTo>
                <a:lnTo>
                  <a:pt x="4191" y="4096"/>
                </a:lnTo>
                <a:cubicBezTo>
                  <a:pt x="4191" y="3970"/>
                  <a:pt x="4159" y="3812"/>
                  <a:pt x="4159" y="3686"/>
                </a:cubicBezTo>
                <a:cubicBezTo>
                  <a:pt x="4096" y="3466"/>
                  <a:pt x="3246" y="1386"/>
                  <a:pt x="3151" y="1103"/>
                </a:cubicBezTo>
                <a:cubicBezTo>
                  <a:pt x="2868" y="410"/>
                  <a:pt x="2238" y="0"/>
                  <a:pt x="15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5" name="Google Shape;2965;p22"/>
          <p:cNvSpPr/>
          <p:nvPr/>
        </p:nvSpPr>
        <p:spPr>
          <a:xfrm>
            <a:off x="5494406" y="2760740"/>
            <a:ext cx="114511" cy="120650"/>
          </a:xfrm>
          <a:custGeom>
            <a:rect b="b" l="l" r="r" t="t"/>
            <a:pathLst>
              <a:path extrusionOk="0" h="4900" w="3488">
                <a:moveTo>
                  <a:pt x="1408" y="1"/>
                </a:moveTo>
                <a:lnTo>
                  <a:pt x="1408" y="1922"/>
                </a:lnTo>
                <a:cubicBezTo>
                  <a:pt x="1408" y="2647"/>
                  <a:pt x="998" y="3277"/>
                  <a:pt x="463" y="3561"/>
                </a:cubicBezTo>
                <a:cubicBezTo>
                  <a:pt x="211" y="3655"/>
                  <a:pt x="53" y="3907"/>
                  <a:pt x="22" y="4128"/>
                </a:cubicBezTo>
                <a:cubicBezTo>
                  <a:pt x="1" y="4609"/>
                  <a:pt x="369" y="4896"/>
                  <a:pt x="738" y="4896"/>
                </a:cubicBezTo>
                <a:cubicBezTo>
                  <a:pt x="925" y="4896"/>
                  <a:pt x="1113" y="4822"/>
                  <a:pt x="1250" y="4663"/>
                </a:cubicBezTo>
                <a:cubicBezTo>
                  <a:pt x="1361" y="4506"/>
                  <a:pt x="1557" y="4427"/>
                  <a:pt x="1754" y="4427"/>
                </a:cubicBezTo>
                <a:cubicBezTo>
                  <a:pt x="1951" y="4427"/>
                  <a:pt x="2148" y="4506"/>
                  <a:pt x="2258" y="4663"/>
                </a:cubicBezTo>
                <a:cubicBezTo>
                  <a:pt x="2411" y="4826"/>
                  <a:pt x="2604" y="4899"/>
                  <a:pt x="2792" y="4899"/>
                </a:cubicBezTo>
                <a:cubicBezTo>
                  <a:pt x="3149" y="4899"/>
                  <a:pt x="3487" y="4635"/>
                  <a:pt x="3487" y="4222"/>
                </a:cubicBezTo>
                <a:cubicBezTo>
                  <a:pt x="3487" y="3939"/>
                  <a:pt x="3330" y="3718"/>
                  <a:pt x="3109" y="3592"/>
                </a:cubicBezTo>
                <a:cubicBezTo>
                  <a:pt x="2479" y="3277"/>
                  <a:pt x="2101" y="2710"/>
                  <a:pt x="2101" y="2143"/>
                </a:cubicBezTo>
                <a:lnTo>
                  <a:pt x="2101" y="32"/>
                </a:lnTo>
                <a:cubicBezTo>
                  <a:pt x="2006" y="32"/>
                  <a:pt x="1880" y="1"/>
                  <a:pt x="17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6" name="Google Shape;2966;p22"/>
          <p:cNvSpPr/>
          <p:nvPr/>
        </p:nvSpPr>
        <p:spPr>
          <a:xfrm>
            <a:off x="5356484" y="2763843"/>
            <a:ext cx="387919" cy="287049"/>
          </a:xfrm>
          <a:custGeom>
            <a:rect b="b" l="l" r="r" t="t"/>
            <a:pathLst>
              <a:path extrusionOk="0" h="11658" w="11816">
                <a:moveTo>
                  <a:pt x="4884" y="1"/>
                </a:moveTo>
                <a:cubicBezTo>
                  <a:pt x="2143" y="505"/>
                  <a:pt x="1" y="2899"/>
                  <a:pt x="1" y="5829"/>
                </a:cubicBezTo>
                <a:cubicBezTo>
                  <a:pt x="1" y="8696"/>
                  <a:pt x="2143" y="11153"/>
                  <a:pt x="4884" y="11657"/>
                </a:cubicBezTo>
                <a:lnTo>
                  <a:pt x="4884" y="9799"/>
                </a:lnTo>
                <a:cubicBezTo>
                  <a:pt x="4884" y="9358"/>
                  <a:pt x="4664" y="8980"/>
                  <a:pt x="4349" y="8822"/>
                </a:cubicBezTo>
                <a:cubicBezTo>
                  <a:pt x="3876" y="8633"/>
                  <a:pt x="3561" y="8160"/>
                  <a:pt x="3530" y="7625"/>
                </a:cubicBezTo>
                <a:cubicBezTo>
                  <a:pt x="3446" y="6731"/>
                  <a:pt x="4186" y="6180"/>
                  <a:pt x="4925" y="6180"/>
                </a:cubicBezTo>
                <a:cubicBezTo>
                  <a:pt x="5306" y="6180"/>
                  <a:pt x="5687" y="6327"/>
                  <a:pt x="5955" y="6648"/>
                </a:cubicBezTo>
                <a:cubicBezTo>
                  <a:pt x="6188" y="6316"/>
                  <a:pt x="6553" y="6163"/>
                  <a:pt x="6929" y="6163"/>
                </a:cubicBezTo>
                <a:cubicBezTo>
                  <a:pt x="7621" y="6163"/>
                  <a:pt x="8350" y="6684"/>
                  <a:pt x="8350" y="7562"/>
                </a:cubicBezTo>
                <a:cubicBezTo>
                  <a:pt x="8350" y="8066"/>
                  <a:pt x="8035" y="8570"/>
                  <a:pt x="7562" y="8822"/>
                </a:cubicBezTo>
                <a:cubicBezTo>
                  <a:pt x="7184" y="9011"/>
                  <a:pt x="6995" y="9326"/>
                  <a:pt x="6995" y="9641"/>
                </a:cubicBezTo>
                <a:lnTo>
                  <a:pt x="6995" y="11657"/>
                </a:lnTo>
                <a:cubicBezTo>
                  <a:pt x="9736" y="11153"/>
                  <a:pt x="11815" y="8728"/>
                  <a:pt x="11815" y="5829"/>
                </a:cubicBezTo>
                <a:cubicBezTo>
                  <a:pt x="11815" y="2899"/>
                  <a:pt x="9736" y="505"/>
                  <a:pt x="6995" y="1"/>
                </a:cubicBezTo>
                <a:lnTo>
                  <a:pt x="6995" y="2017"/>
                </a:lnTo>
                <a:cubicBezTo>
                  <a:pt x="6995" y="2364"/>
                  <a:pt x="7216" y="2679"/>
                  <a:pt x="7562" y="2836"/>
                </a:cubicBezTo>
                <a:cubicBezTo>
                  <a:pt x="8035" y="3057"/>
                  <a:pt x="8350" y="3529"/>
                  <a:pt x="8350" y="4096"/>
                </a:cubicBezTo>
                <a:cubicBezTo>
                  <a:pt x="8350" y="4945"/>
                  <a:pt x="7656" y="5495"/>
                  <a:pt x="6948" y="5495"/>
                </a:cubicBezTo>
                <a:cubicBezTo>
                  <a:pt x="6578" y="5495"/>
                  <a:pt x="6205" y="5345"/>
                  <a:pt x="5924" y="5010"/>
                </a:cubicBezTo>
                <a:cubicBezTo>
                  <a:pt x="5691" y="5321"/>
                  <a:pt x="5310" y="5471"/>
                  <a:pt x="4919" y="5471"/>
                </a:cubicBezTo>
                <a:cubicBezTo>
                  <a:pt x="4200" y="5471"/>
                  <a:pt x="3448" y="4961"/>
                  <a:pt x="3530" y="4002"/>
                </a:cubicBezTo>
                <a:cubicBezTo>
                  <a:pt x="3561" y="3498"/>
                  <a:pt x="3876" y="3057"/>
                  <a:pt x="4349" y="2836"/>
                </a:cubicBezTo>
                <a:cubicBezTo>
                  <a:pt x="4664" y="2679"/>
                  <a:pt x="4884" y="2269"/>
                  <a:pt x="4884" y="1859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7" name="Google Shape;2967;p22"/>
          <p:cNvSpPr/>
          <p:nvPr/>
        </p:nvSpPr>
        <p:spPr>
          <a:xfrm>
            <a:off x="5494406" y="2933006"/>
            <a:ext cx="114511" cy="120995"/>
          </a:xfrm>
          <a:custGeom>
            <a:rect b="b" l="l" r="r" t="t"/>
            <a:pathLst>
              <a:path extrusionOk="0" h="4914" w="3488">
                <a:moveTo>
                  <a:pt x="2777" y="1"/>
                </a:moveTo>
                <a:cubicBezTo>
                  <a:pt x="2589" y="1"/>
                  <a:pt x="2399" y="77"/>
                  <a:pt x="2258" y="251"/>
                </a:cubicBezTo>
                <a:cubicBezTo>
                  <a:pt x="2148" y="408"/>
                  <a:pt x="1951" y="487"/>
                  <a:pt x="1754" y="487"/>
                </a:cubicBezTo>
                <a:cubicBezTo>
                  <a:pt x="1557" y="487"/>
                  <a:pt x="1361" y="408"/>
                  <a:pt x="1250" y="251"/>
                </a:cubicBezTo>
                <a:cubicBezTo>
                  <a:pt x="1122" y="91"/>
                  <a:pt x="936" y="17"/>
                  <a:pt x="748" y="17"/>
                </a:cubicBezTo>
                <a:cubicBezTo>
                  <a:pt x="379" y="17"/>
                  <a:pt x="1" y="297"/>
                  <a:pt x="22" y="755"/>
                </a:cubicBezTo>
                <a:cubicBezTo>
                  <a:pt x="22" y="1007"/>
                  <a:pt x="242" y="1227"/>
                  <a:pt x="463" y="1353"/>
                </a:cubicBezTo>
                <a:cubicBezTo>
                  <a:pt x="1061" y="1637"/>
                  <a:pt x="1408" y="2267"/>
                  <a:pt x="1408" y="2960"/>
                </a:cubicBezTo>
                <a:lnTo>
                  <a:pt x="1408" y="4914"/>
                </a:lnTo>
                <a:cubicBezTo>
                  <a:pt x="1534" y="4851"/>
                  <a:pt x="1660" y="4851"/>
                  <a:pt x="1754" y="4851"/>
                </a:cubicBezTo>
                <a:lnTo>
                  <a:pt x="2101" y="4851"/>
                </a:lnTo>
                <a:lnTo>
                  <a:pt x="2101" y="2771"/>
                </a:lnTo>
                <a:cubicBezTo>
                  <a:pt x="2101" y="2141"/>
                  <a:pt x="2479" y="1606"/>
                  <a:pt x="3109" y="1322"/>
                </a:cubicBezTo>
                <a:cubicBezTo>
                  <a:pt x="3330" y="1196"/>
                  <a:pt x="3487" y="975"/>
                  <a:pt x="3487" y="692"/>
                </a:cubicBezTo>
                <a:cubicBezTo>
                  <a:pt x="3487" y="279"/>
                  <a:pt x="3135" y="1"/>
                  <a:pt x="27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8" name="Google Shape;2968;p22"/>
          <p:cNvSpPr/>
          <p:nvPr/>
        </p:nvSpPr>
        <p:spPr>
          <a:xfrm>
            <a:off x="5493028" y="3191252"/>
            <a:ext cx="22786" cy="17090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cubicBezTo>
                  <a:pt x="536" y="693"/>
                  <a:pt x="694" y="536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9" name="Google Shape;2969;p22"/>
          <p:cNvSpPr/>
          <p:nvPr/>
        </p:nvSpPr>
        <p:spPr>
          <a:xfrm>
            <a:off x="5425790" y="3277360"/>
            <a:ext cx="68319" cy="51215"/>
          </a:xfrm>
          <a:custGeom>
            <a:rect b="b" l="l" r="r" t="t"/>
            <a:pathLst>
              <a:path extrusionOk="0" h="2080" w="2081">
                <a:moveTo>
                  <a:pt x="1" y="0"/>
                </a:moveTo>
                <a:lnTo>
                  <a:pt x="1" y="2080"/>
                </a:lnTo>
                <a:lnTo>
                  <a:pt x="2080" y="2080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0" name="Google Shape;2970;p22"/>
          <p:cNvSpPr/>
          <p:nvPr/>
        </p:nvSpPr>
        <p:spPr>
          <a:xfrm>
            <a:off x="5356484" y="3157888"/>
            <a:ext cx="294813" cy="290915"/>
          </a:xfrm>
          <a:custGeom>
            <a:rect b="b" l="l" r="r" t="t"/>
            <a:pathLst>
              <a:path extrusionOk="0" h="11815" w="8980">
                <a:moveTo>
                  <a:pt x="4538" y="694"/>
                </a:moveTo>
                <a:cubicBezTo>
                  <a:pt x="5136" y="694"/>
                  <a:pt x="5577" y="1166"/>
                  <a:pt x="5577" y="1702"/>
                </a:cubicBezTo>
                <a:cubicBezTo>
                  <a:pt x="5577" y="1891"/>
                  <a:pt x="5735" y="2048"/>
                  <a:pt x="5924" y="2048"/>
                </a:cubicBezTo>
                <a:lnTo>
                  <a:pt x="6649" y="2048"/>
                </a:lnTo>
                <a:cubicBezTo>
                  <a:pt x="6838" y="2048"/>
                  <a:pt x="6995" y="2206"/>
                  <a:pt x="6995" y="2426"/>
                </a:cubicBezTo>
                <a:lnTo>
                  <a:pt x="6995" y="2773"/>
                </a:lnTo>
                <a:lnTo>
                  <a:pt x="2143" y="2773"/>
                </a:lnTo>
                <a:lnTo>
                  <a:pt x="2143" y="2426"/>
                </a:lnTo>
                <a:lnTo>
                  <a:pt x="2112" y="2426"/>
                </a:lnTo>
                <a:cubicBezTo>
                  <a:pt x="2112" y="2206"/>
                  <a:pt x="2269" y="2048"/>
                  <a:pt x="2458" y="2048"/>
                </a:cubicBezTo>
                <a:lnTo>
                  <a:pt x="3183" y="2048"/>
                </a:lnTo>
                <a:cubicBezTo>
                  <a:pt x="3372" y="2048"/>
                  <a:pt x="3530" y="1891"/>
                  <a:pt x="3530" y="1702"/>
                </a:cubicBezTo>
                <a:cubicBezTo>
                  <a:pt x="3530" y="1103"/>
                  <a:pt x="4002" y="694"/>
                  <a:pt x="4538" y="694"/>
                </a:cubicBezTo>
                <a:close/>
                <a:moveTo>
                  <a:pt x="7310" y="4159"/>
                </a:moveTo>
                <a:cubicBezTo>
                  <a:pt x="7499" y="4159"/>
                  <a:pt x="7657" y="4317"/>
                  <a:pt x="7657" y="4506"/>
                </a:cubicBezTo>
                <a:cubicBezTo>
                  <a:pt x="7657" y="4695"/>
                  <a:pt x="7499" y="4852"/>
                  <a:pt x="7310" y="4852"/>
                </a:cubicBezTo>
                <a:lnTo>
                  <a:pt x="5924" y="4852"/>
                </a:lnTo>
                <a:cubicBezTo>
                  <a:pt x="5735" y="4852"/>
                  <a:pt x="5577" y="4695"/>
                  <a:pt x="5577" y="4506"/>
                </a:cubicBezTo>
                <a:cubicBezTo>
                  <a:pt x="5577" y="4317"/>
                  <a:pt x="5735" y="4159"/>
                  <a:pt x="5924" y="4159"/>
                </a:cubicBezTo>
                <a:close/>
                <a:moveTo>
                  <a:pt x="7310" y="5514"/>
                </a:moveTo>
                <a:cubicBezTo>
                  <a:pt x="7499" y="5514"/>
                  <a:pt x="7657" y="5671"/>
                  <a:pt x="7657" y="5892"/>
                </a:cubicBezTo>
                <a:cubicBezTo>
                  <a:pt x="7657" y="6081"/>
                  <a:pt x="7499" y="6238"/>
                  <a:pt x="7310" y="6238"/>
                </a:cubicBezTo>
                <a:lnTo>
                  <a:pt x="5924" y="6238"/>
                </a:lnTo>
                <a:cubicBezTo>
                  <a:pt x="5735" y="6238"/>
                  <a:pt x="5577" y="6081"/>
                  <a:pt x="5577" y="5892"/>
                </a:cubicBezTo>
                <a:cubicBezTo>
                  <a:pt x="5577" y="5671"/>
                  <a:pt x="5735" y="5514"/>
                  <a:pt x="5924" y="5514"/>
                </a:cubicBezTo>
                <a:close/>
                <a:moveTo>
                  <a:pt x="4506" y="4159"/>
                </a:moveTo>
                <a:cubicBezTo>
                  <a:pt x="4695" y="4159"/>
                  <a:pt x="4853" y="4317"/>
                  <a:pt x="4853" y="4506"/>
                </a:cubicBezTo>
                <a:lnTo>
                  <a:pt x="4853" y="7247"/>
                </a:lnTo>
                <a:cubicBezTo>
                  <a:pt x="4853" y="7467"/>
                  <a:pt x="4695" y="7593"/>
                  <a:pt x="4506" y="7593"/>
                </a:cubicBezTo>
                <a:lnTo>
                  <a:pt x="1734" y="7593"/>
                </a:lnTo>
                <a:cubicBezTo>
                  <a:pt x="1545" y="7593"/>
                  <a:pt x="1387" y="7467"/>
                  <a:pt x="1387" y="7247"/>
                </a:cubicBezTo>
                <a:lnTo>
                  <a:pt x="1387" y="4506"/>
                </a:lnTo>
                <a:cubicBezTo>
                  <a:pt x="1387" y="4317"/>
                  <a:pt x="1545" y="4159"/>
                  <a:pt x="1734" y="4159"/>
                </a:cubicBezTo>
                <a:close/>
                <a:moveTo>
                  <a:pt x="7310" y="6900"/>
                </a:moveTo>
                <a:cubicBezTo>
                  <a:pt x="7499" y="6900"/>
                  <a:pt x="7657" y="7058"/>
                  <a:pt x="7657" y="7247"/>
                </a:cubicBezTo>
                <a:cubicBezTo>
                  <a:pt x="7657" y="7467"/>
                  <a:pt x="7499" y="7593"/>
                  <a:pt x="7310" y="7593"/>
                </a:cubicBezTo>
                <a:lnTo>
                  <a:pt x="5924" y="7593"/>
                </a:lnTo>
                <a:cubicBezTo>
                  <a:pt x="5735" y="7593"/>
                  <a:pt x="5577" y="7467"/>
                  <a:pt x="5577" y="7247"/>
                </a:cubicBezTo>
                <a:cubicBezTo>
                  <a:pt x="5577" y="7058"/>
                  <a:pt x="5735" y="6900"/>
                  <a:pt x="5924" y="6900"/>
                </a:cubicBezTo>
                <a:close/>
                <a:moveTo>
                  <a:pt x="7310" y="8318"/>
                </a:moveTo>
                <a:cubicBezTo>
                  <a:pt x="7499" y="8318"/>
                  <a:pt x="7657" y="8475"/>
                  <a:pt x="7657" y="8664"/>
                </a:cubicBezTo>
                <a:cubicBezTo>
                  <a:pt x="7657" y="8853"/>
                  <a:pt x="7499" y="9011"/>
                  <a:pt x="7310" y="9011"/>
                </a:cubicBezTo>
                <a:lnTo>
                  <a:pt x="1734" y="9011"/>
                </a:lnTo>
                <a:cubicBezTo>
                  <a:pt x="1545" y="9011"/>
                  <a:pt x="1387" y="8853"/>
                  <a:pt x="1387" y="8664"/>
                </a:cubicBezTo>
                <a:cubicBezTo>
                  <a:pt x="1387" y="8475"/>
                  <a:pt x="1545" y="8318"/>
                  <a:pt x="1734" y="8318"/>
                </a:cubicBezTo>
                <a:close/>
                <a:moveTo>
                  <a:pt x="7310" y="9704"/>
                </a:moveTo>
                <a:cubicBezTo>
                  <a:pt x="7499" y="9704"/>
                  <a:pt x="7657" y="9861"/>
                  <a:pt x="7657" y="10050"/>
                </a:cubicBezTo>
                <a:cubicBezTo>
                  <a:pt x="7657" y="10240"/>
                  <a:pt x="7499" y="10397"/>
                  <a:pt x="7310" y="10397"/>
                </a:cubicBezTo>
                <a:lnTo>
                  <a:pt x="1734" y="10397"/>
                </a:lnTo>
                <a:cubicBezTo>
                  <a:pt x="1545" y="10397"/>
                  <a:pt x="1387" y="10240"/>
                  <a:pt x="1387" y="10050"/>
                </a:cubicBezTo>
                <a:cubicBezTo>
                  <a:pt x="1387" y="9861"/>
                  <a:pt x="1545" y="9704"/>
                  <a:pt x="1734" y="9704"/>
                </a:cubicBezTo>
                <a:close/>
                <a:moveTo>
                  <a:pt x="4506" y="0"/>
                </a:moveTo>
                <a:cubicBezTo>
                  <a:pt x="3687" y="0"/>
                  <a:pt x="2962" y="599"/>
                  <a:pt x="2805" y="1387"/>
                </a:cubicBezTo>
                <a:lnTo>
                  <a:pt x="2427" y="1387"/>
                </a:lnTo>
                <a:cubicBezTo>
                  <a:pt x="1986" y="1387"/>
                  <a:pt x="1576" y="1670"/>
                  <a:pt x="1419" y="2080"/>
                </a:cubicBezTo>
                <a:lnTo>
                  <a:pt x="1041" y="2080"/>
                </a:lnTo>
                <a:cubicBezTo>
                  <a:pt x="442" y="2080"/>
                  <a:pt x="1" y="2552"/>
                  <a:pt x="1" y="3119"/>
                </a:cubicBezTo>
                <a:lnTo>
                  <a:pt x="1" y="10807"/>
                </a:lnTo>
                <a:cubicBezTo>
                  <a:pt x="1" y="11342"/>
                  <a:pt x="474" y="11815"/>
                  <a:pt x="1041" y="11815"/>
                </a:cubicBezTo>
                <a:lnTo>
                  <a:pt x="7972" y="11815"/>
                </a:lnTo>
                <a:cubicBezTo>
                  <a:pt x="8570" y="11815"/>
                  <a:pt x="8980" y="11342"/>
                  <a:pt x="8980" y="10807"/>
                </a:cubicBezTo>
                <a:lnTo>
                  <a:pt x="8980" y="3119"/>
                </a:lnTo>
                <a:cubicBezTo>
                  <a:pt x="8980" y="2521"/>
                  <a:pt x="8507" y="2080"/>
                  <a:pt x="7972" y="2080"/>
                </a:cubicBezTo>
                <a:lnTo>
                  <a:pt x="7562" y="2080"/>
                </a:lnTo>
                <a:cubicBezTo>
                  <a:pt x="7405" y="1702"/>
                  <a:pt x="7058" y="1387"/>
                  <a:pt x="6585" y="1387"/>
                </a:cubicBezTo>
                <a:lnTo>
                  <a:pt x="6207" y="1387"/>
                </a:lnTo>
                <a:cubicBezTo>
                  <a:pt x="6050" y="599"/>
                  <a:pt x="532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1" name="Google Shape;2971;p22"/>
          <p:cNvSpPr/>
          <p:nvPr/>
        </p:nvSpPr>
        <p:spPr>
          <a:xfrm>
            <a:off x="5675075" y="3192606"/>
            <a:ext cx="69337" cy="187944"/>
          </a:xfrm>
          <a:custGeom>
            <a:rect b="b" l="l" r="r" t="t"/>
            <a:pathLst>
              <a:path extrusionOk="0" h="7633" w="2112">
                <a:moveTo>
                  <a:pt x="1060" y="0"/>
                </a:moveTo>
                <a:cubicBezTo>
                  <a:pt x="930" y="0"/>
                  <a:pt x="804" y="55"/>
                  <a:pt x="757" y="166"/>
                </a:cubicBezTo>
                <a:lnTo>
                  <a:pt x="32" y="1552"/>
                </a:lnTo>
                <a:cubicBezTo>
                  <a:pt x="0" y="1583"/>
                  <a:pt x="0" y="1678"/>
                  <a:pt x="0" y="1709"/>
                </a:cubicBezTo>
                <a:lnTo>
                  <a:pt x="0" y="7632"/>
                </a:lnTo>
                <a:lnTo>
                  <a:pt x="2080" y="7632"/>
                </a:lnTo>
                <a:lnTo>
                  <a:pt x="2080" y="1709"/>
                </a:lnTo>
                <a:lnTo>
                  <a:pt x="2111" y="1709"/>
                </a:lnTo>
                <a:cubicBezTo>
                  <a:pt x="2111" y="1678"/>
                  <a:pt x="2111" y="1583"/>
                  <a:pt x="2080" y="1552"/>
                </a:cubicBezTo>
                <a:lnTo>
                  <a:pt x="1387" y="166"/>
                </a:lnTo>
                <a:cubicBezTo>
                  <a:pt x="1324" y="55"/>
                  <a:pt x="1190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2" name="Google Shape;2972;p22"/>
          <p:cNvSpPr/>
          <p:nvPr/>
        </p:nvSpPr>
        <p:spPr>
          <a:xfrm>
            <a:off x="5676094" y="3395255"/>
            <a:ext cx="68319" cy="52791"/>
          </a:xfrm>
          <a:custGeom>
            <a:rect b="b" l="l" r="r" t="t"/>
            <a:pathLst>
              <a:path extrusionOk="0" h="2144" w="2081">
                <a:moveTo>
                  <a:pt x="1" y="1"/>
                </a:moveTo>
                <a:lnTo>
                  <a:pt x="1" y="1104"/>
                </a:lnTo>
                <a:lnTo>
                  <a:pt x="64" y="1104"/>
                </a:lnTo>
                <a:cubicBezTo>
                  <a:pt x="64" y="1702"/>
                  <a:pt x="505" y="2143"/>
                  <a:pt x="1072" y="2143"/>
                </a:cubicBezTo>
                <a:cubicBezTo>
                  <a:pt x="1671" y="2143"/>
                  <a:pt x="2080" y="1671"/>
                  <a:pt x="2080" y="1104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3" name="Google Shape;2973;p22"/>
          <p:cNvSpPr/>
          <p:nvPr/>
        </p:nvSpPr>
        <p:spPr>
          <a:xfrm>
            <a:off x="5356501" y="3575390"/>
            <a:ext cx="388937" cy="199959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4" name="Google Shape;2974;p22"/>
          <p:cNvSpPr/>
          <p:nvPr/>
        </p:nvSpPr>
        <p:spPr>
          <a:xfrm>
            <a:off x="7886305" y="2863148"/>
            <a:ext cx="252430" cy="103956"/>
          </a:xfrm>
          <a:custGeom>
            <a:rect b="b" l="l" r="r" t="t"/>
            <a:pathLst>
              <a:path extrusionOk="0" h="4222" w="7689">
                <a:moveTo>
                  <a:pt x="3151" y="0"/>
                </a:moveTo>
                <a:lnTo>
                  <a:pt x="2616" y="1260"/>
                </a:lnTo>
                <a:cubicBezTo>
                  <a:pt x="2584" y="1386"/>
                  <a:pt x="2427" y="1481"/>
                  <a:pt x="2301" y="1481"/>
                </a:cubicBezTo>
                <a:lnTo>
                  <a:pt x="1" y="1481"/>
                </a:lnTo>
                <a:lnTo>
                  <a:pt x="1" y="4222"/>
                </a:lnTo>
                <a:lnTo>
                  <a:pt x="7688" y="4222"/>
                </a:lnTo>
                <a:lnTo>
                  <a:pt x="7688" y="1481"/>
                </a:lnTo>
                <a:lnTo>
                  <a:pt x="5672" y="1481"/>
                </a:lnTo>
                <a:lnTo>
                  <a:pt x="4884" y="3371"/>
                </a:lnTo>
                <a:cubicBezTo>
                  <a:pt x="4827" y="3513"/>
                  <a:pt x="4713" y="3578"/>
                  <a:pt x="4593" y="3578"/>
                </a:cubicBezTo>
                <a:cubicBezTo>
                  <a:pt x="4447" y="3578"/>
                  <a:pt x="4292" y="3481"/>
                  <a:pt x="4223" y="3308"/>
                </a:cubicBezTo>
                <a:lnTo>
                  <a:pt x="31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5" name="Google Shape;2975;p22"/>
          <p:cNvSpPr/>
          <p:nvPr/>
        </p:nvSpPr>
        <p:spPr>
          <a:xfrm>
            <a:off x="7885288" y="2812720"/>
            <a:ext cx="252397" cy="104744"/>
          </a:xfrm>
          <a:custGeom>
            <a:rect b="b" l="l" r="r" t="t"/>
            <a:pathLst>
              <a:path extrusionOk="0" h="4254" w="7688">
                <a:moveTo>
                  <a:pt x="0" y="0"/>
                </a:moveTo>
                <a:lnTo>
                  <a:pt x="0" y="2836"/>
                </a:lnTo>
                <a:lnTo>
                  <a:pt x="2111" y="2836"/>
                </a:lnTo>
                <a:lnTo>
                  <a:pt x="2962" y="945"/>
                </a:lnTo>
                <a:cubicBezTo>
                  <a:pt x="3020" y="800"/>
                  <a:pt x="3138" y="735"/>
                  <a:pt x="3258" y="735"/>
                </a:cubicBezTo>
                <a:cubicBezTo>
                  <a:pt x="3399" y="735"/>
                  <a:pt x="3541" y="824"/>
                  <a:pt x="3592" y="977"/>
                </a:cubicBezTo>
                <a:lnTo>
                  <a:pt x="4632" y="4253"/>
                </a:lnTo>
                <a:lnTo>
                  <a:pt x="5104" y="3056"/>
                </a:lnTo>
                <a:cubicBezTo>
                  <a:pt x="5167" y="2930"/>
                  <a:pt x="5325" y="2836"/>
                  <a:pt x="5419" y="2836"/>
                </a:cubicBezTo>
                <a:lnTo>
                  <a:pt x="7688" y="2836"/>
                </a:lnTo>
                <a:lnTo>
                  <a:pt x="768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6" name="Google Shape;2976;p22"/>
          <p:cNvSpPr/>
          <p:nvPr/>
        </p:nvSpPr>
        <p:spPr>
          <a:xfrm>
            <a:off x="7817032" y="2761528"/>
            <a:ext cx="388904" cy="291678"/>
          </a:xfrm>
          <a:custGeom>
            <a:rect b="b" l="l" r="r" t="t"/>
            <a:pathLst>
              <a:path extrusionOk="0" h="11846" w="11846">
                <a:moveTo>
                  <a:pt x="10113" y="1386"/>
                </a:moveTo>
                <a:cubicBezTo>
                  <a:pt x="10302" y="1386"/>
                  <a:pt x="10460" y="1544"/>
                  <a:pt x="10460" y="1733"/>
                </a:cubicBezTo>
                <a:lnTo>
                  <a:pt x="10460" y="8758"/>
                </a:lnTo>
                <a:cubicBezTo>
                  <a:pt x="10460" y="8947"/>
                  <a:pt x="10302" y="9105"/>
                  <a:pt x="10113" y="9105"/>
                </a:cubicBezTo>
                <a:lnTo>
                  <a:pt x="1733" y="9105"/>
                </a:lnTo>
                <a:cubicBezTo>
                  <a:pt x="1512" y="9105"/>
                  <a:pt x="1355" y="8947"/>
                  <a:pt x="1355" y="8758"/>
                </a:cubicBezTo>
                <a:lnTo>
                  <a:pt x="1355" y="1733"/>
                </a:lnTo>
                <a:cubicBezTo>
                  <a:pt x="1355" y="1544"/>
                  <a:pt x="1512" y="1386"/>
                  <a:pt x="1733" y="1386"/>
                </a:cubicBezTo>
                <a:close/>
                <a:moveTo>
                  <a:pt x="2426" y="9767"/>
                </a:moveTo>
                <a:cubicBezTo>
                  <a:pt x="2615" y="9767"/>
                  <a:pt x="2804" y="9924"/>
                  <a:pt x="2804" y="10113"/>
                </a:cubicBezTo>
                <a:cubicBezTo>
                  <a:pt x="2804" y="10334"/>
                  <a:pt x="2615" y="10491"/>
                  <a:pt x="2426" y="10491"/>
                </a:cubicBezTo>
                <a:cubicBezTo>
                  <a:pt x="2237" y="10491"/>
                  <a:pt x="2079" y="10334"/>
                  <a:pt x="2079" y="10113"/>
                </a:cubicBezTo>
                <a:cubicBezTo>
                  <a:pt x="2079" y="9924"/>
                  <a:pt x="2237" y="9767"/>
                  <a:pt x="2426" y="9767"/>
                </a:cubicBezTo>
                <a:close/>
                <a:moveTo>
                  <a:pt x="3844" y="9767"/>
                </a:moveTo>
                <a:cubicBezTo>
                  <a:pt x="4033" y="9767"/>
                  <a:pt x="4190" y="9924"/>
                  <a:pt x="4190" y="10113"/>
                </a:cubicBezTo>
                <a:cubicBezTo>
                  <a:pt x="4190" y="10334"/>
                  <a:pt x="4001" y="10491"/>
                  <a:pt x="3844" y="10491"/>
                </a:cubicBezTo>
                <a:cubicBezTo>
                  <a:pt x="3655" y="10491"/>
                  <a:pt x="3497" y="10334"/>
                  <a:pt x="3497" y="10113"/>
                </a:cubicBezTo>
                <a:cubicBezTo>
                  <a:pt x="3497" y="9924"/>
                  <a:pt x="3655" y="9767"/>
                  <a:pt x="3844" y="9767"/>
                </a:cubicBezTo>
                <a:close/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10113"/>
                </a:lnTo>
                <a:cubicBezTo>
                  <a:pt x="0" y="11058"/>
                  <a:pt x="788" y="11846"/>
                  <a:pt x="1733" y="11846"/>
                </a:cubicBezTo>
                <a:lnTo>
                  <a:pt x="10113" y="11846"/>
                </a:lnTo>
                <a:cubicBezTo>
                  <a:pt x="11058" y="11846"/>
                  <a:pt x="11846" y="11058"/>
                  <a:pt x="11846" y="10113"/>
                </a:cubicBezTo>
                <a:lnTo>
                  <a:pt x="11846" y="1733"/>
                </a:lnTo>
                <a:cubicBezTo>
                  <a:pt x="11846" y="788"/>
                  <a:pt x="11058" y="0"/>
                  <a:pt x="101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7" name="Google Shape;2977;p22"/>
          <p:cNvSpPr/>
          <p:nvPr/>
        </p:nvSpPr>
        <p:spPr>
          <a:xfrm>
            <a:off x="7863531" y="3157833"/>
            <a:ext cx="296882" cy="290939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8" name="Google Shape;2978;p22"/>
          <p:cNvSpPr/>
          <p:nvPr/>
        </p:nvSpPr>
        <p:spPr>
          <a:xfrm>
            <a:off x="7999587" y="3599381"/>
            <a:ext cx="23835" cy="17090"/>
          </a:xfrm>
          <a:custGeom>
            <a:rect b="b" l="l" r="r" t="t"/>
            <a:pathLst>
              <a:path extrusionOk="0" h="694" w="726">
                <a:moveTo>
                  <a:pt x="0" y="0"/>
                </a:moveTo>
                <a:lnTo>
                  <a:pt x="0" y="694"/>
                </a:lnTo>
                <a:lnTo>
                  <a:pt x="725" y="694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9" name="Google Shape;2979;p22"/>
          <p:cNvSpPr/>
          <p:nvPr/>
        </p:nvSpPr>
        <p:spPr>
          <a:xfrm>
            <a:off x="7999587" y="3632746"/>
            <a:ext cx="23835" cy="17853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0" name="Google Shape;2980;p22"/>
          <p:cNvSpPr/>
          <p:nvPr/>
        </p:nvSpPr>
        <p:spPr>
          <a:xfrm>
            <a:off x="7999587" y="3701790"/>
            <a:ext cx="23835" cy="34151"/>
          </a:xfrm>
          <a:custGeom>
            <a:rect b="b" l="l" r="r" t="t"/>
            <a:pathLst>
              <a:path extrusionOk="0" h="1387" w="726">
                <a:moveTo>
                  <a:pt x="0" y="0"/>
                </a:moveTo>
                <a:lnTo>
                  <a:pt x="0" y="1040"/>
                </a:lnTo>
                <a:cubicBezTo>
                  <a:pt x="0" y="1229"/>
                  <a:pt x="158" y="1386"/>
                  <a:pt x="379" y="1386"/>
                </a:cubicBezTo>
                <a:cubicBezTo>
                  <a:pt x="568" y="1386"/>
                  <a:pt x="725" y="1229"/>
                  <a:pt x="725" y="1040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1" name="Google Shape;2981;p22"/>
          <p:cNvSpPr/>
          <p:nvPr/>
        </p:nvSpPr>
        <p:spPr>
          <a:xfrm>
            <a:off x="8046142" y="3581529"/>
            <a:ext cx="69304" cy="26423"/>
          </a:xfrm>
          <a:custGeom>
            <a:rect b="b" l="l" r="r" t="t"/>
            <a:pathLst>
              <a:path extrusionOk="0" h="1073" w="2111">
                <a:moveTo>
                  <a:pt x="0" y="1"/>
                </a:moveTo>
                <a:lnTo>
                  <a:pt x="0" y="725"/>
                </a:lnTo>
                <a:lnTo>
                  <a:pt x="1040" y="725"/>
                </a:lnTo>
                <a:cubicBezTo>
                  <a:pt x="1386" y="725"/>
                  <a:pt x="1701" y="883"/>
                  <a:pt x="1985" y="1072"/>
                </a:cubicBezTo>
                <a:cubicBezTo>
                  <a:pt x="2048" y="946"/>
                  <a:pt x="2111" y="851"/>
                  <a:pt x="2111" y="725"/>
                </a:cubicBezTo>
                <a:cubicBezTo>
                  <a:pt x="2111" y="316"/>
                  <a:pt x="1764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2" name="Google Shape;2982;p22"/>
          <p:cNvSpPr/>
          <p:nvPr/>
        </p:nvSpPr>
        <p:spPr>
          <a:xfrm>
            <a:off x="7999587" y="3564466"/>
            <a:ext cx="23835" cy="17090"/>
          </a:xfrm>
          <a:custGeom>
            <a:rect b="b" l="l" r="r" t="t"/>
            <a:pathLst>
              <a:path extrusionOk="0" h="694" w="726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694"/>
                </a:lnTo>
                <a:lnTo>
                  <a:pt x="725" y="694"/>
                </a:lnTo>
                <a:lnTo>
                  <a:pt x="725" y="347"/>
                </a:ln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3" name="Google Shape;2983;p22"/>
          <p:cNvSpPr/>
          <p:nvPr/>
        </p:nvSpPr>
        <p:spPr>
          <a:xfrm>
            <a:off x="7999587" y="3666874"/>
            <a:ext cx="23835" cy="17853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4" name="Google Shape;2984;p22"/>
          <p:cNvSpPr/>
          <p:nvPr/>
        </p:nvSpPr>
        <p:spPr>
          <a:xfrm>
            <a:off x="7817540" y="3529574"/>
            <a:ext cx="387886" cy="291678"/>
          </a:xfrm>
          <a:custGeom>
            <a:rect b="b" l="l" r="r" t="t"/>
            <a:pathLst>
              <a:path extrusionOk="0" h="11846" w="11815">
                <a:moveTo>
                  <a:pt x="5892" y="725"/>
                </a:moveTo>
                <a:cubicBezTo>
                  <a:pt x="6333" y="725"/>
                  <a:pt x="6743" y="1008"/>
                  <a:pt x="6900" y="1449"/>
                </a:cubicBezTo>
                <a:lnTo>
                  <a:pt x="8349" y="1449"/>
                </a:lnTo>
                <a:cubicBezTo>
                  <a:pt x="9106" y="1449"/>
                  <a:pt x="9736" y="2079"/>
                  <a:pt x="9736" y="2835"/>
                </a:cubicBezTo>
                <a:cubicBezTo>
                  <a:pt x="9736" y="3214"/>
                  <a:pt x="9578" y="3529"/>
                  <a:pt x="9295" y="3812"/>
                </a:cubicBezTo>
                <a:cubicBezTo>
                  <a:pt x="9326" y="3938"/>
                  <a:pt x="9358" y="4096"/>
                  <a:pt x="9358" y="4190"/>
                </a:cubicBezTo>
                <a:cubicBezTo>
                  <a:pt x="9358" y="4600"/>
                  <a:pt x="9200" y="4915"/>
                  <a:pt x="8948" y="5198"/>
                </a:cubicBezTo>
                <a:cubicBezTo>
                  <a:pt x="8980" y="5324"/>
                  <a:pt x="9011" y="5450"/>
                  <a:pt x="9011" y="5576"/>
                </a:cubicBezTo>
                <a:cubicBezTo>
                  <a:pt x="9011" y="6333"/>
                  <a:pt x="8381" y="6963"/>
                  <a:pt x="7625" y="6963"/>
                </a:cubicBezTo>
                <a:cubicBezTo>
                  <a:pt x="7436" y="6963"/>
                  <a:pt x="7278" y="6805"/>
                  <a:pt x="7278" y="6616"/>
                </a:cubicBezTo>
                <a:cubicBezTo>
                  <a:pt x="7278" y="6427"/>
                  <a:pt x="7436" y="6269"/>
                  <a:pt x="7625" y="6269"/>
                </a:cubicBezTo>
                <a:cubicBezTo>
                  <a:pt x="8034" y="6269"/>
                  <a:pt x="8349" y="5954"/>
                  <a:pt x="8349" y="5545"/>
                </a:cubicBezTo>
                <a:cubicBezTo>
                  <a:pt x="8349" y="5167"/>
                  <a:pt x="8034" y="4852"/>
                  <a:pt x="7625" y="4852"/>
                </a:cubicBezTo>
                <a:lnTo>
                  <a:pt x="6932" y="4852"/>
                </a:lnTo>
                <a:lnTo>
                  <a:pt x="6932" y="7593"/>
                </a:lnTo>
                <a:lnTo>
                  <a:pt x="7940" y="7593"/>
                </a:lnTo>
                <a:cubicBezTo>
                  <a:pt x="8538" y="7593"/>
                  <a:pt x="8980" y="8065"/>
                  <a:pt x="8980" y="8632"/>
                </a:cubicBezTo>
                <a:cubicBezTo>
                  <a:pt x="8980" y="9105"/>
                  <a:pt x="8664" y="9514"/>
                  <a:pt x="8192" y="9609"/>
                </a:cubicBezTo>
                <a:cubicBezTo>
                  <a:pt x="7562" y="9767"/>
                  <a:pt x="7058" y="10145"/>
                  <a:pt x="6680" y="10586"/>
                </a:cubicBezTo>
                <a:cubicBezTo>
                  <a:pt x="6459" y="10869"/>
                  <a:pt x="6176" y="11027"/>
                  <a:pt x="5861" y="11027"/>
                </a:cubicBezTo>
                <a:cubicBezTo>
                  <a:pt x="5545" y="11027"/>
                  <a:pt x="5230" y="10869"/>
                  <a:pt x="5041" y="10586"/>
                </a:cubicBezTo>
                <a:cubicBezTo>
                  <a:pt x="4695" y="10113"/>
                  <a:pt x="4128" y="9767"/>
                  <a:pt x="3529" y="9609"/>
                </a:cubicBezTo>
                <a:cubicBezTo>
                  <a:pt x="3057" y="9483"/>
                  <a:pt x="2742" y="9042"/>
                  <a:pt x="2742" y="8569"/>
                </a:cubicBezTo>
                <a:cubicBezTo>
                  <a:pt x="2742" y="8002"/>
                  <a:pt x="3214" y="7561"/>
                  <a:pt x="3781" y="7561"/>
                </a:cubicBezTo>
                <a:lnTo>
                  <a:pt x="4789" y="7561"/>
                </a:lnTo>
                <a:lnTo>
                  <a:pt x="4789" y="4789"/>
                </a:lnTo>
                <a:lnTo>
                  <a:pt x="4096" y="4789"/>
                </a:lnTo>
                <a:cubicBezTo>
                  <a:pt x="3687" y="4789"/>
                  <a:pt x="3372" y="5104"/>
                  <a:pt x="3372" y="5513"/>
                </a:cubicBezTo>
                <a:cubicBezTo>
                  <a:pt x="3372" y="5891"/>
                  <a:pt x="3687" y="6206"/>
                  <a:pt x="4096" y="6206"/>
                </a:cubicBezTo>
                <a:cubicBezTo>
                  <a:pt x="4285" y="6206"/>
                  <a:pt x="4443" y="6364"/>
                  <a:pt x="4443" y="6553"/>
                </a:cubicBezTo>
                <a:cubicBezTo>
                  <a:pt x="4443" y="6774"/>
                  <a:pt x="4285" y="6931"/>
                  <a:pt x="4096" y="6931"/>
                </a:cubicBezTo>
                <a:cubicBezTo>
                  <a:pt x="3340" y="6931"/>
                  <a:pt x="2710" y="6301"/>
                  <a:pt x="2710" y="5545"/>
                </a:cubicBezTo>
                <a:cubicBezTo>
                  <a:pt x="2710" y="5387"/>
                  <a:pt x="2742" y="5261"/>
                  <a:pt x="2805" y="5135"/>
                </a:cubicBezTo>
                <a:cubicBezTo>
                  <a:pt x="2521" y="4883"/>
                  <a:pt x="2363" y="4568"/>
                  <a:pt x="2363" y="4159"/>
                </a:cubicBezTo>
                <a:cubicBezTo>
                  <a:pt x="2363" y="4001"/>
                  <a:pt x="2395" y="3875"/>
                  <a:pt x="2426" y="3781"/>
                </a:cubicBezTo>
                <a:cubicBezTo>
                  <a:pt x="2174" y="3497"/>
                  <a:pt x="2017" y="3182"/>
                  <a:pt x="2017" y="2772"/>
                </a:cubicBezTo>
                <a:cubicBezTo>
                  <a:pt x="2080" y="2048"/>
                  <a:pt x="2710" y="1449"/>
                  <a:pt x="3466" y="1449"/>
                </a:cubicBezTo>
                <a:lnTo>
                  <a:pt x="4915" y="1449"/>
                </a:lnTo>
                <a:cubicBezTo>
                  <a:pt x="5073" y="1040"/>
                  <a:pt x="5419" y="725"/>
                  <a:pt x="5892" y="725"/>
                </a:cubicBezTo>
                <a:close/>
                <a:moveTo>
                  <a:pt x="1009" y="0"/>
                </a:moveTo>
                <a:cubicBezTo>
                  <a:pt x="473" y="32"/>
                  <a:pt x="1" y="504"/>
                  <a:pt x="1" y="1040"/>
                </a:cubicBezTo>
                <a:lnTo>
                  <a:pt x="1" y="10838"/>
                </a:lnTo>
                <a:cubicBezTo>
                  <a:pt x="1" y="11405"/>
                  <a:pt x="473" y="11846"/>
                  <a:pt x="1009" y="11846"/>
                </a:cubicBezTo>
                <a:lnTo>
                  <a:pt x="10807" y="11846"/>
                </a:lnTo>
                <a:cubicBezTo>
                  <a:pt x="11374" y="11846"/>
                  <a:pt x="11815" y="11373"/>
                  <a:pt x="11815" y="10775"/>
                </a:cubicBezTo>
                <a:lnTo>
                  <a:pt x="11815" y="1071"/>
                </a:lnTo>
                <a:cubicBezTo>
                  <a:pt x="11815" y="504"/>
                  <a:pt x="11342" y="32"/>
                  <a:pt x="10807" y="32"/>
                </a:cubicBezTo>
                <a:lnTo>
                  <a:pt x="100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5" name="Google Shape;2985;p22"/>
          <p:cNvSpPr/>
          <p:nvPr/>
        </p:nvSpPr>
        <p:spPr>
          <a:xfrm>
            <a:off x="8046142" y="3615682"/>
            <a:ext cx="56894" cy="26395"/>
          </a:xfrm>
          <a:custGeom>
            <a:rect b="b" l="l" r="r" t="t"/>
            <a:pathLst>
              <a:path extrusionOk="0" h="1072" w="1733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cubicBezTo>
                  <a:pt x="748" y="722"/>
                  <a:pt x="772" y="721"/>
                  <a:pt x="795" y="721"/>
                </a:cubicBezTo>
                <a:cubicBezTo>
                  <a:pt x="1086" y="721"/>
                  <a:pt x="1374" y="896"/>
                  <a:pt x="1607" y="1071"/>
                </a:cubicBezTo>
                <a:cubicBezTo>
                  <a:pt x="1701" y="945"/>
                  <a:pt x="1733" y="819"/>
                  <a:pt x="1733" y="725"/>
                </a:cubicBezTo>
                <a:cubicBezTo>
                  <a:pt x="1733" y="315"/>
                  <a:pt x="141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6" name="Google Shape;2986;p22"/>
          <p:cNvSpPr/>
          <p:nvPr/>
        </p:nvSpPr>
        <p:spPr>
          <a:xfrm>
            <a:off x="7931332" y="3735917"/>
            <a:ext cx="159291" cy="51215"/>
          </a:xfrm>
          <a:custGeom>
            <a:rect b="b" l="l" r="r" t="t"/>
            <a:pathLst>
              <a:path extrusionOk="0" h="2080" w="4852">
                <a:moveTo>
                  <a:pt x="315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662"/>
                  <a:pt x="284" y="693"/>
                </a:cubicBezTo>
                <a:cubicBezTo>
                  <a:pt x="1008" y="914"/>
                  <a:pt x="1701" y="1355"/>
                  <a:pt x="2174" y="1922"/>
                </a:cubicBezTo>
                <a:cubicBezTo>
                  <a:pt x="2205" y="2017"/>
                  <a:pt x="2269" y="2080"/>
                  <a:pt x="2426" y="2080"/>
                </a:cubicBezTo>
                <a:cubicBezTo>
                  <a:pt x="2584" y="2080"/>
                  <a:pt x="2678" y="2017"/>
                  <a:pt x="2710" y="1922"/>
                </a:cubicBezTo>
                <a:cubicBezTo>
                  <a:pt x="3151" y="1355"/>
                  <a:pt x="3812" y="882"/>
                  <a:pt x="4568" y="662"/>
                </a:cubicBezTo>
                <a:cubicBezTo>
                  <a:pt x="4726" y="630"/>
                  <a:pt x="4852" y="504"/>
                  <a:pt x="4852" y="347"/>
                </a:cubicBezTo>
                <a:cubicBezTo>
                  <a:pt x="4852" y="158"/>
                  <a:pt x="4694" y="0"/>
                  <a:pt x="4474" y="0"/>
                </a:cubicBezTo>
                <a:lnTo>
                  <a:pt x="3371" y="0"/>
                </a:lnTo>
                <a:cubicBezTo>
                  <a:pt x="3214" y="410"/>
                  <a:pt x="2867" y="725"/>
                  <a:pt x="2395" y="725"/>
                </a:cubicBezTo>
                <a:cubicBezTo>
                  <a:pt x="1922" y="725"/>
                  <a:pt x="1575" y="441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7" name="Google Shape;2987;p22"/>
          <p:cNvSpPr/>
          <p:nvPr/>
        </p:nvSpPr>
        <p:spPr>
          <a:xfrm>
            <a:off x="7907529" y="3581529"/>
            <a:ext cx="69337" cy="26423"/>
          </a:xfrm>
          <a:custGeom>
            <a:rect b="b" l="l" r="r" t="t"/>
            <a:pathLst>
              <a:path extrusionOk="0" h="1073" w="2112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851"/>
                  <a:pt x="64" y="978"/>
                  <a:pt x="127" y="1072"/>
                </a:cubicBezTo>
                <a:cubicBezTo>
                  <a:pt x="410" y="883"/>
                  <a:pt x="725" y="725"/>
                  <a:pt x="1072" y="725"/>
                </a:cubicBezTo>
                <a:lnTo>
                  <a:pt x="2111" y="725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8" name="Google Shape;2988;p22"/>
          <p:cNvSpPr/>
          <p:nvPr/>
        </p:nvSpPr>
        <p:spPr>
          <a:xfrm>
            <a:off x="7920990" y="3616445"/>
            <a:ext cx="57945" cy="26395"/>
          </a:xfrm>
          <a:custGeom>
            <a:rect b="b" l="l" r="r" t="t"/>
            <a:pathLst>
              <a:path extrusionOk="0" h="1072" w="1765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851"/>
                  <a:pt x="32" y="1009"/>
                  <a:pt x="126" y="1072"/>
                </a:cubicBezTo>
                <a:cubicBezTo>
                  <a:pt x="347" y="820"/>
                  <a:pt x="693" y="725"/>
                  <a:pt x="1071" y="725"/>
                </a:cubicBezTo>
                <a:lnTo>
                  <a:pt x="1764" y="725"/>
                </a:lnTo>
                <a:lnTo>
                  <a:pt x="176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9" name="Google Shape;2989;p22"/>
          <p:cNvSpPr/>
          <p:nvPr/>
        </p:nvSpPr>
        <p:spPr>
          <a:xfrm>
            <a:off x="6799252" y="3894069"/>
            <a:ext cx="389988" cy="292466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0" name="Google Shape;2990;p22"/>
          <p:cNvSpPr txBox="1"/>
          <p:nvPr/>
        </p:nvSpPr>
        <p:spPr>
          <a:xfrm>
            <a:off x="444156" y="956957"/>
            <a:ext cx="3838500" cy="3990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50" lIns="68550" spcFirstLastPara="1" rIns="68550" wrap="square" tIns="68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Educational Icons</a:t>
            </a:r>
            <a:endParaRPr b="1" i="0" sz="2400" u="none" cap="none" strike="noStrike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2991" name="Google Shape;2991;p22"/>
          <p:cNvSpPr txBox="1"/>
          <p:nvPr/>
        </p:nvSpPr>
        <p:spPr>
          <a:xfrm>
            <a:off x="4863207" y="956957"/>
            <a:ext cx="3838500" cy="3990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50" lIns="68550" spcFirstLastPara="1" rIns="68550" wrap="square" tIns="68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Medical Icons</a:t>
            </a:r>
            <a:endParaRPr b="1" i="0" sz="2400" u="none" cap="none" strike="noStrike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95" name="Shape 2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6" name="Google Shape;2996;p23"/>
          <p:cNvSpPr/>
          <p:nvPr/>
        </p:nvSpPr>
        <p:spPr>
          <a:xfrm>
            <a:off x="670326" y="1588258"/>
            <a:ext cx="66152" cy="196093"/>
          </a:xfrm>
          <a:custGeom>
            <a:rect b="b" l="l" r="r" t="t"/>
            <a:pathLst>
              <a:path extrusionOk="0" h="8098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8097"/>
                </a:lnTo>
                <a:cubicBezTo>
                  <a:pt x="348" y="7782"/>
                  <a:pt x="820" y="7562"/>
                  <a:pt x="1387" y="7562"/>
                </a:cubicBezTo>
                <a:lnTo>
                  <a:pt x="2049" y="7562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7" name="Google Shape;2997;p23"/>
          <p:cNvSpPr/>
          <p:nvPr/>
        </p:nvSpPr>
        <p:spPr>
          <a:xfrm>
            <a:off x="670326" y="1787370"/>
            <a:ext cx="313326" cy="66398"/>
          </a:xfrm>
          <a:custGeom>
            <a:rect b="b" l="l" r="r" t="t"/>
            <a:pathLst>
              <a:path extrusionOk="0" h="2742" w="9705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00" y="2741"/>
                  <a:pt x="1356" y="2741"/>
                </a:cubicBezTo>
                <a:lnTo>
                  <a:pt x="4758" y="2741"/>
                </a:lnTo>
                <a:lnTo>
                  <a:pt x="4758" y="1733"/>
                </a:lnTo>
                <a:lnTo>
                  <a:pt x="1702" y="1733"/>
                </a:lnTo>
                <a:cubicBezTo>
                  <a:pt x="1513" y="1733"/>
                  <a:pt x="1356" y="1575"/>
                  <a:pt x="1356" y="1355"/>
                </a:cubicBezTo>
                <a:cubicBezTo>
                  <a:pt x="1356" y="1166"/>
                  <a:pt x="1513" y="1008"/>
                  <a:pt x="1702" y="1008"/>
                </a:cubicBezTo>
                <a:lnTo>
                  <a:pt x="9232" y="1008"/>
                </a:lnTo>
                <a:cubicBezTo>
                  <a:pt x="9263" y="851"/>
                  <a:pt x="9326" y="662"/>
                  <a:pt x="9452" y="536"/>
                </a:cubicBezTo>
                <a:cubicBezTo>
                  <a:pt x="9704" y="221"/>
                  <a:pt x="9484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8" name="Google Shape;2998;p23"/>
          <p:cNvSpPr/>
          <p:nvPr/>
        </p:nvSpPr>
        <p:spPr>
          <a:xfrm>
            <a:off x="912432" y="1829309"/>
            <a:ext cx="71221" cy="24457"/>
          </a:xfrm>
          <a:custGeom>
            <a:rect b="b" l="l" r="r" t="t"/>
            <a:pathLst>
              <a:path extrusionOk="0" h="1010" w="2206">
                <a:moveTo>
                  <a:pt x="0" y="1"/>
                </a:moveTo>
                <a:lnTo>
                  <a:pt x="0" y="1009"/>
                </a:lnTo>
                <a:lnTo>
                  <a:pt x="1670" y="1009"/>
                </a:lnTo>
                <a:cubicBezTo>
                  <a:pt x="1953" y="1009"/>
                  <a:pt x="2205" y="788"/>
                  <a:pt x="1953" y="505"/>
                </a:cubicBezTo>
                <a:cubicBezTo>
                  <a:pt x="1827" y="347"/>
                  <a:pt x="1764" y="190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9" name="Google Shape;2999;p23"/>
          <p:cNvSpPr/>
          <p:nvPr/>
        </p:nvSpPr>
        <p:spPr>
          <a:xfrm>
            <a:off x="813769" y="1688189"/>
            <a:ext cx="108865" cy="33586"/>
          </a:xfrm>
          <a:custGeom>
            <a:rect b="b" l="l" r="r" t="t"/>
            <a:pathLst>
              <a:path extrusionOk="0" h="1387" w="3372">
                <a:moveTo>
                  <a:pt x="1701" y="0"/>
                </a:moveTo>
                <a:cubicBezTo>
                  <a:pt x="882" y="0"/>
                  <a:pt x="221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521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0" name="Google Shape;3000;p23"/>
          <p:cNvSpPr/>
          <p:nvPr/>
        </p:nvSpPr>
        <p:spPr>
          <a:xfrm>
            <a:off x="847313" y="1638599"/>
            <a:ext cx="42745" cy="32061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316" y="1"/>
                  <a:pt x="1" y="284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cubicBezTo>
                  <a:pt x="1040" y="1324"/>
                  <a:pt x="1324" y="1040"/>
                  <a:pt x="1324" y="662"/>
                </a:cubicBezTo>
                <a:cubicBezTo>
                  <a:pt x="1324" y="284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1" name="Google Shape;3001;p23"/>
          <p:cNvSpPr/>
          <p:nvPr/>
        </p:nvSpPr>
        <p:spPr>
          <a:xfrm>
            <a:off x="757818" y="1588259"/>
            <a:ext cx="221766" cy="183114"/>
          </a:xfrm>
          <a:custGeom>
            <a:rect b="b" l="l" r="r" t="t"/>
            <a:pathLst>
              <a:path extrusionOk="0" h="7562" w="6869">
                <a:moveTo>
                  <a:pt x="3434" y="1355"/>
                </a:moveTo>
                <a:cubicBezTo>
                  <a:pt x="4191" y="1355"/>
                  <a:pt x="4821" y="1985"/>
                  <a:pt x="4821" y="2741"/>
                </a:cubicBezTo>
                <a:cubicBezTo>
                  <a:pt x="4821" y="3088"/>
                  <a:pt x="4663" y="3403"/>
                  <a:pt x="4474" y="3655"/>
                </a:cubicBezTo>
                <a:cubicBezTo>
                  <a:pt x="5293" y="4033"/>
                  <a:pt x="5829" y="4852"/>
                  <a:pt x="5829" y="5829"/>
                </a:cubicBezTo>
                <a:cubicBezTo>
                  <a:pt x="5829" y="6018"/>
                  <a:pt x="5671" y="6175"/>
                  <a:pt x="5482" y="6175"/>
                </a:cubicBezTo>
                <a:lnTo>
                  <a:pt x="1387" y="6175"/>
                </a:lnTo>
                <a:cubicBezTo>
                  <a:pt x="1198" y="6175"/>
                  <a:pt x="1040" y="6018"/>
                  <a:pt x="1040" y="5829"/>
                </a:cubicBezTo>
                <a:cubicBezTo>
                  <a:pt x="1040" y="4852"/>
                  <a:pt x="1576" y="4033"/>
                  <a:pt x="2426" y="3655"/>
                </a:cubicBezTo>
                <a:cubicBezTo>
                  <a:pt x="2174" y="3403"/>
                  <a:pt x="2048" y="3088"/>
                  <a:pt x="2048" y="2741"/>
                </a:cubicBezTo>
                <a:cubicBezTo>
                  <a:pt x="2048" y="1985"/>
                  <a:pt x="2678" y="1355"/>
                  <a:pt x="3434" y="1355"/>
                </a:cubicBezTo>
                <a:close/>
                <a:moveTo>
                  <a:pt x="0" y="0"/>
                </a:moveTo>
                <a:lnTo>
                  <a:pt x="0" y="7562"/>
                </a:lnTo>
                <a:lnTo>
                  <a:pt x="6868" y="7562"/>
                </a:lnTo>
                <a:lnTo>
                  <a:pt x="6868" y="1009"/>
                </a:lnTo>
                <a:cubicBezTo>
                  <a:pt x="6868" y="473"/>
                  <a:pt x="6396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2" name="Google Shape;3002;p23"/>
          <p:cNvSpPr/>
          <p:nvPr/>
        </p:nvSpPr>
        <p:spPr>
          <a:xfrm>
            <a:off x="847313" y="1829309"/>
            <a:ext cx="44779" cy="41238"/>
          </a:xfrm>
          <a:custGeom>
            <a:rect b="b" l="l" r="r" t="t"/>
            <a:pathLst>
              <a:path extrusionOk="0" h="1703" w="1387">
                <a:moveTo>
                  <a:pt x="1" y="1"/>
                </a:moveTo>
                <a:lnTo>
                  <a:pt x="1" y="1702"/>
                </a:lnTo>
                <a:lnTo>
                  <a:pt x="505" y="1387"/>
                </a:lnTo>
                <a:cubicBezTo>
                  <a:pt x="536" y="1324"/>
                  <a:pt x="631" y="1324"/>
                  <a:pt x="694" y="1324"/>
                </a:cubicBezTo>
                <a:cubicBezTo>
                  <a:pt x="711" y="1316"/>
                  <a:pt x="725" y="1312"/>
                  <a:pt x="739" y="1312"/>
                </a:cubicBezTo>
                <a:cubicBezTo>
                  <a:pt x="776" y="1312"/>
                  <a:pt x="805" y="1341"/>
                  <a:pt x="851" y="1387"/>
                </a:cubicBezTo>
                <a:lnTo>
                  <a:pt x="1387" y="1702"/>
                </a:ln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3" name="Google Shape;3003;p23"/>
          <p:cNvSpPr/>
          <p:nvPr/>
        </p:nvSpPr>
        <p:spPr>
          <a:xfrm>
            <a:off x="725259" y="1989993"/>
            <a:ext cx="200425" cy="138098"/>
          </a:xfrm>
          <a:custGeom>
            <a:rect b="b" l="l" r="r" t="t"/>
            <a:pathLst>
              <a:path extrusionOk="0" h="5703" w="6208">
                <a:moveTo>
                  <a:pt x="3088" y="693"/>
                </a:moveTo>
                <a:cubicBezTo>
                  <a:pt x="3655" y="693"/>
                  <a:pt x="4128" y="1166"/>
                  <a:pt x="4128" y="1733"/>
                </a:cubicBezTo>
                <a:cubicBezTo>
                  <a:pt x="4128" y="2174"/>
                  <a:pt x="3844" y="2552"/>
                  <a:pt x="3466" y="2710"/>
                </a:cubicBezTo>
                <a:lnTo>
                  <a:pt x="3466" y="3119"/>
                </a:lnTo>
                <a:cubicBezTo>
                  <a:pt x="3466" y="3308"/>
                  <a:pt x="3309" y="3466"/>
                  <a:pt x="3088" y="3466"/>
                </a:cubicBezTo>
                <a:cubicBezTo>
                  <a:pt x="2899" y="3466"/>
                  <a:pt x="2742" y="3308"/>
                  <a:pt x="2742" y="3119"/>
                </a:cubicBezTo>
                <a:lnTo>
                  <a:pt x="2742" y="2710"/>
                </a:lnTo>
                <a:cubicBezTo>
                  <a:pt x="2742" y="2426"/>
                  <a:pt x="2931" y="2174"/>
                  <a:pt x="3214" y="2080"/>
                </a:cubicBezTo>
                <a:cubicBezTo>
                  <a:pt x="3340" y="2048"/>
                  <a:pt x="3466" y="1891"/>
                  <a:pt x="3466" y="1765"/>
                </a:cubicBezTo>
                <a:cubicBezTo>
                  <a:pt x="3466" y="1576"/>
                  <a:pt x="3309" y="1418"/>
                  <a:pt x="3088" y="1418"/>
                </a:cubicBezTo>
                <a:cubicBezTo>
                  <a:pt x="2899" y="1418"/>
                  <a:pt x="2742" y="1576"/>
                  <a:pt x="2742" y="1765"/>
                </a:cubicBezTo>
                <a:cubicBezTo>
                  <a:pt x="2742" y="1954"/>
                  <a:pt x="2584" y="2111"/>
                  <a:pt x="2395" y="2111"/>
                </a:cubicBezTo>
                <a:cubicBezTo>
                  <a:pt x="2206" y="2111"/>
                  <a:pt x="2049" y="1954"/>
                  <a:pt x="2049" y="1765"/>
                </a:cubicBezTo>
                <a:cubicBezTo>
                  <a:pt x="2080" y="1166"/>
                  <a:pt x="2553" y="693"/>
                  <a:pt x="3088" y="693"/>
                </a:cubicBezTo>
                <a:close/>
                <a:moveTo>
                  <a:pt x="3088" y="3781"/>
                </a:moveTo>
                <a:cubicBezTo>
                  <a:pt x="3309" y="3781"/>
                  <a:pt x="3466" y="3938"/>
                  <a:pt x="3466" y="4127"/>
                </a:cubicBezTo>
                <a:cubicBezTo>
                  <a:pt x="3466" y="4317"/>
                  <a:pt x="3309" y="4474"/>
                  <a:pt x="3088" y="4474"/>
                </a:cubicBezTo>
                <a:cubicBezTo>
                  <a:pt x="2899" y="4474"/>
                  <a:pt x="2742" y="4317"/>
                  <a:pt x="2742" y="4127"/>
                </a:cubicBezTo>
                <a:cubicBezTo>
                  <a:pt x="2742" y="3938"/>
                  <a:pt x="2899" y="3781"/>
                  <a:pt x="3088" y="3781"/>
                </a:cubicBezTo>
                <a:close/>
                <a:moveTo>
                  <a:pt x="347" y="0"/>
                </a:moveTo>
                <a:cubicBezTo>
                  <a:pt x="158" y="32"/>
                  <a:pt x="1" y="189"/>
                  <a:pt x="1" y="347"/>
                </a:cubicBezTo>
                <a:lnTo>
                  <a:pt x="1" y="5010"/>
                </a:lnTo>
                <a:lnTo>
                  <a:pt x="694" y="5703"/>
                </a:lnTo>
                <a:cubicBezTo>
                  <a:pt x="1371" y="5088"/>
                  <a:pt x="2238" y="4781"/>
                  <a:pt x="3104" y="4781"/>
                </a:cubicBezTo>
                <a:cubicBezTo>
                  <a:pt x="3970" y="4781"/>
                  <a:pt x="4837" y="5088"/>
                  <a:pt x="5514" y="5703"/>
                </a:cubicBezTo>
                <a:lnTo>
                  <a:pt x="6207" y="5010"/>
                </a:lnTo>
                <a:lnTo>
                  <a:pt x="6207" y="347"/>
                </a:lnTo>
                <a:cubicBezTo>
                  <a:pt x="6207" y="158"/>
                  <a:pt x="6050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4" name="Google Shape;3004;p23"/>
          <p:cNvSpPr/>
          <p:nvPr/>
        </p:nvSpPr>
        <p:spPr>
          <a:xfrm>
            <a:off x="920553" y="2069318"/>
            <a:ext cx="94627" cy="138873"/>
          </a:xfrm>
          <a:custGeom>
            <a:rect b="b" l="l" r="r" t="t"/>
            <a:pathLst>
              <a:path extrusionOk="0" h="5735" w="2931">
                <a:moveTo>
                  <a:pt x="2931" y="1"/>
                </a:moveTo>
                <a:lnTo>
                  <a:pt x="1" y="2899"/>
                </a:lnTo>
                <a:lnTo>
                  <a:pt x="2805" y="5735"/>
                </a:lnTo>
                <a:cubicBezTo>
                  <a:pt x="2868" y="5609"/>
                  <a:pt x="2931" y="5451"/>
                  <a:pt x="2931" y="5294"/>
                </a:cubicBezTo>
                <a:lnTo>
                  <a:pt x="293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5" name="Google Shape;3005;p23"/>
          <p:cNvSpPr/>
          <p:nvPr/>
        </p:nvSpPr>
        <p:spPr>
          <a:xfrm>
            <a:off x="655072" y="2121959"/>
            <a:ext cx="339767" cy="100734"/>
          </a:xfrm>
          <a:custGeom>
            <a:rect b="b" l="l" r="r" t="t"/>
            <a:pathLst>
              <a:path extrusionOk="0" h="4160" w="10524">
                <a:moveTo>
                  <a:pt x="5235" y="1"/>
                </a:moveTo>
                <a:cubicBezTo>
                  <a:pt x="4482" y="1"/>
                  <a:pt x="3734" y="284"/>
                  <a:pt x="3183" y="851"/>
                </a:cubicBezTo>
                <a:lnTo>
                  <a:pt x="1" y="4033"/>
                </a:lnTo>
                <a:cubicBezTo>
                  <a:pt x="158" y="4128"/>
                  <a:pt x="316" y="4159"/>
                  <a:pt x="473" y="4159"/>
                </a:cubicBezTo>
                <a:lnTo>
                  <a:pt x="10082" y="4159"/>
                </a:lnTo>
                <a:cubicBezTo>
                  <a:pt x="10240" y="4159"/>
                  <a:pt x="10398" y="4128"/>
                  <a:pt x="10524" y="4033"/>
                </a:cubicBezTo>
                <a:lnTo>
                  <a:pt x="7310" y="851"/>
                </a:lnTo>
                <a:cubicBezTo>
                  <a:pt x="6743" y="284"/>
                  <a:pt x="5987" y="1"/>
                  <a:pt x="52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6" name="Google Shape;3006;p23"/>
          <p:cNvSpPr/>
          <p:nvPr/>
        </p:nvSpPr>
        <p:spPr>
          <a:xfrm>
            <a:off x="648969" y="2012125"/>
            <a:ext cx="53948" cy="82404"/>
          </a:xfrm>
          <a:custGeom>
            <a:rect b="b" l="l" r="r" t="t"/>
            <a:pathLst>
              <a:path extrusionOk="0" h="3403" w="1671">
                <a:moveTo>
                  <a:pt x="1671" y="0"/>
                </a:moveTo>
                <a:lnTo>
                  <a:pt x="1" y="1701"/>
                </a:lnTo>
                <a:lnTo>
                  <a:pt x="1671" y="3403"/>
                </a:lnTo>
                <a:lnTo>
                  <a:pt x="167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7" name="Google Shape;3007;p23"/>
          <p:cNvSpPr/>
          <p:nvPr/>
        </p:nvSpPr>
        <p:spPr>
          <a:xfrm>
            <a:off x="946994" y="2012125"/>
            <a:ext cx="55982" cy="82404"/>
          </a:xfrm>
          <a:custGeom>
            <a:rect b="b" l="l" r="r" t="t"/>
            <a:pathLst>
              <a:path extrusionOk="0" h="3403" w="1734">
                <a:moveTo>
                  <a:pt x="1" y="0"/>
                </a:moveTo>
                <a:lnTo>
                  <a:pt x="1" y="3403"/>
                </a:lnTo>
                <a:lnTo>
                  <a:pt x="1734" y="170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8" name="Google Shape;3008;p23"/>
          <p:cNvSpPr/>
          <p:nvPr/>
        </p:nvSpPr>
        <p:spPr>
          <a:xfrm>
            <a:off x="754768" y="1940209"/>
            <a:ext cx="143442" cy="34555"/>
          </a:xfrm>
          <a:custGeom>
            <a:rect b="b" l="l" r="r" t="t"/>
            <a:pathLst>
              <a:path extrusionOk="0" h="1427" w="4443">
                <a:moveTo>
                  <a:pt x="2182" y="1"/>
                </a:moveTo>
                <a:cubicBezTo>
                  <a:pt x="1686" y="1"/>
                  <a:pt x="1198" y="182"/>
                  <a:pt x="851" y="544"/>
                </a:cubicBezTo>
                <a:lnTo>
                  <a:pt x="0" y="1426"/>
                </a:lnTo>
                <a:lnTo>
                  <a:pt x="4443" y="1426"/>
                </a:lnTo>
                <a:lnTo>
                  <a:pt x="3560" y="544"/>
                </a:lnTo>
                <a:cubicBezTo>
                  <a:pt x="3182" y="182"/>
                  <a:pt x="2678" y="1"/>
                  <a:pt x="21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9" name="Google Shape;3009;p23"/>
          <p:cNvSpPr/>
          <p:nvPr/>
        </p:nvSpPr>
        <p:spPr>
          <a:xfrm>
            <a:off x="638799" y="2069318"/>
            <a:ext cx="93627" cy="138873"/>
          </a:xfrm>
          <a:custGeom>
            <a:rect b="b" l="l" r="r" t="t"/>
            <a:pathLst>
              <a:path extrusionOk="0" h="5735" w="2900">
                <a:moveTo>
                  <a:pt x="1" y="1"/>
                </a:moveTo>
                <a:lnTo>
                  <a:pt x="1" y="5294"/>
                </a:lnTo>
                <a:cubicBezTo>
                  <a:pt x="1" y="5451"/>
                  <a:pt x="32" y="5609"/>
                  <a:pt x="95" y="5735"/>
                </a:cubicBezTo>
                <a:lnTo>
                  <a:pt x="2899" y="289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0" name="Google Shape;3010;p23"/>
          <p:cNvSpPr/>
          <p:nvPr/>
        </p:nvSpPr>
        <p:spPr>
          <a:xfrm>
            <a:off x="637122" y="2287864"/>
            <a:ext cx="378412" cy="282298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1" name="Google Shape;3011;p23"/>
          <p:cNvSpPr/>
          <p:nvPr/>
        </p:nvSpPr>
        <p:spPr>
          <a:xfrm>
            <a:off x="3215493" y="1672184"/>
            <a:ext cx="165848" cy="48067"/>
          </a:xfrm>
          <a:custGeom>
            <a:rect b="b" l="l" r="r" t="t"/>
            <a:pathLst>
              <a:path extrusionOk="0" h="1985" w="5137">
                <a:moveTo>
                  <a:pt x="473" y="0"/>
                </a:moveTo>
                <a:cubicBezTo>
                  <a:pt x="316" y="0"/>
                  <a:pt x="158" y="32"/>
                  <a:pt x="1" y="126"/>
                </a:cubicBezTo>
                <a:lnTo>
                  <a:pt x="2521" y="1985"/>
                </a:lnTo>
                <a:lnTo>
                  <a:pt x="5136" y="158"/>
                </a:lnTo>
                <a:cubicBezTo>
                  <a:pt x="4979" y="32"/>
                  <a:pt x="4790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2" name="Google Shape;3012;p23"/>
          <p:cNvSpPr/>
          <p:nvPr/>
        </p:nvSpPr>
        <p:spPr>
          <a:xfrm>
            <a:off x="3198221" y="1686664"/>
            <a:ext cx="198359" cy="99960"/>
          </a:xfrm>
          <a:custGeom>
            <a:rect b="b" l="l" r="r" t="t"/>
            <a:pathLst>
              <a:path extrusionOk="0" h="4128" w="6144">
                <a:moveTo>
                  <a:pt x="63" y="1"/>
                </a:moveTo>
                <a:cubicBezTo>
                  <a:pt x="32" y="127"/>
                  <a:pt x="0" y="284"/>
                  <a:pt x="0" y="379"/>
                </a:cubicBezTo>
                <a:lnTo>
                  <a:pt x="0" y="3120"/>
                </a:lnTo>
                <a:cubicBezTo>
                  <a:pt x="0" y="3655"/>
                  <a:pt x="473" y="4128"/>
                  <a:pt x="1040" y="4128"/>
                </a:cubicBezTo>
                <a:lnTo>
                  <a:pt x="5136" y="4128"/>
                </a:lnTo>
                <a:cubicBezTo>
                  <a:pt x="5671" y="4128"/>
                  <a:pt x="6144" y="3655"/>
                  <a:pt x="6144" y="3120"/>
                </a:cubicBezTo>
                <a:lnTo>
                  <a:pt x="6144" y="379"/>
                </a:lnTo>
                <a:cubicBezTo>
                  <a:pt x="6144" y="284"/>
                  <a:pt x="6112" y="190"/>
                  <a:pt x="6112" y="64"/>
                </a:cubicBezTo>
                <a:lnTo>
                  <a:pt x="3277" y="2048"/>
                </a:lnTo>
                <a:cubicBezTo>
                  <a:pt x="3214" y="2080"/>
                  <a:pt x="3151" y="2080"/>
                  <a:pt x="3056" y="2080"/>
                </a:cubicBezTo>
                <a:cubicBezTo>
                  <a:pt x="2993" y="2080"/>
                  <a:pt x="2962" y="2080"/>
                  <a:pt x="2867" y="2048"/>
                </a:cubicBezTo>
                <a:lnTo>
                  <a:pt x="6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3" name="Google Shape;3013;p23"/>
          <p:cNvSpPr/>
          <p:nvPr/>
        </p:nvSpPr>
        <p:spPr>
          <a:xfrm>
            <a:off x="3020200" y="1638599"/>
            <a:ext cx="244139" cy="182363"/>
          </a:xfrm>
          <a:custGeom>
            <a:rect b="b" l="l" r="r" t="t"/>
            <a:pathLst>
              <a:path extrusionOk="0" h="7531" w="7562">
                <a:moveTo>
                  <a:pt x="3781" y="2017"/>
                </a:moveTo>
                <a:cubicBezTo>
                  <a:pt x="3970" y="2017"/>
                  <a:pt x="4128" y="2175"/>
                  <a:pt x="4128" y="2364"/>
                </a:cubicBezTo>
                <a:cubicBezTo>
                  <a:pt x="4128" y="2584"/>
                  <a:pt x="3970" y="2742"/>
                  <a:pt x="3781" y="2742"/>
                </a:cubicBezTo>
                <a:lnTo>
                  <a:pt x="1702" y="2742"/>
                </a:lnTo>
                <a:cubicBezTo>
                  <a:pt x="1482" y="2742"/>
                  <a:pt x="1324" y="2584"/>
                  <a:pt x="1324" y="2364"/>
                </a:cubicBezTo>
                <a:cubicBezTo>
                  <a:pt x="1324" y="2175"/>
                  <a:pt x="1482" y="2017"/>
                  <a:pt x="1702" y="2017"/>
                </a:cubicBezTo>
                <a:close/>
                <a:moveTo>
                  <a:pt x="3057" y="3403"/>
                </a:moveTo>
                <a:cubicBezTo>
                  <a:pt x="3277" y="3403"/>
                  <a:pt x="3435" y="3561"/>
                  <a:pt x="3435" y="3750"/>
                </a:cubicBezTo>
                <a:cubicBezTo>
                  <a:pt x="3466" y="3939"/>
                  <a:pt x="3277" y="4096"/>
                  <a:pt x="3057" y="4096"/>
                </a:cubicBezTo>
                <a:lnTo>
                  <a:pt x="1702" y="4096"/>
                </a:lnTo>
                <a:cubicBezTo>
                  <a:pt x="1482" y="4096"/>
                  <a:pt x="1324" y="3939"/>
                  <a:pt x="1324" y="3750"/>
                </a:cubicBezTo>
                <a:cubicBezTo>
                  <a:pt x="1324" y="3561"/>
                  <a:pt x="1482" y="3403"/>
                  <a:pt x="1702" y="3403"/>
                </a:cubicBezTo>
                <a:close/>
                <a:moveTo>
                  <a:pt x="2395" y="4790"/>
                </a:moveTo>
                <a:cubicBezTo>
                  <a:pt x="2584" y="4790"/>
                  <a:pt x="2742" y="4947"/>
                  <a:pt x="2742" y="5136"/>
                </a:cubicBezTo>
                <a:cubicBezTo>
                  <a:pt x="2742" y="5325"/>
                  <a:pt x="2584" y="5483"/>
                  <a:pt x="2395" y="5483"/>
                </a:cubicBezTo>
                <a:lnTo>
                  <a:pt x="1702" y="5483"/>
                </a:lnTo>
                <a:cubicBezTo>
                  <a:pt x="1482" y="5483"/>
                  <a:pt x="1324" y="5325"/>
                  <a:pt x="1324" y="5136"/>
                </a:cubicBezTo>
                <a:cubicBezTo>
                  <a:pt x="1324" y="4947"/>
                  <a:pt x="1482" y="4790"/>
                  <a:pt x="1702" y="4790"/>
                </a:cubicBezTo>
                <a:close/>
                <a:moveTo>
                  <a:pt x="1" y="1"/>
                </a:moveTo>
                <a:lnTo>
                  <a:pt x="1" y="7530"/>
                </a:lnTo>
                <a:lnTo>
                  <a:pt x="7562" y="7530"/>
                </a:lnTo>
                <a:lnTo>
                  <a:pt x="7562" y="6837"/>
                </a:lnTo>
                <a:lnTo>
                  <a:pt x="6522" y="6837"/>
                </a:lnTo>
                <a:cubicBezTo>
                  <a:pt x="5577" y="6837"/>
                  <a:pt x="4853" y="6081"/>
                  <a:pt x="4853" y="5136"/>
                </a:cubicBezTo>
                <a:lnTo>
                  <a:pt x="4853" y="2395"/>
                </a:lnTo>
                <a:cubicBezTo>
                  <a:pt x="4853" y="1450"/>
                  <a:pt x="5577" y="725"/>
                  <a:pt x="6522" y="725"/>
                </a:cubicBezTo>
                <a:lnTo>
                  <a:pt x="7562" y="725"/>
                </a:lnTo>
                <a:lnTo>
                  <a:pt x="75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4" name="Google Shape;3014;p23"/>
          <p:cNvSpPr/>
          <p:nvPr/>
        </p:nvSpPr>
        <p:spPr>
          <a:xfrm>
            <a:off x="3020200" y="1588258"/>
            <a:ext cx="244139" cy="33586"/>
          </a:xfrm>
          <a:custGeom>
            <a:rect b="b" l="l" r="r" t="t"/>
            <a:pathLst>
              <a:path extrusionOk="0" h="1387" w="7562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62" y="1387"/>
                </a:lnTo>
                <a:lnTo>
                  <a:pt x="7562" y="1040"/>
                </a:lnTo>
                <a:cubicBezTo>
                  <a:pt x="7562" y="473"/>
                  <a:pt x="7089" y="1"/>
                  <a:pt x="65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5" name="Google Shape;3015;p23"/>
          <p:cNvSpPr/>
          <p:nvPr/>
        </p:nvSpPr>
        <p:spPr>
          <a:xfrm>
            <a:off x="3020200" y="1836959"/>
            <a:ext cx="244139" cy="33586"/>
          </a:xfrm>
          <a:custGeom>
            <a:rect b="b" l="l" r="r" t="t"/>
            <a:pathLst>
              <a:path extrusionOk="0" h="1387" w="7562">
                <a:moveTo>
                  <a:pt x="1" y="0"/>
                </a:moveTo>
                <a:lnTo>
                  <a:pt x="1" y="347"/>
                </a:lnTo>
                <a:cubicBezTo>
                  <a:pt x="1" y="945"/>
                  <a:pt x="442" y="1386"/>
                  <a:pt x="1009" y="1386"/>
                </a:cubicBezTo>
                <a:lnTo>
                  <a:pt x="6522" y="1386"/>
                </a:lnTo>
                <a:cubicBezTo>
                  <a:pt x="7089" y="1386"/>
                  <a:pt x="7562" y="914"/>
                  <a:pt x="7562" y="347"/>
                </a:cubicBezTo>
                <a:lnTo>
                  <a:pt x="75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6" name="Google Shape;3016;p23"/>
          <p:cNvSpPr/>
          <p:nvPr/>
        </p:nvSpPr>
        <p:spPr>
          <a:xfrm>
            <a:off x="3242436" y="1940027"/>
            <a:ext cx="133272" cy="149358"/>
          </a:xfrm>
          <a:custGeom>
            <a:rect b="b" l="l" r="r" t="t"/>
            <a:pathLst>
              <a:path extrusionOk="0" h="6168" w="4128">
                <a:moveTo>
                  <a:pt x="2426" y="1"/>
                </a:moveTo>
                <a:cubicBezTo>
                  <a:pt x="2286" y="1"/>
                  <a:pt x="2136" y="77"/>
                  <a:pt x="2112" y="244"/>
                </a:cubicBezTo>
                <a:lnTo>
                  <a:pt x="64" y="5064"/>
                </a:lnTo>
                <a:cubicBezTo>
                  <a:pt x="1" y="5222"/>
                  <a:pt x="64" y="5474"/>
                  <a:pt x="253" y="5506"/>
                </a:cubicBezTo>
                <a:cubicBezTo>
                  <a:pt x="295" y="5531"/>
                  <a:pt x="342" y="5543"/>
                  <a:pt x="389" y="5543"/>
                </a:cubicBezTo>
                <a:cubicBezTo>
                  <a:pt x="517" y="5543"/>
                  <a:pt x="648" y="5455"/>
                  <a:pt x="694" y="5317"/>
                </a:cubicBezTo>
                <a:lnTo>
                  <a:pt x="1261" y="4025"/>
                </a:lnTo>
                <a:cubicBezTo>
                  <a:pt x="1419" y="4088"/>
                  <a:pt x="1576" y="4119"/>
                  <a:pt x="1765" y="4119"/>
                </a:cubicBezTo>
                <a:cubicBezTo>
                  <a:pt x="1891" y="4119"/>
                  <a:pt x="1986" y="4088"/>
                  <a:pt x="2112" y="4056"/>
                </a:cubicBezTo>
                <a:lnTo>
                  <a:pt x="2112" y="4844"/>
                </a:lnTo>
                <a:cubicBezTo>
                  <a:pt x="1450" y="4970"/>
                  <a:pt x="946" y="5506"/>
                  <a:pt x="789" y="6167"/>
                </a:cubicBezTo>
                <a:lnTo>
                  <a:pt x="4128" y="6167"/>
                </a:lnTo>
                <a:cubicBezTo>
                  <a:pt x="4002" y="5506"/>
                  <a:pt x="3466" y="5001"/>
                  <a:pt x="2773" y="4844"/>
                </a:cubicBezTo>
                <a:lnTo>
                  <a:pt x="2773" y="3143"/>
                </a:lnTo>
                <a:cubicBezTo>
                  <a:pt x="2773" y="2670"/>
                  <a:pt x="2458" y="2324"/>
                  <a:pt x="2080" y="2166"/>
                </a:cubicBezTo>
                <a:lnTo>
                  <a:pt x="2773" y="496"/>
                </a:lnTo>
                <a:cubicBezTo>
                  <a:pt x="2773" y="307"/>
                  <a:pt x="2710" y="118"/>
                  <a:pt x="2553" y="24"/>
                </a:cubicBezTo>
                <a:cubicBezTo>
                  <a:pt x="2515" y="8"/>
                  <a:pt x="247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7" name="Google Shape;3017;p23"/>
          <p:cNvSpPr/>
          <p:nvPr/>
        </p:nvSpPr>
        <p:spPr>
          <a:xfrm>
            <a:off x="3019700" y="2041290"/>
            <a:ext cx="200393" cy="181588"/>
          </a:xfrm>
          <a:custGeom>
            <a:rect b="b" l="l" r="r" t="t"/>
            <a:pathLst>
              <a:path extrusionOk="0" h="7499" w="6207">
                <a:moveTo>
                  <a:pt x="693" y="0"/>
                </a:moveTo>
                <a:cubicBezTo>
                  <a:pt x="315" y="0"/>
                  <a:pt x="0" y="315"/>
                  <a:pt x="0" y="662"/>
                </a:cubicBezTo>
                <a:lnTo>
                  <a:pt x="0" y="6490"/>
                </a:lnTo>
                <a:cubicBezTo>
                  <a:pt x="32" y="7026"/>
                  <a:pt x="504" y="7498"/>
                  <a:pt x="1103" y="7498"/>
                </a:cubicBezTo>
                <a:lnTo>
                  <a:pt x="6207" y="7498"/>
                </a:lnTo>
                <a:lnTo>
                  <a:pt x="6207" y="5797"/>
                </a:lnTo>
                <a:cubicBezTo>
                  <a:pt x="6207" y="5608"/>
                  <a:pt x="6049" y="5451"/>
                  <a:pt x="5860" y="5451"/>
                </a:cubicBezTo>
                <a:lnTo>
                  <a:pt x="1765" y="5451"/>
                </a:lnTo>
                <a:cubicBezTo>
                  <a:pt x="1576" y="5451"/>
                  <a:pt x="1418" y="5293"/>
                  <a:pt x="1418" y="5104"/>
                </a:cubicBezTo>
                <a:lnTo>
                  <a:pt x="1418" y="662"/>
                </a:lnTo>
                <a:cubicBezTo>
                  <a:pt x="1418" y="252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8" name="Google Shape;3018;p23"/>
          <p:cNvSpPr/>
          <p:nvPr/>
        </p:nvSpPr>
        <p:spPr>
          <a:xfrm>
            <a:off x="3108194" y="1974145"/>
            <a:ext cx="66120" cy="49617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6" y="2049"/>
                  <a:pt x="2048" y="1576"/>
                  <a:pt x="2048" y="1041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9" name="Google Shape;3019;p23"/>
          <p:cNvSpPr/>
          <p:nvPr/>
        </p:nvSpPr>
        <p:spPr>
          <a:xfrm>
            <a:off x="3086821" y="2041024"/>
            <a:ext cx="201426" cy="181080"/>
          </a:xfrm>
          <a:custGeom>
            <a:rect b="b" l="l" r="r" t="t"/>
            <a:pathLst>
              <a:path extrusionOk="0" h="7478" w="6239">
                <a:moveTo>
                  <a:pt x="1641" y="1"/>
                </a:moveTo>
                <a:cubicBezTo>
                  <a:pt x="1242" y="1"/>
                  <a:pt x="819" y="205"/>
                  <a:pt x="568" y="484"/>
                </a:cubicBezTo>
                <a:cubicBezTo>
                  <a:pt x="190" y="799"/>
                  <a:pt x="1" y="1209"/>
                  <a:pt x="1" y="1681"/>
                </a:cubicBezTo>
                <a:lnTo>
                  <a:pt x="1" y="4769"/>
                </a:lnTo>
                <a:lnTo>
                  <a:pt x="2679" y="4769"/>
                </a:lnTo>
                <a:cubicBezTo>
                  <a:pt x="2521" y="4359"/>
                  <a:pt x="2175" y="4107"/>
                  <a:pt x="1702" y="4107"/>
                </a:cubicBezTo>
                <a:lnTo>
                  <a:pt x="1040" y="4107"/>
                </a:lnTo>
                <a:cubicBezTo>
                  <a:pt x="820" y="4107"/>
                  <a:pt x="662" y="3949"/>
                  <a:pt x="662" y="3729"/>
                </a:cubicBezTo>
                <a:lnTo>
                  <a:pt x="662" y="2374"/>
                </a:lnTo>
                <a:cubicBezTo>
                  <a:pt x="662" y="2154"/>
                  <a:pt x="820" y="1996"/>
                  <a:pt x="1040" y="1996"/>
                </a:cubicBezTo>
                <a:cubicBezTo>
                  <a:pt x="1229" y="1996"/>
                  <a:pt x="1387" y="2154"/>
                  <a:pt x="1387" y="2374"/>
                </a:cubicBezTo>
                <a:lnTo>
                  <a:pt x="1387" y="3382"/>
                </a:lnTo>
                <a:lnTo>
                  <a:pt x="1733" y="3382"/>
                </a:lnTo>
                <a:cubicBezTo>
                  <a:pt x="2553" y="3382"/>
                  <a:pt x="3277" y="3981"/>
                  <a:pt x="3435" y="4769"/>
                </a:cubicBezTo>
                <a:lnTo>
                  <a:pt x="3813" y="4769"/>
                </a:lnTo>
                <a:cubicBezTo>
                  <a:pt x="4380" y="4769"/>
                  <a:pt x="4852" y="5241"/>
                  <a:pt x="4852" y="5777"/>
                </a:cubicBezTo>
                <a:lnTo>
                  <a:pt x="4852" y="7478"/>
                </a:lnTo>
                <a:lnTo>
                  <a:pt x="6239" y="7478"/>
                </a:lnTo>
                <a:lnTo>
                  <a:pt x="6239" y="5084"/>
                </a:lnTo>
                <a:cubicBezTo>
                  <a:pt x="6176" y="4580"/>
                  <a:pt x="5703" y="4107"/>
                  <a:pt x="5168" y="4107"/>
                </a:cubicBezTo>
                <a:lnTo>
                  <a:pt x="3781" y="4107"/>
                </a:lnTo>
                <a:cubicBezTo>
                  <a:pt x="3592" y="4107"/>
                  <a:pt x="3435" y="3949"/>
                  <a:pt x="3435" y="3729"/>
                </a:cubicBezTo>
                <a:lnTo>
                  <a:pt x="3435" y="1807"/>
                </a:lnTo>
                <a:cubicBezTo>
                  <a:pt x="3435" y="862"/>
                  <a:pt x="2710" y="43"/>
                  <a:pt x="1796" y="11"/>
                </a:cubicBezTo>
                <a:cubicBezTo>
                  <a:pt x="1745" y="4"/>
                  <a:pt x="1694" y="1"/>
                  <a:pt x="16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0" name="Google Shape;3020;p23"/>
          <p:cNvSpPr/>
          <p:nvPr/>
        </p:nvSpPr>
        <p:spPr>
          <a:xfrm>
            <a:off x="3220063" y="2106885"/>
            <a:ext cx="177019" cy="32061"/>
          </a:xfrm>
          <a:custGeom>
            <a:rect b="b" l="l" r="r" t="t"/>
            <a:pathLst>
              <a:path extrusionOk="0" h="1324" w="5483">
                <a:moveTo>
                  <a:pt x="1" y="1"/>
                </a:moveTo>
                <a:lnTo>
                  <a:pt x="1" y="662"/>
                </a:lnTo>
                <a:lnTo>
                  <a:pt x="1041" y="662"/>
                </a:lnTo>
                <a:cubicBezTo>
                  <a:pt x="1576" y="662"/>
                  <a:pt x="2080" y="946"/>
                  <a:pt x="2395" y="1324"/>
                </a:cubicBezTo>
                <a:lnTo>
                  <a:pt x="5136" y="1324"/>
                </a:lnTo>
                <a:cubicBezTo>
                  <a:pt x="5325" y="1324"/>
                  <a:pt x="5483" y="1166"/>
                  <a:pt x="5483" y="977"/>
                </a:cubicBezTo>
                <a:lnTo>
                  <a:pt x="5483" y="316"/>
                </a:lnTo>
                <a:cubicBezTo>
                  <a:pt x="5483" y="158"/>
                  <a:pt x="5325" y="1"/>
                  <a:pt x="51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1" name="Google Shape;3021;p23"/>
          <p:cNvSpPr/>
          <p:nvPr/>
        </p:nvSpPr>
        <p:spPr>
          <a:xfrm>
            <a:off x="3087337" y="2338529"/>
            <a:ext cx="241104" cy="180838"/>
          </a:xfrm>
          <a:custGeom>
            <a:rect b="b" l="l" r="r" t="t"/>
            <a:pathLst>
              <a:path extrusionOk="0" h="7468" w="7468">
                <a:moveTo>
                  <a:pt x="5861" y="2017"/>
                </a:moveTo>
                <a:cubicBezTo>
                  <a:pt x="6050" y="2017"/>
                  <a:pt x="6207" y="2143"/>
                  <a:pt x="6207" y="2364"/>
                </a:cubicBezTo>
                <a:lnTo>
                  <a:pt x="6207" y="3750"/>
                </a:lnTo>
                <a:lnTo>
                  <a:pt x="6207" y="5104"/>
                </a:lnTo>
                <a:cubicBezTo>
                  <a:pt x="6207" y="5325"/>
                  <a:pt x="6050" y="5451"/>
                  <a:pt x="5861" y="5451"/>
                </a:cubicBezTo>
                <a:cubicBezTo>
                  <a:pt x="5672" y="5451"/>
                  <a:pt x="5514" y="5325"/>
                  <a:pt x="5514" y="5104"/>
                </a:cubicBezTo>
                <a:lnTo>
                  <a:pt x="5514" y="4096"/>
                </a:lnTo>
                <a:lnTo>
                  <a:pt x="4474" y="4096"/>
                </a:lnTo>
                <a:cubicBezTo>
                  <a:pt x="4285" y="4096"/>
                  <a:pt x="4128" y="3939"/>
                  <a:pt x="4128" y="3750"/>
                </a:cubicBezTo>
                <a:lnTo>
                  <a:pt x="4128" y="2364"/>
                </a:lnTo>
                <a:cubicBezTo>
                  <a:pt x="4128" y="2143"/>
                  <a:pt x="4285" y="2017"/>
                  <a:pt x="4474" y="2017"/>
                </a:cubicBezTo>
                <a:cubicBezTo>
                  <a:pt x="4695" y="2017"/>
                  <a:pt x="4852" y="2143"/>
                  <a:pt x="4852" y="2364"/>
                </a:cubicBezTo>
                <a:lnTo>
                  <a:pt x="4852" y="3372"/>
                </a:lnTo>
                <a:lnTo>
                  <a:pt x="5514" y="3372"/>
                </a:lnTo>
                <a:lnTo>
                  <a:pt x="5514" y="2364"/>
                </a:lnTo>
                <a:cubicBezTo>
                  <a:pt x="5514" y="2143"/>
                  <a:pt x="5672" y="2017"/>
                  <a:pt x="5861" y="2017"/>
                </a:cubicBezTo>
                <a:close/>
                <a:moveTo>
                  <a:pt x="2332" y="2017"/>
                </a:moveTo>
                <a:cubicBezTo>
                  <a:pt x="2868" y="2017"/>
                  <a:pt x="3340" y="2490"/>
                  <a:pt x="3340" y="3025"/>
                </a:cubicBezTo>
                <a:lnTo>
                  <a:pt x="3340" y="3309"/>
                </a:lnTo>
                <a:lnTo>
                  <a:pt x="3435" y="3309"/>
                </a:lnTo>
                <a:cubicBezTo>
                  <a:pt x="3435" y="3687"/>
                  <a:pt x="3183" y="4065"/>
                  <a:pt x="2868" y="4222"/>
                </a:cubicBezTo>
                <a:lnTo>
                  <a:pt x="2238" y="4537"/>
                </a:lnTo>
                <a:cubicBezTo>
                  <a:pt x="2175" y="4569"/>
                  <a:pt x="2080" y="4632"/>
                  <a:pt x="2049" y="4758"/>
                </a:cubicBezTo>
                <a:lnTo>
                  <a:pt x="3057" y="4758"/>
                </a:lnTo>
                <a:cubicBezTo>
                  <a:pt x="3277" y="4758"/>
                  <a:pt x="3435" y="4915"/>
                  <a:pt x="3435" y="5104"/>
                </a:cubicBezTo>
                <a:cubicBezTo>
                  <a:pt x="3435" y="5325"/>
                  <a:pt x="3277" y="5483"/>
                  <a:pt x="3057" y="5483"/>
                </a:cubicBezTo>
                <a:lnTo>
                  <a:pt x="1702" y="5483"/>
                </a:lnTo>
                <a:cubicBezTo>
                  <a:pt x="1481" y="5483"/>
                  <a:pt x="1324" y="5325"/>
                  <a:pt x="1324" y="5104"/>
                </a:cubicBezTo>
                <a:lnTo>
                  <a:pt x="1324" y="4852"/>
                </a:lnTo>
                <a:cubicBezTo>
                  <a:pt x="1324" y="4443"/>
                  <a:pt x="1576" y="4096"/>
                  <a:pt x="1891" y="3939"/>
                </a:cubicBezTo>
                <a:lnTo>
                  <a:pt x="2521" y="3624"/>
                </a:lnTo>
                <a:cubicBezTo>
                  <a:pt x="2647" y="3592"/>
                  <a:pt x="2710" y="3466"/>
                  <a:pt x="2710" y="3309"/>
                </a:cubicBezTo>
                <a:lnTo>
                  <a:pt x="2710" y="3025"/>
                </a:lnTo>
                <a:cubicBezTo>
                  <a:pt x="2710" y="2836"/>
                  <a:pt x="2553" y="2679"/>
                  <a:pt x="2364" y="2679"/>
                </a:cubicBezTo>
                <a:cubicBezTo>
                  <a:pt x="2175" y="2679"/>
                  <a:pt x="2017" y="2836"/>
                  <a:pt x="2017" y="3025"/>
                </a:cubicBezTo>
                <a:cubicBezTo>
                  <a:pt x="2017" y="3214"/>
                  <a:pt x="1859" y="3372"/>
                  <a:pt x="1639" y="3372"/>
                </a:cubicBezTo>
                <a:cubicBezTo>
                  <a:pt x="1450" y="3372"/>
                  <a:pt x="1292" y="3214"/>
                  <a:pt x="1292" y="3025"/>
                </a:cubicBezTo>
                <a:cubicBezTo>
                  <a:pt x="1292" y="2490"/>
                  <a:pt x="1765" y="2017"/>
                  <a:pt x="2332" y="2017"/>
                </a:cubicBezTo>
                <a:close/>
                <a:moveTo>
                  <a:pt x="3214" y="1"/>
                </a:moveTo>
                <a:cubicBezTo>
                  <a:pt x="3214" y="127"/>
                  <a:pt x="3183" y="284"/>
                  <a:pt x="3120" y="379"/>
                </a:cubicBezTo>
                <a:cubicBezTo>
                  <a:pt x="2962" y="662"/>
                  <a:pt x="2679" y="914"/>
                  <a:pt x="2364" y="946"/>
                </a:cubicBezTo>
                <a:lnTo>
                  <a:pt x="1009" y="1135"/>
                </a:lnTo>
                <a:cubicBezTo>
                  <a:pt x="473" y="1733"/>
                  <a:pt x="64" y="2521"/>
                  <a:pt x="1" y="3372"/>
                </a:cubicBezTo>
                <a:lnTo>
                  <a:pt x="316" y="3372"/>
                </a:lnTo>
                <a:cubicBezTo>
                  <a:pt x="505" y="3372"/>
                  <a:pt x="662" y="3529"/>
                  <a:pt x="662" y="3750"/>
                </a:cubicBezTo>
                <a:cubicBezTo>
                  <a:pt x="662" y="3939"/>
                  <a:pt x="505" y="4096"/>
                  <a:pt x="316" y="4096"/>
                </a:cubicBezTo>
                <a:lnTo>
                  <a:pt x="1" y="4096"/>
                </a:lnTo>
                <a:cubicBezTo>
                  <a:pt x="158" y="5892"/>
                  <a:pt x="1607" y="7310"/>
                  <a:pt x="3372" y="7467"/>
                </a:cubicBezTo>
                <a:lnTo>
                  <a:pt x="3372" y="7121"/>
                </a:lnTo>
                <a:cubicBezTo>
                  <a:pt x="3372" y="6932"/>
                  <a:pt x="3529" y="6774"/>
                  <a:pt x="3750" y="6774"/>
                </a:cubicBezTo>
                <a:cubicBezTo>
                  <a:pt x="3939" y="6774"/>
                  <a:pt x="4096" y="6932"/>
                  <a:pt x="4096" y="7121"/>
                </a:cubicBezTo>
                <a:lnTo>
                  <a:pt x="4096" y="7436"/>
                </a:lnTo>
                <a:lnTo>
                  <a:pt x="4254" y="7436"/>
                </a:lnTo>
                <a:cubicBezTo>
                  <a:pt x="4254" y="7373"/>
                  <a:pt x="4285" y="7278"/>
                  <a:pt x="4317" y="7215"/>
                </a:cubicBezTo>
                <a:cubicBezTo>
                  <a:pt x="4443" y="6900"/>
                  <a:pt x="4758" y="6648"/>
                  <a:pt x="5073" y="6617"/>
                </a:cubicBezTo>
                <a:lnTo>
                  <a:pt x="6491" y="6333"/>
                </a:lnTo>
                <a:cubicBezTo>
                  <a:pt x="7089" y="5703"/>
                  <a:pt x="7404" y="5010"/>
                  <a:pt x="7467" y="4096"/>
                </a:cubicBezTo>
                <a:lnTo>
                  <a:pt x="7152" y="4096"/>
                </a:lnTo>
                <a:cubicBezTo>
                  <a:pt x="6963" y="4096"/>
                  <a:pt x="6806" y="3939"/>
                  <a:pt x="6806" y="3750"/>
                </a:cubicBezTo>
                <a:cubicBezTo>
                  <a:pt x="6806" y="3529"/>
                  <a:pt x="6963" y="3372"/>
                  <a:pt x="7152" y="3372"/>
                </a:cubicBezTo>
                <a:lnTo>
                  <a:pt x="7467" y="3372"/>
                </a:lnTo>
                <a:cubicBezTo>
                  <a:pt x="7310" y="1576"/>
                  <a:pt x="5861" y="158"/>
                  <a:pt x="4096" y="1"/>
                </a:cubicBezTo>
                <a:lnTo>
                  <a:pt x="4096" y="316"/>
                </a:lnTo>
                <a:cubicBezTo>
                  <a:pt x="4096" y="505"/>
                  <a:pt x="3939" y="662"/>
                  <a:pt x="3750" y="662"/>
                </a:cubicBezTo>
                <a:cubicBezTo>
                  <a:pt x="3529" y="662"/>
                  <a:pt x="3372" y="505"/>
                  <a:pt x="3372" y="316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2" name="Google Shape;3022;p23"/>
          <p:cNvSpPr/>
          <p:nvPr/>
        </p:nvSpPr>
        <p:spPr>
          <a:xfrm>
            <a:off x="3097507" y="2287412"/>
            <a:ext cx="300089" cy="239583"/>
          </a:xfrm>
          <a:custGeom>
            <a:rect b="b" l="l" r="r" t="t"/>
            <a:pathLst>
              <a:path extrusionOk="0" h="9894" w="9295">
                <a:moveTo>
                  <a:pt x="3466" y="1"/>
                </a:moveTo>
                <a:cubicBezTo>
                  <a:pt x="2490" y="1"/>
                  <a:pt x="1450" y="316"/>
                  <a:pt x="1103" y="536"/>
                </a:cubicBezTo>
                <a:lnTo>
                  <a:pt x="1040" y="410"/>
                </a:lnTo>
                <a:cubicBezTo>
                  <a:pt x="970" y="340"/>
                  <a:pt x="881" y="304"/>
                  <a:pt x="788" y="304"/>
                </a:cubicBezTo>
                <a:cubicBezTo>
                  <a:pt x="757" y="304"/>
                  <a:pt x="725" y="308"/>
                  <a:pt x="694" y="316"/>
                </a:cubicBezTo>
                <a:cubicBezTo>
                  <a:pt x="599" y="379"/>
                  <a:pt x="505" y="473"/>
                  <a:pt x="473" y="568"/>
                </a:cubicBezTo>
                <a:cubicBezTo>
                  <a:pt x="347" y="1041"/>
                  <a:pt x="442" y="726"/>
                  <a:pt x="32" y="2143"/>
                </a:cubicBezTo>
                <a:cubicBezTo>
                  <a:pt x="1" y="2269"/>
                  <a:pt x="32" y="2395"/>
                  <a:pt x="127" y="2458"/>
                </a:cubicBezTo>
                <a:cubicBezTo>
                  <a:pt x="253" y="2584"/>
                  <a:pt x="316" y="2584"/>
                  <a:pt x="473" y="2584"/>
                </a:cubicBezTo>
                <a:lnTo>
                  <a:pt x="2049" y="2332"/>
                </a:lnTo>
                <a:cubicBezTo>
                  <a:pt x="2238" y="2301"/>
                  <a:pt x="2395" y="2080"/>
                  <a:pt x="2332" y="1860"/>
                </a:cubicBezTo>
                <a:lnTo>
                  <a:pt x="2206" y="1545"/>
                </a:lnTo>
                <a:cubicBezTo>
                  <a:pt x="2647" y="1450"/>
                  <a:pt x="3057" y="1356"/>
                  <a:pt x="3529" y="1356"/>
                </a:cubicBezTo>
                <a:cubicBezTo>
                  <a:pt x="5987" y="1356"/>
                  <a:pt x="8003" y="3372"/>
                  <a:pt x="8003" y="5798"/>
                </a:cubicBezTo>
                <a:cubicBezTo>
                  <a:pt x="8003" y="6806"/>
                  <a:pt x="7688" y="7657"/>
                  <a:pt x="7152" y="8413"/>
                </a:cubicBezTo>
                <a:cubicBezTo>
                  <a:pt x="7278" y="8444"/>
                  <a:pt x="7404" y="8539"/>
                  <a:pt x="7530" y="8633"/>
                </a:cubicBezTo>
                <a:cubicBezTo>
                  <a:pt x="7751" y="8885"/>
                  <a:pt x="7845" y="9232"/>
                  <a:pt x="7751" y="9578"/>
                </a:cubicBezTo>
                <a:lnTo>
                  <a:pt x="7593" y="9893"/>
                </a:lnTo>
                <a:cubicBezTo>
                  <a:pt x="8633" y="8854"/>
                  <a:pt x="9295" y="7436"/>
                  <a:pt x="9295" y="5861"/>
                </a:cubicBezTo>
                <a:cubicBezTo>
                  <a:pt x="9295" y="2616"/>
                  <a:pt x="6648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3" name="Google Shape;3023;p23"/>
          <p:cNvSpPr/>
          <p:nvPr/>
        </p:nvSpPr>
        <p:spPr>
          <a:xfrm>
            <a:off x="3019183" y="2327851"/>
            <a:ext cx="306191" cy="242634"/>
          </a:xfrm>
          <a:custGeom>
            <a:rect b="b" l="l" r="r" t="t"/>
            <a:pathLst>
              <a:path extrusionOk="0" h="10020" w="9484">
                <a:moveTo>
                  <a:pt x="1797" y="1"/>
                </a:moveTo>
                <a:lnTo>
                  <a:pt x="1797" y="1"/>
                </a:lnTo>
                <a:cubicBezTo>
                  <a:pt x="694" y="1072"/>
                  <a:pt x="1" y="2521"/>
                  <a:pt x="1" y="4191"/>
                </a:cubicBezTo>
                <a:cubicBezTo>
                  <a:pt x="64" y="7373"/>
                  <a:pt x="2647" y="10019"/>
                  <a:pt x="5892" y="10019"/>
                </a:cubicBezTo>
                <a:cubicBezTo>
                  <a:pt x="6239" y="10019"/>
                  <a:pt x="7972" y="9736"/>
                  <a:pt x="8224" y="9547"/>
                </a:cubicBezTo>
                <a:cubicBezTo>
                  <a:pt x="8255" y="9547"/>
                  <a:pt x="8287" y="9484"/>
                  <a:pt x="8350" y="9484"/>
                </a:cubicBezTo>
                <a:lnTo>
                  <a:pt x="8507" y="9641"/>
                </a:lnTo>
                <a:cubicBezTo>
                  <a:pt x="8576" y="9710"/>
                  <a:pt x="8661" y="9741"/>
                  <a:pt x="8743" y="9741"/>
                </a:cubicBezTo>
                <a:cubicBezTo>
                  <a:pt x="8887" y="9741"/>
                  <a:pt x="9023" y="9644"/>
                  <a:pt x="9043" y="9484"/>
                </a:cubicBezTo>
                <a:lnTo>
                  <a:pt x="9169" y="9011"/>
                </a:lnTo>
                <a:lnTo>
                  <a:pt x="9452" y="7814"/>
                </a:lnTo>
                <a:cubicBezTo>
                  <a:pt x="9484" y="7688"/>
                  <a:pt x="9452" y="7562"/>
                  <a:pt x="9358" y="7467"/>
                </a:cubicBezTo>
                <a:cubicBezTo>
                  <a:pt x="9278" y="7407"/>
                  <a:pt x="9211" y="7385"/>
                  <a:pt x="9132" y="7385"/>
                </a:cubicBezTo>
                <a:cubicBezTo>
                  <a:pt x="9087" y="7385"/>
                  <a:pt x="9037" y="7393"/>
                  <a:pt x="8980" y="7404"/>
                </a:cubicBezTo>
                <a:lnTo>
                  <a:pt x="7310" y="7719"/>
                </a:lnTo>
                <a:cubicBezTo>
                  <a:pt x="7089" y="7751"/>
                  <a:pt x="6963" y="8034"/>
                  <a:pt x="7089" y="8223"/>
                </a:cubicBezTo>
                <a:lnTo>
                  <a:pt x="7184" y="8444"/>
                </a:lnTo>
                <a:cubicBezTo>
                  <a:pt x="6774" y="8538"/>
                  <a:pt x="6333" y="8633"/>
                  <a:pt x="5861" y="8633"/>
                </a:cubicBezTo>
                <a:cubicBezTo>
                  <a:pt x="3403" y="8633"/>
                  <a:pt x="1419" y="6648"/>
                  <a:pt x="1419" y="4191"/>
                </a:cubicBezTo>
                <a:cubicBezTo>
                  <a:pt x="1419" y="3183"/>
                  <a:pt x="1734" y="2269"/>
                  <a:pt x="2269" y="1544"/>
                </a:cubicBezTo>
                <a:cubicBezTo>
                  <a:pt x="2143" y="1481"/>
                  <a:pt x="2049" y="1418"/>
                  <a:pt x="1954" y="1292"/>
                </a:cubicBezTo>
                <a:cubicBezTo>
                  <a:pt x="1734" y="1009"/>
                  <a:pt x="1639" y="662"/>
                  <a:pt x="1734" y="316"/>
                </a:cubicBezTo>
                <a:lnTo>
                  <a:pt x="179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4" name="Google Shape;3024;p23"/>
          <p:cNvSpPr/>
          <p:nvPr/>
        </p:nvSpPr>
        <p:spPr>
          <a:xfrm>
            <a:off x="1584370" y="2749012"/>
            <a:ext cx="376379" cy="148801"/>
          </a:xfrm>
          <a:custGeom>
            <a:rect b="b" l="l" r="r" t="t"/>
            <a:pathLst>
              <a:path extrusionOk="0" h="6145" w="11658">
                <a:moveTo>
                  <a:pt x="5829" y="694"/>
                </a:moveTo>
                <a:cubicBezTo>
                  <a:pt x="7184" y="694"/>
                  <a:pt x="8255" y="1734"/>
                  <a:pt x="8255" y="3088"/>
                </a:cubicBezTo>
                <a:cubicBezTo>
                  <a:pt x="8255" y="4412"/>
                  <a:pt x="7153" y="5483"/>
                  <a:pt x="5829" y="5483"/>
                </a:cubicBezTo>
                <a:cubicBezTo>
                  <a:pt x="4506" y="5483"/>
                  <a:pt x="3435" y="4412"/>
                  <a:pt x="3435" y="3088"/>
                </a:cubicBezTo>
                <a:cubicBezTo>
                  <a:pt x="3435" y="1734"/>
                  <a:pt x="4506" y="694"/>
                  <a:pt x="5829" y="694"/>
                </a:cubicBezTo>
                <a:close/>
                <a:moveTo>
                  <a:pt x="1" y="1"/>
                </a:moveTo>
                <a:lnTo>
                  <a:pt x="1" y="6144"/>
                </a:lnTo>
                <a:lnTo>
                  <a:pt x="11658" y="6144"/>
                </a:ln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5" name="Google Shape;3025;p23"/>
          <p:cNvSpPr/>
          <p:nvPr/>
        </p:nvSpPr>
        <p:spPr>
          <a:xfrm>
            <a:off x="1718645" y="2782598"/>
            <a:ext cx="108865" cy="82404"/>
          </a:xfrm>
          <a:custGeom>
            <a:rect b="b" l="l" r="r" t="t"/>
            <a:pathLst>
              <a:path extrusionOk="0" h="3403" w="3372">
                <a:moveTo>
                  <a:pt x="1670" y="662"/>
                </a:moveTo>
                <a:cubicBezTo>
                  <a:pt x="1891" y="662"/>
                  <a:pt x="2048" y="819"/>
                  <a:pt x="2048" y="1040"/>
                </a:cubicBezTo>
                <a:lnTo>
                  <a:pt x="2048" y="1386"/>
                </a:lnTo>
                <a:lnTo>
                  <a:pt x="2395" y="1386"/>
                </a:lnTo>
                <a:cubicBezTo>
                  <a:pt x="2584" y="1386"/>
                  <a:pt x="2741" y="1544"/>
                  <a:pt x="2741" y="1733"/>
                </a:cubicBezTo>
                <a:cubicBezTo>
                  <a:pt x="2710" y="1890"/>
                  <a:pt x="2552" y="2048"/>
                  <a:pt x="2363" y="2048"/>
                </a:cubicBezTo>
                <a:lnTo>
                  <a:pt x="1670" y="2048"/>
                </a:lnTo>
                <a:cubicBezTo>
                  <a:pt x="1481" y="2048"/>
                  <a:pt x="1324" y="1890"/>
                  <a:pt x="1324" y="1701"/>
                </a:cubicBezTo>
                <a:lnTo>
                  <a:pt x="1324" y="1040"/>
                </a:lnTo>
                <a:cubicBezTo>
                  <a:pt x="1324" y="819"/>
                  <a:pt x="1481" y="662"/>
                  <a:pt x="1670" y="662"/>
                </a:cubicBezTo>
                <a:close/>
                <a:moveTo>
                  <a:pt x="1670" y="0"/>
                </a:moveTo>
                <a:cubicBezTo>
                  <a:pt x="725" y="0"/>
                  <a:pt x="1" y="756"/>
                  <a:pt x="1" y="1701"/>
                </a:cubicBezTo>
                <a:cubicBezTo>
                  <a:pt x="1" y="2646"/>
                  <a:pt x="725" y="3403"/>
                  <a:pt x="1670" y="3403"/>
                </a:cubicBezTo>
                <a:cubicBezTo>
                  <a:pt x="2615" y="3403"/>
                  <a:pt x="3372" y="2646"/>
                  <a:pt x="3372" y="1701"/>
                </a:cubicBezTo>
                <a:cubicBezTo>
                  <a:pt x="3372" y="756"/>
                  <a:pt x="2615" y="0"/>
                  <a:pt x="1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6" name="Google Shape;3026;p23"/>
          <p:cNvSpPr/>
          <p:nvPr/>
        </p:nvSpPr>
        <p:spPr>
          <a:xfrm>
            <a:off x="1584370" y="2915314"/>
            <a:ext cx="376379" cy="33610"/>
          </a:xfrm>
          <a:custGeom>
            <a:rect b="b" l="l" r="r" t="t"/>
            <a:pathLst>
              <a:path extrusionOk="0" h="1388" w="11658">
                <a:moveTo>
                  <a:pt x="1" y="1"/>
                </a:moveTo>
                <a:lnTo>
                  <a:pt x="1" y="347"/>
                </a:lnTo>
                <a:cubicBezTo>
                  <a:pt x="1" y="915"/>
                  <a:pt x="442" y="1387"/>
                  <a:pt x="1041" y="1387"/>
                </a:cubicBezTo>
                <a:lnTo>
                  <a:pt x="10650" y="1387"/>
                </a:lnTo>
                <a:cubicBezTo>
                  <a:pt x="11217" y="1387"/>
                  <a:pt x="11658" y="915"/>
                  <a:pt x="11658" y="347"/>
                </a:cubicBez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7" name="Google Shape;3027;p23"/>
          <p:cNvSpPr/>
          <p:nvPr/>
        </p:nvSpPr>
        <p:spPr>
          <a:xfrm>
            <a:off x="1579302" y="2665111"/>
            <a:ext cx="381447" cy="67923"/>
          </a:xfrm>
          <a:custGeom>
            <a:rect b="b" l="l" r="r" t="t"/>
            <a:pathLst>
              <a:path extrusionOk="0" h="2805" w="11815">
                <a:moveTo>
                  <a:pt x="1733" y="0"/>
                </a:moveTo>
                <a:cubicBezTo>
                  <a:pt x="1544" y="0"/>
                  <a:pt x="1387" y="158"/>
                  <a:pt x="1387" y="378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73" y="725"/>
                  <a:pt x="0" y="1197"/>
                  <a:pt x="0" y="1733"/>
                </a:cubicBezTo>
                <a:lnTo>
                  <a:pt x="0" y="2804"/>
                </a:lnTo>
                <a:lnTo>
                  <a:pt x="11657" y="2804"/>
                </a:lnTo>
                <a:lnTo>
                  <a:pt x="11657" y="1733"/>
                </a:lnTo>
                <a:lnTo>
                  <a:pt x="11815" y="1733"/>
                </a:lnTo>
                <a:cubicBezTo>
                  <a:pt x="11815" y="1197"/>
                  <a:pt x="11374" y="725"/>
                  <a:pt x="10807" y="725"/>
                </a:cubicBezTo>
                <a:lnTo>
                  <a:pt x="10460" y="725"/>
                </a:lnTo>
                <a:lnTo>
                  <a:pt x="10460" y="378"/>
                </a:lnTo>
                <a:cubicBezTo>
                  <a:pt x="10460" y="158"/>
                  <a:pt x="10303" y="0"/>
                  <a:pt x="10082" y="0"/>
                </a:cubicBezTo>
                <a:cubicBezTo>
                  <a:pt x="9893" y="0"/>
                  <a:pt x="9735" y="158"/>
                  <a:pt x="9735" y="378"/>
                </a:cubicBezTo>
                <a:lnTo>
                  <a:pt x="9735" y="725"/>
                </a:lnTo>
                <a:lnTo>
                  <a:pt x="8349" y="725"/>
                </a:lnTo>
                <a:lnTo>
                  <a:pt x="8349" y="378"/>
                </a:lnTo>
                <a:cubicBezTo>
                  <a:pt x="8349" y="158"/>
                  <a:pt x="8192" y="0"/>
                  <a:pt x="8003" y="0"/>
                </a:cubicBezTo>
                <a:cubicBezTo>
                  <a:pt x="7814" y="0"/>
                  <a:pt x="7656" y="158"/>
                  <a:pt x="7656" y="378"/>
                </a:cubicBezTo>
                <a:lnTo>
                  <a:pt x="7656" y="725"/>
                </a:lnTo>
                <a:lnTo>
                  <a:pt x="6270" y="725"/>
                </a:lnTo>
                <a:lnTo>
                  <a:pt x="6270" y="378"/>
                </a:lnTo>
                <a:cubicBezTo>
                  <a:pt x="6270" y="158"/>
                  <a:pt x="6112" y="0"/>
                  <a:pt x="5923" y="0"/>
                </a:cubicBezTo>
                <a:cubicBezTo>
                  <a:pt x="5734" y="0"/>
                  <a:pt x="5577" y="158"/>
                  <a:pt x="5577" y="378"/>
                </a:cubicBezTo>
                <a:lnTo>
                  <a:pt x="5577" y="725"/>
                </a:lnTo>
                <a:lnTo>
                  <a:pt x="4191" y="725"/>
                </a:lnTo>
                <a:lnTo>
                  <a:pt x="4191" y="378"/>
                </a:lnTo>
                <a:cubicBezTo>
                  <a:pt x="4191" y="158"/>
                  <a:pt x="4033" y="0"/>
                  <a:pt x="3844" y="0"/>
                </a:cubicBezTo>
                <a:cubicBezTo>
                  <a:pt x="3623" y="0"/>
                  <a:pt x="3466" y="158"/>
                  <a:pt x="3466" y="378"/>
                </a:cubicBezTo>
                <a:lnTo>
                  <a:pt x="3466" y="725"/>
                </a:lnTo>
                <a:lnTo>
                  <a:pt x="2111" y="725"/>
                </a:lnTo>
                <a:lnTo>
                  <a:pt x="2111" y="378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8" name="Google Shape;3028;p23"/>
          <p:cNvSpPr/>
          <p:nvPr/>
        </p:nvSpPr>
        <p:spPr>
          <a:xfrm>
            <a:off x="1576158" y="3041123"/>
            <a:ext cx="386548" cy="28326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9" name="Google Shape;3029;p23"/>
          <p:cNvSpPr/>
          <p:nvPr/>
        </p:nvSpPr>
        <p:spPr>
          <a:xfrm>
            <a:off x="1581243" y="3412362"/>
            <a:ext cx="376379" cy="28304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0" name="Google Shape;3030;p23"/>
          <p:cNvSpPr/>
          <p:nvPr/>
        </p:nvSpPr>
        <p:spPr>
          <a:xfrm>
            <a:off x="3984785" y="2665873"/>
            <a:ext cx="333665" cy="117152"/>
          </a:xfrm>
          <a:custGeom>
            <a:rect b="b" l="l" r="r" t="t"/>
            <a:pathLst>
              <a:path extrusionOk="0" h="4838" w="10335"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2458"/>
                </a:lnTo>
                <a:cubicBezTo>
                  <a:pt x="1" y="2993"/>
                  <a:pt x="473" y="3466"/>
                  <a:pt x="1040" y="3466"/>
                </a:cubicBezTo>
                <a:lnTo>
                  <a:pt x="2048" y="3466"/>
                </a:lnTo>
                <a:lnTo>
                  <a:pt x="2048" y="4505"/>
                </a:lnTo>
                <a:cubicBezTo>
                  <a:pt x="2048" y="4663"/>
                  <a:pt x="2143" y="4757"/>
                  <a:pt x="2269" y="4820"/>
                </a:cubicBezTo>
                <a:cubicBezTo>
                  <a:pt x="2300" y="4831"/>
                  <a:pt x="2339" y="4838"/>
                  <a:pt x="2380" y="4838"/>
                </a:cubicBezTo>
                <a:cubicBezTo>
                  <a:pt x="2461" y="4838"/>
                  <a:pt x="2552" y="4810"/>
                  <a:pt x="2615" y="4726"/>
                </a:cubicBezTo>
                <a:lnTo>
                  <a:pt x="3876" y="3466"/>
                </a:lnTo>
                <a:lnTo>
                  <a:pt x="6365" y="3466"/>
                </a:lnTo>
                <a:lnTo>
                  <a:pt x="7625" y="4726"/>
                </a:lnTo>
                <a:cubicBezTo>
                  <a:pt x="7688" y="4810"/>
                  <a:pt x="7765" y="4838"/>
                  <a:pt x="7846" y="4838"/>
                </a:cubicBezTo>
                <a:cubicBezTo>
                  <a:pt x="7887" y="4838"/>
                  <a:pt x="7929" y="4831"/>
                  <a:pt x="7971" y="4820"/>
                </a:cubicBezTo>
                <a:cubicBezTo>
                  <a:pt x="8097" y="4789"/>
                  <a:pt x="8160" y="4631"/>
                  <a:pt x="8160" y="4505"/>
                </a:cubicBezTo>
                <a:lnTo>
                  <a:pt x="8160" y="3466"/>
                </a:lnTo>
                <a:lnTo>
                  <a:pt x="9231" y="3466"/>
                </a:lnTo>
                <a:cubicBezTo>
                  <a:pt x="9862" y="3466"/>
                  <a:pt x="10334" y="2993"/>
                  <a:pt x="10334" y="2458"/>
                </a:cubicBezTo>
                <a:lnTo>
                  <a:pt x="10334" y="1071"/>
                </a:lnTo>
                <a:cubicBezTo>
                  <a:pt x="10334" y="536"/>
                  <a:pt x="98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1" name="Google Shape;3031;p23"/>
          <p:cNvSpPr/>
          <p:nvPr/>
        </p:nvSpPr>
        <p:spPr>
          <a:xfrm>
            <a:off x="4007158" y="2799364"/>
            <a:ext cx="88525" cy="67172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599" y="1"/>
                  <a:pt x="1" y="631"/>
                  <a:pt x="1" y="1387"/>
                </a:cubicBezTo>
                <a:cubicBezTo>
                  <a:pt x="1" y="2143"/>
                  <a:pt x="599" y="2773"/>
                  <a:pt x="1387" y="2773"/>
                </a:cubicBezTo>
                <a:cubicBezTo>
                  <a:pt x="2143" y="2773"/>
                  <a:pt x="2742" y="2143"/>
                  <a:pt x="2742" y="1387"/>
                </a:cubicBezTo>
                <a:cubicBezTo>
                  <a:pt x="2742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2" name="Google Shape;3032;p23"/>
          <p:cNvSpPr/>
          <p:nvPr/>
        </p:nvSpPr>
        <p:spPr>
          <a:xfrm>
            <a:off x="3962411" y="2882515"/>
            <a:ext cx="177019" cy="65647"/>
          </a:xfrm>
          <a:custGeom>
            <a:rect b="b" l="l" r="r" t="t"/>
            <a:pathLst>
              <a:path extrusionOk="0" h="2711" w="5483">
                <a:moveTo>
                  <a:pt x="2741" y="1"/>
                </a:moveTo>
                <a:cubicBezTo>
                  <a:pt x="1387" y="1"/>
                  <a:pt x="221" y="1040"/>
                  <a:pt x="32" y="2332"/>
                </a:cubicBezTo>
                <a:cubicBezTo>
                  <a:pt x="0" y="2521"/>
                  <a:pt x="158" y="2710"/>
                  <a:pt x="378" y="2710"/>
                </a:cubicBezTo>
                <a:lnTo>
                  <a:pt x="5104" y="2710"/>
                </a:lnTo>
                <a:cubicBezTo>
                  <a:pt x="5325" y="2710"/>
                  <a:pt x="5482" y="2521"/>
                  <a:pt x="5482" y="2332"/>
                </a:cubicBezTo>
                <a:cubicBezTo>
                  <a:pt x="5262" y="977"/>
                  <a:pt x="4128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3" name="Google Shape;3033;p23"/>
          <p:cNvSpPr/>
          <p:nvPr/>
        </p:nvSpPr>
        <p:spPr>
          <a:xfrm>
            <a:off x="4206520" y="2799364"/>
            <a:ext cx="88525" cy="67172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87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4" name="Google Shape;3034;p23"/>
          <p:cNvSpPr/>
          <p:nvPr/>
        </p:nvSpPr>
        <p:spPr>
          <a:xfrm>
            <a:off x="4161773" y="2882515"/>
            <a:ext cx="178019" cy="65647"/>
          </a:xfrm>
          <a:custGeom>
            <a:rect b="b" l="l" r="r" t="t"/>
            <a:pathLst>
              <a:path extrusionOk="0" h="2711" w="5514">
                <a:moveTo>
                  <a:pt x="2773" y="1"/>
                </a:moveTo>
                <a:cubicBezTo>
                  <a:pt x="1387" y="1"/>
                  <a:pt x="252" y="1040"/>
                  <a:pt x="32" y="2332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67" y="2710"/>
                </a:lnTo>
                <a:cubicBezTo>
                  <a:pt x="5356" y="2710"/>
                  <a:pt x="5514" y="2521"/>
                  <a:pt x="5514" y="2332"/>
                </a:cubicBezTo>
                <a:cubicBezTo>
                  <a:pt x="5293" y="977"/>
                  <a:pt x="4128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5" name="Google Shape;3035;p23"/>
          <p:cNvSpPr/>
          <p:nvPr/>
        </p:nvSpPr>
        <p:spPr>
          <a:xfrm>
            <a:off x="1201626" y="1687560"/>
            <a:ext cx="199392" cy="83275"/>
          </a:xfrm>
          <a:custGeom>
            <a:rect b="b" l="l" r="r" t="t"/>
            <a:pathLst>
              <a:path extrusionOk="0" h="3439" w="6176">
                <a:moveTo>
                  <a:pt x="4433" y="0"/>
                </a:moveTo>
                <a:cubicBezTo>
                  <a:pt x="4393" y="0"/>
                  <a:pt x="4354" y="8"/>
                  <a:pt x="4317" y="26"/>
                </a:cubicBezTo>
                <a:cubicBezTo>
                  <a:pt x="4191" y="58"/>
                  <a:pt x="4128" y="216"/>
                  <a:pt x="4128" y="342"/>
                </a:cubicBezTo>
                <a:lnTo>
                  <a:pt x="4128" y="1003"/>
                </a:lnTo>
                <a:lnTo>
                  <a:pt x="2048" y="1003"/>
                </a:lnTo>
                <a:lnTo>
                  <a:pt x="2048" y="342"/>
                </a:lnTo>
                <a:cubicBezTo>
                  <a:pt x="2048" y="184"/>
                  <a:pt x="1954" y="58"/>
                  <a:pt x="1828" y="26"/>
                </a:cubicBezTo>
                <a:cubicBezTo>
                  <a:pt x="1793" y="15"/>
                  <a:pt x="1750" y="8"/>
                  <a:pt x="1705" y="8"/>
                </a:cubicBezTo>
                <a:cubicBezTo>
                  <a:pt x="1626" y="8"/>
                  <a:pt x="1541" y="30"/>
                  <a:pt x="1481" y="89"/>
                </a:cubicBezTo>
                <a:lnTo>
                  <a:pt x="95" y="1476"/>
                </a:lnTo>
                <a:cubicBezTo>
                  <a:pt x="0" y="1602"/>
                  <a:pt x="0" y="1822"/>
                  <a:pt x="95" y="1948"/>
                </a:cubicBezTo>
                <a:lnTo>
                  <a:pt x="1481" y="3334"/>
                </a:lnTo>
                <a:cubicBezTo>
                  <a:pt x="1548" y="3379"/>
                  <a:pt x="1646" y="3424"/>
                  <a:pt x="1732" y="3424"/>
                </a:cubicBezTo>
                <a:cubicBezTo>
                  <a:pt x="1767" y="3424"/>
                  <a:pt x="1800" y="3416"/>
                  <a:pt x="1828" y="3398"/>
                </a:cubicBezTo>
                <a:cubicBezTo>
                  <a:pt x="1954" y="3366"/>
                  <a:pt x="2048" y="3208"/>
                  <a:pt x="2048" y="3082"/>
                </a:cubicBezTo>
                <a:lnTo>
                  <a:pt x="2048" y="2421"/>
                </a:lnTo>
                <a:lnTo>
                  <a:pt x="4128" y="2421"/>
                </a:lnTo>
                <a:lnTo>
                  <a:pt x="4128" y="3082"/>
                </a:lnTo>
                <a:cubicBezTo>
                  <a:pt x="4128" y="3240"/>
                  <a:pt x="4191" y="3366"/>
                  <a:pt x="4317" y="3398"/>
                </a:cubicBezTo>
                <a:cubicBezTo>
                  <a:pt x="4369" y="3424"/>
                  <a:pt x="4426" y="3439"/>
                  <a:pt x="4483" y="3439"/>
                </a:cubicBezTo>
                <a:cubicBezTo>
                  <a:pt x="4562" y="3439"/>
                  <a:pt x="4639" y="3408"/>
                  <a:pt x="4695" y="3334"/>
                </a:cubicBezTo>
                <a:lnTo>
                  <a:pt x="6049" y="1948"/>
                </a:lnTo>
                <a:cubicBezTo>
                  <a:pt x="6175" y="1822"/>
                  <a:pt x="6175" y="1602"/>
                  <a:pt x="6049" y="1476"/>
                </a:cubicBezTo>
                <a:lnTo>
                  <a:pt x="4695" y="89"/>
                </a:lnTo>
                <a:cubicBezTo>
                  <a:pt x="4628" y="45"/>
                  <a:pt x="4530" y="0"/>
                  <a:pt x="44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6" name="Google Shape;3036;p23"/>
          <p:cNvSpPr/>
          <p:nvPr/>
        </p:nvSpPr>
        <p:spPr>
          <a:xfrm>
            <a:off x="1202627" y="1588258"/>
            <a:ext cx="44812" cy="99960"/>
          </a:xfrm>
          <a:custGeom>
            <a:rect b="b" l="l" r="r" t="t"/>
            <a:pathLst>
              <a:path extrusionOk="0" h="4128" w="1388">
                <a:moveTo>
                  <a:pt x="1" y="0"/>
                </a:moveTo>
                <a:lnTo>
                  <a:pt x="1" y="4127"/>
                </a:lnTo>
                <a:lnTo>
                  <a:pt x="348" y="4127"/>
                </a:lnTo>
                <a:cubicBezTo>
                  <a:pt x="915" y="4127"/>
                  <a:pt x="1387" y="3655"/>
                  <a:pt x="1387" y="3088"/>
                </a:cubicBezTo>
                <a:lnTo>
                  <a:pt x="1387" y="1009"/>
                </a:lnTo>
                <a:cubicBezTo>
                  <a:pt x="1387" y="473"/>
                  <a:pt x="915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7" name="Google Shape;3037;p23"/>
          <p:cNvSpPr/>
          <p:nvPr/>
        </p:nvSpPr>
        <p:spPr>
          <a:xfrm>
            <a:off x="1202627" y="1769814"/>
            <a:ext cx="44812" cy="100008"/>
          </a:xfrm>
          <a:custGeom>
            <a:rect b="b" l="l" r="r" t="t"/>
            <a:pathLst>
              <a:path extrusionOk="0" h="4130" w="1388">
                <a:moveTo>
                  <a:pt x="1" y="1"/>
                </a:moveTo>
                <a:lnTo>
                  <a:pt x="1" y="4128"/>
                </a:lnTo>
                <a:lnTo>
                  <a:pt x="348" y="4128"/>
                </a:lnTo>
                <a:cubicBezTo>
                  <a:pt x="367" y="4129"/>
                  <a:pt x="386" y="4129"/>
                  <a:pt x="405" y="4129"/>
                </a:cubicBezTo>
                <a:cubicBezTo>
                  <a:pt x="946" y="4129"/>
                  <a:pt x="1387" y="3698"/>
                  <a:pt x="1387" y="3119"/>
                </a:cubicBezTo>
                <a:lnTo>
                  <a:pt x="1387" y="1040"/>
                </a:lnTo>
                <a:cubicBezTo>
                  <a:pt x="1387" y="473"/>
                  <a:pt x="915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8" name="Google Shape;3038;p23"/>
          <p:cNvSpPr/>
          <p:nvPr/>
        </p:nvSpPr>
        <p:spPr>
          <a:xfrm>
            <a:off x="1359275" y="1588258"/>
            <a:ext cx="43778" cy="99960"/>
          </a:xfrm>
          <a:custGeom>
            <a:rect b="b" l="l" r="r" t="t"/>
            <a:pathLst>
              <a:path extrusionOk="0" h="4128" w="1356"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3088"/>
                </a:lnTo>
                <a:cubicBezTo>
                  <a:pt x="1" y="3655"/>
                  <a:pt x="410" y="4127"/>
                  <a:pt x="1009" y="4127"/>
                </a:cubicBezTo>
                <a:lnTo>
                  <a:pt x="1355" y="4127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9" name="Google Shape;3039;p23"/>
          <p:cNvSpPr/>
          <p:nvPr/>
        </p:nvSpPr>
        <p:spPr>
          <a:xfrm>
            <a:off x="1425396" y="1589008"/>
            <a:ext cx="66152" cy="281548"/>
          </a:xfrm>
          <a:custGeom>
            <a:rect b="b" l="l" r="r" t="t"/>
            <a:pathLst>
              <a:path extrusionOk="0" h="11627" w="2049">
                <a:moveTo>
                  <a:pt x="1" y="1"/>
                </a:moveTo>
                <a:lnTo>
                  <a:pt x="1" y="11626"/>
                </a:lnTo>
                <a:cubicBezTo>
                  <a:pt x="1135" y="11469"/>
                  <a:pt x="2048" y="10460"/>
                  <a:pt x="2048" y="9263"/>
                </a:cubicBezTo>
                <a:lnTo>
                  <a:pt x="2048" y="2395"/>
                </a:lnTo>
                <a:cubicBezTo>
                  <a:pt x="2048" y="1167"/>
                  <a:pt x="1135" y="158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0" name="Google Shape;3040;p23"/>
          <p:cNvSpPr/>
          <p:nvPr/>
        </p:nvSpPr>
        <p:spPr>
          <a:xfrm>
            <a:off x="1359275" y="1769814"/>
            <a:ext cx="43778" cy="100734"/>
          </a:xfrm>
          <a:custGeom>
            <a:rect b="b" l="l" r="r" t="t"/>
            <a:pathLst>
              <a:path extrusionOk="0" h="4160" w="1356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3119"/>
                </a:lnTo>
                <a:cubicBezTo>
                  <a:pt x="1" y="3718"/>
                  <a:pt x="410" y="4159"/>
                  <a:pt x="1009" y="4159"/>
                </a:cubicBezTo>
                <a:lnTo>
                  <a:pt x="1355" y="4159"/>
                </a:lnTo>
                <a:lnTo>
                  <a:pt x="135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1" name="Google Shape;3041;p23"/>
          <p:cNvSpPr/>
          <p:nvPr/>
        </p:nvSpPr>
        <p:spPr>
          <a:xfrm>
            <a:off x="1115167" y="1588258"/>
            <a:ext cx="66152" cy="280773"/>
          </a:xfrm>
          <a:custGeom>
            <a:rect b="b" l="l" r="r" t="t"/>
            <a:pathLst>
              <a:path extrusionOk="0" h="11595" w="2049">
                <a:moveTo>
                  <a:pt x="2048" y="0"/>
                </a:moveTo>
                <a:cubicBezTo>
                  <a:pt x="883" y="158"/>
                  <a:pt x="1" y="1166"/>
                  <a:pt x="1" y="2363"/>
                </a:cubicBezTo>
                <a:lnTo>
                  <a:pt x="1" y="9200"/>
                </a:lnTo>
                <a:cubicBezTo>
                  <a:pt x="1" y="10460"/>
                  <a:pt x="851" y="11437"/>
                  <a:pt x="2048" y="11594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2" name="Google Shape;3042;p23"/>
          <p:cNvSpPr/>
          <p:nvPr/>
        </p:nvSpPr>
        <p:spPr>
          <a:xfrm>
            <a:off x="1114666" y="2123024"/>
            <a:ext cx="377379" cy="99185"/>
          </a:xfrm>
          <a:custGeom>
            <a:rect b="b" l="l" r="r" t="t"/>
            <a:pathLst>
              <a:path extrusionOk="0" h="4096" w="11689">
                <a:moveTo>
                  <a:pt x="1701" y="0"/>
                </a:moveTo>
                <a:cubicBezTo>
                  <a:pt x="1040" y="0"/>
                  <a:pt x="473" y="315"/>
                  <a:pt x="63" y="819"/>
                </a:cubicBezTo>
                <a:cubicBezTo>
                  <a:pt x="0" y="945"/>
                  <a:pt x="0" y="1040"/>
                  <a:pt x="32" y="1166"/>
                </a:cubicBezTo>
                <a:cubicBezTo>
                  <a:pt x="63" y="1292"/>
                  <a:pt x="189" y="1355"/>
                  <a:pt x="347" y="1355"/>
                </a:cubicBezTo>
                <a:lnTo>
                  <a:pt x="1008" y="1355"/>
                </a:lnTo>
                <a:cubicBezTo>
                  <a:pt x="1418" y="1355"/>
                  <a:pt x="1670" y="1670"/>
                  <a:pt x="1670" y="2048"/>
                </a:cubicBezTo>
                <a:cubicBezTo>
                  <a:pt x="1670" y="2426"/>
                  <a:pt x="1355" y="2710"/>
                  <a:pt x="1008" y="2710"/>
                </a:cubicBezTo>
                <a:lnTo>
                  <a:pt x="347" y="2710"/>
                </a:lnTo>
                <a:cubicBezTo>
                  <a:pt x="221" y="2710"/>
                  <a:pt x="95" y="2773"/>
                  <a:pt x="32" y="2899"/>
                </a:cubicBezTo>
                <a:cubicBezTo>
                  <a:pt x="0" y="3025"/>
                  <a:pt x="0" y="3151"/>
                  <a:pt x="63" y="3245"/>
                </a:cubicBezTo>
                <a:cubicBezTo>
                  <a:pt x="410" y="3781"/>
                  <a:pt x="1040" y="4096"/>
                  <a:pt x="1701" y="4096"/>
                </a:cubicBezTo>
                <a:cubicBezTo>
                  <a:pt x="2615" y="4096"/>
                  <a:pt x="3371" y="3497"/>
                  <a:pt x="3655" y="2710"/>
                </a:cubicBezTo>
                <a:lnTo>
                  <a:pt x="8065" y="2710"/>
                </a:lnTo>
                <a:cubicBezTo>
                  <a:pt x="8317" y="3497"/>
                  <a:pt x="9073" y="4096"/>
                  <a:pt x="9987" y="4096"/>
                </a:cubicBezTo>
                <a:cubicBezTo>
                  <a:pt x="10649" y="4096"/>
                  <a:pt x="11247" y="3781"/>
                  <a:pt x="11594" y="3245"/>
                </a:cubicBezTo>
                <a:cubicBezTo>
                  <a:pt x="11688" y="3119"/>
                  <a:pt x="11688" y="3025"/>
                  <a:pt x="11625" y="2899"/>
                </a:cubicBezTo>
                <a:cubicBezTo>
                  <a:pt x="11594" y="2773"/>
                  <a:pt x="11468" y="2710"/>
                  <a:pt x="11310" y="2710"/>
                </a:cubicBezTo>
                <a:lnTo>
                  <a:pt x="10649" y="2710"/>
                </a:lnTo>
                <a:cubicBezTo>
                  <a:pt x="10271" y="2710"/>
                  <a:pt x="9987" y="2395"/>
                  <a:pt x="9987" y="2048"/>
                </a:cubicBezTo>
                <a:cubicBezTo>
                  <a:pt x="9987" y="1670"/>
                  <a:pt x="10302" y="1355"/>
                  <a:pt x="10649" y="1355"/>
                </a:cubicBezTo>
                <a:lnTo>
                  <a:pt x="11310" y="1355"/>
                </a:lnTo>
                <a:cubicBezTo>
                  <a:pt x="11436" y="1355"/>
                  <a:pt x="11562" y="1292"/>
                  <a:pt x="11625" y="1166"/>
                </a:cubicBezTo>
                <a:cubicBezTo>
                  <a:pt x="11688" y="1040"/>
                  <a:pt x="11688" y="945"/>
                  <a:pt x="11594" y="819"/>
                </a:cubicBezTo>
                <a:cubicBezTo>
                  <a:pt x="11247" y="315"/>
                  <a:pt x="10649" y="0"/>
                  <a:pt x="9987" y="0"/>
                </a:cubicBezTo>
                <a:cubicBezTo>
                  <a:pt x="9073" y="0"/>
                  <a:pt x="8349" y="567"/>
                  <a:pt x="8065" y="1355"/>
                </a:cubicBezTo>
                <a:lnTo>
                  <a:pt x="3655" y="1355"/>
                </a:lnTo>
                <a:cubicBezTo>
                  <a:pt x="3371" y="567"/>
                  <a:pt x="2615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3" name="Google Shape;3043;p23"/>
          <p:cNvSpPr/>
          <p:nvPr/>
        </p:nvSpPr>
        <p:spPr>
          <a:xfrm>
            <a:off x="1258078" y="1940693"/>
            <a:ext cx="88525" cy="66398"/>
          </a:xfrm>
          <a:custGeom>
            <a:rect b="b" l="l" r="r" t="t"/>
            <a:pathLst>
              <a:path extrusionOk="0" h="2742" w="2742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1"/>
                  <a:pt x="630" y="2741"/>
                  <a:pt x="1355" y="2741"/>
                </a:cubicBezTo>
                <a:cubicBezTo>
                  <a:pt x="2111" y="2741"/>
                  <a:pt x="2741" y="2111"/>
                  <a:pt x="2741" y="1387"/>
                </a:cubicBezTo>
                <a:cubicBezTo>
                  <a:pt x="2741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4" name="Google Shape;3044;p23"/>
          <p:cNvSpPr/>
          <p:nvPr/>
        </p:nvSpPr>
        <p:spPr>
          <a:xfrm>
            <a:off x="1214331" y="2023844"/>
            <a:ext cx="175986" cy="115990"/>
          </a:xfrm>
          <a:custGeom>
            <a:rect b="b" l="l" r="r" t="t"/>
            <a:pathLst>
              <a:path extrusionOk="0" h="4790" w="5451">
                <a:moveTo>
                  <a:pt x="2710" y="1"/>
                </a:moveTo>
                <a:cubicBezTo>
                  <a:pt x="1387" y="1"/>
                  <a:pt x="253" y="1009"/>
                  <a:pt x="32" y="2300"/>
                </a:cubicBezTo>
                <a:cubicBezTo>
                  <a:pt x="1" y="2521"/>
                  <a:pt x="158" y="2710"/>
                  <a:pt x="410" y="2710"/>
                </a:cubicBezTo>
                <a:lnTo>
                  <a:pt x="2395" y="2710"/>
                </a:lnTo>
                <a:lnTo>
                  <a:pt x="2395" y="4789"/>
                </a:lnTo>
                <a:lnTo>
                  <a:pt x="3088" y="4789"/>
                </a:lnTo>
                <a:lnTo>
                  <a:pt x="3088" y="2710"/>
                </a:lnTo>
                <a:lnTo>
                  <a:pt x="5073" y="2710"/>
                </a:lnTo>
                <a:cubicBezTo>
                  <a:pt x="5293" y="2710"/>
                  <a:pt x="5451" y="2521"/>
                  <a:pt x="5451" y="2300"/>
                </a:cubicBezTo>
                <a:cubicBezTo>
                  <a:pt x="5230" y="977"/>
                  <a:pt x="4096" y="1"/>
                  <a:pt x="27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5" name="Google Shape;3045;p23"/>
          <p:cNvSpPr/>
          <p:nvPr/>
        </p:nvSpPr>
        <p:spPr>
          <a:xfrm>
            <a:off x="1314528" y="2486899"/>
            <a:ext cx="108865" cy="82428"/>
          </a:xfrm>
          <a:custGeom>
            <a:rect b="b" l="l" r="r" t="t"/>
            <a:pathLst>
              <a:path extrusionOk="0" h="3404" w="3372">
                <a:moveTo>
                  <a:pt x="3025" y="1"/>
                </a:moveTo>
                <a:cubicBezTo>
                  <a:pt x="2836" y="1"/>
                  <a:pt x="2678" y="159"/>
                  <a:pt x="2678" y="348"/>
                </a:cubicBezTo>
                <a:lnTo>
                  <a:pt x="2678" y="1041"/>
                </a:lnTo>
                <a:cubicBezTo>
                  <a:pt x="2678" y="1576"/>
                  <a:pt x="2206" y="2049"/>
                  <a:pt x="1639" y="2049"/>
                </a:cubicBezTo>
                <a:lnTo>
                  <a:pt x="1103" y="2049"/>
                </a:lnTo>
                <a:lnTo>
                  <a:pt x="1229" y="1923"/>
                </a:lnTo>
                <a:cubicBezTo>
                  <a:pt x="1387" y="1860"/>
                  <a:pt x="1387" y="1608"/>
                  <a:pt x="1261" y="1513"/>
                </a:cubicBezTo>
                <a:cubicBezTo>
                  <a:pt x="1198" y="1450"/>
                  <a:pt x="1111" y="1419"/>
                  <a:pt x="1024" y="1419"/>
                </a:cubicBezTo>
                <a:cubicBezTo>
                  <a:pt x="938" y="1419"/>
                  <a:pt x="851" y="1450"/>
                  <a:pt x="788" y="1513"/>
                </a:cubicBezTo>
                <a:lnTo>
                  <a:pt x="127" y="2175"/>
                </a:lnTo>
                <a:cubicBezTo>
                  <a:pt x="1" y="2301"/>
                  <a:pt x="1" y="2521"/>
                  <a:pt x="127" y="2647"/>
                </a:cubicBezTo>
                <a:lnTo>
                  <a:pt x="788" y="3309"/>
                </a:lnTo>
                <a:cubicBezTo>
                  <a:pt x="851" y="3372"/>
                  <a:pt x="938" y="3404"/>
                  <a:pt x="1024" y="3404"/>
                </a:cubicBezTo>
                <a:cubicBezTo>
                  <a:pt x="1111" y="3404"/>
                  <a:pt x="1198" y="3372"/>
                  <a:pt x="1261" y="3309"/>
                </a:cubicBezTo>
                <a:cubicBezTo>
                  <a:pt x="1387" y="3183"/>
                  <a:pt x="1387" y="2962"/>
                  <a:pt x="1261" y="2836"/>
                </a:cubicBezTo>
                <a:lnTo>
                  <a:pt x="1135" y="2710"/>
                </a:lnTo>
                <a:lnTo>
                  <a:pt x="1702" y="2710"/>
                </a:lnTo>
                <a:cubicBezTo>
                  <a:pt x="2647" y="2710"/>
                  <a:pt x="3372" y="1986"/>
                  <a:pt x="3372" y="1041"/>
                </a:cubicBezTo>
                <a:lnTo>
                  <a:pt x="3372" y="348"/>
                </a:lnTo>
                <a:cubicBezTo>
                  <a:pt x="3372" y="159"/>
                  <a:pt x="3214" y="1"/>
                  <a:pt x="30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6" name="Google Shape;3046;p23"/>
          <p:cNvSpPr/>
          <p:nvPr/>
        </p:nvSpPr>
        <p:spPr>
          <a:xfrm>
            <a:off x="1182288" y="2289338"/>
            <a:ext cx="108865" cy="82404"/>
          </a:xfrm>
          <a:custGeom>
            <a:rect b="b" l="l" r="r" t="t"/>
            <a:pathLst>
              <a:path extrusionOk="0" h="3403" w="3372">
                <a:moveTo>
                  <a:pt x="2360" y="0"/>
                </a:moveTo>
                <a:cubicBezTo>
                  <a:pt x="2269" y="0"/>
                  <a:pt x="2175" y="32"/>
                  <a:pt x="2112" y="95"/>
                </a:cubicBezTo>
                <a:cubicBezTo>
                  <a:pt x="2017" y="221"/>
                  <a:pt x="2017" y="441"/>
                  <a:pt x="2112" y="567"/>
                </a:cubicBezTo>
                <a:lnTo>
                  <a:pt x="2238" y="693"/>
                </a:lnTo>
                <a:lnTo>
                  <a:pt x="1702" y="693"/>
                </a:lnTo>
                <a:cubicBezTo>
                  <a:pt x="757" y="693"/>
                  <a:pt x="1" y="1418"/>
                  <a:pt x="1" y="2363"/>
                </a:cubicBezTo>
                <a:lnTo>
                  <a:pt x="1" y="3056"/>
                </a:lnTo>
                <a:cubicBezTo>
                  <a:pt x="1" y="3245"/>
                  <a:pt x="158" y="3403"/>
                  <a:pt x="347" y="3403"/>
                </a:cubicBezTo>
                <a:cubicBezTo>
                  <a:pt x="536" y="3403"/>
                  <a:pt x="694" y="3245"/>
                  <a:pt x="694" y="3056"/>
                </a:cubicBezTo>
                <a:lnTo>
                  <a:pt x="694" y="2332"/>
                </a:lnTo>
                <a:cubicBezTo>
                  <a:pt x="694" y="1796"/>
                  <a:pt x="1167" y="1292"/>
                  <a:pt x="1734" y="1292"/>
                </a:cubicBezTo>
                <a:lnTo>
                  <a:pt x="2269" y="1292"/>
                </a:lnTo>
                <a:lnTo>
                  <a:pt x="2175" y="1418"/>
                </a:lnTo>
                <a:cubicBezTo>
                  <a:pt x="2017" y="1544"/>
                  <a:pt x="2017" y="1733"/>
                  <a:pt x="2112" y="1891"/>
                </a:cubicBezTo>
                <a:cubicBezTo>
                  <a:pt x="2175" y="1954"/>
                  <a:pt x="2269" y="1985"/>
                  <a:pt x="2360" y="1985"/>
                </a:cubicBezTo>
                <a:cubicBezTo>
                  <a:pt x="2450" y="1985"/>
                  <a:pt x="2537" y="1954"/>
                  <a:pt x="2584" y="1891"/>
                </a:cubicBezTo>
                <a:lnTo>
                  <a:pt x="3277" y="1229"/>
                </a:lnTo>
                <a:cubicBezTo>
                  <a:pt x="3372" y="1103"/>
                  <a:pt x="3372" y="882"/>
                  <a:pt x="3277" y="756"/>
                </a:cubicBezTo>
                <a:lnTo>
                  <a:pt x="2584" y="95"/>
                </a:lnTo>
                <a:cubicBezTo>
                  <a:pt x="2537" y="32"/>
                  <a:pt x="2450" y="0"/>
                  <a:pt x="23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7" name="Google Shape;3047;p23"/>
          <p:cNvSpPr/>
          <p:nvPr/>
        </p:nvSpPr>
        <p:spPr>
          <a:xfrm>
            <a:off x="1115167" y="2386969"/>
            <a:ext cx="177019" cy="34361"/>
          </a:xfrm>
          <a:custGeom>
            <a:rect b="b" l="l" r="r" t="t"/>
            <a:pathLst>
              <a:path extrusionOk="0" h="1419" w="5483">
                <a:moveTo>
                  <a:pt x="1009" y="1"/>
                </a:moveTo>
                <a:cubicBezTo>
                  <a:pt x="473" y="1"/>
                  <a:pt x="1" y="473"/>
                  <a:pt x="1" y="1072"/>
                </a:cubicBezTo>
                <a:lnTo>
                  <a:pt x="1" y="1419"/>
                </a:lnTo>
                <a:lnTo>
                  <a:pt x="5482" y="1419"/>
                </a:lnTo>
                <a:lnTo>
                  <a:pt x="5482" y="1072"/>
                </a:lnTo>
                <a:lnTo>
                  <a:pt x="5451" y="1072"/>
                </a:lnTo>
                <a:cubicBezTo>
                  <a:pt x="5451" y="505"/>
                  <a:pt x="5010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8" name="Google Shape;3048;p23"/>
          <p:cNvSpPr/>
          <p:nvPr/>
        </p:nvSpPr>
        <p:spPr>
          <a:xfrm>
            <a:off x="1115166" y="2437334"/>
            <a:ext cx="175986" cy="83179"/>
          </a:xfrm>
          <a:custGeom>
            <a:rect b="b" l="l" r="r" t="t"/>
            <a:pathLst>
              <a:path extrusionOk="0" h="3435" w="5451">
                <a:moveTo>
                  <a:pt x="1" y="0"/>
                </a:moveTo>
                <a:lnTo>
                  <a:pt x="1" y="3434"/>
                </a:lnTo>
                <a:lnTo>
                  <a:pt x="5451" y="3434"/>
                </a:lnTo>
                <a:lnTo>
                  <a:pt x="54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9" name="Google Shape;3049;p23"/>
          <p:cNvSpPr/>
          <p:nvPr/>
        </p:nvSpPr>
        <p:spPr>
          <a:xfrm>
            <a:off x="1115166" y="2536490"/>
            <a:ext cx="175986" cy="33586"/>
          </a:xfrm>
          <a:custGeom>
            <a:rect b="b" l="l" r="r" t="t"/>
            <a:pathLst>
              <a:path extrusionOk="0" h="1387" w="5451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10" y="1387"/>
                  <a:pt x="1009" y="1387"/>
                </a:cubicBezTo>
                <a:lnTo>
                  <a:pt x="4443" y="1387"/>
                </a:lnTo>
                <a:cubicBezTo>
                  <a:pt x="4978" y="1387"/>
                  <a:pt x="5451" y="914"/>
                  <a:pt x="5451" y="347"/>
                </a:cubicBezTo>
                <a:lnTo>
                  <a:pt x="54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0" name="Google Shape;3050;p23"/>
          <p:cNvSpPr/>
          <p:nvPr/>
        </p:nvSpPr>
        <p:spPr>
          <a:xfrm>
            <a:off x="1314528" y="2287813"/>
            <a:ext cx="177019" cy="32811"/>
          </a:xfrm>
          <a:custGeom>
            <a:rect b="b" l="l" r="r" t="t"/>
            <a:pathLst>
              <a:path extrusionOk="0" h="1355" w="5483"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1355"/>
                </a:lnTo>
                <a:lnTo>
                  <a:pt x="5482" y="1355"/>
                </a:lnTo>
                <a:lnTo>
                  <a:pt x="5482" y="1008"/>
                </a:lnTo>
                <a:cubicBezTo>
                  <a:pt x="5482" y="473"/>
                  <a:pt x="5010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1" name="Google Shape;3051;p23"/>
          <p:cNvSpPr/>
          <p:nvPr/>
        </p:nvSpPr>
        <p:spPr>
          <a:xfrm>
            <a:off x="1313527" y="2337402"/>
            <a:ext cx="175986" cy="83179"/>
          </a:xfrm>
          <a:custGeom>
            <a:rect b="b" l="l" r="r" t="t"/>
            <a:pathLst>
              <a:path extrusionOk="0" h="3435" w="5451">
                <a:moveTo>
                  <a:pt x="0" y="0"/>
                </a:moveTo>
                <a:lnTo>
                  <a:pt x="0" y="3434"/>
                </a:lnTo>
                <a:lnTo>
                  <a:pt x="5450" y="3434"/>
                </a:ln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2" name="Google Shape;3052;p23"/>
          <p:cNvSpPr/>
          <p:nvPr/>
        </p:nvSpPr>
        <p:spPr>
          <a:xfrm>
            <a:off x="1313527" y="2437334"/>
            <a:ext cx="175986" cy="34337"/>
          </a:xfrm>
          <a:custGeom>
            <a:rect b="b" l="l" r="r" t="t"/>
            <a:pathLst>
              <a:path extrusionOk="0" h="1418" w="5451">
                <a:moveTo>
                  <a:pt x="0" y="0"/>
                </a:moveTo>
                <a:lnTo>
                  <a:pt x="0" y="347"/>
                </a:lnTo>
                <a:cubicBezTo>
                  <a:pt x="0" y="914"/>
                  <a:pt x="473" y="1418"/>
                  <a:pt x="1008" y="1418"/>
                </a:cubicBezTo>
                <a:lnTo>
                  <a:pt x="4442" y="1418"/>
                </a:lnTo>
                <a:cubicBezTo>
                  <a:pt x="4978" y="1418"/>
                  <a:pt x="5450" y="945"/>
                  <a:pt x="5450" y="347"/>
                </a:cubicBez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3" name="Google Shape;3053;p23"/>
          <p:cNvSpPr/>
          <p:nvPr/>
        </p:nvSpPr>
        <p:spPr>
          <a:xfrm>
            <a:off x="3738644" y="1621432"/>
            <a:ext cx="108865" cy="82428"/>
          </a:xfrm>
          <a:custGeom>
            <a:rect b="b" l="l" r="r" t="t"/>
            <a:pathLst>
              <a:path extrusionOk="0" h="3404" w="337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09" y="694"/>
                </a:lnTo>
                <a:cubicBezTo>
                  <a:pt x="1576" y="694"/>
                  <a:pt x="2049" y="1166"/>
                  <a:pt x="2049" y="1733"/>
                </a:cubicBezTo>
                <a:lnTo>
                  <a:pt x="2049" y="2269"/>
                </a:lnTo>
                <a:lnTo>
                  <a:pt x="1923" y="2175"/>
                </a:lnTo>
                <a:cubicBezTo>
                  <a:pt x="1860" y="2112"/>
                  <a:pt x="1773" y="2080"/>
                  <a:pt x="1686" y="2080"/>
                </a:cubicBezTo>
                <a:cubicBezTo>
                  <a:pt x="1600" y="2080"/>
                  <a:pt x="1513" y="2112"/>
                  <a:pt x="1450" y="2175"/>
                </a:cubicBezTo>
                <a:cubicBezTo>
                  <a:pt x="1324" y="2269"/>
                  <a:pt x="1324" y="2521"/>
                  <a:pt x="1450" y="2647"/>
                </a:cubicBezTo>
                <a:lnTo>
                  <a:pt x="2112" y="3309"/>
                </a:lnTo>
                <a:cubicBezTo>
                  <a:pt x="2175" y="3372"/>
                  <a:pt x="2269" y="3403"/>
                  <a:pt x="2360" y="3403"/>
                </a:cubicBezTo>
                <a:cubicBezTo>
                  <a:pt x="2450" y="3403"/>
                  <a:pt x="2537" y="3372"/>
                  <a:pt x="2584" y="3309"/>
                </a:cubicBezTo>
                <a:lnTo>
                  <a:pt x="3277" y="2647"/>
                </a:lnTo>
                <a:cubicBezTo>
                  <a:pt x="3372" y="2521"/>
                  <a:pt x="3372" y="2269"/>
                  <a:pt x="3277" y="2175"/>
                </a:cubicBezTo>
                <a:cubicBezTo>
                  <a:pt x="3214" y="2112"/>
                  <a:pt x="3120" y="2080"/>
                  <a:pt x="3029" y="2080"/>
                </a:cubicBezTo>
                <a:cubicBezTo>
                  <a:pt x="2939" y="2080"/>
                  <a:pt x="2852" y="2112"/>
                  <a:pt x="2805" y="2175"/>
                </a:cubicBezTo>
                <a:lnTo>
                  <a:pt x="2679" y="2269"/>
                </a:lnTo>
                <a:lnTo>
                  <a:pt x="2679" y="1733"/>
                </a:lnTo>
                <a:cubicBezTo>
                  <a:pt x="2742" y="788"/>
                  <a:pt x="1954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4" name="Google Shape;3054;p23"/>
          <p:cNvSpPr/>
          <p:nvPr/>
        </p:nvSpPr>
        <p:spPr>
          <a:xfrm>
            <a:off x="3585063" y="1787733"/>
            <a:ext cx="109866" cy="82428"/>
          </a:xfrm>
          <a:custGeom>
            <a:rect b="b" l="l" r="r" t="t"/>
            <a:pathLst>
              <a:path extrusionOk="0" h="3404" w="3403">
                <a:moveTo>
                  <a:pt x="1013" y="1"/>
                </a:moveTo>
                <a:cubicBezTo>
                  <a:pt x="922" y="1"/>
                  <a:pt x="835" y="32"/>
                  <a:pt x="788" y="95"/>
                </a:cubicBezTo>
                <a:lnTo>
                  <a:pt x="127" y="757"/>
                </a:lnTo>
                <a:cubicBezTo>
                  <a:pt x="1" y="883"/>
                  <a:pt x="1" y="1135"/>
                  <a:pt x="127" y="1229"/>
                </a:cubicBezTo>
                <a:cubicBezTo>
                  <a:pt x="174" y="1292"/>
                  <a:pt x="260" y="1324"/>
                  <a:pt x="351" y="1324"/>
                </a:cubicBezTo>
                <a:cubicBezTo>
                  <a:pt x="442" y="1324"/>
                  <a:pt x="536" y="1292"/>
                  <a:pt x="599" y="1229"/>
                </a:cubicBezTo>
                <a:lnTo>
                  <a:pt x="694" y="1135"/>
                </a:lnTo>
                <a:lnTo>
                  <a:pt x="694" y="1671"/>
                </a:lnTo>
                <a:cubicBezTo>
                  <a:pt x="694" y="2616"/>
                  <a:pt x="1450" y="3372"/>
                  <a:pt x="2395" y="3372"/>
                </a:cubicBezTo>
                <a:lnTo>
                  <a:pt x="3057" y="3372"/>
                </a:lnTo>
                <a:lnTo>
                  <a:pt x="3057" y="3403"/>
                </a:lnTo>
                <a:cubicBezTo>
                  <a:pt x="3246" y="3403"/>
                  <a:pt x="3403" y="3246"/>
                  <a:pt x="3403" y="3057"/>
                </a:cubicBezTo>
                <a:cubicBezTo>
                  <a:pt x="3403" y="2868"/>
                  <a:pt x="3246" y="2710"/>
                  <a:pt x="3057" y="2710"/>
                </a:cubicBezTo>
                <a:lnTo>
                  <a:pt x="2363" y="2710"/>
                </a:lnTo>
                <a:cubicBezTo>
                  <a:pt x="1796" y="2710"/>
                  <a:pt x="1324" y="2238"/>
                  <a:pt x="1324" y="1671"/>
                </a:cubicBezTo>
                <a:lnTo>
                  <a:pt x="1324" y="1135"/>
                </a:lnTo>
                <a:lnTo>
                  <a:pt x="1450" y="1229"/>
                </a:lnTo>
                <a:cubicBezTo>
                  <a:pt x="1513" y="1292"/>
                  <a:pt x="1599" y="1324"/>
                  <a:pt x="1686" y="1324"/>
                </a:cubicBezTo>
                <a:cubicBezTo>
                  <a:pt x="1773" y="1324"/>
                  <a:pt x="1859" y="1292"/>
                  <a:pt x="1922" y="1229"/>
                </a:cubicBezTo>
                <a:cubicBezTo>
                  <a:pt x="2048" y="1135"/>
                  <a:pt x="2048" y="883"/>
                  <a:pt x="1922" y="757"/>
                </a:cubicBezTo>
                <a:lnTo>
                  <a:pt x="1261" y="95"/>
                </a:lnTo>
                <a:cubicBezTo>
                  <a:pt x="1198" y="32"/>
                  <a:pt x="1103" y="1"/>
                  <a:pt x="10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5" name="Google Shape;3055;p23"/>
          <p:cNvSpPr/>
          <p:nvPr/>
        </p:nvSpPr>
        <p:spPr>
          <a:xfrm>
            <a:off x="3494534" y="1588646"/>
            <a:ext cx="266513" cy="148777"/>
          </a:xfrm>
          <a:custGeom>
            <a:rect b="b" l="l" r="r" t="t"/>
            <a:pathLst>
              <a:path extrusionOk="0" h="6144" w="8255">
                <a:moveTo>
                  <a:pt x="4191" y="0"/>
                </a:moveTo>
                <a:cubicBezTo>
                  <a:pt x="2300" y="0"/>
                  <a:pt x="757" y="1544"/>
                  <a:pt x="757" y="3434"/>
                </a:cubicBezTo>
                <a:lnTo>
                  <a:pt x="757" y="3529"/>
                </a:lnTo>
                <a:cubicBezTo>
                  <a:pt x="347" y="3686"/>
                  <a:pt x="95" y="4033"/>
                  <a:pt x="95" y="4474"/>
                </a:cubicBezTo>
                <a:lnTo>
                  <a:pt x="95" y="5135"/>
                </a:lnTo>
                <a:cubicBezTo>
                  <a:pt x="1" y="5671"/>
                  <a:pt x="473" y="6143"/>
                  <a:pt x="1009" y="6143"/>
                </a:cubicBezTo>
                <a:cubicBezTo>
                  <a:pt x="1135" y="6143"/>
                  <a:pt x="1261" y="6112"/>
                  <a:pt x="1387" y="6080"/>
                </a:cubicBezTo>
                <a:lnTo>
                  <a:pt x="1387" y="3403"/>
                </a:lnTo>
                <a:cubicBezTo>
                  <a:pt x="1387" y="1890"/>
                  <a:pt x="2647" y="630"/>
                  <a:pt x="4128" y="630"/>
                </a:cubicBezTo>
                <a:cubicBezTo>
                  <a:pt x="5640" y="630"/>
                  <a:pt x="6900" y="1890"/>
                  <a:pt x="6900" y="3403"/>
                </a:cubicBezTo>
                <a:lnTo>
                  <a:pt x="6900" y="6080"/>
                </a:lnTo>
                <a:cubicBezTo>
                  <a:pt x="6995" y="6112"/>
                  <a:pt x="7121" y="6143"/>
                  <a:pt x="7247" y="6143"/>
                </a:cubicBezTo>
                <a:cubicBezTo>
                  <a:pt x="7782" y="6143"/>
                  <a:pt x="8255" y="5671"/>
                  <a:pt x="8255" y="5135"/>
                </a:cubicBezTo>
                <a:lnTo>
                  <a:pt x="8255" y="4474"/>
                </a:lnTo>
                <a:cubicBezTo>
                  <a:pt x="8255" y="4033"/>
                  <a:pt x="8003" y="3623"/>
                  <a:pt x="7593" y="3529"/>
                </a:cubicBezTo>
                <a:lnTo>
                  <a:pt x="7593" y="3434"/>
                </a:lnTo>
                <a:cubicBezTo>
                  <a:pt x="7593" y="1544"/>
                  <a:pt x="6050" y="0"/>
                  <a:pt x="41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6" name="Google Shape;3056;p23"/>
          <p:cNvSpPr/>
          <p:nvPr/>
        </p:nvSpPr>
        <p:spPr>
          <a:xfrm>
            <a:off x="3561655" y="1638212"/>
            <a:ext cx="135306" cy="50634"/>
          </a:xfrm>
          <a:custGeom>
            <a:rect b="b" l="l" r="r" t="t"/>
            <a:pathLst>
              <a:path extrusionOk="0" h="2091" w="4191">
                <a:moveTo>
                  <a:pt x="1734" y="1"/>
                </a:moveTo>
                <a:cubicBezTo>
                  <a:pt x="789" y="1"/>
                  <a:pt x="1" y="757"/>
                  <a:pt x="1" y="1702"/>
                </a:cubicBezTo>
                <a:lnTo>
                  <a:pt x="1" y="2049"/>
                </a:lnTo>
                <a:lnTo>
                  <a:pt x="1230" y="2049"/>
                </a:lnTo>
                <a:cubicBezTo>
                  <a:pt x="1545" y="2049"/>
                  <a:pt x="1891" y="2049"/>
                  <a:pt x="2017" y="1986"/>
                </a:cubicBezTo>
                <a:cubicBezTo>
                  <a:pt x="2049" y="1954"/>
                  <a:pt x="2080" y="1828"/>
                  <a:pt x="2080" y="1734"/>
                </a:cubicBezTo>
                <a:cubicBezTo>
                  <a:pt x="2080" y="1545"/>
                  <a:pt x="2238" y="1387"/>
                  <a:pt x="2458" y="1387"/>
                </a:cubicBezTo>
                <a:cubicBezTo>
                  <a:pt x="2647" y="1387"/>
                  <a:pt x="2805" y="1545"/>
                  <a:pt x="2805" y="1734"/>
                </a:cubicBezTo>
                <a:cubicBezTo>
                  <a:pt x="2805" y="1828"/>
                  <a:pt x="2805" y="1954"/>
                  <a:pt x="2868" y="1986"/>
                </a:cubicBezTo>
                <a:cubicBezTo>
                  <a:pt x="2942" y="2059"/>
                  <a:pt x="3091" y="2090"/>
                  <a:pt x="3266" y="2090"/>
                </a:cubicBezTo>
                <a:cubicBezTo>
                  <a:pt x="3389" y="2090"/>
                  <a:pt x="3525" y="2075"/>
                  <a:pt x="3656" y="2049"/>
                </a:cubicBezTo>
                <a:lnTo>
                  <a:pt x="4191" y="2049"/>
                </a:lnTo>
                <a:lnTo>
                  <a:pt x="4191" y="1702"/>
                </a:lnTo>
                <a:lnTo>
                  <a:pt x="4128" y="1702"/>
                </a:lnTo>
                <a:cubicBezTo>
                  <a:pt x="4128" y="757"/>
                  <a:pt x="3340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7" name="Google Shape;3057;p23"/>
          <p:cNvSpPr/>
          <p:nvPr/>
        </p:nvSpPr>
        <p:spPr>
          <a:xfrm>
            <a:off x="3561655" y="1698480"/>
            <a:ext cx="135306" cy="71749"/>
          </a:xfrm>
          <a:custGeom>
            <a:rect b="b" l="l" r="r" t="t"/>
            <a:pathLst>
              <a:path extrusionOk="0" h="2963" w="4191">
                <a:moveTo>
                  <a:pt x="2395" y="1"/>
                </a:moveTo>
                <a:cubicBezTo>
                  <a:pt x="2080" y="253"/>
                  <a:pt x="1671" y="253"/>
                  <a:pt x="1230" y="253"/>
                </a:cubicBezTo>
                <a:lnTo>
                  <a:pt x="1" y="253"/>
                </a:lnTo>
                <a:lnTo>
                  <a:pt x="1" y="914"/>
                </a:lnTo>
                <a:cubicBezTo>
                  <a:pt x="1" y="2049"/>
                  <a:pt x="946" y="2962"/>
                  <a:pt x="2112" y="2962"/>
                </a:cubicBezTo>
                <a:cubicBezTo>
                  <a:pt x="3246" y="2962"/>
                  <a:pt x="4191" y="2049"/>
                  <a:pt x="4191" y="914"/>
                </a:cubicBezTo>
                <a:lnTo>
                  <a:pt x="4191" y="253"/>
                </a:lnTo>
                <a:lnTo>
                  <a:pt x="3466" y="253"/>
                </a:lnTo>
                <a:cubicBezTo>
                  <a:pt x="3088" y="253"/>
                  <a:pt x="2679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8" name="Google Shape;3058;p23"/>
          <p:cNvSpPr/>
          <p:nvPr/>
        </p:nvSpPr>
        <p:spPr>
          <a:xfrm>
            <a:off x="3739677" y="1737392"/>
            <a:ext cx="135306" cy="50609"/>
          </a:xfrm>
          <a:custGeom>
            <a:rect b="b" l="l" r="r" t="t"/>
            <a:pathLst>
              <a:path extrusionOk="0" h="2090" w="4191">
                <a:moveTo>
                  <a:pt x="1702" y="0"/>
                </a:moveTo>
                <a:cubicBezTo>
                  <a:pt x="756" y="0"/>
                  <a:pt x="0" y="757"/>
                  <a:pt x="0" y="1702"/>
                </a:cubicBezTo>
                <a:lnTo>
                  <a:pt x="0" y="2048"/>
                </a:lnTo>
                <a:lnTo>
                  <a:pt x="1229" y="2048"/>
                </a:lnTo>
                <a:cubicBezTo>
                  <a:pt x="1544" y="2048"/>
                  <a:pt x="1891" y="2048"/>
                  <a:pt x="2017" y="1985"/>
                </a:cubicBezTo>
                <a:cubicBezTo>
                  <a:pt x="2048" y="1954"/>
                  <a:pt x="2080" y="1828"/>
                  <a:pt x="2080" y="1733"/>
                </a:cubicBezTo>
                <a:cubicBezTo>
                  <a:pt x="2080" y="1544"/>
                  <a:pt x="2237" y="1387"/>
                  <a:pt x="2458" y="1387"/>
                </a:cubicBezTo>
                <a:cubicBezTo>
                  <a:pt x="2647" y="1387"/>
                  <a:pt x="2804" y="1544"/>
                  <a:pt x="2804" y="1733"/>
                </a:cubicBezTo>
                <a:cubicBezTo>
                  <a:pt x="2804" y="1828"/>
                  <a:pt x="2804" y="1954"/>
                  <a:pt x="2867" y="1985"/>
                </a:cubicBezTo>
                <a:cubicBezTo>
                  <a:pt x="2941" y="2059"/>
                  <a:pt x="3091" y="2090"/>
                  <a:pt x="3265" y="2090"/>
                </a:cubicBezTo>
                <a:cubicBezTo>
                  <a:pt x="3388" y="2090"/>
                  <a:pt x="3524" y="2074"/>
                  <a:pt x="3655" y="2048"/>
                </a:cubicBezTo>
                <a:lnTo>
                  <a:pt x="4190" y="2048"/>
                </a:lnTo>
                <a:lnTo>
                  <a:pt x="4190" y="1702"/>
                </a:lnTo>
                <a:cubicBezTo>
                  <a:pt x="4096" y="757"/>
                  <a:pt x="3308" y="0"/>
                  <a:pt x="2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9" name="Google Shape;3059;p23"/>
          <p:cNvSpPr/>
          <p:nvPr/>
        </p:nvSpPr>
        <p:spPr>
          <a:xfrm>
            <a:off x="3738644" y="1797661"/>
            <a:ext cx="132272" cy="72500"/>
          </a:xfrm>
          <a:custGeom>
            <a:rect b="b" l="l" r="r" t="t"/>
            <a:pathLst>
              <a:path extrusionOk="0" h="2994" w="4097">
                <a:moveTo>
                  <a:pt x="2395" y="0"/>
                </a:moveTo>
                <a:cubicBezTo>
                  <a:pt x="2080" y="252"/>
                  <a:pt x="1639" y="252"/>
                  <a:pt x="1230" y="252"/>
                </a:cubicBezTo>
                <a:lnTo>
                  <a:pt x="1" y="252"/>
                </a:lnTo>
                <a:lnTo>
                  <a:pt x="1" y="914"/>
                </a:lnTo>
                <a:cubicBezTo>
                  <a:pt x="1" y="2048"/>
                  <a:pt x="914" y="2993"/>
                  <a:pt x="2049" y="2993"/>
                </a:cubicBezTo>
                <a:cubicBezTo>
                  <a:pt x="3183" y="2993"/>
                  <a:pt x="4096" y="2048"/>
                  <a:pt x="4096" y="914"/>
                </a:cubicBezTo>
                <a:lnTo>
                  <a:pt x="4096" y="252"/>
                </a:lnTo>
                <a:lnTo>
                  <a:pt x="3435" y="252"/>
                </a:lnTo>
                <a:cubicBezTo>
                  <a:pt x="3025" y="252"/>
                  <a:pt x="2679" y="189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0" name="Google Shape;3060;p23"/>
          <p:cNvSpPr/>
          <p:nvPr/>
        </p:nvSpPr>
        <p:spPr>
          <a:xfrm>
            <a:off x="3495566" y="2087926"/>
            <a:ext cx="183088" cy="135047"/>
          </a:xfrm>
          <a:custGeom>
            <a:rect b="b" l="l" r="r" t="t"/>
            <a:pathLst>
              <a:path extrusionOk="0" h="5577" w="5671">
                <a:moveTo>
                  <a:pt x="4190" y="1"/>
                </a:moveTo>
                <a:cubicBezTo>
                  <a:pt x="4001" y="316"/>
                  <a:pt x="3970" y="725"/>
                  <a:pt x="4127" y="1040"/>
                </a:cubicBezTo>
                <a:lnTo>
                  <a:pt x="3497" y="1670"/>
                </a:lnTo>
                <a:cubicBezTo>
                  <a:pt x="3345" y="1589"/>
                  <a:pt x="3194" y="1550"/>
                  <a:pt x="3047" y="1550"/>
                </a:cubicBezTo>
                <a:cubicBezTo>
                  <a:pt x="2797" y="1550"/>
                  <a:pt x="2561" y="1661"/>
                  <a:pt x="2363" y="1859"/>
                </a:cubicBezTo>
                <a:lnTo>
                  <a:pt x="378" y="3813"/>
                </a:lnTo>
                <a:cubicBezTo>
                  <a:pt x="0" y="4222"/>
                  <a:pt x="0" y="4884"/>
                  <a:pt x="378" y="5293"/>
                </a:cubicBezTo>
                <a:cubicBezTo>
                  <a:pt x="583" y="5482"/>
                  <a:pt x="851" y="5577"/>
                  <a:pt x="1115" y="5577"/>
                </a:cubicBezTo>
                <a:cubicBezTo>
                  <a:pt x="1378" y="5577"/>
                  <a:pt x="1638" y="5482"/>
                  <a:pt x="1827" y="5293"/>
                </a:cubicBezTo>
                <a:lnTo>
                  <a:pt x="3812" y="3309"/>
                </a:lnTo>
                <a:cubicBezTo>
                  <a:pt x="4096" y="3025"/>
                  <a:pt x="4190" y="2553"/>
                  <a:pt x="4001" y="2143"/>
                </a:cubicBezTo>
                <a:lnTo>
                  <a:pt x="4631" y="1513"/>
                </a:lnTo>
                <a:cubicBezTo>
                  <a:pt x="4789" y="1576"/>
                  <a:pt x="4915" y="1607"/>
                  <a:pt x="5072" y="1607"/>
                </a:cubicBezTo>
                <a:cubicBezTo>
                  <a:pt x="5261" y="1607"/>
                  <a:pt x="5450" y="1544"/>
                  <a:pt x="5671" y="1418"/>
                </a:cubicBezTo>
                <a:cubicBezTo>
                  <a:pt x="5041" y="1040"/>
                  <a:pt x="4568" y="568"/>
                  <a:pt x="41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1" name="Google Shape;3061;p23"/>
          <p:cNvSpPr/>
          <p:nvPr/>
        </p:nvSpPr>
        <p:spPr>
          <a:xfrm>
            <a:off x="3630842" y="1939930"/>
            <a:ext cx="243106" cy="181588"/>
          </a:xfrm>
          <a:custGeom>
            <a:rect b="b" l="l" r="r" t="t"/>
            <a:pathLst>
              <a:path extrusionOk="0" h="7499" w="7530">
                <a:moveTo>
                  <a:pt x="3718" y="1387"/>
                </a:moveTo>
                <a:cubicBezTo>
                  <a:pt x="4253" y="1387"/>
                  <a:pt x="4726" y="1859"/>
                  <a:pt x="4726" y="2427"/>
                </a:cubicBezTo>
                <a:cubicBezTo>
                  <a:pt x="4789" y="2805"/>
                  <a:pt x="4505" y="3214"/>
                  <a:pt x="4096" y="3372"/>
                </a:cubicBezTo>
                <a:lnTo>
                  <a:pt x="4096" y="3750"/>
                </a:lnTo>
                <a:cubicBezTo>
                  <a:pt x="4096" y="3939"/>
                  <a:pt x="3938" y="4096"/>
                  <a:pt x="3749" y="4096"/>
                </a:cubicBezTo>
                <a:cubicBezTo>
                  <a:pt x="3560" y="4096"/>
                  <a:pt x="3403" y="3939"/>
                  <a:pt x="3403" y="3750"/>
                </a:cubicBezTo>
                <a:lnTo>
                  <a:pt x="3403" y="3372"/>
                </a:lnTo>
                <a:cubicBezTo>
                  <a:pt x="3403" y="3088"/>
                  <a:pt x="3592" y="2805"/>
                  <a:pt x="3875" y="2742"/>
                </a:cubicBezTo>
                <a:cubicBezTo>
                  <a:pt x="4001" y="2679"/>
                  <a:pt x="4096" y="2521"/>
                  <a:pt x="4096" y="2427"/>
                </a:cubicBezTo>
                <a:cubicBezTo>
                  <a:pt x="4096" y="2206"/>
                  <a:pt x="3938" y="2049"/>
                  <a:pt x="3749" y="2049"/>
                </a:cubicBezTo>
                <a:cubicBezTo>
                  <a:pt x="3560" y="2049"/>
                  <a:pt x="3403" y="2206"/>
                  <a:pt x="3403" y="2427"/>
                </a:cubicBezTo>
                <a:cubicBezTo>
                  <a:pt x="3403" y="2616"/>
                  <a:pt x="3245" y="2773"/>
                  <a:pt x="3056" y="2773"/>
                </a:cubicBezTo>
                <a:cubicBezTo>
                  <a:pt x="2836" y="2773"/>
                  <a:pt x="2678" y="2616"/>
                  <a:pt x="2678" y="2427"/>
                </a:cubicBezTo>
                <a:cubicBezTo>
                  <a:pt x="2678" y="1859"/>
                  <a:pt x="3151" y="1387"/>
                  <a:pt x="3718" y="1387"/>
                </a:cubicBezTo>
                <a:close/>
                <a:moveTo>
                  <a:pt x="3749" y="4726"/>
                </a:moveTo>
                <a:cubicBezTo>
                  <a:pt x="3938" y="4726"/>
                  <a:pt x="4096" y="4884"/>
                  <a:pt x="4096" y="5104"/>
                </a:cubicBezTo>
                <a:cubicBezTo>
                  <a:pt x="4096" y="5294"/>
                  <a:pt x="3938" y="5451"/>
                  <a:pt x="3749" y="5451"/>
                </a:cubicBezTo>
                <a:cubicBezTo>
                  <a:pt x="3560" y="5451"/>
                  <a:pt x="3403" y="5294"/>
                  <a:pt x="3403" y="5104"/>
                </a:cubicBezTo>
                <a:cubicBezTo>
                  <a:pt x="3403" y="4884"/>
                  <a:pt x="3560" y="4726"/>
                  <a:pt x="3749" y="4726"/>
                </a:cubicBezTo>
                <a:close/>
                <a:moveTo>
                  <a:pt x="3749" y="1"/>
                </a:moveTo>
                <a:cubicBezTo>
                  <a:pt x="1670" y="1"/>
                  <a:pt x="0" y="1702"/>
                  <a:pt x="0" y="3750"/>
                </a:cubicBezTo>
                <a:cubicBezTo>
                  <a:pt x="0" y="5829"/>
                  <a:pt x="1702" y="7499"/>
                  <a:pt x="3749" y="7499"/>
                </a:cubicBezTo>
                <a:cubicBezTo>
                  <a:pt x="5829" y="7499"/>
                  <a:pt x="7498" y="5798"/>
                  <a:pt x="7498" y="3750"/>
                </a:cubicBezTo>
                <a:cubicBezTo>
                  <a:pt x="7530" y="1670"/>
                  <a:pt x="5829" y="1"/>
                  <a:pt x="3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2" name="Google Shape;3062;p23"/>
          <p:cNvSpPr/>
          <p:nvPr/>
        </p:nvSpPr>
        <p:spPr>
          <a:xfrm>
            <a:off x="3620171" y="2287037"/>
            <a:ext cx="127171" cy="68674"/>
          </a:xfrm>
          <a:custGeom>
            <a:rect b="b" l="l" r="r" t="t"/>
            <a:pathLst>
              <a:path extrusionOk="0" h="2836" w="3939">
                <a:moveTo>
                  <a:pt x="1985" y="0"/>
                </a:moveTo>
                <a:cubicBezTo>
                  <a:pt x="1260" y="0"/>
                  <a:pt x="473" y="946"/>
                  <a:pt x="0" y="2521"/>
                </a:cubicBezTo>
                <a:cubicBezTo>
                  <a:pt x="158" y="2615"/>
                  <a:pt x="284" y="2710"/>
                  <a:pt x="410" y="2836"/>
                </a:cubicBezTo>
                <a:cubicBezTo>
                  <a:pt x="914" y="2773"/>
                  <a:pt x="1481" y="2773"/>
                  <a:pt x="1985" y="2773"/>
                </a:cubicBezTo>
                <a:cubicBezTo>
                  <a:pt x="2489" y="2773"/>
                  <a:pt x="3056" y="2804"/>
                  <a:pt x="3560" y="2836"/>
                </a:cubicBezTo>
                <a:cubicBezTo>
                  <a:pt x="3623" y="2678"/>
                  <a:pt x="3781" y="2584"/>
                  <a:pt x="3938" y="2521"/>
                </a:cubicBezTo>
                <a:cubicBezTo>
                  <a:pt x="3529" y="946"/>
                  <a:pt x="2741" y="0"/>
                  <a:pt x="19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3" name="Google Shape;3063;p23"/>
          <p:cNvSpPr/>
          <p:nvPr/>
        </p:nvSpPr>
        <p:spPr>
          <a:xfrm>
            <a:off x="3496067" y="2380867"/>
            <a:ext cx="91560" cy="95383"/>
          </a:xfrm>
          <a:custGeom>
            <a:rect b="b" l="l" r="r" t="t"/>
            <a:pathLst>
              <a:path extrusionOk="0" h="3939" w="2836">
                <a:moveTo>
                  <a:pt x="2521" y="0"/>
                </a:moveTo>
                <a:cubicBezTo>
                  <a:pt x="946" y="473"/>
                  <a:pt x="32" y="1229"/>
                  <a:pt x="32" y="1954"/>
                </a:cubicBezTo>
                <a:cubicBezTo>
                  <a:pt x="1" y="2710"/>
                  <a:pt x="946" y="3466"/>
                  <a:pt x="2521" y="3939"/>
                </a:cubicBezTo>
                <a:cubicBezTo>
                  <a:pt x="2584" y="3781"/>
                  <a:pt x="2710" y="3655"/>
                  <a:pt x="2836" y="3529"/>
                </a:cubicBezTo>
                <a:cubicBezTo>
                  <a:pt x="2773" y="3025"/>
                  <a:pt x="2773" y="2521"/>
                  <a:pt x="2773" y="1954"/>
                </a:cubicBezTo>
                <a:cubicBezTo>
                  <a:pt x="2773" y="1418"/>
                  <a:pt x="2805" y="914"/>
                  <a:pt x="2836" y="379"/>
                </a:cubicBezTo>
                <a:cubicBezTo>
                  <a:pt x="2679" y="316"/>
                  <a:pt x="2553" y="158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4" name="Google Shape;3064;p23"/>
          <p:cNvSpPr/>
          <p:nvPr/>
        </p:nvSpPr>
        <p:spPr>
          <a:xfrm>
            <a:off x="3781889" y="2381617"/>
            <a:ext cx="91560" cy="50391"/>
          </a:xfrm>
          <a:custGeom>
            <a:rect b="b" l="l" r="r" t="t"/>
            <a:pathLst>
              <a:path extrusionOk="0" h="2081" w="2836">
                <a:moveTo>
                  <a:pt x="316" y="1"/>
                </a:moveTo>
                <a:cubicBezTo>
                  <a:pt x="253" y="159"/>
                  <a:pt x="127" y="285"/>
                  <a:pt x="1" y="379"/>
                </a:cubicBezTo>
                <a:cubicBezTo>
                  <a:pt x="32" y="600"/>
                  <a:pt x="32" y="789"/>
                  <a:pt x="32" y="978"/>
                </a:cubicBezTo>
                <a:cubicBezTo>
                  <a:pt x="158" y="978"/>
                  <a:pt x="284" y="946"/>
                  <a:pt x="442" y="946"/>
                </a:cubicBezTo>
                <a:cubicBezTo>
                  <a:pt x="1387" y="946"/>
                  <a:pt x="2237" y="1387"/>
                  <a:pt x="2804" y="2080"/>
                </a:cubicBezTo>
                <a:lnTo>
                  <a:pt x="2804" y="1954"/>
                </a:lnTo>
                <a:cubicBezTo>
                  <a:pt x="2836" y="1230"/>
                  <a:pt x="1891" y="474"/>
                  <a:pt x="3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5" name="Google Shape;3065;p23"/>
          <p:cNvSpPr/>
          <p:nvPr/>
        </p:nvSpPr>
        <p:spPr>
          <a:xfrm>
            <a:off x="3620172" y="2500629"/>
            <a:ext cx="111900" cy="68698"/>
          </a:xfrm>
          <a:custGeom>
            <a:rect b="b" l="l" r="r" t="t"/>
            <a:pathLst>
              <a:path extrusionOk="0" h="2837" w="3466">
                <a:moveTo>
                  <a:pt x="410" y="1"/>
                </a:moveTo>
                <a:cubicBezTo>
                  <a:pt x="315" y="158"/>
                  <a:pt x="158" y="284"/>
                  <a:pt x="0" y="316"/>
                </a:cubicBezTo>
                <a:cubicBezTo>
                  <a:pt x="473" y="1891"/>
                  <a:pt x="1260" y="2836"/>
                  <a:pt x="1985" y="2836"/>
                </a:cubicBezTo>
                <a:cubicBezTo>
                  <a:pt x="2489" y="2836"/>
                  <a:pt x="3056" y="2364"/>
                  <a:pt x="3466" y="1544"/>
                </a:cubicBezTo>
                <a:lnTo>
                  <a:pt x="3119" y="1072"/>
                </a:lnTo>
                <a:cubicBezTo>
                  <a:pt x="2836" y="851"/>
                  <a:pt x="2678" y="473"/>
                  <a:pt x="2521" y="95"/>
                </a:cubicBezTo>
                <a:lnTo>
                  <a:pt x="1985" y="95"/>
                </a:lnTo>
                <a:cubicBezTo>
                  <a:pt x="1418" y="95"/>
                  <a:pt x="882" y="64"/>
                  <a:pt x="4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6" name="Google Shape;3066;p23"/>
          <p:cNvSpPr/>
          <p:nvPr/>
        </p:nvSpPr>
        <p:spPr>
          <a:xfrm>
            <a:off x="3607967" y="2370188"/>
            <a:ext cx="153612" cy="116741"/>
          </a:xfrm>
          <a:custGeom>
            <a:rect b="b" l="l" r="r" t="t"/>
            <a:pathLst>
              <a:path extrusionOk="0" h="4821" w="4758">
                <a:moveTo>
                  <a:pt x="2395" y="0"/>
                </a:moveTo>
                <a:cubicBezTo>
                  <a:pt x="1922" y="0"/>
                  <a:pt x="1418" y="32"/>
                  <a:pt x="1008" y="95"/>
                </a:cubicBezTo>
                <a:cubicBezTo>
                  <a:pt x="977" y="599"/>
                  <a:pt x="599" y="977"/>
                  <a:pt x="63" y="1040"/>
                </a:cubicBezTo>
                <a:cubicBezTo>
                  <a:pt x="32" y="1450"/>
                  <a:pt x="0" y="1922"/>
                  <a:pt x="0" y="2395"/>
                </a:cubicBezTo>
                <a:cubicBezTo>
                  <a:pt x="0" y="2867"/>
                  <a:pt x="32" y="3340"/>
                  <a:pt x="63" y="3781"/>
                </a:cubicBezTo>
                <a:cubicBezTo>
                  <a:pt x="599" y="3812"/>
                  <a:pt x="977" y="4222"/>
                  <a:pt x="1008" y="4726"/>
                </a:cubicBezTo>
                <a:cubicBezTo>
                  <a:pt x="1449" y="4758"/>
                  <a:pt x="1922" y="4821"/>
                  <a:pt x="2395" y="4821"/>
                </a:cubicBezTo>
                <a:lnTo>
                  <a:pt x="2804" y="4821"/>
                </a:lnTo>
                <a:cubicBezTo>
                  <a:pt x="2804" y="4695"/>
                  <a:pt x="2741" y="4569"/>
                  <a:pt x="2741" y="4506"/>
                </a:cubicBezTo>
                <a:cubicBezTo>
                  <a:pt x="2741" y="3151"/>
                  <a:pt x="3592" y="2017"/>
                  <a:pt x="4757" y="1576"/>
                </a:cubicBezTo>
                <a:cubicBezTo>
                  <a:pt x="4757" y="1387"/>
                  <a:pt x="4726" y="1229"/>
                  <a:pt x="4726" y="1040"/>
                </a:cubicBezTo>
                <a:cubicBezTo>
                  <a:pt x="4222" y="977"/>
                  <a:pt x="3812" y="599"/>
                  <a:pt x="3781" y="95"/>
                </a:cubicBezTo>
                <a:cubicBezTo>
                  <a:pt x="3340" y="32"/>
                  <a:pt x="2867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7" name="Google Shape;3067;p23"/>
          <p:cNvSpPr/>
          <p:nvPr/>
        </p:nvSpPr>
        <p:spPr>
          <a:xfrm>
            <a:off x="3503202" y="2466318"/>
            <a:ext cx="130205" cy="97659"/>
          </a:xfrm>
          <a:custGeom>
            <a:rect b="b" l="l" r="r" t="t"/>
            <a:pathLst>
              <a:path extrusionOk="0" h="4033" w="4033">
                <a:moveTo>
                  <a:pt x="0" y="0"/>
                </a:moveTo>
                <a:lnTo>
                  <a:pt x="0" y="0"/>
                </a:lnTo>
                <a:cubicBezTo>
                  <a:pt x="567" y="1953"/>
                  <a:pt x="2111" y="3466"/>
                  <a:pt x="4033" y="4033"/>
                </a:cubicBezTo>
                <a:cubicBezTo>
                  <a:pt x="3592" y="3466"/>
                  <a:pt x="3245" y="2741"/>
                  <a:pt x="2962" y="1827"/>
                </a:cubicBezTo>
                <a:cubicBezTo>
                  <a:pt x="2584" y="1733"/>
                  <a:pt x="2300" y="1481"/>
                  <a:pt x="2206" y="1071"/>
                </a:cubicBezTo>
                <a:cubicBezTo>
                  <a:pt x="1323" y="851"/>
                  <a:pt x="567" y="44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8" name="Google Shape;3068;p23"/>
          <p:cNvSpPr/>
          <p:nvPr/>
        </p:nvSpPr>
        <p:spPr>
          <a:xfrm>
            <a:off x="3736108" y="2293889"/>
            <a:ext cx="130238" cy="96933"/>
          </a:xfrm>
          <a:custGeom>
            <a:rect b="b" l="l" r="r" t="t"/>
            <a:pathLst>
              <a:path extrusionOk="0" h="4003" w="4034">
                <a:moveTo>
                  <a:pt x="1" y="1"/>
                </a:moveTo>
                <a:lnTo>
                  <a:pt x="1" y="1"/>
                </a:lnTo>
                <a:cubicBezTo>
                  <a:pt x="442" y="537"/>
                  <a:pt x="788" y="1293"/>
                  <a:pt x="1072" y="2206"/>
                </a:cubicBezTo>
                <a:cubicBezTo>
                  <a:pt x="1419" y="2238"/>
                  <a:pt x="1734" y="2553"/>
                  <a:pt x="1828" y="2962"/>
                </a:cubicBezTo>
                <a:cubicBezTo>
                  <a:pt x="2710" y="3183"/>
                  <a:pt x="3466" y="3592"/>
                  <a:pt x="4033" y="4002"/>
                </a:cubicBezTo>
                <a:cubicBezTo>
                  <a:pt x="3466" y="2080"/>
                  <a:pt x="1923" y="53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9" name="Google Shape;3069;p23"/>
          <p:cNvSpPr/>
          <p:nvPr/>
        </p:nvSpPr>
        <p:spPr>
          <a:xfrm>
            <a:off x="3503202" y="2293139"/>
            <a:ext cx="130205" cy="96908"/>
          </a:xfrm>
          <a:custGeom>
            <a:rect b="b" l="l" r="r" t="t"/>
            <a:pathLst>
              <a:path extrusionOk="0" h="4002" w="4033">
                <a:moveTo>
                  <a:pt x="4033" y="0"/>
                </a:moveTo>
                <a:lnTo>
                  <a:pt x="4033" y="0"/>
                </a:lnTo>
                <a:cubicBezTo>
                  <a:pt x="2111" y="536"/>
                  <a:pt x="567" y="2080"/>
                  <a:pt x="0" y="4002"/>
                </a:cubicBezTo>
                <a:cubicBezTo>
                  <a:pt x="567" y="3592"/>
                  <a:pt x="1323" y="3214"/>
                  <a:pt x="2206" y="2962"/>
                </a:cubicBezTo>
                <a:cubicBezTo>
                  <a:pt x="2300" y="2552"/>
                  <a:pt x="2615" y="2269"/>
                  <a:pt x="2962" y="2206"/>
                </a:cubicBezTo>
                <a:cubicBezTo>
                  <a:pt x="3214" y="1292"/>
                  <a:pt x="3592" y="505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0" name="Google Shape;3070;p23"/>
          <p:cNvSpPr/>
          <p:nvPr/>
        </p:nvSpPr>
        <p:spPr>
          <a:xfrm>
            <a:off x="3718835" y="2420529"/>
            <a:ext cx="154613" cy="150327"/>
          </a:xfrm>
          <a:custGeom>
            <a:rect b="b" l="l" r="r" t="t"/>
            <a:pathLst>
              <a:path extrusionOk="0" h="6208" w="4789">
                <a:moveTo>
                  <a:pt x="2395" y="1355"/>
                </a:moveTo>
                <a:cubicBezTo>
                  <a:pt x="2930" y="1355"/>
                  <a:pt x="3403" y="1828"/>
                  <a:pt x="3403" y="2364"/>
                </a:cubicBezTo>
                <a:cubicBezTo>
                  <a:pt x="3403" y="2962"/>
                  <a:pt x="2930" y="3403"/>
                  <a:pt x="2395" y="3403"/>
                </a:cubicBezTo>
                <a:cubicBezTo>
                  <a:pt x="1827" y="3403"/>
                  <a:pt x="1355" y="2931"/>
                  <a:pt x="1355" y="2364"/>
                </a:cubicBezTo>
                <a:cubicBezTo>
                  <a:pt x="1355" y="1828"/>
                  <a:pt x="1827" y="1355"/>
                  <a:pt x="2395" y="1355"/>
                </a:cubicBezTo>
                <a:close/>
                <a:moveTo>
                  <a:pt x="2395" y="1"/>
                </a:moveTo>
                <a:cubicBezTo>
                  <a:pt x="1040" y="1"/>
                  <a:pt x="0" y="1072"/>
                  <a:pt x="0" y="2427"/>
                </a:cubicBezTo>
                <a:cubicBezTo>
                  <a:pt x="0" y="2994"/>
                  <a:pt x="221" y="3592"/>
                  <a:pt x="630" y="4002"/>
                </a:cubicBezTo>
                <a:lnTo>
                  <a:pt x="2111" y="6050"/>
                </a:lnTo>
                <a:cubicBezTo>
                  <a:pt x="2206" y="6113"/>
                  <a:pt x="2269" y="6207"/>
                  <a:pt x="2395" y="6207"/>
                </a:cubicBezTo>
                <a:cubicBezTo>
                  <a:pt x="2521" y="6207"/>
                  <a:pt x="2584" y="6144"/>
                  <a:pt x="2678" y="6050"/>
                </a:cubicBezTo>
                <a:lnTo>
                  <a:pt x="4442" y="3592"/>
                </a:lnTo>
                <a:cubicBezTo>
                  <a:pt x="4663" y="3246"/>
                  <a:pt x="4757" y="2805"/>
                  <a:pt x="4757" y="2364"/>
                </a:cubicBezTo>
                <a:cubicBezTo>
                  <a:pt x="4789" y="1072"/>
                  <a:pt x="3686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1" name="Google Shape;3071;p23"/>
          <p:cNvSpPr/>
          <p:nvPr/>
        </p:nvSpPr>
        <p:spPr>
          <a:xfrm>
            <a:off x="3784956" y="2470119"/>
            <a:ext cx="22406" cy="17580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2" name="Google Shape;3072;p23"/>
          <p:cNvSpPr/>
          <p:nvPr/>
        </p:nvSpPr>
        <p:spPr>
          <a:xfrm>
            <a:off x="2116616" y="2665184"/>
            <a:ext cx="264479" cy="148777"/>
          </a:xfrm>
          <a:custGeom>
            <a:rect b="b" l="l" r="r" t="t"/>
            <a:pathLst>
              <a:path extrusionOk="0" h="6144" w="8192">
                <a:moveTo>
                  <a:pt x="4096" y="0"/>
                </a:moveTo>
                <a:cubicBezTo>
                  <a:pt x="2206" y="0"/>
                  <a:pt x="662" y="1544"/>
                  <a:pt x="662" y="3434"/>
                </a:cubicBezTo>
                <a:lnTo>
                  <a:pt x="662" y="3497"/>
                </a:lnTo>
                <a:cubicBezTo>
                  <a:pt x="252" y="3655"/>
                  <a:pt x="0" y="4033"/>
                  <a:pt x="0" y="4442"/>
                </a:cubicBezTo>
                <a:lnTo>
                  <a:pt x="0" y="5136"/>
                </a:lnTo>
                <a:cubicBezTo>
                  <a:pt x="0" y="5671"/>
                  <a:pt x="473" y="6144"/>
                  <a:pt x="1009" y="6144"/>
                </a:cubicBezTo>
                <a:cubicBezTo>
                  <a:pt x="1135" y="6144"/>
                  <a:pt x="1261" y="6112"/>
                  <a:pt x="1387" y="6081"/>
                </a:cubicBezTo>
                <a:lnTo>
                  <a:pt x="1387" y="3403"/>
                </a:lnTo>
                <a:cubicBezTo>
                  <a:pt x="1387" y="1891"/>
                  <a:pt x="2584" y="630"/>
                  <a:pt x="4096" y="630"/>
                </a:cubicBezTo>
                <a:cubicBezTo>
                  <a:pt x="5577" y="630"/>
                  <a:pt x="6806" y="1891"/>
                  <a:pt x="6806" y="3403"/>
                </a:cubicBezTo>
                <a:lnTo>
                  <a:pt x="6806" y="6081"/>
                </a:lnTo>
                <a:cubicBezTo>
                  <a:pt x="6932" y="6112"/>
                  <a:pt x="7058" y="6144"/>
                  <a:pt x="7152" y="6144"/>
                </a:cubicBezTo>
                <a:cubicBezTo>
                  <a:pt x="7719" y="6144"/>
                  <a:pt x="8192" y="5671"/>
                  <a:pt x="8192" y="5136"/>
                </a:cubicBezTo>
                <a:lnTo>
                  <a:pt x="8192" y="4442"/>
                </a:lnTo>
                <a:cubicBezTo>
                  <a:pt x="8192" y="4033"/>
                  <a:pt x="7908" y="3623"/>
                  <a:pt x="7530" y="3497"/>
                </a:cubicBezTo>
                <a:lnTo>
                  <a:pt x="7530" y="3434"/>
                </a:lnTo>
                <a:cubicBezTo>
                  <a:pt x="7467" y="1576"/>
                  <a:pt x="5986" y="0"/>
                  <a:pt x="40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3" name="Google Shape;3073;p23"/>
          <p:cNvSpPr/>
          <p:nvPr/>
        </p:nvSpPr>
        <p:spPr>
          <a:xfrm>
            <a:off x="2184769" y="2715524"/>
            <a:ext cx="131239" cy="50803"/>
          </a:xfrm>
          <a:custGeom>
            <a:rect b="b" l="l" r="r" t="t"/>
            <a:pathLst>
              <a:path extrusionOk="0" h="2098" w="4065">
                <a:moveTo>
                  <a:pt x="1702" y="1"/>
                </a:moveTo>
                <a:cubicBezTo>
                  <a:pt x="756" y="1"/>
                  <a:pt x="0" y="757"/>
                  <a:pt x="0" y="1702"/>
                </a:cubicBezTo>
                <a:lnTo>
                  <a:pt x="0" y="2080"/>
                </a:lnTo>
                <a:lnTo>
                  <a:pt x="1229" y="2080"/>
                </a:lnTo>
                <a:cubicBezTo>
                  <a:pt x="1418" y="2080"/>
                  <a:pt x="1765" y="2080"/>
                  <a:pt x="1891" y="1985"/>
                </a:cubicBezTo>
                <a:cubicBezTo>
                  <a:pt x="1922" y="1954"/>
                  <a:pt x="1985" y="1828"/>
                  <a:pt x="1985" y="1765"/>
                </a:cubicBezTo>
                <a:cubicBezTo>
                  <a:pt x="1985" y="1544"/>
                  <a:pt x="2143" y="1387"/>
                  <a:pt x="2332" y="1387"/>
                </a:cubicBezTo>
                <a:cubicBezTo>
                  <a:pt x="2521" y="1387"/>
                  <a:pt x="2678" y="1544"/>
                  <a:pt x="2678" y="1765"/>
                </a:cubicBezTo>
                <a:cubicBezTo>
                  <a:pt x="2678" y="1828"/>
                  <a:pt x="2678" y="1954"/>
                  <a:pt x="2773" y="1985"/>
                </a:cubicBezTo>
                <a:cubicBezTo>
                  <a:pt x="2836" y="2069"/>
                  <a:pt x="3025" y="2097"/>
                  <a:pt x="3237" y="2097"/>
                </a:cubicBezTo>
                <a:cubicBezTo>
                  <a:pt x="3343" y="2097"/>
                  <a:pt x="3455" y="2090"/>
                  <a:pt x="3560" y="2080"/>
                </a:cubicBezTo>
                <a:lnTo>
                  <a:pt x="4064" y="2080"/>
                </a:lnTo>
                <a:lnTo>
                  <a:pt x="4064" y="1702"/>
                </a:lnTo>
                <a:cubicBezTo>
                  <a:pt x="4064" y="757"/>
                  <a:pt x="3308" y="1"/>
                  <a:pt x="2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4" name="Google Shape;3074;p23"/>
          <p:cNvSpPr/>
          <p:nvPr/>
        </p:nvSpPr>
        <p:spPr>
          <a:xfrm>
            <a:off x="2182736" y="2777318"/>
            <a:ext cx="132239" cy="70974"/>
          </a:xfrm>
          <a:custGeom>
            <a:rect b="b" l="l" r="r" t="t"/>
            <a:pathLst>
              <a:path extrusionOk="0" h="2931" w="4096">
                <a:moveTo>
                  <a:pt x="2395" y="1"/>
                </a:moveTo>
                <a:cubicBezTo>
                  <a:pt x="2080" y="221"/>
                  <a:pt x="1639" y="221"/>
                  <a:pt x="1197" y="221"/>
                </a:cubicBezTo>
                <a:lnTo>
                  <a:pt x="0" y="221"/>
                </a:lnTo>
                <a:lnTo>
                  <a:pt x="0" y="883"/>
                </a:lnTo>
                <a:cubicBezTo>
                  <a:pt x="0" y="2048"/>
                  <a:pt x="914" y="2930"/>
                  <a:pt x="2048" y="2930"/>
                </a:cubicBezTo>
                <a:cubicBezTo>
                  <a:pt x="3182" y="2930"/>
                  <a:pt x="4096" y="2048"/>
                  <a:pt x="4096" y="883"/>
                </a:cubicBezTo>
                <a:lnTo>
                  <a:pt x="4096" y="221"/>
                </a:lnTo>
                <a:lnTo>
                  <a:pt x="3403" y="221"/>
                </a:lnTo>
                <a:cubicBezTo>
                  <a:pt x="3025" y="221"/>
                  <a:pt x="2678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5" name="Google Shape;3075;p23"/>
          <p:cNvSpPr/>
          <p:nvPr/>
        </p:nvSpPr>
        <p:spPr>
          <a:xfrm>
            <a:off x="2062699" y="2852841"/>
            <a:ext cx="375345" cy="96012"/>
          </a:xfrm>
          <a:custGeom>
            <a:rect b="b" l="l" r="r" t="t"/>
            <a:pathLst>
              <a:path extrusionOk="0" h="3965" w="11626">
                <a:moveTo>
                  <a:pt x="2092" y="0"/>
                </a:moveTo>
                <a:cubicBezTo>
                  <a:pt x="1962" y="0"/>
                  <a:pt x="1828" y="63"/>
                  <a:pt x="1765" y="190"/>
                </a:cubicBezTo>
                <a:lnTo>
                  <a:pt x="1355" y="1072"/>
                </a:lnTo>
                <a:lnTo>
                  <a:pt x="316" y="1229"/>
                </a:lnTo>
                <a:cubicBezTo>
                  <a:pt x="190" y="1229"/>
                  <a:pt x="95" y="1355"/>
                  <a:pt x="64" y="1481"/>
                </a:cubicBezTo>
                <a:cubicBezTo>
                  <a:pt x="1" y="1607"/>
                  <a:pt x="64" y="1765"/>
                  <a:pt x="127" y="1828"/>
                </a:cubicBezTo>
                <a:lnTo>
                  <a:pt x="883" y="2552"/>
                </a:lnTo>
                <a:lnTo>
                  <a:pt x="725" y="3561"/>
                </a:lnTo>
                <a:cubicBezTo>
                  <a:pt x="694" y="3687"/>
                  <a:pt x="757" y="3844"/>
                  <a:pt x="851" y="3876"/>
                </a:cubicBezTo>
                <a:cubicBezTo>
                  <a:pt x="903" y="3928"/>
                  <a:pt x="965" y="3951"/>
                  <a:pt x="1031" y="3951"/>
                </a:cubicBezTo>
                <a:cubicBezTo>
                  <a:pt x="1085" y="3951"/>
                  <a:pt x="1141" y="3935"/>
                  <a:pt x="1198" y="3907"/>
                </a:cubicBezTo>
                <a:lnTo>
                  <a:pt x="2112" y="3435"/>
                </a:lnTo>
                <a:lnTo>
                  <a:pt x="2994" y="3907"/>
                </a:lnTo>
                <a:cubicBezTo>
                  <a:pt x="3046" y="3947"/>
                  <a:pt x="3099" y="3964"/>
                  <a:pt x="3152" y="3964"/>
                </a:cubicBezTo>
                <a:cubicBezTo>
                  <a:pt x="3225" y="3964"/>
                  <a:pt x="3298" y="3930"/>
                  <a:pt x="3372" y="3876"/>
                </a:cubicBezTo>
                <a:cubicBezTo>
                  <a:pt x="3466" y="3813"/>
                  <a:pt x="3529" y="3687"/>
                  <a:pt x="3466" y="3561"/>
                </a:cubicBezTo>
                <a:lnTo>
                  <a:pt x="3309" y="2552"/>
                </a:lnTo>
                <a:lnTo>
                  <a:pt x="4002" y="1891"/>
                </a:lnTo>
                <a:lnTo>
                  <a:pt x="4663" y="2552"/>
                </a:lnTo>
                <a:lnTo>
                  <a:pt x="4506" y="3561"/>
                </a:lnTo>
                <a:cubicBezTo>
                  <a:pt x="4474" y="3687"/>
                  <a:pt x="4537" y="3844"/>
                  <a:pt x="4632" y="3876"/>
                </a:cubicBezTo>
                <a:cubicBezTo>
                  <a:pt x="4684" y="3928"/>
                  <a:pt x="4746" y="3951"/>
                  <a:pt x="4811" y="3951"/>
                </a:cubicBezTo>
                <a:cubicBezTo>
                  <a:pt x="4865" y="3951"/>
                  <a:pt x="4922" y="3935"/>
                  <a:pt x="4978" y="3907"/>
                </a:cubicBezTo>
                <a:lnTo>
                  <a:pt x="5892" y="3435"/>
                </a:lnTo>
                <a:lnTo>
                  <a:pt x="6774" y="3907"/>
                </a:lnTo>
                <a:cubicBezTo>
                  <a:pt x="6827" y="3947"/>
                  <a:pt x="6880" y="3964"/>
                  <a:pt x="6933" y="3964"/>
                </a:cubicBezTo>
                <a:cubicBezTo>
                  <a:pt x="7006" y="3964"/>
                  <a:pt x="7079" y="3930"/>
                  <a:pt x="7152" y="3876"/>
                </a:cubicBezTo>
                <a:cubicBezTo>
                  <a:pt x="7247" y="3813"/>
                  <a:pt x="7310" y="3687"/>
                  <a:pt x="7247" y="3561"/>
                </a:cubicBezTo>
                <a:lnTo>
                  <a:pt x="7089" y="2552"/>
                </a:lnTo>
                <a:lnTo>
                  <a:pt x="7782" y="1891"/>
                </a:lnTo>
                <a:lnTo>
                  <a:pt x="8444" y="2552"/>
                </a:lnTo>
                <a:lnTo>
                  <a:pt x="8286" y="3561"/>
                </a:lnTo>
                <a:cubicBezTo>
                  <a:pt x="8255" y="3687"/>
                  <a:pt x="8318" y="3844"/>
                  <a:pt x="8413" y="3876"/>
                </a:cubicBezTo>
                <a:cubicBezTo>
                  <a:pt x="8465" y="3928"/>
                  <a:pt x="8526" y="3951"/>
                  <a:pt x="8592" y="3951"/>
                </a:cubicBezTo>
                <a:cubicBezTo>
                  <a:pt x="8646" y="3951"/>
                  <a:pt x="8702" y="3935"/>
                  <a:pt x="8759" y="3907"/>
                </a:cubicBezTo>
                <a:lnTo>
                  <a:pt x="9673" y="3435"/>
                </a:lnTo>
                <a:lnTo>
                  <a:pt x="10555" y="3907"/>
                </a:lnTo>
                <a:cubicBezTo>
                  <a:pt x="10608" y="3947"/>
                  <a:pt x="10660" y="3964"/>
                  <a:pt x="10713" y="3964"/>
                </a:cubicBezTo>
                <a:cubicBezTo>
                  <a:pt x="10786" y="3964"/>
                  <a:pt x="10860" y="3930"/>
                  <a:pt x="10933" y="3876"/>
                </a:cubicBezTo>
                <a:cubicBezTo>
                  <a:pt x="11027" y="3813"/>
                  <a:pt x="11090" y="3687"/>
                  <a:pt x="11027" y="3561"/>
                </a:cubicBezTo>
                <a:lnTo>
                  <a:pt x="10870" y="2552"/>
                </a:lnTo>
                <a:lnTo>
                  <a:pt x="11626" y="1828"/>
                </a:lnTo>
                <a:cubicBezTo>
                  <a:pt x="11532" y="1702"/>
                  <a:pt x="11595" y="1607"/>
                  <a:pt x="11532" y="1481"/>
                </a:cubicBezTo>
                <a:cubicBezTo>
                  <a:pt x="11500" y="1355"/>
                  <a:pt x="11374" y="1292"/>
                  <a:pt x="11279" y="1229"/>
                </a:cubicBezTo>
                <a:lnTo>
                  <a:pt x="10240" y="1072"/>
                </a:lnTo>
                <a:lnTo>
                  <a:pt x="9799" y="190"/>
                </a:lnTo>
                <a:cubicBezTo>
                  <a:pt x="9751" y="63"/>
                  <a:pt x="9625" y="0"/>
                  <a:pt x="9495" y="0"/>
                </a:cubicBezTo>
                <a:cubicBezTo>
                  <a:pt x="9366" y="0"/>
                  <a:pt x="9232" y="63"/>
                  <a:pt x="9169" y="190"/>
                </a:cubicBezTo>
                <a:lnTo>
                  <a:pt x="8759" y="1072"/>
                </a:lnTo>
                <a:lnTo>
                  <a:pt x="7782" y="1229"/>
                </a:lnTo>
                <a:cubicBezTo>
                  <a:pt x="7719" y="1229"/>
                  <a:pt x="7688" y="1292"/>
                  <a:pt x="7656" y="1292"/>
                </a:cubicBezTo>
                <a:cubicBezTo>
                  <a:pt x="7593" y="1229"/>
                  <a:pt x="7562" y="1229"/>
                  <a:pt x="7530" y="1229"/>
                </a:cubicBezTo>
                <a:lnTo>
                  <a:pt x="6554" y="1072"/>
                </a:lnTo>
                <a:lnTo>
                  <a:pt x="6113" y="190"/>
                </a:lnTo>
                <a:cubicBezTo>
                  <a:pt x="6050" y="63"/>
                  <a:pt x="5924" y="0"/>
                  <a:pt x="5798" y="0"/>
                </a:cubicBezTo>
                <a:cubicBezTo>
                  <a:pt x="5672" y="0"/>
                  <a:pt x="5546" y="63"/>
                  <a:pt x="5483" y="190"/>
                </a:cubicBezTo>
                <a:lnTo>
                  <a:pt x="5041" y="1072"/>
                </a:lnTo>
                <a:lnTo>
                  <a:pt x="4065" y="1229"/>
                </a:lnTo>
                <a:cubicBezTo>
                  <a:pt x="4033" y="1229"/>
                  <a:pt x="4002" y="1292"/>
                  <a:pt x="3939" y="1292"/>
                </a:cubicBezTo>
                <a:cubicBezTo>
                  <a:pt x="3907" y="1229"/>
                  <a:pt x="3876" y="1229"/>
                  <a:pt x="3813" y="1229"/>
                </a:cubicBezTo>
                <a:lnTo>
                  <a:pt x="2836" y="1072"/>
                </a:lnTo>
                <a:lnTo>
                  <a:pt x="2395" y="190"/>
                </a:lnTo>
                <a:cubicBezTo>
                  <a:pt x="2348" y="63"/>
                  <a:pt x="2222" y="0"/>
                  <a:pt x="20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6" name="Google Shape;3076;p23"/>
          <p:cNvSpPr/>
          <p:nvPr/>
        </p:nvSpPr>
        <p:spPr>
          <a:xfrm>
            <a:off x="2393785" y="3084275"/>
            <a:ext cx="44779" cy="32836"/>
          </a:xfrm>
          <a:custGeom>
            <a:rect b="b" l="l" r="r" t="t"/>
            <a:pathLst>
              <a:path extrusionOk="0" h="1356" w="1387">
                <a:moveTo>
                  <a:pt x="0" y="1"/>
                </a:moveTo>
                <a:lnTo>
                  <a:pt x="0" y="1355"/>
                </a:lnTo>
                <a:lnTo>
                  <a:pt x="662" y="1355"/>
                </a:lnTo>
                <a:cubicBezTo>
                  <a:pt x="1071" y="1355"/>
                  <a:pt x="1324" y="1040"/>
                  <a:pt x="1324" y="694"/>
                </a:cubicBezTo>
                <a:cubicBezTo>
                  <a:pt x="1387" y="316"/>
                  <a:pt x="1071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7" name="Google Shape;3077;p23"/>
          <p:cNvSpPr/>
          <p:nvPr/>
        </p:nvSpPr>
        <p:spPr>
          <a:xfrm>
            <a:off x="2258510" y="3116019"/>
            <a:ext cx="180053" cy="69400"/>
          </a:xfrm>
          <a:custGeom>
            <a:rect b="b" l="l" r="r" t="t"/>
            <a:pathLst>
              <a:path extrusionOk="0" h="2866" w="5577">
                <a:moveTo>
                  <a:pt x="1438" y="1"/>
                </a:moveTo>
                <a:cubicBezTo>
                  <a:pt x="1338" y="1"/>
                  <a:pt x="1235" y="30"/>
                  <a:pt x="1166" y="76"/>
                </a:cubicBezTo>
                <a:lnTo>
                  <a:pt x="126" y="1179"/>
                </a:lnTo>
                <a:cubicBezTo>
                  <a:pt x="0" y="1305"/>
                  <a:pt x="0" y="1525"/>
                  <a:pt x="126" y="1651"/>
                </a:cubicBezTo>
                <a:lnTo>
                  <a:pt x="1166" y="2754"/>
                </a:lnTo>
                <a:cubicBezTo>
                  <a:pt x="1208" y="2838"/>
                  <a:pt x="1292" y="2866"/>
                  <a:pt x="1390" y="2866"/>
                </a:cubicBezTo>
                <a:cubicBezTo>
                  <a:pt x="1439" y="2866"/>
                  <a:pt x="1491" y="2859"/>
                  <a:pt x="1544" y="2848"/>
                </a:cubicBezTo>
                <a:cubicBezTo>
                  <a:pt x="1670" y="2817"/>
                  <a:pt x="1796" y="2659"/>
                  <a:pt x="1796" y="2533"/>
                </a:cubicBezTo>
                <a:lnTo>
                  <a:pt x="1796" y="2124"/>
                </a:lnTo>
                <a:lnTo>
                  <a:pt x="4190" y="2124"/>
                </a:lnTo>
                <a:cubicBezTo>
                  <a:pt x="4946" y="2124"/>
                  <a:pt x="5577" y="1494"/>
                  <a:pt x="5577" y="769"/>
                </a:cubicBezTo>
                <a:lnTo>
                  <a:pt x="5577" y="549"/>
                </a:lnTo>
                <a:cubicBezTo>
                  <a:pt x="5356" y="675"/>
                  <a:pt x="5135" y="769"/>
                  <a:pt x="4883" y="769"/>
                </a:cubicBezTo>
                <a:cubicBezTo>
                  <a:pt x="3686" y="738"/>
                  <a:pt x="2930" y="738"/>
                  <a:pt x="1796" y="738"/>
                </a:cubicBezTo>
                <a:lnTo>
                  <a:pt x="1796" y="328"/>
                </a:lnTo>
                <a:cubicBezTo>
                  <a:pt x="1796" y="170"/>
                  <a:pt x="1701" y="44"/>
                  <a:pt x="1544" y="13"/>
                </a:cubicBezTo>
                <a:cubicBezTo>
                  <a:pt x="1510" y="5"/>
                  <a:pt x="1474" y="1"/>
                  <a:pt x="14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8" name="Google Shape;3078;p23"/>
          <p:cNvSpPr/>
          <p:nvPr/>
        </p:nvSpPr>
        <p:spPr>
          <a:xfrm>
            <a:off x="2062183" y="3133865"/>
            <a:ext cx="42745" cy="32061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253" y="1"/>
                  <a:pt x="1" y="316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lnTo>
                  <a:pt x="1324" y="1324"/>
                </a:lnTo>
                <a:lnTo>
                  <a:pt x="13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9" name="Google Shape;3079;p23"/>
          <p:cNvSpPr/>
          <p:nvPr/>
        </p:nvSpPr>
        <p:spPr>
          <a:xfrm>
            <a:off x="2062183" y="3164132"/>
            <a:ext cx="179053" cy="69981"/>
          </a:xfrm>
          <a:custGeom>
            <a:rect b="b" l="l" r="r" t="t"/>
            <a:pathLst>
              <a:path extrusionOk="0" h="2890" w="5546">
                <a:moveTo>
                  <a:pt x="4193" y="1"/>
                </a:moveTo>
                <a:cubicBezTo>
                  <a:pt x="4132" y="1"/>
                  <a:pt x="4067" y="16"/>
                  <a:pt x="4002" y="42"/>
                </a:cubicBezTo>
                <a:cubicBezTo>
                  <a:pt x="3876" y="74"/>
                  <a:pt x="3781" y="231"/>
                  <a:pt x="3781" y="357"/>
                </a:cubicBezTo>
                <a:lnTo>
                  <a:pt x="3781" y="735"/>
                </a:lnTo>
                <a:lnTo>
                  <a:pt x="662" y="735"/>
                </a:lnTo>
                <a:cubicBezTo>
                  <a:pt x="410" y="735"/>
                  <a:pt x="190" y="672"/>
                  <a:pt x="1" y="546"/>
                </a:cubicBezTo>
                <a:lnTo>
                  <a:pt x="1" y="767"/>
                </a:lnTo>
                <a:cubicBezTo>
                  <a:pt x="1" y="1523"/>
                  <a:pt x="631" y="2153"/>
                  <a:pt x="1355" y="2153"/>
                </a:cubicBezTo>
                <a:lnTo>
                  <a:pt x="3781" y="2153"/>
                </a:lnTo>
                <a:lnTo>
                  <a:pt x="3781" y="2563"/>
                </a:lnTo>
                <a:cubicBezTo>
                  <a:pt x="3781" y="2720"/>
                  <a:pt x="3844" y="2815"/>
                  <a:pt x="4002" y="2878"/>
                </a:cubicBezTo>
                <a:cubicBezTo>
                  <a:pt x="4033" y="2886"/>
                  <a:pt x="4067" y="2890"/>
                  <a:pt x="4101" y="2890"/>
                </a:cubicBezTo>
                <a:cubicBezTo>
                  <a:pt x="4205" y="2890"/>
                  <a:pt x="4317" y="2854"/>
                  <a:pt x="4411" y="2783"/>
                </a:cubicBezTo>
                <a:lnTo>
                  <a:pt x="5420" y="1681"/>
                </a:lnTo>
                <a:cubicBezTo>
                  <a:pt x="5546" y="1555"/>
                  <a:pt x="5546" y="1365"/>
                  <a:pt x="5420" y="1208"/>
                </a:cubicBezTo>
                <a:lnTo>
                  <a:pt x="4411" y="105"/>
                </a:lnTo>
                <a:cubicBezTo>
                  <a:pt x="4356" y="31"/>
                  <a:pt x="4279" y="1"/>
                  <a:pt x="419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0" name="Google Shape;3080;p23"/>
          <p:cNvSpPr/>
          <p:nvPr/>
        </p:nvSpPr>
        <p:spPr>
          <a:xfrm>
            <a:off x="2128303" y="3273459"/>
            <a:ext cx="242105" cy="51142"/>
          </a:xfrm>
          <a:custGeom>
            <a:rect b="b" l="l" r="r" t="t"/>
            <a:pathLst>
              <a:path extrusionOk="0" h="2112" w="7499">
                <a:moveTo>
                  <a:pt x="1" y="1"/>
                </a:moveTo>
                <a:lnTo>
                  <a:pt x="1" y="1072"/>
                </a:lnTo>
                <a:cubicBezTo>
                  <a:pt x="1" y="1639"/>
                  <a:pt x="473" y="2112"/>
                  <a:pt x="1009" y="2112"/>
                </a:cubicBezTo>
                <a:lnTo>
                  <a:pt x="6491" y="2112"/>
                </a:lnTo>
                <a:cubicBezTo>
                  <a:pt x="7026" y="2112"/>
                  <a:pt x="7499" y="1639"/>
                  <a:pt x="7499" y="1072"/>
                </a:cubicBezTo>
                <a:lnTo>
                  <a:pt x="74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1" name="Google Shape;3081;p23"/>
          <p:cNvSpPr/>
          <p:nvPr/>
        </p:nvSpPr>
        <p:spPr>
          <a:xfrm>
            <a:off x="2128303" y="3040787"/>
            <a:ext cx="242105" cy="34361"/>
          </a:xfrm>
          <a:custGeom>
            <a:rect b="b" l="l" r="r" t="t"/>
            <a:pathLst>
              <a:path extrusionOk="0" h="1419" w="7499">
                <a:moveTo>
                  <a:pt x="1009" y="1"/>
                </a:moveTo>
                <a:cubicBezTo>
                  <a:pt x="473" y="1"/>
                  <a:pt x="1" y="474"/>
                  <a:pt x="1" y="1072"/>
                </a:cubicBezTo>
                <a:lnTo>
                  <a:pt x="1" y="1419"/>
                </a:lnTo>
                <a:lnTo>
                  <a:pt x="7499" y="1419"/>
                </a:lnTo>
                <a:lnTo>
                  <a:pt x="7499" y="1072"/>
                </a:lnTo>
                <a:cubicBezTo>
                  <a:pt x="7499" y="537"/>
                  <a:pt x="7026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2" name="Google Shape;3082;p23"/>
          <p:cNvSpPr/>
          <p:nvPr/>
        </p:nvSpPr>
        <p:spPr>
          <a:xfrm>
            <a:off x="2129336" y="3091151"/>
            <a:ext cx="243106" cy="167083"/>
          </a:xfrm>
          <a:custGeom>
            <a:rect b="b" l="l" r="r" t="t"/>
            <a:pathLst>
              <a:path extrusionOk="0" h="6900" w="7530">
                <a:moveTo>
                  <a:pt x="0" y="0"/>
                </a:moveTo>
                <a:lnTo>
                  <a:pt x="0" y="3088"/>
                </a:lnTo>
                <a:lnTo>
                  <a:pt x="1071" y="3088"/>
                </a:lnTo>
                <a:cubicBezTo>
                  <a:pt x="1134" y="2773"/>
                  <a:pt x="1386" y="2552"/>
                  <a:pt x="1701" y="2426"/>
                </a:cubicBezTo>
                <a:cubicBezTo>
                  <a:pt x="1822" y="2376"/>
                  <a:pt x="1952" y="2351"/>
                  <a:pt x="2083" y="2351"/>
                </a:cubicBezTo>
                <a:cubicBezTo>
                  <a:pt x="2361" y="2351"/>
                  <a:pt x="2642" y="2464"/>
                  <a:pt x="2835" y="2678"/>
                </a:cubicBezTo>
                <a:lnTo>
                  <a:pt x="3844" y="3781"/>
                </a:lnTo>
                <a:cubicBezTo>
                  <a:pt x="4222" y="4190"/>
                  <a:pt x="4222" y="4789"/>
                  <a:pt x="3844" y="5167"/>
                </a:cubicBezTo>
                <a:lnTo>
                  <a:pt x="2835" y="6270"/>
                </a:lnTo>
                <a:cubicBezTo>
                  <a:pt x="2635" y="6493"/>
                  <a:pt x="2339" y="6621"/>
                  <a:pt x="2050" y="6621"/>
                </a:cubicBezTo>
                <a:cubicBezTo>
                  <a:pt x="1930" y="6621"/>
                  <a:pt x="1812" y="6599"/>
                  <a:pt x="1701" y="6553"/>
                </a:cubicBezTo>
                <a:cubicBezTo>
                  <a:pt x="1386" y="6427"/>
                  <a:pt x="1134" y="6144"/>
                  <a:pt x="1071" y="5892"/>
                </a:cubicBezTo>
                <a:lnTo>
                  <a:pt x="0" y="5892"/>
                </a:lnTo>
                <a:lnTo>
                  <a:pt x="0" y="6900"/>
                </a:lnTo>
                <a:lnTo>
                  <a:pt x="7530" y="6900"/>
                </a:lnTo>
                <a:lnTo>
                  <a:pt x="7530" y="3844"/>
                </a:lnTo>
                <a:lnTo>
                  <a:pt x="6459" y="3844"/>
                </a:lnTo>
                <a:cubicBezTo>
                  <a:pt x="6364" y="4159"/>
                  <a:pt x="6143" y="4379"/>
                  <a:pt x="5828" y="4505"/>
                </a:cubicBezTo>
                <a:cubicBezTo>
                  <a:pt x="5709" y="4551"/>
                  <a:pt x="5589" y="4573"/>
                  <a:pt x="5472" y="4573"/>
                </a:cubicBezTo>
                <a:cubicBezTo>
                  <a:pt x="5188" y="4573"/>
                  <a:pt x="4917" y="4445"/>
                  <a:pt x="4694" y="4222"/>
                </a:cubicBezTo>
                <a:lnTo>
                  <a:pt x="3655" y="3119"/>
                </a:lnTo>
                <a:cubicBezTo>
                  <a:pt x="3308" y="2741"/>
                  <a:pt x="3308" y="2143"/>
                  <a:pt x="3655" y="1765"/>
                </a:cubicBezTo>
                <a:lnTo>
                  <a:pt x="4694" y="630"/>
                </a:lnTo>
                <a:cubicBezTo>
                  <a:pt x="4866" y="416"/>
                  <a:pt x="5140" y="304"/>
                  <a:pt x="5427" y="304"/>
                </a:cubicBezTo>
                <a:cubicBezTo>
                  <a:pt x="5561" y="304"/>
                  <a:pt x="5698" y="328"/>
                  <a:pt x="5828" y="378"/>
                </a:cubicBezTo>
                <a:cubicBezTo>
                  <a:pt x="6143" y="504"/>
                  <a:pt x="6364" y="756"/>
                  <a:pt x="6459" y="1040"/>
                </a:cubicBezTo>
                <a:lnTo>
                  <a:pt x="7530" y="1040"/>
                </a:ln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3" name="Google Shape;3083;p23"/>
          <p:cNvSpPr/>
          <p:nvPr/>
        </p:nvSpPr>
        <p:spPr>
          <a:xfrm>
            <a:off x="2055580" y="3412880"/>
            <a:ext cx="389583" cy="283364"/>
          </a:xfrm>
          <a:custGeom>
            <a:rect b="b" l="l" r="r" t="t"/>
            <a:pathLst>
              <a:path extrusionOk="0" h="11702" w="12067">
                <a:moveTo>
                  <a:pt x="2558" y="0"/>
                </a:moveTo>
                <a:cubicBezTo>
                  <a:pt x="2357" y="0"/>
                  <a:pt x="2155" y="24"/>
                  <a:pt x="1954" y="70"/>
                </a:cubicBezTo>
                <a:cubicBezTo>
                  <a:pt x="1828" y="102"/>
                  <a:pt x="1733" y="196"/>
                  <a:pt x="1702" y="322"/>
                </a:cubicBezTo>
                <a:cubicBezTo>
                  <a:pt x="1670" y="448"/>
                  <a:pt x="1702" y="543"/>
                  <a:pt x="1796" y="637"/>
                </a:cubicBezTo>
                <a:lnTo>
                  <a:pt x="2679" y="1551"/>
                </a:lnTo>
                <a:cubicBezTo>
                  <a:pt x="2962" y="1803"/>
                  <a:pt x="2962" y="2244"/>
                  <a:pt x="2679" y="2528"/>
                </a:cubicBezTo>
                <a:cubicBezTo>
                  <a:pt x="2553" y="2669"/>
                  <a:pt x="2379" y="2740"/>
                  <a:pt x="2202" y="2740"/>
                </a:cubicBezTo>
                <a:cubicBezTo>
                  <a:pt x="2025" y="2740"/>
                  <a:pt x="1844" y="2669"/>
                  <a:pt x="1702" y="2528"/>
                </a:cubicBezTo>
                <a:lnTo>
                  <a:pt x="788" y="1614"/>
                </a:lnTo>
                <a:cubicBezTo>
                  <a:pt x="744" y="1569"/>
                  <a:pt x="668" y="1525"/>
                  <a:pt x="582" y="1525"/>
                </a:cubicBezTo>
                <a:cubicBezTo>
                  <a:pt x="547" y="1525"/>
                  <a:pt x="510" y="1532"/>
                  <a:pt x="473" y="1551"/>
                </a:cubicBezTo>
                <a:cubicBezTo>
                  <a:pt x="347" y="1582"/>
                  <a:pt x="284" y="1645"/>
                  <a:pt x="253" y="1771"/>
                </a:cubicBezTo>
                <a:cubicBezTo>
                  <a:pt x="1" y="2591"/>
                  <a:pt x="253" y="3473"/>
                  <a:pt x="883" y="4103"/>
                </a:cubicBezTo>
                <a:cubicBezTo>
                  <a:pt x="1366" y="4494"/>
                  <a:pt x="1932" y="4750"/>
                  <a:pt x="2619" y="4750"/>
                </a:cubicBezTo>
                <a:cubicBezTo>
                  <a:pt x="2874" y="4750"/>
                  <a:pt x="3145" y="4715"/>
                  <a:pt x="3435" y="4638"/>
                </a:cubicBezTo>
                <a:lnTo>
                  <a:pt x="7247" y="8482"/>
                </a:lnTo>
                <a:cubicBezTo>
                  <a:pt x="6963" y="9522"/>
                  <a:pt x="7215" y="10372"/>
                  <a:pt x="7814" y="10971"/>
                </a:cubicBezTo>
                <a:cubicBezTo>
                  <a:pt x="8291" y="11472"/>
                  <a:pt x="8895" y="11702"/>
                  <a:pt x="9516" y="11702"/>
                </a:cubicBezTo>
                <a:cubicBezTo>
                  <a:pt x="9714" y="11702"/>
                  <a:pt x="9915" y="11678"/>
                  <a:pt x="10114" y="11632"/>
                </a:cubicBezTo>
                <a:cubicBezTo>
                  <a:pt x="10240" y="11569"/>
                  <a:pt x="10334" y="11506"/>
                  <a:pt x="10366" y="11380"/>
                </a:cubicBezTo>
                <a:cubicBezTo>
                  <a:pt x="10397" y="11254"/>
                  <a:pt x="10366" y="11128"/>
                  <a:pt x="10271" y="11065"/>
                </a:cubicBezTo>
                <a:lnTo>
                  <a:pt x="9389" y="10152"/>
                </a:lnTo>
                <a:cubicBezTo>
                  <a:pt x="9106" y="9868"/>
                  <a:pt x="9106" y="9459"/>
                  <a:pt x="9389" y="9175"/>
                </a:cubicBezTo>
                <a:cubicBezTo>
                  <a:pt x="9515" y="9033"/>
                  <a:pt x="9688" y="8962"/>
                  <a:pt x="9866" y="8962"/>
                </a:cubicBezTo>
                <a:cubicBezTo>
                  <a:pt x="10043" y="8962"/>
                  <a:pt x="10224" y="9033"/>
                  <a:pt x="10366" y="9175"/>
                </a:cubicBezTo>
                <a:lnTo>
                  <a:pt x="11279" y="10089"/>
                </a:lnTo>
                <a:cubicBezTo>
                  <a:pt x="11326" y="10135"/>
                  <a:pt x="11405" y="10164"/>
                  <a:pt x="11494" y="10164"/>
                </a:cubicBezTo>
                <a:cubicBezTo>
                  <a:pt x="11527" y="10164"/>
                  <a:pt x="11561" y="10160"/>
                  <a:pt x="11594" y="10152"/>
                </a:cubicBezTo>
                <a:cubicBezTo>
                  <a:pt x="11720" y="10120"/>
                  <a:pt x="11783" y="10026"/>
                  <a:pt x="11815" y="9931"/>
                </a:cubicBezTo>
                <a:cubicBezTo>
                  <a:pt x="12067" y="9081"/>
                  <a:pt x="11815" y="8230"/>
                  <a:pt x="11185" y="7600"/>
                </a:cubicBezTo>
                <a:cubicBezTo>
                  <a:pt x="10778" y="7170"/>
                  <a:pt x="10224" y="6903"/>
                  <a:pt x="9537" y="6903"/>
                </a:cubicBezTo>
                <a:cubicBezTo>
                  <a:pt x="9266" y="6903"/>
                  <a:pt x="8975" y="6944"/>
                  <a:pt x="8665" y="7033"/>
                </a:cubicBezTo>
                <a:lnTo>
                  <a:pt x="4852" y="3221"/>
                </a:lnTo>
                <a:lnTo>
                  <a:pt x="4884" y="3032"/>
                </a:lnTo>
                <a:cubicBezTo>
                  <a:pt x="5136" y="2213"/>
                  <a:pt x="4884" y="1330"/>
                  <a:pt x="4254" y="700"/>
                </a:cubicBezTo>
                <a:cubicBezTo>
                  <a:pt x="3778" y="225"/>
                  <a:pt x="3177" y="0"/>
                  <a:pt x="25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4" name="Google Shape;3084;p23"/>
          <p:cNvSpPr/>
          <p:nvPr/>
        </p:nvSpPr>
        <p:spPr>
          <a:xfrm>
            <a:off x="2056614" y="3559520"/>
            <a:ext cx="186155" cy="136185"/>
          </a:xfrm>
          <a:custGeom>
            <a:rect b="b" l="l" r="r" t="t"/>
            <a:pathLst>
              <a:path extrusionOk="0" h="5624" w="5766">
                <a:moveTo>
                  <a:pt x="4080" y="1504"/>
                </a:moveTo>
                <a:cubicBezTo>
                  <a:pt x="4167" y="1504"/>
                  <a:pt x="4253" y="1528"/>
                  <a:pt x="4316" y="1575"/>
                </a:cubicBezTo>
                <a:cubicBezTo>
                  <a:pt x="4442" y="1701"/>
                  <a:pt x="4442" y="1953"/>
                  <a:pt x="4316" y="2048"/>
                </a:cubicBezTo>
                <a:lnTo>
                  <a:pt x="2205" y="4159"/>
                </a:lnTo>
                <a:cubicBezTo>
                  <a:pt x="2158" y="4206"/>
                  <a:pt x="2072" y="4230"/>
                  <a:pt x="1985" y="4230"/>
                </a:cubicBezTo>
                <a:cubicBezTo>
                  <a:pt x="1898" y="4230"/>
                  <a:pt x="1812" y="4206"/>
                  <a:pt x="1764" y="4159"/>
                </a:cubicBezTo>
                <a:cubicBezTo>
                  <a:pt x="1638" y="4033"/>
                  <a:pt x="1638" y="3781"/>
                  <a:pt x="1764" y="3686"/>
                </a:cubicBezTo>
                <a:lnTo>
                  <a:pt x="3844" y="1575"/>
                </a:lnTo>
                <a:cubicBezTo>
                  <a:pt x="3907" y="1528"/>
                  <a:pt x="3993" y="1504"/>
                  <a:pt x="4080" y="1504"/>
                </a:cubicBezTo>
                <a:close/>
                <a:moveTo>
                  <a:pt x="3844" y="0"/>
                </a:moveTo>
                <a:lnTo>
                  <a:pt x="567" y="3277"/>
                </a:lnTo>
                <a:cubicBezTo>
                  <a:pt x="0" y="3844"/>
                  <a:pt x="0" y="4694"/>
                  <a:pt x="567" y="5198"/>
                </a:cubicBezTo>
                <a:cubicBezTo>
                  <a:pt x="835" y="5482"/>
                  <a:pt x="1189" y="5624"/>
                  <a:pt x="1540" y="5624"/>
                </a:cubicBezTo>
                <a:cubicBezTo>
                  <a:pt x="1890" y="5624"/>
                  <a:pt x="2237" y="5482"/>
                  <a:pt x="2489" y="5198"/>
                </a:cubicBezTo>
                <a:lnTo>
                  <a:pt x="5766" y="1953"/>
                </a:lnTo>
                <a:lnTo>
                  <a:pt x="384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5" name="Google Shape;3085;p23"/>
          <p:cNvSpPr/>
          <p:nvPr/>
        </p:nvSpPr>
        <p:spPr>
          <a:xfrm>
            <a:off x="2274280" y="3411403"/>
            <a:ext cx="166817" cy="123714"/>
          </a:xfrm>
          <a:custGeom>
            <a:rect b="b" l="l" r="r" t="t"/>
            <a:pathLst>
              <a:path extrusionOk="0" h="5109" w="5167">
                <a:moveTo>
                  <a:pt x="4249" y="1"/>
                </a:moveTo>
                <a:cubicBezTo>
                  <a:pt x="4179" y="1"/>
                  <a:pt x="4106" y="24"/>
                  <a:pt x="4033" y="68"/>
                </a:cubicBezTo>
                <a:lnTo>
                  <a:pt x="2206" y="1171"/>
                </a:lnTo>
                <a:cubicBezTo>
                  <a:pt x="2017" y="1265"/>
                  <a:pt x="1985" y="1549"/>
                  <a:pt x="2143" y="1706"/>
                </a:cubicBezTo>
                <a:lnTo>
                  <a:pt x="2300" y="1864"/>
                </a:lnTo>
                <a:lnTo>
                  <a:pt x="0" y="4164"/>
                </a:lnTo>
                <a:lnTo>
                  <a:pt x="945" y="5109"/>
                </a:lnTo>
                <a:lnTo>
                  <a:pt x="3245" y="2809"/>
                </a:lnTo>
                <a:lnTo>
                  <a:pt x="3434" y="2998"/>
                </a:lnTo>
                <a:cubicBezTo>
                  <a:pt x="3502" y="3066"/>
                  <a:pt x="3594" y="3099"/>
                  <a:pt x="3684" y="3099"/>
                </a:cubicBezTo>
                <a:cubicBezTo>
                  <a:pt x="3802" y="3099"/>
                  <a:pt x="3916" y="3042"/>
                  <a:pt x="3970" y="2935"/>
                </a:cubicBezTo>
                <a:lnTo>
                  <a:pt x="5073" y="1108"/>
                </a:lnTo>
                <a:cubicBezTo>
                  <a:pt x="5167" y="1013"/>
                  <a:pt x="5167" y="793"/>
                  <a:pt x="5041" y="698"/>
                </a:cubicBezTo>
                <a:lnTo>
                  <a:pt x="4474" y="100"/>
                </a:lnTo>
                <a:cubicBezTo>
                  <a:pt x="4406" y="32"/>
                  <a:pt x="4330" y="1"/>
                  <a:pt x="4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6" name="Google Shape;3086;p23"/>
          <p:cNvSpPr/>
          <p:nvPr/>
        </p:nvSpPr>
        <p:spPr>
          <a:xfrm>
            <a:off x="3962395" y="3075509"/>
            <a:ext cx="178052" cy="247962"/>
          </a:xfrm>
          <a:custGeom>
            <a:rect b="b" l="l" r="r" t="t"/>
            <a:pathLst>
              <a:path extrusionOk="0" h="10240" w="5515">
                <a:moveTo>
                  <a:pt x="662" y="0"/>
                </a:moveTo>
                <a:cubicBezTo>
                  <a:pt x="284" y="0"/>
                  <a:pt x="1" y="315"/>
                  <a:pt x="1" y="662"/>
                </a:cubicBezTo>
                <a:lnTo>
                  <a:pt x="1" y="4411"/>
                </a:lnTo>
                <a:cubicBezTo>
                  <a:pt x="1" y="4632"/>
                  <a:pt x="64" y="4884"/>
                  <a:pt x="190" y="5073"/>
                </a:cubicBezTo>
                <a:lnTo>
                  <a:pt x="1639" y="7467"/>
                </a:lnTo>
                <a:cubicBezTo>
                  <a:pt x="1891" y="7877"/>
                  <a:pt x="2049" y="8097"/>
                  <a:pt x="2049" y="8538"/>
                </a:cubicBezTo>
                <a:lnTo>
                  <a:pt x="2049" y="9861"/>
                </a:lnTo>
                <a:cubicBezTo>
                  <a:pt x="2049" y="10082"/>
                  <a:pt x="2206" y="10239"/>
                  <a:pt x="2395" y="10239"/>
                </a:cubicBezTo>
                <a:lnTo>
                  <a:pt x="5514" y="10239"/>
                </a:lnTo>
                <a:lnTo>
                  <a:pt x="5514" y="6364"/>
                </a:lnTo>
                <a:cubicBezTo>
                  <a:pt x="5514" y="5986"/>
                  <a:pt x="5357" y="5671"/>
                  <a:pt x="5168" y="5419"/>
                </a:cubicBezTo>
                <a:cubicBezTo>
                  <a:pt x="5167" y="5420"/>
                  <a:pt x="5165" y="5421"/>
                  <a:pt x="5163" y="5421"/>
                </a:cubicBezTo>
                <a:cubicBezTo>
                  <a:pt x="5042" y="5421"/>
                  <a:pt x="3214" y="3623"/>
                  <a:pt x="3183" y="3592"/>
                </a:cubicBezTo>
                <a:cubicBezTo>
                  <a:pt x="3041" y="3432"/>
                  <a:pt x="2828" y="3332"/>
                  <a:pt x="2613" y="3332"/>
                </a:cubicBezTo>
                <a:cubicBezTo>
                  <a:pt x="2448" y="3332"/>
                  <a:pt x="2280" y="3392"/>
                  <a:pt x="2143" y="3529"/>
                </a:cubicBezTo>
                <a:cubicBezTo>
                  <a:pt x="1891" y="3812"/>
                  <a:pt x="1923" y="4285"/>
                  <a:pt x="2112" y="4442"/>
                </a:cubicBezTo>
                <a:lnTo>
                  <a:pt x="3970" y="6301"/>
                </a:lnTo>
                <a:cubicBezTo>
                  <a:pt x="4097" y="6427"/>
                  <a:pt x="4097" y="6648"/>
                  <a:pt x="3970" y="6774"/>
                </a:cubicBezTo>
                <a:cubicBezTo>
                  <a:pt x="3907" y="6821"/>
                  <a:pt x="3821" y="6845"/>
                  <a:pt x="3734" y="6845"/>
                </a:cubicBezTo>
                <a:cubicBezTo>
                  <a:pt x="3648" y="6845"/>
                  <a:pt x="3561" y="6821"/>
                  <a:pt x="3498" y="6774"/>
                </a:cubicBezTo>
                <a:lnTo>
                  <a:pt x="1639" y="4915"/>
                </a:lnTo>
                <a:cubicBezTo>
                  <a:pt x="1450" y="4726"/>
                  <a:pt x="1324" y="4442"/>
                  <a:pt x="1324" y="4190"/>
                </a:cubicBezTo>
                <a:lnTo>
                  <a:pt x="1324" y="662"/>
                </a:lnTo>
                <a:cubicBezTo>
                  <a:pt x="1324" y="252"/>
                  <a:pt x="1009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7" name="Google Shape;3087;p23"/>
          <p:cNvSpPr/>
          <p:nvPr/>
        </p:nvSpPr>
        <p:spPr>
          <a:xfrm>
            <a:off x="4162790" y="3075509"/>
            <a:ext cx="177019" cy="248712"/>
          </a:xfrm>
          <a:custGeom>
            <a:rect b="b" l="l" r="r" t="t"/>
            <a:pathLst>
              <a:path extrusionOk="0" h="10271" w="5483">
                <a:moveTo>
                  <a:pt x="4758" y="0"/>
                </a:moveTo>
                <a:cubicBezTo>
                  <a:pt x="4380" y="0"/>
                  <a:pt x="4096" y="315"/>
                  <a:pt x="4096" y="662"/>
                </a:cubicBezTo>
                <a:lnTo>
                  <a:pt x="4096" y="4190"/>
                </a:lnTo>
                <a:cubicBezTo>
                  <a:pt x="4096" y="4474"/>
                  <a:pt x="3970" y="4758"/>
                  <a:pt x="3781" y="4915"/>
                </a:cubicBezTo>
                <a:lnTo>
                  <a:pt x="1922" y="6774"/>
                </a:lnTo>
                <a:cubicBezTo>
                  <a:pt x="1875" y="6821"/>
                  <a:pt x="1788" y="6845"/>
                  <a:pt x="1698" y="6845"/>
                </a:cubicBezTo>
                <a:cubicBezTo>
                  <a:pt x="1607" y="6845"/>
                  <a:pt x="1513" y="6821"/>
                  <a:pt x="1450" y="6774"/>
                </a:cubicBezTo>
                <a:cubicBezTo>
                  <a:pt x="1355" y="6648"/>
                  <a:pt x="1355" y="6427"/>
                  <a:pt x="1450" y="6301"/>
                </a:cubicBezTo>
                <a:lnTo>
                  <a:pt x="3308" y="4442"/>
                </a:lnTo>
                <a:cubicBezTo>
                  <a:pt x="3497" y="4285"/>
                  <a:pt x="3560" y="3812"/>
                  <a:pt x="3277" y="3529"/>
                </a:cubicBezTo>
                <a:cubicBezTo>
                  <a:pt x="3140" y="3392"/>
                  <a:pt x="2972" y="3332"/>
                  <a:pt x="2807" y="3332"/>
                </a:cubicBezTo>
                <a:cubicBezTo>
                  <a:pt x="2592" y="3332"/>
                  <a:pt x="2379" y="3432"/>
                  <a:pt x="2237" y="3592"/>
                </a:cubicBezTo>
                <a:cubicBezTo>
                  <a:pt x="2237" y="3592"/>
                  <a:pt x="347" y="5419"/>
                  <a:pt x="347" y="5482"/>
                </a:cubicBezTo>
                <a:cubicBezTo>
                  <a:pt x="158" y="5671"/>
                  <a:pt x="0" y="6018"/>
                  <a:pt x="0" y="6427"/>
                </a:cubicBezTo>
                <a:lnTo>
                  <a:pt x="0" y="8129"/>
                </a:lnTo>
                <a:lnTo>
                  <a:pt x="0" y="8412"/>
                </a:lnTo>
                <a:lnTo>
                  <a:pt x="0" y="10271"/>
                </a:lnTo>
                <a:lnTo>
                  <a:pt x="3088" y="10271"/>
                </a:lnTo>
                <a:cubicBezTo>
                  <a:pt x="3277" y="10271"/>
                  <a:pt x="3434" y="10113"/>
                  <a:pt x="3434" y="9924"/>
                </a:cubicBezTo>
                <a:lnTo>
                  <a:pt x="3434" y="8570"/>
                </a:lnTo>
                <a:cubicBezTo>
                  <a:pt x="3434" y="8129"/>
                  <a:pt x="3623" y="7908"/>
                  <a:pt x="3812" y="7530"/>
                </a:cubicBezTo>
                <a:lnTo>
                  <a:pt x="5293" y="5104"/>
                </a:lnTo>
                <a:cubicBezTo>
                  <a:pt x="5388" y="4915"/>
                  <a:pt x="5482" y="4663"/>
                  <a:pt x="5482" y="4411"/>
                </a:cubicBezTo>
                <a:lnTo>
                  <a:pt x="5482" y="662"/>
                </a:lnTo>
                <a:cubicBezTo>
                  <a:pt x="5451" y="284"/>
                  <a:pt x="5136" y="0"/>
                  <a:pt x="47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8" name="Google Shape;3088;p23"/>
          <p:cNvSpPr/>
          <p:nvPr/>
        </p:nvSpPr>
        <p:spPr>
          <a:xfrm>
            <a:off x="4239080" y="3106794"/>
            <a:ext cx="33576" cy="36637"/>
          </a:xfrm>
          <a:custGeom>
            <a:rect b="b" l="l" r="r" t="t"/>
            <a:pathLst>
              <a:path extrusionOk="0" h="1513" w="1040">
                <a:moveTo>
                  <a:pt x="504" y="0"/>
                </a:moveTo>
                <a:cubicBezTo>
                  <a:pt x="252" y="32"/>
                  <a:pt x="0" y="284"/>
                  <a:pt x="0" y="567"/>
                </a:cubicBezTo>
                <a:lnTo>
                  <a:pt x="0" y="1418"/>
                </a:lnTo>
                <a:cubicBezTo>
                  <a:pt x="126" y="1386"/>
                  <a:pt x="252" y="1355"/>
                  <a:pt x="410" y="1355"/>
                </a:cubicBezTo>
                <a:cubicBezTo>
                  <a:pt x="630" y="1355"/>
                  <a:pt x="819" y="1386"/>
                  <a:pt x="1040" y="1512"/>
                </a:cubicBezTo>
                <a:lnTo>
                  <a:pt x="1040" y="504"/>
                </a:lnTo>
                <a:cubicBezTo>
                  <a:pt x="1040" y="252"/>
                  <a:pt x="788" y="0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9" name="Google Shape;3089;p23"/>
          <p:cNvSpPr/>
          <p:nvPr/>
        </p:nvSpPr>
        <p:spPr>
          <a:xfrm>
            <a:off x="4028515" y="3108827"/>
            <a:ext cx="32576" cy="35354"/>
          </a:xfrm>
          <a:custGeom>
            <a:rect b="b" l="l" r="r" t="t"/>
            <a:pathLst>
              <a:path extrusionOk="0" h="1460" w="1009">
                <a:moveTo>
                  <a:pt x="418" y="1"/>
                </a:moveTo>
                <a:cubicBezTo>
                  <a:pt x="177" y="1"/>
                  <a:pt x="1" y="229"/>
                  <a:pt x="1" y="483"/>
                </a:cubicBezTo>
                <a:lnTo>
                  <a:pt x="1" y="1460"/>
                </a:lnTo>
                <a:cubicBezTo>
                  <a:pt x="190" y="1334"/>
                  <a:pt x="379" y="1302"/>
                  <a:pt x="631" y="1302"/>
                </a:cubicBezTo>
                <a:cubicBezTo>
                  <a:pt x="725" y="1302"/>
                  <a:pt x="883" y="1334"/>
                  <a:pt x="1009" y="1365"/>
                </a:cubicBezTo>
                <a:lnTo>
                  <a:pt x="1009" y="515"/>
                </a:lnTo>
                <a:cubicBezTo>
                  <a:pt x="1009" y="231"/>
                  <a:pt x="788" y="11"/>
                  <a:pt x="505" y="11"/>
                </a:cubicBezTo>
                <a:cubicBezTo>
                  <a:pt x="475" y="4"/>
                  <a:pt x="446" y="1"/>
                  <a:pt x="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0" name="Google Shape;3090;p23"/>
          <p:cNvSpPr/>
          <p:nvPr/>
        </p:nvSpPr>
        <p:spPr>
          <a:xfrm>
            <a:off x="4105838" y="3041174"/>
            <a:ext cx="88493" cy="66398"/>
          </a:xfrm>
          <a:custGeom>
            <a:rect b="b" l="l" r="r" t="t"/>
            <a:pathLst>
              <a:path extrusionOk="0" h="2742" w="2741">
                <a:moveTo>
                  <a:pt x="1386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74"/>
                  <a:pt x="630" y="2742"/>
                  <a:pt x="1386" y="2742"/>
                </a:cubicBezTo>
                <a:cubicBezTo>
                  <a:pt x="2111" y="2742"/>
                  <a:pt x="2741" y="2111"/>
                  <a:pt x="2741" y="1387"/>
                </a:cubicBezTo>
                <a:cubicBezTo>
                  <a:pt x="2741" y="631"/>
                  <a:pt x="2111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1" name="Google Shape;3091;p23"/>
          <p:cNvSpPr/>
          <p:nvPr/>
        </p:nvSpPr>
        <p:spPr>
          <a:xfrm>
            <a:off x="4080397" y="3124325"/>
            <a:ext cx="139374" cy="66398"/>
          </a:xfrm>
          <a:custGeom>
            <a:rect b="b" l="l" r="r" t="t"/>
            <a:pathLst>
              <a:path extrusionOk="0" h="2742" w="4317">
                <a:moveTo>
                  <a:pt x="2174" y="1"/>
                </a:moveTo>
                <a:cubicBezTo>
                  <a:pt x="1292" y="1"/>
                  <a:pt x="505" y="379"/>
                  <a:pt x="0" y="1040"/>
                </a:cubicBezTo>
                <a:lnTo>
                  <a:pt x="32" y="1103"/>
                </a:lnTo>
                <a:cubicBezTo>
                  <a:pt x="946" y="1985"/>
                  <a:pt x="1450" y="2458"/>
                  <a:pt x="1702" y="2742"/>
                </a:cubicBezTo>
                <a:lnTo>
                  <a:pt x="2647" y="2742"/>
                </a:lnTo>
                <a:lnTo>
                  <a:pt x="4254" y="1135"/>
                </a:lnTo>
                <a:lnTo>
                  <a:pt x="4317" y="1040"/>
                </a:lnTo>
                <a:cubicBezTo>
                  <a:pt x="3813" y="410"/>
                  <a:pt x="3025" y="1"/>
                  <a:pt x="21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2" name="Google Shape;3092;p23"/>
          <p:cNvSpPr/>
          <p:nvPr/>
        </p:nvSpPr>
        <p:spPr>
          <a:xfrm>
            <a:off x="1740564" y="1588259"/>
            <a:ext cx="221733" cy="165873"/>
          </a:xfrm>
          <a:custGeom>
            <a:rect b="b" l="l" r="r" t="t"/>
            <a:pathLst>
              <a:path extrusionOk="0" h="6850" w="6868">
                <a:moveTo>
                  <a:pt x="3466" y="1355"/>
                </a:moveTo>
                <a:cubicBezTo>
                  <a:pt x="4222" y="1355"/>
                  <a:pt x="4852" y="1985"/>
                  <a:pt x="4852" y="2741"/>
                </a:cubicBezTo>
                <a:lnTo>
                  <a:pt x="4852" y="4127"/>
                </a:lnTo>
                <a:cubicBezTo>
                  <a:pt x="4852" y="4348"/>
                  <a:pt x="4757" y="4600"/>
                  <a:pt x="4631" y="4821"/>
                </a:cubicBezTo>
                <a:lnTo>
                  <a:pt x="4726" y="4915"/>
                </a:lnTo>
                <a:cubicBezTo>
                  <a:pt x="4852" y="5041"/>
                  <a:pt x="4852" y="5262"/>
                  <a:pt x="4726" y="5388"/>
                </a:cubicBezTo>
                <a:cubicBezTo>
                  <a:pt x="4663" y="5451"/>
                  <a:pt x="4576" y="5482"/>
                  <a:pt x="4489" y="5482"/>
                </a:cubicBezTo>
                <a:cubicBezTo>
                  <a:pt x="4403" y="5482"/>
                  <a:pt x="4316" y="5451"/>
                  <a:pt x="4253" y="5388"/>
                </a:cubicBezTo>
                <a:lnTo>
                  <a:pt x="4190" y="5293"/>
                </a:lnTo>
                <a:cubicBezTo>
                  <a:pt x="3970" y="5419"/>
                  <a:pt x="3749" y="5514"/>
                  <a:pt x="3466" y="5514"/>
                </a:cubicBezTo>
                <a:cubicBezTo>
                  <a:pt x="2709" y="5514"/>
                  <a:pt x="2079" y="4884"/>
                  <a:pt x="2079" y="4127"/>
                </a:cubicBezTo>
                <a:lnTo>
                  <a:pt x="2079" y="2741"/>
                </a:lnTo>
                <a:cubicBezTo>
                  <a:pt x="2079" y="1985"/>
                  <a:pt x="2709" y="1355"/>
                  <a:pt x="3466" y="1355"/>
                </a:cubicBezTo>
                <a:close/>
                <a:moveTo>
                  <a:pt x="3466" y="0"/>
                </a:moveTo>
                <a:cubicBezTo>
                  <a:pt x="1575" y="0"/>
                  <a:pt x="32" y="1576"/>
                  <a:pt x="32" y="3403"/>
                </a:cubicBezTo>
                <a:cubicBezTo>
                  <a:pt x="32" y="4001"/>
                  <a:pt x="189" y="4569"/>
                  <a:pt x="473" y="5104"/>
                </a:cubicBezTo>
                <a:lnTo>
                  <a:pt x="32" y="6396"/>
                </a:lnTo>
                <a:cubicBezTo>
                  <a:pt x="0" y="6522"/>
                  <a:pt x="32" y="6679"/>
                  <a:pt x="126" y="6774"/>
                </a:cubicBezTo>
                <a:cubicBezTo>
                  <a:pt x="172" y="6820"/>
                  <a:pt x="269" y="6849"/>
                  <a:pt x="367" y="6849"/>
                </a:cubicBezTo>
                <a:cubicBezTo>
                  <a:pt x="403" y="6849"/>
                  <a:pt x="439" y="6845"/>
                  <a:pt x="473" y="6837"/>
                </a:cubicBezTo>
                <a:lnTo>
                  <a:pt x="1764" y="6396"/>
                </a:lnTo>
                <a:cubicBezTo>
                  <a:pt x="2300" y="6679"/>
                  <a:pt x="2867" y="6837"/>
                  <a:pt x="3466" y="6837"/>
                </a:cubicBezTo>
                <a:cubicBezTo>
                  <a:pt x="5356" y="6837"/>
                  <a:pt x="6868" y="5293"/>
                  <a:pt x="6868" y="3403"/>
                </a:cubicBezTo>
                <a:cubicBezTo>
                  <a:pt x="6868" y="1513"/>
                  <a:pt x="5356" y="0"/>
                  <a:pt x="3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3" name="Google Shape;3093;p23"/>
          <p:cNvSpPr/>
          <p:nvPr/>
        </p:nvSpPr>
        <p:spPr>
          <a:xfrm>
            <a:off x="1831059" y="1638599"/>
            <a:ext cx="42778" cy="65647"/>
          </a:xfrm>
          <a:custGeom>
            <a:rect b="b" l="l" r="r" t="t"/>
            <a:pathLst>
              <a:path extrusionOk="0" h="2711" w="1325">
                <a:moveTo>
                  <a:pt x="663" y="1"/>
                </a:moveTo>
                <a:cubicBezTo>
                  <a:pt x="253" y="1"/>
                  <a:pt x="1" y="316"/>
                  <a:pt x="1" y="662"/>
                </a:cubicBezTo>
                <a:lnTo>
                  <a:pt x="1" y="2048"/>
                </a:lnTo>
                <a:cubicBezTo>
                  <a:pt x="1" y="2427"/>
                  <a:pt x="316" y="2710"/>
                  <a:pt x="663" y="2710"/>
                </a:cubicBezTo>
                <a:cubicBezTo>
                  <a:pt x="694" y="2710"/>
                  <a:pt x="789" y="2710"/>
                  <a:pt x="820" y="2679"/>
                </a:cubicBezTo>
                <a:lnTo>
                  <a:pt x="757" y="2584"/>
                </a:lnTo>
                <a:cubicBezTo>
                  <a:pt x="631" y="2490"/>
                  <a:pt x="631" y="2238"/>
                  <a:pt x="757" y="2111"/>
                </a:cubicBezTo>
                <a:cubicBezTo>
                  <a:pt x="804" y="2064"/>
                  <a:pt x="891" y="2041"/>
                  <a:pt x="978" y="2041"/>
                </a:cubicBezTo>
                <a:cubicBezTo>
                  <a:pt x="1064" y="2041"/>
                  <a:pt x="1151" y="2064"/>
                  <a:pt x="1198" y="2111"/>
                </a:cubicBezTo>
                <a:lnTo>
                  <a:pt x="1293" y="2206"/>
                </a:lnTo>
                <a:cubicBezTo>
                  <a:pt x="1293" y="2175"/>
                  <a:pt x="1324" y="2080"/>
                  <a:pt x="1324" y="2048"/>
                </a:cubicBezTo>
                <a:lnTo>
                  <a:pt x="1324" y="662"/>
                </a:lnTo>
                <a:cubicBezTo>
                  <a:pt x="1324" y="284"/>
                  <a:pt x="1041" y="1"/>
                  <a:pt x="6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4" name="Google Shape;3094;p23"/>
          <p:cNvSpPr/>
          <p:nvPr/>
        </p:nvSpPr>
        <p:spPr>
          <a:xfrm>
            <a:off x="1640867" y="1720224"/>
            <a:ext cx="89526" cy="67172"/>
          </a:xfrm>
          <a:custGeom>
            <a:rect b="b" l="l" r="r" t="t"/>
            <a:pathLst>
              <a:path extrusionOk="0" h="2774" w="2773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64" y="2143"/>
                  <a:pt x="631" y="2773"/>
                  <a:pt x="1387" y="2773"/>
                </a:cubicBezTo>
                <a:cubicBezTo>
                  <a:pt x="2143" y="2773"/>
                  <a:pt x="2773" y="2143"/>
                  <a:pt x="2773" y="1387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5" name="Google Shape;3095;p23"/>
          <p:cNvSpPr/>
          <p:nvPr/>
        </p:nvSpPr>
        <p:spPr>
          <a:xfrm>
            <a:off x="1598154" y="1803375"/>
            <a:ext cx="177019" cy="67172"/>
          </a:xfrm>
          <a:custGeom>
            <a:rect b="b" l="l" r="r" t="t"/>
            <a:pathLst>
              <a:path extrusionOk="0" h="2774" w="5483">
                <a:moveTo>
                  <a:pt x="2741" y="1"/>
                </a:moveTo>
                <a:cubicBezTo>
                  <a:pt x="1387" y="1"/>
                  <a:pt x="221" y="1040"/>
                  <a:pt x="32" y="2364"/>
                </a:cubicBezTo>
                <a:cubicBezTo>
                  <a:pt x="0" y="2553"/>
                  <a:pt x="158" y="2773"/>
                  <a:pt x="347" y="2773"/>
                </a:cubicBezTo>
                <a:lnTo>
                  <a:pt x="5104" y="2773"/>
                </a:lnTo>
                <a:cubicBezTo>
                  <a:pt x="5325" y="2773"/>
                  <a:pt x="5482" y="2553"/>
                  <a:pt x="5482" y="2364"/>
                </a:cubicBezTo>
                <a:cubicBezTo>
                  <a:pt x="5262" y="1040"/>
                  <a:pt x="4127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6" name="Google Shape;3096;p23"/>
          <p:cNvSpPr/>
          <p:nvPr/>
        </p:nvSpPr>
        <p:spPr>
          <a:xfrm>
            <a:off x="1591535" y="2006846"/>
            <a:ext cx="265480" cy="215586"/>
          </a:xfrm>
          <a:custGeom>
            <a:rect b="b" l="l" r="r" t="t"/>
            <a:pathLst>
              <a:path extrusionOk="0" h="8903" w="8223">
                <a:moveTo>
                  <a:pt x="2080" y="2710"/>
                </a:moveTo>
                <a:cubicBezTo>
                  <a:pt x="2458" y="2710"/>
                  <a:pt x="2741" y="3056"/>
                  <a:pt x="2741" y="3403"/>
                </a:cubicBezTo>
                <a:cubicBezTo>
                  <a:pt x="2741" y="3781"/>
                  <a:pt x="2426" y="4065"/>
                  <a:pt x="2080" y="4065"/>
                </a:cubicBezTo>
                <a:cubicBezTo>
                  <a:pt x="1733" y="4065"/>
                  <a:pt x="1418" y="3750"/>
                  <a:pt x="1418" y="3403"/>
                </a:cubicBezTo>
                <a:cubicBezTo>
                  <a:pt x="1418" y="3056"/>
                  <a:pt x="1670" y="2710"/>
                  <a:pt x="2080" y="2710"/>
                </a:cubicBezTo>
                <a:close/>
                <a:moveTo>
                  <a:pt x="4127" y="2710"/>
                </a:moveTo>
                <a:cubicBezTo>
                  <a:pt x="4506" y="2710"/>
                  <a:pt x="4789" y="3056"/>
                  <a:pt x="4789" y="3403"/>
                </a:cubicBezTo>
                <a:cubicBezTo>
                  <a:pt x="4789" y="3781"/>
                  <a:pt x="4474" y="4065"/>
                  <a:pt x="4127" y="4065"/>
                </a:cubicBezTo>
                <a:cubicBezTo>
                  <a:pt x="3718" y="4065"/>
                  <a:pt x="3466" y="3750"/>
                  <a:pt x="3466" y="3403"/>
                </a:cubicBezTo>
                <a:cubicBezTo>
                  <a:pt x="3466" y="3056"/>
                  <a:pt x="3718" y="2710"/>
                  <a:pt x="4127" y="2710"/>
                </a:cubicBezTo>
                <a:close/>
                <a:moveTo>
                  <a:pt x="6207" y="2710"/>
                </a:moveTo>
                <a:cubicBezTo>
                  <a:pt x="6616" y="2710"/>
                  <a:pt x="6868" y="3056"/>
                  <a:pt x="6868" y="3403"/>
                </a:cubicBezTo>
                <a:cubicBezTo>
                  <a:pt x="6868" y="3781"/>
                  <a:pt x="6553" y="4065"/>
                  <a:pt x="6207" y="4065"/>
                </a:cubicBezTo>
                <a:cubicBezTo>
                  <a:pt x="5829" y="4065"/>
                  <a:pt x="5545" y="3750"/>
                  <a:pt x="5545" y="3403"/>
                </a:cubicBezTo>
                <a:cubicBezTo>
                  <a:pt x="5514" y="3056"/>
                  <a:pt x="5829" y="2710"/>
                  <a:pt x="6207" y="2710"/>
                </a:cubicBezTo>
                <a:close/>
                <a:moveTo>
                  <a:pt x="1733" y="0"/>
                </a:moveTo>
                <a:cubicBezTo>
                  <a:pt x="788" y="0"/>
                  <a:pt x="0" y="757"/>
                  <a:pt x="0" y="1702"/>
                </a:cubicBezTo>
                <a:lnTo>
                  <a:pt x="0" y="5136"/>
                </a:lnTo>
                <a:cubicBezTo>
                  <a:pt x="0" y="5955"/>
                  <a:pt x="630" y="6616"/>
                  <a:pt x="1418" y="6774"/>
                </a:cubicBezTo>
                <a:lnTo>
                  <a:pt x="1418" y="8570"/>
                </a:lnTo>
                <a:cubicBezTo>
                  <a:pt x="1418" y="8696"/>
                  <a:pt x="1481" y="8822"/>
                  <a:pt x="1607" y="8885"/>
                </a:cubicBezTo>
                <a:cubicBezTo>
                  <a:pt x="1649" y="8895"/>
                  <a:pt x="1695" y="8902"/>
                  <a:pt x="1739" y="8902"/>
                </a:cubicBezTo>
                <a:cubicBezTo>
                  <a:pt x="1828" y="8902"/>
                  <a:pt x="1912" y="8874"/>
                  <a:pt x="1954" y="8790"/>
                </a:cubicBezTo>
                <a:lnTo>
                  <a:pt x="3938" y="6837"/>
                </a:lnTo>
                <a:lnTo>
                  <a:pt x="6522" y="6837"/>
                </a:lnTo>
                <a:cubicBezTo>
                  <a:pt x="7467" y="6837"/>
                  <a:pt x="8223" y="6081"/>
                  <a:pt x="8223" y="5136"/>
                </a:cubicBezTo>
                <a:lnTo>
                  <a:pt x="8223" y="1702"/>
                </a:lnTo>
                <a:cubicBezTo>
                  <a:pt x="8223" y="757"/>
                  <a:pt x="7467" y="0"/>
                  <a:pt x="65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7" name="Google Shape;3097;p23"/>
          <p:cNvSpPr/>
          <p:nvPr/>
        </p:nvSpPr>
        <p:spPr>
          <a:xfrm>
            <a:off x="1681030" y="1940475"/>
            <a:ext cx="287885" cy="214860"/>
          </a:xfrm>
          <a:custGeom>
            <a:rect b="b" l="l" r="r" t="t"/>
            <a:pathLst>
              <a:path extrusionOk="0" h="8873" w="8917">
                <a:moveTo>
                  <a:pt x="1702" y="1"/>
                </a:moveTo>
                <a:cubicBezTo>
                  <a:pt x="757" y="1"/>
                  <a:pt x="1" y="725"/>
                  <a:pt x="1" y="1702"/>
                </a:cubicBezTo>
                <a:lnTo>
                  <a:pt x="1" y="2048"/>
                </a:lnTo>
                <a:lnTo>
                  <a:pt x="3781" y="2048"/>
                </a:lnTo>
                <a:cubicBezTo>
                  <a:pt x="5136" y="2048"/>
                  <a:pt x="6207" y="3088"/>
                  <a:pt x="6207" y="4443"/>
                </a:cubicBezTo>
                <a:lnTo>
                  <a:pt x="6207" y="7877"/>
                </a:lnTo>
                <a:lnTo>
                  <a:pt x="6207" y="8003"/>
                </a:lnTo>
                <a:lnTo>
                  <a:pt x="6995" y="8790"/>
                </a:lnTo>
                <a:cubicBezTo>
                  <a:pt x="7055" y="8850"/>
                  <a:pt x="7127" y="8872"/>
                  <a:pt x="7205" y="8872"/>
                </a:cubicBezTo>
                <a:cubicBezTo>
                  <a:pt x="7249" y="8872"/>
                  <a:pt x="7295" y="8865"/>
                  <a:pt x="7341" y="8853"/>
                </a:cubicBezTo>
                <a:cubicBezTo>
                  <a:pt x="7467" y="8822"/>
                  <a:pt x="7530" y="8664"/>
                  <a:pt x="7530" y="8538"/>
                </a:cubicBezTo>
                <a:lnTo>
                  <a:pt x="7530" y="6806"/>
                </a:lnTo>
                <a:cubicBezTo>
                  <a:pt x="8318" y="6648"/>
                  <a:pt x="8917" y="5955"/>
                  <a:pt x="8917" y="5104"/>
                </a:cubicBezTo>
                <a:lnTo>
                  <a:pt x="8917" y="1702"/>
                </a:lnTo>
                <a:cubicBezTo>
                  <a:pt x="8917" y="725"/>
                  <a:pt x="8129" y="1"/>
                  <a:pt x="71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8" name="Google Shape;3098;p23"/>
          <p:cNvSpPr/>
          <p:nvPr/>
        </p:nvSpPr>
        <p:spPr>
          <a:xfrm>
            <a:off x="1636298" y="2287813"/>
            <a:ext cx="287853" cy="282274"/>
          </a:xfrm>
          <a:custGeom>
            <a:rect b="b" l="l" r="r" t="t"/>
            <a:pathLst>
              <a:path extrusionOk="0" h="11657" w="8916">
                <a:moveTo>
                  <a:pt x="4474" y="1418"/>
                </a:moveTo>
                <a:cubicBezTo>
                  <a:pt x="6143" y="1418"/>
                  <a:pt x="7530" y="2804"/>
                  <a:pt x="7530" y="4474"/>
                </a:cubicBezTo>
                <a:cubicBezTo>
                  <a:pt x="7561" y="6175"/>
                  <a:pt x="6143" y="7561"/>
                  <a:pt x="4474" y="7561"/>
                </a:cubicBezTo>
                <a:cubicBezTo>
                  <a:pt x="2772" y="7561"/>
                  <a:pt x="1386" y="6175"/>
                  <a:pt x="1386" y="4474"/>
                </a:cubicBezTo>
                <a:cubicBezTo>
                  <a:pt x="1386" y="2804"/>
                  <a:pt x="2772" y="1418"/>
                  <a:pt x="4474" y="1418"/>
                </a:cubicBezTo>
                <a:close/>
                <a:moveTo>
                  <a:pt x="4474" y="0"/>
                </a:moveTo>
                <a:cubicBezTo>
                  <a:pt x="2016" y="0"/>
                  <a:pt x="0" y="2017"/>
                  <a:pt x="0" y="4442"/>
                </a:cubicBezTo>
                <a:cubicBezTo>
                  <a:pt x="0" y="5419"/>
                  <a:pt x="315" y="6333"/>
                  <a:pt x="914" y="7120"/>
                </a:cubicBezTo>
                <a:lnTo>
                  <a:pt x="4190" y="11531"/>
                </a:lnTo>
                <a:cubicBezTo>
                  <a:pt x="4253" y="11626"/>
                  <a:pt x="4348" y="11657"/>
                  <a:pt x="4474" y="11657"/>
                </a:cubicBezTo>
                <a:cubicBezTo>
                  <a:pt x="4568" y="11657"/>
                  <a:pt x="4663" y="11626"/>
                  <a:pt x="4726" y="11531"/>
                </a:cubicBezTo>
                <a:lnTo>
                  <a:pt x="8002" y="7120"/>
                </a:lnTo>
                <a:cubicBezTo>
                  <a:pt x="8601" y="6333"/>
                  <a:pt x="8916" y="5419"/>
                  <a:pt x="8916" y="4442"/>
                </a:cubicBezTo>
                <a:cubicBezTo>
                  <a:pt x="8916" y="2017"/>
                  <a:pt x="693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9" name="Google Shape;3099;p23"/>
          <p:cNvSpPr/>
          <p:nvPr/>
        </p:nvSpPr>
        <p:spPr>
          <a:xfrm>
            <a:off x="1702385" y="2338154"/>
            <a:ext cx="155646" cy="116741"/>
          </a:xfrm>
          <a:custGeom>
            <a:rect b="b" l="l" r="r" t="t"/>
            <a:pathLst>
              <a:path extrusionOk="0" h="4821" w="4821">
                <a:moveTo>
                  <a:pt x="2427" y="662"/>
                </a:moveTo>
                <a:cubicBezTo>
                  <a:pt x="2616" y="662"/>
                  <a:pt x="2773" y="820"/>
                  <a:pt x="2773" y="1040"/>
                </a:cubicBezTo>
                <a:cubicBezTo>
                  <a:pt x="2773" y="1229"/>
                  <a:pt x="2616" y="1387"/>
                  <a:pt x="2427" y="1387"/>
                </a:cubicBezTo>
                <a:cubicBezTo>
                  <a:pt x="2206" y="1387"/>
                  <a:pt x="2049" y="1229"/>
                  <a:pt x="2049" y="1040"/>
                </a:cubicBezTo>
                <a:cubicBezTo>
                  <a:pt x="2049" y="820"/>
                  <a:pt x="2206" y="662"/>
                  <a:pt x="2427" y="662"/>
                </a:cubicBezTo>
                <a:close/>
                <a:moveTo>
                  <a:pt x="2427" y="2017"/>
                </a:moveTo>
                <a:cubicBezTo>
                  <a:pt x="2616" y="2017"/>
                  <a:pt x="2773" y="2174"/>
                  <a:pt x="2773" y="2363"/>
                </a:cubicBezTo>
                <a:lnTo>
                  <a:pt x="2773" y="3750"/>
                </a:lnTo>
                <a:cubicBezTo>
                  <a:pt x="2773" y="3939"/>
                  <a:pt x="2616" y="4096"/>
                  <a:pt x="2427" y="4096"/>
                </a:cubicBezTo>
                <a:cubicBezTo>
                  <a:pt x="2206" y="4096"/>
                  <a:pt x="2049" y="3939"/>
                  <a:pt x="2049" y="3750"/>
                </a:cubicBezTo>
                <a:lnTo>
                  <a:pt x="2049" y="2363"/>
                </a:lnTo>
                <a:cubicBezTo>
                  <a:pt x="2049" y="2174"/>
                  <a:pt x="2206" y="2017"/>
                  <a:pt x="2427" y="2017"/>
                </a:cubicBezTo>
                <a:close/>
                <a:moveTo>
                  <a:pt x="2427" y="1"/>
                </a:moveTo>
                <a:cubicBezTo>
                  <a:pt x="1072" y="1"/>
                  <a:pt x="1" y="1072"/>
                  <a:pt x="1" y="2395"/>
                </a:cubicBezTo>
                <a:cubicBezTo>
                  <a:pt x="1" y="3750"/>
                  <a:pt x="1072" y="4821"/>
                  <a:pt x="2427" y="4821"/>
                </a:cubicBezTo>
                <a:cubicBezTo>
                  <a:pt x="3750" y="4821"/>
                  <a:pt x="4821" y="3750"/>
                  <a:pt x="4821" y="2395"/>
                </a:cubicBezTo>
                <a:cubicBezTo>
                  <a:pt x="4821" y="1072"/>
                  <a:pt x="3750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0" name="Google Shape;3100;p23"/>
          <p:cNvSpPr/>
          <p:nvPr/>
        </p:nvSpPr>
        <p:spPr>
          <a:xfrm>
            <a:off x="4241025" y="1795191"/>
            <a:ext cx="42745" cy="32836"/>
          </a:xfrm>
          <a:custGeom>
            <a:rect b="b" l="l" r="r" t="t"/>
            <a:pathLst>
              <a:path extrusionOk="0" h="1356" w="1324">
                <a:moveTo>
                  <a:pt x="662" y="0"/>
                </a:moveTo>
                <a:cubicBezTo>
                  <a:pt x="284" y="0"/>
                  <a:pt x="1" y="315"/>
                  <a:pt x="1" y="693"/>
                </a:cubicBezTo>
                <a:cubicBezTo>
                  <a:pt x="1" y="1040"/>
                  <a:pt x="284" y="1355"/>
                  <a:pt x="662" y="1355"/>
                </a:cubicBezTo>
                <a:cubicBezTo>
                  <a:pt x="1040" y="1355"/>
                  <a:pt x="1324" y="1040"/>
                  <a:pt x="1324" y="693"/>
                </a:cubicBezTo>
                <a:cubicBezTo>
                  <a:pt x="1324" y="315"/>
                  <a:pt x="1040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1" name="Google Shape;3101;p23"/>
          <p:cNvSpPr/>
          <p:nvPr/>
        </p:nvSpPr>
        <p:spPr>
          <a:xfrm>
            <a:off x="4129157" y="1588452"/>
            <a:ext cx="22406" cy="99960"/>
          </a:xfrm>
          <a:custGeom>
            <a:rect b="b" l="l" r="r" t="t"/>
            <a:pathLst>
              <a:path extrusionOk="0" h="4128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4128"/>
                </a:lnTo>
                <a:cubicBezTo>
                  <a:pt x="95" y="4096"/>
                  <a:pt x="221" y="4096"/>
                  <a:pt x="347" y="4096"/>
                </a:cubicBezTo>
                <a:cubicBezTo>
                  <a:pt x="473" y="4096"/>
                  <a:pt x="567" y="4096"/>
                  <a:pt x="693" y="412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2" name="Google Shape;3102;p23"/>
          <p:cNvSpPr/>
          <p:nvPr/>
        </p:nvSpPr>
        <p:spPr>
          <a:xfrm>
            <a:off x="4106783" y="1705043"/>
            <a:ext cx="66120" cy="49738"/>
          </a:xfrm>
          <a:custGeom>
            <a:rect b="b" l="l" r="r" t="t"/>
            <a:pathLst>
              <a:path extrusionOk="0" h="2054" w="2048">
                <a:moveTo>
                  <a:pt x="938" y="0"/>
                </a:moveTo>
                <a:cubicBezTo>
                  <a:pt x="417" y="0"/>
                  <a:pt x="0" y="451"/>
                  <a:pt x="0" y="1014"/>
                </a:cubicBezTo>
                <a:cubicBezTo>
                  <a:pt x="0" y="1549"/>
                  <a:pt x="473" y="2054"/>
                  <a:pt x="1040" y="2054"/>
                </a:cubicBezTo>
                <a:cubicBezTo>
                  <a:pt x="1575" y="2054"/>
                  <a:pt x="2048" y="1581"/>
                  <a:pt x="2048" y="1014"/>
                </a:cubicBezTo>
                <a:cubicBezTo>
                  <a:pt x="2048" y="447"/>
                  <a:pt x="1575" y="6"/>
                  <a:pt x="1040" y="6"/>
                </a:cubicBezTo>
                <a:cubicBezTo>
                  <a:pt x="1006" y="2"/>
                  <a:pt x="972" y="0"/>
                  <a:pt x="9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3" name="Google Shape;3103;p23"/>
          <p:cNvSpPr/>
          <p:nvPr/>
        </p:nvSpPr>
        <p:spPr>
          <a:xfrm>
            <a:off x="4042697" y="1760104"/>
            <a:ext cx="206495" cy="110638"/>
          </a:xfrm>
          <a:custGeom>
            <a:rect b="b" l="l" r="r" t="t"/>
            <a:pathLst>
              <a:path extrusionOk="0" h="4569" w="6396">
                <a:moveTo>
                  <a:pt x="1954" y="0"/>
                </a:moveTo>
                <a:lnTo>
                  <a:pt x="0" y="2520"/>
                </a:lnTo>
                <a:lnTo>
                  <a:pt x="0" y="4222"/>
                </a:lnTo>
                <a:cubicBezTo>
                  <a:pt x="0" y="4411"/>
                  <a:pt x="158" y="4568"/>
                  <a:pt x="347" y="4568"/>
                </a:cubicBezTo>
                <a:lnTo>
                  <a:pt x="3781" y="4568"/>
                </a:lnTo>
                <a:cubicBezTo>
                  <a:pt x="3970" y="4568"/>
                  <a:pt x="4127" y="4411"/>
                  <a:pt x="4127" y="4222"/>
                </a:cubicBezTo>
                <a:lnTo>
                  <a:pt x="4127" y="3875"/>
                </a:lnTo>
                <a:lnTo>
                  <a:pt x="5136" y="3875"/>
                </a:lnTo>
                <a:cubicBezTo>
                  <a:pt x="5577" y="3844"/>
                  <a:pt x="6018" y="3718"/>
                  <a:pt x="6396" y="3434"/>
                </a:cubicBezTo>
                <a:cubicBezTo>
                  <a:pt x="5986" y="3277"/>
                  <a:pt x="5608" y="2930"/>
                  <a:pt x="5514" y="2489"/>
                </a:cubicBezTo>
                <a:lnTo>
                  <a:pt x="4442" y="2489"/>
                </a:lnTo>
                <a:cubicBezTo>
                  <a:pt x="3497" y="2489"/>
                  <a:pt x="2741" y="1733"/>
                  <a:pt x="2741" y="788"/>
                </a:cubicBezTo>
                <a:lnTo>
                  <a:pt x="2741" y="410"/>
                </a:lnTo>
                <a:cubicBezTo>
                  <a:pt x="2426" y="315"/>
                  <a:pt x="2206" y="189"/>
                  <a:pt x="19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4" name="Google Shape;3104;p23"/>
          <p:cNvSpPr/>
          <p:nvPr/>
        </p:nvSpPr>
        <p:spPr>
          <a:xfrm>
            <a:off x="4150498" y="1670852"/>
            <a:ext cx="164815" cy="134272"/>
          </a:xfrm>
          <a:custGeom>
            <a:rect b="b" l="l" r="r" t="t"/>
            <a:pathLst>
              <a:path extrusionOk="0" h="5545" w="5105">
                <a:moveTo>
                  <a:pt x="4128" y="0"/>
                </a:moveTo>
                <a:lnTo>
                  <a:pt x="694" y="662"/>
                </a:lnTo>
                <a:lnTo>
                  <a:pt x="694" y="1040"/>
                </a:lnTo>
                <a:cubicBezTo>
                  <a:pt x="1103" y="1355"/>
                  <a:pt x="1387" y="1827"/>
                  <a:pt x="1387" y="2426"/>
                </a:cubicBezTo>
                <a:cubicBezTo>
                  <a:pt x="1387" y="3245"/>
                  <a:pt x="788" y="3938"/>
                  <a:pt x="1" y="4127"/>
                </a:cubicBezTo>
                <a:lnTo>
                  <a:pt x="1" y="4505"/>
                </a:lnTo>
                <a:cubicBezTo>
                  <a:pt x="1" y="5072"/>
                  <a:pt x="473" y="5545"/>
                  <a:pt x="1009" y="5545"/>
                </a:cubicBezTo>
                <a:lnTo>
                  <a:pt x="2080" y="5545"/>
                </a:lnTo>
                <a:cubicBezTo>
                  <a:pt x="2238" y="4946"/>
                  <a:pt x="2742" y="4505"/>
                  <a:pt x="3372" y="4505"/>
                </a:cubicBezTo>
                <a:cubicBezTo>
                  <a:pt x="3624" y="4505"/>
                  <a:pt x="3844" y="4600"/>
                  <a:pt x="4065" y="4726"/>
                </a:cubicBezTo>
                <a:lnTo>
                  <a:pt x="4065" y="4127"/>
                </a:lnTo>
                <a:lnTo>
                  <a:pt x="4128" y="4127"/>
                </a:lnTo>
                <a:cubicBezTo>
                  <a:pt x="4443" y="4064"/>
                  <a:pt x="4758" y="3938"/>
                  <a:pt x="4916" y="3655"/>
                </a:cubicBezTo>
                <a:cubicBezTo>
                  <a:pt x="5105" y="3340"/>
                  <a:pt x="5105" y="2993"/>
                  <a:pt x="4947" y="2678"/>
                </a:cubicBezTo>
                <a:lnTo>
                  <a:pt x="4128" y="1008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5" name="Google Shape;3105;p23"/>
          <p:cNvSpPr/>
          <p:nvPr/>
        </p:nvSpPr>
        <p:spPr>
          <a:xfrm>
            <a:off x="4174905" y="1588065"/>
            <a:ext cx="157712" cy="81290"/>
          </a:xfrm>
          <a:custGeom>
            <a:rect b="b" l="l" r="r" t="t"/>
            <a:pathLst>
              <a:path extrusionOk="0" h="3357" w="4885">
                <a:moveTo>
                  <a:pt x="3376" y="1"/>
                </a:moveTo>
                <a:cubicBezTo>
                  <a:pt x="3025" y="1"/>
                  <a:pt x="2679" y="143"/>
                  <a:pt x="2427" y="426"/>
                </a:cubicBezTo>
                <a:lnTo>
                  <a:pt x="2143" y="678"/>
                </a:lnTo>
                <a:lnTo>
                  <a:pt x="1" y="678"/>
                </a:lnTo>
                <a:lnTo>
                  <a:pt x="1" y="3356"/>
                </a:lnTo>
                <a:lnTo>
                  <a:pt x="4191" y="2537"/>
                </a:lnTo>
                <a:lnTo>
                  <a:pt x="4349" y="2379"/>
                </a:lnTo>
                <a:cubicBezTo>
                  <a:pt x="4884" y="1844"/>
                  <a:pt x="4884" y="962"/>
                  <a:pt x="4349" y="426"/>
                </a:cubicBezTo>
                <a:cubicBezTo>
                  <a:pt x="4081" y="143"/>
                  <a:pt x="3726" y="1"/>
                  <a:pt x="33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6" name="Google Shape;3106;p23"/>
          <p:cNvSpPr/>
          <p:nvPr/>
        </p:nvSpPr>
        <p:spPr>
          <a:xfrm>
            <a:off x="3974543" y="1606007"/>
            <a:ext cx="132239" cy="192267"/>
          </a:xfrm>
          <a:custGeom>
            <a:rect b="b" l="l" r="r" t="t"/>
            <a:pathLst>
              <a:path extrusionOk="0" h="7940" w="4096">
                <a:moveTo>
                  <a:pt x="4096" y="0"/>
                </a:moveTo>
                <a:cubicBezTo>
                  <a:pt x="1828" y="95"/>
                  <a:pt x="0" y="1985"/>
                  <a:pt x="0" y="4316"/>
                </a:cubicBezTo>
                <a:cubicBezTo>
                  <a:pt x="0" y="5766"/>
                  <a:pt x="757" y="7120"/>
                  <a:pt x="1954" y="7939"/>
                </a:cubicBezTo>
                <a:lnTo>
                  <a:pt x="3592" y="5829"/>
                </a:lnTo>
                <a:cubicBezTo>
                  <a:pt x="3466" y="5576"/>
                  <a:pt x="3434" y="5356"/>
                  <a:pt x="3434" y="5104"/>
                </a:cubicBezTo>
                <a:cubicBezTo>
                  <a:pt x="3434" y="4568"/>
                  <a:pt x="3718" y="4033"/>
                  <a:pt x="4096" y="3718"/>
                </a:cubicBezTo>
                <a:lnTo>
                  <a:pt x="409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7" name="Google Shape;3107;p23"/>
          <p:cNvSpPr/>
          <p:nvPr/>
        </p:nvSpPr>
        <p:spPr>
          <a:xfrm>
            <a:off x="4187125" y="1940306"/>
            <a:ext cx="154645" cy="116741"/>
          </a:xfrm>
          <a:custGeom>
            <a:rect b="b" l="l" r="r" t="t"/>
            <a:pathLst>
              <a:path extrusionOk="0" h="4821" w="4790">
                <a:moveTo>
                  <a:pt x="2395" y="631"/>
                </a:moveTo>
                <a:cubicBezTo>
                  <a:pt x="2584" y="631"/>
                  <a:pt x="2742" y="788"/>
                  <a:pt x="2742" y="1009"/>
                </a:cubicBezTo>
                <a:lnTo>
                  <a:pt x="2742" y="2017"/>
                </a:lnTo>
                <a:lnTo>
                  <a:pt x="3782" y="2017"/>
                </a:lnTo>
                <a:cubicBezTo>
                  <a:pt x="3971" y="2017"/>
                  <a:pt x="4128" y="2175"/>
                  <a:pt x="4128" y="2364"/>
                </a:cubicBezTo>
                <a:cubicBezTo>
                  <a:pt x="4128" y="2584"/>
                  <a:pt x="3971" y="2742"/>
                  <a:pt x="3782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64"/>
                </a:cubicBezTo>
                <a:lnTo>
                  <a:pt x="2049" y="1009"/>
                </a:lnTo>
                <a:cubicBezTo>
                  <a:pt x="2049" y="788"/>
                  <a:pt x="2206" y="631"/>
                  <a:pt x="2395" y="631"/>
                </a:cubicBezTo>
                <a:close/>
                <a:moveTo>
                  <a:pt x="2395" y="1"/>
                </a:moveTo>
                <a:cubicBezTo>
                  <a:pt x="1041" y="1"/>
                  <a:pt x="1" y="1072"/>
                  <a:pt x="1" y="2427"/>
                </a:cubicBezTo>
                <a:cubicBezTo>
                  <a:pt x="1" y="3750"/>
                  <a:pt x="1041" y="4821"/>
                  <a:pt x="2395" y="4821"/>
                </a:cubicBezTo>
                <a:cubicBezTo>
                  <a:pt x="3719" y="4821"/>
                  <a:pt x="4790" y="3750"/>
                  <a:pt x="4790" y="2427"/>
                </a:cubicBezTo>
                <a:cubicBezTo>
                  <a:pt x="4790" y="1072"/>
                  <a:pt x="3719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8" name="Google Shape;3108;p23"/>
          <p:cNvSpPr/>
          <p:nvPr/>
        </p:nvSpPr>
        <p:spPr>
          <a:xfrm>
            <a:off x="3965390" y="2172227"/>
            <a:ext cx="311292" cy="50367"/>
          </a:xfrm>
          <a:custGeom>
            <a:rect b="b" l="l" r="r" t="t"/>
            <a:pathLst>
              <a:path extrusionOk="0" h="2080" w="9642">
                <a:moveTo>
                  <a:pt x="32" y="0"/>
                </a:moveTo>
                <a:lnTo>
                  <a:pt x="32" y="1764"/>
                </a:lnTo>
                <a:cubicBezTo>
                  <a:pt x="1" y="1922"/>
                  <a:pt x="158" y="2079"/>
                  <a:pt x="347" y="2079"/>
                </a:cubicBezTo>
                <a:lnTo>
                  <a:pt x="9295" y="2079"/>
                </a:lnTo>
                <a:cubicBezTo>
                  <a:pt x="9484" y="2079"/>
                  <a:pt x="9641" y="1922"/>
                  <a:pt x="9641" y="1733"/>
                </a:cubicBezTo>
                <a:lnTo>
                  <a:pt x="9641" y="1040"/>
                </a:lnTo>
                <a:cubicBezTo>
                  <a:pt x="9641" y="473"/>
                  <a:pt x="9169" y="0"/>
                  <a:pt x="86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9" name="Google Shape;3109;p23"/>
          <p:cNvSpPr/>
          <p:nvPr/>
        </p:nvSpPr>
        <p:spPr>
          <a:xfrm>
            <a:off x="4097630" y="2105082"/>
            <a:ext cx="133272" cy="50391"/>
          </a:xfrm>
          <a:custGeom>
            <a:rect b="b" l="l" r="r" t="t"/>
            <a:pathLst>
              <a:path extrusionOk="0" h="2081" w="4128">
                <a:moveTo>
                  <a:pt x="1040" y="1"/>
                </a:moveTo>
                <a:cubicBezTo>
                  <a:pt x="473" y="1"/>
                  <a:pt x="1" y="505"/>
                  <a:pt x="1" y="1040"/>
                </a:cubicBezTo>
                <a:lnTo>
                  <a:pt x="1" y="2080"/>
                </a:lnTo>
                <a:lnTo>
                  <a:pt x="4128" y="2080"/>
                </a:lnTo>
                <a:lnTo>
                  <a:pt x="4128" y="1040"/>
                </a:lnTo>
                <a:cubicBezTo>
                  <a:pt x="4128" y="505"/>
                  <a:pt x="3687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0" name="Google Shape;3110;p23"/>
          <p:cNvSpPr/>
          <p:nvPr/>
        </p:nvSpPr>
        <p:spPr>
          <a:xfrm>
            <a:off x="4009137" y="1989146"/>
            <a:ext cx="88525" cy="67148"/>
          </a:xfrm>
          <a:custGeom>
            <a:rect b="b" l="l" r="r" t="t"/>
            <a:pathLst>
              <a:path extrusionOk="0" h="2773" w="2742">
                <a:moveTo>
                  <a:pt x="1387" y="0"/>
                </a:moveTo>
                <a:cubicBezTo>
                  <a:pt x="599" y="0"/>
                  <a:pt x="1" y="630"/>
                  <a:pt x="1" y="1386"/>
                </a:cubicBezTo>
                <a:cubicBezTo>
                  <a:pt x="1" y="2142"/>
                  <a:pt x="599" y="2772"/>
                  <a:pt x="1387" y="2772"/>
                </a:cubicBezTo>
                <a:cubicBezTo>
                  <a:pt x="2143" y="2772"/>
                  <a:pt x="2742" y="2142"/>
                  <a:pt x="2742" y="1386"/>
                </a:cubicBezTo>
                <a:cubicBezTo>
                  <a:pt x="2742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1" name="Google Shape;3111;p23"/>
          <p:cNvSpPr/>
          <p:nvPr/>
        </p:nvSpPr>
        <p:spPr>
          <a:xfrm>
            <a:off x="3965390" y="2072635"/>
            <a:ext cx="150577" cy="82840"/>
          </a:xfrm>
          <a:custGeom>
            <a:rect b="b" l="l" r="r" t="t"/>
            <a:pathLst>
              <a:path extrusionOk="0" h="3421" w="4664">
                <a:moveTo>
                  <a:pt x="2788" y="1"/>
                </a:moveTo>
                <a:cubicBezTo>
                  <a:pt x="2690" y="1"/>
                  <a:pt x="2591" y="6"/>
                  <a:pt x="2490" y="18"/>
                </a:cubicBezTo>
                <a:cubicBezTo>
                  <a:pt x="1072" y="144"/>
                  <a:pt x="1" y="1435"/>
                  <a:pt x="1" y="2853"/>
                </a:cubicBezTo>
                <a:lnTo>
                  <a:pt x="1" y="3105"/>
                </a:lnTo>
                <a:cubicBezTo>
                  <a:pt x="1" y="3263"/>
                  <a:pt x="158" y="3420"/>
                  <a:pt x="347" y="3420"/>
                </a:cubicBezTo>
                <a:lnTo>
                  <a:pt x="3435" y="3420"/>
                </a:lnTo>
                <a:lnTo>
                  <a:pt x="3435" y="2380"/>
                </a:lnTo>
                <a:cubicBezTo>
                  <a:pt x="3435" y="1624"/>
                  <a:pt x="3939" y="963"/>
                  <a:pt x="4664" y="774"/>
                </a:cubicBezTo>
                <a:cubicBezTo>
                  <a:pt x="4164" y="302"/>
                  <a:pt x="3517" y="1"/>
                  <a:pt x="27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2" name="Google Shape;3112;p23"/>
          <p:cNvSpPr/>
          <p:nvPr/>
        </p:nvSpPr>
        <p:spPr>
          <a:xfrm>
            <a:off x="4083393" y="2336628"/>
            <a:ext cx="258377" cy="234232"/>
          </a:xfrm>
          <a:custGeom>
            <a:rect b="b" l="l" r="r" t="t"/>
            <a:pathLst>
              <a:path extrusionOk="0" h="9673" w="8003">
                <a:moveTo>
                  <a:pt x="2300" y="0"/>
                </a:moveTo>
                <a:cubicBezTo>
                  <a:pt x="2017" y="0"/>
                  <a:pt x="1796" y="252"/>
                  <a:pt x="1796" y="536"/>
                </a:cubicBezTo>
                <a:lnTo>
                  <a:pt x="1796" y="2962"/>
                </a:lnTo>
                <a:lnTo>
                  <a:pt x="694" y="4064"/>
                </a:lnTo>
                <a:cubicBezTo>
                  <a:pt x="95" y="4663"/>
                  <a:pt x="0" y="5640"/>
                  <a:pt x="536" y="6301"/>
                </a:cubicBezTo>
                <a:lnTo>
                  <a:pt x="1576" y="7719"/>
                </a:lnTo>
                <a:cubicBezTo>
                  <a:pt x="1702" y="7876"/>
                  <a:pt x="1796" y="8128"/>
                  <a:pt x="1796" y="8349"/>
                </a:cubicBezTo>
                <a:lnTo>
                  <a:pt x="1796" y="9294"/>
                </a:lnTo>
                <a:cubicBezTo>
                  <a:pt x="1796" y="9515"/>
                  <a:pt x="1954" y="9672"/>
                  <a:pt x="2143" y="9672"/>
                </a:cubicBezTo>
                <a:lnTo>
                  <a:pt x="6932" y="9672"/>
                </a:lnTo>
                <a:cubicBezTo>
                  <a:pt x="7152" y="9672"/>
                  <a:pt x="7310" y="9515"/>
                  <a:pt x="7310" y="9294"/>
                </a:cubicBezTo>
                <a:lnTo>
                  <a:pt x="7310" y="8349"/>
                </a:lnTo>
                <a:cubicBezTo>
                  <a:pt x="7310" y="8128"/>
                  <a:pt x="7373" y="7939"/>
                  <a:pt x="7530" y="7782"/>
                </a:cubicBezTo>
                <a:cubicBezTo>
                  <a:pt x="7814" y="7498"/>
                  <a:pt x="7971" y="7089"/>
                  <a:pt x="7971" y="6711"/>
                </a:cubicBezTo>
                <a:lnTo>
                  <a:pt x="7971" y="3938"/>
                </a:lnTo>
                <a:cubicBezTo>
                  <a:pt x="8003" y="3686"/>
                  <a:pt x="7782" y="3434"/>
                  <a:pt x="7499" y="3434"/>
                </a:cubicBezTo>
                <a:cubicBezTo>
                  <a:pt x="7215" y="3434"/>
                  <a:pt x="6995" y="3686"/>
                  <a:pt x="6995" y="3938"/>
                </a:cubicBezTo>
                <a:lnTo>
                  <a:pt x="6995" y="4474"/>
                </a:lnTo>
                <a:cubicBezTo>
                  <a:pt x="6995" y="4663"/>
                  <a:pt x="6837" y="4820"/>
                  <a:pt x="6617" y="4820"/>
                </a:cubicBezTo>
                <a:cubicBezTo>
                  <a:pt x="6427" y="4820"/>
                  <a:pt x="6270" y="4663"/>
                  <a:pt x="6270" y="4474"/>
                </a:cubicBezTo>
                <a:lnTo>
                  <a:pt x="6270" y="3277"/>
                </a:lnTo>
                <a:cubicBezTo>
                  <a:pt x="6270" y="2993"/>
                  <a:pt x="6049" y="2773"/>
                  <a:pt x="5766" y="2773"/>
                </a:cubicBezTo>
                <a:cubicBezTo>
                  <a:pt x="5482" y="2773"/>
                  <a:pt x="5262" y="2993"/>
                  <a:pt x="5262" y="3277"/>
                </a:cubicBezTo>
                <a:lnTo>
                  <a:pt x="5262" y="4474"/>
                </a:lnTo>
                <a:cubicBezTo>
                  <a:pt x="5262" y="4663"/>
                  <a:pt x="5104" y="4820"/>
                  <a:pt x="4884" y="4820"/>
                </a:cubicBezTo>
                <a:cubicBezTo>
                  <a:pt x="4695" y="4820"/>
                  <a:pt x="4537" y="4663"/>
                  <a:pt x="4537" y="4474"/>
                </a:cubicBezTo>
                <a:lnTo>
                  <a:pt x="4537" y="1890"/>
                </a:lnTo>
                <a:cubicBezTo>
                  <a:pt x="4537" y="1638"/>
                  <a:pt x="4317" y="1386"/>
                  <a:pt x="4033" y="1386"/>
                </a:cubicBezTo>
                <a:cubicBezTo>
                  <a:pt x="3750" y="1386"/>
                  <a:pt x="3529" y="1638"/>
                  <a:pt x="3529" y="1890"/>
                </a:cubicBezTo>
                <a:lnTo>
                  <a:pt x="3529" y="4474"/>
                </a:lnTo>
                <a:cubicBezTo>
                  <a:pt x="3529" y="4663"/>
                  <a:pt x="3371" y="4820"/>
                  <a:pt x="3151" y="4820"/>
                </a:cubicBezTo>
                <a:cubicBezTo>
                  <a:pt x="2962" y="4820"/>
                  <a:pt x="2804" y="4663"/>
                  <a:pt x="2804" y="4474"/>
                </a:cubicBezTo>
                <a:lnTo>
                  <a:pt x="2804" y="4159"/>
                </a:lnTo>
                <a:lnTo>
                  <a:pt x="2804" y="536"/>
                </a:lnTo>
                <a:cubicBezTo>
                  <a:pt x="2804" y="252"/>
                  <a:pt x="2584" y="0"/>
                  <a:pt x="23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3" name="Google Shape;3113;p23"/>
          <p:cNvSpPr/>
          <p:nvPr/>
        </p:nvSpPr>
        <p:spPr>
          <a:xfrm>
            <a:off x="4299025" y="2304569"/>
            <a:ext cx="42745" cy="102260"/>
          </a:xfrm>
          <a:custGeom>
            <a:rect b="b" l="l" r="r" t="t"/>
            <a:pathLst>
              <a:path extrusionOk="0" h="4223" w="1324">
                <a:moveTo>
                  <a:pt x="1" y="1"/>
                </a:moveTo>
                <a:lnTo>
                  <a:pt x="1" y="3782"/>
                </a:lnTo>
                <a:cubicBezTo>
                  <a:pt x="95" y="3908"/>
                  <a:pt x="221" y="4065"/>
                  <a:pt x="253" y="4223"/>
                </a:cubicBezTo>
                <a:cubicBezTo>
                  <a:pt x="410" y="4128"/>
                  <a:pt x="631" y="4065"/>
                  <a:pt x="820" y="4065"/>
                </a:cubicBezTo>
                <a:cubicBezTo>
                  <a:pt x="1009" y="4065"/>
                  <a:pt x="1166" y="4097"/>
                  <a:pt x="1324" y="4160"/>
                </a:cubicBezTo>
                <a:lnTo>
                  <a:pt x="1324" y="285"/>
                </a:lnTo>
                <a:cubicBezTo>
                  <a:pt x="1324" y="127"/>
                  <a:pt x="116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4" name="Google Shape;3114;p23"/>
          <p:cNvSpPr/>
          <p:nvPr/>
        </p:nvSpPr>
        <p:spPr>
          <a:xfrm>
            <a:off x="3965390" y="2303818"/>
            <a:ext cx="124136" cy="199144"/>
          </a:xfrm>
          <a:custGeom>
            <a:rect b="b" l="l" r="r" t="t"/>
            <a:pathLst>
              <a:path extrusionOk="0" h="8224" w="3845">
                <a:moveTo>
                  <a:pt x="379" y="0"/>
                </a:moveTo>
                <a:cubicBezTo>
                  <a:pt x="158" y="0"/>
                  <a:pt x="1" y="127"/>
                  <a:pt x="1" y="347"/>
                </a:cubicBezTo>
                <a:lnTo>
                  <a:pt x="1" y="7877"/>
                </a:lnTo>
                <a:cubicBezTo>
                  <a:pt x="1" y="8066"/>
                  <a:pt x="158" y="8223"/>
                  <a:pt x="347" y="8223"/>
                </a:cubicBezTo>
                <a:lnTo>
                  <a:pt x="3844" y="8223"/>
                </a:lnTo>
                <a:lnTo>
                  <a:pt x="3718" y="8066"/>
                </a:lnTo>
                <a:cubicBezTo>
                  <a:pt x="3435" y="7719"/>
                  <a:pt x="3277" y="7278"/>
                  <a:pt x="3246" y="6837"/>
                </a:cubicBezTo>
                <a:lnTo>
                  <a:pt x="2458" y="6837"/>
                </a:lnTo>
                <a:cubicBezTo>
                  <a:pt x="1891" y="6837"/>
                  <a:pt x="1419" y="6364"/>
                  <a:pt x="1419" y="5829"/>
                </a:cubicBezTo>
                <a:lnTo>
                  <a:pt x="1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5" name="Google Shape;3115;p23"/>
          <p:cNvSpPr/>
          <p:nvPr/>
        </p:nvSpPr>
        <p:spPr>
          <a:xfrm>
            <a:off x="4031510" y="2287037"/>
            <a:ext cx="244139" cy="166333"/>
          </a:xfrm>
          <a:custGeom>
            <a:rect b="b" l="l" r="r" t="t"/>
            <a:pathLst>
              <a:path extrusionOk="0" h="6869" w="7562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6522"/>
                </a:lnTo>
                <a:cubicBezTo>
                  <a:pt x="1" y="6711"/>
                  <a:pt x="158" y="6868"/>
                  <a:pt x="379" y="6868"/>
                </a:cubicBezTo>
                <a:lnTo>
                  <a:pt x="1198" y="6868"/>
                </a:lnTo>
                <a:cubicBezTo>
                  <a:pt x="1261" y="6427"/>
                  <a:pt x="1513" y="5986"/>
                  <a:pt x="1828" y="5640"/>
                </a:cubicBezTo>
                <a:lnTo>
                  <a:pt x="2742" y="4726"/>
                </a:lnTo>
                <a:lnTo>
                  <a:pt x="2742" y="2584"/>
                </a:lnTo>
                <a:cubicBezTo>
                  <a:pt x="2742" y="1891"/>
                  <a:pt x="3277" y="1387"/>
                  <a:pt x="3907" y="1387"/>
                </a:cubicBezTo>
                <a:cubicBezTo>
                  <a:pt x="4537" y="1387"/>
                  <a:pt x="5105" y="1922"/>
                  <a:pt x="5105" y="2584"/>
                </a:cubicBezTo>
                <a:lnTo>
                  <a:pt x="5105" y="2836"/>
                </a:lnTo>
                <a:cubicBezTo>
                  <a:pt x="5262" y="2773"/>
                  <a:pt x="5420" y="2710"/>
                  <a:pt x="5609" y="2710"/>
                </a:cubicBezTo>
                <a:cubicBezTo>
                  <a:pt x="6270" y="2710"/>
                  <a:pt x="6774" y="3277"/>
                  <a:pt x="6774" y="3907"/>
                </a:cubicBezTo>
                <a:lnTo>
                  <a:pt x="6774" y="4191"/>
                </a:lnTo>
                <a:cubicBezTo>
                  <a:pt x="7058" y="4159"/>
                  <a:pt x="7215" y="4096"/>
                  <a:pt x="7404" y="4096"/>
                </a:cubicBezTo>
                <a:cubicBezTo>
                  <a:pt x="7499" y="4096"/>
                  <a:pt x="7530" y="4096"/>
                  <a:pt x="7562" y="4159"/>
                </a:cubicBezTo>
                <a:lnTo>
                  <a:pt x="7562" y="347"/>
                </a:lnTo>
                <a:cubicBezTo>
                  <a:pt x="7562" y="158"/>
                  <a:pt x="7404" y="0"/>
                  <a:pt x="7215" y="0"/>
                </a:cubicBezTo>
                <a:lnTo>
                  <a:pt x="5168" y="0"/>
                </a:lnTo>
                <a:cubicBezTo>
                  <a:pt x="4600" y="0"/>
                  <a:pt x="4096" y="284"/>
                  <a:pt x="3781" y="725"/>
                </a:cubicBezTo>
                <a:cubicBezTo>
                  <a:pt x="3466" y="284"/>
                  <a:pt x="2994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6" name="Google Shape;3116;p23"/>
          <p:cNvSpPr/>
          <p:nvPr/>
        </p:nvSpPr>
        <p:spPr>
          <a:xfrm>
            <a:off x="2715521" y="2748648"/>
            <a:ext cx="133272" cy="17556"/>
          </a:xfrm>
          <a:custGeom>
            <a:rect b="b" l="l" r="r" t="t"/>
            <a:pathLst>
              <a:path extrusionOk="0" h="725" w="4128">
                <a:moveTo>
                  <a:pt x="1" y="0"/>
                </a:moveTo>
                <a:lnTo>
                  <a:pt x="1" y="725"/>
                </a:lnTo>
                <a:lnTo>
                  <a:pt x="4128" y="725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7" name="Google Shape;3117;p23"/>
          <p:cNvSpPr/>
          <p:nvPr/>
        </p:nvSpPr>
        <p:spPr>
          <a:xfrm>
            <a:off x="2647367" y="2699058"/>
            <a:ext cx="266545" cy="214400"/>
          </a:xfrm>
          <a:custGeom>
            <a:rect b="b" l="l" r="r" t="t"/>
            <a:pathLst>
              <a:path extrusionOk="0" h="8854" w="8256">
                <a:moveTo>
                  <a:pt x="6554" y="1387"/>
                </a:moveTo>
                <a:cubicBezTo>
                  <a:pt x="6743" y="1387"/>
                  <a:pt x="6901" y="1544"/>
                  <a:pt x="6901" y="1733"/>
                </a:cubicBezTo>
                <a:lnTo>
                  <a:pt x="6901" y="3119"/>
                </a:lnTo>
                <a:cubicBezTo>
                  <a:pt x="6901" y="3309"/>
                  <a:pt x="6743" y="3466"/>
                  <a:pt x="6554" y="3466"/>
                </a:cubicBezTo>
                <a:lnTo>
                  <a:pt x="1734" y="3466"/>
                </a:lnTo>
                <a:cubicBezTo>
                  <a:pt x="1545" y="3466"/>
                  <a:pt x="1387" y="3309"/>
                  <a:pt x="1387" y="3119"/>
                </a:cubicBezTo>
                <a:lnTo>
                  <a:pt x="1387" y="1733"/>
                </a:lnTo>
                <a:cubicBezTo>
                  <a:pt x="1387" y="1544"/>
                  <a:pt x="1545" y="1387"/>
                  <a:pt x="1734" y="1387"/>
                </a:cubicBezTo>
                <a:close/>
                <a:moveTo>
                  <a:pt x="2427" y="4096"/>
                </a:moveTo>
                <a:cubicBezTo>
                  <a:pt x="2616" y="4096"/>
                  <a:pt x="2773" y="4254"/>
                  <a:pt x="2773" y="4443"/>
                </a:cubicBezTo>
                <a:cubicBezTo>
                  <a:pt x="2773" y="4663"/>
                  <a:pt x="2616" y="4821"/>
                  <a:pt x="2427" y="4821"/>
                </a:cubicBezTo>
                <a:lnTo>
                  <a:pt x="1734" y="4821"/>
                </a:lnTo>
                <a:cubicBezTo>
                  <a:pt x="1545" y="4821"/>
                  <a:pt x="1387" y="4663"/>
                  <a:pt x="1387" y="4443"/>
                </a:cubicBezTo>
                <a:cubicBezTo>
                  <a:pt x="1387" y="4254"/>
                  <a:pt x="1545" y="4096"/>
                  <a:pt x="1734" y="4096"/>
                </a:cubicBezTo>
                <a:close/>
                <a:moveTo>
                  <a:pt x="4475" y="4096"/>
                </a:moveTo>
                <a:cubicBezTo>
                  <a:pt x="4664" y="4096"/>
                  <a:pt x="4821" y="4254"/>
                  <a:pt x="4821" y="4443"/>
                </a:cubicBezTo>
                <a:cubicBezTo>
                  <a:pt x="4821" y="4663"/>
                  <a:pt x="4664" y="4821"/>
                  <a:pt x="4475" y="4821"/>
                </a:cubicBezTo>
                <a:lnTo>
                  <a:pt x="3782" y="4821"/>
                </a:lnTo>
                <a:cubicBezTo>
                  <a:pt x="3593" y="4821"/>
                  <a:pt x="3435" y="4663"/>
                  <a:pt x="3435" y="4443"/>
                </a:cubicBezTo>
                <a:cubicBezTo>
                  <a:pt x="3435" y="4254"/>
                  <a:pt x="3593" y="4096"/>
                  <a:pt x="3782" y="4096"/>
                </a:cubicBezTo>
                <a:close/>
                <a:moveTo>
                  <a:pt x="6554" y="4096"/>
                </a:moveTo>
                <a:cubicBezTo>
                  <a:pt x="6743" y="4096"/>
                  <a:pt x="6901" y="4254"/>
                  <a:pt x="6901" y="4443"/>
                </a:cubicBezTo>
                <a:cubicBezTo>
                  <a:pt x="6901" y="4663"/>
                  <a:pt x="6743" y="4821"/>
                  <a:pt x="6554" y="4821"/>
                </a:cubicBezTo>
                <a:lnTo>
                  <a:pt x="5892" y="4821"/>
                </a:lnTo>
                <a:cubicBezTo>
                  <a:pt x="5672" y="4821"/>
                  <a:pt x="5514" y="4663"/>
                  <a:pt x="5514" y="4443"/>
                </a:cubicBezTo>
                <a:cubicBezTo>
                  <a:pt x="5514" y="4254"/>
                  <a:pt x="5672" y="4096"/>
                  <a:pt x="5892" y="4096"/>
                </a:cubicBezTo>
                <a:close/>
                <a:moveTo>
                  <a:pt x="2427" y="5482"/>
                </a:moveTo>
                <a:cubicBezTo>
                  <a:pt x="2616" y="5482"/>
                  <a:pt x="2773" y="5640"/>
                  <a:pt x="2773" y="5829"/>
                </a:cubicBezTo>
                <a:cubicBezTo>
                  <a:pt x="2773" y="6018"/>
                  <a:pt x="2616" y="6175"/>
                  <a:pt x="2427" y="6175"/>
                </a:cubicBezTo>
                <a:lnTo>
                  <a:pt x="1734" y="6175"/>
                </a:lnTo>
                <a:cubicBezTo>
                  <a:pt x="1545" y="6175"/>
                  <a:pt x="1387" y="6018"/>
                  <a:pt x="1387" y="5829"/>
                </a:cubicBezTo>
                <a:cubicBezTo>
                  <a:pt x="1387" y="5640"/>
                  <a:pt x="1545" y="5482"/>
                  <a:pt x="1734" y="5482"/>
                </a:cubicBezTo>
                <a:close/>
                <a:moveTo>
                  <a:pt x="4475" y="5482"/>
                </a:moveTo>
                <a:cubicBezTo>
                  <a:pt x="4664" y="5482"/>
                  <a:pt x="4821" y="5640"/>
                  <a:pt x="4821" y="5829"/>
                </a:cubicBezTo>
                <a:cubicBezTo>
                  <a:pt x="4821" y="6018"/>
                  <a:pt x="4664" y="6175"/>
                  <a:pt x="4475" y="6175"/>
                </a:cubicBezTo>
                <a:lnTo>
                  <a:pt x="3782" y="6175"/>
                </a:lnTo>
                <a:cubicBezTo>
                  <a:pt x="3593" y="6175"/>
                  <a:pt x="3435" y="6018"/>
                  <a:pt x="3435" y="5829"/>
                </a:cubicBezTo>
                <a:cubicBezTo>
                  <a:pt x="3435" y="5640"/>
                  <a:pt x="3593" y="5482"/>
                  <a:pt x="3782" y="5482"/>
                </a:cubicBezTo>
                <a:close/>
                <a:moveTo>
                  <a:pt x="6554" y="5482"/>
                </a:moveTo>
                <a:cubicBezTo>
                  <a:pt x="6743" y="5482"/>
                  <a:pt x="6901" y="5640"/>
                  <a:pt x="6901" y="5829"/>
                </a:cubicBezTo>
                <a:cubicBezTo>
                  <a:pt x="6901" y="6018"/>
                  <a:pt x="6743" y="6175"/>
                  <a:pt x="6554" y="6175"/>
                </a:cubicBezTo>
                <a:lnTo>
                  <a:pt x="5892" y="6175"/>
                </a:lnTo>
                <a:cubicBezTo>
                  <a:pt x="5672" y="6175"/>
                  <a:pt x="5514" y="6018"/>
                  <a:pt x="5514" y="5829"/>
                </a:cubicBezTo>
                <a:cubicBezTo>
                  <a:pt x="5514" y="5640"/>
                  <a:pt x="5672" y="5482"/>
                  <a:pt x="5892" y="5482"/>
                </a:cubicBezTo>
                <a:close/>
                <a:moveTo>
                  <a:pt x="2427" y="6869"/>
                </a:moveTo>
                <a:cubicBezTo>
                  <a:pt x="2616" y="6869"/>
                  <a:pt x="2773" y="7026"/>
                  <a:pt x="2773" y="7215"/>
                </a:cubicBezTo>
                <a:cubicBezTo>
                  <a:pt x="2773" y="7404"/>
                  <a:pt x="2616" y="7562"/>
                  <a:pt x="2427" y="7562"/>
                </a:cubicBezTo>
                <a:lnTo>
                  <a:pt x="1734" y="7562"/>
                </a:lnTo>
                <a:cubicBezTo>
                  <a:pt x="1545" y="7562"/>
                  <a:pt x="1387" y="7404"/>
                  <a:pt x="1387" y="7215"/>
                </a:cubicBezTo>
                <a:cubicBezTo>
                  <a:pt x="1387" y="7026"/>
                  <a:pt x="1545" y="6869"/>
                  <a:pt x="1734" y="6869"/>
                </a:cubicBezTo>
                <a:close/>
                <a:moveTo>
                  <a:pt x="4475" y="6869"/>
                </a:moveTo>
                <a:cubicBezTo>
                  <a:pt x="4664" y="6869"/>
                  <a:pt x="4821" y="7026"/>
                  <a:pt x="4821" y="7215"/>
                </a:cubicBezTo>
                <a:cubicBezTo>
                  <a:pt x="4821" y="7404"/>
                  <a:pt x="4664" y="7562"/>
                  <a:pt x="4475" y="7562"/>
                </a:cubicBezTo>
                <a:lnTo>
                  <a:pt x="3782" y="7562"/>
                </a:lnTo>
                <a:cubicBezTo>
                  <a:pt x="3593" y="7562"/>
                  <a:pt x="3435" y="7404"/>
                  <a:pt x="3435" y="7215"/>
                </a:cubicBezTo>
                <a:cubicBezTo>
                  <a:pt x="3435" y="7026"/>
                  <a:pt x="3593" y="6869"/>
                  <a:pt x="3782" y="6869"/>
                </a:cubicBezTo>
                <a:close/>
                <a:moveTo>
                  <a:pt x="6554" y="6869"/>
                </a:moveTo>
                <a:cubicBezTo>
                  <a:pt x="6743" y="6869"/>
                  <a:pt x="6901" y="7026"/>
                  <a:pt x="6901" y="7215"/>
                </a:cubicBezTo>
                <a:cubicBezTo>
                  <a:pt x="6901" y="7404"/>
                  <a:pt x="6743" y="7562"/>
                  <a:pt x="6554" y="7562"/>
                </a:cubicBezTo>
                <a:lnTo>
                  <a:pt x="5892" y="7562"/>
                </a:lnTo>
                <a:cubicBezTo>
                  <a:pt x="5672" y="7562"/>
                  <a:pt x="5514" y="7404"/>
                  <a:pt x="5514" y="7215"/>
                </a:cubicBezTo>
                <a:cubicBezTo>
                  <a:pt x="5514" y="7026"/>
                  <a:pt x="5672" y="6869"/>
                  <a:pt x="5892" y="6869"/>
                </a:cubicBezTo>
                <a:close/>
                <a:moveTo>
                  <a:pt x="694" y="1"/>
                </a:moveTo>
                <a:lnTo>
                  <a:pt x="694" y="95"/>
                </a:lnTo>
                <a:cubicBezTo>
                  <a:pt x="694" y="631"/>
                  <a:pt x="442" y="1198"/>
                  <a:pt x="64" y="1576"/>
                </a:cubicBezTo>
                <a:lnTo>
                  <a:pt x="1" y="1607"/>
                </a:lnTo>
                <a:lnTo>
                  <a:pt x="1" y="5860"/>
                </a:lnTo>
                <a:lnTo>
                  <a:pt x="64" y="5923"/>
                </a:lnTo>
                <a:cubicBezTo>
                  <a:pt x="442" y="6301"/>
                  <a:pt x="694" y="6869"/>
                  <a:pt x="694" y="7404"/>
                </a:cubicBezTo>
                <a:cubicBezTo>
                  <a:pt x="694" y="7971"/>
                  <a:pt x="442" y="8475"/>
                  <a:pt x="95" y="8853"/>
                </a:cubicBezTo>
                <a:lnTo>
                  <a:pt x="7184" y="8853"/>
                </a:lnTo>
                <a:cubicBezTo>
                  <a:pt x="7720" y="8853"/>
                  <a:pt x="8192" y="8381"/>
                  <a:pt x="8192" y="7845"/>
                </a:cubicBezTo>
                <a:lnTo>
                  <a:pt x="8192" y="946"/>
                </a:lnTo>
                <a:cubicBezTo>
                  <a:pt x="8255" y="473"/>
                  <a:pt x="7814" y="1"/>
                  <a:pt x="7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8" name="Google Shape;3118;p23"/>
          <p:cNvSpPr/>
          <p:nvPr/>
        </p:nvSpPr>
        <p:spPr>
          <a:xfrm>
            <a:off x="2537533" y="2664722"/>
            <a:ext cx="111900" cy="251013"/>
          </a:xfrm>
          <a:custGeom>
            <a:rect b="b" l="l" r="r" t="t"/>
            <a:pathLst>
              <a:path extrusionOk="0" h="10366" w="3466">
                <a:moveTo>
                  <a:pt x="1450" y="1"/>
                </a:moveTo>
                <a:cubicBezTo>
                  <a:pt x="662" y="1"/>
                  <a:pt x="0" y="662"/>
                  <a:pt x="0" y="1450"/>
                </a:cubicBezTo>
                <a:cubicBezTo>
                  <a:pt x="0" y="1860"/>
                  <a:pt x="158" y="2206"/>
                  <a:pt x="410" y="2490"/>
                </a:cubicBezTo>
                <a:lnTo>
                  <a:pt x="694" y="2773"/>
                </a:lnTo>
                <a:lnTo>
                  <a:pt x="694" y="7593"/>
                </a:lnTo>
                <a:lnTo>
                  <a:pt x="410" y="7877"/>
                </a:lnTo>
                <a:cubicBezTo>
                  <a:pt x="158" y="8161"/>
                  <a:pt x="0" y="8507"/>
                  <a:pt x="0" y="8917"/>
                </a:cubicBezTo>
                <a:cubicBezTo>
                  <a:pt x="0" y="9704"/>
                  <a:pt x="662" y="10366"/>
                  <a:pt x="1450" y="10366"/>
                </a:cubicBezTo>
                <a:lnTo>
                  <a:pt x="1985" y="10366"/>
                </a:lnTo>
                <a:cubicBezTo>
                  <a:pt x="2773" y="10366"/>
                  <a:pt x="3466" y="9704"/>
                  <a:pt x="3466" y="8917"/>
                </a:cubicBezTo>
                <a:cubicBezTo>
                  <a:pt x="3466" y="8507"/>
                  <a:pt x="3308" y="8161"/>
                  <a:pt x="3025" y="7877"/>
                </a:cubicBezTo>
                <a:lnTo>
                  <a:pt x="2741" y="7593"/>
                </a:lnTo>
                <a:lnTo>
                  <a:pt x="2741" y="2773"/>
                </a:lnTo>
                <a:lnTo>
                  <a:pt x="3025" y="2490"/>
                </a:lnTo>
                <a:cubicBezTo>
                  <a:pt x="3308" y="2206"/>
                  <a:pt x="3466" y="1860"/>
                  <a:pt x="3466" y="1450"/>
                </a:cubicBezTo>
                <a:cubicBezTo>
                  <a:pt x="3466" y="662"/>
                  <a:pt x="2773" y="1"/>
                  <a:pt x="19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9" name="Google Shape;3119;p23"/>
          <p:cNvSpPr/>
          <p:nvPr/>
        </p:nvSpPr>
        <p:spPr>
          <a:xfrm>
            <a:off x="2593483" y="2932480"/>
            <a:ext cx="120036" cy="16829"/>
          </a:xfrm>
          <a:custGeom>
            <a:rect b="b" l="l" r="r" t="t"/>
            <a:pathLst>
              <a:path extrusionOk="0" h="695" w="3718">
                <a:moveTo>
                  <a:pt x="0" y="1"/>
                </a:moveTo>
                <a:cubicBezTo>
                  <a:pt x="0" y="379"/>
                  <a:pt x="315" y="694"/>
                  <a:pt x="662" y="694"/>
                </a:cubicBezTo>
                <a:lnTo>
                  <a:pt x="3056" y="694"/>
                </a:lnTo>
                <a:cubicBezTo>
                  <a:pt x="3466" y="694"/>
                  <a:pt x="3718" y="379"/>
                  <a:pt x="37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0" name="Google Shape;3120;p23"/>
          <p:cNvSpPr/>
          <p:nvPr/>
        </p:nvSpPr>
        <p:spPr>
          <a:xfrm>
            <a:off x="2537033" y="3239510"/>
            <a:ext cx="200393" cy="33586"/>
          </a:xfrm>
          <a:custGeom>
            <a:rect b="b" l="l" r="r" t="t"/>
            <a:pathLst>
              <a:path extrusionOk="0" h="1387" w="6207">
                <a:moveTo>
                  <a:pt x="32" y="1"/>
                </a:moveTo>
                <a:lnTo>
                  <a:pt x="32" y="1040"/>
                </a:lnTo>
                <a:cubicBezTo>
                  <a:pt x="0" y="1292"/>
                  <a:pt x="158" y="1387"/>
                  <a:pt x="347" y="1387"/>
                </a:cubicBezTo>
                <a:lnTo>
                  <a:pt x="6207" y="1387"/>
                </a:lnTo>
                <a:lnTo>
                  <a:pt x="620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1" name="Google Shape;3121;p23"/>
          <p:cNvSpPr/>
          <p:nvPr/>
        </p:nvSpPr>
        <p:spPr>
          <a:xfrm>
            <a:off x="2537033" y="3041175"/>
            <a:ext cx="237004" cy="182363"/>
          </a:xfrm>
          <a:custGeom>
            <a:rect b="b" l="l" r="r" t="t"/>
            <a:pathLst>
              <a:path extrusionOk="0" h="7531" w="7341">
                <a:moveTo>
                  <a:pt x="4474" y="0"/>
                </a:moveTo>
                <a:cubicBezTo>
                  <a:pt x="3939" y="0"/>
                  <a:pt x="3466" y="473"/>
                  <a:pt x="3466" y="1040"/>
                </a:cubicBezTo>
                <a:cubicBezTo>
                  <a:pt x="3466" y="1576"/>
                  <a:pt x="3939" y="2080"/>
                  <a:pt x="4474" y="2080"/>
                </a:cubicBezTo>
                <a:cubicBezTo>
                  <a:pt x="4600" y="2080"/>
                  <a:pt x="4726" y="2017"/>
                  <a:pt x="4852" y="1985"/>
                </a:cubicBezTo>
                <a:lnTo>
                  <a:pt x="4852" y="2773"/>
                </a:lnTo>
                <a:lnTo>
                  <a:pt x="2741" y="2773"/>
                </a:lnTo>
                <a:cubicBezTo>
                  <a:pt x="1261" y="2773"/>
                  <a:pt x="0" y="4002"/>
                  <a:pt x="0" y="5482"/>
                </a:cubicBezTo>
                <a:lnTo>
                  <a:pt x="0" y="7530"/>
                </a:lnTo>
                <a:lnTo>
                  <a:pt x="6175" y="7530"/>
                </a:lnTo>
                <a:lnTo>
                  <a:pt x="6175" y="5167"/>
                </a:lnTo>
                <a:cubicBezTo>
                  <a:pt x="6175" y="4191"/>
                  <a:pt x="6648" y="3372"/>
                  <a:pt x="7341" y="2773"/>
                </a:cubicBezTo>
                <a:lnTo>
                  <a:pt x="5514" y="2773"/>
                </a:lnTo>
                <a:lnTo>
                  <a:pt x="5514" y="1040"/>
                </a:lnTo>
                <a:cubicBezTo>
                  <a:pt x="5514" y="505"/>
                  <a:pt x="504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2" name="Google Shape;3122;p23"/>
          <p:cNvSpPr/>
          <p:nvPr/>
        </p:nvSpPr>
        <p:spPr>
          <a:xfrm>
            <a:off x="2648901" y="3289876"/>
            <a:ext cx="67185" cy="34337"/>
          </a:xfrm>
          <a:custGeom>
            <a:rect b="b" l="l" r="r" t="t"/>
            <a:pathLst>
              <a:path extrusionOk="0" h="1418" w="2081">
                <a:moveTo>
                  <a:pt x="32" y="0"/>
                </a:moveTo>
                <a:lnTo>
                  <a:pt x="32" y="1040"/>
                </a:lnTo>
                <a:lnTo>
                  <a:pt x="1" y="1040"/>
                </a:lnTo>
                <a:cubicBezTo>
                  <a:pt x="1" y="1260"/>
                  <a:pt x="159" y="1418"/>
                  <a:pt x="348" y="1418"/>
                </a:cubicBezTo>
                <a:lnTo>
                  <a:pt x="1734" y="1418"/>
                </a:lnTo>
                <a:cubicBezTo>
                  <a:pt x="1923" y="1418"/>
                  <a:pt x="2080" y="1260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3" name="Google Shape;3123;p23"/>
          <p:cNvSpPr/>
          <p:nvPr/>
        </p:nvSpPr>
        <p:spPr>
          <a:xfrm>
            <a:off x="2758768" y="3108295"/>
            <a:ext cx="155646" cy="166333"/>
          </a:xfrm>
          <a:custGeom>
            <a:rect b="b" l="l" r="r" t="t"/>
            <a:pathLst>
              <a:path extrusionOk="0" h="6869" w="4821">
                <a:moveTo>
                  <a:pt x="3435" y="2017"/>
                </a:moveTo>
                <a:cubicBezTo>
                  <a:pt x="3624" y="2017"/>
                  <a:pt x="3781" y="2175"/>
                  <a:pt x="3781" y="2364"/>
                </a:cubicBezTo>
                <a:cubicBezTo>
                  <a:pt x="3750" y="2553"/>
                  <a:pt x="3592" y="2710"/>
                  <a:pt x="3435" y="2710"/>
                </a:cubicBezTo>
                <a:lnTo>
                  <a:pt x="1387" y="2710"/>
                </a:lnTo>
                <a:cubicBezTo>
                  <a:pt x="1198" y="2710"/>
                  <a:pt x="1040" y="2553"/>
                  <a:pt x="1040" y="2364"/>
                </a:cubicBezTo>
                <a:cubicBezTo>
                  <a:pt x="1040" y="2175"/>
                  <a:pt x="1198" y="2017"/>
                  <a:pt x="1387" y="2017"/>
                </a:cubicBezTo>
                <a:close/>
                <a:moveTo>
                  <a:pt x="3088" y="4128"/>
                </a:moveTo>
                <a:cubicBezTo>
                  <a:pt x="3466" y="4128"/>
                  <a:pt x="3750" y="4443"/>
                  <a:pt x="3750" y="4821"/>
                </a:cubicBezTo>
                <a:cubicBezTo>
                  <a:pt x="3750" y="5168"/>
                  <a:pt x="3466" y="5483"/>
                  <a:pt x="3088" y="5483"/>
                </a:cubicBezTo>
                <a:lnTo>
                  <a:pt x="1702" y="5483"/>
                </a:lnTo>
                <a:cubicBezTo>
                  <a:pt x="1324" y="5483"/>
                  <a:pt x="1040" y="5168"/>
                  <a:pt x="1040" y="4821"/>
                </a:cubicBezTo>
                <a:cubicBezTo>
                  <a:pt x="1040" y="4412"/>
                  <a:pt x="1355" y="4128"/>
                  <a:pt x="1702" y="4128"/>
                </a:cubicBezTo>
                <a:close/>
                <a:moveTo>
                  <a:pt x="2426" y="1"/>
                </a:moveTo>
                <a:cubicBezTo>
                  <a:pt x="1072" y="1"/>
                  <a:pt x="1" y="1072"/>
                  <a:pt x="1" y="2395"/>
                </a:cubicBezTo>
                <a:lnTo>
                  <a:pt x="1" y="6869"/>
                </a:lnTo>
                <a:lnTo>
                  <a:pt x="4474" y="6869"/>
                </a:lnTo>
                <a:cubicBezTo>
                  <a:pt x="4663" y="6869"/>
                  <a:pt x="4821" y="6711"/>
                  <a:pt x="4821" y="6491"/>
                </a:cubicBezTo>
                <a:lnTo>
                  <a:pt x="4821" y="2395"/>
                </a:lnTo>
                <a:cubicBezTo>
                  <a:pt x="4789" y="1072"/>
                  <a:pt x="3718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4" name="Google Shape;3124;p23"/>
          <p:cNvSpPr/>
          <p:nvPr/>
        </p:nvSpPr>
        <p:spPr>
          <a:xfrm>
            <a:off x="2535499" y="3411536"/>
            <a:ext cx="380446" cy="284575"/>
          </a:xfrm>
          <a:custGeom>
            <a:rect b="b" l="l" r="r" t="t"/>
            <a:pathLst>
              <a:path extrusionOk="0" h="11752" w="11784">
                <a:moveTo>
                  <a:pt x="5199" y="1"/>
                </a:moveTo>
                <a:cubicBezTo>
                  <a:pt x="5042" y="1"/>
                  <a:pt x="4916" y="127"/>
                  <a:pt x="4884" y="284"/>
                </a:cubicBezTo>
                <a:lnTo>
                  <a:pt x="4727" y="883"/>
                </a:lnTo>
                <a:cubicBezTo>
                  <a:pt x="4191" y="977"/>
                  <a:pt x="3655" y="1229"/>
                  <a:pt x="3151" y="1513"/>
                </a:cubicBezTo>
                <a:lnTo>
                  <a:pt x="2647" y="1229"/>
                </a:lnTo>
                <a:cubicBezTo>
                  <a:pt x="2599" y="1205"/>
                  <a:pt x="2542" y="1195"/>
                  <a:pt x="2482" y="1195"/>
                </a:cubicBezTo>
                <a:cubicBezTo>
                  <a:pt x="2386" y="1195"/>
                  <a:pt x="2284" y="1222"/>
                  <a:pt x="2206" y="1261"/>
                </a:cubicBezTo>
                <a:lnTo>
                  <a:pt x="1261" y="2206"/>
                </a:lnTo>
                <a:cubicBezTo>
                  <a:pt x="1135" y="2332"/>
                  <a:pt x="1135" y="2490"/>
                  <a:pt x="1230" y="2647"/>
                </a:cubicBezTo>
                <a:lnTo>
                  <a:pt x="1513" y="3151"/>
                </a:lnTo>
                <a:cubicBezTo>
                  <a:pt x="1198" y="3624"/>
                  <a:pt x="978" y="4191"/>
                  <a:pt x="883" y="4726"/>
                </a:cubicBezTo>
                <a:lnTo>
                  <a:pt x="284" y="4884"/>
                </a:lnTo>
                <a:cubicBezTo>
                  <a:pt x="127" y="4947"/>
                  <a:pt x="1" y="5041"/>
                  <a:pt x="1" y="5199"/>
                </a:cubicBezTo>
                <a:lnTo>
                  <a:pt x="1" y="6585"/>
                </a:lnTo>
                <a:cubicBezTo>
                  <a:pt x="1" y="6743"/>
                  <a:pt x="127" y="6869"/>
                  <a:pt x="284" y="6900"/>
                </a:cubicBezTo>
                <a:lnTo>
                  <a:pt x="883" y="7058"/>
                </a:lnTo>
                <a:cubicBezTo>
                  <a:pt x="946" y="7404"/>
                  <a:pt x="1072" y="7782"/>
                  <a:pt x="1230" y="8129"/>
                </a:cubicBezTo>
                <a:cubicBezTo>
                  <a:pt x="1504" y="7854"/>
                  <a:pt x="2843" y="6486"/>
                  <a:pt x="2841" y="6486"/>
                </a:cubicBezTo>
                <a:lnTo>
                  <a:pt x="2841" y="6486"/>
                </a:lnTo>
                <a:cubicBezTo>
                  <a:pt x="2841" y="6486"/>
                  <a:pt x="2839" y="6488"/>
                  <a:pt x="2836" y="6491"/>
                </a:cubicBezTo>
                <a:cubicBezTo>
                  <a:pt x="2836" y="6459"/>
                  <a:pt x="2805" y="6050"/>
                  <a:pt x="2805" y="5955"/>
                </a:cubicBezTo>
                <a:cubicBezTo>
                  <a:pt x="2773" y="4222"/>
                  <a:pt x="4191" y="2836"/>
                  <a:pt x="5861" y="2836"/>
                </a:cubicBezTo>
                <a:cubicBezTo>
                  <a:pt x="7562" y="2836"/>
                  <a:pt x="8948" y="4222"/>
                  <a:pt x="8948" y="5924"/>
                </a:cubicBezTo>
                <a:cubicBezTo>
                  <a:pt x="8948" y="7499"/>
                  <a:pt x="7751" y="8822"/>
                  <a:pt x="6113" y="8948"/>
                </a:cubicBezTo>
                <a:cubicBezTo>
                  <a:pt x="6066" y="8948"/>
                  <a:pt x="5963" y="8956"/>
                  <a:pt x="5821" y="8956"/>
                </a:cubicBezTo>
                <a:cubicBezTo>
                  <a:pt x="5680" y="8956"/>
                  <a:pt x="5499" y="8948"/>
                  <a:pt x="5294" y="8917"/>
                </a:cubicBezTo>
                <a:lnTo>
                  <a:pt x="3655" y="10523"/>
                </a:lnTo>
                <a:cubicBezTo>
                  <a:pt x="4034" y="10681"/>
                  <a:pt x="4349" y="10807"/>
                  <a:pt x="4727" y="10870"/>
                </a:cubicBezTo>
                <a:lnTo>
                  <a:pt x="4884" y="11468"/>
                </a:lnTo>
                <a:cubicBezTo>
                  <a:pt x="4916" y="11626"/>
                  <a:pt x="5042" y="11752"/>
                  <a:pt x="5199" y="11752"/>
                </a:cubicBezTo>
                <a:lnTo>
                  <a:pt x="6585" y="11752"/>
                </a:lnTo>
                <a:cubicBezTo>
                  <a:pt x="6743" y="11752"/>
                  <a:pt x="6869" y="11626"/>
                  <a:pt x="6901" y="11468"/>
                </a:cubicBezTo>
                <a:lnTo>
                  <a:pt x="7058" y="10870"/>
                </a:lnTo>
                <a:cubicBezTo>
                  <a:pt x="7594" y="10775"/>
                  <a:pt x="8129" y="10523"/>
                  <a:pt x="8633" y="10240"/>
                </a:cubicBezTo>
                <a:lnTo>
                  <a:pt x="9137" y="10523"/>
                </a:lnTo>
                <a:cubicBezTo>
                  <a:pt x="9185" y="10547"/>
                  <a:pt x="9243" y="10558"/>
                  <a:pt x="9302" y="10558"/>
                </a:cubicBezTo>
                <a:cubicBezTo>
                  <a:pt x="9399" y="10558"/>
                  <a:pt x="9501" y="10531"/>
                  <a:pt x="9578" y="10492"/>
                </a:cubicBezTo>
                <a:lnTo>
                  <a:pt x="10524" y="9547"/>
                </a:lnTo>
                <a:cubicBezTo>
                  <a:pt x="10650" y="9421"/>
                  <a:pt x="10650" y="9263"/>
                  <a:pt x="10555" y="9106"/>
                </a:cubicBezTo>
                <a:lnTo>
                  <a:pt x="10303" y="8601"/>
                </a:lnTo>
                <a:cubicBezTo>
                  <a:pt x="10618" y="8129"/>
                  <a:pt x="10807" y="7562"/>
                  <a:pt x="10933" y="7026"/>
                </a:cubicBezTo>
                <a:lnTo>
                  <a:pt x="11500" y="6869"/>
                </a:lnTo>
                <a:cubicBezTo>
                  <a:pt x="11658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752" y="5041"/>
                  <a:pt x="11658" y="4915"/>
                  <a:pt x="11500" y="4884"/>
                </a:cubicBezTo>
                <a:lnTo>
                  <a:pt x="10902" y="4726"/>
                </a:lnTo>
                <a:cubicBezTo>
                  <a:pt x="10807" y="4191"/>
                  <a:pt x="10555" y="3687"/>
                  <a:pt x="10272" y="3151"/>
                </a:cubicBezTo>
                <a:lnTo>
                  <a:pt x="10555" y="2647"/>
                </a:lnTo>
                <a:cubicBezTo>
                  <a:pt x="10650" y="2521"/>
                  <a:pt x="10587" y="2332"/>
                  <a:pt x="10524" y="2206"/>
                </a:cubicBezTo>
                <a:lnTo>
                  <a:pt x="9578" y="1261"/>
                </a:lnTo>
                <a:cubicBezTo>
                  <a:pt x="9509" y="1209"/>
                  <a:pt x="9430" y="1185"/>
                  <a:pt x="9347" y="1185"/>
                </a:cubicBezTo>
                <a:cubicBezTo>
                  <a:pt x="9279" y="1185"/>
                  <a:pt x="9208" y="1201"/>
                  <a:pt x="9137" y="1229"/>
                </a:cubicBezTo>
                <a:lnTo>
                  <a:pt x="8633" y="1513"/>
                </a:lnTo>
                <a:cubicBezTo>
                  <a:pt x="8161" y="1198"/>
                  <a:pt x="7594" y="977"/>
                  <a:pt x="7058" y="883"/>
                </a:cubicBezTo>
                <a:lnTo>
                  <a:pt x="6901" y="284"/>
                </a:lnTo>
                <a:cubicBezTo>
                  <a:pt x="6869" y="127"/>
                  <a:pt x="6743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5" name="Google Shape;3125;p23"/>
          <p:cNvSpPr/>
          <p:nvPr/>
        </p:nvSpPr>
        <p:spPr>
          <a:xfrm>
            <a:off x="2535499" y="3496770"/>
            <a:ext cx="277716" cy="198587"/>
          </a:xfrm>
          <a:custGeom>
            <a:rect b="b" l="l" r="r" t="t"/>
            <a:pathLst>
              <a:path extrusionOk="0" h="8201" w="8602">
                <a:moveTo>
                  <a:pt x="5939" y="0"/>
                </a:moveTo>
                <a:cubicBezTo>
                  <a:pt x="4729" y="0"/>
                  <a:pt x="3750" y="854"/>
                  <a:pt x="3561" y="1963"/>
                </a:cubicBezTo>
                <a:cubicBezTo>
                  <a:pt x="3466" y="2404"/>
                  <a:pt x="3498" y="2813"/>
                  <a:pt x="3624" y="3223"/>
                </a:cubicBezTo>
                <a:lnTo>
                  <a:pt x="410" y="6468"/>
                </a:lnTo>
                <a:cubicBezTo>
                  <a:pt x="1" y="6846"/>
                  <a:pt x="1" y="7507"/>
                  <a:pt x="410" y="7917"/>
                </a:cubicBezTo>
                <a:cubicBezTo>
                  <a:pt x="600" y="8106"/>
                  <a:pt x="852" y="8200"/>
                  <a:pt x="1111" y="8200"/>
                </a:cubicBezTo>
                <a:cubicBezTo>
                  <a:pt x="1371" y="8200"/>
                  <a:pt x="1639" y="8106"/>
                  <a:pt x="1860" y="7917"/>
                </a:cubicBezTo>
                <a:lnTo>
                  <a:pt x="5136" y="4640"/>
                </a:lnTo>
                <a:cubicBezTo>
                  <a:pt x="5388" y="4735"/>
                  <a:pt x="5664" y="4782"/>
                  <a:pt x="5947" y="4782"/>
                </a:cubicBezTo>
                <a:cubicBezTo>
                  <a:pt x="6231" y="4782"/>
                  <a:pt x="6522" y="4735"/>
                  <a:pt x="6806" y="4640"/>
                </a:cubicBezTo>
                <a:cubicBezTo>
                  <a:pt x="7846" y="4294"/>
                  <a:pt x="8602" y="3065"/>
                  <a:pt x="8224" y="1773"/>
                </a:cubicBezTo>
                <a:cubicBezTo>
                  <a:pt x="8192" y="1647"/>
                  <a:pt x="8129" y="1553"/>
                  <a:pt x="8003" y="1521"/>
                </a:cubicBezTo>
                <a:cubicBezTo>
                  <a:pt x="7972" y="1514"/>
                  <a:pt x="7942" y="1510"/>
                  <a:pt x="7914" y="1510"/>
                </a:cubicBezTo>
                <a:cubicBezTo>
                  <a:pt x="7830" y="1510"/>
                  <a:pt x="7759" y="1545"/>
                  <a:pt x="7688" y="1616"/>
                </a:cubicBezTo>
                <a:lnTo>
                  <a:pt x="6901" y="2404"/>
                </a:lnTo>
                <a:cubicBezTo>
                  <a:pt x="6759" y="2530"/>
                  <a:pt x="6578" y="2593"/>
                  <a:pt x="6400" y="2593"/>
                </a:cubicBezTo>
                <a:cubicBezTo>
                  <a:pt x="6223" y="2593"/>
                  <a:pt x="6050" y="2530"/>
                  <a:pt x="5924" y="2404"/>
                </a:cubicBezTo>
                <a:cubicBezTo>
                  <a:pt x="5640" y="2120"/>
                  <a:pt x="5640" y="1679"/>
                  <a:pt x="5924" y="1395"/>
                </a:cubicBezTo>
                <a:lnTo>
                  <a:pt x="6711" y="608"/>
                </a:lnTo>
                <a:cubicBezTo>
                  <a:pt x="6774" y="545"/>
                  <a:pt x="6806" y="419"/>
                  <a:pt x="6774" y="293"/>
                </a:cubicBezTo>
                <a:cubicBezTo>
                  <a:pt x="6743" y="198"/>
                  <a:pt x="6648" y="104"/>
                  <a:pt x="6554" y="72"/>
                </a:cubicBezTo>
                <a:cubicBezTo>
                  <a:pt x="6344" y="23"/>
                  <a:pt x="6139" y="0"/>
                  <a:pt x="59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6" name="Google Shape;3126;p23"/>
          <p:cNvSpPr/>
          <p:nvPr/>
        </p:nvSpPr>
        <p:spPr>
          <a:xfrm>
            <a:off x="4183613" y="3479443"/>
            <a:ext cx="155678" cy="116402"/>
          </a:xfrm>
          <a:custGeom>
            <a:rect b="b" l="l" r="r" t="t"/>
            <a:pathLst>
              <a:path extrusionOk="0" h="4807" w="4822">
                <a:moveTo>
                  <a:pt x="1041" y="0"/>
                </a:moveTo>
                <a:cubicBezTo>
                  <a:pt x="474" y="0"/>
                  <a:pt x="1" y="473"/>
                  <a:pt x="1" y="1040"/>
                </a:cubicBezTo>
                <a:lnTo>
                  <a:pt x="1" y="2426"/>
                </a:lnTo>
                <a:cubicBezTo>
                  <a:pt x="1" y="2962"/>
                  <a:pt x="474" y="3434"/>
                  <a:pt x="1041" y="3434"/>
                </a:cubicBezTo>
                <a:lnTo>
                  <a:pt x="1387" y="3434"/>
                </a:lnTo>
                <a:lnTo>
                  <a:pt x="1387" y="4474"/>
                </a:lnTo>
                <a:cubicBezTo>
                  <a:pt x="1387" y="4631"/>
                  <a:pt x="1482" y="4726"/>
                  <a:pt x="1576" y="4789"/>
                </a:cubicBezTo>
                <a:cubicBezTo>
                  <a:pt x="1618" y="4799"/>
                  <a:pt x="1664" y="4806"/>
                  <a:pt x="1709" y="4806"/>
                </a:cubicBezTo>
                <a:cubicBezTo>
                  <a:pt x="1800" y="4806"/>
                  <a:pt x="1891" y="4778"/>
                  <a:pt x="1954" y="4694"/>
                </a:cubicBezTo>
                <a:lnTo>
                  <a:pt x="3214" y="3434"/>
                </a:lnTo>
                <a:lnTo>
                  <a:pt x="3750" y="3434"/>
                </a:lnTo>
                <a:cubicBezTo>
                  <a:pt x="4317" y="3434"/>
                  <a:pt x="4790" y="2962"/>
                  <a:pt x="4790" y="2426"/>
                </a:cubicBezTo>
                <a:lnTo>
                  <a:pt x="4790" y="1040"/>
                </a:lnTo>
                <a:cubicBezTo>
                  <a:pt x="4821" y="473"/>
                  <a:pt x="4380" y="0"/>
                  <a:pt x="3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7" name="Google Shape;3127;p23"/>
          <p:cNvSpPr/>
          <p:nvPr/>
        </p:nvSpPr>
        <p:spPr>
          <a:xfrm>
            <a:off x="3962911" y="3479443"/>
            <a:ext cx="154645" cy="116402"/>
          </a:xfrm>
          <a:custGeom>
            <a:rect b="b" l="l" r="r" t="t"/>
            <a:pathLst>
              <a:path extrusionOk="0" h="4807" w="4790">
                <a:moveTo>
                  <a:pt x="1009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2395"/>
                </a:lnTo>
                <a:cubicBezTo>
                  <a:pt x="0" y="2962"/>
                  <a:pt x="473" y="3434"/>
                  <a:pt x="1009" y="3434"/>
                </a:cubicBezTo>
                <a:lnTo>
                  <a:pt x="1576" y="3434"/>
                </a:lnTo>
                <a:lnTo>
                  <a:pt x="2836" y="4694"/>
                </a:lnTo>
                <a:cubicBezTo>
                  <a:pt x="2920" y="4778"/>
                  <a:pt x="3018" y="4806"/>
                  <a:pt x="3102" y="4806"/>
                </a:cubicBezTo>
                <a:cubicBezTo>
                  <a:pt x="3144" y="4806"/>
                  <a:pt x="3182" y="4799"/>
                  <a:pt x="3214" y="4789"/>
                </a:cubicBezTo>
                <a:cubicBezTo>
                  <a:pt x="3340" y="4726"/>
                  <a:pt x="3434" y="4568"/>
                  <a:pt x="3434" y="4474"/>
                </a:cubicBezTo>
                <a:lnTo>
                  <a:pt x="3434" y="3434"/>
                </a:lnTo>
                <a:lnTo>
                  <a:pt x="3781" y="3434"/>
                </a:lnTo>
                <a:cubicBezTo>
                  <a:pt x="4348" y="3434"/>
                  <a:pt x="4789" y="2962"/>
                  <a:pt x="4789" y="2395"/>
                </a:cubicBezTo>
                <a:lnTo>
                  <a:pt x="4789" y="1040"/>
                </a:lnTo>
                <a:cubicBezTo>
                  <a:pt x="4789" y="473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8" name="Google Shape;3128;p23"/>
          <p:cNvSpPr/>
          <p:nvPr/>
        </p:nvSpPr>
        <p:spPr>
          <a:xfrm>
            <a:off x="4030033" y="3644970"/>
            <a:ext cx="243138" cy="50367"/>
          </a:xfrm>
          <a:custGeom>
            <a:rect b="b" l="l" r="r" t="t"/>
            <a:pathLst>
              <a:path extrusionOk="0" h="2080" w="7531">
                <a:moveTo>
                  <a:pt x="1" y="1"/>
                </a:moveTo>
                <a:lnTo>
                  <a:pt x="1" y="1040"/>
                </a:lnTo>
                <a:cubicBezTo>
                  <a:pt x="1" y="1607"/>
                  <a:pt x="473" y="2080"/>
                  <a:pt x="1040" y="2080"/>
                </a:cubicBezTo>
                <a:lnTo>
                  <a:pt x="6491" y="2080"/>
                </a:lnTo>
                <a:cubicBezTo>
                  <a:pt x="7058" y="2080"/>
                  <a:pt x="7530" y="1607"/>
                  <a:pt x="7530" y="1040"/>
                </a:cubicBezTo>
                <a:lnTo>
                  <a:pt x="753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9" name="Google Shape;3129;p23"/>
          <p:cNvSpPr/>
          <p:nvPr/>
        </p:nvSpPr>
        <p:spPr>
          <a:xfrm>
            <a:off x="4030033" y="3412298"/>
            <a:ext cx="243138" cy="33586"/>
          </a:xfrm>
          <a:custGeom>
            <a:rect b="b" l="l" r="r" t="t"/>
            <a:pathLst>
              <a:path extrusionOk="0" h="1387" w="7531">
                <a:moveTo>
                  <a:pt x="1040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30" y="1387"/>
                </a:lnTo>
                <a:lnTo>
                  <a:pt x="7530" y="1040"/>
                </a:lnTo>
                <a:cubicBezTo>
                  <a:pt x="7530" y="505"/>
                  <a:pt x="7058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0" name="Google Shape;3130;p23"/>
          <p:cNvSpPr/>
          <p:nvPr/>
        </p:nvSpPr>
        <p:spPr>
          <a:xfrm>
            <a:off x="4029031" y="3462664"/>
            <a:ext cx="243106" cy="165558"/>
          </a:xfrm>
          <a:custGeom>
            <a:rect b="b" l="l" r="r" t="t"/>
            <a:pathLst>
              <a:path extrusionOk="0" h="6837" w="7530">
                <a:moveTo>
                  <a:pt x="1733" y="0"/>
                </a:moveTo>
                <a:cubicBezTo>
                  <a:pt x="2678" y="0"/>
                  <a:pt x="3434" y="756"/>
                  <a:pt x="3434" y="1701"/>
                </a:cubicBezTo>
                <a:lnTo>
                  <a:pt x="3434" y="3056"/>
                </a:lnTo>
                <a:cubicBezTo>
                  <a:pt x="3434" y="3907"/>
                  <a:pt x="2836" y="4568"/>
                  <a:pt x="2048" y="4757"/>
                </a:cubicBezTo>
                <a:lnTo>
                  <a:pt x="2048" y="5167"/>
                </a:lnTo>
                <a:cubicBezTo>
                  <a:pt x="2048" y="5576"/>
                  <a:pt x="1828" y="5954"/>
                  <a:pt x="1418" y="6112"/>
                </a:cubicBezTo>
                <a:cubicBezTo>
                  <a:pt x="1307" y="6162"/>
                  <a:pt x="1184" y="6187"/>
                  <a:pt x="1058" y="6187"/>
                </a:cubicBezTo>
                <a:cubicBezTo>
                  <a:pt x="789" y="6187"/>
                  <a:pt x="508" y="6075"/>
                  <a:pt x="315" y="5860"/>
                </a:cubicBezTo>
                <a:lnTo>
                  <a:pt x="0" y="5545"/>
                </a:lnTo>
                <a:lnTo>
                  <a:pt x="0" y="6837"/>
                </a:lnTo>
                <a:lnTo>
                  <a:pt x="7530" y="6837"/>
                </a:lnTo>
                <a:lnTo>
                  <a:pt x="7530" y="5545"/>
                </a:lnTo>
                <a:lnTo>
                  <a:pt x="7215" y="5860"/>
                </a:lnTo>
                <a:cubicBezTo>
                  <a:pt x="7022" y="6075"/>
                  <a:pt x="6756" y="6187"/>
                  <a:pt x="6496" y="6187"/>
                </a:cubicBezTo>
                <a:cubicBezTo>
                  <a:pt x="6374" y="6187"/>
                  <a:pt x="6254" y="6162"/>
                  <a:pt x="6144" y="6112"/>
                </a:cubicBezTo>
                <a:cubicBezTo>
                  <a:pt x="5734" y="5954"/>
                  <a:pt x="5514" y="5576"/>
                  <a:pt x="5514" y="5167"/>
                </a:cubicBezTo>
                <a:lnTo>
                  <a:pt x="5514" y="4757"/>
                </a:lnTo>
                <a:cubicBezTo>
                  <a:pt x="4726" y="4600"/>
                  <a:pt x="4127" y="3907"/>
                  <a:pt x="4127" y="3056"/>
                </a:cubicBezTo>
                <a:lnTo>
                  <a:pt x="4127" y="1701"/>
                </a:lnTo>
                <a:cubicBezTo>
                  <a:pt x="4127" y="756"/>
                  <a:pt x="4884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1" name="Google Shape;3131;p23"/>
          <p:cNvSpPr/>
          <p:nvPr/>
        </p:nvSpPr>
        <p:spPr>
          <a:xfrm>
            <a:off x="2158431" y="2006676"/>
            <a:ext cx="196325" cy="148026"/>
          </a:xfrm>
          <a:custGeom>
            <a:rect b="b" l="l" r="r" t="t"/>
            <a:pathLst>
              <a:path extrusionOk="0" h="6113" w="6081">
                <a:moveTo>
                  <a:pt x="3025" y="1387"/>
                </a:moveTo>
                <a:cubicBezTo>
                  <a:pt x="3970" y="1387"/>
                  <a:pt x="4726" y="2143"/>
                  <a:pt x="4726" y="3088"/>
                </a:cubicBezTo>
                <a:cubicBezTo>
                  <a:pt x="4726" y="4033"/>
                  <a:pt x="3970" y="4789"/>
                  <a:pt x="3025" y="4789"/>
                </a:cubicBezTo>
                <a:cubicBezTo>
                  <a:pt x="2080" y="4789"/>
                  <a:pt x="1324" y="4033"/>
                  <a:pt x="1324" y="3088"/>
                </a:cubicBezTo>
                <a:cubicBezTo>
                  <a:pt x="1324" y="2143"/>
                  <a:pt x="2080" y="1387"/>
                  <a:pt x="3025" y="1387"/>
                </a:cubicBezTo>
                <a:close/>
                <a:moveTo>
                  <a:pt x="2710" y="0"/>
                </a:moveTo>
                <a:lnTo>
                  <a:pt x="2710" y="442"/>
                </a:lnTo>
                <a:cubicBezTo>
                  <a:pt x="2710" y="599"/>
                  <a:pt x="2584" y="725"/>
                  <a:pt x="2426" y="757"/>
                </a:cubicBezTo>
                <a:cubicBezTo>
                  <a:pt x="2237" y="788"/>
                  <a:pt x="2017" y="914"/>
                  <a:pt x="1859" y="1009"/>
                </a:cubicBezTo>
                <a:cubicBezTo>
                  <a:pt x="1815" y="1031"/>
                  <a:pt x="1762" y="1041"/>
                  <a:pt x="1707" y="1041"/>
                </a:cubicBezTo>
                <a:cubicBezTo>
                  <a:pt x="1607" y="1041"/>
                  <a:pt x="1500" y="1007"/>
                  <a:pt x="1418" y="946"/>
                </a:cubicBezTo>
                <a:lnTo>
                  <a:pt x="1103" y="631"/>
                </a:lnTo>
                <a:lnTo>
                  <a:pt x="631" y="1103"/>
                </a:lnTo>
                <a:lnTo>
                  <a:pt x="946" y="1418"/>
                </a:lnTo>
                <a:cubicBezTo>
                  <a:pt x="1072" y="1544"/>
                  <a:pt x="1072" y="1702"/>
                  <a:pt x="977" y="1859"/>
                </a:cubicBezTo>
                <a:cubicBezTo>
                  <a:pt x="851" y="2048"/>
                  <a:pt x="788" y="2269"/>
                  <a:pt x="757" y="2458"/>
                </a:cubicBezTo>
                <a:cubicBezTo>
                  <a:pt x="694" y="2615"/>
                  <a:pt x="599" y="2710"/>
                  <a:pt x="442" y="2710"/>
                </a:cubicBezTo>
                <a:lnTo>
                  <a:pt x="1" y="2710"/>
                </a:lnTo>
                <a:lnTo>
                  <a:pt x="1" y="3403"/>
                </a:lnTo>
                <a:lnTo>
                  <a:pt x="442" y="3403"/>
                </a:lnTo>
                <a:cubicBezTo>
                  <a:pt x="599" y="3403"/>
                  <a:pt x="694" y="3498"/>
                  <a:pt x="757" y="3655"/>
                </a:cubicBezTo>
                <a:cubicBezTo>
                  <a:pt x="788" y="3876"/>
                  <a:pt x="914" y="4096"/>
                  <a:pt x="977" y="4254"/>
                </a:cubicBezTo>
                <a:cubicBezTo>
                  <a:pt x="1072" y="4380"/>
                  <a:pt x="1009" y="4569"/>
                  <a:pt x="946" y="4695"/>
                </a:cubicBezTo>
                <a:lnTo>
                  <a:pt x="631" y="5010"/>
                </a:lnTo>
                <a:lnTo>
                  <a:pt x="1103" y="5482"/>
                </a:lnTo>
                <a:lnTo>
                  <a:pt x="1418" y="5167"/>
                </a:lnTo>
                <a:cubicBezTo>
                  <a:pt x="1486" y="5100"/>
                  <a:pt x="1562" y="5068"/>
                  <a:pt x="1643" y="5068"/>
                </a:cubicBezTo>
                <a:cubicBezTo>
                  <a:pt x="1713" y="5068"/>
                  <a:pt x="1786" y="5092"/>
                  <a:pt x="1859" y="5136"/>
                </a:cubicBezTo>
                <a:cubicBezTo>
                  <a:pt x="2048" y="5230"/>
                  <a:pt x="2237" y="5325"/>
                  <a:pt x="2426" y="5356"/>
                </a:cubicBezTo>
                <a:cubicBezTo>
                  <a:pt x="2584" y="5419"/>
                  <a:pt x="2710" y="5514"/>
                  <a:pt x="2710" y="5671"/>
                </a:cubicBezTo>
                <a:lnTo>
                  <a:pt x="2710" y="6112"/>
                </a:lnTo>
                <a:lnTo>
                  <a:pt x="3372" y="6112"/>
                </a:lnTo>
                <a:lnTo>
                  <a:pt x="3372" y="5734"/>
                </a:lnTo>
                <a:cubicBezTo>
                  <a:pt x="3372" y="5577"/>
                  <a:pt x="3498" y="5451"/>
                  <a:pt x="3655" y="5419"/>
                </a:cubicBezTo>
                <a:cubicBezTo>
                  <a:pt x="3844" y="5356"/>
                  <a:pt x="4096" y="5262"/>
                  <a:pt x="4254" y="5167"/>
                </a:cubicBezTo>
                <a:cubicBezTo>
                  <a:pt x="4300" y="5133"/>
                  <a:pt x="4355" y="5119"/>
                  <a:pt x="4410" y="5119"/>
                </a:cubicBezTo>
                <a:cubicBezTo>
                  <a:pt x="4506" y="5119"/>
                  <a:pt x="4603" y="5159"/>
                  <a:pt x="4663" y="5199"/>
                </a:cubicBezTo>
                <a:lnTo>
                  <a:pt x="5010" y="5514"/>
                </a:lnTo>
                <a:lnTo>
                  <a:pt x="5451" y="5041"/>
                </a:lnTo>
                <a:lnTo>
                  <a:pt x="5136" y="4726"/>
                </a:lnTo>
                <a:cubicBezTo>
                  <a:pt x="5041" y="4632"/>
                  <a:pt x="5041" y="4474"/>
                  <a:pt x="5104" y="4285"/>
                </a:cubicBezTo>
                <a:cubicBezTo>
                  <a:pt x="5230" y="4096"/>
                  <a:pt x="5293" y="3907"/>
                  <a:pt x="5356" y="3718"/>
                </a:cubicBezTo>
                <a:cubicBezTo>
                  <a:pt x="5388" y="3561"/>
                  <a:pt x="5514" y="3434"/>
                  <a:pt x="5671" y="3434"/>
                </a:cubicBezTo>
                <a:lnTo>
                  <a:pt x="6081" y="3434"/>
                </a:lnTo>
                <a:lnTo>
                  <a:pt x="6081" y="2773"/>
                </a:lnTo>
                <a:lnTo>
                  <a:pt x="5671" y="2773"/>
                </a:lnTo>
                <a:cubicBezTo>
                  <a:pt x="5514" y="2710"/>
                  <a:pt x="5388" y="2615"/>
                  <a:pt x="5356" y="2458"/>
                </a:cubicBezTo>
                <a:cubicBezTo>
                  <a:pt x="5293" y="2269"/>
                  <a:pt x="5199" y="2017"/>
                  <a:pt x="5104" y="1859"/>
                </a:cubicBezTo>
                <a:cubicBezTo>
                  <a:pt x="5041" y="1733"/>
                  <a:pt x="5073" y="1544"/>
                  <a:pt x="5136" y="1418"/>
                </a:cubicBezTo>
                <a:lnTo>
                  <a:pt x="5451" y="1103"/>
                </a:lnTo>
                <a:lnTo>
                  <a:pt x="5010" y="631"/>
                </a:lnTo>
                <a:lnTo>
                  <a:pt x="4663" y="946"/>
                </a:lnTo>
                <a:cubicBezTo>
                  <a:pt x="4608" y="1019"/>
                  <a:pt x="4531" y="1050"/>
                  <a:pt x="4445" y="1050"/>
                </a:cubicBezTo>
                <a:cubicBezTo>
                  <a:pt x="4384" y="1050"/>
                  <a:pt x="4319" y="1035"/>
                  <a:pt x="4254" y="1009"/>
                </a:cubicBezTo>
                <a:cubicBezTo>
                  <a:pt x="4033" y="883"/>
                  <a:pt x="3844" y="788"/>
                  <a:pt x="3655" y="757"/>
                </a:cubicBezTo>
                <a:cubicBezTo>
                  <a:pt x="3498" y="725"/>
                  <a:pt x="3372" y="599"/>
                  <a:pt x="3372" y="442"/>
                </a:cubicBezTo>
                <a:lnTo>
                  <a:pt x="337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2" name="Google Shape;3132;p23"/>
          <p:cNvSpPr/>
          <p:nvPr/>
        </p:nvSpPr>
        <p:spPr>
          <a:xfrm>
            <a:off x="2067902" y="1940306"/>
            <a:ext cx="376379" cy="282298"/>
          </a:xfrm>
          <a:custGeom>
            <a:rect b="b" l="l" r="r" t="t"/>
            <a:pathLst>
              <a:path extrusionOk="0" h="11658" w="11658">
                <a:moveTo>
                  <a:pt x="6522" y="2048"/>
                </a:moveTo>
                <a:cubicBezTo>
                  <a:pt x="6743" y="2048"/>
                  <a:pt x="6900" y="2206"/>
                  <a:pt x="6900" y="2395"/>
                </a:cubicBezTo>
                <a:lnTo>
                  <a:pt x="6900" y="2899"/>
                </a:lnTo>
                <a:cubicBezTo>
                  <a:pt x="6995" y="2962"/>
                  <a:pt x="7089" y="2994"/>
                  <a:pt x="7152" y="3025"/>
                </a:cubicBezTo>
                <a:lnTo>
                  <a:pt x="7530" y="2678"/>
                </a:lnTo>
                <a:cubicBezTo>
                  <a:pt x="7578" y="2615"/>
                  <a:pt x="7664" y="2584"/>
                  <a:pt x="7755" y="2584"/>
                </a:cubicBezTo>
                <a:cubicBezTo>
                  <a:pt x="7845" y="2584"/>
                  <a:pt x="7940" y="2615"/>
                  <a:pt x="8003" y="2678"/>
                </a:cubicBezTo>
                <a:lnTo>
                  <a:pt x="8979" y="3655"/>
                </a:lnTo>
                <a:cubicBezTo>
                  <a:pt x="9106" y="3781"/>
                  <a:pt x="9106" y="4002"/>
                  <a:pt x="8979" y="4128"/>
                </a:cubicBezTo>
                <a:lnTo>
                  <a:pt x="8633" y="4474"/>
                </a:lnTo>
                <a:cubicBezTo>
                  <a:pt x="8664" y="4569"/>
                  <a:pt x="8696" y="4695"/>
                  <a:pt x="8727" y="4758"/>
                </a:cubicBezTo>
                <a:lnTo>
                  <a:pt x="9263" y="4758"/>
                </a:lnTo>
                <a:cubicBezTo>
                  <a:pt x="9452" y="4758"/>
                  <a:pt x="9610" y="4915"/>
                  <a:pt x="9610" y="5104"/>
                </a:cubicBezTo>
                <a:lnTo>
                  <a:pt x="9610" y="6491"/>
                </a:lnTo>
                <a:cubicBezTo>
                  <a:pt x="9610" y="6680"/>
                  <a:pt x="9452" y="6837"/>
                  <a:pt x="9263" y="6837"/>
                </a:cubicBezTo>
                <a:lnTo>
                  <a:pt x="8727" y="6837"/>
                </a:lnTo>
                <a:cubicBezTo>
                  <a:pt x="8696" y="6963"/>
                  <a:pt x="8664" y="7026"/>
                  <a:pt x="8633" y="7121"/>
                </a:cubicBezTo>
                <a:lnTo>
                  <a:pt x="8979" y="7467"/>
                </a:lnTo>
                <a:cubicBezTo>
                  <a:pt x="9106" y="7593"/>
                  <a:pt x="9106" y="7814"/>
                  <a:pt x="8979" y="7940"/>
                </a:cubicBezTo>
                <a:lnTo>
                  <a:pt x="8003" y="8916"/>
                </a:lnTo>
                <a:cubicBezTo>
                  <a:pt x="7940" y="8979"/>
                  <a:pt x="7845" y="9011"/>
                  <a:pt x="7755" y="9011"/>
                </a:cubicBezTo>
                <a:cubicBezTo>
                  <a:pt x="7664" y="9011"/>
                  <a:pt x="7578" y="8979"/>
                  <a:pt x="7530" y="8916"/>
                </a:cubicBezTo>
                <a:lnTo>
                  <a:pt x="7152" y="8570"/>
                </a:lnTo>
                <a:cubicBezTo>
                  <a:pt x="7089" y="8601"/>
                  <a:pt x="6963" y="8664"/>
                  <a:pt x="6900" y="8696"/>
                </a:cubicBezTo>
                <a:lnTo>
                  <a:pt x="6900" y="9200"/>
                </a:lnTo>
                <a:cubicBezTo>
                  <a:pt x="6900" y="9389"/>
                  <a:pt x="6743" y="9547"/>
                  <a:pt x="6522" y="9547"/>
                </a:cubicBezTo>
                <a:lnTo>
                  <a:pt x="5167" y="9547"/>
                </a:lnTo>
                <a:cubicBezTo>
                  <a:pt x="4947" y="9547"/>
                  <a:pt x="4789" y="9389"/>
                  <a:pt x="4789" y="9200"/>
                </a:cubicBezTo>
                <a:lnTo>
                  <a:pt x="4789" y="8696"/>
                </a:lnTo>
                <a:cubicBezTo>
                  <a:pt x="4695" y="8664"/>
                  <a:pt x="4600" y="8601"/>
                  <a:pt x="4537" y="8570"/>
                </a:cubicBezTo>
                <a:lnTo>
                  <a:pt x="4159" y="8916"/>
                </a:lnTo>
                <a:cubicBezTo>
                  <a:pt x="4112" y="8979"/>
                  <a:pt x="4025" y="9011"/>
                  <a:pt x="3935" y="9011"/>
                </a:cubicBezTo>
                <a:cubicBezTo>
                  <a:pt x="3844" y="9011"/>
                  <a:pt x="3750" y="8979"/>
                  <a:pt x="3687" y="8916"/>
                </a:cubicBezTo>
                <a:lnTo>
                  <a:pt x="2710" y="7940"/>
                </a:lnTo>
                <a:cubicBezTo>
                  <a:pt x="2584" y="7814"/>
                  <a:pt x="2584" y="7593"/>
                  <a:pt x="2710" y="7467"/>
                </a:cubicBezTo>
                <a:lnTo>
                  <a:pt x="3057" y="7121"/>
                </a:lnTo>
                <a:cubicBezTo>
                  <a:pt x="3025" y="7026"/>
                  <a:pt x="2994" y="6932"/>
                  <a:pt x="2962" y="6837"/>
                </a:cubicBezTo>
                <a:lnTo>
                  <a:pt x="2426" y="6837"/>
                </a:lnTo>
                <a:cubicBezTo>
                  <a:pt x="2237" y="6837"/>
                  <a:pt x="2080" y="6680"/>
                  <a:pt x="2080" y="6491"/>
                </a:cubicBezTo>
                <a:lnTo>
                  <a:pt x="2080" y="5104"/>
                </a:lnTo>
                <a:cubicBezTo>
                  <a:pt x="2080" y="4915"/>
                  <a:pt x="2237" y="4758"/>
                  <a:pt x="2426" y="4758"/>
                </a:cubicBezTo>
                <a:lnTo>
                  <a:pt x="2962" y="4758"/>
                </a:lnTo>
                <a:cubicBezTo>
                  <a:pt x="2994" y="4632"/>
                  <a:pt x="3025" y="4569"/>
                  <a:pt x="3057" y="4474"/>
                </a:cubicBezTo>
                <a:lnTo>
                  <a:pt x="2710" y="4128"/>
                </a:lnTo>
                <a:cubicBezTo>
                  <a:pt x="2584" y="4002"/>
                  <a:pt x="2584" y="3781"/>
                  <a:pt x="2710" y="3655"/>
                </a:cubicBezTo>
                <a:lnTo>
                  <a:pt x="3687" y="2678"/>
                </a:lnTo>
                <a:cubicBezTo>
                  <a:pt x="3750" y="2615"/>
                  <a:pt x="3844" y="2584"/>
                  <a:pt x="3935" y="2584"/>
                </a:cubicBezTo>
                <a:cubicBezTo>
                  <a:pt x="4025" y="2584"/>
                  <a:pt x="4112" y="2615"/>
                  <a:pt x="4159" y="2678"/>
                </a:cubicBezTo>
                <a:lnTo>
                  <a:pt x="4537" y="3025"/>
                </a:lnTo>
                <a:cubicBezTo>
                  <a:pt x="4600" y="2994"/>
                  <a:pt x="4726" y="2962"/>
                  <a:pt x="4789" y="2899"/>
                </a:cubicBezTo>
                <a:lnTo>
                  <a:pt x="4789" y="2395"/>
                </a:lnTo>
                <a:cubicBezTo>
                  <a:pt x="4789" y="2206"/>
                  <a:pt x="4947" y="2048"/>
                  <a:pt x="5167" y="2048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1" y="6837"/>
                  <a:pt x="284" y="7877"/>
                  <a:pt x="820" y="8790"/>
                </a:cubicBezTo>
                <a:lnTo>
                  <a:pt x="32" y="11185"/>
                </a:lnTo>
                <a:cubicBezTo>
                  <a:pt x="1" y="11311"/>
                  <a:pt x="32" y="11468"/>
                  <a:pt x="127" y="11531"/>
                </a:cubicBezTo>
                <a:cubicBezTo>
                  <a:pt x="174" y="11602"/>
                  <a:pt x="274" y="11638"/>
                  <a:pt x="375" y="11638"/>
                </a:cubicBezTo>
                <a:cubicBezTo>
                  <a:pt x="408" y="11638"/>
                  <a:pt x="442" y="11634"/>
                  <a:pt x="473" y="11626"/>
                </a:cubicBezTo>
                <a:lnTo>
                  <a:pt x="2868" y="10838"/>
                </a:lnTo>
                <a:cubicBezTo>
                  <a:pt x="3781" y="11374"/>
                  <a:pt x="4789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584"/>
                  <a:pt x="9011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3" name="Google Shape;3133;p23"/>
          <p:cNvSpPr/>
          <p:nvPr/>
        </p:nvSpPr>
        <p:spPr>
          <a:xfrm>
            <a:off x="2222517" y="2056267"/>
            <a:ext cx="66152" cy="49617"/>
          </a:xfrm>
          <a:custGeom>
            <a:rect b="b" l="l" r="r" t="t"/>
            <a:pathLst>
              <a:path extrusionOk="0" h="2049" w="2049"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6" y="2048"/>
                  <a:pt x="2048" y="1576"/>
                  <a:pt x="2048" y="1040"/>
                </a:cubicBezTo>
                <a:cubicBezTo>
                  <a:pt x="2048" y="441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4" name="Google Shape;3134;p23"/>
          <p:cNvSpPr/>
          <p:nvPr/>
        </p:nvSpPr>
        <p:spPr>
          <a:xfrm>
            <a:off x="2067262" y="2287876"/>
            <a:ext cx="376379" cy="282274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5" name="Google Shape;3135;p23"/>
          <p:cNvSpPr/>
          <p:nvPr/>
        </p:nvSpPr>
        <p:spPr>
          <a:xfrm>
            <a:off x="636321" y="2666273"/>
            <a:ext cx="89526" cy="282274"/>
          </a:xfrm>
          <a:custGeom>
            <a:rect b="b" l="l" r="r" t="t"/>
            <a:pathLst>
              <a:path extrusionOk="0" h="11657" w="2773">
                <a:moveTo>
                  <a:pt x="1733" y="0"/>
                </a:moveTo>
                <a:cubicBezTo>
                  <a:pt x="1198" y="0"/>
                  <a:pt x="725" y="473"/>
                  <a:pt x="725" y="1040"/>
                </a:cubicBezTo>
                <a:lnTo>
                  <a:pt x="725" y="1386"/>
                </a:lnTo>
                <a:lnTo>
                  <a:pt x="347" y="1386"/>
                </a:lnTo>
                <a:cubicBezTo>
                  <a:pt x="158" y="1386"/>
                  <a:pt x="1" y="1544"/>
                  <a:pt x="1" y="1733"/>
                </a:cubicBezTo>
                <a:cubicBezTo>
                  <a:pt x="1" y="1922"/>
                  <a:pt x="158" y="2079"/>
                  <a:pt x="347" y="2079"/>
                </a:cubicBezTo>
                <a:lnTo>
                  <a:pt x="725" y="2079"/>
                </a:lnTo>
                <a:lnTo>
                  <a:pt x="725" y="3466"/>
                </a:lnTo>
                <a:lnTo>
                  <a:pt x="347" y="3466"/>
                </a:lnTo>
                <a:cubicBezTo>
                  <a:pt x="158" y="3466"/>
                  <a:pt x="1" y="3623"/>
                  <a:pt x="1" y="3812"/>
                </a:cubicBezTo>
                <a:cubicBezTo>
                  <a:pt x="1" y="4033"/>
                  <a:pt x="158" y="4190"/>
                  <a:pt x="347" y="4190"/>
                </a:cubicBezTo>
                <a:lnTo>
                  <a:pt x="725" y="4190"/>
                </a:lnTo>
                <a:lnTo>
                  <a:pt x="725" y="5608"/>
                </a:lnTo>
                <a:lnTo>
                  <a:pt x="347" y="5608"/>
                </a:lnTo>
                <a:cubicBezTo>
                  <a:pt x="158" y="5608"/>
                  <a:pt x="1" y="5765"/>
                  <a:pt x="1" y="5954"/>
                </a:cubicBezTo>
                <a:cubicBezTo>
                  <a:pt x="1" y="6143"/>
                  <a:pt x="158" y="6301"/>
                  <a:pt x="347" y="6301"/>
                </a:cubicBezTo>
                <a:lnTo>
                  <a:pt x="725" y="6301"/>
                </a:lnTo>
                <a:lnTo>
                  <a:pt x="725" y="7687"/>
                </a:lnTo>
                <a:lnTo>
                  <a:pt x="347" y="7687"/>
                </a:lnTo>
                <a:cubicBezTo>
                  <a:pt x="158" y="7687"/>
                  <a:pt x="1" y="7845"/>
                  <a:pt x="1" y="8034"/>
                </a:cubicBezTo>
                <a:cubicBezTo>
                  <a:pt x="1" y="8223"/>
                  <a:pt x="158" y="8380"/>
                  <a:pt x="347" y="8380"/>
                </a:cubicBezTo>
                <a:lnTo>
                  <a:pt x="725" y="8380"/>
                </a:lnTo>
                <a:lnTo>
                  <a:pt x="725" y="9767"/>
                </a:lnTo>
                <a:lnTo>
                  <a:pt x="347" y="9767"/>
                </a:lnTo>
                <a:lnTo>
                  <a:pt x="347" y="9577"/>
                </a:lnTo>
                <a:cubicBezTo>
                  <a:pt x="158" y="9577"/>
                  <a:pt x="1" y="9735"/>
                  <a:pt x="1" y="9924"/>
                </a:cubicBezTo>
                <a:cubicBezTo>
                  <a:pt x="1" y="10113"/>
                  <a:pt x="158" y="10271"/>
                  <a:pt x="347" y="10271"/>
                </a:cubicBezTo>
                <a:lnTo>
                  <a:pt x="725" y="10271"/>
                </a:lnTo>
                <a:lnTo>
                  <a:pt x="725" y="10649"/>
                </a:lnTo>
                <a:cubicBezTo>
                  <a:pt x="725" y="11184"/>
                  <a:pt x="1198" y="11657"/>
                  <a:pt x="1733" y="11657"/>
                </a:cubicBezTo>
                <a:lnTo>
                  <a:pt x="2773" y="11657"/>
                </a:lnTo>
                <a:lnTo>
                  <a:pt x="277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6" name="Google Shape;3136;p23"/>
          <p:cNvSpPr/>
          <p:nvPr/>
        </p:nvSpPr>
        <p:spPr>
          <a:xfrm>
            <a:off x="748222" y="2665497"/>
            <a:ext cx="199392" cy="282298"/>
          </a:xfrm>
          <a:custGeom>
            <a:rect b="b" l="l" r="r" t="t"/>
            <a:pathLst>
              <a:path extrusionOk="0" h="11658" w="6176">
                <a:moveTo>
                  <a:pt x="4096" y="2048"/>
                </a:moveTo>
                <a:cubicBezTo>
                  <a:pt x="4285" y="2048"/>
                  <a:pt x="4442" y="2206"/>
                  <a:pt x="4442" y="2395"/>
                </a:cubicBezTo>
                <a:lnTo>
                  <a:pt x="4442" y="3750"/>
                </a:lnTo>
                <a:cubicBezTo>
                  <a:pt x="4442" y="3939"/>
                  <a:pt x="4285" y="4096"/>
                  <a:pt x="4096" y="4096"/>
                </a:cubicBezTo>
                <a:lnTo>
                  <a:pt x="3088" y="4096"/>
                </a:lnTo>
                <a:lnTo>
                  <a:pt x="3088" y="7562"/>
                </a:lnTo>
                <a:lnTo>
                  <a:pt x="4096" y="7562"/>
                </a:lnTo>
                <a:cubicBezTo>
                  <a:pt x="4285" y="7562"/>
                  <a:pt x="4442" y="7719"/>
                  <a:pt x="4442" y="7908"/>
                </a:cubicBezTo>
                <a:lnTo>
                  <a:pt x="4442" y="9294"/>
                </a:lnTo>
                <a:cubicBezTo>
                  <a:pt x="4442" y="9483"/>
                  <a:pt x="4285" y="9641"/>
                  <a:pt x="4096" y="9641"/>
                </a:cubicBezTo>
                <a:lnTo>
                  <a:pt x="3088" y="9641"/>
                </a:lnTo>
                <a:cubicBezTo>
                  <a:pt x="2332" y="9641"/>
                  <a:pt x="1701" y="9011"/>
                  <a:pt x="1701" y="8255"/>
                </a:cubicBezTo>
                <a:lnTo>
                  <a:pt x="1701" y="3435"/>
                </a:lnTo>
                <a:cubicBezTo>
                  <a:pt x="1701" y="2678"/>
                  <a:pt x="2332" y="2048"/>
                  <a:pt x="3088" y="2048"/>
                </a:cubicBezTo>
                <a:close/>
                <a:moveTo>
                  <a:pt x="0" y="1"/>
                </a:moveTo>
                <a:lnTo>
                  <a:pt x="0" y="11657"/>
                </a:lnTo>
                <a:lnTo>
                  <a:pt x="5167" y="11657"/>
                </a:lnTo>
                <a:cubicBezTo>
                  <a:pt x="5703" y="11657"/>
                  <a:pt x="6175" y="11185"/>
                  <a:pt x="6175" y="10618"/>
                </a:cubicBezTo>
                <a:lnTo>
                  <a:pt x="6175" y="1009"/>
                </a:lnTo>
                <a:cubicBezTo>
                  <a:pt x="6175" y="473"/>
                  <a:pt x="5703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7" name="Google Shape;3137;p23"/>
          <p:cNvSpPr/>
          <p:nvPr/>
        </p:nvSpPr>
        <p:spPr>
          <a:xfrm>
            <a:off x="969957" y="2699058"/>
            <a:ext cx="43746" cy="49617"/>
          </a:xfrm>
          <a:custGeom>
            <a:rect b="b" l="l" r="r" t="t"/>
            <a:pathLst>
              <a:path extrusionOk="0" h="2049" w="1355">
                <a:moveTo>
                  <a:pt x="0" y="1"/>
                </a:moveTo>
                <a:lnTo>
                  <a:pt x="0" y="2049"/>
                </a:lnTo>
                <a:lnTo>
                  <a:pt x="1355" y="2049"/>
                </a:lnTo>
                <a:lnTo>
                  <a:pt x="1355" y="347"/>
                </a:lnTo>
                <a:cubicBezTo>
                  <a:pt x="1355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8" name="Google Shape;3138;p23"/>
          <p:cNvSpPr/>
          <p:nvPr/>
        </p:nvSpPr>
        <p:spPr>
          <a:xfrm>
            <a:off x="969957" y="2764678"/>
            <a:ext cx="43746" cy="34337"/>
          </a:xfrm>
          <a:custGeom>
            <a:rect b="b" l="l" r="r" t="t"/>
            <a:pathLst>
              <a:path extrusionOk="0" h="1418" w="1355">
                <a:moveTo>
                  <a:pt x="0" y="0"/>
                </a:moveTo>
                <a:lnTo>
                  <a:pt x="0" y="1418"/>
                </a:lnTo>
                <a:lnTo>
                  <a:pt x="1355" y="1418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9" name="Google Shape;3139;p23"/>
          <p:cNvSpPr/>
          <p:nvPr/>
        </p:nvSpPr>
        <p:spPr>
          <a:xfrm>
            <a:off x="969957" y="2815019"/>
            <a:ext cx="43746" cy="49617"/>
          </a:xfrm>
          <a:custGeom>
            <a:rect b="b" l="l" r="r" t="t"/>
            <a:pathLst>
              <a:path extrusionOk="0" h="2049" w="1355">
                <a:moveTo>
                  <a:pt x="0" y="0"/>
                </a:moveTo>
                <a:lnTo>
                  <a:pt x="0" y="2048"/>
                </a:lnTo>
                <a:lnTo>
                  <a:pt x="1008" y="2048"/>
                </a:lnTo>
                <a:cubicBezTo>
                  <a:pt x="1197" y="2048"/>
                  <a:pt x="1355" y="1891"/>
                  <a:pt x="1355" y="170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0" name="Google Shape;3140;p23"/>
          <p:cNvSpPr/>
          <p:nvPr/>
        </p:nvSpPr>
        <p:spPr>
          <a:xfrm>
            <a:off x="635804" y="3291001"/>
            <a:ext cx="378412" cy="32836"/>
          </a:xfrm>
          <a:custGeom>
            <a:rect b="b" l="l" r="r" t="t"/>
            <a:pathLst>
              <a:path extrusionOk="0" h="1356" w="11721">
                <a:moveTo>
                  <a:pt x="662" y="1"/>
                </a:moveTo>
                <a:cubicBezTo>
                  <a:pt x="284" y="1"/>
                  <a:pt x="1" y="316"/>
                  <a:pt x="1" y="662"/>
                </a:cubicBezTo>
                <a:lnTo>
                  <a:pt x="1" y="1009"/>
                </a:lnTo>
                <a:cubicBezTo>
                  <a:pt x="1" y="1198"/>
                  <a:pt x="158" y="1355"/>
                  <a:pt x="347" y="1355"/>
                </a:cubicBezTo>
                <a:lnTo>
                  <a:pt x="11342" y="1355"/>
                </a:lnTo>
                <a:cubicBezTo>
                  <a:pt x="11563" y="1355"/>
                  <a:pt x="11720" y="1198"/>
                  <a:pt x="11720" y="1009"/>
                </a:cubicBezTo>
                <a:lnTo>
                  <a:pt x="11720" y="694"/>
                </a:lnTo>
                <a:cubicBezTo>
                  <a:pt x="11689" y="316"/>
                  <a:pt x="11374" y="1"/>
                  <a:pt x="109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1" name="Google Shape;3141;p23"/>
          <p:cNvSpPr/>
          <p:nvPr/>
        </p:nvSpPr>
        <p:spPr>
          <a:xfrm>
            <a:off x="708026" y="3174290"/>
            <a:ext cx="232969" cy="50367"/>
          </a:xfrm>
          <a:custGeom>
            <a:rect b="b" l="l" r="r" t="t"/>
            <a:pathLst>
              <a:path extrusionOk="0" h="2080" w="7216">
                <a:moveTo>
                  <a:pt x="757" y="1"/>
                </a:moveTo>
                <a:lnTo>
                  <a:pt x="0" y="2080"/>
                </a:lnTo>
                <a:lnTo>
                  <a:pt x="7215" y="2080"/>
                </a:lnTo>
                <a:lnTo>
                  <a:pt x="65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2" name="Google Shape;3142;p23"/>
          <p:cNvSpPr/>
          <p:nvPr/>
        </p:nvSpPr>
        <p:spPr>
          <a:xfrm>
            <a:off x="684619" y="3241411"/>
            <a:ext cx="280783" cy="32836"/>
          </a:xfrm>
          <a:custGeom>
            <a:rect b="b" l="l" r="r" t="t"/>
            <a:pathLst>
              <a:path extrusionOk="0" h="1356" w="8697">
                <a:moveTo>
                  <a:pt x="505" y="1"/>
                </a:moveTo>
                <a:lnTo>
                  <a:pt x="1" y="1356"/>
                </a:lnTo>
                <a:lnTo>
                  <a:pt x="8696" y="1356"/>
                </a:lnTo>
                <a:lnTo>
                  <a:pt x="82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3" name="Google Shape;3143;p23"/>
          <p:cNvSpPr/>
          <p:nvPr/>
        </p:nvSpPr>
        <p:spPr>
          <a:xfrm>
            <a:off x="772113" y="3041549"/>
            <a:ext cx="106831" cy="51142"/>
          </a:xfrm>
          <a:custGeom>
            <a:rect b="b" l="l" r="r" t="t"/>
            <a:pathLst>
              <a:path extrusionOk="0" h="2112" w="3309">
                <a:moveTo>
                  <a:pt x="1639" y="1"/>
                </a:moveTo>
                <a:cubicBezTo>
                  <a:pt x="1103" y="1"/>
                  <a:pt x="599" y="379"/>
                  <a:pt x="441" y="883"/>
                </a:cubicBezTo>
                <a:lnTo>
                  <a:pt x="0" y="2112"/>
                </a:lnTo>
                <a:lnTo>
                  <a:pt x="3308" y="2112"/>
                </a:lnTo>
                <a:lnTo>
                  <a:pt x="2867" y="883"/>
                </a:lnTo>
                <a:cubicBezTo>
                  <a:pt x="2678" y="316"/>
                  <a:pt x="2206" y="1"/>
                  <a:pt x="16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4" name="Google Shape;3144;p23"/>
          <p:cNvSpPr/>
          <p:nvPr/>
        </p:nvSpPr>
        <p:spPr>
          <a:xfrm>
            <a:off x="740569" y="3108694"/>
            <a:ext cx="169884" cy="49592"/>
          </a:xfrm>
          <a:custGeom>
            <a:rect b="b" l="l" r="r" t="t"/>
            <a:pathLst>
              <a:path extrusionOk="0" h="2048" w="5262">
                <a:moveTo>
                  <a:pt x="694" y="0"/>
                </a:moveTo>
                <a:lnTo>
                  <a:pt x="1" y="2048"/>
                </a:lnTo>
                <a:lnTo>
                  <a:pt x="5262" y="2048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5" name="Google Shape;3145;p23"/>
          <p:cNvSpPr/>
          <p:nvPr/>
        </p:nvSpPr>
        <p:spPr>
          <a:xfrm>
            <a:off x="636321" y="3411910"/>
            <a:ext cx="89526" cy="283049"/>
          </a:xfrm>
          <a:custGeom>
            <a:rect b="b" l="l" r="r" t="t"/>
            <a:pathLst>
              <a:path extrusionOk="0" h="11689" w="2773">
                <a:moveTo>
                  <a:pt x="1418" y="0"/>
                </a:moveTo>
                <a:cubicBezTo>
                  <a:pt x="1072" y="0"/>
                  <a:pt x="757" y="315"/>
                  <a:pt x="757" y="662"/>
                </a:cubicBezTo>
                <a:lnTo>
                  <a:pt x="757" y="9578"/>
                </a:lnTo>
                <a:cubicBezTo>
                  <a:pt x="757" y="9830"/>
                  <a:pt x="914" y="10050"/>
                  <a:pt x="1103" y="10176"/>
                </a:cubicBezTo>
                <a:lnTo>
                  <a:pt x="1103" y="10996"/>
                </a:lnTo>
                <a:lnTo>
                  <a:pt x="347" y="10996"/>
                </a:lnTo>
                <a:cubicBezTo>
                  <a:pt x="158" y="10996"/>
                  <a:pt x="1" y="11153"/>
                  <a:pt x="1" y="11342"/>
                </a:cubicBezTo>
                <a:cubicBezTo>
                  <a:pt x="1" y="11531"/>
                  <a:pt x="158" y="11689"/>
                  <a:pt x="347" y="11689"/>
                </a:cubicBezTo>
                <a:lnTo>
                  <a:pt x="2395" y="11689"/>
                </a:lnTo>
                <a:cubicBezTo>
                  <a:pt x="2616" y="11689"/>
                  <a:pt x="2773" y="11531"/>
                  <a:pt x="2773" y="11342"/>
                </a:cubicBezTo>
                <a:cubicBezTo>
                  <a:pt x="2773" y="11153"/>
                  <a:pt x="2616" y="10996"/>
                  <a:pt x="2395" y="10996"/>
                </a:cubicBezTo>
                <a:lnTo>
                  <a:pt x="1733" y="10996"/>
                </a:lnTo>
                <a:lnTo>
                  <a:pt x="1733" y="10176"/>
                </a:lnTo>
                <a:cubicBezTo>
                  <a:pt x="1922" y="10050"/>
                  <a:pt x="2080" y="9861"/>
                  <a:pt x="2080" y="9578"/>
                </a:cubicBezTo>
                <a:lnTo>
                  <a:pt x="2080" y="662"/>
                </a:lnTo>
                <a:cubicBezTo>
                  <a:pt x="2080" y="284"/>
                  <a:pt x="1765" y="0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6" name="Google Shape;3146;p23"/>
          <p:cNvSpPr/>
          <p:nvPr/>
        </p:nvSpPr>
        <p:spPr>
          <a:xfrm>
            <a:off x="903837" y="3520994"/>
            <a:ext cx="109866" cy="24433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190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7" name="Google Shape;3147;p23"/>
          <p:cNvSpPr/>
          <p:nvPr/>
        </p:nvSpPr>
        <p:spPr>
          <a:xfrm>
            <a:off x="903837" y="3562183"/>
            <a:ext cx="109866" cy="24433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221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8" name="Google Shape;3148;p23"/>
          <p:cNvSpPr/>
          <p:nvPr/>
        </p:nvSpPr>
        <p:spPr>
          <a:xfrm>
            <a:off x="903836" y="3602620"/>
            <a:ext cx="87492" cy="25208"/>
          </a:xfrm>
          <a:custGeom>
            <a:rect b="b" l="l" r="r" t="t"/>
            <a:pathLst>
              <a:path extrusionOk="0" h="1041" w="2710">
                <a:moveTo>
                  <a:pt x="505" y="1"/>
                </a:moveTo>
                <a:cubicBezTo>
                  <a:pt x="221" y="1"/>
                  <a:pt x="0" y="253"/>
                  <a:pt x="0" y="536"/>
                </a:cubicBezTo>
                <a:cubicBezTo>
                  <a:pt x="0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58" y="1040"/>
                  <a:pt x="2710" y="788"/>
                  <a:pt x="2710" y="536"/>
                </a:cubicBezTo>
                <a:cubicBezTo>
                  <a:pt x="2710" y="253"/>
                  <a:pt x="2521" y="1"/>
                  <a:pt x="22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9" name="Google Shape;3149;p23"/>
          <p:cNvSpPr/>
          <p:nvPr/>
        </p:nvSpPr>
        <p:spPr>
          <a:xfrm>
            <a:off x="860090" y="3411910"/>
            <a:ext cx="66152" cy="50367"/>
          </a:xfrm>
          <a:custGeom>
            <a:rect b="b" l="l" r="r" t="t"/>
            <a:pathLst>
              <a:path extrusionOk="0" h="2080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2080"/>
                </a:lnTo>
                <a:lnTo>
                  <a:pt x="2049" y="2080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0" name="Google Shape;3150;p23"/>
          <p:cNvSpPr/>
          <p:nvPr/>
        </p:nvSpPr>
        <p:spPr>
          <a:xfrm>
            <a:off x="946549" y="3411910"/>
            <a:ext cx="44779" cy="53418"/>
          </a:xfrm>
          <a:custGeom>
            <a:rect b="b" l="l" r="r" t="t"/>
            <a:pathLst>
              <a:path extrusionOk="0" h="2206" w="1387">
                <a:moveTo>
                  <a:pt x="1" y="0"/>
                </a:moveTo>
                <a:lnTo>
                  <a:pt x="1" y="2111"/>
                </a:lnTo>
                <a:lnTo>
                  <a:pt x="883" y="2111"/>
                </a:lnTo>
                <a:cubicBezTo>
                  <a:pt x="1072" y="2111"/>
                  <a:pt x="1261" y="2143"/>
                  <a:pt x="1387" y="2206"/>
                </a:cubicBezTo>
                <a:lnTo>
                  <a:pt x="1387" y="1040"/>
                </a:lnTo>
                <a:cubicBezTo>
                  <a:pt x="1387" y="473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1" name="Google Shape;3151;p23"/>
          <p:cNvSpPr/>
          <p:nvPr/>
        </p:nvSpPr>
        <p:spPr>
          <a:xfrm>
            <a:off x="723814" y="3479032"/>
            <a:ext cx="267514" cy="148801"/>
          </a:xfrm>
          <a:custGeom>
            <a:rect b="b" l="l" r="r" t="t"/>
            <a:pathLst>
              <a:path extrusionOk="0" h="6145" w="8286">
                <a:moveTo>
                  <a:pt x="0" y="1"/>
                </a:moveTo>
                <a:lnTo>
                  <a:pt x="0" y="6144"/>
                </a:lnTo>
                <a:lnTo>
                  <a:pt x="378" y="6144"/>
                </a:lnTo>
                <a:cubicBezTo>
                  <a:pt x="756" y="6144"/>
                  <a:pt x="1071" y="5892"/>
                  <a:pt x="1260" y="5577"/>
                </a:cubicBezTo>
                <a:lnTo>
                  <a:pt x="2016" y="5955"/>
                </a:lnTo>
                <a:cubicBezTo>
                  <a:pt x="2268" y="6050"/>
                  <a:pt x="2552" y="6144"/>
                  <a:pt x="2773" y="6144"/>
                </a:cubicBezTo>
                <a:lnTo>
                  <a:pt x="3497" y="6144"/>
                </a:lnTo>
                <a:lnTo>
                  <a:pt x="3497" y="3057"/>
                </a:lnTo>
                <a:cubicBezTo>
                  <a:pt x="3214" y="3309"/>
                  <a:pt x="2867" y="3435"/>
                  <a:pt x="2457" y="3435"/>
                </a:cubicBezTo>
                <a:cubicBezTo>
                  <a:pt x="2268" y="3435"/>
                  <a:pt x="2111" y="3277"/>
                  <a:pt x="2111" y="3057"/>
                </a:cubicBezTo>
                <a:cubicBezTo>
                  <a:pt x="2111" y="2868"/>
                  <a:pt x="2268" y="2710"/>
                  <a:pt x="2457" y="2710"/>
                </a:cubicBezTo>
                <a:cubicBezTo>
                  <a:pt x="3025" y="2710"/>
                  <a:pt x="3497" y="2238"/>
                  <a:pt x="3497" y="1702"/>
                </a:cubicBezTo>
                <a:lnTo>
                  <a:pt x="3497" y="1009"/>
                </a:lnTo>
                <a:lnTo>
                  <a:pt x="7782" y="1009"/>
                </a:lnTo>
                <a:cubicBezTo>
                  <a:pt x="8065" y="1009"/>
                  <a:pt x="8286" y="788"/>
                  <a:pt x="8286" y="505"/>
                </a:cubicBezTo>
                <a:cubicBezTo>
                  <a:pt x="8286" y="221"/>
                  <a:pt x="8065" y="1"/>
                  <a:pt x="7782" y="1"/>
                </a:cubicBezTo>
                <a:lnTo>
                  <a:pt x="3560" y="1"/>
                </a:lnTo>
                <a:cubicBezTo>
                  <a:pt x="3308" y="1"/>
                  <a:pt x="2899" y="158"/>
                  <a:pt x="2583" y="442"/>
                </a:cubicBezTo>
                <a:cubicBezTo>
                  <a:pt x="2426" y="599"/>
                  <a:pt x="2205" y="662"/>
                  <a:pt x="1985" y="662"/>
                </a:cubicBezTo>
                <a:lnTo>
                  <a:pt x="1323" y="662"/>
                </a:lnTo>
                <a:cubicBezTo>
                  <a:pt x="1166" y="284"/>
                  <a:pt x="788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2" name="Google Shape;3152;p23"/>
          <p:cNvSpPr/>
          <p:nvPr/>
        </p:nvSpPr>
        <p:spPr>
          <a:xfrm>
            <a:off x="859089" y="3519469"/>
            <a:ext cx="66120" cy="175486"/>
          </a:xfrm>
          <a:custGeom>
            <a:rect b="b" l="l" r="r" t="t"/>
            <a:pathLst>
              <a:path extrusionOk="0" h="7247" w="2048">
                <a:moveTo>
                  <a:pt x="0" y="1"/>
                </a:moveTo>
                <a:lnTo>
                  <a:pt x="0" y="64"/>
                </a:lnTo>
                <a:lnTo>
                  <a:pt x="0" y="5514"/>
                </a:lnTo>
                <a:cubicBezTo>
                  <a:pt x="0" y="6459"/>
                  <a:pt x="756" y="7247"/>
                  <a:pt x="1701" y="7247"/>
                </a:cubicBezTo>
                <a:lnTo>
                  <a:pt x="2048" y="7247"/>
                </a:lnTo>
                <a:lnTo>
                  <a:pt x="2048" y="5167"/>
                </a:lnTo>
                <a:lnTo>
                  <a:pt x="1891" y="5167"/>
                </a:lnTo>
                <a:cubicBezTo>
                  <a:pt x="1229" y="5167"/>
                  <a:pt x="725" y="4632"/>
                  <a:pt x="725" y="4002"/>
                </a:cubicBezTo>
                <a:cubicBezTo>
                  <a:pt x="725" y="3624"/>
                  <a:pt x="882" y="3372"/>
                  <a:pt x="1071" y="3120"/>
                </a:cubicBezTo>
                <a:cubicBezTo>
                  <a:pt x="819" y="2899"/>
                  <a:pt x="725" y="2615"/>
                  <a:pt x="725" y="2269"/>
                </a:cubicBezTo>
                <a:cubicBezTo>
                  <a:pt x="725" y="1922"/>
                  <a:pt x="882" y="1639"/>
                  <a:pt x="1071" y="1387"/>
                </a:cubicBezTo>
                <a:cubicBezTo>
                  <a:pt x="819" y="1166"/>
                  <a:pt x="725" y="883"/>
                  <a:pt x="725" y="536"/>
                </a:cubicBezTo>
                <a:cubicBezTo>
                  <a:pt x="725" y="316"/>
                  <a:pt x="756" y="190"/>
                  <a:pt x="8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3" name="Google Shape;3153;p23"/>
          <p:cNvSpPr/>
          <p:nvPr/>
        </p:nvSpPr>
        <p:spPr>
          <a:xfrm>
            <a:off x="947583" y="3642282"/>
            <a:ext cx="44779" cy="53443"/>
          </a:xfrm>
          <a:custGeom>
            <a:rect b="b" l="l" r="r" t="t"/>
            <a:pathLst>
              <a:path extrusionOk="0" h="2207" w="1387">
                <a:moveTo>
                  <a:pt x="1386" y="1"/>
                </a:moveTo>
                <a:cubicBezTo>
                  <a:pt x="1229" y="64"/>
                  <a:pt x="1071" y="95"/>
                  <a:pt x="882" y="95"/>
                </a:cubicBezTo>
                <a:lnTo>
                  <a:pt x="0" y="95"/>
                </a:lnTo>
                <a:lnTo>
                  <a:pt x="0" y="2206"/>
                </a:lnTo>
                <a:lnTo>
                  <a:pt x="378" y="2206"/>
                </a:lnTo>
                <a:cubicBezTo>
                  <a:pt x="914" y="2206"/>
                  <a:pt x="1386" y="1734"/>
                  <a:pt x="1386" y="1167"/>
                </a:cubicBez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4" name="Google Shape;3154;p23"/>
          <p:cNvSpPr/>
          <p:nvPr/>
        </p:nvSpPr>
        <p:spPr>
          <a:xfrm>
            <a:off x="3086729" y="2665777"/>
            <a:ext cx="133272" cy="33029"/>
          </a:xfrm>
          <a:custGeom>
            <a:rect b="b" l="l" r="r" t="t"/>
            <a:pathLst>
              <a:path extrusionOk="0" h="1364" w="4128">
                <a:moveTo>
                  <a:pt x="645" y="0"/>
                </a:moveTo>
                <a:cubicBezTo>
                  <a:pt x="263" y="0"/>
                  <a:pt x="0" y="296"/>
                  <a:pt x="0" y="670"/>
                </a:cubicBezTo>
                <a:lnTo>
                  <a:pt x="0" y="1016"/>
                </a:lnTo>
                <a:cubicBezTo>
                  <a:pt x="0" y="1205"/>
                  <a:pt x="158" y="1363"/>
                  <a:pt x="347" y="1363"/>
                </a:cubicBezTo>
                <a:lnTo>
                  <a:pt x="3781" y="1363"/>
                </a:lnTo>
                <a:cubicBezTo>
                  <a:pt x="3970" y="1363"/>
                  <a:pt x="4127" y="1205"/>
                  <a:pt x="4127" y="1016"/>
                </a:cubicBezTo>
                <a:lnTo>
                  <a:pt x="4127" y="670"/>
                </a:lnTo>
                <a:cubicBezTo>
                  <a:pt x="4127" y="260"/>
                  <a:pt x="3812" y="8"/>
                  <a:pt x="3466" y="8"/>
                </a:cubicBezTo>
                <a:lnTo>
                  <a:pt x="756" y="8"/>
                </a:lnTo>
                <a:cubicBezTo>
                  <a:pt x="718" y="3"/>
                  <a:pt x="681" y="0"/>
                  <a:pt x="6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5" name="Google Shape;3155;p23"/>
          <p:cNvSpPr/>
          <p:nvPr/>
        </p:nvSpPr>
        <p:spPr>
          <a:xfrm>
            <a:off x="3075527" y="2813192"/>
            <a:ext cx="21373" cy="17580"/>
          </a:xfrm>
          <a:custGeom>
            <a:rect b="b" l="l" r="r" t="t"/>
            <a:pathLst>
              <a:path extrusionOk="0" h="726" w="662">
                <a:moveTo>
                  <a:pt x="1" y="1"/>
                </a:moveTo>
                <a:lnTo>
                  <a:pt x="1" y="725"/>
                </a:lnTo>
                <a:lnTo>
                  <a:pt x="662" y="725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6" name="Google Shape;3156;p23"/>
          <p:cNvSpPr/>
          <p:nvPr/>
        </p:nvSpPr>
        <p:spPr>
          <a:xfrm>
            <a:off x="3075527" y="2747596"/>
            <a:ext cx="21373" cy="16030"/>
          </a:xfrm>
          <a:custGeom>
            <a:rect b="b" l="l" r="r" t="t"/>
            <a:pathLst>
              <a:path extrusionOk="0" h="662" w="662">
                <a:moveTo>
                  <a:pt x="1" y="0"/>
                </a:moveTo>
                <a:lnTo>
                  <a:pt x="1" y="662"/>
                </a:lnTo>
                <a:lnTo>
                  <a:pt x="662" y="662"/>
                </a:lnTo>
                <a:lnTo>
                  <a:pt x="6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7" name="Google Shape;3157;p23"/>
          <p:cNvSpPr/>
          <p:nvPr/>
        </p:nvSpPr>
        <p:spPr>
          <a:xfrm>
            <a:off x="3075527" y="2881087"/>
            <a:ext cx="21373" cy="16055"/>
          </a:xfrm>
          <a:custGeom>
            <a:rect b="b" l="l" r="r" t="t"/>
            <a:pathLst>
              <a:path extrusionOk="0" h="663" w="662">
                <a:moveTo>
                  <a:pt x="1" y="1"/>
                </a:moveTo>
                <a:lnTo>
                  <a:pt x="1" y="662"/>
                </a:lnTo>
                <a:lnTo>
                  <a:pt x="662" y="662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8" name="Google Shape;3158;p23"/>
          <p:cNvSpPr/>
          <p:nvPr/>
        </p:nvSpPr>
        <p:spPr>
          <a:xfrm>
            <a:off x="3008405" y="2681975"/>
            <a:ext cx="287853" cy="266292"/>
          </a:xfrm>
          <a:custGeom>
            <a:rect b="b" l="l" r="r" t="t"/>
            <a:pathLst>
              <a:path extrusionOk="0" h="10997" w="8916">
                <a:moveTo>
                  <a:pt x="7183" y="2049"/>
                </a:moveTo>
                <a:cubicBezTo>
                  <a:pt x="7404" y="2049"/>
                  <a:pt x="7561" y="2206"/>
                  <a:pt x="7561" y="2395"/>
                </a:cubicBezTo>
                <a:cubicBezTo>
                  <a:pt x="7561" y="2584"/>
                  <a:pt x="7404" y="2742"/>
                  <a:pt x="7183" y="2742"/>
                </a:cubicBezTo>
                <a:lnTo>
                  <a:pt x="4474" y="2742"/>
                </a:lnTo>
                <a:cubicBezTo>
                  <a:pt x="4285" y="2742"/>
                  <a:pt x="4127" y="2584"/>
                  <a:pt x="4127" y="2395"/>
                </a:cubicBezTo>
                <a:cubicBezTo>
                  <a:pt x="4127" y="2206"/>
                  <a:pt x="4285" y="2049"/>
                  <a:pt x="4474" y="2049"/>
                </a:cubicBezTo>
                <a:close/>
                <a:moveTo>
                  <a:pt x="3151" y="2017"/>
                </a:moveTo>
                <a:cubicBezTo>
                  <a:pt x="3340" y="2017"/>
                  <a:pt x="3497" y="2175"/>
                  <a:pt x="3497" y="2364"/>
                </a:cubicBezTo>
                <a:lnTo>
                  <a:pt x="3497" y="3750"/>
                </a:lnTo>
                <a:cubicBezTo>
                  <a:pt x="3497" y="3939"/>
                  <a:pt x="3340" y="4097"/>
                  <a:pt x="3151" y="4097"/>
                </a:cubicBezTo>
                <a:lnTo>
                  <a:pt x="1764" y="4097"/>
                </a:lnTo>
                <a:cubicBezTo>
                  <a:pt x="1575" y="4097"/>
                  <a:pt x="1418" y="3939"/>
                  <a:pt x="1418" y="3750"/>
                </a:cubicBezTo>
                <a:lnTo>
                  <a:pt x="1418" y="2364"/>
                </a:lnTo>
                <a:cubicBezTo>
                  <a:pt x="1418" y="2175"/>
                  <a:pt x="1575" y="2017"/>
                  <a:pt x="1764" y="2017"/>
                </a:cubicBezTo>
                <a:close/>
                <a:moveTo>
                  <a:pt x="5860" y="3372"/>
                </a:moveTo>
                <a:cubicBezTo>
                  <a:pt x="6049" y="3372"/>
                  <a:pt x="6207" y="3529"/>
                  <a:pt x="6207" y="3750"/>
                </a:cubicBezTo>
                <a:cubicBezTo>
                  <a:pt x="6207" y="3939"/>
                  <a:pt x="6049" y="4097"/>
                  <a:pt x="5860" y="4097"/>
                </a:cubicBezTo>
                <a:lnTo>
                  <a:pt x="4474" y="4097"/>
                </a:lnTo>
                <a:cubicBezTo>
                  <a:pt x="4285" y="4097"/>
                  <a:pt x="4127" y="3939"/>
                  <a:pt x="4127" y="3750"/>
                </a:cubicBezTo>
                <a:cubicBezTo>
                  <a:pt x="4127" y="3529"/>
                  <a:pt x="4285" y="3372"/>
                  <a:pt x="4474" y="3372"/>
                </a:cubicBezTo>
                <a:close/>
                <a:moveTo>
                  <a:pt x="7183" y="4758"/>
                </a:moveTo>
                <a:cubicBezTo>
                  <a:pt x="7404" y="4758"/>
                  <a:pt x="7561" y="4916"/>
                  <a:pt x="7561" y="5105"/>
                </a:cubicBezTo>
                <a:cubicBezTo>
                  <a:pt x="7561" y="5325"/>
                  <a:pt x="7404" y="5483"/>
                  <a:pt x="7183" y="5483"/>
                </a:cubicBezTo>
                <a:lnTo>
                  <a:pt x="4474" y="5483"/>
                </a:lnTo>
                <a:cubicBezTo>
                  <a:pt x="4285" y="5483"/>
                  <a:pt x="4127" y="5325"/>
                  <a:pt x="4127" y="5105"/>
                </a:cubicBezTo>
                <a:cubicBezTo>
                  <a:pt x="4127" y="4916"/>
                  <a:pt x="4285" y="4758"/>
                  <a:pt x="4474" y="4758"/>
                </a:cubicBezTo>
                <a:close/>
                <a:moveTo>
                  <a:pt x="3151" y="4758"/>
                </a:moveTo>
                <a:cubicBezTo>
                  <a:pt x="3340" y="4758"/>
                  <a:pt x="3497" y="4916"/>
                  <a:pt x="3497" y="5105"/>
                </a:cubicBezTo>
                <a:lnTo>
                  <a:pt x="3497" y="6491"/>
                </a:lnTo>
                <a:cubicBezTo>
                  <a:pt x="3497" y="6680"/>
                  <a:pt x="3340" y="6837"/>
                  <a:pt x="3151" y="6837"/>
                </a:cubicBezTo>
                <a:lnTo>
                  <a:pt x="1764" y="6837"/>
                </a:lnTo>
                <a:cubicBezTo>
                  <a:pt x="1575" y="6837"/>
                  <a:pt x="1418" y="6680"/>
                  <a:pt x="1418" y="6491"/>
                </a:cubicBezTo>
                <a:lnTo>
                  <a:pt x="1418" y="5105"/>
                </a:lnTo>
                <a:cubicBezTo>
                  <a:pt x="1418" y="4916"/>
                  <a:pt x="1575" y="4758"/>
                  <a:pt x="1764" y="4758"/>
                </a:cubicBezTo>
                <a:close/>
                <a:moveTo>
                  <a:pt x="5860" y="6144"/>
                </a:moveTo>
                <a:cubicBezTo>
                  <a:pt x="6049" y="6144"/>
                  <a:pt x="6207" y="6302"/>
                  <a:pt x="6207" y="6491"/>
                </a:cubicBezTo>
                <a:cubicBezTo>
                  <a:pt x="6207" y="6680"/>
                  <a:pt x="6049" y="6837"/>
                  <a:pt x="5860" y="6837"/>
                </a:cubicBezTo>
                <a:lnTo>
                  <a:pt x="4474" y="6837"/>
                </a:lnTo>
                <a:cubicBezTo>
                  <a:pt x="4285" y="6837"/>
                  <a:pt x="4127" y="6680"/>
                  <a:pt x="4127" y="6491"/>
                </a:cubicBezTo>
                <a:cubicBezTo>
                  <a:pt x="4127" y="6302"/>
                  <a:pt x="4285" y="6144"/>
                  <a:pt x="4474" y="6144"/>
                </a:cubicBezTo>
                <a:close/>
                <a:moveTo>
                  <a:pt x="7183" y="7562"/>
                </a:moveTo>
                <a:cubicBezTo>
                  <a:pt x="7404" y="7562"/>
                  <a:pt x="7561" y="7720"/>
                  <a:pt x="7561" y="7909"/>
                </a:cubicBezTo>
                <a:cubicBezTo>
                  <a:pt x="7561" y="8098"/>
                  <a:pt x="7404" y="8255"/>
                  <a:pt x="7183" y="8255"/>
                </a:cubicBezTo>
                <a:lnTo>
                  <a:pt x="4474" y="8255"/>
                </a:lnTo>
                <a:cubicBezTo>
                  <a:pt x="4285" y="8255"/>
                  <a:pt x="4127" y="8098"/>
                  <a:pt x="4127" y="7909"/>
                </a:cubicBezTo>
                <a:cubicBezTo>
                  <a:pt x="4127" y="7720"/>
                  <a:pt x="4285" y="7562"/>
                  <a:pt x="4474" y="7562"/>
                </a:cubicBezTo>
                <a:close/>
                <a:moveTo>
                  <a:pt x="3151" y="7531"/>
                </a:moveTo>
                <a:cubicBezTo>
                  <a:pt x="3340" y="7531"/>
                  <a:pt x="3497" y="7657"/>
                  <a:pt x="3497" y="7877"/>
                </a:cubicBezTo>
                <a:lnTo>
                  <a:pt x="3497" y="9232"/>
                </a:lnTo>
                <a:cubicBezTo>
                  <a:pt x="3497" y="9452"/>
                  <a:pt x="3340" y="9610"/>
                  <a:pt x="3151" y="9610"/>
                </a:cubicBezTo>
                <a:lnTo>
                  <a:pt x="1764" y="9610"/>
                </a:lnTo>
                <a:cubicBezTo>
                  <a:pt x="1575" y="9610"/>
                  <a:pt x="1418" y="9452"/>
                  <a:pt x="1418" y="9232"/>
                </a:cubicBezTo>
                <a:lnTo>
                  <a:pt x="1418" y="7877"/>
                </a:lnTo>
                <a:cubicBezTo>
                  <a:pt x="1418" y="7657"/>
                  <a:pt x="1575" y="7531"/>
                  <a:pt x="1764" y="7531"/>
                </a:cubicBezTo>
                <a:close/>
                <a:moveTo>
                  <a:pt x="5860" y="8885"/>
                </a:moveTo>
                <a:cubicBezTo>
                  <a:pt x="6049" y="8885"/>
                  <a:pt x="6207" y="9043"/>
                  <a:pt x="6207" y="9232"/>
                </a:cubicBezTo>
                <a:cubicBezTo>
                  <a:pt x="6207" y="9452"/>
                  <a:pt x="6049" y="9610"/>
                  <a:pt x="5860" y="9610"/>
                </a:cubicBezTo>
                <a:lnTo>
                  <a:pt x="4474" y="9610"/>
                </a:lnTo>
                <a:cubicBezTo>
                  <a:pt x="4285" y="9610"/>
                  <a:pt x="4127" y="9452"/>
                  <a:pt x="4127" y="9232"/>
                </a:cubicBezTo>
                <a:cubicBezTo>
                  <a:pt x="4127" y="9043"/>
                  <a:pt x="4285" y="8885"/>
                  <a:pt x="4474" y="8885"/>
                </a:cubicBezTo>
                <a:close/>
                <a:moveTo>
                  <a:pt x="1040" y="1"/>
                </a:moveTo>
                <a:cubicBezTo>
                  <a:pt x="504" y="1"/>
                  <a:pt x="0" y="473"/>
                  <a:pt x="0" y="1009"/>
                </a:cubicBezTo>
                <a:lnTo>
                  <a:pt x="0" y="9956"/>
                </a:lnTo>
                <a:cubicBezTo>
                  <a:pt x="32" y="10524"/>
                  <a:pt x="504" y="10996"/>
                  <a:pt x="1040" y="10996"/>
                </a:cubicBezTo>
                <a:lnTo>
                  <a:pt x="7908" y="10996"/>
                </a:lnTo>
                <a:cubicBezTo>
                  <a:pt x="8444" y="10996"/>
                  <a:pt x="8916" y="10524"/>
                  <a:pt x="8916" y="9956"/>
                </a:cubicBezTo>
                <a:lnTo>
                  <a:pt x="8916" y="1009"/>
                </a:lnTo>
                <a:cubicBezTo>
                  <a:pt x="8916" y="473"/>
                  <a:pt x="8444" y="1"/>
                  <a:pt x="7908" y="1"/>
                </a:cubicBezTo>
                <a:lnTo>
                  <a:pt x="7183" y="1"/>
                </a:lnTo>
                <a:lnTo>
                  <a:pt x="7183" y="347"/>
                </a:lnTo>
                <a:cubicBezTo>
                  <a:pt x="7183" y="915"/>
                  <a:pt x="6711" y="1387"/>
                  <a:pt x="6175" y="1387"/>
                </a:cubicBezTo>
                <a:lnTo>
                  <a:pt x="2741" y="1387"/>
                </a:lnTo>
                <a:cubicBezTo>
                  <a:pt x="2206" y="1387"/>
                  <a:pt x="1733" y="915"/>
                  <a:pt x="1733" y="347"/>
                </a:cubicBezTo>
                <a:lnTo>
                  <a:pt x="173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9" name="Google Shape;3159;p23"/>
          <p:cNvSpPr/>
          <p:nvPr/>
        </p:nvSpPr>
        <p:spPr>
          <a:xfrm>
            <a:off x="3319636" y="2763601"/>
            <a:ext cx="66152" cy="100734"/>
          </a:xfrm>
          <a:custGeom>
            <a:rect b="b" l="l" r="r" t="t"/>
            <a:pathLst>
              <a:path extrusionOk="0" h="4160" w="2049">
                <a:moveTo>
                  <a:pt x="1" y="1"/>
                </a:moveTo>
                <a:lnTo>
                  <a:pt x="1" y="4160"/>
                </a:lnTo>
                <a:lnTo>
                  <a:pt x="2049" y="4160"/>
                </a:lnTo>
                <a:lnTo>
                  <a:pt x="204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0" name="Google Shape;3160;p23"/>
          <p:cNvSpPr/>
          <p:nvPr/>
        </p:nvSpPr>
        <p:spPr>
          <a:xfrm>
            <a:off x="3319636" y="2698006"/>
            <a:ext cx="66152" cy="49617"/>
          </a:xfrm>
          <a:custGeom>
            <a:rect b="b" l="l" r="r" t="t"/>
            <a:pathLst>
              <a:path extrusionOk="0" h="2049" w="2049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2048"/>
                </a:lnTo>
                <a:lnTo>
                  <a:pt x="2049" y="2048"/>
                </a:lnTo>
                <a:lnTo>
                  <a:pt x="2049" y="1040"/>
                </a:lnTo>
                <a:cubicBezTo>
                  <a:pt x="2049" y="473"/>
                  <a:pt x="157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1" name="Google Shape;3161;p23"/>
          <p:cNvSpPr/>
          <p:nvPr/>
        </p:nvSpPr>
        <p:spPr>
          <a:xfrm>
            <a:off x="3321670" y="2881088"/>
            <a:ext cx="60050" cy="49617"/>
          </a:xfrm>
          <a:custGeom>
            <a:rect b="b" l="l" r="r" t="t"/>
            <a:pathLst>
              <a:path extrusionOk="0" h="2049" w="1860">
                <a:moveTo>
                  <a:pt x="1" y="1"/>
                </a:moveTo>
                <a:lnTo>
                  <a:pt x="599" y="1796"/>
                </a:lnTo>
                <a:cubicBezTo>
                  <a:pt x="694" y="1985"/>
                  <a:pt x="788" y="2048"/>
                  <a:pt x="946" y="2048"/>
                </a:cubicBezTo>
                <a:cubicBezTo>
                  <a:pt x="1103" y="2048"/>
                  <a:pt x="1229" y="1985"/>
                  <a:pt x="1261" y="1796"/>
                </a:cubicBezTo>
                <a:lnTo>
                  <a:pt x="18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2" name="Google Shape;3162;p23"/>
          <p:cNvSpPr/>
          <p:nvPr/>
        </p:nvSpPr>
        <p:spPr>
          <a:xfrm>
            <a:off x="3114705" y="3228240"/>
            <a:ext cx="10202" cy="12229"/>
          </a:xfrm>
          <a:custGeom>
            <a:rect b="b" l="l" r="r" t="t"/>
            <a:pathLst>
              <a:path extrusionOk="0" h="505" w="316">
                <a:moveTo>
                  <a:pt x="158" y="1"/>
                </a:moveTo>
                <a:lnTo>
                  <a:pt x="0" y="505"/>
                </a:lnTo>
                <a:lnTo>
                  <a:pt x="315" y="505"/>
                </a:lnTo>
                <a:lnTo>
                  <a:pt x="1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3" name="Google Shape;3163;p23"/>
          <p:cNvSpPr/>
          <p:nvPr/>
        </p:nvSpPr>
        <p:spPr>
          <a:xfrm>
            <a:off x="3008905" y="3156542"/>
            <a:ext cx="221766" cy="167519"/>
          </a:xfrm>
          <a:custGeom>
            <a:rect b="b" l="l" r="r" t="t"/>
            <a:pathLst>
              <a:path extrusionOk="0" h="6918" w="6869">
                <a:moveTo>
                  <a:pt x="3427" y="1449"/>
                </a:moveTo>
                <a:cubicBezTo>
                  <a:pt x="3569" y="1449"/>
                  <a:pt x="3718" y="1512"/>
                  <a:pt x="3781" y="1638"/>
                </a:cubicBezTo>
                <a:lnTo>
                  <a:pt x="4317" y="3466"/>
                </a:lnTo>
                <a:lnTo>
                  <a:pt x="4474" y="3466"/>
                </a:lnTo>
                <a:cubicBezTo>
                  <a:pt x="4695" y="3466"/>
                  <a:pt x="4852" y="3623"/>
                  <a:pt x="4852" y="3812"/>
                </a:cubicBezTo>
                <a:cubicBezTo>
                  <a:pt x="4852" y="3970"/>
                  <a:pt x="4726" y="4127"/>
                  <a:pt x="4537" y="4127"/>
                </a:cubicBezTo>
                <a:lnTo>
                  <a:pt x="4789" y="5072"/>
                </a:lnTo>
                <a:cubicBezTo>
                  <a:pt x="4852" y="5262"/>
                  <a:pt x="4758" y="5419"/>
                  <a:pt x="4569" y="5514"/>
                </a:cubicBezTo>
                <a:cubicBezTo>
                  <a:pt x="4545" y="5518"/>
                  <a:pt x="4521" y="5520"/>
                  <a:pt x="4498" y="5520"/>
                </a:cubicBezTo>
                <a:cubicBezTo>
                  <a:pt x="4341" y="5520"/>
                  <a:pt x="4210" y="5427"/>
                  <a:pt x="4128" y="5262"/>
                </a:cubicBezTo>
                <a:lnTo>
                  <a:pt x="3781" y="4127"/>
                </a:lnTo>
                <a:lnTo>
                  <a:pt x="3057" y="4127"/>
                </a:lnTo>
                <a:lnTo>
                  <a:pt x="2710" y="5262"/>
                </a:lnTo>
                <a:cubicBezTo>
                  <a:pt x="2683" y="5427"/>
                  <a:pt x="2535" y="5520"/>
                  <a:pt x="2351" y="5520"/>
                </a:cubicBezTo>
                <a:cubicBezTo>
                  <a:pt x="2325" y="5520"/>
                  <a:pt x="2297" y="5518"/>
                  <a:pt x="2269" y="5514"/>
                </a:cubicBezTo>
                <a:cubicBezTo>
                  <a:pt x="2080" y="5451"/>
                  <a:pt x="2017" y="5262"/>
                  <a:pt x="2049" y="5072"/>
                </a:cubicBezTo>
                <a:lnTo>
                  <a:pt x="2332" y="4127"/>
                </a:lnTo>
                <a:cubicBezTo>
                  <a:pt x="2175" y="4096"/>
                  <a:pt x="2017" y="3970"/>
                  <a:pt x="2017" y="3812"/>
                </a:cubicBezTo>
                <a:cubicBezTo>
                  <a:pt x="2049" y="3623"/>
                  <a:pt x="2206" y="3466"/>
                  <a:pt x="2395" y="3466"/>
                </a:cubicBezTo>
                <a:lnTo>
                  <a:pt x="2553" y="3466"/>
                </a:lnTo>
                <a:lnTo>
                  <a:pt x="3120" y="1638"/>
                </a:lnTo>
                <a:cubicBezTo>
                  <a:pt x="3151" y="1512"/>
                  <a:pt x="3285" y="1449"/>
                  <a:pt x="3427" y="1449"/>
                </a:cubicBezTo>
                <a:close/>
                <a:moveTo>
                  <a:pt x="3435" y="0"/>
                </a:moveTo>
                <a:cubicBezTo>
                  <a:pt x="1544" y="0"/>
                  <a:pt x="1" y="1544"/>
                  <a:pt x="1" y="3434"/>
                </a:cubicBezTo>
                <a:cubicBezTo>
                  <a:pt x="1" y="5356"/>
                  <a:pt x="1544" y="6900"/>
                  <a:pt x="3435" y="6900"/>
                </a:cubicBezTo>
                <a:cubicBezTo>
                  <a:pt x="4065" y="6900"/>
                  <a:pt x="4632" y="6742"/>
                  <a:pt x="5168" y="6427"/>
                </a:cubicBezTo>
                <a:lnTo>
                  <a:pt x="6365" y="6900"/>
                </a:lnTo>
                <a:cubicBezTo>
                  <a:pt x="6407" y="6910"/>
                  <a:pt x="6449" y="6917"/>
                  <a:pt x="6491" y="6917"/>
                </a:cubicBezTo>
                <a:cubicBezTo>
                  <a:pt x="6575" y="6917"/>
                  <a:pt x="6659" y="6889"/>
                  <a:pt x="6743" y="6805"/>
                </a:cubicBezTo>
                <a:cubicBezTo>
                  <a:pt x="6806" y="6742"/>
                  <a:pt x="6869" y="6616"/>
                  <a:pt x="6869" y="6459"/>
                </a:cubicBezTo>
                <a:lnTo>
                  <a:pt x="6491" y="5009"/>
                </a:lnTo>
                <a:cubicBezTo>
                  <a:pt x="6743" y="4537"/>
                  <a:pt x="6869" y="4001"/>
                  <a:pt x="6869" y="3466"/>
                </a:cubicBezTo>
                <a:cubicBezTo>
                  <a:pt x="6869" y="3119"/>
                  <a:pt x="6774" y="2804"/>
                  <a:pt x="6711" y="2489"/>
                </a:cubicBezTo>
                <a:cubicBezTo>
                  <a:pt x="6617" y="2426"/>
                  <a:pt x="6491" y="2395"/>
                  <a:pt x="6428" y="2363"/>
                </a:cubicBezTo>
                <a:lnTo>
                  <a:pt x="5514" y="2710"/>
                </a:lnTo>
                <a:cubicBezTo>
                  <a:pt x="5389" y="2755"/>
                  <a:pt x="5256" y="2780"/>
                  <a:pt x="5125" y="2780"/>
                </a:cubicBezTo>
                <a:cubicBezTo>
                  <a:pt x="4892" y="2780"/>
                  <a:pt x="4667" y="2702"/>
                  <a:pt x="4506" y="2521"/>
                </a:cubicBezTo>
                <a:cubicBezTo>
                  <a:pt x="4222" y="2269"/>
                  <a:pt x="4096" y="1891"/>
                  <a:pt x="4159" y="1481"/>
                </a:cubicBezTo>
                <a:lnTo>
                  <a:pt x="4443" y="221"/>
                </a:lnTo>
                <a:cubicBezTo>
                  <a:pt x="4443" y="189"/>
                  <a:pt x="4443" y="189"/>
                  <a:pt x="4411" y="158"/>
                </a:cubicBezTo>
                <a:cubicBezTo>
                  <a:pt x="4096" y="63"/>
                  <a:pt x="3781" y="0"/>
                  <a:pt x="34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4" name="Google Shape;3164;p23"/>
          <p:cNvSpPr/>
          <p:nvPr/>
        </p:nvSpPr>
        <p:spPr>
          <a:xfrm>
            <a:off x="3264218" y="3107702"/>
            <a:ext cx="20372" cy="25208"/>
          </a:xfrm>
          <a:custGeom>
            <a:rect b="b" l="l" r="r" t="t"/>
            <a:pathLst>
              <a:path extrusionOk="0" h="1041" w="631">
                <a:moveTo>
                  <a:pt x="0" y="1"/>
                </a:moveTo>
                <a:cubicBezTo>
                  <a:pt x="32" y="410"/>
                  <a:pt x="126" y="694"/>
                  <a:pt x="315" y="1041"/>
                </a:cubicBezTo>
                <a:cubicBezTo>
                  <a:pt x="473" y="694"/>
                  <a:pt x="599" y="347"/>
                  <a:pt x="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5" name="Google Shape;3165;p23"/>
          <p:cNvSpPr/>
          <p:nvPr/>
        </p:nvSpPr>
        <p:spPr>
          <a:xfrm>
            <a:off x="3162487" y="3041332"/>
            <a:ext cx="222799" cy="166987"/>
          </a:xfrm>
          <a:custGeom>
            <a:rect b="b" l="l" r="r" t="t"/>
            <a:pathLst>
              <a:path extrusionOk="0" h="6896" w="6901">
                <a:moveTo>
                  <a:pt x="3435" y="1356"/>
                </a:moveTo>
                <a:cubicBezTo>
                  <a:pt x="3624" y="1356"/>
                  <a:pt x="3782" y="1513"/>
                  <a:pt x="3782" y="1734"/>
                </a:cubicBezTo>
                <a:lnTo>
                  <a:pt x="3782" y="2080"/>
                </a:lnTo>
                <a:lnTo>
                  <a:pt x="4821" y="2080"/>
                </a:lnTo>
                <a:cubicBezTo>
                  <a:pt x="5010" y="2080"/>
                  <a:pt x="5168" y="2238"/>
                  <a:pt x="5168" y="2427"/>
                </a:cubicBezTo>
                <a:cubicBezTo>
                  <a:pt x="5168" y="2616"/>
                  <a:pt x="5010" y="2742"/>
                  <a:pt x="4821" y="2742"/>
                </a:cubicBezTo>
                <a:lnTo>
                  <a:pt x="4412" y="2742"/>
                </a:lnTo>
                <a:cubicBezTo>
                  <a:pt x="4380" y="3341"/>
                  <a:pt x="4191" y="3876"/>
                  <a:pt x="3876" y="4412"/>
                </a:cubicBezTo>
                <a:cubicBezTo>
                  <a:pt x="3908" y="4443"/>
                  <a:pt x="3908" y="4475"/>
                  <a:pt x="3939" y="4506"/>
                </a:cubicBezTo>
                <a:lnTo>
                  <a:pt x="4349" y="4916"/>
                </a:lnTo>
                <a:cubicBezTo>
                  <a:pt x="4443" y="5042"/>
                  <a:pt x="4443" y="5262"/>
                  <a:pt x="4349" y="5388"/>
                </a:cubicBezTo>
                <a:cubicBezTo>
                  <a:pt x="4286" y="5451"/>
                  <a:pt x="4191" y="5483"/>
                  <a:pt x="4101" y="5483"/>
                </a:cubicBezTo>
                <a:cubicBezTo>
                  <a:pt x="4010" y="5483"/>
                  <a:pt x="3923" y="5451"/>
                  <a:pt x="3876" y="5388"/>
                </a:cubicBezTo>
                <a:lnTo>
                  <a:pt x="3466" y="4979"/>
                </a:lnTo>
                <a:lnTo>
                  <a:pt x="3435" y="4947"/>
                </a:lnTo>
                <a:lnTo>
                  <a:pt x="3403" y="4979"/>
                </a:lnTo>
                <a:lnTo>
                  <a:pt x="2994" y="5388"/>
                </a:lnTo>
                <a:cubicBezTo>
                  <a:pt x="2931" y="5451"/>
                  <a:pt x="2844" y="5483"/>
                  <a:pt x="2758" y="5483"/>
                </a:cubicBezTo>
                <a:cubicBezTo>
                  <a:pt x="2671" y="5483"/>
                  <a:pt x="2584" y="5451"/>
                  <a:pt x="2521" y="5388"/>
                </a:cubicBezTo>
                <a:cubicBezTo>
                  <a:pt x="2395" y="5262"/>
                  <a:pt x="2395" y="5042"/>
                  <a:pt x="2521" y="4916"/>
                </a:cubicBezTo>
                <a:lnTo>
                  <a:pt x="2931" y="4506"/>
                </a:lnTo>
                <a:cubicBezTo>
                  <a:pt x="2962" y="4475"/>
                  <a:pt x="2962" y="4443"/>
                  <a:pt x="2994" y="4412"/>
                </a:cubicBezTo>
                <a:cubicBezTo>
                  <a:pt x="2679" y="3939"/>
                  <a:pt x="2490" y="3341"/>
                  <a:pt x="2458" y="2742"/>
                </a:cubicBezTo>
                <a:lnTo>
                  <a:pt x="2049" y="2742"/>
                </a:lnTo>
                <a:cubicBezTo>
                  <a:pt x="1860" y="2742"/>
                  <a:pt x="1702" y="2584"/>
                  <a:pt x="1702" y="2395"/>
                </a:cubicBezTo>
                <a:cubicBezTo>
                  <a:pt x="1702" y="2206"/>
                  <a:pt x="1860" y="2049"/>
                  <a:pt x="2049" y="2049"/>
                </a:cubicBezTo>
                <a:lnTo>
                  <a:pt x="3088" y="2049"/>
                </a:lnTo>
                <a:lnTo>
                  <a:pt x="3088" y="1734"/>
                </a:lnTo>
                <a:cubicBezTo>
                  <a:pt x="3088" y="1513"/>
                  <a:pt x="3246" y="1356"/>
                  <a:pt x="3435" y="1356"/>
                </a:cubicBezTo>
                <a:close/>
                <a:moveTo>
                  <a:pt x="3466" y="1"/>
                </a:moveTo>
                <a:cubicBezTo>
                  <a:pt x="1576" y="1"/>
                  <a:pt x="32" y="1576"/>
                  <a:pt x="32" y="3467"/>
                </a:cubicBezTo>
                <a:cubicBezTo>
                  <a:pt x="32" y="3971"/>
                  <a:pt x="158" y="4506"/>
                  <a:pt x="411" y="4979"/>
                </a:cubicBezTo>
                <a:lnTo>
                  <a:pt x="32" y="6459"/>
                </a:lnTo>
                <a:cubicBezTo>
                  <a:pt x="1" y="6554"/>
                  <a:pt x="32" y="6680"/>
                  <a:pt x="158" y="6806"/>
                </a:cubicBezTo>
                <a:cubicBezTo>
                  <a:pt x="225" y="6851"/>
                  <a:pt x="324" y="6895"/>
                  <a:pt x="420" y="6895"/>
                </a:cubicBezTo>
                <a:cubicBezTo>
                  <a:pt x="460" y="6895"/>
                  <a:pt x="500" y="6887"/>
                  <a:pt x="537" y="6869"/>
                </a:cubicBezTo>
                <a:lnTo>
                  <a:pt x="1734" y="6396"/>
                </a:lnTo>
                <a:cubicBezTo>
                  <a:pt x="2269" y="6712"/>
                  <a:pt x="2899" y="6869"/>
                  <a:pt x="3466" y="6869"/>
                </a:cubicBezTo>
                <a:cubicBezTo>
                  <a:pt x="5357" y="6869"/>
                  <a:pt x="6901" y="5357"/>
                  <a:pt x="6901" y="3435"/>
                </a:cubicBezTo>
                <a:cubicBezTo>
                  <a:pt x="6901" y="1576"/>
                  <a:pt x="5325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6" name="Google Shape;3166;p23"/>
          <p:cNvSpPr/>
          <p:nvPr/>
        </p:nvSpPr>
        <p:spPr>
          <a:xfrm>
            <a:off x="2146228" y="1769814"/>
            <a:ext cx="108865" cy="33586"/>
          </a:xfrm>
          <a:custGeom>
            <a:rect b="b" l="l" r="r" t="t"/>
            <a:pathLst>
              <a:path extrusionOk="0" h="1387" w="3372">
                <a:moveTo>
                  <a:pt x="1670" y="1"/>
                </a:moveTo>
                <a:cubicBezTo>
                  <a:pt x="883" y="1"/>
                  <a:pt x="158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489" y="1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7" name="Google Shape;3167;p23"/>
          <p:cNvSpPr/>
          <p:nvPr/>
        </p:nvSpPr>
        <p:spPr>
          <a:xfrm>
            <a:off x="2232687" y="1730152"/>
            <a:ext cx="89526" cy="73250"/>
          </a:xfrm>
          <a:custGeom>
            <a:rect b="b" l="l" r="r" t="t"/>
            <a:pathLst>
              <a:path extrusionOk="0" h="3025" w="2773">
                <a:moveTo>
                  <a:pt x="2111" y="0"/>
                </a:moveTo>
                <a:lnTo>
                  <a:pt x="1387" y="221"/>
                </a:lnTo>
                <a:cubicBezTo>
                  <a:pt x="1298" y="265"/>
                  <a:pt x="1179" y="290"/>
                  <a:pt x="1049" y="290"/>
                </a:cubicBezTo>
                <a:cubicBezTo>
                  <a:pt x="808" y="290"/>
                  <a:pt x="531" y="205"/>
                  <a:pt x="347" y="0"/>
                </a:cubicBezTo>
                <a:lnTo>
                  <a:pt x="347" y="0"/>
                </a:lnTo>
                <a:cubicBezTo>
                  <a:pt x="378" y="63"/>
                  <a:pt x="378" y="189"/>
                  <a:pt x="378" y="315"/>
                </a:cubicBezTo>
                <a:cubicBezTo>
                  <a:pt x="378" y="662"/>
                  <a:pt x="221" y="977"/>
                  <a:pt x="0" y="1229"/>
                </a:cubicBezTo>
                <a:cubicBezTo>
                  <a:pt x="725" y="1575"/>
                  <a:pt x="1229" y="2237"/>
                  <a:pt x="1355" y="3025"/>
                </a:cubicBezTo>
                <a:lnTo>
                  <a:pt x="2773" y="3025"/>
                </a:lnTo>
                <a:lnTo>
                  <a:pt x="2773" y="221"/>
                </a:lnTo>
                <a:cubicBezTo>
                  <a:pt x="2521" y="189"/>
                  <a:pt x="2300" y="126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8" name="Google Shape;3168;p23"/>
          <p:cNvSpPr/>
          <p:nvPr/>
        </p:nvSpPr>
        <p:spPr>
          <a:xfrm>
            <a:off x="2082141" y="1637849"/>
            <a:ext cx="162781" cy="165558"/>
          </a:xfrm>
          <a:custGeom>
            <a:rect b="b" l="l" r="r" t="t"/>
            <a:pathLst>
              <a:path extrusionOk="0" h="6837" w="5042">
                <a:moveTo>
                  <a:pt x="1" y="0"/>
                </a:moveTo>
                <a:lnTo>
                  <a:pt x="1" y="6837"/>
                </a:lnTo>
                <a:lnTo>
                  <a:pt x="1418" y="6837"/>
                </a:lnTo>
                <a:cubicBezTo>
                  <a:pt x="1450" y="6018"/>
                  <a:pt x="1954" y="5356"/>
                  <a:pt x="2679" y="4978"/>
                </a:cubicBezTo>
                <a:cubicBezTo>
                  <a:pt x="2427" y="4757"/>
                  <a:pt x="2301" y="4442"/>
                  <a:pt x="2301" y="4064"/>
                </a:cubicBezTo>
                <a:cubicBezTo>
                  <a:pt x="2301" y="3340"/>
                  <a:pt x="2931" y="2710"/>
                  <a:pt x="3687" y="2710"/>
                </a:cubicBezTo>
                <a:cubicBezTo>
                  <a:pt x="4128" y="2710"/>
                  <a:pt x="4474" y="2899"/>
                  <a:pt x="4758" y="3214"/>
                </a:cubicBezTo>
                <a:cubicBezTo>
                  <a:pt x="4726" y="3056"/>
                  <a:pt x="4758" y="2899"/>
                  <a:pt x="4789" y="2741"/>
                </a:cubicBezTo>
                <a:lnTo>
                  <a:pt x="5041" y="2016"/>
                </a:lnTo>
                <a:cubicBezTo>
                  <a:pt x="4821" y="1607"/>
                  <a:pt x="4758" y="1134"/>
                  <a:pt x="4758" y="662"/>
                </a:cubicBezTo>
                <a:cubicBezTo>
                  <a:pt x="4758" y="410"/>
                  <a:pt x="4789" y="189"/>
                  <a:pt x="4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9" name="Google Shape;3169;p23"/>
          <p:cNvSpPr/>
          <p:nvPr/>
        </p:nvSpPr>
        <p:spPr>
          <a:xfrm>
            <a:off x="2179804" y="1720224"/>
            <a:ext cx="43746" cy="32836"/>
          </a:xfrm>
          <a:custGeom>
            <a:rect b="b" l="l" r="r" t="t"/>
            <a:pathLst>
              <a:path extrusionOk="0" h="1356" w="1355">
                <a:moveTo>
                  <a:pt x="662" y="1"/>
                </a:moveTo>
                <a:cubicBezTo>
                  <a:pt x="315" y="1"/>
                  <a:pt x="0" y="316"/>
                  <a:pt x="0" y="694"/>
                </a:cubicBezTo>
                <a:cubicBezTo>
                  <a:pt x="0" y="1040"/>
                  <a:pt x="315" y="1355"/>
                  <a:pt x="662" y="1355"/>
                </a:cubicBezTo>
                <a:cubicBezTo>
                  <a:pt x="1040" y="1355"/>
                  <a:pt x="1355" y="1040"/>
                  <a:pt x="1355" y="694"/>
                </a:cubicBezTo>
                <a:cubicBezTo>
                  <a:pt x="1355" y="316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0" name="Google Shape;3170;p23"/>
          <p:cNvSpPr/>
          <p:nvPr/>
        </p:nvSpPr>
        <p:spPr>
          <a:xfrm>
            <a:off x="2256062" y="1588670"/>
            <a:ext cx="177019" cy="131584"/>
          </a:xfrm>
          <a:custGeom>
            <a:rect b="b" l="l" r="r" t="t"/>
            <a:pathLst>
              <a:path extrusionOk="0" h="5434" w="5483">
                <a:moveTo>
                  <a:pt x="2710" y="992"/>
                </a:moveTo>
                <a:cubicBezTo>
                  <a:pt x="2899" y="992"/>
                  <a:pt x="3057" y="1149"/>
                  <a:pt x="3057" y="1338"/>
                </a:cubicBezTo>
                <a:cubicBezTo>
                  <a:pt x="3057" y="1559"/>
                  <a:pt x="2899" y="1716"/>
                  <a:pt x="2710" y="1716"/>
                </a:cubicBezTo>
                <a:cubicBezTo>
                  <a:pt x="2521" y="1716"/>
                  <a:pt x="2364" y="1559"/>
                  <a:pt x="2364" y="1338"/>
                </a:cubicBezTo>
                <a:cubicBezTo>
                  <a:pt x="2395" y="1149"/>
                  <a:pt x="2553" y="992"/>
                  <a:pt x="2710" y="992"/>
                </a:cubicBezTo>
                <a:close/>
                <a:moveTo>
                  <a:pt x="2742" y="2346"/>
                </a:moveTo>
                <a:cubicBezTo>
                  <a:pt x="2962" y="2346"/>
                  <a:pt x="3120" y="2504"/>
                  <a:pt x="3120" y="2693"/>
                </a:cubicBezTo>
                <a:lnTo>
                  <a:pt x="3120" y="4079"/>
                </a:lnTo>
                <a:cubicBezTo>
                  <a:pt x="3120" y="4268"/>
                  <a:pt x="2962" y="4426"/>
                  <a:pt x="2742" y="4426"/>
                </a:cubicBezTo>
                <a:cubicBezTo>
                  <a:pt x="2553" y="4426"/>
                  <a:pt x="2395" y="4268"/>
                  <a:pt x="2395" y="4079"/>
                </a:cubicBezTo>
                <a:lnTo>
                  <a:pt x="2395" y="2693"/>
                </a:lnTo>
                <a:cubicBezTo>
                  <a:pt x="2395" y="2504"/>
                  <a:pt x="2553" y="2346"/>
                  <a:pt x="2742" y="2346"/>
                </a:cubicBezTo>
                <a:close/>
                <a:moveTo>
                  <a:pt x="2646" y="0"/>
                </a:moveTo>
                <a:cubicBezTo>
                  <a:pt x="1359" y="0"/>
                  <a:pt x="1" y="1099"/>
                  <a:pt x="1" y="2724"/>
                </a:cubicBezTo>
                <a:cubicBezTo>
                  <a:pt x="1" y="3197"/>
                  <a:pt x="127" y="3638"/>
                  <a:pt x="348" y="4016"/>
                </a:cubicBezTo>
                <a:lnTo>
                  <a:pt x="33" y="4961"/>
                </a:lnTo>
                <a:cubicBezTo>
                  <a:pt x="1" y="5087"/>
                  <a:pt x="33" y="5245"/>
                  <a:pt x="127" y="5339"/>
                </a:cubicBezTo>
                <a:cubicBezTo>
                  <a:pt x="167" y="5399"/>
                  <a:pt x="245" y="5421"/>
                  <a:pt x="329" y="5421"/>
                </a:cubicBezTo>
                <a:cubicBezTo>
                  <a:pt x="377" y="5421"/>
                  <a:pt x="427" y="5414"/>
                  <a:pt x="474" y="5402"/>
                </a:cubicBezTo>
                <a:lnTo>
                  <a:pt x="1419" y="5087"/>
                </a:lnTo>
                <a:cubicBezTo>
                  <a:pt x="1797" y="5339"/>
                  <a:pt x="2238" y="5434"/>
                  <a:pt x="2742" y="5434"/>
                </a:cubicBezTo>
                <a:cubicBezTo>
                  <a:pt x="4254" y="5434"/>
                  <a:pt x="5483" y="4237"/>
                  <a:pt x="5483" y="2724"/>
                </a:cubicBezTo>
                <a:cubicBezTo>
                  <a:pt x="5483" y="1275"/>
                  <a:pt x="4317" y="78"/>
                  <a:pt x="2899" y="15"/>
                </a:cubicBezTo>
                <a:cubicBezTo>
                  <a:pt x="2815" y="5"/>
                  <a:pt x="2731" y="0"/>
                  <a:pt x="26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1" name="Google Shape;3171;p23"/>
          <p:cNvSpPr/>
          <p:nvPr/>
        </p:nvSpPr>
        <p:spPr>
          <a:xfrm>
            <a:off x="2079106" y="1819405"/>
            <a:ext cx="243106" cy="51142"/>
          </a:xfrm>
          <a:custGeom>
            <a:rect b="b" l="l" r="r" t="t"/>
            <a:pathLst>
              <a:path extrusionOk="0" h="2112" w="7530">
                <a:moveTo>
                  <a:pt x="0" y="0"/>
                </a:moveTo>
                <a:lnTo>
                  <a:pt x="0" y="1071"/>
                </a:lnTo>
                <a:cubicBezTo>
                  <a:pt x="0" y="1670"/>
                  <a:pt x="473" y="2111"/>
                  <a:pt x="1040" y="2111"/>
                </a:cubicBezTo>
                <a:lnTo>
                  <a:pt x="6490" y="2111"/>
                </a:lnTo>
                <a:cubicBezTo>
                  <a:pt x="7057" y="2111"/>
                  <a:pt x="7530" y="1639"/>
                  <a:pt x="7530" y="1071"/>
                </a:cubicBez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2" name="Google Shape;3172;p23"/>
          <p:cNvSpPr/>
          <p:nvPr/>
        </p:nvSpPr>
        <p:spPr>
          <a:xfrm>
            <a:off x="2080107" y="1588259"/>
            <a:ext cx="198359" cy="32836"/>
          </a:xfrm>
          <a:custGeom>
            <a:rect b="b" l="l" r="r" t="t"/>
            <a:pathLst>
              <a:path extrusionOk="0" h="1356" w="6144">
                <a:moveTo>
                  <a:pt x="1040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1355"/>
                </a:lnTo>
                <a:lnTo>
                  <a:pt x="5104" y="1355"/>
                </a:lnTo>
                <a:cubicBezTo>
                  <a:pt x="5293" y="819"/>
                  <a:pt x="5672" y="347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3" name="Google Shape;3173;p23"/>
          <p:cNvSpPr/>
          <p:nvPr/>
        </p:nvSpPr>
        <p:spPr>
          <a:xfrm>
            <a:off x="3008905" y="3412686"/>
            <a:ext cx="376379" cy="282274"/>
          </a:xfrm>
          <a:custGeom>
            <a:rect b="b" l="l" r="r" t="t"/>
            <a:pathLst>
              <a:path extrusionOk="0" h="11657" w="11658">
                <a:moveTo>
                  <a:pt x="5829" y="0"/>
                </a:moveTo>
                <a:cubicBezTo>
                  <a:pt x="3372" y="0"/>
                  <a:pt x="1261" y="1796"/>
                  <a:pt x="788" y="4159"/>
                </a:cubicBezTo>
                <a:cubicBezTo>
                  <a:pt x="347" y="4285"/>
                  <a:pt x="1" y="4694"/>
                  <a:pt x="1" y="5167"/>
                </a:cubicBezTo>
                <a:lnTo>
                  <a:pt x="1" y="7876"/>
                </a:lnTo>
                <a:cubicBezTo>
                  <a:pt x="1" y="8412"/>
                  <a:pt x="473" y="8885"/>
                  <a:pt x="1009" y="8885"/>
                </a:cubicBezTo>
                <a:lnTo>
                  <a:pt x="1702" y="8885"/>
                </a:lnTo>
                <a:cubicBezTo>
                  <a:pt x="1891" y="8885"/>
                  <a:pt x="2049" y="8727"/>
                  <a:pt x="2049" y="8538"/>
                </a:cubicBezTo>
                <a:lnTo>
                  <a:pt x="2049" y="4442"/>
                </a:lnTo>
                <a:cubicBezTo>
                  <a:pt x="2049" y="4253"/>
                  <a:pt x="1891" y="4096"/>
                  <a:pt x="1702" y="4096"/>
                </a:cubicBezTo>
                <a:lnTo>
                  <a:pt x="1481" y="4096"/>
                </a:lnTo>
                <a:cubicBezTo>
                  <a:pt x="1954" y="2111"/>
                  <a:pt x="3781" y="630"/>
                  <a:pt x="5829" y="630"/>
                </a:cubicBezTo>
                <a:cubicBezTo>
                  <a:pt x="7877" y="630"/>
                  <a:pt x="9673" y="2111"/>
                  <a:pt x="10145" y="4096"/>
                </a:cubicBezTo>
                <a:lnTo>
                  <a:pt x="9956" y="4096"/>
                </a:lnTo>
                <a:cubicBezTo>
                  <a:pt x="9767" y="4096"/>
                  <a:pt x="9610" y="4253"/>
                  <a:pt x="9610" y="4442"/>
                </a:cubicBezTo>
                <a:lnTo>
                  <a:pt x="9610" y="8538"/>
                </a:lnTo>
                <a:cubicBezTo>
                  <a:pt x="9610" y="8727"/>
                  <a:pt x="9767" y="8885"/>
                  <a:pt x="9956" y="8885"/>
                </a:cubicBezTo>
                <a:lnTo>
                  <a:pt x="10271" y="8885"/>
                </a:lnTo>
                <a:cubicBezTo>
                  <a:pt x="10114" y="9672"/>
                  <a:pt x="9421" y="10271"/>
                  <a:pt x="8570" y="10271"/>
                </a:cubicBezTo>
                <a:lnTo>
                  <a:pt x="6774" y="10271"/>
                </a:lnTo>
                <a:cubicBezTo>
                  <a:pt x="6617" y="9893"/>
                  <a:pt x="6270" y="9609"/>
                  <a:pt x="5829" y="9609"/>
                </a:cubicBezTo>
                <a:cubicBezTo>
                  <a:pt x="5262" y="9609"/>
                  <a:pt x="4789" y="10082"/>
                  <a:pt x="4789" y="10617"/>
                </a:cubicBezTo>
                <a:cubicBezTo>
                  <a:pt x="4789" y="11184"/>
                  <a:pt x="5262" y="11657"/>
                  <a:pt x="5829" y="11657"/>
                </a:cubicBezTo>
                <a:cubicBezTo>
                  <a:pt x="6270" y="11657"/>
                  <a:pt x="6648" y="11373"/>
                  <a:pt x="6774" y="10995"/>
                </a:cubicBezTo>
                <a:lnTo>
                  <a:pt x="8570" y="10995"/>
                </a:lnTo>
                <a:cubicBezTo>
                  <a:pt x="9799" y="10995"/>
                  <a:pt x="10775" y="10082"/>
                  <a:pt x="10933" y="8885"/>
                </a:cubicBezTo>
                <a:cubicBezTo>
                  <a:pt x="11342" y="8790"/>
                  <a:pt x="11658" y="8380"/>
                  <a:pt x="11658" y="7908"/>
                </a:cubicBezTo>
                <a:lnTo>
                  <a:pt x="11658" y="5198"/>
                </a:lnTo>
                <a:cubicBezTo>
                  <a:pt x="11658" y="4694"/>
                  <a:pt x="11311" y="4253"/>
                  <a:pt x="10870" y="4159"/>
                </a:cubicBezTo>
                <a:cubicBezTo>
                  <a:pt x="10397" y="1796"/>
                  <a:pt x="8255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4" name="Google Shape;3174;p23"/>
          <p:cNvSpPr/>
          <p:nvPr/>
        </p:nvSpPr>
        <p:spPr>
          <a:xfrm>
            <a:off x="3096399" y="3479056"/>
            <a:ext cx="202427" cy="149407"/>
          </a:xfrm>
          <a:custGeom>
            <a:rect b="b" l="l" r="r" t="t"/>
            <a:pathLst>
              <a:path extrusionOk="0" h="6170" w="6270">
                <a:moveTo>
                  <a:pt x="3119" y="1386"/>
                </a:moveTo>
                <a:cubicBezTo>
                  <a:pt x="3308" y="1386"/>
                  <a:pt x="3466" y="1544"/>
                  <a:pt x="3466" y="1733"/>
                </a:cubicBezTo>
                <a:cubicBezTo>
                  <a:pt x="3466" y="1953"/>
                  <a:pt x="3308" y="2079"/>
                  <a:pt x="3119" y="2079"/>
                </a:cubicBezTo>
                <a:cubicBezTo>
                  <a:pt x="2930" y="2079"/>
                  <a:pt x="2773" y="1953"/>
                  <a:pt x="2773" y="1733"/>
                </a:cubicBezTo>
                <a:cubicBezTo>
                  <a:pt x="2773" y="1544"/>
                  <a:pt x="2930" y="1386"/>
                  <a:pt x="3119" y="1386"/>
                </a:cubicBezTo>
                <a:close/>
                <a:moveTo>
                  <a:pt x="3119" y="2741"/>
                </a:moveTo>
                <a:cubicBezTo>
                  <a:pt x="3308" y="2741"/>
                  <a:pt x="3466" y="2867"/>
                  <a:pt x="3466" y="3088"/>
                </a:cubicBezTo>
                <a:lnTo>
                  <a:pt x="3466" y="4474"/>
                </a:lnTo>
                <a:cubicBezTo>
                  <a:pt x="3466" y="4663"/>
                  <a:pt x="3308" y="4820"/>
                  <a:pt x="3119" y="4820"/>
                </a:cubicBezTo>
                <a:cubicBezTo>
                  <a:pt x="2930" y="4820"/>
                  <a:pt x="2773" y="4663"/>
                  <a:pt x="2773" y="4474"/>
                </a:cubicBezTo>
                <a:lnTo>
                  <a:pt x="2773" y="3088"/>
                </a:lnTo>
                <a:cubicBezTo>
                  <a:pt x="2773" y="2867"/>
                  <a:pt x="2930" y="2741"/>
                  <a:pt x="3119" y="2741"/>
                </a:cubicBezTo>
                <a:close/>
                <a:moveTo>
                  <a:pt x="3151" y="0"/>
                </a:moveTo>
                <a:cubicBezTo>
                  <a:pt x="1449" y="0"/>
                  <a:pt x="63" y="1386"/>
                  <a:pt x="63" y="3088"/>
                </a:cubicBezTo>
                <a:cubicBezTo>
                  <a:pt x="63" y="3592"/>
                  <a:pt x="158" y="4096"/>
                  <a:pt x="441" y="4568"/>
                </a:cubicBezTo>
                <a:lnTo>
                  <a:pt x="63" y="5734"/>
                </a:lnTo>
                <a:cubicBezTo>
                  <a:pt x="0" y="5828"/>
                  <a:pt x="0" y="5955"/>
                  <a:pt x="126" y="6081"/>
                </a:cubicBezTo>
                <a:cubicBezTo>
                  <a:pt x="171" y="6125"/>
                  <a:pt x="263" y="6170"/>
                  <a:pt x="357" y="6170"/>
                </a:cubicBezTo>
                <a:cubicBezTo>
                  <a:pt x="396" y="6170"/>
                  <a:pt x="436" y="6162"/>
                  <a:pt x="473" y="6144"/>
                </a:cubicBezTo>
                <a:lnTo>
                  <a:pt x="1638" y="5765"/>
                </a:lnTo>
                <a:cubicBezTo>
                  <a:pt x="2079" y="6049"/>
                  <a:pt x="2615" y="6144"/>
                  <a:pt x="3151" y="6144"/>
                </a:cubicBezTo>
                <a:cubicBezTo>
                  <a:pt x="4852" y="6144"/>
                  <a:pt x="6270" y="4789"/>
                  <a:pt x="6270" y="3088"/>
                </a:cubicBezTo>
                <a:cubicBezTo>
                  <a:pt x="6270" y="1386"/>
                  <a:pt x="4852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5" name="Google Shape;3175;p23"/>
          <p:cNvSpPr/>
          <p:nvPr/>
        </p:nvSpPr>
        <p:spPr>
          <a:xfrm>
            <a:off x="2198389" y="3944497"/>
            <a:ext cx="241104" cy="32836"/>
          </a:xfrm>
          <a:custGeom>
            <a:rect b="b" l="l" r="r" t="t"/>
            <a:pathLst>
              <a:path extrusionOk="0" h="1356" w="7468">
                <a:moveTo>
                  <a:pt x="568" y="1"/>
                </a:moveTo>
                <a:cubicBezTo>
                  <a:pt x="568" y="505"/>
                  <a:pt x="379" y="977"/>
                  <a:pt x="1" y="1356"/>
                </a:cubicBezTo>
                <a:lnTo>
                  <a:pt x="7467" y="1356"/>
                </a:lnTo>
                <a:lnTo>
                  <a:pt x="74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6" name="Google Shape;3176;p23"/>
          <p:cNvSpPr/>
          <p:nvPr/>
        </p:nvSpPr>
        <p:spPr>
          <a:xfrm>
            <a:off x="2217727" y="3994088"/>
            <a:ext cx="222767" cy="66398"/>
          </a:xfrm>
          <a:custGeom>
            <a:rect b="b" l="l" r="r" t="t"/>
            <a:pathLst>
              <a:path extrusionOk="0" h="2742" w="6900">
                <a:moveTo>
                  <a:pt x="0" y="1"/>
                </a:moveTo>
                <a:cubicBezTo>
                  <a:pt x="662" y="505"/>
                  <a:pt x="1134" y="1292"/>
                  <a:pt x="1292" y="2237"/>
                </a:cubicBezTo>
                <a:cubicBezTo>
                  <a:pt x="1355" y="2395"/>
                  <a:pt x="1292" y="2584"/>
                  <a:pt x="1260" y="2742"/>
                </a:cubicBezTo>
                <a:lnTo>
                  <a:pt x="6553" y="2742"/>
                </a:lnTo>
                <a:cubicBezTo>
                  <a:pt x="6742" y="2742"/>
                  <a:pt x="6900" y="2584"/>
                  <a:pt x="6900" y="2395"/>
                </a:cubicBezTo>
                <a:lnTo>
                  <a:pt x="690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7" name="Google Shape;3177;p23"/>
          <p:cNvSpPr/>
          <p:nvPr/>
        </p:nvSpPr>
        <p:spPr>
          <a:xfrm>
            <a:off x="2305188" y="3777445"/>
            <a:ext cx="89526" cy="66398"/>
          </a:xfrm>
          <a:custGeom>
            <a:rect b="b" l="l" r="r" t="t"/>
            <a:pathLst>
              <a:path extrusionOk="0" h="2742" w="2773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74"/>
                  <a:pt x="2773" y="1386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8" name="Google Shape;3178;p23"/>
          <p:cNvSpPr/>
          <p:nvPr/>
        </p:nvSpPr>
        <p:spPr>
          <a:xfrm>
            <a:off x="2261442" y="3860596"/>
            <a:ext cx="178052" cy="66398"/>
          </a:xfrm>
          <a:custGeom>
            <a:rect b="b" l="l" r="r" t="t"/>
            <a:pathLst>
              <a:path extrusionOk="0" h="2742" w="5515">
                <a:moveTo>
                  <a:pt x="2773" y="0"/>
                </a:moveTo>
                <a:cubicBezTo>
                  <a:pt x="1419" y="0"/>
                  <a:pt x="221" y="1040"/>
                  <a:pt x="32" y="2363"/>
                </a:cubicBezTo>
                <a:cubicBezTo>
                  <a:pt x="1" y="2552"/>
                  <a:pt x="158" y="2741"/>
                  <a:pt x="379" y="2741"/>
                </a:cubicBezTo>
                <a:lnTo>
                  <a:pt x="5136" y="2741"/>
                </a:lnTo>
                <a:cubicBezTo>
                  <a:pt x="5357" y="2741"/>
                  <a:pt x="5514" y="2552"/>
                  <a:pt x="5514" y="2363"/>
                </a:cubicBezTo>
                <a:cubicBezTo>
                  <a:pt x="5294" y="1008"/>
                  <a:pt x="4160" y="0"/>
                  <a:pt x="27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9" name="Google Shape;3179;p23"/>
          <p:cNvSpPr/>
          <p:nvPr/>
        </p:nvSpPr>
        <p:spPr>
          <a:xfrm>
            <a:off x="2105826" y="3910937"/>
            <a:ext cx="89526" cy="66398"/>
          </a:xfrm>
          <a:custGeom>
            <a:rect b="b" l="l" r="r" t="t"/>
            <a:pathLst>
              <a:path extrusionOk="0" h="2742" w="2773">
                <a:moveTo>
                  <a:pt x="1387" y="1"/>
                </a:moveTo>
                <a:cubicBezTo>
                  <a:pt x="631" y="1"/>
                  <a:pt x="1" y="599"/>
                  <a:pt x="1" y="1387"/>
                </a:cubicBezTo>
                <a:cubicBezTo>
                  <a:pt x="1" y="2143"/>
                  <a:pt x="631" y="2742"/>
                  <a:pt x="1387" y="2742"/>
                </a:cubicBezTo>
                <a:cubicBezTo>
                  <a:pt x="2143" y="2742"/>
                  <a:pt x="2773" y="2143"/>
                  <a:pt x="2773" y="1387"/>
                </a:cubicBez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0" name="Google Shape;3180;p23"/>
          <p:cNvSpPr/>
          <p:nvPr/>
        </p:nvSpPr>
        <p:spPr>
          <a:xfrm>
            <a:off x="2061079" y="3994088"/>
            <a:ext cx="177019" cy="65647"/>
          </a:xfrm>
          <a:custGeom>
            <a:rect b="b" l="l" r="r" t="t"/>
            <a:pathLst>
              <a:path extrusionOk="0" h="2711" w="5483">
                <a:moveTo>
                  <a:pt x="2773" y="1"/>
                </a:moveTo>
                <a:cubicBezTo>
                  <a:pt x="1387" y="1"/>
                  <a:pt x="252" y="1009"/>
                  <a:pt x="63" y="2300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36" y="2710"/>
                </a:lnTo>
                <a:cubicBezTo>
                  <a:pt x="5325" y="2710"/>
                  <a:pt x="5482" y="2521"/>
                  <a:pt x="5482" y="2300"/>
                </a:cubicBezTo>
                <a:cubicBezTo>
                  <a:pt x="5293" y="1009"/>
                  <a:pt x="415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1" name="Google Shape;3181;p23"/>
          <p:cNvSpPr/>
          <p:nvPr/>
        </p:nvSpPr>
        <p:spPr>
          <a:xfrm>
            <a:off x="2707111" y="1588054"/>
            <a:ext cx="208529" cy="156405"/>
          </a:xfrm>
          <a:custGeom>
            <a:rect b="b" l="l" r="r" t="t"/>
            <a:pathLst>
              <a:path extrusionOk="0" h="6459" w="6459">
                <a:moveTo>
                  <a:pt x="3718" y="0"/>
                </a:moveTo>
                <a:cubicBezTo>
                  <a:pt x="3560" y="0"/>
                  <a:pt x="3434" y="63"/>
                  <a:pt x="3403" y="189"/>
                </a:cubicBezTo>
                <a:cubicBezTo>
                  <a:pt x="3340" y="315"/>
                  <a:pt x="3340" y="473"/>
                  <a:pt x="3466" y="536"/>
                </a:cubicBezTo>
                <a:lnTo>
                  <a:pt x="4190" y="1261"/>
                </a:lnTo>
                <a:lnTo>
                  <a:pt x="1260" y="4159"/>
                </a:lnTo>
                <a:lnTo>
                  <a:pt x="567" y="3466"/>
                </a:lnTo>
                <a:cubicBezTo>
                  <a:pt x="496" y="3395"/>
                  <a:pt x="390" y="3360"/>
                  <a:pt x="288" y="3360"/>
                </a:cubicBezTo>
                <a:cubicBezTo>
                  <a:pt x="254" y="3360"/>
                  <a:pt x="221" y="3363"/>
                  <a:pt x="189" y="3371"/>
                </a:cubicBezTo>
                <a:cubicBezTo>
                  <a:pt x="95" y="3403"/>
                  <a:pt x="0" y="3560"/>
                  <a:pt x="0" y="3686"/>
                </a:cubicBezTo>
                <a:lnTo>
                  <a:pt x="0" y="6081"/>
                </a:lnTo>
                <a:cubicBezTo>
                  <a:pt x="0" y="6301"/>
                  <a:pt x="158" y="6459"/>
                  <a:pt x="347" y="6459"/>
                </a:cubicBezTo>
                <a:lnTo>
                  <a:pt x="2773" y="6459"/>
                </a:lnTo>
                <a:cubicBezTo>
                  <a:pt x="2930" y="6459"/>
                  <a:pt x="3025" y="6364"/>
                  <a:pt x="3088" y="6238"/>
                </a:cubicBezTo>
                <a:cubicBezTo>
                  <a:pt x="3119" y="6144"/>
                  <a:pt x="3119" y="5986"/>
                  <a:pt x="2993" y="5892"/>
                </a:cubicBezTo>
                <a:lnTo>
                  <a:pt x="2300" y="5199"/>
                </a:lnTo>
                <a:lnTo>
                  <a:pt x="5198" y="2269"/>
                </a:lnTo>
                <a:lnTo>
                  <a:pt x="5923" y="2993"/>
                </a:lnTo>
                <a:cubicBezTo>
                  <a:pt x="5969" y="3039"/>
                  <a:pt x="6066" y="3069"/>
                  <a:pt x="6164" y="3069"/>
                </a:cubicBezTo>
                <a:cubicBezTo>
                  <a:pt x="6200" y="3069"/>
                  <a:pt x="6236" y="3065"/>
                  <a:pt x="6270" y="3056"/>
                </a:cubicBezTo>
                <a:cubicBezTo>
                  <a:pt x="6396" y="3025"/>
                  <a:pt x="6459" y="2867"/>
                  <a:pt x="6459" y="2741"/>
                </a:cubicBezTo>
                <a:lnTo>
                  <a:pt x="6459" y="347"/>
                </a:lnTo>
                <a:cubicBezTo>
                  <a:pt x="6459" y="158"/>
                  <a:pt x="6301" y="0"/>
                  <a:pt x="6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2" name="Google Shape;3182;p23"/>
          <p:cNvSpPr/>
          <p:nvPr/>
        </p:nvSpPr>
        <p:spPr>
          <a:xfrm>
            <a:off x="2572837" y="1647233"/>
            <a:ext cx="98695" cy="71289"/>
          </a:xfrm>
          <a:custGeom>
            <a:rect b="b" l="l" r="r" t="t"/>
            <a:pathLst>
              <a:path extrusionOk="0" h="2944" w="3057">
                <a:moveTo>
                  <a:pt x="970" y="1"/>
                </a:moveTo>
                <a:cubicBezTo>
                  <a:pt x="685" y="1"/>
                  <a:pt x="405" y="114"/>
                  <a:pt x="221" y="297"/>
                </a:cubicBezTo>
                <a:lnTo>
                  <a:pt x="1" y="549"/>
                </a:lnTo>
                <a:lnTo>
                  <a:pt x="2395" y="2944"/>
                </a:lnTo>
                <a:lnTo>
                  <a:pt x="2678" y="2755"/>
                </a:lnTo>
                <a:cubicBezTo>
                  <a:pt x="3056" y="2345"/>
                  <a:pt x="3056" y="1683"/>
                  <a:pt x="2678" y="1274"/>
                </a:cubicBezTo>
                <a:lnTo>
                  <a:pt x="1670" y="297"/>
                </a:lnTo>
                <a:cubicBezTo>
                  <a:pt x="1478" y="90"/>
                  <a:pt x="1222" y="1"/>
                  <a:pt x="9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3" name="Google Shape;3183;p23"/>
          <p:cNvSpPr/>
          <p:nvPr/>
        </p:nvSpPr>
        <p:spPr>
          <a:xfrm>
            <a:off x="2738621" y="1772298"/>
            <a:ext cx="99728" cy="72088"/>
          </a:xfrm>
          <a:custGeom>
            <a:rect b="b" l="l" r="r" t="t"/>
            <a:pathLst>
              <a:path extrusionOk="0" h="2977" w="3089">
                <a:moveTo>
                  <a:pt x="999" y="0"/>
                </a:moveTo>
                <a:cubicBezTo>
                  <a:pt x="787" y="0"/>
                  <a:pt x="577" y="66"/>
                  <a:pt x="410" y="205"/>
                </a:cubicBezTo>
                <a:cubicBezTo>
                  <a:pt x="379" y="205"/>
                  <a:pt x="316" y="268"/>
                  <a:pt x="284" y="299"/>
                </a:cubicBezTo>
                <a:lnTo>
                  <a:pt x="1" y="583"/>
                </a:lnTo>
                <a:lnTo>
                  <a:pt x="2427" y="2977"/>
                </a:lnTo>
                <a:lnTo>
                  <a:pt x="2679" y="2693"/>
                </a:lnTo>
                <a:cubicBezTo>
                  <a:pt x="3088" y="2315"/>
                  <a:pt x="3088" y="1622"/>
                  <a:pt x="2679" y="1244"/>
                </a:cubicBezTo>
                <a:lnTo>
                  <a:pt x="1734" y="299"/>
                </a:lnTo>
                <a:cubicBezTo>
                  <a:pt x="1540" y="105"/>
                  <a:pt x="1267" y="0"/>
                  <a:pt x="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4" name="Google Shape;3184;p23"/>
          <p:cNvSpPr/>
          <p:nvPr/>
        </p:nvSpPr>
        <p:spPr>
          <a:xfrm>
            <a:off x="2534191" y="1673480"/>
            <a:ext cx="267514" cy="197280"/>
          </a:xfrm>
          <a:custGeom>
            <a:rect b="b" l="l" r="r" t="t"/>
            <a:pathLst>
              <a:path extrusionOk="0" h="8147" w="8286">
                <a:moveTo>
                  <a:pt x="725" y="1"/>
                </a:moveTo>
                <a:cubicBezTo>
                  <a:pt x="95" y="631"/>
                  <a:pt x="0" y="1387"/>
                  <a:pt x="284" y="2017"/>
                </a:cubicBezTo>
                <a:cubicBezTo>
                  <a:pt x="1387" y="4223"/>
                  <a:pt x="3938" y="6774"/>
                  <a:pt x="6270" y="7972"/>
                </a:cubicBezTo>
                <a:cubicBezTo>
                  <a:pt x="6499" y="8086"/>
                  <a:pt x="6745" y="8147"/>
                  <a:pt x="6996" y="8147"/>
                </a:cubicBezTo>
                <a:cubicBezTo>
                  <a:pt x="7434" y="8147"/>
                  <a:pt x="7886" y="7963"/>
                  <a:pt x="8286" y="7562"/>
                </a:cubicBez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5" name="Google Shape;3185;p23"/>
          <p:cNvSpPr/>
          <p:nvPr/>
        </p:nvSpPr>
        <p:spPr>
          <a:xfrm>
            <a:off x="2668434" y="2041691"/>
            <a:ext cx="245172" cy="181952"/>
          </a:xfrm>
          <a:custGeom>
            <a:rect b="b" l="l" r="r" t="t"/>
            <a:pathLst>
              <a:path extrusionOk="0" h="7514" w="7594">
                <a:moveTo>
                  <a:pt x="5487" y="0"/>
                </a:moveTo>
                <a:cubicBezTo>
                  <a:pt x="5380" y="0"/>
                  <a:pt x="5278" y="8"/>
                  <a:pt x="5168" y="24"/>
                </a:cubicBezTo>
                <a:cubicBezTo>
                  <a:pt x="4349" y="181"/>
                  <a:pt x="3656" y="843"/>
                  <a:pt x="3561" y="1630"/>
                </a:cubicBezTo>
                <a:cubicBezTo>
                  <a:pt x="3467" y="2198"/>
                  <a:pt x="3561" y="2513"/>
                  <a:pt x="3719" y="2891"/>
                </a:cubicBezTo>
                <a:lnTo>
                  <a:pt x="285" y="6325"/>
                </a:lnTo>
                <a:cubicBezTo>
                  <a:pt x="1" y="6608"/>
                  <a:pt x="1" y="7049"/>
                  <a:pt x="285" y="7301"/>
                </a:cubicBezTo>
                <a:cubicBezTo>
                  <a:pt x="426" y="7443"/>
                  <a:pt x="600" y="7514"/>
                  <a:pt x="773" y="7514"/>
                </a:cubicBezTo>
                <a:cubicBezTo>
                  <a:pt x="946" y="7514"/>
                  <a:pt x="1119" y="7443"/>
                  <a:pt x="1261" y="7301"/>
                </a:cubicBezTo>
                <a:lnTo>
                  <a:pt x="4695" y="3899"/>
                </a:lnTo>
                <a:cubicBezTo>
                  <a:pt x="5022" y="4016"/>
                  <a:pt x="5280" y="4080"/>
                  <a:pt x="5597" y="4080"/>
                </a:cubicBezTo>
                <a:cubicBezTo>
                  <a:pt x="5708" y="4080"/>
                  <a:pt x="5825" y="4073"/>
                  <a:pt x="5955" y="4056"/>
                </a:cubicBezTo>
                <a:cubicBezTo>
                  <a:pt x="6775" y="3899"/>
                  <a:pt x="7436" y="3206"/>
                  <a:pt x="7562" y="2418"/>
                </a:cubicBezTo>
                <a:cubicBezTo>
                  <a:pt x="7594" y="2198"/>
                  <a:pt x="7594" y="1945"/>
                  <a:pt x="7562" y="1756"/>
                </a:cubicBezTo>
                <a:cubicBezTo>
                  <a:pt x="7562" y="1630"/>
                  <a:pt x="7436" y="1504"/>
                  <a:pt x="7310" y="1473"/>
                </a:cubicBezTo>
                <a:cubicBezTo>
                  <a:pt x="7287" y="1465"/>
                  <a:pt x="7259" y="1461"/>
                  <a:pt x="7229" y="1461"/>
                </a:cubicBezTo>
                <a:cubicBezTo>
                  <a:pt x="7141" y="1461"/>
                  <a:pt x="7034" y="1497"/>
                  <a:pt x="6964" y="1567"/>
                </a:cubicBezTo>
                <a:lnTo>
                  <a:pt x="6491" y="2040"/>
                </a:lnTo>
                <a:cubicBezTo>
                  <a:pt x="6365" y="2166"/>
                  <a:pt x="6192" y="2229"/>
                  <a:pt x="6014" y="2229"/>
                </a:cubicBezTo>
                <a:cubicBezTo>
                  <a:pt x="5837" y="2229"/>
                  <a:pt x="5656" y="2166"/>
                  <a:pt x="5514" y="2040"/>
                </a:cubicBezTo>
                <a:cubicBezTo>
                  <a:pt x="5231" y="1756"/>
                  <a:pt x="5231" y="1315"/>
                  <a:pt x="5514" y="1032"/>
                </a:cubicBezTo>
                <a:lnTo>
                  <a:pt x="6018" y="622"/>
                </a:lnTo>
                <a:cubicBezTo>
                  <a:pt x="6113" y="528"/>
                  <a:pt x="6144" y="370"/>
                  <a:pt x="6113" y="276"/>
                </a:cubicBezTo>
                <a:cubicBezTo>
                  <a:pt x="6050" y="150"/>
                  <a:pt x="5955" y="55"/>
                  <a:pt x="5829" y="24"/>
                </a:cubicBezTo>
                <a:cubicBezTo>
                  <a:pt x="5703" y="8"/>
                  <a:pt x="5593" y="0"/>
                  <a:pt x="54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6" name="Google Shape;3186;p23"/>
          <p:cNvSpPr/>
          <p:nvPr/>
        </p:nvSpPr>
        <p:spPr>
          <a:xfrm>
            <a:off x="2736587" y="1946893"/>
            <a:ext cx="60050" cy="45040"/>
          </a:xfrm>
          <a:custGeom>
            <a:rect b="b" l="l" r="r" t="t"/>
            <a:pathLst>
              <a:path extrusionOk="0" h="1860" w="1860">
                <a:moveTo>
                  <a:pt x="1" y="1"/>
                </a:moveTo>
                <a:lnTo>
                  <a:pt x="1" y="1859"/>
                </a:lnTo>
                <a:lnTo>
                  <a:pt x="1860" y="185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7" name="Google Shape;3187;p23"/>
          <p:cNvSpPr/>
          <p:nvPr/>
        </p:nvSpPr>
        <p:spPr>
          <a:xfrm>
            <a:off x="2536225" y="1939265"/>
            <a:ext cx="266513" cy="267794"/>
          </a:xfrm>
          <a:custGeom>
            <a:rect b="b" l="l" r="r" t="t"/>
            <a:pathLst>
              <a:path extrusionOk="0" h="11059" w="8255">
                <a:moveTo>
                  <a:pt x="3812" y="1450"/>
                </a:moveTo>
                <a:cubicBezTo>
                  <a:pt x="4001" y="1450"/>
                  <a:pt x="4159" y="1607"/>
                  <a:pt x="4159" y="1796"/>
                </a:cubicBezTo>
                <a:cubicBezTo>
                  <a:pt x="4159" y="2017"/>
                  <a:pt x="4001" y="2174"/>
                  <a:pt x="3812" y="2174"/>
                </a:cubicBezTo>
                <a:cubicBezTo>
                  <a:pt x="3623" y="2174"/>
                  <a:pt x="3466" y="2017"/>
                  <a:pt x="3466" y="1796"/>
                </a:cubicBezTo>
                <a:cubicBezTo>
                  <a:pt x="3466" y="1607"/>
                  <a:pt x="3623" y="1450"/>
                  <a:pt x="3812" y="1450"/>
                </a:cubicBezTo>
                <a:close/>
                <a:moveTo>
                  <a:pt x="3812" y="2836"/>
                </a:moveTo>
                <a:cubicBezTo>
                  <a:pt x="4001" y="2836"/>
                  <a:pt x="4159" y="2993"/>
                  <a:pt x="4159" y="3183"/>
                </a:cubicBezTo>
                <a:lnTo>
                  <a:pt x="4159" y="5293"/>
                </a:lnTo>
                <a:cubicBezTo>
                  <a:pt x="4159" y="5482"/>
                  <a:pt x="4001" y="5640"/>
                  <a:pt x="3812" y="5640"/>
                </a:cubicBezTo>
                <a:cubicBezTo>
                  <a:pt x="3623" y="5640"/>
                  <a:pt x="3466" y="5482"/>
                  <a:pt x="3466" y="5293"/>
                </a:cubicBezTo>
                <a:lnTo>
                  <a:pt x="3466" y="3183"/>
                </a:lnTo>
                <a:cubicBezTo>
                  <a:pt x="3466" y="2993"/>
                  <a:pt x="3623" y="2836"/>
                  <a:pt x="3812" y="2836"/>
                </a:cubicBezTo>
                <a:close/>
                <a:moveTo>
                  <a:pt x="5860" y="6301"/>
                </a:moveTo>
                <a:cubicBezTo>
                  <a:pt x="6049" y="6301"/>
                  <a:pt x="6207" y="6459"/>
                  <a:pt x="6207" y="6648"/>
                </a:cubicBezTo>
                <a:cubicBezTo>
                  <a:pt x="6207" y="6837"/>
                  <a:pt x="6049" y="6995"/>
                  <a:pt x="5860" y="6995"/>
                </a:cubicBezTo>
                <a:lnTo>
                  <a:pt x="1733" y="6995"/>
                </a:lnTo>
                <a:cubicBezTo>
                  <a:pt x="1544" y="6995"/>
                  <a:pt x="1387" y="6837"/>
                  <a:pt x="1387" y="6648"/>
                </a:cubicBezTo>
                <a:cubicBezTo>
                  <a:pt x="1387" y="6459"/>
                  <a:pt x="1544" y="6301"/>
                  <a:pt x="1733" y="6301"/>
                </a:cubicBezTo>
                <a:close/>
                <a:moveTo>
                  <a:pt x="4537" y="7688"/>
                </a:moveTo>
                <a:cubicBezTo>
                  <a:pt x="4726" y="7688"/>
                  <a:pt x="4884" y="7845"/>
                  <a:pt x="4884" y="8034"/>
                </a:cubicBezTo>
                <a:cubicBezTo>
                  <a:pt x="4884" y="8223"/>
                  <a:pt x="4726" y="8381"/>
                  <a:pt x="4537" y="8381"/>
                </a:cubicBezTo>
                <a:lnTo>
                  <a:pt x="1733" y="8381"/>
                </a:lnTo>
                <a:cubicBezTo>
                  <a:pt x="1544" y="8381"/>
                  <a:pt x="1387" y="8223"/>
                  <a:pt x="1387" y="8034"/>
                </a:cubicBezTo>
                <a:cubicBezTo>
                  <a:pt x="1387" y="7845"/>
                  <a:pt x="1544" y="7688"/>
                  <a:pt x="1733" y="768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0681"/>
                </a:lnTo>
                <a:cubicBezTo>
                  <a:pt x="0" y="10964"/>
                  <a:pt x="158" y="11059"/>
                  <a:pt x="347" y="11059"/>
                </a:cubicBezTo>
                <a:lnTo>
                  <a:pt x="3466" y="11059"/>
                </a:lnTo>
                <a:cubicBezTo>
                  <a:pt x="3466" y="10712"/>
                  <a:pt x="3592" y="10366"/>
                  <a:pt x="3844" y="10082"/>
                </a:cubicBezTo>
                <a:lnTo>
                  <a:pt x="4254" y="9704"/>
                </a:lnTo>
                <a:lnTo>
                  <a:pt x="1702" y="9704"/>
                </a:lnTo>
                <a:cubicBezTo>
                  <a:pt x="1481" y="9704"/>
                  <a:pt x="1324" y="9546"/>
                  <a:pt x="1324" y="9326"/>
                </a:cubicBezTo>
                <a:cubicBezTo>
                  <a:pt x="1324" y="9137"/>
                  <a:pt x="1481" y="8979"/>
                  <a:pt x="1702" y="8979"/>
                </a:cubicBezTo>
                <a:lnTo>
                  <a:pt x="4915" y="8979"/>
                </a:lnTo>
                <a:lnTo>
                  <a:pt x="6963" y="6932"/>
                </a:lnTo>
                <a:cubicBezTo>
                  <a:pt x="6900" y="6585"/>
                  <a:pt x="6805" y="6238"/>
                  <a:pt x="6931" y="5703"/>
                </a:cubicBezTo>
                <a:cubicBezTo>
                  <a:pt x="7089" y="4915"/>
                  <a:pt x="7562" y="4254"/>
                  <a:pt x="8255" y="3876"/>
                </a:cubicBezTo>
                <a:lnTo>
                  <a:pt x="8255" y="2773"/>
                </a:lnTo>
                <a:lnTo>
                  <a:pt x="5860" y="2773"/>
                </a:lnTo>
                <a:cubicBezTo>
                  <a:pt x="5671" y="2773"/>
                  <a:pt x="5514" y="2615"/>
                  <a:pt x="5514" y="2395"/>
                </a:cubicBezTo>
                <a:lnTo>
                  <a:pt x="551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8" name="Google Shape;3188;p23"/>
          <p:cNvSpPr/>
          <p:nvPr/>
        </p:nvSpPr>
        <p:spPr>
          <a:xfrm>
            <a:off x="2843903" y="2299823"/>
            <a:ext cx="54949" cy="39301"/>
          </a:xfrm>
          <a:custGeom>
            <a:rect b="b" l="l" r="r" t="t"/>
            <a:pathLst>
              <a:path extrusionOk="0" h="1623" w="1702">
                <a:moveTo>
                  <a:pt x="1352" y="0"/>
                </a:moveTo>
                <a:cubicBezTo>
                  <a:pt x="1261" y="0"/>
                  <a:pt x="1167" y="24"/>
                  <a:pt x="1104" y="71"/>
                </a:cubicBezTo>
                <a:lnTo>
                  <a:pt x="127" y="1079"/>
                </a:lnTo>
                <a:cubicBezTo>
                  <a:pt x="1" y="1205"/>
                  <a:pt x="1" y="1426"/>
                  <a:pt x="127" y="1552"/>
                </a:cubicBezTo>
                <a:cubicBezTo>
                  <a:pt x="190" y="1599"/>
                  <a:pt x="284" y="1623"/>
                  <a:pt x="375" y="1623"/>
                </a:cubicBezTo>
                <a:cubicBezTo>
                  <a:pt x="466" y="1623"/>
                  <a:pt x="552" y="1599"/>
                  <a:pt x="599" y="1552"/>
                </a:cubicBezTo>
                <a:lnTo>
                  <a:pt x="1576" y="544"/>
                </a:lnTo>
                <a:cubicBezTo>
                  <a:pt x="1702" y="449"/>
                  <a:pt x="1702" y="260"/>
                  <a:pt x="1576" y="71"/>
                </a:cubicBezTo>
                <a:cubicBezTo>
                  <a:pt x="1529" y="24"/>
                  <a:pt x="1442" y="0"/>
                  <a:pt x="135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9" name="Google Shape;3189;p23"/>
          <p:cNvSpPr/>
          <p:nvPr/>
        </p:nvSpPr>
        <p:spPr>
          <a:xfrm>
            <a:off x="2690322" y="2291057"/>
            <a:ext cx="221766" cy="162313"/>
          </a:xfrm>
          <a:custGeom>
            <a:rect b="b" l="l" r="r" t="t"/>
            <a:pathLst>
              <a:path extrusionOk="0" h="6703" w="6869">
                <a:moveTo>
                  <a:pt x="772" y="0"/>
                </a:moveTo>
                <a:cubicBezTo>
                  <a:pt x="599" y="0"/>
                  <a:pt x="426" y="71"/>
                  <a:pt x="284" y="213"/>
                </a:cubicBezTo>
                <a:cubicBezTo>
                  <a:pt x="1" y="496"/>
                  <a:pt x="1" y="937"/>
                  <a:pt x="284" y="1189"/>
                </a:cubicBezTo>
                <a:lnTo>
                  <a:pt x="5608" y="6514"/>
                </a:lnTo>
                <a:cubicBezTo>
                  <a:pt x="5734" y="6640"/>
                  <a:pt x="5908" y="6703"/>
                  <a:pt x="6085" y="6703"/>
                </a:cubicBezTo>
                <a:cubicBezTo>
                  <a:pt x="6262" y="6703"/>
                  <a:pt x="6443" y="6640"/>
                  <a:pt x="6585" y="6514"/>
                </a:cubicBezTo>
                <a:cubicBezTo>
                  <a:pt x="6869" y="6230"/>
                  <a:pt x="6869" y="5821"/>
                  <a:pt x="6585" y="5537"/>
                </a:cubicBezTo>
                <a:lnTo>
                  <a:pt x="1261" y="213"/>
                </a:lnTo>
                <a:cubicBezTo>
                  <a:pt x="1119" y="71"/>
                  <a:pt x="946" y="0"/>
                  <a:pt x="7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0" name="Google Shape;3190;p23"/>
          <p:cNvSpPr/>
          <p:nvPr/>
        </p:nvSpPr>
        <p:spPr>
          <a:xfrm>
            <a:off x="2535708" y="2477940"/>
            <a:ext cx="127171" cy="92138"/>
          </a:xfrm>
          <a:custGeom>
            <a:rect b="b" l="l" r="r" t="t"/>
            <a:pathLst>
              <a:path extrusionOk="0" h="3805" w="3939">
                <a:moveTo>
                  <a:pt x="757" y="1"/>
                </a:moveTo>
                <a:cubicBezTo>
                  <a:pt x="576" y="1"/>
                  <a:pt x="395" y="72"/>
                  <a:pt x="253" y="213"/>
                </a:cubicBezTo>
                <a:cubicBezTo>
                  <a:pt x="1" y="497"/>
                  <a:pt x="1" y="938"/>
                  <a:pt x="253" y="1190"/>
                </a:cubicBezTo>
                <a:lnTo>
                  <a:pt x="2679" y="3616"/>
                </a:lnTo>
                <a:cubicBezTo>
                  <a:pt x="2805" y="3742"/>
                  <a:pt x="2978" y="3805"/>
                  <a:pt x="3155" y="3805"/>
                </a:cubicBezTo>
                <a:cubicBezTo>
                  <a:pt x="3332" y="3805"/>
                  <a:pt x="3514" y="3742"/>
                  <a:pt x="3655" y="3616"/>
                </a:cubicBezTo>
                <a:cubicBezTo>
                  <a:pt x="3939" y="3332"/>
                  <a:pt x="3939" y="2891"/>
                  <a:pt x="3655" y="2608"/>
                </a:cubicBezTo>
                <a:lnTo>
                  <a:pt x="1261" y="213"/>
                </a:lnTo>
                <a:cubicBezTo>
                  <a:pt x="1119" y="72"/>
                  <a:pt x="938" y="1"/>
                  <a:pt x="7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1" name="Google Shape;3191;p23"/>
          <p:cNvSpPr/>
          <p:nvPr/>
        </p:nvSpPr>
        <p:spPr>
          <a:xfrm>
            <a:off x="2589625" y="2333577"/>
            <a:ext cx="263478" cy="197619"/>
          </a:xfrm>
          <a:custGeom>
            <a:rect b="b" l="l" r="r" t="t"/>
            <a:pathLst>
              <a:path extrusionOk="0" h="8161" w="8161">
                <a:moveTo>
                  <a:pt x="2994" y="1"/>
                </a:moveTo>
                <a:lnTo>
                  <a:pt x="2489" y="1576"/>
                </a:lnTo>
                <a:cubicBezTo>
                  <a:pt x="1985" y="3088"/>
                  <a:pt x="1166" y="4474"/>
                  <a:pt x="1" y="5703"/>
                </a:cubicBezTo>
                <a:lnTo>
                  <a:pt x="2458" y="8160"/>
                </a:lnTo>
                <a:cubicBezTo>
                  <a:pt x="3687" y="6995"/>
                  <a:pt x="5104" y="6175"/>
                  <a:pt x="6585" y="5671"/>
                </a:cubicBezTo>
                <a:lnTo>
                  <a:pt x="8160" y="5136"/>
                </a:lnTo>
                <a:lnTo>
                  <a:pt x="29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2" name="Google Shape;3192;p23"/>
          <p:cNvSpPr/>
          <p:nvPr/>
        </p:nvSpPr>
        <p:spPr>
          <a:xfrm>
            <a:off x="2801190" y="2287813"/>
            <a:ext cx="22406" cy="32811"/>
          </a:xfrm>
          <a:custGeom>
            <a:rect b="b" l="l" r="r" t="t"/>
            <a:pathLst>
              <a:path extrusionOk="0" h="135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08"/>
                </a:lnTo>
                <a:cubicBezTo>
                  <a:pt x="1" y="1229"/>
                  <a:pt x="158" y="1355"/>
                  <a:pt x="347" y="1355"/>
                </a:cubicBezTo>
                <a:cubicBezTo>
                  <a:pt x="536" y="1355"/>
                  <a:pt x="694" y="1229"/>
                  <a:pt x="694" y="1008"/>
                </a:cubicBez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3" name="Google Shape;3193;p23"/>
          <p:cNvSpPr/>
          <p:nvPr/>
        </p:nvSpPr>
        <p:spPr>
          <a:xfrm>
            <a:off x="2869344" y="2355709"/>
            <a:ext cx="44779" cy="16805"/>
          </a:xfrm>
          <a:custGeom>
            <a:rect b="b" l="l" r="r" t="t"/>
            <a:pathLst>
              <a:path extrusionOk="0" h="694" w="1387">
                <a:moveTo>
                  <a:pt x="379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79" y="693"/>
                </a:cubicBezTo>
                <a:lnTo>
                  <a:pt x="1040" y="693"/>
                </a:lnTo>
                <a:cubicBezTo>
                  <a:pt x="1229" y="693"/>
                  <a:pt x="1387" y="536"/>
                  <a:pt x="1387" y="347"/>
                </a:cubicBezTo>
                <a:cubicBezTo>
                  <a:pt x="1387" y="126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4" name="Google Shape;3194;p23"/>
          <p:cNvSpPr/>
          <p:nvPr/>
        </p:nvSpPr>
        <p:spPr>
          <a:xfrm>
            <a:off x="2700491" y="2478521"/>
            <a:ext cx="150577" cy="66446"/>
          </a:xfrm>
          <a:custGeom>
            <a:rect b="b" l="l" r="r" t="t"/>
            <a:pathLst>
              <a:path extrusionOk="0" h="2744" w="4664">
                <a:moveTo>
                  <a:pt x="4411" y="0"/>
                </a:moveTo>
                <a:lnTo>
                  <a:pt x="3750" y="221"/>
                </a:lnTo>
                <a:cubicBezTo>
                  <a:pt x="3907" y="378"/>
                  <a:pt x="3813" y="631"/>
                  <a:pt x="3624" y="694"/>
                </a:cubicBezTo>
                <a:lnTo>
                  <a:pt x="1072" y="2017"/>
                </a:lnTo>
                <a:cubicBezTo>
                  <a:pt x="1030" y="2038"/>
                  <a:pt x="984" y="2048"/>
                  <a:pt x="938" y="2048"/>
                </a:cubicBezTo>
                <a:cubicBezTo>
                  <a:pt x="844" y="2048"/>
                  <a:pt x="746" y="2006"/>
                  <a:pt x="662" y="1922"/>
                </a:cubicBezTo>
                <a:lnTo>
                  <a:pt x="568" y="1796"/>
                </a:lnTo>
                <a:cubicBezTo>
                  <a:pt x="347" y="1922"/>
                  <a:pt x="190" y="2080"/>
                  <a:pt x="1" y="2237"/>
                </a:cubicBezTo>
                <a:lnTo>
                  <a:pt x="190" y="2426"/>
                </a:lnTo>
                <a:cubicBezTo>
                  <a:pt x="395" y="2632"/>
                  <a:pt x="669" y="2744"/>
                  <a:pt x="947" y="2744"/>
                </a:cubicBezTo>
                <a:cubicBezTo>
                  <a:pt x="1095" y="2744"/>
                  <a:pt x="1245" y="2712"/>
                  <a:pt x="1387" y="2647"/>
                </a:cubicBezTo>
                <a:lnTo>
                  <a:pt x="3939" y="1324"/>
                </a:lnTo>
                <a:cubicBezTo>
                  <a:pt x="4411" y="1103"/>
                  <a:pt x="4663" y="505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5" name="Google Shape;3195;p23"/>
          <p:cNvSpPr/>
          <p:nvPr/>
        </p:nvSpPr>
        <p:spPr>
          <a:xfrm>
            <a:off x="1144247" y="2670449"/>
            <a:ext cx="315328" cy="238808"/>
          </a:xfrm>
          <a:custGeom>
            <a:rect b="b" l="l" r="r" t="t"/>
            <a:pathLst>
              <a:path extrusionOk="0" h="9862" w="9767">
                <a:moveTo>
                  <a:pt x="4883" y="1"/>
                </a:moveTo>
                <a:cubicBezTo>
                  <a:pt x="4505" y="1"/>
                  <a:pt x="4222" y="316"/>
                  <a:pt x="4222" y="662"/>
                </a:cubicBezTo>
                <a:lnTo>
                  <a:pt x="4222" y="4128"/>
                </a:lnTo>
                <a:cubicBezTo>
                  <a:pt x="4159" y="4033"/>
                  <a:pt x="2899" y="1859"/>
                  <a:pt x="2772" y="1702"/>
                </a:cubicBezTo>
                <a:cubicBezTo>
                  <a:pt x="2639" y="1479"/>
                  <a:pt x="2394" y="1350"/>
                  <a:pt x="2151" y="1350"/>
                </a:cubicBezTo>
                <a:cubicBezTo>
                  <a:pt x="2051" y="1350"/>
                  <a:pt x="1951" y="1372"/>
                  <a:pt x="1859" y="1418"/>
                </a:cubicBezTo>
                <a:cubicBezTo>
                  <a:pt x="1512" y="1576"/>
                  <a:pt x="1386" y="2017"/>
                  <a:pt x="1544" y="2332"/>
                </a:cubicBezTo>
                <a:cubicBezTo>
                  <a:pt x="1544" y="2363"/>
                  <a:pt x="2804" y="4947"/>
                  <a:pt x="2836" y="4947"/>
                </a:cubicBezTo>
                <a:cubicBezTo>
                  <a:pt x="3434" y="4947"/>
                  <a:pt x="5261" y="4947"/>
                  <a:pt x="5261" y="6617"/>
                </a:cubicBezTo>
                <a:cubicBezTo>
                  <a:pt x="5261" y="6806"/>
                  <a:pt x="5104" y="6963"/>
                  <a:pt x="4883" y="6963"/>
                </a:cubicBezTo>
                <a:cubicBezTo>
                  <a:pt x="4694" y="6963"/>
                  <a:pt x="4537" y="6806"/>
                  <a:pt x="4537" y="6617"/>
                </a:cubicBezTo>
                <a:cubicBezTo>
                  <a:pt x="4537" y="6018"/>
                  <a:pt x="4253" y="5640"/>
                  <a:pt x="3056" y="5608"/>
                </a:cubicBezTo>
                <a:cubicBezTo>
                  <a:pt x="3056" y="5608"/>
                  <a:pt x="1260" y="4254"/>
                  <a:pt x="1197" y="4191"/>
                </a:cubicBezTo>
                <a:cubicBezTo>
                  <a:pt x="1060" y="4084"/>
                  <a:pt x="901" y="4029"/>
                  <a:pt x="745" y="4029"/>
                </a:cubicBezTo>
                <a:cubicBezTo>
                  <a:pt x="578" y="4029"/>
                  <a:pt x="414" y="4092"/>
                  <a:pt x="284" y="4222"/>
                </a:cubicBezTo>
                <a:cubicBezTo>
                  <a:pt x="0" y="4506"/>
                  <a:pt x="0" y="4915"/>
                  <a:pt x="284" y="5199"/>
                </a:cubicBezTo>
                <a:lnTo>
                  <a:pt x="1859" y="6774"/>
                </a:lnTo>
                <a:cubicBezTo>
                  <a:pt x="2048" y="6963"/>
                  <a:pt x="2142" y="7215"/>
                  <a:pt x="2142" y="7436"/>
                </a:cubicBezTo>
                <a:cubicBezTo>
                  <a:pt x="2142" y="8034"/>
                  <a:pt x="2520" y="8538"/>
                  <a:pt x="3088" y="8759"/>
                </a:cubicBezTo>
                <a:cubicBezTo>
                  <a:pt x="3245" y="8790"/>
                  <a:pt x="3371" y="8948"/>
                  <a:pt x="3434" y="9074"/>
                </a:cubicBezTo>
                <a:cubicBezTo>
                  <a:pt x="2426" y="8979"/>
                  <a:pt x="1260" y="8790"/>
                  <a:pt x="1103" y="8475"/>
                </a:cubicBezTo>
                <a:cubicBezTo>
                  <a:pt x="1103" y="8475"/>
                  <a:pt x="1197" y="8349"/>
                  <a:pt x="1638" y="8192"/>
                </a:cubicBezTo>
                <a:cubicBezTo>
                  <a:pt x="1544" y="8003"/>
                  <a:pt x="1481" y="7751"/>
                  <a:pt x="1481" y="7530"/>
                </a:cubicBezTo>
                <a:cubicBezTo>
                  <a:pt x="756" y="7782"/>
                  <a:pt x="441" y="8066"/>
                  <a:pt x="441" y="8475"/>
                </a:cubicBezTo>
                <a:cubicBezTo>
                  <a:pt x="441" y="9641"/>
                  <a:pt x="3718" y="9862"/>
                  <a:pt x="4883" y="9862"/>
                </a:cubicBezTo>
                <a:cubicBezTo>
                  <a:pt x="6081" y="9862"/>
                  <a:pt x="9357" y="9641"/>
                  <a:pt x="9357" y="8475"/>
                </a:cubicBezTo>
                <a:cubicBezTo>
                  <a:pt x="9357" y="8066"/>
                  <a:pt x="8979" y="7751"/>
                  <a:pt x="8317" y="7530"/>
                </a:cubicBezTo>
                <a:cubicBezTo>
                  <a:pt x="8317" y="7782"/>
                  <a:pt x="8286" y="8003"/>
                  <a:pt x="8160" y="8192"/>
                </a:cubicBezTo>
                <a:cubicBezTo>
                  <a:pt x="8286" y="8255"/>
                  <a:pt x="8349" y="8286"/>
                  <a:pt x="8443" y="8318"/>
                </a:cubicBezTo>
                <a:lnTo>
                  <a:pt x="8664" y="8444"/>
                </a:lnTo>
                <a:cubicBezTo>
                  <a:pt x="8475" y="8790"/>
                  <a:pt x="7372" y="8948"/>
                  <a:pt x="6364" y="9074"/>
                </a:cubicBezTo>
                <a:cubicBezTo>
                  <a:pt x="6427" y="8979"/>
                  <a:pt x="6553" y="8885"/>
                  <a:pt x="6711" y="8822"/>
                </a:cubicBezTo>
                <a:cubicBezTo>
                  <a:pt x="7246" y="8633"/>
                  <a:pt x="7656" y="8129"/>
                  <a:pt x="7656" y="7530"/>
                </a:cubicBezTo>
                <a:lnTo>
                  <a:pt x="7656" y="6428"/>
                </a:lnTo>
                <a:lnTo>
                  <a:pt x="9515" y="4569"/>
                </a:lnTo>
                <a:cubicBezTo>
                  <a:pt x="9767" y="4317"/>
                  <a:pt x="9767" y="3876"/>
                  <a:pt x="9515" y="3592"/>
                </a:cubicBezTo>
                <a:cubicBezTo>
                  <a:pt x="9373" y="3450"/>
                  <a:pt x="9192" y="3379"/>
                  <a:pt x="9010" y="3379"/>
                </a:cubicBezTo>
                <a:cubicBezTo>
                  <a:pt x="8829" y="3379"/>
                  <a:pt x="8648" y="3450"/>
                  <a:pt x="8506" y="3592"/>
                </a:cubicBezTo>
                <a:cubicBezTo>
                  <a:pt x="8191" y="3876"/>
                  <a:pt x="7498" y="4411"/>
                  <a:pt x="7026" y="4789"/>
                </a:cubicBezTo>
                <a:cubicBezTo>
                  <a:pt x="7089" y="4663"/>
                  <a:pt x="8191" y="2426"/>
                  <a:pt x="8254" y="2332"/>
                </a:cubicBezTo>
                <a:cubicBezTo>
                  <a:pt x="8412" y="1985"/>
                  <a:pt x="8286" y="1576"/>
                  <a:pt x="7939" y="1418"/>
                </a:cubicBezTo>
                <a:cubicBezTo>
                  <a:pt x="7847" y="1372"/>
                  <a:pt x="7747" y="1350"/>
                  <a:pt x="7647" y="1350"/>
                </a:cubicBezTo>
                <a:cubicBezTo>
                  <a:pt x="7404" y="1350"/>
                  <a:pt x="7159" y="1479"/>
                  <a:pt x="7026" y="1702"/>
                </a:cubicBezTo>
                <a:cubicBezTo>
                  <a:pt x="6900" y="1859"/>
                  <a:pt x="5639" y="4033"/>
                  <a:pt x="5576" y="4128"/>
                </a:cubicBezTo>
                <a:lnTo>
                  <a:pt x="5576" y="662"/>
                </a:lnTo>
                <a:cubicBezTo>
                  <a:pt x="5576" y="284"/>
                  <a:pt x="5261" y="1"/>
                  <a:pt x="4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6" name="Google Shape;3196;p23"/>
          <p:cNvSpPr/>
          <p:nvPr/>
        </p:nvSpPr>
        <p:spPr>
          <a:xfrm>
            <a:off x="1113705" y="2826073"/>
            <a:ext cx="376379" cy="117515"/>
          </a:xfrm>
          <a:custGeom>
            <a:rect b="b" l="l" r="r" t="t"/>
            <a:pathLst>
              <a:path extrusionOk="0" h="4853" w="11658">
                <a:moveTo>
                  <a:pt x="9578" y="1"/>
                </a:moveTo>
                <a:lnTo>
                  <a:pt x="9263" y="316"/>
                </a:lnTo>
                <a:lnTo>
                  <a:pt x="9263" y="631"/>
                </a:lnTo>
                <a:cubicBezTo>
                  <a:pt x="10335" y="1040"/>
                  <a:pt x="10965" y="1576"/>
                  <a:pt x="10965" y="2143"/>
                </a:cubicBezTo>
                <a:cubicBezTo>
                  <a:pt x="10965" y="3119"/>
                  <a:pt x="8885" y="4191"/>
                  <a:pt x="5829" y="4191"/>
                </a:cubicBezTo>
                <a:cubicBezTo>
                  <a:pt x="2805" y="4191"/>
                  <a:pt x="726" y="3119"/>
                  <a:pt x="726" y="2143"/>
                </a:cubicBezTo>
                <a:cubicBezTo>
                  <a:pt x="726" y="1607"/>
                  <a:pt x="1261" y="1103"/>
                  <a:pt x="2175" y="725"/>
                </a:cubicBezTo>
                <a:lnTo>
                  <a:pt x="1671" y="190"/>
                </a:lnTo>
                <a:cubicBezTo>
                  <a:pt x="631" y="725"/>
                  <a:pt x="1" y="1387"/>
                  <a:pt x="1" y="2111"/>
                </a:cubicBezTo>
                <a:cubicBezTo>
                  <a:pt x="1" y="3655"/>
                  <a:pt x="2584" y="4852"/>
                  <a:pt x="5829" y="4852"/>
                </a:cubicBezTo>
                <a:cubicBezTo>
                  <a:pt x="9106" y="4852"/>
                  <a:pt x="11658" y="3624"/>
                  <a:pt x="11658" y="2111"/>
                </a:cubicBezTo>
                <a:cubicBezTo>
                  <a:pt x="11658" y="1261"/>
                  <a:pt x="10870" y="505"/>
                  <a:pt x="95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7" name="Google Shape;3197;p23"/>
          <p:cNvSpPr/>
          <p:nvPr/>
        </p:nvSpPr>
        <p:spPr>
          <a:xfrm>
            <a:off x="1113205" y="3124699"/>
            <a:ext cx="377379" cy="199144"/>
          </a:xfrm>
          <a:custGeom>
            <a:rect b="b" l="l" r="r" t="t"/>
            <a:pathLst>
              <a:path extrusionOk="0" h="8224" w="11689">
                <a:moveTo>
                  <a:pt x="5860" y="1"/>
                </a:moveTo>
                <a:cubicBezTo>
                  <a:pt x="4506" y="1"/>
                  <a:pt x="3340" y="1040"/>
                  <a:pt x="3151" y="2332"/>
                </a:cubicBezTo>
                <a:cubicBezTo>
                  <a:pt x="3119" y="2521"/>
                  <a:pt x="3277" y="2710"/>
                  <a:pt x="3497" y="2710"/>
                </a:cubicBezTo>
                <a:lnTo>
                  <a:pt x="5514" y="2710"/>
                </a:lnTo>
                <a:lnTo>
                  <a:pt x="5514" y="3435"/>
                </a:lnTo>
                <a:lnTo>
                  <a:pt x="2395" y="3435"/>
                </a:lnTo>
                <a:cubicBezTo>
                  <a:pt x="1859" y="3435"/>
                  <a:pt x="1387" y="3907"/>
                  <a:pt x="1387" y="4443"/>
                </a:cubicBezTo>
                <a:lnTo>
                  <a:pt x="1387" y="4852"/>
                </a:lnTo>
                <a:cubicBezTo>
                  <a:pt x="599" y="5010"/>
                  <a:pt x="0" y="5703"/>
                  <a:pt x="0" y="6554"/>
                </a:cubicBezTo>
                <a:cubicBezTo>
                  <a:pt x="0" y="7499"/>
                  <a:pt x="757" y="8223"/>
                  <a:pt x="1702" y="8223"/>
                </a:cubicBezTo>
                <a:cubicBezTo>
                  <a:pt x="2647" y="8223"/>
                  <a:pt x="3403" y="7499"/>
                  <a:pt x="3403" y="6554"/>
                </a:cubicBezTo>
                <a:cubicBezTo>
                  <a:pt x="3403" y="5703"/>
                  <a:pt x="2804" y="5041"/>
                  <a:pt x="2017" y="4852"/>
                </a:cubicBezTo>
                <a:lnTo>
                  <a:pt x="2017" y="4443"/>
                </a:lnTo>
                <a:cubicBezTo>
                  <a:pt x="2017" y="4254"/>
                  <a:pt x="2174" y="4096"/>
                  <a:pt x="2363" y="4096"/>
                </a:cubicBezTo>
                <a:lnTo>
                  <a:pt x="5482" y="4096"/>
                </a:lnTo>
                <a:lnTo>
                  <a:pt x="5482" y="4821"/>
                </a:lnTo>
                <a:cubicBezTo>
                  <a:pt x="4695" y="4978"/>
                  <a:pt x="4096" y="5672"/>
                  <a:pt x="4096" y="6491"/>
                </a:cubicBezTo>
                <a:cubicBezTo>
                  <a:pt x="4096" y="7436"/>
                  <a:pt x="4852" y="8192"/>
                  <a:pt x="5797" y="8192"/>
                </a:cubicBezTo>
                <a:cubicBezTo>
                  <a:pt x="6742" y="8192"/>
                  <a:pt x="7499" y="7436"/>
                  <a:pt x="7499" y="6491"/>
                </a:cubicBezTo>
                <a:cubicBezTo>
                  <a:pt x="7499" y="5672"/>
                  <a:pt x="6900" y="5010"/>
                  <a:pt x="6112" y="4821"/>
                </a:cubicBezTo>
                <a:lnTo>
                  <a:pt x="6112" y="4096"/>
                </a:lnTo>
                <a:lnTo>
                  <a:pt x="9231" y="4096"/>
                </a:lnTo>
                <a:cubicBezTo>
                  <a:pt x="9420" y="4096"/>
                  <a:pt x="9578" y="4254"/>
                  <a:pt x="9578" y="4443"/>
                </a:cubicBezTo>
                <a:lnTo>
                  <a:pt x="9578" y="4852"/>
                </a:lnTo>
                <a:cubicBezTo>
                  <a:pt x="8790" y="5010"/>
                  <a:pt x="8192" y="5703"/>
                  <a:pt x="8192" y="6554"/>
                </a:cubicBezTo>
                <a:cubicBezTo>
                  <a:pt x="8192" y="7499"/>
                  <a:pt x="8948" y="8223"/>
                  <a:pt x="9893" y="8223"/>
                </a:cubicBezTo>
                <a:cubicBezTo>
                  <a:pt x="10838" y="8223"/>
                  <a:pt x="11594" y="7499"/>
                  <a:pt x="11594" y="6554"/>
                </a:cubicBezTo>
                <a:cubicBezTo>
                  <a:pt x="11689" y="5703"/>
                  <a:pt x="11153" y="5010"/>
                  <a:pt x="10366" y="4852"/>
                </a:cubicBezTo>
                <a:lnTo>
                  <a:pt x="10366" y="4443"/>
                </a:lnTo>
                <a:cubicBezTo>
                  <a:pt x="10366" y="3907"/>
                  <a:pt x="9893" y="3435"/>
                  <a:pt x="9326" y="3435"/>
                </a:cubicBezTo>
                <a:lnTo>
                  <a:pt x="6238" y="3435"/>
                </a:lnTo>
                <a:lnTo>
                  <a:pt x="6238" y="2710"/>
                </a:lnTo>
                <a:lnTo>
                  <a:pt x="8223" y="2710"/>
                </a:lnTo>
                <a:cubicBezTo>
                  <a:pt x="8444" y="2710"/>
                  <a:pt x="8601" y="2521"/>
                  <a:pt x="8601" y="2332"/>
                </a:cubicBezTo>
                <a:cubicBezTo>
                  <a:pt x="8381" y="977"/>
                  <a:pt x="7247" y="1"/>
                  <a:pt x="586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8" name="Google Shape;3198;p23"/>
          <p:cNvSpPr/>
          <p:nvPr/>
        </p:nvSpPr>
        <p:spPr>
          <a:xfrm>
            <a:off x="1258651" y="3041549"/>
            <a:ext cx="88525" cy="67172"/>
          </a:xfrm>
          <a:custGeom>
            <a:rect b="b" l="l" r="r" t="t"/>
            <a:pathLst>
              <a:path extrusionOk="0" h="2774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9" name="Google Shape;3199;p23"/>
          <p:cNvSpPr/>
          <p:nvPr/>
        </p:nvSpPr>
        <p:spPr>
          <a:xfrm>
            <a:off x="1224574" y="3412394"/>
            <a:ext cx="275682" cy="207910"/>
          </a:xfrm>
          <a:custGeom>
            <a:rect b="b" l="l" r="r" t="t"/>
            <a:pathLst>
              <a:path extrusionOk="0" h="8586" w="8539">
                <a:moveTo>
                  <a:pt x="5156" y="1"/>
                </a:moveTo>
                <a:cubicBezTo>
                  <a:pt x="4372" y="1"/>
                  <a:pt x="3593" y="308"/>
                  <a:pt x="2994" y="922"/>
                </a:cubicBezTo>
                <a:lnTo>
                  <a:pt x="1450" y="2466"/>
                </a:lnTo>
                <a:cubicBezTo>
                  <a:pt x="1681" y="2417"/>
                  <a:pt x="1916" y="2392"/>
                  <a:pt x="2152" y="2392"/>
                </a:cubicBezTo>
                <a:cubicBezTo>
                  <a:pt x="2529" y="2392"/>
                  <a:pt x="2909" y="2456"/>
                  <a:pt x="3277" y="2592"/>
                </a:cubicBezTo>
                <a:lnTo>
                  <a:pt x="3939" y="1899"/>
                </a:lnTo>
                <a:cubicBezTo>
                  <a:pt x="4270" y="1568"/>
                  <a:pt x="4703" y="1402"/>
                  <a:pt x="5136" y="1402"/>
                </a:cubicBezTo>
                <a:cubicBezTo>
                  <a:pt x="5569" y="1402"/>
                  <a:pt x="6003" y="1568"/>
                  <a:pt x="6333" y="1899"/>
                </a:cubicBezTo>
                <a:cubicBezTo>
                  <a:pt x="7027" y="2592"/>
                  <a:pt x="7027" y="3631"/>
                  <a:pt x="6333" y="4325"/>
                </a:cubicBezTo>
                <a:lnTo>
                  <a:pt x="3939" y="6719"/>
                </a:lnTo>
                <a:cubicBezTo>
                  <a:pt x="3608" y="7050"/>
                  <a:pt x="3175" y="7215"/>
                  <a:pt x="2742" y="7215"/>
                </a:cubicBezTo>
                <a:cubicBezTo>
                  <a:pt x="2309" y="7215"/>
                  <a:pt x="1875" y="7050"/>
                  <a:pt x="1545" y="6719"/>
                </a:cubicBezTo>
                <a:cubicBezTo>
                  <a:pt x="1261" y="6435"/>
                  <a:pt x="1104" y="6089"/>
                  <a:pt x="1072" y="5742"/>
                </a:cubicBezTo>
                <a:lnTo>
                  <a:pt x="1" y="6782"/>
                </a:lnTo>
                <a:cubicBezTo>
                  <a:pt x="158" y="7097"/>
                  <a:pt x="348" y="7381"/>
                  <a:pt x="600" y="7664"/>
                </a:cubicBezTo>
                <a:cubicBezTo>
                  <a:pt x="1214" y="8278"/>
                  <a:pt x="2002" y="8586"/>
                  <a:pt x="2781" y="8586"/>
                </a:cubicBezTo>
                <a:cubicBezTo>
                  <a:pt x="3561" y="8586"/>
                  <a:pt x="4333" y="8278"/>
                  <a:pt x="4916" y="7664"/>
                </a:cubicBezTo>
                <a:lnTo>
                  <a:pt x="7342" y="5270"/>
                </a:lnTo>
                <a:cubicBezTo>
                  <a:pt x="8539" y="4073"/>
                  <a:pt x="8539" y="2151"/>
                  <a:pt x="7342" y="922"/>
                </a:cubicBezTo>
                <a:cubicBezTo>
                  <a:pt x="6727" y="308"/>
                  <a:pt x="5940" y="1"/>
                  <a:pt x="51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0" name="Google Shape;3200;p23"/>
          <p:cNvSpPr/>
          <p:nvPr/>
        </p:nvSpPr>
        <p:spPr>
          <a:xfrm>
            <a:off x="1103536" y="3485618"/>
            <a:ext cx="278749" cy="209629"/>
          </a:xfrm>
          <a:custGeom>
            <a:rect b="b" l="l" r="r" t="t"/>
            <a:pathLst>
              <a:path extrusionOk="0" h="8657" w="8634">
                <a:moveTo>
                  <a:pt x="5865" y="1"/>
                </a:moveTo>
                <a:cubicBezTo>
                  <a:pt x="5081" y="1"/>
                  <a:pt x="4301" y="308"/>
                  <a:pt x="3718" y="922"/>
                </a:cubicBezTo>
                <a:lnTo>
                  <a:pt x="1230" y="3411"/>
                </a:lnTo>
                <a:cubicBezTo>
                  <a:pt x="1" y="4640"/>
                  <a:pt x="1" y="6562"/>
                  <a:pt x="1230" y="7759"/>
                </a:cubicBezTo>
                <a:cubicBezTo>
                  <a:pt x="1844" y="8358"/>
                  <a:pt x="2632" y="8657"/>
                  <a:pt x="3415" y="8657"/>
                </a:cubicBezTo>
                <a:cubicBezTo>
                  <a:pt x="4199" y="8657"/>
                  <a:pt x="4979" y="8358"/>
                  <a:pt x="5577" y="7759"/>
                </a:cubicBezTo>
                <a:lnTo>
                  <a:pt x="7152" y="6184"/>
                </a:lnTo>
                <a:lnTo>
                  <a:pt x="7152" y="6184"/>
                </a:lnTo>
                <a:cubicBezTo>
                  <a:pt x="6938" y="6218"/>
                  <a:pt x="6719" y="6235"/>
                  <a:pt x="6499" y="6235"/>
                </a:cubicBezTo>
                <a:cubicBezTo>
                  <a:pt x="6106" y="6235"/>
                  <a:pt x="5709" y="6179"/>
                  <a:pt x="5325" y="6058"/>
                </a:cubicBezTo>
                <a:lnTo>
                  <a:pt x="4569" y="6814"/>
                </a:lnTo>
                <a:cubicBezTo>
                  <a:pt x="4238" y="7145"/>
                  <a:pt x="3805" y="7310"/>
                  <a:pt x="3372" y="7310"/>
                </a:cubicBezTo>
                <a:cubicBezTo>
                  <a:pt x="2939" y="7310"/>
                  <a:pt x="2505" y="7145"/>
                  <a:pt x="2175" y="6814"/>
                </a:cubicBezTo>
                <a:cubicBezTo>
                  <a:pt x="1513" y="6121"/>
                  <a:pt x="1513" y="5081"/>
                  <a:pt x="2175" y="4388"/>
                </a:cubicBezTo>
                <a:lnTo>
                  <a:pt x="4664" y="1899"/>
                </a:lnTo>
                <a:cubicBezTo>
                  <a:pt x="4994" y="1568"/>
                  <a:pt x="5428" y="1403"/>
                  <a:pt x="5861" y="1403"/>
                </a:cubicBezTo>
                <a:cubicBezTo>
                  <a:pt x="6294" y="1403"/>
                  <a:pt x="6727" y="1568"/>
                  <a:pt x="7058" y="1899"/>
                </a:cubicBezTo>
                <a:cubicBezTo>
                  <a:pt x="7342" y="2183"/>
                  <a:pt x="7499" y="2561"/>
                  <a:pt x="7531" y="2907"/>
                </a:cubicBezTo>
                <a:lnTo>
                  <a:pt x="8287" y="2151"/>
                </a:lnTo>
                <a:lnTo>
                  <a:pt x="8633" y="1805"/>
                </a:lnTo>
                <a:cubicBezTo>
                  <a:pt x="8476" y="1490"/>
                  <a:pt x="8287" y="1206"/>
                  <a:pt x="8035" y="922"/>
                </a:cubicBezTo>
                <a:cubicBezTo>
                  <a:pt x="7436" y="308"/>
                  <a:pt x="6648" y="1"/>
                  <a:pt x="58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1" name="Google Shape;3201;p23"/>
          <p:cNvSpPr/>
          <p:nvPr/>
        </p:nvSpPr>
        <p:spPr>
          <a:xfrm>
            <a:off x="3583364" y="2665498"/>
            <a:ext cx="226834" cy="216676"/>
          </a:xfrm>
          <a:custGeom>
            <a:rect b="b" l="l" r="r" t="t"/>
            <a:pathLst>
              <a:path extrusionOk="0" h="8948" w="7026">
                <a:moveTo>
                  <a:pt x="2363" y="0"/>
                </a:moveTo>
                <a:cubicBezTo>
                  <a:pt x="2143" y="0"/>
                  <a:pt x="1985" y="158"/>
                  <a:pt x="1985" y="378"/>
                </a:cubicBezTo>
                <a:cubicBezTo>
                  <a:pt x="1985" y="567"/>
                  <a:pt x="2143" y="725"/>
                  <a:pt x="2363" y="725"/>
                </a:cubicBezTo>
                <a:lnTo>
                  <a:pt x="2710" y="725"/>
                </a:lnTo>
                <a:lnTo>
                  <a:pt x="2710" y="1576"/>
                </a:lnTo>
                <a:cubicBezTo>
                  <a:pt x="1135" y="2017"/>
                  <a:pt x="0" y="3466"/>
                  <a:pt x="0" y="5199"/>
                </a:cubicBezTo>
                <a:cubicBezTo>
                  <a:pt x="0" y="7278"/>
                  <a:pt x="1670" y="8948"/>
                  <a:pt x="3718" y="8948"/>
                </a:cubicBezTo>
                <a:cubicBezTo>
                  <a:pt x="3970" y="8948"/>
                  <a:pt x="4159" y="8916"/>
                  <a:pt x="4348" y="8853"/>
                </a:cubicBezTo>
                <a:cubicBezTo>
                  <a:pt x="4159" y="8664"/>
                  <a:pt x="4033" y="8381"/>
                  <a:pt x="4033" y="8066"/>
                </a:cubicBezTo>
                <a:cubicBezTo>
                  <a:pt x="4033" y="7877"/>
                  <a:pt x="4096" y="7687"/>
                  <a:pt x="4191" y="7530"/>
                </a:cubicBezTo>
                <a:lnTo>
                  <a:pt x="4191" y="7530"/>
                </a:lnTo>
                <a:cubicBezTo>
                  <a:pt x="4033" y="7561"/>
                  <a:pt x="3876" y="7561"/>
                  <a:pt x="3686" y="7561"/>
                </a:cubicBezTo>
                <a:cubicBezTo>
                  <a:pt x="2363" y="7561"/>
                  <a:pt x="1292" y="6522"/>
                  <a:pt x="1292" y="5167"/>
                </a:cubicBezTo>
                <a:cubicBezTo>
                  <a:pt x="1292" y="3844"/>
                  <a:pt x="2363" y="2773"/>
                  <a:pt x="3686" y="2773"/>
                </a:cubicBezTo>
                <a:cubicBezTo>
                  <a:pt x="4348" y="2773"/>
                  <a:pt x="4978" y="3088"/>
                  <a:pt x="5451" y="3560"/>
                </a:cubicBezTo>
                <a:cubicBezTo>
                  <a:pt x="5608" y="3466"/>
                  <a:pt x="5766" y="3466"/>
                  <a:pt x="5923" y="3466"/>
                </a:cubicBezTo>
                <a:lnTo>
                  <a:pt x="7026" y="3466"/>
                </a:lnTo>
                <a:cubicBezTo>
                  <a:pt x="6553" y="2584"/>
                  <a:pt x="5734" y="1859"/>
                  <a:pt x="4726" y="1576"/>
                </a:cubicBezTo>
                <a:lnTo>
                  <a:pt x="4726" y="725"/>
                </a:lnTo>
                <a:lnTo>
                  <a:pt x="5073" y="725"/>
                </a:lnTo>
                <a:cubicBezTo>
                  <a:pt x="5262" y="725"/>
                  <a:pt x="5419" y="567"/>
                  <a:pt x="5419" y="378"/>
                </a:cubicBezTo>
                <a:cubicBezTo>
                  <a:pt x="5419" y="158"/>
                  <a:pt x="5262" y="0"/>
                  <a:pt x="50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2" name="Google Shape;3202;p23"/>
          <p:cNvSpPr/>
          <p:nvPr/>
        </p:nvSpPr>
        <p:spPr>
          <a:xfrm>
            <a:off x="3647450" y="2748648"/>
            <a:ext cx="68154" cy="50367"/>
          </a:xfrm>
          <a:custGeom>
            <a:rect b="b" l="l" r="r" t="t"/>
            <a:pathLst>
              <a:path extrusionOk="0" h="2080" w="2111">
                <a:moveTo>
                  <a:pt x="1733" y="0"/>
                </a:moveTo>
                <a:cubicBezTo>
                  <a:pt x="1544" y="32"/>
                  <a:pt x="1386" y="158"/>
                  <a:pt x="1386" y="347"/>
                </a:cubicBezTo>
                <a:lnTo>
                  <a:pt x="1386" y="1387"/>
                </a:lnTo>
                <a:lnTo>
                  <a:pt x="378" y="1387"/>
                </a:lnTo>
                <a:cubicBezTo>
                  <a:pt x="158" y="1387"/>
                  <a:pt x="0" y="1544"/>
                  <a:pt x="0" y="1733"/>
                </a:cubicBezTo>
                <a:cubicBezTo>
                  <a:pt x="0" y="1922"/>
                  <a:pt x="158" y="2080"/>
                  <a:pt x="378" y="2080"/>
                </a:cubicBezTo>
                <a:lnTo>
                  <a:pt x="1733" y="2080"/>
                </a:lnTo>
                <a:cubicBezTo>
                  <a:pt x="1954" y="2080"/>
                  <a:pt x="2111" y="1922"/>
                  <a:pt x="2111" y="1733"/>
                </a:cubicBezTo>
                <a:lnTo>
                  <a:pt x="2111" y="347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3" name="Google Shape;3203;p23"/>
          <p:cNvSpPr/>
          <p:nvPr/>
        </p:nvSpPr>
        <p:spPr>
          <a:xfrm>
            <a:off x="3759319" y="2766179"/>
            <a:ext cx="110899" cy="24457"/>
          </a:xfrm>
          <a:custGeom>
            <a:rect b="b" l="l" r="r" t="t"/>
            <a:pathLst>
              <a:path extrusionOk="0" h="1010" w="3435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cubicBezTo>
                  <a:pt x="1" y="789"/>
                  <a:pt x="253" y="1009"/>
                  <a:pt x="536" y="1009"/>
                </a:cubicBezTo>
                <a:lnTo>
                  <a:pt x="2931" y="1009"/>
                </a:lnTo>
                <a:cubicBezTo>
                  <a:pt x="3214" y="1009"/>
                  <a:pt x="3435" y="789"/>
                  <a:pt x="3435" y="505"/>
                </a:cubicBezTo>
                <a:cubicBezTo>
                  <a:pt x="3435" y="221"/>
                  <a:pt x="3214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4" name="Google Shape;3204;p23"/>
          <p:cNvSpPr/>
          <p:nvPr/>
        </p:nvSpPr>
        <p:spPr>
          <a:xfrm>
            <a:off x="3736945" y="2806616"/>
            <a:ext cx="110899" cy="25208"/>
          </a:xfrm>
          <a:custGeom>
            <a:rect b="b" l="l" r="r" t="t"/>
            <a:pathLst>
              <a:path extrusionOk="0" h="1041" w="3435">
                <a:moveTo>
                  <a:pt x="505" y="1"/>
                </a:moveTo>
                <a:cubicBezTo>
                  <a:pt x="221" y="1"/>
                  <a:pt x="1" y="253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899" y="1040"/>
                </a:lnTo>
                <a:cubicBezTo>
                  <a:pt x="3183" y="1040"/>
                  <a:pt x="3435" y="851"/>
                  <a:pt x="3435" y="536"/>
                </a:cubicBezTo>
                <a:cubicBezTo>
                  <a:pt x="3435" y="253"/>
                  <a:pt x="3183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5" name="Google Shape;3205;p23"/>
          <p:cNvSpPr/>
          <p:nvPr/>
        </p:nvSpPr>
        <p:spPr>
          <a:xfrm>
            <a:off x="3736945" y="2848580"/>
            <a:ext cx="87492" cy="25208"/>
          </a:xfrm>
          <a:custGeom>
            <a:rect b="b" l="l" r="r" t="t"/>
            <a:pathLst>
              <a:path extrusionOk="0" h="1041" w="2710">
                <a:moveTo>
                  <a:pt x="505" y="0"/>
                </a:moveTo>
                <a:cubicBezTo>
                  <a:pt x="221" y="0"/>
                  <a:pt x="1" y="252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90" y="1040"/>
                  <a:pt x="2710" y="788"/>
                  <a:pt x="2710" y="536"/>
                </a:cubicBezTo>
                <a:cubicBezTo>
                  <a:pt x="2710" y="252"/>
                  <a:pt x="2490" y="0"/>
                  <a:pt x="22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6" name="Google Shape;3206;p23"/>
          <p:cNvSpPr/>
          <p:nvPr/>
        </p:nvSpPr>
        <p:spPr>
          <a:xfrm>
            <a:off x="3736945" y="2889767"/>
            <a:ext cx="66152" cy="25208"/>
          </a:xfrm>
          <a:custGeom>
            <a:rect b="b" l="l" r="r" t="t"/>
            <a:pathLst>
              <a:path extrusionOk="0" h="1041" w="2049">
                <a:moveTo>
                  <a:pt x="505" y="1"/>
                </a:moveTo>
                <a:cubicBezTo>
                  <a:pt x="221" y="1"/>
                  <a:pt x="1" y="253"/>
                  <a:pt x="1" y="505"/>
                </a:cubicBezTo>
                <a:cubicBezTo>
                  <a:pt x="1" y="788"/>
                  <a:pt x="221" y="1040"/>
                  <a:pt x="505" y="1040"/>
                </a:cubicBezTo>
                <a:lnTo>
                  <a:pt x="1544" y="1040"/>
                </a:lnTo>
                <a:cubicBezTo>
                  <a:pt x="1796" y="1040"/>
                  <a:pt x="2048" y="788"/>
                  <a:pt x="2048" y="505"/>
                </a:cubicBezTo>
                <a:cubicBezTo>
                  <a:pt x="2048" y="253"/>
                  <a:pt x="1796" y="1"/>
                  <a:pt x="15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7" name="Google Shape;3207;p23"/>
          <p:cNvSpPr/>
          <p:nvPr/>
        </p:nvSpPr>
        <p:spPr>
          <a:xfrm>
            <a:off x="3492836" y="2681672"/>
            <a:ext cx="224800" cy="266874"/>
          </a:xfrm>
          <a:custGeom>
            <a:rect b="b" l="l" r="r" t="t"/>
            <a:pathLst>
              <a:path extrusionOk="0" h="11021" w="6963">
                <a:moveTo>
                  <a:pt x="3803" y="0"/>
                </a:moveTo>
                <a:cubicBezTo>
                  <a:pt x="3716" y="0"/>
                  <a:pt x="3637" y="52"/>
                  <a:pt x="3592" y="120"/>
                </a:cubicBezTo>
                <a:lnTo>
                  <a:pt x="1702" y="2231"/>
                </a:lnTo>
                <a:cubicBezTo>
                  <a:pt x="1544" y="2420"/>
                  <a:pt x="1418" y="2640"/>
                  <a:pt x="1418" y="2892"/>
                </a:cubicBezTo>
                <a:lnTo>
                  <a:pt x="1418" y="5917"/>
                </a:lnTo>
                <a:cubicBezTo>
                  <a:pt x="1418" y="6200"/>
                  <a:pt x="1292" y="6421"/>
                  <a:pt x="1103" y="6641"/>
                </a:cubicBezTo>
                <a:lnTo>
                  <a:pt x="126" y="7618"/>
                </a:lnTo>
                <a:cubicBezTo>
                  <a:pt x="0" y="7744"/>
                  <a:pt x="0" y="7965"/>
                  <a:pt x="126" y="8091"/>
                </a:cubicBezTo>
                <a:lnTo>
                  <a:pt x="2867" y="10926"/>
                </a:lnTo>
                <a:cubicBezTo>
                  <a:pt x="2930" y="10989"/>
                  <a:pt x="3017" y="11021"/>
                  <a:pt x="3104" y="11021"/>
                </a:cubicBezTo>
                <a:cubicBezTo>
                  <a:pt x="3190" y="11021"/>
                  <a:pt x="3277" y="10989"/>
                  <a:pt x="3340" y="10926"/>
                </a:cubicBezTo>
                <a:lnTo>
                  <a:pt x="4317" y="9949"/>
                </a:lnTo>
                <a:cubicBezTo>
                  <a:pt x="4537" y="9729"/>
                  <a:pt x="4758" y="9634"/>
                  <a:pt x="5041" y="9634"/>
                </a:cubicBezTo>
                <a:lnTo>
                  <a:pt x="6963" y="9634"/>
                </a:lnTo>
                <a:cubicBezTo>
                  <a:pt x="6900" y="9477"/>
                  <a:pt x="6837" y="9288"/>
                  <a:pt x="6837" y="9099"/>
                </a:cubicBezTo>
                <a:cubicBezTo>
                  <a:pt x="6837" y="9036"/>
                  <a:pt x="6837" y="8973"/>
                  <a:pt x="6900" y="8910"/>
                </a:cubicBezTo>
                <a:cubicBezTo>
                  <a:pt x="6774" y="8910"/>
                  <a:pt x="6648" y="8941"/>
                  <a:pt x="6522" y="8941"/>
                </a:cubicBezTo>
                <a:cubicBezTo>
                  <a:pt x="4096" y="8941"/>
                  <a:pt x="2080" y="6925"/>
                  <a:pt x="2080" y="4499"/>
                </a:cubicBezTo>
                <a:cubicBezTo>
                  <a:pt x="2080" y="2892"/>
                  <a:pt x="2962" y="1475"/>
                  <a:pt x="4254" y="687"/>
                </a:cubicBezTo>
                <a:cubicBezTo>
                  <a:pt x="4254" y="592"/>
                  <a:pt x="4222" y="529"/>
                  <a:pt x="4222" y="498"/>
                </a:cubicBezTo>
                <a:lnTo>
                  <a:pt x="4128" y="246"/>
                </a:lnTo>
                <a:cubicBezTo>
                  <a:pt x="4096" y="120"/>
                  <a:pt x="4002" y="57"/>
                  <a:pt x="3907" y="25"/>
                </a:cubicBezTo>
                <a:cubicBezTo>
                  <a:pt x="3872" y="8"/>
                  <a:pt x="3837" y="0"/>
                  <a:pt x="38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8" name="Google Shape;3208;p23"/>
          <p:cNvSpPr/>
          <p:nvPr/>
        </p:nvSpPr>
        <p:spPr>
          <a:xfrm>
            <a:off x="3649484" y="3141758"/>
            <a:ext cx="220733" cy="181830"/>
          </a:xfrm>
          <a:custGeom>
            <a:rect b="b" l="l" r="r" t="t"/>
            <a:pathLst>
              <a:path extrusionOk="0" h="7509" w="6837">
                <a:moveTo>
                  <a:pt x="5120" y="2079"/>
                </a:moveTo>
                <a:cubicBezTo>
                  <a:pt x="5206" y="2079"/>
                  <a:pt x="5293" y="2111"/>
                  <a:pt x="5356" y="2174"/>
                </a:cubicBezTo>
                <a:cubicBezTo>
                  <a:pt x="5451" y="2268"/>
                  <a:pt x="5451" y="2458"/>
                  <a:pt x="5356" y="2647"/>
                </a:cubicBezTo>
                <a:lnTo>
                  <a:pt x="3308" y="4694"/>
                </a:lnTo>
                <a:cubicBezTo>
                  <a:pt x="3214" y="4757"/>
                  <a:pt x="3151" y="4789"/>
                  <a:pt x="3056" y="4789"/>
                </a:cubicBezTo>
                <a:cubicBezTo>
                  <a:pt x="2993" y="4789"/>
                  <a:pt x="2899" y="4757"/>
                  <a:pt x="2836" y="4694"/>
                </a:cubicBezTo>
                <a:lnTo>
                  <a:pt x="2174" y="4001"/>
                </a:lnTo>
                <a:cubicBezTo>
                  <a:pt x="2048" y="3907"/>
                  <a:pt x="2048" y="3655"/>
                  <a:pt x="2174" y="3529"/>
                </a:cubicBezTo>
                <a:cubicBezTo>
                  <a:pt x="2221" y="3481"/>
                  <a:pt x="2308" y="3458"/>
                  <a:pt x="2399" y="3458"/>
                </a:cubicBezTo>
                <a:cubicBezTo>
                  <a:pt x="2489" y="3458"/>
                  <a:pt x="2584" y="3481"/>
                  <a:pt x="2647" y="3529"/>
                </a:cubicBezTo>
                <a:lnTo>
                  <a:pt x="3056" y="3970"/>
                </a:lnTo>
                <a:lnTo>
                  <a:pt x="4883" y="2174"/>
                </a:lnTo>
                <a:cubicBezTo>
                  <a:pt x="4946" y="2111"/>
                  <a:pt x="5033" y="2079"/>
                  <a:pt x="5120" y="2079"/>
                </a:cubicBezTo>
                <a:close/>
                <a:moveTo>
                  <a:pt x="1701" y="0"/>
                </a:moveTo>
                <a:cubicBezTo>
                  <a:pt x="725" y="0"/>
                  <a:pt x="0" y="756"/>
                  <a:pt x="0" y="1701"/>
                </a:cubicBezTo>
                <a:lnTo>
                  <a:pt x="0" y="4411"/>
                </a:lnTo>
                <a:cubicBezTo>
                  <a:pt x="0" y="5356"/>
                  <a:pt x="725" y="6112"/>
                  <a:pt x="1701" y="6112"/>
                </a:cubicBezTo>
                <a:lnTo>
                  <a:pt x="2048" y="6112"/>
                </a:lnTo>
                <a:lnTo>
                  <a:pt x="2048" y="7152"/>
                </a:lnTo>
                <a:cubicBezTo>
                  <a:pt x="2048" y="7309"/>
                  <a:pt x="2111" y="7435"/>
                  <a:pt x="2237" y="7467"/>
                </a:cubicBezTo>
                <a:cubicBezTo>
                  <a:pt x="2289" y="7493"/>
                  <a:pt x="2347" y="7508"/>
                  <a:pt x="2401" y="7508"/>
                </a:cubicBezTo>
                <a:cubicBezTo>
                  <a:pt x="2477" y="7508"/>
                  <a:pt x="2547" y="7478"/>
                  <a:pt x="2584" y="7404"/>
                </a:cubicBezTo>
                <a:lnTo>
                  <a:pt x="3844" y="6112"/>
                </a:lnTo>
                <a:lnTo>
                  <a:pt x="5073" y="6112"/>
                </a:lnTo>
                <a:cubicBezTo>
                  <a:pt x="6018" y="6112"/>
                  <a:pt x="6805" y="5356"/>
                  <a:pt x="6805" y="4411"/>
                </a:cubicBezTo>
                <a:lnTo>
                  <a:pt x="6805" y="1701"/>
                </a:lnTo>
                <a:cubicBezTo>
                  <a:pt x="6837" y="756"/>
                  <a:pt x="6049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9" name="Google Shape;3209;p23"/>
          <p:cNvSpPr/>
          <p:nvPr/>
        </p:nvSpPr>
        <p:spPr>
          <a:xfrm>
            <a:off x="3492836" y="3041804"/>
            <a:ext cx="243138" cy="198636"/>
          </a:xfrm>
          <a:custGeom>
            <a:rect b="b" l="l" r="r" t="t"/>
            <a:pathLst>
              <a:path extrusionOk="0" h="8203" w="7531">
                <a:moveTo>
                  <a:pt x="3781" y="1356"/>
                </a:moveTo>
                <a:cubicBezTo>
                  <a:pt x="4317" y="1356"/>
                  <a:pt x="4789" y="1828"/>
                  <a:pt x="4789" y="2395"/>
                </a:cubicBezTo>
                <a:cubicBezTo>
                  <a:pt x="4789" y="2710"/>
                  <a:pt x="4632" y="3025"/>
                  <a:pt x="4411" y="3214"/>
                </a:cubicBezTo>
                <a:cubicBezTo>
                  <a:pt x="4254" y="3341"/>
                  <a:pt x="4128" y="3530"/>
                  <a:pt x="4128" y="3782"/>
                </a:cubicBezTo>
                <a:cubicBezTo>
                  <a:pt x="4128" y="3971"/>
                  <a:pt x="3970" y="4128"/>
                  <a:pt x="3781" y="4128"/>
                </a:cubicBezTo>
                <a:cubicBezTo>
                  <a:pt x="3592" y="4128"/>
                  <a:pt x="3434" y="3971"/>
                  <a:pt x="3434" y="3782"/>
                </a:cubicBezTo>
                <a:cubicBezTo>
                  <a:pt x="3434" y="3341"/>
                  <a:pt x="3624" y="2931"/>
                  <a:pt x="3970" y="2679"/>
                </a:cubicBezTo>
                <a:cubicBezTo>
                  <a:pt x="4065" y="2584"/>
                  <a:pt x="4096" y="2521"/>
                  <a:pt x="4096" y="2395"/>
                </a:cubicBezTo>
                <a:cubicBezTo>
                  <a:pt x="4096" y="2206"/>
                  <a:pt x="3939" y="2049"/>
                  <a:pt x="3750" y="2049"/>
                </a:cubicBezTo>
                <a:cubicBezTo>
                  <a:pt x="3529" y="2049"/>
                  <a:pt x="3371" y="2206"/>
                  <a:pt x="3371" y="2395"/>
                </a:cubicBezTo>
                <a:cubicBezTo>
                  <a:pt x="3371" y="2584"/>
                  <a:pt x="3214" y="2742"/>
                  <a:pt x="3025" y="2742"/>
                </a:cubicBezTo>
                <a:cubicBezTo>
                  <a:pt x="2836" y="2742"/>
                  <a:pt x="2678" y="2584"/>
                  <a:pt x="2678" y="2395"/>
                </a:cubicBezTo>
                <a:cubicBezTo>
                  <a:pt x="2741" y="1828"/>
                  <a:pt x="3214" y="1356"/>
                  <a:pt x="3781" y="1356"/>
                </a:cubicBezTo>
                <a:close/>
                <a:moveTo>
                  <a:pt x="3781" y="4758"/>
                </a:moveTo>
                <a:cubicBezTo>
                  <a:pt x="3970" y="4758"/>
                  <a:pt x="4128" y="4916"/>
                  <a:pt x="4128" y="5105"/>
                </a:cubicBezTo>
                <a:cubicBezTo>
                  <a:pt x="4128" y="5294"/>
                  <a:pt x="3970" y="5451"/>
                  <a:pt x="3781" y="5451"/>
                </a:cubicBezTo>
                <a:cubicBezTo>
                  <a:pt x="3592" y="5451"/>
                  <a:pt x="3434" y="5294"/>
                  <a:pt x="3434" y="5105"/>
                </a:cubicBezTo>
                <a:cubicBezTo>
                  <a:pt x="3434" y="4916"/>
                  <a:pt x="3592" y="4758"/>
                  <a:pt x="3781" y="4758"/>
                </a:cubicBezTo>
                <a:close/>
                <a:moveTo>
                  <a:pt x="1733" y="1"/>
                </a:moveTo>
                <a:cubicBezTo>
                  <a:pt x="788" y="1"/>
                  <a:pt x="0" y="789"/>
                  <a:pt x="0" y="1734"/>
                </a:cubicBezTo>
                <a:lnTo>
                  <a:pt x="0" y="5136"/>
                </a:lnTo>
                <a:cubicBezTo>
                  <a:pt x="0" y="5987"/>
                  <a:pt x="631" y="6649"/>
                  <a:pt x="1418" y="6806"/>
                </a:cubicBezTo>
                <a:lnTo>
                  <a:pt x="1418" y="7846"/>
                </a:lnTo>
                <a:cubicBezTo>
                  <a:pt x="1418" y="8003"/>
                  <a:pt x="1481" y="8129"/>
                  <a:pt x="1607" y="8161"/>
                </a:cubicBezTo>
                <a:cubicBezTo>
                  <a:pt x="1659" y="8187"/>
                  <a:pt x="1717" y="8202"/>
                  <a:pt x="1771" y="8202"/>
                </a:cubicBezTo>
                <a:cubicBezTo>
                  <a:pt x="1848" y="8202"/>
                  <a:pt x="1917" y="8172"/>
                  <a:pt x="1954" y="8098"/>
                </a:cubicBezTo>
                <a:lnTo>
                  <a:pt x="3214" y="6838"/>
                </a:lnTo>
                <a:lnTo>
                  <a:pt x="4096" y="6838"/>
                </a:lnTo>
                <a:lnTo>
                  <a:pt x="4096" y="5798"/>
                </a:lnTo>
                <a:cubicBezTo>
                  <a:pt x="4096" y="4475"/>
                  <a:pt x="5167" y="3404"/>
                  <a:pt x="6490" y="3404"/>
                </a:cubicBezTo>
                <a:lnTo>
                  <a:pt x="7530" y="3404"/>
                </a:lnTo>
                <a:lnTo>
                  <a:pt x="7530" y="1734"/>
                </a:lnTo>
                <a:cubicBezTo>
                  <a:pt x="7530" y="789"/>
                  <a:pt x="6774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0" name="Google Shape;3210;p23"/>
          <p:cNvSpPr/>
          <p:nvPr/>
        </p:nvSpPr>
        <p:spPr>
          <a:xfrm>
            <a:off x="3559957" y="3463015"/>
            <a:ext cx="243138" cy="180838"/>
          </a:xfrm>
          <a:custGeom>
            <a:rect b="b" l="l" r="r" t="t"/>
            <a:pathLst>
              <a:path extrusionOk="0" h="7468" w="7531">
                <a:moveTo>
                  <a:pt x="3750" y="663"/>
                </a:moveTo>
                <a:cubicBezTo>
                  <a:pt x="3939" y="663"/>
                  <a:pt x="4096" y="820"/>
                  <a:pt x="4096" y="1009"/>
                </a:cubicBezTo>
                <a:lnTo>
                  <a:pt x="4096" y="3624"/>
                </a:lnTo>
                <a:lnTo>
                  <a:pt x="5357" y="4884"/>
                </a:lnTo>
                <a:cubicBezTo>
                  <a:pt x="5514" y="5042"/>
                  <a:pt x="5514" y="5231"/>
                  <a:pt x="5357" y="5357"/>
                </a:cubicBezTo>
                <a:cubicBezTo>
                  <a:pt x="5294" y="5420"/>
                  <a:pt x="5207" y="5451"/>
                  <a:pt x="5120" y="5451"/>
                </a:cubicBezTo>
                <a:cubicBezTo>
                  <a:pt x="5034" y="5451"/>
                  <a:pt x="4947" y="5420"/>
                  <a:pt x="4884" y="5357"/>
                </a:cubicBezTo>
                <a:lnTo>
                  <a:pt x="3498" y="3971"/>
                </a:lnTo>
                <a:cubicBezTo>
                  <a:pt x="3435" y="3908"/>
                  <a:pt x="3403" y="3813"/>
                  <a:pt x="3403" y="3719"/>
                </a:cubicBezTo>
                <a:lnTo>
                  <a:pt x="3403" y="1009"/>
                </a:lnTo>
                <a:cubicBezTo>
                  <a:pt x="3403" y="820"/>
                  <a:pt x="3561" y="663"/>
                  <a:pt x="3750" y="663"/>
                </a:cubicBezTo>
                <a:close/>
                <a:moveTo>
                  <a:pt x="3750" y="1"/>
                </a:moveTo>
                <a:cubicBezTo>
                  <a:pt x="1671" y="1"/>
                  <a:pt x="1" y="1702"/>
                  <a:pt x="1" y="3750"/>
                </a:cubicBezTo>
                <a:cubicBezTo>
                  <a:pt x="1" y="5829"/>
                  <a:pt x="1702" y="7468"/>
                  <a:pt x="3750" y="7468"/>
                </a:cubicBezTo>
                <a:cubicBezTo>
                  <a:pt x="5798" y="7468"/>
                  <a:pt x="7499" y="5798"/>
                  <a:pt x="7499" y="3750"/>
                </a:cubicBezTo>
                <a:cubicBezTo>
                  <a:pt x="7530" y="1702"/>
                  <a:pt x="5829" y="1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1" name="Google Shape;3211;p23"/>
          <p:cNvSpPr/>
          <p:nvPr/>
        </p:nvSpPr>
        <p:spPr>
          <a:xfrm>
            <a:off x="3492836" y="3412673"/>
            <a:ext cx="377379" cy="282298"/>
          </a:xfrm>
          <a:custGeom>
            <a:rect b="b" l="l" r="r" t="t"/>
            <a:pathLst>
              <a:path extrusionOk="0" h="11658" w="11689">
                <a:moveTo>
                  <a:pt x="5829" y="1355"/>
                </a:moveTo>
                <a:cubicBezTo>
                  <a:pt x="8286" y="1355"/>
                  <a:pt x="10271" y="3372"/>
                  <a:pt x="10271" y="5829"/>
                </a:cubicBezTo>
                <a:cubicBezTo>
                  <a:pt x="10271" y="8286"/>
                  <a:pt x="8318" y="10271"/>
                  <a:pt x="5829" y="10271"/>
                </a:cubicBezTo>
                <a:cubicBezTo>
                  <a:pt x="3403" y="10271"/>
                  <a:pt x="1387" y="8255"/>
                  <a:pt x="1387" y="5829"/>
                </a:cubicBezTo>
                <a:cubicBezTo>
                  <a:pt x="1387" y="3372"/>
                  <a:pt x="3371" y="1355"/>
                  <a:pt x="5829" y="1355"/>
                </a:cubicBezTo>
                <a:close/>
                <a:moveTo>
                  <a:pt x="5829" y="1"/>
                </a:moveTo>
                <a:cubicBezTo>
                  <a:pt x="2647" y="1"/>
                  <a:pt x="0" y="2616"/>
                  <a:pt x="0" y="5829"/>
                </a:cubicBezTo>
                <a:cubicBezTo>
                  <a:pt x="0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89" y="2616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2" name="Google Shape;3212;p23"/>
          <p:cNvSpPr/>
          <p:nvPr/>
        </p:nvSpPr>
        <p:spPr>
          <a:xfrm>
            <a:off x="2538288" y="3777530"/>
            <a:ext cx="377379" cy="282298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3" name="Google Shape;3213;p23"/>
          <p:cNvSpPr txBox="1"/>
          <p:nvPr/>
        </p:nvSpPr>
        <p:spPr>
          <a:xfrm>
            <a:off x="635795" y="912396"/>
            <a:ext cx="3705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50" lIns="68550" spcFirstLastPara="1" rIns="68550" wrap="square" tIns="68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Help &amp; Support Icons</a:t>
            </a:r>
            <a:endParaRPr b="1" i="0" sz="2400" u="none" cap="none" strike="noStrike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214" name="Google Shape;3214;p23"/>
          <p:cNvSpPr txBox="1"/>
          <p:nvPr/>
        </p:nvSpPr>
        <p:spPr>
          <a:xfrm>
            <a:off x="4902248" y="912396"/>
            <a:ext cx="3705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50" lIns="68550" spcFirstLastPara="1" rIns="68550" wrap="square" tIns="6855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Teamwork Icons</a:t>
            </a:r>
            <a:endParaRPr/>
          </a:p>
        </p:txBody>
      </p:sp>
      <p:sp>
        <p:nvSpPr>
          <p:cNvPr id="3215" name="Google Shape;3215;p23"/>
          <p:cNvSpPr/>
          <p:nvPr/>
        </p:nvSpPr>
        <p:spPr>
          <a:xfrm>
            <a:off x="4947979" y="1693113"/>
            <a:ext cx="112430" cy="82075"/>
          </a:xfrm>
          <a:custGeom>
            <a:rect b="b" l="l" r="r" t="t"/>
            <a:pathLst>
              <a:path extrusionOk="0" h="3466" w="3561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6" name="Google Shape;3216;p23"/>
          <p:cNvSpPr/>
          <p:nvPr/>
        </p:nvSpPr>
        <p:spPr>
          <a:xfrm>
            <a:off x="5080297" y="1595390"/>
            <a:ext cx="198970" cy="147740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7" name="Google Shape;3217;p23"/>
          <p:cNvSpPr/>
          <p:nvPr/>
        </p:nvSpPr>
        <p:spPr>
          <a:xfrm>
            <a:off x="4903243" y="1771442"/>
            <a:ext cx="198970" cy="102961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8" name="Google Shape;3218;p23"/>
          <p:cNvSpPr/>
          <p:nvPr/>
        </p:nvSpPr>
        <p:spPr>
          <a:xfrm>
            <a:off x="4938050" y="1988909"/>
            <a:ext cx="64692" cy="48497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9" name="Google Shape;3219;p23"/>
          <p:cNvSpPr/>
          <p:nvPr/>
        </p:nvSpPr>
        <p:spPr>
          <a:xfrm>
            <a:off x="5013665" y="1947116"/>
            <a:ext cx="155179" cy="98959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0" name="Google Shape;3220;p23"/>
          <p:cNvSpPr/>
          <p:nvPr/>
        </p:nvSpPr>
        <p:spPr>
          <a:xfrm>
            <a:off x="4902248" y="2045596"/>
            <a:ext cx="179079" cy="181886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1" name="Google Shape;3221;p23"/>
          <p:cNvSpPr/>
          <p:nvPr/>
        </p:nvSpPr>
        <p:spPr>
          <a:xfrm>
            <a:off x="5179763" y="1988909"/>
            <a:ext cx="64692" cy="48497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2" name="Google Shape;3222;p23"/>
          <p:cNvSpPr/>
          <p:nvPr/>
        </p:nvSpPr>
        <p:spPr>
          <a:xfrm>
            <a:off x="5101181" y="2046353"/>
            <a:ext cx="179079" cy="182431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3" name="Google Shape;3223;p23"/>
          <p:cNvSpPr/>
          <p:nvPr/>
        </p:nvSpPr>
        <p:spPr>
          <a:xfrm>
            <a:off x="5045459" y="2305454"/>
            <a:ext cx="89571" cy="64931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4" name="Google Shape;3224;p23"/>
          <p:cNvSpPr/>
          <p:nvPr/>
        </p:nvSpPr>
        <p:spPr>
          <a:xfrm>
            <a:off x="4937041" y="2453920"/>
            <a:ext cx="87582" cy="64907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5" name="Google Shape;3225;p23"/>
          <p:cNvSpPr/>
          <p:nvPr/>
        </p:nvSpPr>
        <p:spPr>
          <a:xfrm>
            <a:off x="5157853" y="2454654"/>
            <a:ext cx="86572" cy="64931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6" name="Google Shape;3226;p23"/>
          <p:cNvSpPr/>
          <p:nvPr/>
        </p:nvSpPr>
        <p:spPr>
          <a:xfrm>
            <a:off x="4904239" y="2518066"/>
            <a:ext cx="154200" cy="67914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7" name="Google Shape;3227;p23"/>
          <p:cNvSpPr/>
          <p:nvPr/>
        </p:nvSpPr>
        <p:spPr>
          <a:xfrm>
            <a:off x="5013634" y="2368866"/>
            <a:ext cx="155210" cy="68648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8" name="Google Shape;3228;p23"/>
          <p:cNvSpPr/>
          <p:nvPr/>
        </p:nvSpPr>
        <p:spPr>
          <a:xfrm>
            <a:off x="5124041" y="2518066"/>
            <a:ext cx="154232" cy="67914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9" name="Google Shape;3229;p23"/>
          <p:cNvSpPr/>
          <p:nvPr/>
        </p:nvSpPr>
        <p:spPr>
          <a:xfrm>
            <a:off x="5041481" y="2453921"/>
            <a:ext cx="97527" cy="6118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0" name="Google Shape;3230;p23"/>
          <p:cNvSpPr/>
          <p:nvPr/>
        </p:nvSpPr>
        <p:spPr>
          <a:xfrm>
            <a:off x="7398016" y="1726868"/>
            <a:ext cx="109430" cy="49254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1" name="Google Shape;3231;p23"/>
          <p:cNvSpPr/>
          <p:nvPr/>
        </p:nvSpPr>
        <p:spPr>
          <a:xfrm>
            <a:off x="7429839" y="1677640"/>
            <a:ext cx="44801" cy="33578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2" name="Google Shape;3232;p23"/>
          <p:cNvSpPr/>
          <p:nvPr/>
        </p:nvSpPr>
        <p:spPr>
          <a:xfrm>
            <a:off x="7289599" y="1595190"/>
            <a:ext cx="328259" cy="279424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3" name="Google Shape;3233;p23"/>
          <p:cNvSpPr/>
          <p:nvPr/>
        </p:nvSpPr>
        <p:spPr>
          <a:xfrm>
            <a:off x="7265225" y="2095771"/>
            <a:ext cx="66650" cy="131329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4" name="Google Shape;3234;p23"/>
          <p:cNvSpPr/>
          <p:nvPr/>
        </p:nvSpPr>
        <p:spPr>
          <a:xfrm>
            <a:off x="7332853" y="1948797"/>
            <a:ext cx="240740" cy="152215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5" name="Google Shape;3235;p23"/>
          <p:cNvSpPr/>
          <p:nvPr/>
        </p:nvSpPr>
        <p:spPr>
          <a:xfrm>
            <a:off x="7353752" y="2090917"/>
            <a:ext cx="288478" cy="119016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6" name="Google Shape;3236;p23"/>
          <p:cNvSpPr/>
          <p:nvPr/>
        </p:nvSpPr>
        <p:spPr>
          <a:xfrm>
            <a:off x="7266220" y="2305833"/>
            <a:ext cx="277554" cy="21264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7" name="Google Shape;3237;p23"/>
          <p:cNvSpPr/>
          <p:nvPr/>
        </p:nvSpPr>
        <p:spPr>
          <a:xfrm>
            <a:off x="7399483" y="2370476"/>
            <a:ext cx="241751" cy="82951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8" name="Google Shape;3238;p23"/>
          <p:cNvSpPr/>
          <p:nvPr/>
        </p:nvSpPr>
        <p:spPr>
          <a:xfrm>
            <a:off x="7291066" y="2525904"/>
            <a:ext cx="238751" cy="5969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9" name="Google Shape;3239;p23"/>
          <p:cNvSpPr/>
          <p:nvPr/>
        </p:nvSpPr>
        <p:spPr>
          <a:xfrm>
            <a:off x="7332835" y="2354328"/>
            <a:ext cx="145265" cy="115653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0" name="Google Shape;3240;p23"/>
          <p:cNvSpPr/>
          <p:nvPr/>
        </p:nvSpPr>
        <p:spPr>
          <a:xfrm>
            <a:off x="6034988" y="2825506"/>
            <a:ext cx="44770" cy="33602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1" name="Google Shape;3241;p23"/>
          <p:cNvSpPr/>
          <p:nvPr/>
        </p:nvSpPr>
        <p:spPr>
          <a:xfrm>
            <a:off x="6014087" y="2875492"/>
            <a:ext cx="88561" cy="32844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2" name="Google Shape;3242;p23"/>
          <p:cNvSpPr/>
          <p:nvPr/>
        </p:nvSpPr>
        <p:spPr>
          <a:xfrm>
            <a:off x="5959373" y="2793421"/>
            <a:ext cx="197991" cy="164908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3" name="Google Shape;3243;p23"/>
          <p:cNvSpPr/>
          <p:nvPr/>
        </p:nvSpPr>
        <p:spPr>
          <a:xfrm>
            <a:off x="5937494" y="2677798"/>
            <a:ext cx="241751" cy="33602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4" name="Google Shape;3244;p23"/>
          <p:cNvSpPr/>
          <p:nvPr/>
        </p:nvSpPr>
        <p:spPr>
          <a:xfrm>
            <a:off x="5870846" y="2728518"/>
            <a:ext cx="373061" cy="130595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5" name="Google Shape;3245;p23"/>
          <p:cNvSpPr/>
          <p:nvPr/>
        </p:nvSpPr>
        <p:spPr>
          <a:xfrm>
            <a:off x="5868367" y="3045729"/>
            <a:ext cx="378018" cy="21264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6" name="Google Shape;3246;p23"/>
          <p:cNvSpPr/>
          <p:nvPr/>
        </p:nvSpPr>
        <p:spPr>
          <a:xfrm>
            <a:off x="5952916" y="3275484"/>
            <a:ext cx="198970" cy="32868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7" name="Google Shape;3247;p23"/>
          <p:cNvSpPr/>
          <p:nvPr/>
        </p:nvSpPr>
        <p:spPr>
          <a:xfrm>
            <a:off x="6022044" y="3418649"/>
            <a:ext cx="67660" cy="48520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8" name="Google Shape;3248;p23"/>
          <p:cNvSpPr/>
          <p:nvPr/>
        </p:nvSpPr>
        <p:spPr>
          <a:xfrm>
            <a:off x="5934527" y="3582766"/>
            <a:ext cx="64660" cy="48520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9" name="Google Shape;3249;p23"/>
          <p:cNvSpPr/>
          <p:nvPr/>
        </p:nvSpPr>
        <p:spPr>
          <a:xfrm>
            <a:off x="6111581" y="3582766"/>
            <a:ext cx="64660" cy="48520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0" name="Google Shape;3250;p23"/>
          <p:cNvSpPr/>
          <p:nvPr/>
        </p:nvSpPr>
        <p:spPr>
          <a:xfrm>
            <a:off x="5868858" y="3533539"/>
            <a:ext cx="377039" cy="115653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1" name="Google Shape;3251;p23"/>
          <p:cNvSpPr/>
          <p:nvPr/>
        </p:nvSpPr>
        <p:spPr>
          <a:xfrm>
            <a:off x="6080735" y="3639453"/>
            <a:ext cx="131342" cy="58963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2" name="Google Shape;3252;p23"/>
          <p:cNvSpPr/>
          <p:nvPr/>
        </p:nvSpPr>
        <p:spPr>
          <a:xfrm>
            <a:off x="5990218" y="3474602"/>
            <a:ext cx="132320" cy="41795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3" name="Google Shape;3253;p23"/>
          <p:cNvSpPr/>
          <p:nvPr/>
        </p:nvSpPr>
        <p:spPr>
          <a:xfrm>
            <a:off x="5903681" y="3639453"/>
            <a:ext cx="129353" cy="58963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4" name="Google Shape;3254;p23"/>
          <p:cNvSpPr/>
          <p:nvPr/>
        </p:nvSpPr>
        <p:spPr>
          <a:xfrm>
            <a:off x="8435385" y="2829225"/>
            <a:ext cx="86540" cy="79849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5" name="Google Shape;3255;p23"/>
          <p:cNvSpPr/>
          <p:nvPr/>
        </p:nvSpPr>
        <p:spPr>
          <a:xfrm>
            <a:off x="8383639" y="2879210"/>
            <a:ext cx="78616" cy="29126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6" name="Google Shape;3256;p23"/>
          <p:cNvSpPr/>
          <p:nvPr/>
        </p:nvSpPr>
        <p:spPr>
          <a:xfrm>
            <a:off x="8324948" y="2827733"/>
            <a:ext cx="87582" cy="80607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7" name="Google Shape;3257;p23"/>
          <p:cNvSpPr/>
          <p:nvPr/>
        </p:nvSpPr>
        <p:spPr>
          <a:xfrm>
            <a:off x="8303069" y="2924721"/>
            <a:ext cx="241751" cy="33602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8" name="Google Shape;3258;p23"/>
          <p:cNvSpPr/>
          <p:nvPr/>
        </p:nvSpPr>
        <p:spPr>
          <a:xfrm>
            <a:off x="8303069" y="2677799"/>
            <a:ext cx="241751" cy="33602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9" name="Google Shape;3259;p23"/>
          <p:cNvSpPr/>
          <p:nvPr/>
        </p:nvSpPr>
        <p:spPr>
          <a:xfrm>
            <a:off x="8325958" y="2726293"/>
            <a:ext cx="195971" cy="33768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0" name="Google Shape;3260;p23"/>
          <p:cNvSpPr/>
          <p:nvPr/>
        </p:nvSpPr>
        <p:spPr>
          <a:xfrm>
            <a:off x="8323969" y="2756128"/>
            <a:ext cx="196981" cy="70140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1" name="Google Shape;3261;p23"/>
          <p:cNvSpPr/>
          <p:nvPr/>
        </p:nvSpPr>
        <p:spPr>
          <a:xfrm>
            <a:off x="5377785" y="1594645"/>
            <a:ext cx="264641" cy="2476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2" name="Google Shape;3262;p23"/>
          <p:cNvSpPr/>
          <p:nvPr/>
        </p:nvSpPr>
        <p:spPr>
          <a:xfrm>
            <a:off x="5428521" y="1632673"/>
            <a:ext cx="59735" cy="45537"/>
          </a:xfrm>
          <a:custGeom>
            <a:rect b="b" l="l" r="r" t="t"/>
            <a:pathLst>
              <a:path extrusionOk="0" h="1923" w="1892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3" name="Google Shape;3263;p23"/>
          <p:cNvSpPr/>
          <p:nvPr/>
        </p:nvSpPr>
        <p:spPr>
          <a:xfrm>
            <a:off x="5511081" y="1695350"/>
            <a:ext cx="154200" cy="114919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4" name="Google Shape;3264;p23"/>
          <p:cNvSpPr/>
          <p:nvPr/>
        </p:nvSpPr>
        <p:spPr>
          <a:xfrm>
            <a:off x="5420565" y="1628956"/>
            <a:ext cx="242729" cy="229791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5" name="Google Shape;3265;p23"/>
          <p:cNvSpPr/>
          <p:nvPr/>
        </p:nvSpPr>
        <p:spPr>
          <a:xfrm>
            <a:off x="5640398" y="1790823"/>
            <a:ext cx="114419" cy="84324"/>
          </a:xfrm>
          <a:custGeom>
            <a:rect b="b" l="l" r="r" t="t"/>
            <a:pathLst>
              <a:path extrusionOk="0" h="3561" w="3624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6" name="Google Shape;3266;p23"/>
          <p:cNvSpPr/>
          <p:nvPr/>
        </p:nvSpPr>
        <p:spPr>
          <a:xfrm>
            <a:off x="5400691" y="1948796"/>
            <a:ext cx="262620" cy="27831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7" name="Google Shape;3267;p23"/>
          <p:cNvSpPr/>
          <p:nvPr/>
        </p:nvSpPr>
        <p:spPr>
          <a:xfrm>
            <a:off x="5681173" y="2013699"/>
            <a:ext cx="72648" cy="52996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8" name="Google Shape;3268;p23"/>
          <p:cNvSpPr/>
          <p:nvPr/>
        </p:nvSpPr>
        <p:spPr>
          <a:xfrm>
            <a:off x="5557981" y="2115896"/>
            <a:ext cx="58567" cy="42648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9" name="Google Shape;3269;p23"/>
          <p:cNvSpPr/>
          <p:nvPr/>
        </p:nvSpPr>
        <p:spPr>
          <a:xfrm>
            <a:off x="5588669" y="2044292"/>
            <a:ext cx="123385" cy="92541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0" name="Google Shape;3270;p23"/>
          <p:cNvSpPr/>
          <p:nvPr/>
        </p:nvSpPr>
        <p:spPr>
          <a:xfrm>
            <a:off x="5598614" y="1952537"/>
            <a:ext cx="59704" cy="44779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1" name="Google Shape;3271;p23"/>
          <p:cNvSpPr/>
          <p:nvPr/>
        </p:nvSpPr>
        <p:spPr>
          <a:xfrm>
            <a:off x="5378781" y="2194984"/>
            <a:ext cx="209926" cy="32110"/>
          </a:xfrm>
          <a:custGeom>
            <a:rect b="b" l="l" r="r" t="t"/>
            <a:pathLst>
              <a:path extrusionOk="0" h="1356" w="6649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2" name="Google Shape;3272;p23"/>
          <p:cNvSpPr/>
          <p:nvPr/>
        </p:nvSpPr>
        <p:spPr>
          <a:xfrm>
            <a:off x="5378290" y="2305087"/>
            <a:ext cx="376028" cy="28127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3" name="Google Shape;3273;p23"/>
          <p:cNvSpPr/>
          <p:nvPr/>
        </p:nvSpPr>
        <p:spPr>
          <a:xfrm>
            <a:off x="5521532" y="2469939"/>
            <a:ext cx="91560" cy="49254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4" name="Google Shape;3274;p23"/>
          <p:cNvSpPr/>
          <p:nvPr/>
        </p:nvSpPr>
        <p:spPr>
          <a:xfrm>
            <a:off x="5544421" y="2420711"/>
            <a:ext cx="44801" cy="33602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5" name="Google Shape;3275;p23"/>
          <p:cNvSpPr/>
          <p:nvPr/>
        </p:nvSpPr>
        <p:spPr>
          <a:xfrm>
            <a:off x="5468806" y="2370725"/>
            <a:ext cx="196981" cy="129837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6" name="Google Shape;3276;p23"/>
          <p:cNvSpPr/>
          <p:nvPr/>
        </p:nvSpPr>
        <p:spPr>
          <a:xfrm>
            <a:off x="7891120" y="1595012"/>
            <a:ext cx="86572" cy="6566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7" name="Google Shape;3277;p23"/>
          <p:cNvSpPr/>
          <p:nvPr/>
        </p:nvSpPr>
        <p:spPr>
          <a:xfrm>
            <a:off x="7857306" y="1792706"/>
            <a:ext cx="21911" cy="32844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8" name="Google Shape;3278;p23"/>
          <p:cNvSpPr/>
          <p:nvPr/>
        </p:nvSpPr>
        <p:spPr>
          <a:xfrm>
            <a:off x="7900087" y="1792706"/>
            <a:ext cx="22888" cy="32844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9" name="Google Shape;3279;p23"/>
          <p:cNvSpPr/>
          <p:nvPr/>
        </p:nvSpPr>
        <p:spPr>
          <a:xfrm>
            <a:off x="7813548" y="1792706"/>
            <a:ext cx="21911" cy="32844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0" name="Google Shape;3280;p23"/>
          <p:cNvSpPr/>
          <p:nvPr/>
        </p:nvSpPr>
        <p:spPr>
          <a:xfrm>
            <a:off x="7943845" y="1792706"/>
            <a:ext cx="43791" cy="32844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1" name="Google Shape;3281;p23"/>
          <p:cNvSpPr/>
          <p:nvPr/>
        </p:nvSpPr>
        <p:spPr>
          <a:xfrm>
            <a:off x="7746900" y="1744212"/>
            <a:ext cx="308369" cy="130572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2" name="Google Shape;3282;p23"/>
          <p:cNvSpPr/>
          <p:nvPr/>
        </p:nvSpPr>
        <p:spPr>
          <a:xfrm>
            <a:off x="8077141" y="1777031"/>
            <a:ext cx="43791" cy="64931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3" name="Google Shape;3283;p23"/>
          <p:cNvSpPr/>
          <p:nvPr/>
        </p:nvSpPr>
        <p:spPr>
          <a:xfrm>
            <a:off x="7857307" y="1658424"/>
            <a:ext cx="154200" cy="69406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4" name="Google Shape;3284;p23"/>
          <p:cNvSpPr/>
          <p:nvPr/>
        </p:nvSpPr>
        <p:spPr>
          <a:xfrm>
            <a:off x="7911515" y="2028986"/>
            <a:ext cx="44801" cy="33602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5" name="Google Shape;3285;p23"/>
          <p:cNvSpPr/>
          <p:nvPr/>
        </p:nvSpPr>
        <p:spPr>
          <a:xfrm>
            <a:off x="7892635" y="2078972"/>
            <a:ext cx="84583" cy="3211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6" name="Google Shape;3286;p23"/>
          <p:cNvSpPr/>
          <p:nvPr/>
        </p:nvSpPr>
        <p:spPr>
          <a:xfrm>
            <a:off x="7856802" y="1996925"/>
            <a:ext cx="154232" cy="9327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7" name="Google Shape;3287;p23"/>
          <p:cNvSpPr/>
          <p:nvPr/>
        </p:nvSpPr>
        <p:spPr>
          <a:xfrm>
            <a:off x="7788196" y="1948289"/>
            <a:ext cx="289488" cy="24485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8" name="Google Shape;3288;p23"/>
          <p:cNvSpPr/>
          <p:nvPr/>
        </p:nvSpPr>
        <p:spPr>
          <a:xfrm>
            <a:off x="7769285" y="2146125"/>
            <a:ext cx="329270" cy="81483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9" name="Google Shape;3289;p23"/>
          <p:cNvSpPr/>
          <p:nvPr/>
        </p:nvSpPr>
        <p:spPr>
          <a:xfrm>
            <a:off x="7859311" y="2354707"/>
            <a:ext cx="154200" cy="66422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0" name="Google Shape;3290;p23"/>
          <p:cNvSpPr/>
          <p:nvPr/>
        </p:nvSpPr>
        <p:spPr>
          <a:xfrm>
            <a:off x="7812554" y="2518825"/>
            <a:ext cx="242729" cy="67156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1" name="Google Shape;3291;p23"/>
          <p:cNvSpPr/>
          <p:nvPr/>
        </p:nvSpPr>
        <p:spPr>
          <a:xfrm>
            <a:off x="7893125" y="2305454"/>
            <a:ext cx="86572" cy="33602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2" name="Google Shape;3292;p23"/>
          <p:cNvSpPr/>
          <p:nvPr/>
        </p:nvSpPr>
        <p:spPr>
          <a:xfrm>
            <a:off x="7860322" y="2436753"/>
            <a:ext cx="150222" cy="66422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3" name="Google Shape;3293;p23"/>
          <p:cNvSpPr/>
          <p:nvPr/>
        </p:nvSpPr>
        <p:spPr>
          <a:xfrm>
            <a:off x="6427699" y="2826251"/>
            <a:ext cx="44801" cy="33602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4" name="Google Shape;3294;p23"/>
          <p:cNvSpPr/>
          <p:nvPr/>
        </p:nvSpPr>
        <p:spPr>
          <a:xfrm>
            <a:off x="6406800" y="2876238"/>
            <a:ext cx="87582" cy="32844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5" name="Google Shape;3295;p23"/>
          <p:cNvSpPr/>
          <p:nvPr/>
        </p:nvSpPr>
        <p:spPr>
          <a:xfrm>
            <a:off x="6342172" y="2777757"/>
            <a:ext cx="373029" cy="179826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6" name="Google Shape;3296;p23"/>
          <p:cNvSpPr/>
          <p:nvPr/>
        </p:nvSpPr>
        <p:spPr>
          <a:xfrm>
            <a:off x="6450589" y="2727772"/>
            <a:ext cx="154200" cy="66422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7" name="Google Shape;3297;p23"/>
          <p:cNvSpPr/>
          <p:nvPr/>
        </p:nvSpPr>
        <p:spPr>
          <a:xfrm>
            <a:off x="6472468" y="2678543"/>
            <a:ext cx="109430" cy="33602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8" name="Google Shape;3298;p23"/>
          <p:cNvSpPr/>
          <p:nvPr/>
        </p:nvSpPr>
        <p:spPr>
          <a:xfrm>
            <a:off x="6406814" y="3119204"/>
            <a:ext cx="21911" cy="82099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9" name="Google Shape;3299;p23"/>
          <p:cNvSpPr/>
          <p:nvPr/>
        </p:nvSpPr>
        <p:spPr>
          <a:xfrm>
            <a:off x="6627627" y="3119204"/>
            <a:ext cx="22922" cy="82099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0" name="Google Shape;3300;p23"/>
          <p:cNvSpPr/>
          <p:nvPr/>
        </p:nvSpPr>
        <p:spPr>
          <a:xfrm>
            <a:off x="6406814" y="3217685"/>
            <a:ext cx="21911" cy="98509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1" name="Google Shape;3301;p23"/>
          <p:cNvSpPr/>
          <p:nvPr/>
        </p:nvSpPr>
        <p:spPr>
          <a:xfrm>
            <a:off x="6627627" y="3217685"/>
            <a:ext cx="22922" cy="98509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2" name="Google Shape;3302;p23"/>
          <p:cNvSpPr/>
          <p:nvPr/>
        </p:nvSpPr>
        <p:spPr>
          <a:xfrm>
            <a:off x="6342156" y="3119204"/>
            <a:ext cx="43791" cy="82099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3" name="Google Shape;3303;p23"/>
          <p:cNvSpPr/>
          <p:nvPr/>
        </p:nvSpPr>
        <p:spPr>
          <a:xfrm>
            <a:off x="6451583" y="3119204"/>
            <a:ext cx="154200" cy="82099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4" name="Google Shape;3304;p23"/>
          <p:cNvSpPr/>
          <p:nvPr/>
        </p:nvSpPr>
        <p:spPr>
          <a:xfrm>
            <a:off x="6671385" y="3205750"/>
            <a:ext cx="43823" cy="111178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5" name="Google Shape;3305;p23"/>
          <p:cNvSpPr/>
          <p:nvPr/>
        </p:nvSpPr>
        <p:spPr>
          <a:xfrm>
            <a:off x="6342156" y="3205750"/>
            <a:ext cx="43791" cy="11044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6" name="Google Shape;3306;p23"/>
          <p:cNvSpPr/>
          <p:nvPr/>
        </p:nvSpPr>
        <p:spPr>
          <a:xfrm>
            <a:off x="6517220" y="3217685"/>
            <a:ext cx="21911" cy="17192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7" name="Google Shape;3307;p23"/>
          <p:cNvSpPr/>
          <p:nvPr/>
        </p:nvSpPr>
        <p:spPr>
          <a:xfrm>
            <a:off x="6671385" y="3119204"/>
            <a:ext cx="43823" cy="82099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8" name="Google Shape;3308;p23"/>
          <p:cNvSpPr/>
          <p:nvPr/>
        </p:nvSpPr>
        <p:spPr>
          <a:xfrm>
            <a:off x="6451583" y="3217685"/>
            <a:ext cx="154200" cy="98509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9" name="Google Shape;3309;p23"/>
          <p:cNvSpPr/>
          <p:nvPr/>
        </p:nvSpPr>
        <p:spPr>
          <a:xfrm>
            <a:off x="6450573" y="3037158"/>
            <a:ext cx="154200" cy="6566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0" name="Google Shape;3310;p23"/>
          <p:cNvSpPr/>
          <p:nvPr/>
        </p:nvSpPr>
        <p:spPr>
          <a:xfrm>
            <a:off x="6627154" y="3600313"/>
            <a:ext cx="65671" cy="98485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1" name="Google Shape;3311;p23"/>
          <p:cNvSpPr/>
          <p:nvPr/>
        </p:nvSpPr>
        <p:spPr>
          <a:xfrm>
            <a:off x="6452088" y="3600313"/>
            <a:ext cx="153190" cy="47952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2" name="Google Shape;3312;p23"/>
          <p:cNvSpPr/>
          <p:nvPr/>
        </p:nvSpPr>
        <p:spPr>
          <a:xfrm>
            <a:off x="6452088" y="3653282"/>
            <a:ext cx="153190" cy="45513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3" name="Google Shape;3313;p23"/>
          <p:cNvSpPr/>
          <p:nvPr/>
        </p:nvSpPr>
        <p:spPr>
          <a:xfrm>
            <a:off x="6364540" y="3599555"/>
            <a:ext cx="65702" cy="99243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4" name="Google Shape;3314;p23"/>
          <p:cNvSpPr/>
          <p:nvPr/>
        </p:nvSpPr>
        <p:spPr>
          <a:xfrm>
            <a:off x="6462033" y="3500341"/>
            <a:ext cx="131310" cy="100001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5" name="Google Shape;3315;p23"/>
          <p:cNvSpPr/>
          <p:nvPr/>
        </p:nvSpPr>
        <p:spPr>
          <a:xfrm>
            <a:off x="6406309" y="3418271"/>
            <a:ext cx="240772" cy="164908"/>
          </a:xfrm>
          <a:custGeom>
            <a:rect b="b" l="l" r="r" t="t"/>
            <a:pathLst>
              <a:path extrusionOk="0" h="6964" w="7626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6" name="Google Shape;3316;p23"/>
          <p:cNvSpPr/>
          <p:nvPr/>
        </p:nvSpPr>
        <p:spPr>
          <a:xfrm>
            <a:off x="8237431" y="3168078"/>
            <a:ext cx="373029" cy="148474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7" name="Google Shape;3317;p23"/>
          <p:cNvSpPr/>
          <p:nvPr/>
        </p:nvSpPr>
        <p:spPr>
          <a:xfrm>
            <a:off x="8367727" y="3218063"/>
            <a:ext cx="111419" cy="16434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8" name="Google Shape;3318;p23"/>
          <p:cNvSpPr/>
          <p:nvPr/>
        </p:nvSpPr>
        <p:spPr>
          <a:xfrm>
            <a:off x="8259310" y="3037537"/>
            <a:ext cx="109430" cy="32844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9" name="Google Shape;3319;p23"/>
          <p:cNvSpPr/>
          <p:nvPr/>
        </p:nvSpPr>
        <p:spPr>
          <a:xfrm>
            <a:off x="8258300" y="3086008"/>
            <a:ext cx="109462" cy="65688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0" name="Google Shape;3320;p23"/>
          <p:cNvSpPr/>
          <p:nvPr/>
        </p:nvSpPr>
        <p:spPr>
          <a:xfrm>
            <a:off x="8481101" y="3053188"/>
            <a:ext cx="108452" cy="65688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1" name="Google Shape;3321;p23"/>
          <p:cNvSpPr/>
          <p:nvPr/>
        </p:nvSpPr>
        <p:spPr>
          <a:xfrm>
            <a:off x="8479112" y="3135993"/>
            <a:ext cx="109462" cy="16434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2" name="Google Shape;3322;p23"/>
          <p:cNvSpPr/>
          <p:nvPr/>
        </p:nvSpPr>
        <p:spPr>
          <a:xfrm>
            <a:off x="8389607" y="3070356"/>
            <a:ext cx="67660" cy="82075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3" name="Google Shape;3323;p23"/>
          <p:cNvSpPr/>
          <p:nvPr/>
        </p:nvSpPr>
        <p:spPr>
          <a:xfrm>
            <a:off x="5996820" y="1695350"/>
            <a:ext cx="87582" cy="64931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4" name="Google Shape;3324;p23"/>
          <p:cNvSpPr/>
          <p:nvPr/>
        </p:nvSpPr>
        <p:spPr>
          <a:xfrm>
            <a:off x="5853610" y="1594645"/>
            <a:ext cx="375018" cy="280513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5" name="Google Shape;3325;p23"/>
          <p:cNvSpPr/>
          <p:nvPr/>
        </p:nvSpPr>
        <p:spPr>
          <a:xfrm>
            <a:off x="5966983" y="1758762"/>
            <a:ext cx="147254" cy="50012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6" name="Google Shape;3326;p23"/>
          <p:cNvSpPr/>
          <p:nvPr/>
        </p:nvSpPr>
        <p:spPr>
          <a:xfrm>
            <a:off x="5855127" y="1948895"/>
            <a:ext cx="372050" cy="27828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7" name="Google Shape;3327;p23"/>
          <p:cNvSpPr/>
          <p:nvPr/>
        </p:nvSpPr>
        <p:spPr>
          <a:xfrm>
            <a:off x="5853105" y="2304815"/>
            <a:ext cx="376028" cy="281816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8" name="Google Shape;3328;p23"/>
          <p:cNvSpPr/>
          <p:nvPr/>
        </p:nvSpPr>
        <p:spPr>
          <a:xfrm>
            <a:off x="6029148" y="2405522"/>
            <a:ext cx="21911" cy="49254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9" name="Google Shape;3329;p23"/>
          <p:cNvSpPr/>
          <p:nvPr/>
        </p:nvSpPr>
        <p:spPr>
          <a:xfrm>
            <a:off x="5941631" y="2438339"/>
            <a:ext cx="21911" cy="16434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0" name="Google Shape;3330;p23"/>
          <p:cNvSpPr/>
          <p:nvPr/>
        </p:nvSpPr>
        <p:spPr>
          <a:xfrm>
            <a:off x="6116697" y="2372702"/>
            <a:ext cx="22888" cy="82075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1" name="Google Shape;3331;p23"/>
          <p:cNvSpPr/>
          <p:nvPr/>
        </p:nvSpPr>
        <p:spPr>
          <a:xfrm>
            <a:off x="8272840" y="1595012"/>
            <a:ext cx="284531" cy="196970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2" name="Google Shape;3332;p23"/>
          <p:cNvSpPr/>
          <p:nvPr/>
        </p:nvSpPr>
        <p:spPr>
          <a:xfrm>
            <a:off x="8393223" y="1643507"/>
            <a:ext cx="44770" cy="33602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3" name="Google Shape;3333;p23"/>
          <p:cNvSpPr/>
          <p:nvPr/>
        </p:nvSpPr>
        <p:spPr>
          <a:xfrm>
            <a:off x="8339488" y="1808357"/>
            <a:ext cx="153221" cy="33602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4" name="Google Shape;3334;p23"/>
          <p:cNvSpPr/>
          <p:nvPr/>
        </p:nvSpPr>
        <p:spPr>
          <a:xfrm>
            <a:off x="8361367" y="1694226"/>
            <a:ext cx="109462" cy="49254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5" name="Google Shape;3335;p23"/>
          <p:cNvSpPr/>
          <p:nvPr/>
        </p:nvSpPr>
        <p:spPr>
          <a:xfrm>
            <a:off x="8361367" y="1858343"/>
            <a:ext cx="110441" cy="16434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6" name="Google Shape;3336;p23"/>
          <p:cNvSpPr/>
          <p:nvPr/>
        </p:nvSpPr>
        <p:spPr>
          <a:xfrm>
            <a:off x="8218713" y="1947498"/>
            <a:ext cx="392951" cy="281082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7" name="Google Shape;3337;p23"/>
          <p:cNvSpPr/>
          <p:nvPr/>
        </p:nvSpPr>
        <p:spPr>
          <a:xfrm>
            <a:off x="8227093" y="2403568"/>
            <a:ext cx="376028" cy="182052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8" name="Google Shape;3338;p23"/>
          <p:cNvSpPr/>
          <p:nvPr/>
        </p:nvSpPr>
        <p:spPr>
          <a:xfrm>
            <a:off x="8391202" y="2355074"/>
            <a:ext cx="44801" cy="33578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9" name="Google Shape;3339;p23"/>
          <p:cNvSpPr/>
          <p:nvPr/>
        </p:nvSpPr>
        <p:spPr>
          <a:xfrm>
            <a:off x="8315620" y="2305821"/>
            <a:ext cx="195971" cy="12834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0" name="Google Shape;3340;p23"/>
          <p:cNvSpPr/>
          <p:nvPr/>
        </p:nvSpPr>
        <p:spPr>
          <a:xfrm>
            <a:off x="6925387" y="2743317"/>
            <a:ext cx="154200" cy="94033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1" name="Google Shape;3341;p23"/>
          <p:cNvSpPr/>
          <p:nvPr/>
        </p:nvSpPr>
        <p:spPr>
          <a:xfrm>
            <a:off x="6981079" y="2776893"/>
            <a:ext cx="44801" cy="33602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2" name="Google Shape;3342;p23"/>
          <p:cNvSpPr/>
          <p:nvPr/>
        </p:nvSpPr>
        <p:spPr>
          <a:xfrm>
            <a:off x="6839859" y="2677300"/>
            <a:ext cx="327281" cy="247338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3" name="Google Shape;3343;p23"/>
          <p:cNvSpPr/>
          <p:nvPr/>
        </p:nvSpPr>
        <p:spPr>
          <a:xfrm>
            <a:off x="6961189" y="2826146"/>
            <a:ext cx="84583" cy="32844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4" name="Google Shape;3344;p23"/>
          <p:cNvSpPr/>
          <p:nvPr/>
        </p:nvSpPr>
        <p:spPr>
          <a:xfrm>
            <a:off x="7070617" y="2874617"/>
            <a:ext cx="120386" cy="82383"/>
          </a:xfrm>
          <a:custGeom>
            <a:rect b="b" l="l" r="r" t="t"/>
            <a:pathLst>
              <a:path extrusionOk="0" h="3479" w="3813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5" name="Google Shape;3345;p23"/>
          <p:cNvSpPr/>
          <p:nvPr/>
        </p:nvSpPr>
        <p:spPr>
          <a:xfrm>
            <a:off x="6816970" y="2876107"/>
            <a:ext cx="120386" cy="82714"/>
          </a:xfrm>
          <a:custGeom>
            <a:rect b="b" l="l" r="r" t="t"/>
            <a:pathLst>
              <a:path extrusionOk="0" h="3493" w="3813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6" name="Google Shape;3346;p23"/>
          <p:cNvSpPr/>
          <p:nvPr/>
        </p:nvSpPr>
        <p:spPr>
          <a:xfrm>
            <a:off x="6915442" y="3168457"/>
            <a:ext cx="176080" cy="132063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7" name="Google Shape;3347;p23"/>
          <p:cNvSpPr/>
          <p:nvPr/>
        </p:nvSpPr>
        <p:spPr>
          <a:xfrm>
            <a:off x="7080562" y="3053567"/>
            <a:ext cx="87551" cy="6566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8" name="Google Shape;3348;p23"/>
          <p:cNvSpPr/>
          <p:nvPr/>
        </p:nvSpPr>
        <p:spPr>
          <a:xfrm>
            <a:off x="6839858" y="3053567"/>
            <a:ext cx="86540" cy="6566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9" name="Google Shape;3349;p23"/>
          <p:cNvSpPr/>
          <p:nvPr/>
        </p:nvSpPr>
        <p:spPr>
          <a:xfrm>
            <a:off x="6816970" y="3119204"/>
            <a:ext cx="132320" cy="49278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0" name="Google Shape;3350;p23"/>
          <p:cNvSpPr/>
          <p:nvPr/>
        </p:nvSpPr>
        <p:spPr>
          <a:xfrm>
            <a:off x="7059661" y="3119204"/>
            <a:ext cx="131342" cy="49278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1" name="Google Shape;3351;p23"/>
          <p:cNvSpPr/>
          <p:nvPr/>
        </p:nvSpPr>
        <p:spPr>
          <a:xfrm>
            <a:off x="7064650" y="3184865"/>
            <a:ext cx="126353" cy="50012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2" name="Google Shape;3352;p23"/>
          <p:cNvSpPr/>
          <p:nvPr/>
        </p:nvSpPr>
        <p:spPr>
          <a:xfrm>
            <a:off x="6816969" y="3184866"/>
            <a:ext cx="127363" cy="49254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3" name="Google Shape;3353;p23"/>
          <p:cNvSpPr/>
          <p:nvPr/>
        </p:nvSpPr>
        <p:spPr>
          <a:xfrm>
            <a:off x="7023858" y="3493983"/>
            <a:ext cx="84583" cy="99267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4" name="Google Shape;3354;p23"/>
          <p:cNvSpPr/>
          <p:nvPr/>
        </p:nvSpPr>
        <p:spPr>
          <a:xfrm>
            <a:off x="6910453" y="3418637"/>
            <a:ext cx="111451" cy="49278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5" name="Google Shape;3355;p23"/>
          <p:cNvSpPr/>
          <p:nvPr/>
        </p:nvSpPr>
        <p:spPr>
          <a:xfrm>
            <a:off x="6899529" y="3484299"/>
            <a:ext cx="131342" cy="2141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6" name="Google Shape;3356;p23"/>
          <p:cNvSpPr/>
          <p:nvPr/>
        </p:nvSpPr>
        <p:spPr>
          <a:xfrm>
            <a:off x="8302074" y="3634246"/>
            <a:ext cx="22922" cy="17166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7" name="Google Shape;3357;p23"/>
          <p:cNvSpPr/>
          <p:nvPr/>
        </p:nvSpPr>
        <p:spPr>
          <a:xfrm>
            <a:off x="8236436" y="3452226"/>
            <a:ext cx="287499" cy="246201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8" name="Google Shape;3358;p23"/>
          <p:cNvSpPr/>
          <p:nvPr/>
        </p:nvSpPr>
        <p:spPr>
          <a:xfrm>
            <a:off x="8312019" y="3418651"/>
            <a:ext cx="134309" cy="50746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9" name="Google Shape;3359;p23"/>
          <p:cNvSpPr/>
          <p:nvPr/>
        </p:nvSpPr>
        <p:spPr>
          <a:xfrm>
            <a:off x="8543787" y="3534274"/>
            <a:ext cx="65671" cy="100001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0" name="Google Shape;3360;p23"/>
          <p:cNvSpPr/>
          <p:nvPr/>
        </p:nvSpPr>
        <p:spPr>
          <a:xfrm>
            <a:off x="8545776" y="3485046"/>
            <a:ext cx="65671" cy="32844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1" name="Google Shape;3361;p23"/>
          <p:cNvSpPr/>
          <p:nvPr/>
        </p:nvSpPr>
        <p:spPr>
          <a:xfrm>
            <a:off x="8550732" y="3642438"/>
            <a:ext cx="54747" cy="41061"/>
          </a:xfrm>
          <a:custGeom>
            <a:rect b="b" l="l" r="r" t="t"/>
            <a:pathLst>
              <a:path extrusionOk="0" h="1734" w="1734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2" name="Google Shape;3362;p23"/>
          <p:cNvSpPr/>
          <p:nvPr/>
        </p:nvSpPr>
        <p:spPr>
          <a:xfrm>
            <a:off x="6348813" y="1681802"/>
            <a:ext cx="351149" cy="187285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3" name="Google Shape;3363;p23"/>
          <p:cNvSpPr/>
          <p:nvPr/>
        </p:nvSpPr>
        <p:spPr>
          <a:xfrm>
            <a:off x="6327945" y="1589312"/>
            <a:ext cx="350139" cy="187451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4" name="Google Shape;3364;p23"/>
          <p:cNvSpPr/>
          <p:nvPr/>
        </p:nvSpPr>
        <p:spPr>
          <a:xfrm>
            <a:off x="6394561" y="1639299"/>
            <a:ext cx="238783" cy="179068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5" name="Google Shape;3365;p23"/>
          <p:cNvSpPr/>
          <p:nvPr/>
        </p:nvSpPr>
        <p:spPr>
          <a:xfrm>
            <a:off x="6523347" y="2127855"/>
            <a:ext cx="22922" cy="33575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6" name="Google Shape;3366;p23"/>
          <p:cNvSpPr/>
          <p:nvPr/>
        </p:nvSpPr>
        <p:spPr>
          <a:xfrm>
            <a:off x="6479589" y="2077869"/>
            <a:ext cx="22888" cy="33575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7" name="Google Shape;3367;p23"/>
          <p:cNvSpPr/>
          <p:nvPr/>
        </p:nvSpPr>
        <p:spPr>
          <a:xfrm>
            <a:off x="6343325" y="1948062"/>
            <a:ext cx="341204" cy="27977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8" name="Google Shape;3368;p23"/>
          <p:cNvSpPr/>
          <p:nvPr/>
        </p:nvSpPr>
        <p:spPr>
          <a:xfrm>
            <a:off x="6483076" y="2305832"/>
            <a:ext cx="64692" cy="48520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9" name="Google Shape;3369;p23"/>
          <p:cNvSpPr/>
          <p:nvPr/>
        </p:nvSpPr>
        <p:spPr>
          <a:xfrm>
            <a:off x="6325912" y="2409522"/>
            <a:ext cx="376028" cy="176084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0" name="Google Shape;3370;p23"/>
          <p:cNvSpPr/>
          <p:nvPr/>
        </p:nvSpPr>
        <p:spPr>
          <a:xfrm>
            <a:off x="6460187" y="2370737"/>
            <a:ext cx="109462" cy="6566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1" name="Google Shape;3371;p23"/>
          <p:cNvSpPr/>
          <p:nvPr/>
        </p:nvSpPr>
        <p:spPr>
          <a:xfrm>
            <a:off x="5070647" y="2784470"/>
            <a:ext cx="87582" cy="64931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2" name="Google Shape;3372;p23"/>
          <p:cNvSpPr/>
          <p:nvPr/>
        </p:nvSpPr>
        <p:spPr>
          <a:xfrm>
            <a:off x="4971196" y="2677798"/>
            <a:ext cx="109430" cy="82099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3" name="Google Shape;3373;p23"/>
          <p:cNvSpPr/>
          <p:nvPr/>
        </p:nvSpPr>
        <p:spPr>
          <a:xfrm>
            <a:off x="5147239" y="2677798"/>
            <a:ext cx="109462" cy="82099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4" name="Google Shape;3374;p23"/>
          <p:cNvSpPr/>
          <p:nvPr/>
        </p:nvSpPr>
        <p:spPr>
          <a:xfrm>
            <a:off x="5086558" y="2862066"/>
            <a:ext cx="52758" cy="23893"/>
          </a:xfrm>
          <a:custGeom>
            <a:rect b="b" l="l" r="r" t="t"/>
            <a:pathLst>
              <a:path extrusionOk="0" h="1009" w="1671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5" name="Google Shape;3375;p23"/>
          <p:cNvSpPr/>
          <p:nvPr/>
        </p:nvSpPr>
        <p:spPr>
          <a:xfrm>
            <a:off x="5015932" y="2856833"/>
            <a:ext cx="88561" cy="100735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6" name="Google Shape;3376;p23"/>
          <p:cNvSpPr/>
          <p:nvPr/>
        </p:nvSpPr>
        <p:spPr>
          <a:xfrm>
            <a:off x="5125360" y="2857591"/>
            <a:ext cx="88561" cy="100735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7" name="Google Shape;3377;p23"/>
          <p:cNvSpPr/>
          <p:nvPr/>
        </p:nvSpPr>
        <p:spPr>
          <a:xfrm>
            <a:off x="5128360" y="2756885"/>
            <a:ext cx="174091" cy="102961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8" name="Google Shape;3378;p23"/>
          <p:cNvSpPr/>
          <p:nvPr/>
        </p:nvSpPr>
        <p:spPr>
          <a:xfrm>
            <a:off x="4928416" y="2756127"/>
            <a:ext cx="172102" cy="102984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9" name="Google Shape;3379;p23"/>
          <p:cNvSpPr/>
          <p:nvPr/>
        </p:nvSpPr>
        <p:spPr>
          <a:xfrm>
            <a:off x="5095020" y="3163235"/>
            <a:ext cx="22922" cy="15675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0" name="Google Shape;3380;p23"/>
          <p:cNvSpPr/>
          <p:nvPr/>
        </p:nvSpPr>
        <p:spPr>
          <a:xfrm>
            <a:off x="5046305" y="3130203"/>
            <a:ext cx="119376" cy="82099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1" name="Google Shape;3381;p23"/>
          <p:cNvSpPr/>
          <p:nvPr/>
        </p:nvSpPr>
        <p:spPr>
          <a:xfrm>
            <a:off x="5152733" y="3046854"/>
            <a:ext cx="149212" cy="112669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2" name="Google Shape;3382;p23"/>
          <p:cNvSpPr/>
          <p:nvPr/>
        </p:nvSpPr>
        <p:spPr>
          <a:xfrm>
            <a:off x="5098019" y="3210972"/>
            <a:ext cx="130331" cy="96993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3" name="Google Shape;3383;p23"/>
          <p:cNvSpPr/>
          <p:nvPr/>
        </p:nvSpPr>
        <p:spPr>
          <a:xfrm>
            <a:off x="5174613" y="3165461"/>
            <a:ext cx="113408" cy="84348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4" name="Google Shape;3384;p23"/>
          <p:cNvSpPr/>
          <p:nvPr/>
        </p:nvSpPr>
        <p:spPr>
          <a:xfrm>
            <a:off x="4938867" y="3204247"/>
            <a:ext cx="152211" cy="111935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5" name="Google Shape;3385;p23"/>
          <p:cNvSpPr/>
          <p:nvPr/>
        </p:nvSpPr>
        <p:spPr>
          <a:xfrm>
            <a:off x="5098019" y="3037904"/>
            <a:ext cx="131342" cy="79849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6" name="Google Shape;3386;p23"/>
          <p:cNvSpPr/>
          <p:nvPr/>
        </p:nvSpPr>
        <p:spPr>
          <a:xfrm>
            <a:off x="4928921" y="3160985"/>
            <a:ext cx="106462" cy="101492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7" name="Google Shape;3387;p23"/>
          <p:cNvSpPr/>
          <p:nvPr/>
        </p:nvSpPr>
        <p:spPr>
          <a:xfrm>
            <a:off x="5134832" y="3494741"/>
            <a:ext cx="167113" cy="146982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8" name="Google Shape;3388;p23"/>
          <p:cNvSpPr/>
          <p:nvPr/>
        </p:nvSpPr>
        <p:spPr>
          <a:xfrm>
            <a:off x="5125866" y="3418637"/>
            <a:ext cx="144255" cy="126120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9" name="Google Shape;3389;p23"/>
          <p:cNvSpPr/>
          <p:nvPr/>
        </p:nvSpPr>
        <p:spPr>
          <a:xfrm>
            <a:off x="4928921" y="3418637"/>
            <a:ext cx="323302" cy="27980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0" name="Google Shape;3390;p23"/>
          <p:cNvSpPr/>
          <p:nvPr/>
        </p:nvSpPr>
        <p:spPr>
          <a:xfrm>
            <a:off x="7479775" y="2678378"/>
            <a:ext cx="21911" cy="41795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1" name="Google Shape;3391;p23"/>
          <p:cNvSpPr/>
          <p:nvPr/>
        </p:nvSpPr>
        <p:spPr>
          <a:xfrm>
            <a:off x="7546424" y="2696090"/>
            <a:ext cx="44770" cy="32300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2" name="Google Shape;3392;p23"/>
          <p:cNvSpPr/>
          <p:nvPr/>
        </p:nvSpPr>
        <p:spPr>
          <a:xfrm>
            <a:off x="7611050" y="2794002"/>
            <a:ext cx="44801" cy="17192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3" name="Google Shape;3393;p23"/>
          <p:cNvSpPr/>
          <p:nvPr/>
        </p:nvSpPr>
        <p:spPr>
          <a:xfrm>
            <a:off x="7305689" y="2794001"/>
            <a:ext cx="44801" cy="16434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4" name="Google Shape;3394;p23"/>
          <p:cNvSpPr/>
          <p:nvPr/>
        </p:nvSpPr>
        <p:spPr>
          <a:xfrm>
            <a:off x="7392227" y="2696090"/>
            <a:ext cx="44801" cy="32300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5" name="Google Shape;3395;p23"/>
          <p:cNvSpPr/>
          <p:nvPr/>
        </p:nvSpPr>
        <p:spPr>
          <a:xfrm>
            <a:off x="7325579" y="2728222"/>
            <a:ext cx="46790" cy="24604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6" name="Google Shape;3396;p23"/>
          <p:cNvSpPr/>
          <p:nvPr/>
        </p:nvSpPr>
        <p:spPr>
          <a:xfrm>
            <a:off x="7588193" y="2728506"/>
            <a:ext cx="46759" cy="25385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7" name="Google Shape;3397;p23"/>
          <p:cNvSpPr/>
          <p:nvPr/>
        </p:nvSpPr>
        <p:spPr>
          <a:xfrm>
            <a:off x="7365392" y="2726873"/>
            <a:ext cx="223817" cy="230880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8" name="Google Shape;3398;p23"/>
          <p:cNvSpPr/>
          <p:nvPr/>
        </p:nvSpPr>
        <p:spPr>
          <a:xfrm>
            <a:off x="7293251" y="3135247"/>
            <a:ext cx="44801" cy="181318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9" name="Google Shape;3399;p23"/>
          <p:cNvSpPr/>
          <p:nvPr/>
        </p:nvSpPr>
        <p:spPr>
          <a:xfrm>
            <a:off x="7336030" y="3201642"/>
            <a:ext cx="155210" cy="116411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0" name="Google Shape;3400;p23"/>
          <p:cNvSpPr/>
          <p:nvPr/>
        </p:nvSpPr>
        <p:spPr>
          <a:xfrm>
            <a:off x="7511096" y="3036032"/>
            <a:ext cx="133299" cy="33578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1" name="Google Shape;3401;p23"/>
          <p:cNvSpPr/>
          <p:nvPr/>
        </p:nvSpPr>
        <p:spPr>
          <a:xfrm>
            <a:off x="7533954" y="3086753"/>
            <a:ext cx="132352" cy="33602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2" name="Google Shape;3402;p23"/>
          <p:cNvSpPr/>
          <p:nvPr/>
        </p:nvSpPr>
        <p:spPr>
          <a:xfrm>
            <a:off x="7513085" y="3184475"/>
            <a:ext cx="154200" cy="33602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3" name="Google Shape;3403;p23"/>
          <p:cNvSpPr/>
          <p:nvPr/>
        </p:nvSpPr>
        <p:spPr>
          <a:xfrm>
            <a:off x="7490195" y="3135247"/>
            <a:ext cx="177090" cy="3211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4" name="Google Shape;3404;p23"/>
          <p:cNvSpPr/>
          <p:nvPr/>
        </p:nvSpPr>
        <p:spPr>
          <a:xfrm>
            <a:off x="7513084" y="3235219"/>
            <a:ext cx="155210" cy="82833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5" name="Google Shape;3405;p23"/>
          <p:cNvSpPr/>
          <p:nvPr/>
        </p:nvSpPr>
        <p:spPr>
          <a:xfrm>
            <a:off x="7359900" y="3086018"/>
            <a:ext cx="109462" cy="98485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6" name="Google Shape;3406;p23"/>
          <p:cNvSpPr/>
          <p:nvPr/>
        </p:nvSpPr>
        <p:spPr>
          <a:xfrm>
            <a:off x="7297734" y="3467877"/>
            <a:ext cx="366083" cy="84324"/>
          </a:xfrm>
          <a:custGeom>
            <a:rect b="b" l="l" r="r" t="t"/>
            <a:pathLst>
              <a:path extrusionOk="0" h="3561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7" name="Google Shape;3407;p23"/>
          <p:cNvSpPr/>
          <p:nvPr/>
        </p:nvSpPr>
        <p:spPr>
          <a:xfrm>
            <a:off x="7469831" y="3549191"/>
            <a:ext cx="21911" cy="17192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8" name="Google Shape;3408;p23"/>
          <p:cNvSpPr/>
          <p:nvPr/>
        </p:nvSpPr>
        <p:spPr>
          <a:xfrm>
            <a:off x="7426041" y="3526079"/>
            <a:ext cx="109462" cy="73882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9" name="Google Shape;3409;p23"/>
          <p:cNvSpPr/>
          <p:nvPr/>
        </p:nvSpPr>
        <p:spPr>
          <a:xfrm>
            <a:off x="7302722" y="3532781"/>
            <a:ext cx="356138" cy="116411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0" name="Google Shape;3410;p23"/>
          <p:cNvSpPr/>
          <p:nvPr/>
        </p:nvSpPr>
        <p:spPr>
          <a:xfrm>
            <a:off x="6540529" y="3774404"/>
            <a:ext cx="21911" cy="41061"/>
          </a:xfrm>
          <a:custGeom>
            <a:rect b="b" l="l" r="r" t="t"/>
            <a:pathLst>
              <a:path extrusionOk="0" h="173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1" name="Google Shape;3411;p23"/>
          <p:cNvSpPr/>
          <p:nvPr/>
        </p:nvSpPr>
        <p:spPr>
          <a:xfrm>
            <a:off x="6452980" y="3806655"/>
            <a:ext cx="44801" cy="32868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2" name="Google Shape;3412;p23"/>
          <p:cNvSpPr/>
          <p:nvPr/>
        </p:nvSpPr>
        <p:spPr>
          <a:xfrm>
            <a:off x="6605155" y="3806939"/>
            <a:ext cx="44801" cy="32584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3" name="Google Shape;3413;p23"/>
          <p:cNvSpPr/>
          <p:nvPr/>
        </p:nvSpPr>
        <p:spPr>
          <a:xfrm>
            <a:off x="6694693" y="3888536"/>
            <a:ext cx="44801" cy="114919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4" name="Google Shape;3414;p23"/>
          <p:cNvSpPr/>
          <p:nvPr/>
        </p:nvSpPr>
        <p:spPr>
          <a:xfrm>
            <a:off x="6364453" y="3889199"/>
            <a:ext cx="44801" cy="114990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5" name="Google Shape;3415;p23"/>
          <p:cNvSpPr/>
          <p:nvPr/>
        </p:nvSpPr>
        <p:spPr>
          <a:xfrm>
            <a:off x="6489793" y="3897487"/>
            <a:ext cx="181068" cy="98509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6" name="Google Shape;3416;p23"/>
          <p:cNvSpPr/>
          <p:nvPr/>
        </p:nvSpPr>
        <p:spPr>
          <a:xfrm>
            <a:off x="6429113" y="3856451"/>
            <a:ext cx="221860" cy="178760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7" name="Google Shape;3417;p23"/>
          <p:cNvSpPr/>
          <p:nvPr/>
        </p:nvSpPr>
        <p:spPr>
          <a:xfrm>
            <a:off x="6832113" y="1594633"/>
            <a:ext cx="109462" cy="82099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8" name="Google Shape;3418;p23"/>
          <p:cNvSpPr/>
          <p:nvPr/>
        </p:nvSpPr>
        <p:spPr>
          <a:xfrm>
            <a:off x="6976333" y="1628209"/>
            <a:ext cx="131342" cy="64362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9" name="Google Shape;3419;p23"/>
          <p:cNvSpPr/>
          <p:nvPr/>
        </p:nvSpPr>
        <p:spPr>
          <a:xfrm>
            <a:off x="6840070" y="1774758"/>
            <a:ext cx="134309" cy="65428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0" name="Google Shape;3420;p23"/>
          <p:cNvSpPr/>
          <p:nvPr/>
        </p:nvSpPr>
        <p:spPr>
          <a:xfrm>
            <a:off x="7029058" y="1709523"/>
            <a:ext cx="112430" cy="81341"/>
          </a:xfrm>
          <a:custGeom>
            <a:rect b="b" l="l" r="r" t="t"/>
            <a:pathLst>
              <a:path extrusionOk="0" h="3435" w="3561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1" name="Google Shape;3421;p23"/>
          <p:cNvSpPr/>
          <p:nvPr/>
        </p:nvSpPr>
        <p:spPr>
          <a:xfrm>
            <a:off x="6799279" y="1675212"/>
            <a:ext cx="175101" cy="83567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2" name="Google Shape;3422;p23"/>
          <p:cNvSpPr/>
          <p:nvPr/>
        </p:nvSpPr>
        <p:spPr>
          <a:xfrm>
            <a:off x="6996223" y="1790078"/>
            <a:ext cx="177090" cy="85082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3" name="Google Shape;3423;p23"/>
          <p:cNvSpPr/>
          <p:nvPr/>
        </p:nvSpPr>
        <p:spPr>
          <a:xfrm>
            <a:off x="7000201" y="2046626"/>
            <a:ext cx="87582" cy="3211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4" name="Google Shape;3424;p23"/>
          <p:cNvSpPr/>
          <p:nvPr/>
        </p:nvSpPr>
        <p:spPr>
          <a:xfrm>
            <a:off x="7021101" y="1996640"/>
            <a:ext cx="44801" cy="33602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5" name="Google Shape;3425;p23"/>
          <p:cNvSpPr/>
          <p:nvPr/>
        </p:nvSpPr>
        <p:spPr>
          <a:xfrm>
            <a:off x="6911674" y="1948145"/>
            <a:ext cx="263630" cy="197728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6" name="Google Shape;3426;p23"/>
          <p:cNvSpPr/>
          <p:nvPr/>
        </p:nvSpPr>
        <p:spPr>
          <a:xfrm>
            <a:off x="6888816" y="2093628"/>
            <a:ext cx="92539" cy="68648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7" name="Google Shape;3427;p23"/>
          <p:cNvSpPr/>
          <p:nvPr/>
        </p:nvSpPr>
        <p:spPr>
          <a:xfrm>
            <a:off x="6797290" y="2136155"/>
            <a:ext cx="126353" cy="91594"/>
          </a:xfrm>
          <a:custGeom>
            <a:rect b="b" l="l" r="r" t="t"/>
            <a:pathLst>
              <a:path extrusionOk="0" h="3868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8" name="Google Shape;3428;p23"/>
          <p:cNvSpPr/>
          <p:nvPr/>
        </p:nvSpPr>
        <p:spPr>
          <a:xfrm>
            <a:off x="6843070" y="2404289"/>
            <a:ext cx="111419" cy="82099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9" name="Google Shape;3429;p23"/>
          <p:cNvSpPr/>
          <p:nvPr/>
        </p:nvSpPr>
        <p:spPr>
          <a:xfrm>
            <a:off x="6974344" y="2305832"/>
            <a:ext cx="198970" cy="147740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0" name="Google Shape;3430;p23"/>
          <p:cNvSpPr/>
          <p:nvPr/>
        </p:nvSpPr>
        <p:spPr>
          <a:xfrm>
            <a:off x="6799279" y="2482618"/>
            <a:ext cx="198970" cy="102984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1" name="Google Shape;3431;p23"/>
          <p:cNvSpPr/>
          <p:nvPr/>
        </p:nvSpPr>
        <p:spPr>
          <a:xfrm>
            <a:off x="5712606" y="2802017"/>
            <a:ext cx="55757" cy="17166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2" name="Google Shape;3432;p23"/>
          <p:cNvSpPr/>
          <p:nvPr/>
        </p:nvSpPr>
        <p:spPr>
          <a:xfrm>
            <a:off x="5699692" y="2835593"/>
            <a:ext cx="46790" cy="32083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3" name="Google Shape;3433;p23"/>
          <p:cNvSpPr/>
          <p:nvPr/>
        </p:nvSpPr>
        <p:spPr>
          <a:xfrm>
            <a:off x="5701681" y="2752765"/>
            <a:ext cx="44801" cy="32678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4" name="Google Shape;3434;p23"/>
          <p:cNvSpPr/>
          <p:nvPr/>
        </p:nvSpPr>
        <p:spPr>
          <a:xfrm>
            <a:off x="5394331" y="2752765"/>
            <a:ext cx="133299" cy="99267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5" name="Google Shape;3435;p23"/>
          <p:cNvSpPr/>
          <p:nvPr/>
        </p:nvSpPr>
        <p:spPr>
          <a:xfrm>
            <a:off x="5634055" y="2703536"/>
            <a:ext cx="44770" cy="197728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6" name="Google Shape;3436;p23"/>
          <p:cNvSpPr/>
          <p:nvPr/>
        </p:nvSpPr>
        <p:spPr>
          <a:xfrm>
            <a:off x="5459968" y="2866920"/>
            <a:ext cx="64692" cy="6566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7" name="Google Shape;3437;p23"/>
          <p:cNvSpPr/>
          <p:nvPr/>
        </p:nvSpPr>
        <p:spPr>
          <a:xfrm>
            <a:off x="5548496" y="2723687"/>
            <a:ext cx="65671" cy="155199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8" name="Google Shape;3438;p23"/>
          <p:cNvSpPr/>
          <p:nvPr/>
        </p:nvSpPr>
        <p:spPr>
          <a:xfrm>
            <a:off x="5614638" y="3201631"/>
            <a:ext cx="154232" cy="115677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9" name="Google Shape;3439;p23"/>
          <p:cNvSpPr/>
          <p:nvPr/>
        </p:nvSpPr>
        <p:spPr>
          <a:xfrm>
            <a:off x="5394835" y="3119584"/>
            <a:ext cx="329270" cy="164150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0" name="Google Shape;3440;p23"/>
          <p:cNvSpPr/>
          <p:nvPr/>
        </p:nvSpPr>
        <p:spPr>
          <a:xfrm>
            <a:off x="5393825" y="3036779"/>
            <a:ext cx="330280" cy="67156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1" name="Google Shape;3441;p23"/>
          <p:cNvSpPr/>
          <p:nvPr/>
        </p:nvSpPr>
        <p:spPr>
          <a:xfrm>
            <a:off x="5537572" y="3418271"/>
            <a:ext cx="86540" cy="64931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2" name="Google Shape;3442;p23"/>
          <p:cNvSpPr/>
          <p:nvPr/>
        </p:nvSpPr>
        <p:spPr>
          <a:xfrm>
            <a:off x="5503727" y="3481682"/>
            <a:ext cx="154232" cy="67914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3" name="Google Shape;3443;p23"/>
          <p:cNvSpPr/>
          <p:nvPr/>
        </p:nvSpPr>
        <p:spPr>
          <a:xfrm>
            <a:off x="5679802" y="3598822"/>
            <a:ext cx="88561" cy="99243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4" name="Google Shape;3444;p23"/>
          <p:cNvSpPr/>
          <p:nvPr/>
        </p:nvSpPr>
        <p:spPr>
          <a:xfrm>
            <a:off x="5394331" y="3631640"/>
            <a:ext cx="88561" cy="66422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5" name="Google Shape;3445;p23"/>
          <p:cNvSpPr/>
          <p:nvPr/>
        </p:nvSpPr>
        <p:spPr>
          <a:xfrm>
            <a:off x="5503727" y="3566737"/>
            <a:ext cx="154232" cy="132063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6" name="Google Shape;3446;p23"/>
          <p:cNvSpPr/>
          <p:nvPr/>
        </p:nvSpPr>
        <p:spPr>
          <a:xfrm>
            <a:off x="7761103" y="2748290"/>
            <a:ext cx="173112" cy="138788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7" name="Google Shape;3447;p23"/>
          <p:cNvSpPr/>
          <p:nvPr/>
        </p:nvSpPr>
        <p:spPr>
          <a:xfrm>
            <a:off x="7858597" y="2678177"/>
            <a:ext cx="184036" cy="12683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8" name="Google Shape;3448;p23"/>
          <p:cNvSpPr/>
          <p:nvPr/>
        </p:nvSpPr>
        <p:spPr>
          <a:xfrm>
            <a:off x="7967992" y="2748290"/>
            <a:ext cx="173112" cy="138031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9" name="Google Shape;3449;p23"/>
          <p:cNvSpPr/>
          <p:nvPr/>
        </p:nvSpPr>
        <p:spPr>
          <a:xfrm>
            <a:off x="7858597" y="2830361"/>
            <a:ext cx="186025" cy="127588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0" name="Google Shape;3450;p23"/>
          <p:cNvSpPr/>
          <p:nvPr/>
        </p:nvSpPr>
        <p:spPr>
          <a:xfrm>
            <a:off x="7972981" y="3193437"/>
            <a:ext cx="154200" cy="114919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1" name="Google Shape;3451;p23"/>
          <p:cNvSpPr/>
          <p:nvPr/>
        </p:nvSpPr>
        <p:spPr>
          <a:xfrm>
            <a:off x="7775025" y="3102416"/>
            <a:ext cx="44801" cy="205187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2" name="Google Shape;3452;p23"/>
          <p:cNvSpPr/>
          <p:nvPr/>
        </p:nvSpPr>
        <p:spPr>
          <a:xfrm>
            <a:off x="7840663" y="3110633"/>
            <a:ext cx="220881" cy="196970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3" name="Google Shape;3453;p23"/>
          <p:cNvSpPr/>
          <p:nvPr/>
        </p:nvSpPr>
        <p:spPr>
          <a:xfrm>
            <a:off x="7885432" y="3209088"/>
            <a:ext cx="83604" cy="16434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4" name="Google Shape;3454;p23"/>
          <p:cNvSpPr/>
          <p:nvPr/>
        </p:nvSpPr>
        <p:spPr>
          <a:xfrm>
            <a:off x="7775026" y="3045729"/>
            <a:ext cx="285510" cy="48520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5" name="Google Shape;3455;p23"/>
          <p:cNvSpPr/>
          <p:nvPr/>
        </p:nvSpPr>
        <p:spPr>
          <a:xfrm>
            <a:off x="7786976" y="3598442"/>
            <a:ext cx="153190" cy="99977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6" name="Google Shape;3456;p23"/>
          <p:cNvSpPr/>
          <p:nvPr/>
        </p:nvSpPr>
        <p:spPr>
          <a:xfrm>
            <a:off x="7909315" y="3612602"/>
            <a:ext cx="84583" cy="3211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7" name="Google Shape;3457;p23"/>
          <p:cNvSpPr/>
          <p:nvPr/>
        </p:nvSpPr>
        <p:spPr>
          <a:xfrm>
            <a:off x="7963019" y="3598442"/>
            <a:ext cx="152211" cy="99977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8" name="Google Shape;3458;p23"/>
          <p:cNvSpPr/>
          <p:nvPr/>
        </p:nvSpPr>
        <p:spPr>
          <a:xfrm>
            <a:off x="7809833" y="3418649"/>
            <a:ext cx="283521" cy="146248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9" name="Google Shape;3459;p23"/>
          <p:cNvSpPr/>
          <p:nvPr/>
        </p:nvSpPr>
        <p:spPr>
          <a:xfrm>
            <a:off x="7875503" y="3451468"/>
            <a:ext cx="87551" cy="49278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0" name="Google Shape;3460;p23"/>
          <p:cNvSpPr/>
          <p:nvPr/>
        </p:nvSpPr>
        <p:spPr>
          <a:xfrm>
            <a:off x="7984898" y="3452225"/>
            <a:ext cx="43791" cy="48520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1" name="Google Shape;3461;p23"/>
          <p:cNvSpPr/>
          <p:nvPr/>
        </p:nvSpPr>
        <p:spPr>
          <a:xfrm>
            <a:off x="7875503" y="3499961"/>
            <a:ext cx="153190" cy="98509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2" name="Google Shape;3462;p23"/>
          <p:cNvSpPr/>
          <p:nvPr/>
        </p:nvSpPr>
        <p:spPr>
          <a:xfrm>
            <a:off x="6947712" y="3778700"/>
            <a:ext cx="109430" cy="82075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3" name="Google Shape;3463;p23"/>
          <p:cNvSpPr/>
          <p:nvPr/>
        </p:nvSpPr>
        <p:spPr>
          <a:xfrm>
            <a:off x="6816405" y="3942818"/>
            <a:ext cx="375050" cy="116411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4" name="Google Shape;3464;p23"/>
          <p:cNvSpPr/>
          <p:nvPr/>
        </p:nvSpPr>
        <p:spPr>
          <a:xfrm>
            <a:off x="7072041" y="3812277"/>
            <a:ext cx="94528" cy="114895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5" name="Google Shape;3465;p23"/>
          <p:cNvSpPr/>
          <p:nvPr/>
        </p:nvSpPr>
        <p:spPr>
          <a:xfrm>
            <a:off x="6838284" y="3812277"/>
            <a:ext cx="94528" cy="114895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6" name="Google Shape;3466;p23"/>
          <p:cNvSpPr/>
          <p:nvPr/>
        </p:nvSpPr>
        <p:spPr>
          <a:xfrm>
            <a:off x="7011360" y="3857764"/>
            <a:ext cx="89571" cy="67180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7" name="Google Shape;3467;p23"/>
          <p:cNvSpPr/>
          <p:nvPr/>
        </p:nvSpPr>
        <p:spPr>
          <a:xfrm>
            <a:off x="6901965" y="3858521"/>
            <a:ext cx="89540" cy="69406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1" name="Shape 3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2" name="Google Shape;3472;p24"/>
          <p:cNvSpPr/>
          <p:nvPr/>
        </p:nvSpPr>
        <p:spPr>
          <a:xfrm>
            <a:off x="563901" y="1160723"/>
            <a:ext cx="71475" cy="86400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3" name="Google Shape;3473;p24"/>
          <p:cNvSpPr/>
          <p:nvPr/>
        </p:nvSpPr>
        <p:spPr>
          <a:xfrm>
            <a:off x="301623" y="1253486"/>
            <a:ext cx="216457" cy="259132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4" name="Google Shape;3474;p24"/>
          <p:cNvSpPr/>
          <p:nvPr/>
        </p:nvSpPr>
        <p:spPr>
          <a:xfrm>
            <a:off x="493544" y="1113818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5" name="Google Shape;3475;p24"/>
          <p:cNvSpPr/>
          <p:nvPr/>
        </p:nvSpPr>
        <p:spPr>
          <a:xfrm>
            <a:off x="588437" y="1253486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6" name="Google Shape;3476;p24"/>
          <p:cNvSpPr/>
          <p:nvPr/>
        </p:nvSpPr>
        <p:spPr>
          <a:xfrm>
            <a:off x="302688" y="1660256"/>
            <a:ext cx="193038" cy="327562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7" name="Google Shape;3477;p24"/>
          <p:cNvSpPr/>
          <p:nvPr/>
        </p:nvSpPr>
        <p:spPr>
          <a:xfrm>
            <a:off x="511667" y="1660256"/>
            <a:ext cx="194087" cy="328441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8" name="Google Shape;3478;p24"/>
          <p:cNvSpPr/>
          <p:nvPr/>
        </p:nvSpPr>
        <p:spPr>
          <a:xfrm>
            <a:off x="421037" y="1587731"/>
            <a:ext cx="165321" cy="142240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79" name="Google Shape;3479;p24"/>
          <p:cNvSpPr/>
          <p:nvPr/>
        </p:nvSpPr>
        <p:spPr>
          <a:xfrm>
            <a:off x="304289" y="2103268"/>
            <a:ext cx="399849" cy="400898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0" name="Google Shape;3480;p24"/>
          <p:cNvSpPr/>
          <p:nvPr/>
        </p:nvSpPr>
        <p:spPr>
          <a:xfrm>
            <a:off x="2859064" y="1113547"/>
            <a:ext cx="355109" cy="399341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1" name="Google Shape;3481;p24"/>
          <p:cNvSpPr/>
          <p:nvPr/>
        </p:nvSpPr>
        <p:spPr>
          <a:xfrm>
            <a:off x="2957174" y="1207901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2" name="Google Shape;3482;p24"/>
          <p:cNvSpPr/>
          <p:nvPr/>
        </p:nvSpPr>
        <p:spPr>
          <a:xfrm>
            <a:off x="2835084" y="1588273"/>
            <a:ext cx="403064" cy="399883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3" name="Google Shape;3483;p24"/>
          <p:cNvSpPr/>
          <p:nvPr/>
        </p:nvSpPr>
        <p:spPr>
          <a:xfrm>
            <a:off x="2998240" y="1635213"/>
            <a:ext cx="73574" cy="164204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4" name="Google Shape;3484;p24"/>
          <p:cNvSpPr/>
          <p:nvPr/>
        </p:nvSpPr>
        <p:spPr>
          <a:xfrm>
            <a:off x="2836125" y="2103268"/>
            <a:ext cx="400932" cy="400898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5" name="Google Shape;3485;p24"/>
          <p:cNvSpPr/>
          <p:nvPr/>
        </p:nvSpPr>
        <p:spPr>
          <a:xfrm>
            <a:off x="5386927" y="1113294"/>
            <a:ext cx="398800" cy="399849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6" name="Google Shape;3486;p24"/>
          <p:cNvSpPr/>
          <p:nvPr/>
        </p:nvSpPr>
        <p:spPr>
          <a:xfrm>
            <a:off x="5716385" y="1228459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7" name="Google Shape;3487;p24"/>
          <p:cNvSpPr/>
          <p:nvPr/>
        </p:nvSpPr>
        <p:spPr>
          <a:xfrm>
            <a:off x="5512753" y="1299902"/>
            <a:ext cx="143966" cy="165287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8" name="Google Shape;3488;p24"/>
          <p:cNvSpPr/>
          <p:nvPr/>
        </p:nvSpPr>
        <p:spPr>
          <a:xfrm>
            <a:off x="5383141" y="1601062"/>
            <a:ext cx="406279" cy="374298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89" name="Google Shape;3489;p24"/>
          <p:cNvSpPr/>
          <p:nvPr/>
        </p:nvSpPr>
        <p:spPr>
          <a:xfrm>
            <a:off x="5383682" y="2103792"/>
            <a:ext cx="405196" cy="399849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0" name="Google Shape;3490;p24"/>
          <p:cNvSpPr/>
          <p:nvPr/>
        </p:nvSpPr>
        <p:spPr>
          <a:xfrm>
            <a:off x="7994551" y="1114355"/>
            <a:ext cx="257000" cy="397717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1" name="Google Shape;3491;p24"/>
          <p:cNvSpPr/>
          <p:nvPr/>
        </p:nvSpPr>
        <p:spPr>
          <a:xfrm>
            <a:off x="811912" y="1112748"/>
            <a:ext cx="403030" cy="400932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2" name="Google Shape;3492;p24"/>
          <p:cNvSpPr/>
          <p:nvPr/>
        </p:nvSpPr>
        <p:spPr>
          <a:xfrm>
            <a:off x="881739" y="1823783"/>
            <a:ext cx="94928" cy="68396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3" name="Google Shape;3493;p24"/>
          <p:cNvSpPr/>
          <p:nvPr/>
        </p:nvSpPr>
        <p:spPr>
          <a:xfrm>
            <a:off x="881739" y="1753661"/>
            <a:ext cx="94928" cy="69242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4" name="Google Shape;3494;p24"/>
          <p:cNvSpPr/>
          <p:nvPr/>
        </p:nvSpPr>
        <p:spPr>
          <a:xfrm>
            <a:off x="881739" y="1683303"/>
            <a:ext cx="94928" cy="69208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5" name="Google Shape;3495;p24"/>
          <p:cNvSpPr/>
          <p:nvPr/>
        </p:nvSpPr>
        <p:spPr>
          <a:xfrm>
            <a:off x="811380" y="1588273"/>
            <a:ext cx="404113" cy="399883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6" name="Google Shape;3496;p24"/>
          <p:cNvSpPr/>
          <p:nvPr/>
        </p:nvSpPr>
        <p:spPr>
          <a:xfrm>
            <a:off x="898288" y="2199234"/>
            <a:ext cx="218589" cy="211143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7" name="Google Shape;3497;p24"/>
          <p:cNvSpPr/>
          <p:nvPr/>
        </p:nvSpPr>
        <p:spPr>
          <a:xfrm>
            <a:off x="811922" y="2102207"/>
            <a:ext cx="403030" cy="40303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8" name="Google Shape;3498;p24"/>
          <p:cNvSpPr/>
          <p:nvPr/>
        </p:nvSpPr>
        <p:spPr>
          <a:xfrm>
            <a:off x="3468689" y="1113276"/>
            <a:ext cx="165287" cy="188773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499" name="Google Shape;3499;p24"/>
          <p:cNvSpPr/>
          <p:nvPr/>
        </p:nvSpPr>
        <p:spPr>
          <a:xfrm>
            <a:off x="3397246" y="1373425"/>
            <a:ext cx="259132" cy="93879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0" name="Google Shape;3500;p24"/>
          <p:cNvSpPr/>
          <p:nvPr/>
        </p:nvSpPr>
        <p:spPr>
          <a:xfrm>
            <a:off x="3351422" y="1326518"/>
            <a:ext cx="399849" cy="186641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1" name="Google Shape;3501;p24"/>
          <p:cNvSpPr/>
          <p:nvPr/>
        </p:nvSpPr>
        <p:spPr>
          <a:xfrm>
            <a:off x="3438856" y="1634147"/>
            <a:ext cx="217540" cy="211143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2" name="Google Shape;3502;p24"/>
          <p:cNvSpPr/>
          <p:nvPr/>
        </p:nvSpPr>
        <p:spPr>
          <a:xfrm>
            <a:off x="3375941" y="1587207"/>
            <a:ext cx="350811" cy="402015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3" name="Google Shape;3503;p24"/>
          <p:cNvSpPr/>
          <p:nvPr/>
        </p:nvSpPr>
        <p:spPr>
          <a:xfrm>
            <a:off x="3421751" y="2102726"/>
            <a:ext cx="259132" cy="40198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4" name="Google Shape;3504;p24"/>
          <p:cNvSpPr/>
          <p:nvPr/>
        </p:nvSpPr>
        <p:spPr>
          <a:xfrm>
            <a:off x="5940107" y="1303624"/>
            <a:ext cx="141834" cy="164204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5" name="Google Shape;3505;p24"/>
          <p:cNvSpPr/>
          <p:nvPr/>
        </p:nvSpPr>
        <p:spPr>
          <a:xfrm>
            <a:off x="5892153" y="1113835"/>
            <a:ext cx="398766" cy="398766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6" name="Google Shape;3506;p24"/>
          <p:cNvSpPr/>
          <p:nvPr/>
        </p:nvSpPr>
        <p:spPr>
          <a:xfrm>
            <a:off x="6102179" y="1327076"/>
            <a:ext cx="141834" cy="23488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7" name="Google Shape;3507;p24"/>
          <p:cNvSpPr/>
          <p:nvPr/>
        </p:nvSpPr>
        <p:spPr>
          <a:xfrm>
            <a:off x="6102179" y="1372899"/>
            <a:ext cx="141834" cy="24571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8" name="Google Shape;3508;p24"/>
          <p:cNvSpPr/>
          <p:nvPr/>
        </p:nvSpPr>
        <p:spPr>
          <a:xfrm>
            <a:off x="6102179" y="1419838"/>
            <a:ext cx="141834" cy="24538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09" name="Google Shape;3509;p24"/>
          <p:cNvSpPr/>
          <p:nvPr/>
        </p:nvSpPr>
        <p:spPr>
          <a:xfrm>
            <a:off x="5891561" y="1588811"/>
            <a:ext cx="399849" cy="398800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0" name="Google Shape;3510;p24"/>
          <p:cNvSpPr/>
          <p:nvPr/>
        </p:nvSpPr>
        <p:spPr>
          <a:xfrm>
            <a:off x="5915555" y="2102726"/>
            <a:ext cx="351860" cy="40198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1" name="Google Shape;3511;p24"/>
          <p:cNvSpPr/>
          <p:nvPr/>
        </p:nvSpPr>
        <p:spPr>
          <a:xfrm>
            <a:off x="7923194" y="1588817"/>
            <a:ext cx="399849" cy="398800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2" name="Google Shape;3512;p24"/>
          <p:cNvSpPr/>
          <p:nvPr/>
        </p:nvSpPr>
        <p:spPr>
          <a:xfrm>
            <a:off x="8040493" y="1797793"/>
            <a:ext cx="165287" cy="69348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3" name="Google Shape;3513;p24"/>
          <p:cNvSpPr/>
          <p:nvPr/>
        </p:nvSpPr>
        <p:spPr>
          <a:xfrm>
            <a:off x="8205746" y="1658125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4" name="Google Shape;3514;p24"/>
          <p:cNvSpPr/>
          <p:nvPr/>
        </p:nvSpPr>
        <p:spPr>
          <a:xfrm>
            <a:off x="7992503" y="1680494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5" name="Google Shape;3515;p24"/>
          <p:cNvSpPr/>
          <p:nvPr/>
        </p:nvSpPr>
        <p:spPr>
          <a:xfrm>
            <a:off x="1416848" y="1206596"/>
            <a:ext cx="211143" cy="211143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6" name="Google Shape;3516;p24"/>
          <p:cNvSpPr/>
          <p:nvPr/>
        </p:nvSpPr>
        <p:spPr>
          <a:xfrm>
            <a:off x="1320872" y="1112751"/>
            <a:ext cx="403064" cy="400932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7" name="Google Shape;3517;p24"/>
          <p:cNvSpPr/>
          <p:nvPr/>
        </p:nvSpPr>
        <p:spPr>
          <a:xfrm>
            <a:off x="1322446" y="1589876"/>
            <a:ext cx="399883" cy="39666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8" name="Google Shape;3518;p24"/>
          <p:cNvSpPr/>
          <p:nvPr/>
        </p:nvSpPr>
        <p:spPr>
          <a:xfrm>
            <a:off x="1320872" y="2102343"/>
            <a:ext cx="403064" cy="402760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19" name="Google Shape;3519;p24"/>
          <p:cNvSpPr/>
          <p:nvPr/>
        </p:nvSpPr>
        <p:spPr>
          <a:xfrm>
            <a:off x="1391231" y="2270777"/>
            <a:ext cx="71475" cy="70431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0" name="Google Shape;3520;p24"/>
          <p:cNvSpPr/>
          <p:nvPr/>
        </p:nvSpPr>
        <p:spPr>
          <a:xfrm>
            <a:off x="1486125" y="2222823"/>
            <a:ext cx="71475" cy="118381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1" name="Google Shape;3521;p24"/>
          <p:cNvSpPr/>
          <p:nvPr/>
        </p:nvSpPr>
        <p:spPr>
          <a:xfrm>
            <a:off x="1579970" y="2173750"/>
            <a:ext cx="71442" cy="16637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2" name="Google Shape;3522;p24"/>
          <p:cNvSpPr/>
          <p:nvPr/>
        </p:nvSpPr>
        <p:spPr>
          <a:xfrm>
            <a:off x="3911960" y="1112764"/>
            <a:ext cx="310302" cy="400898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3" name="Google Shape;3523;p24"/>
          <p:cNvSpPr/>
          <p:nvPr/>
        </p:nvSpPr>
        <p:spPr>
          <a:xfrm>
            <a:off x="3857050" y="1588556"/>
            <a:ext cx="420121" cy="39930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4" name="Google Shape;3524;p24"/>
          <p:cNvSpPr/>
          <p:nvPr/>
        </p:nvSpPr>
        <p:spPr>
          <a:xfrm>
            <a:off x="3865578" y="2103268"/>
            <a:ext cx="403064" cy="400898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5" name="Google Shape;3525;p24"/>
          <p:cNvSpPr/>
          <p:nvPr/>
        </p:nvSpPr>
        <p:spPr>
          <a:xfrm>
            <a:off x="6491713" y="1184108"/>
            <a:ext cx="217540" cy="211110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6" name="Google Shape;3526;p24"/>
          <p:cNvSpPr/>
          <p:nvPr/>
        </p:nvSpPr>
        <p:spPr>
          <a:xfrm>
            <a:off x="6400034" y="1113445"/>
            <a:ext cx="401981" cy="399545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7" name="Google Shape;3527;p24"/>
          <p:cNvSpPr/>
          <p:nvPr/>
        </p:nvSpPr>
        <p:spPr>
          <a:xfrm>
            <a:off x="6398428" y="1775407"/>
            <a:ext cx="403064" cy="189823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8" name="Google Shape;3528;p24"/>
          <p:cNvSpPr/>
          <p:nvPr/>
        </p:nvSpPr>
        <p:spPr>
          <a:xfrm>
            <a:off x="6662873" y="1611202"/>
            <a:ext cx="140751" cy="164238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29" name="Google Shape;3529;p24"/>
          <p:cNvSpPr/>
          <p:nvPr/>
        </p:nvSpPr>
        <p:spPr>
          <a:xfrm>
            <a:off x="6401642" y="1613334"/>
            <a:ext cx="140751" cy="164238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0" name="Google Shape;3530;p24"/>
          <p:cNvSpPr/>
          <p:nvPr/>
        </p:nvSpPr>
        <p:spPr>
          <a:xfrm>
            <a:off x="6489002" y="2102726"/>
            <a:ext cx="223936" cy="40198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1" name="Google Shape;3531;p24"/>
          <p:cNvSpPr/>
          <p:nvPr/>
        </p:nvSpPr>
        <p:spPr>
          <a:xfrm>
            <a:off x="7921586" y="2103797"/>
            <a:ext cx="307087" cy="399849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2" name="Google Shape;3532;p24"/>
          <p:cNvSpPr/>
          <p:nvPr/>
        </p:nvSpPr>
        <p:spPr>
          <a:xfrm>
            <a:off x="7967442" y="2225327"/>
            <a:ext cx="71442" cy="67211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3" name="Google Shape;3533;p24"/>
          <p:cNvSpPr/>
          <p:nvPr/>
        </p:nvSpPr>
        <p:spPr>
          <a:xfrm>
            <a:off x="8112424" y="2387399"/>
            <a:ext cx="69348" cy="67211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4" name="Google Shape;3534;p24"/>
          <p:cNvSpPr/>
          <p:nvPr/>
        </p:nvSpPr>
        <p:spPr>
          <a:xfrm>
            <a:off x="7966359" y="2221061"/>
            <a:ext cx="212226" cy="236729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5" name="Google Shape;3535;p24"/>
          <p:cNvSpPr/>
          <p:nvPr/>
        </p:nvSpPr>
        <p:spPr>
          <a:xfrm>
            <a:off x="8253176" y="2198693"/>
            <a:ext cx="71475" cy="282551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6" name="Google Shape;3536;p24"/>
          <p:cNvSpPr/>
          <p:nvPr/>
        </p:nvSpPr>
        <p:spPr>
          <a:xfrm>
            <a:off x="1852189" y="1245465"/>
            <a:ext cx="376430" cy="268743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7" name="Google Shape;3537;p24"/>
          <p:cNvSpPr/>
          <p:nvPr/>
        </p:nvSpPr>
        <p:spPr>
          <a:xfrm>
            <a:off x="1829819" y="1112228"/>
            <a:ext cx="376396" cy="268958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8" name="Google Shape;3538;p24"/>
          <p:cNvSpPr/>
          <p:nvPr/>
        </p:nvSpPr>
        <p:spPr>
          <a:xfrm>
            <a:off x="1899129" y="1183670"/>
            <a:ext cx="259098" cy="25909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39" name="Google Shape;3539;p24"/>
          <p:cNvSpPr/>
          <p:nvPr/>
        </p:nvSpPr>
        <p:spPr>
          <a:xfrm>
            <a:off x="2016392" y="1254027"/>
            <a:ext cx="48026" cy="71475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0" name="Google Shape;3540;p24"/>
          <p:cNvSpPr/>
          <p:nvPr/>
        </p:nvSpPr>
        <p:spPr>
          <a:xfrm>
            <a:off x="1970570" y="1729567"/>
            <a:ext cx="119430" cy="210060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1" name="Google Shape;3541;p24"/>
          <p:cNvSpPr/>
          <p:nvPr/>
        </p:nvSpPr>
        <p:spPr>
          <a:xfrm>
            <a:off x="1847957" y="1588817"/>
            <a:ext cx="362521" cy="398800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2" name="Google Shape;3542;p24"/>
          <p:cNvSpPr/>
          <p:nvPr/>
        </p:nvSpPr>
        <p:spPr>
          <a:xfrm>
            <a:off x="1828191" y="2102726"/>
            <a:ext cx="402015" cy="40198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3" name="Google Shape;3543;p24"/>
          <p:cNvSpPr/>
          <p:nvPr/>
        </p:nvSpPr>
        <p:spPr>
          <a:xfrm>
            <a:off x="4376168" y="1113276"/>
            <a:ext cx="400932" cy="399883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4" name="Google Shape;3544;p24"/>
          <p:cNvSpPr/>
          <p:nvPr/>
        </p:nvSpPr>
        <p:spPr>
          <a:xfrm>
            <a:off x="4682173" y="1277480"/>
            <a:ext cx="47989" cy="23488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5" name="Google Shape;3545;p24"/>
          <p:cNvSpPr/>
          <p:nvPr/>
        </p:nvSpPr>
        <p:spPr>
          <a:xfrm>
            <a:off x="4421990" y="1277480"/>
            <a:ext cx="48026" cy="23488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6" name="Google Shape;3546;p24"/>
          <p:cNvSpPr/>
          <p:nvPr/>
        </p:nvSpPr>
        <p:spPr>
          <a:xfrm>
            <a:off x="4377235" y="1588817"/>
            <a:ext cx="398800" cy="398800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7" name="Google Shape;3547;p24"/>
          <p:cNvSpPr/>
          <p:nvPr/>
        </p:nvSpPr>
        <p:spPr>
          <a:xfrm>
            <a:off x="4529694" y="1744762"/>
            <a:ext cx="75745" cy="70668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8" name="Google Shape;3548;p24"/>
          <p:cNvSpPr/>
          <p:nvPr/>
        </p:nvSpPr>
        <p:spPr>
          <a:xfrm>
            <a:off x="4376653" y="2103792"/>
            <a:ext cx="399883" cy="399849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49" name="Google Shape;3549;p24"/>
          <p:cNvSpPr/>
          <p:nvPr/>
        </p:nvSpPr>
        <p:spPr>
          <a:xfrm>
            <a:off x="6993183" y="1185260"/>
            <a:ext cx="233547" cy="328408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0" name="Google Shape;3550;p24"/>
          <p:cNvSpPr/>
          <p:nvPr/>
        </p:nvSpPr>
        <p:spPr>
          <a:xfrm>
            <a:off x="7110482" y="1112769"/>
            <a:ext cx="24571" cy="59732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1" name="Google Shape;3551;p24"/>
          <p:cNvSpPr/>
          <p:nvPr/>
        </p:nvSpPr>
        <p:spPr>
          <a:xfrm>
            <a:off x="7180841" y="1137271"/>
            <a:ext cx="48026" cy="46706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2" name="Google Shape;3552;p24"/>
          <p:cNvSpPr/>
          <p:nvPr/>
        </p:nvSpPr>
        <p:spPr>
          <a:xfrm>
            <a:off x="7252283" y="1278023"/>
            <a:ext cx="48026" cy="23488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3" name="Google Shape;3553;p24"/>
          <p:cNvSpPr/>
          <p:nvPr/>
        </p:nvSpPr>
        <p:spPr>
          <a:xfrm>
            <a:off x="6923908" y="1278023"/>
            <a:ext cx="47989" cy="23488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4" name="Google Shape;3554;p24"/>
          <p:cNvSpPr/>
          <p:nvPr/>
        </p:nvSpPr>
        <p:spPr>
          <a:xfrm>
            <a:off x="7016671" y="1137271"/>
            <a:ext cx="47989" cy="45890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5" name="Google Shape;3555;p24"/>
          <p:cNvSpPr/>
          <p:nvPr/>
        </p:nvSpPr>
        <p:spPr>
          <a:xfrm>
            <a:off x="6945228" y="1182925"/>
            <a:ext cx="51204" cy="35636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6" name="Google Shape;3556;p24"/>
          <p:cNvSpPr/>
          <p:nvPr/>
        </p:nvSpPr>
        <p:spPr>
          <a:xfrm>
            <a:off x="7226696" y="1183805"/>
            <a:ext cx="51204" cy="36415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7" name="Google Shape;3557;p24"/>
          <p:cNvSpPr/>
          <p:nvPr/>
        </p:nvSpPr>
        <p:spPr>
          <a:xfrm>
            <a:off x="6909451" y="1586679"/>
            <a:ext cx="405196" cy="403064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8" name="Google Shape;3558;p24"/>
          <p:cNvSpPr/>
          <p:nvPr/>
        </p:nvSpPr>
        <p:spPr>
          <a:xfrm>
            <a:off x="7077453" y="2267459"/>
            <a:ext cx="70392" cy="69348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59" name="Google Shape;3559;p24"/>
          <p:cNvSpPr/>
          <p:nvPr/>
        </p:nvSpPr>
        <p:spPr>
          <a:xfrm>
            <a:off x="6911115" y="2174697"/>
            <a:ext cx="401981" cy="258049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0" name="Google Shape;3560;p24"/>
          <p:cNvSpPr/>
          <p:nvPr/>
        </p:nvSpPr>
        <p:spPr>
          <a:xfrm>
            <a:off x="8439349" y="1243283"/>
            <a:ext cx="403030" cy="257169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1" name="Google Shape;3561;p24"/>
          <p:cNvSpPr/>
          <p:nvPr/>
        </p:nvSpPr>
        <p:spPr>
          <a:xfrm>
            <a:off x="8629104" y="1125983"/>
            <a:ext cx="23521" cy="5868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2" name="Google Shape;3562;p24"/>
          <p:cNvSpPr/>
          <p:nvPr/>
        </p:nvSpPr>
        <p:spPr>
          <a:xfrm>
            <a:off x="8534243" y="1172111"/>
            <a:ext cx="47989" cy="47752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3" name="Google Shape;3563;p24"/>
          <p:cNvSpPr/>
          <p:nvPr/>
        </p:nvSpPr>
        <p:spPr>
          <a:xfrm>
            <a:off x="8698412" y="1172111"/>
            <a:ext cx="48026" cy="47752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4" name="Google Shape;3564;p24"/>
          <p:cNvSpPr/>
          <p:nvPr/>
        </p:nvSpPr>
        <p:spPr>
          <a:xfrm>
            <a:off x="2523298" y="1160740"/>
            <a:ext cx="141834" cy="92796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5" name="Google Shape;3565;p24"/>
          <p:cNvSpPr/>
          <p:nvPr/>
        </p:nvSpPr>
        <p:spPr>
          <a:xfrm>
            <a:off x="2380415" y="1371851"/>
            <a:ext cx="142917" cy="93845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6" name="Google Shape;3566;p24"/>
          <p:cNvSpPr/>
          <p:nvPr/>
        </p:nvSpPr>
        <p:spPr>
          <a:xfrm>
            <a:off x="2334558" y="1112752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7" name="Google Shape;3567;p24"/>
          <p:cNvSpPr/>
          <p:nvPr/>
        </p:nvSpPr>
        <p:spPr>
          <a:xfrm>
            <a:off x="2547800" y="1278004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8" name="Google Shape;3568;p24"/>
          <p:cNvSpPr/>
          <p:nvPr/>
        </p:nvSpPr>
        <p:spPr>
          <a:xfrm>
            <a:off x="2517952" y="1634672"/>
            <a:ext cx="140785" cy="164204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69" name="Google Shape;3569;p24"/>
          <p:cNvSpPr/>
          <p:nvPr/>
        </p:nvSpPr>
        <p:spPr>
          <a:xfrm>
            <a:off x="2327113" y="1588138"/>
            <a:ext cx="416906" cy="400154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0" name="Google Shape;3570;p24"/>
          <p:cNvSpPr/>
          <p:nvPr/>
        </p:nvSpPr>
        <p:spPr>
          <a:xfrm>
            <a:off x="2333493" y="2245074"/>
            <a:ext cx="215408" cy="25909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1" name="Google Shape;3571;p24"/>
          <p:cNvSpPr/>
          <p:nvPr/>
        </p:nvSpPr>
        <p:spPr>
          <a:xfrm>
            <a:off x="2524364" y="2103273"/>
            <a:ext cx="213275" cy="211143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2" name="Google Shape;3572;p24"/>
          <p:cNvSpPr/>
          <p:nvPr/>
        </p:nvSpPr>
        <p:spPr>
          <a:xfrm>
            <a:off x="2618176" y="2161888"/>
            <a:ext cx="24571" cy="2352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3" name="Google Shape;3573;p24"/>
          <p:cNvSpPr/>
          <p:nvPr/>
        </p:nvSpPr>
        <p:spPr>
          <a:xfrm>
            <a:off x="2618176" y="2197085"/>
            <a:ext cx="24571" cy="71475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4" name="Google Shape;3574;p24"/>
          <p:cNvSpPr/>
          <p:nvPr/>
        </p:nvSpPr>
        <p:spPr>
          <a:xfrm>
            <a:off x="5218387" y="1299884"/>
            <a:ext cx="58684" cy="24571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5" name="Google Shape;3575;p24"/>
          <p:cNvSpPr/>
          <p:nvPr/>
        </p:nvSpPr>
        <p:spPr>
          <a:xfrm>
            <a:off x="5205593" y="1348922"/>
            <a:ext cx="48026" cy="45890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6" name="Google Shape;3576;p24"/>
          <p:cNvSpPr/>
          <p:nvPr/>
        </p:nvSpPr>
        <p:spPr>
          <a:xfrm>
            <a:off x="5206678" y="1230575"/>
            <a:ext cx="47989" cy="46706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7" name="Google Shape;3577;p24"/>
          <p:cNvSpPr/>
          <p:nvPr/>
        </p:nvSpPr>
        <p:spPr>
          <a:xfrm>
            <a:off x="4875054" y="1161265"/>
            <a:ext cx="306038" cy="303906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8" name="Google Shape;3578;p24"/>
          <p:cNvSpPr/>
          <p:nvPr/>
        </p:nvSpPr>
        <p:spPr>
          <a:xfrm>
            <a:off x="4875595" y="1587749"/>
            <a:ext cx="400932" cy="400932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79" name="Google Shape;3579;p24"/>
          <p:cNvSpPr/>
          <p:nvPr/>
        </p:nvSpPr>
        <p:spPr>
          <a:xfrm>
            <a:off x="5182649" y="1870301"/>
            <a:ext cx="46973" cy="47989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0" name="Google Shape;3580;p24"/>
          <p:cNvSpPr/>
          <p:nvPr/>
        </p:nvSpPr>
        <p:spPr>
          <a:xfrm>
            <a:off x="4922501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1" name="Google Shape;3581;p24"/>
          <p:cNvSpPr/>
          <p:nvPr/>
        </p:nvSpPr>
        <p:spPr>
          <a:xfrm>
            <a:off x="4992894" y="1728499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2" name="Google Shape;3582;p24"/>
          <p:cNvSpPr/>
          <p:nvPr/>
        </p:nvSpPr>
        <p:spPr>
          <a:xfrm>
            <a:off x="5063252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3" name="Google Shape;3583;p24"/>
          <p:cNvSpPr/>
          <p:nvPr/>
        </p:nvSpPr>
        <p:spPr>
          <a:xfrm>
            <a:off x="5135743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4" name="Google Shape;3584;p24"/>
          <p:cNvSpPr/>
          <p:nvPr/>
        </p:nvSpPr>
        <p:spPr>
          <a:xfrm>
            <a:off x="4922501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5" name="Google Shape;3585;p24"/>
          <p:cNvSpPr/>
          <p:nvPr/>
        </p:nvSpPr>
        <p:spPr>
          <a:xfrm>
            <a:off x="4992894" y="1776455"/>
            <a:ext cx="47989" cy="24571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6" name="Google Shape;3586;p24"/>
          <p:cNvSpPr/>
          <p:nvPr/>
        </p:nvSpPr>
        <p:spPr>
          <a:xfrm>
            <a:off x="5063252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7" name="Google Shape;3587;p24"/>
          <p:cNvSpPr/>
          <p:nvPr/>
        </p:nvSpPr>
        <p:spPr>
          <a:xfrm>
            <a:off x="5135743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8" name="Google Shape;3588;p24"/>
          <p:cNvSpPr/>
          <p:nvPr/>
        </p:nvSpPr>
        <p:spPr>
          <a:xfrm>
            <a:off x="4922501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89" name="Google Shape;3589;p24"/>
          <p:cNvSpPr/>
          <p:nvPr/>
        </p:nvSpPr>
        <p:spPr>
          <a:xfrm>
            <a:off x="4992894" y="1823394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0" name="Google Shape;3590;p24"/>
          <p:cNvSpPr/>
          <p:nvPr/>
        </p:nvSpPr>
        <p:spPr>
          <a:xfrm>
            <a:off x="5063252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1" name="Google Shape;3591;p24"/>
          <p:cNvSpPr/>
          <p:nvPr/>
        </p:nvSpPr>
        <p:spPr>
          <a:xfrm>
            <a:off x="4922501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2" name="Google Shape;3592;p24"/>
          <p:cNvSpPr/>
          <p:nvPr/>
        </p:nvSpPr>
        <p:spPr>
          <a:xfrm>
            <a:off x="4992894" y="1870300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3" name="Google Shape;3593;p24"/>
          <p:cNvSpPr/>
          <p:nvPr/>
        </p:nvSpPr>
        <p:spPr>
          <a:xfrm>
            <a:off x="5063252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4" name="Google Shape;3594;p24"/>
          <p:cNvSpPr/>
          <p:nvPr/>
        </p:nvSpPr>
        <p:spPr>
          <a:xfrm>
            <a:off x="4875595" y="2313857"/>
            <a:ext cx="400932" cy="189789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5" name="Google Shape;3595;p24"/>
          <p:cNvSpPr/>
          <p:nvPr/>
        </p:nvSpPr>
        <p:spPr>
          <a:xfrm>
            <a:off x="4995026" y="2103797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6" name="Google Shape;3596;p24"/>
          <p:cNvSpPr/>
          <p:nvPr/>
        </p:nvSpPr>
        <p:spPr>
          <a:xfrm>
            <a:off x="5040881" y="2361238"/>
            <a:ext cx="71475" cy="94454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7" name="Google Shape;3597;p24"/>
          <p:cNvSpPr/>
          <p:nvPr/>
        </p:nvSpPr>
        <p:spPr>
          <a:xfrm>
            <a:off x="7413064" y="1113290"/>
            <a:ext cx="406279" cy="399849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8" name="Google Shape;3598;p24"/>
          <p:cNvSpPr/>
          <p:nvPr/>
        </p:nvSpPr>
        <p:spPr>
          <a:xfrm>
            <a:off x="7698893" y="1824986"/>
            <a:ext cx="24538" cy="24571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599" name="Google Shape;3599;p24"/>
          <p:cNvSpPr/>
          <p:nvPr/>
        </p:nvSpPr>
        <p:spPr>
          <a:xfrm>
            <a:off x="7416341" y="1588292"/>
            <a:ext cx="399849" cy="399849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0" name="Google Shape;3600;p24"/>
          <p:cNvSpPr/>
          <p:nvPr/>
        </p:nvSpPr>
        <p:spPr>
          <a:xfrm>
            <a:off x="7698893" y="1860183"/>
            <a:ext cx="24538" cy="83185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1" name="Google Shape;3601;p24"/>
          <p:cNvSpPr/>
          <p:nvPr/>
        </p:nvSpPr>
        <p:spPr>
          <a:xfrm>
            <a:off x="7510153" y="1706639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2" name="Google Shape;3602;p24"/>
          <p:cNvSpPr/>
          <p:nvPr/>
        </p:nvSpPr>
        <p:spPr>
          <a:xfrm>
            <a:off x="7510153" y="1754627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3" name="Google Shape;3603;p24"/>
          <p:cNvSpPr/>
          <p:nvPr/>
        </p:nvSpPr>
        <p:spPr>
          <a:xfrm>
            <a:off x="7440335" y="2103256"/>
            <a:ext cx="351860" cy="400932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4" name="Google Shape;3604;p24"/>
          <p:cNvSpPr/>
          <p:nvPr/>
        </p:nvSpPr>
        <p:spPr>
          <a:xfrm>
            <a:off x="7674899" y="2430581"/>
            <a:ext cx="47989" cy="23488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5" name="Google Shape;3605;p24"/>
          <p:cNvSpPr/>
          <p:nvPr/>
        </p:nvSpPr>
        <p:spPr>
          <a:xfrm>
            <a:off x="8440326" y="1588286"/>
            <a:ext cx="400932" cy="399849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6" name="Google Shape;3606;p24"/>
          <p:cNvSpPr/>
          <p:nvPr/>
        </p:nvSpPr>
        <p:spPr>
          <a:xfrm>
            <a:off x="350896" y="3221453"/>
            <a:ext cx="120515" cy="117307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7" name="Google Shape;3607;p24"/>
          <p:cNvSpPr/>
          <p:nvPr/>
        </p:nvSpPr>
        <p:spPr>
          <a:xfrm>
            <a:off x="492731" y="3081786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8" name="Google Shape;3608;p24"/>
          <p:cNvSpPr/>
          <p:nvPr/>
        </p:nvSpPr>
        <p:spPr>
          <a:xfrm>
            <a:off x="302941" y="3333405"/>
            <a:ext cx="213275" cy="14714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09" name="Google Shape;3609;p24"/>
          <p:cNvSpPr/>
          <p:nvPr/>
        </p:nvSpPr>
        <p:spPr>
          <a:xfrm>
            <a:off x="340253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0" name="Google Shape;3610;p24"/>
          <p:cNvSpPr/>
          <p:nvPr/>
        </p:nvSpPr>
        <p:spPr>
          <a:xfrm>
            <a:off x="421306" y="3584483"/>
            <a:ext cx="166336" cy="141428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1" name="Google Shape;3611;p24"/>
          <p:cNvSpPr/>
          <p:nvPr/>
        </p:nvSpPr>
        <p:spPr>
          <a:xfrm>
            <a:off x="301876" y="3725234"/>
            <a:ext cx="191955" cy="259944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2" name="Google Shape;3612;p24"/>
          <p:cNvSpPr/>
          <p:nvPr/>
        </p:nvSpPr>
        <p:spPr>
          <a:xfrm>
            <a:off x="599351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3" name="Google Shape;3613;p24"/>
          <p:cNvSpPr/>
          <p:nvPr/>
        </p:nvSpPr>
        <p:spPr>
          <a:xfrm>
            <a:off x="515117" y="3726319"/>
            <a:ext cx="191955" cy="260723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4" name="Google Shape;3614;p24"/>
          <p:cNvSpPr/>
          <p:nvPr/>
        </p:nvSpPr>
        <p:spPr>
          <a:xfrm>
            <a:off x="455387" y="4071208"/>
            <a:ext cx="96011" cy="92796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5" name="Google Shape;3615;p24"/>
          <p:cNvSpPr/>
          <p:nvPr/>
        </p:nvSpPr>
        <p:spPr>
          <a:xfrm>
            <a:off x="339170" y="4283401"/>
            <a:ext cx="93879" cy="92762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6" name="Google Shape;3616;p24"/>
          <p:cNvSpPr/>
          <p:nvPr/>
        </p:nvSpPr>
        <p:spPr>
          <a:xfrm>
            <a:off x="575865" y="4284449"/>
            <a:ext cx="92796" cy="92796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7" name="Google Shape;3617;p24"/>
          <p:cNvSpPr/>
          <p:nvPr/>
        </p:nvSpPr>
        <p:spPr>
          <a:xfrm>
            <a:off x="304009" y="4375079"/>
            <a:ext cx="165287" cy="97067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8" name="Google Shape;3618;p24"/>
          <p:cNvSpPr/>
          <p:nvPr/>
        </p:nvSpPr>
        <p:spPr>
          <a:xfrm>
            <a:off x="421272" y="4161839"/>
            <a:ext cx="166370" cy="9810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19" name="Google Shape;3619;p24"/>
          <p:cNvSpPr/>
          <p:nvPr/>
        </p:nvSpPr>
        <p:spPr>
          <a:xfrm>
            <a:off x="539620" y="437507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0" name="Google Shape;3620;p24"/>
          <p:cNvSpPr/>
          <p:nvPr/>
        </p:nvSpPr>
        <p:spPr>
          <a:xfrm>
            <a:off x="451121" y="4283402"/>
            <a:ext cx="104539" cy="8744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1" name="Google Shape;3621;p24"/>
          <p:cNvSpPr/>
          <p:nvPr/>
        </p:nvSpPr>
        <p:spPr>
          <a:xfrm>
            <a:off x="2977157" y="3269698"/>
            <a:ext cx="117307" cy="70392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2" name="Google Shape;3622;p24"/>
          <p:cNvSpPr/>
          <p:nvPr/>
        </p:nvSpPr>
        <p:spPr>
          <a:xfrm>
            <a:off x="3011270" y="3199339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3" name="Google Shape;3623;p24"/>
          <p:cNvSpPr/>
          <p:nvPr/>
        </p:nvSpPr>
        <p:spPr>
          <a:xfrm>
            <a:off x="2860940" y="3081499"/>
            <a:ext cx="351860" cy="399341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4" name="Google Shape;3624;p24"/>
          <p:cNvSpPr/>
          <p:nvPr/>
        </p:nvSpPr>
        <p:spPr>
          <a:xfrm>
            <a:off x="2834813" y="3796949"/>
            <a:ext cx="71442" cy="18769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5" name="Google Shape;3625;p24"/>
          <p:cNvSpPr/>
          <p:nvPr/>
        </p:nvSpPr>
        <p:spPr>
          <a:xfrm>
            <a:off x="2907303" y="3586886"/>
            <a:ext cx="258049" cy="217540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6" name="Google Shape;3626;p24"/>
          <p:cNvSpPr/>
          <p:nvPr/>
        </p:nvSpPr>
        <p:spPr>
          <a:xfrm>
            <a:off x="2929707" y="3790012"/>
            <a:ext cx="309219" cy="17009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7" name="Google Shape;3627;p24"/>
          <p:cNvSpPr/>
          <p:nvPr/>
        </p:nvSpPr>
        <p:spPr>
          <a:xfrm>
            <a:off x="2835879" y="4071750"/>
            <a:ext cx="297509" cy="30390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8" name="Google Shape;3628;p24"/>
          <p:cNvSpPr/>
          <p:nvPr/>
        </p:nvSpPr>
        <p:spPr>
          <a:xfrm>
            <a:off x="2978729" y="4164140"/>
            <a:ext cx="259132" cy="118550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29" name="Google Shape;3629;p24"/>
          <p:cNvSpPr/>
          <p:nvPr/>
        </p:nvSpPr>
        <p:spPr>
          <a:xfrm>
            <a:off x="2862515" y="4386283"/>
            <a:ext cx="255917" cy="8531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0" name="Google Shape;3630;p24"/>
          <p:cNvSpPr/>
          <p:nvPr/>
        </p:nvSpPr>
        <p:spPr>
          <a:xfrm>
            <a:off x="2907287" y="4141060"/>
            <a:ext cx="155709" cy="165287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1" name="Google Shape;3631;p24"/>
          <p:cNvSpPr/>
          <p:nvPr/>
        </p:nvSpPr>
        <p:spPr>
          <a:xfrm>
            <a:off x="5562588" y="3291812"/>
            <a:ext cx="47989" cy="48026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2" name="Google Shape;3632;p24"/>
          <p:cNvSpPr/>
          <p:nvPr/>
        </p:nvSpPr>
        <p:spPr>
          <a:xfrm>
            <a:off x="5540183" y="3363254"/>
            <a:ext cx="94928" cy="46943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3" name="Google Shape;3633;p24"/>
          <p:cNvSpPr/>
          <p:nvPr/>
        </p:nvSpPr>
        <p:spPr>
          <a:xfrm>
            <a:off x="5481535" y="3245956"/>
            <a:ext cx="212226" cy="235679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4" name="Google Shape;3634;p24"/>
          <p:cNvSpPr/>
          <p:nvPr/>
        </p:nvSpPr>
        <p:spPr>
          <a:xfrm>
            <a:off x="5458081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5" name="Google Shape;3635;p24"/>
          <p:cNvSpPr/>
          <p:nvPr/>
        </p:nvSpPr>
        <p:spPr>
          <a:xfrm>
            <a:off x="5386639" y="3153194"/>
            <a:ext cx="399883" cy="186641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6" name="Google Shape;3636;p24"/>
          <p:cNvSpPr/>
          <p:nvPr/>
        </p:nvSpPr>
        <p:spPr>
          <a:xfrm>
            <a:off x="5383982" y="3598088"/>
            <a:ext cx="405196" cy="30390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7" name="Google Shape;3637;p24"/>
          <p:cNvSpPr/>
          <p:nvPr/>
        </p:nvSpPr>
        <p:spPr>
          <a:xfrm>
            <a:off x="5474614" y="3926465"/>
            <a:ext cx="213275" cy="4697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8" name="Google Shape;3638;p24"/>
          <p:cNvSpPr/>
          <p:nvPr/>
        </p:nvSpPr>
        <p:spPr>
          <a:xfrm>
            <a:off x="5548712" y="4071748"/>
            <a:ext cx="72524" cy="69348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39" name="Google Shape;3639;p24"/>
          <p:cNvSpPr/>
          <p:nvPr/>
        </p:nvSpPr>
        <p:spPr>
          <a:xfrm>
            <a:off x="5454900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0" name="Google Shape;3640;p24"/>
          <p:cNvSpPr/>
          <p:nvPr/>
        </p:nvSpPr>
        <p:spPr>
          <a:xfrm>
            <a:off x="5644689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1" name="Google Shape;3641;p24"/>
          <p:cNvSpPr/>
          <p:nvPr/>
        </p:nvSpPr>
        <p:spPr>
          <a:xfrm>
            <a:off x="5384507" y="4235954"/>
            <a:ext cx="404147" cy="165287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2" name="Google Shape;3642;p24"/>
          <p:cNvSpPr/>
          <p:nvPr/>
        </p:nvSpPr>
        <p:spPr>
          <a:xfrm>
            <a:off x="5611625" y="4387332"/>
            <a:ext cx="140785" cy="84268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3" name="Google Shape;3643;p24"/>
          <p:cNvSpPr/>
          <p:nvPr/>
        </p:nvSpPr>
        <p:spPr>
          <a:xfrm>
            <a:off x="5514597" y="4151719"/>
            <a:ext cx="141834" cy="59732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4" name="Google Shape;3644;p24"/>
          <p:cNvSpPr/>
          <p:nvPr/>
        </p:nvSpPr>
        <p:spPr>
          <a:xfrm>
            <a:off x="5421836" y="4387332"/>
            <a:ext cx="138653" cy="84268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5" name="Google Shape;3645;p24"/>
          <p:cNvSpPr/>
          <p:nvPr/>
        </p:nvSpPr>
        <p:spPr>
          <a:xfrm>
            <a:off x="8135641" y="3297127"/>
            <a:ext cx="92762" cy="114117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6" name="Google Shape;3646;p24"/>
          <p:cNvSpPr/>
          <p:nvPr/>
        </p:nvSpPr>
        <p:spPr>
          <a:xfrm>
            <a:off x="8080172" y="3368567"/>
            <a:ext cx="84274" cy="41629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7" name="Google Shape;3647;p24"/>
          <p:cNvSpPr/>
          <p:nvPr/>
        </p:nvSpPr>
        <p:spPr>
          <a:xfrm>
            <a:off x="8017259" y="3294994"/>
            <a:ext cx="93879" cy="115200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8" name="Google Shape;3648;p24"/>
          <p:cNvSpPr/>
          <p:nvPr/>
        </p:nvSpPr>
        <p:spPr>
          <a:xfrm>
            <a:off x="7993807" y="3433613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49" name="Google Shape;3649;p24"/>
          <p:cNvSpPr/>
          <p:nvPr/>
        </p:nvSpPr>
        <p:spPr>
          <a:xfrm>
            <a:off x="7993807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0" name="Google Shape;3650;p24"/>
          <p:cNvSpPr/>
          <p:nvPr/>
        </p:nvSpPr>
        <p:spPr>
          <a:xfrm>
            <a:off x="8018341" y="3150013"/>
            <a:ext cx="210060" cy="48263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1" name="Google Shape;3651;p24"/>
          <p:cNvSpPr/>
          <p:nvPr/>
        </p:nvSpPr>
        <p:spPr>
          <a:xfrm>
            <a:off x="8016209" y="3192656"/>
            <a:ext cx="211143" cy="100241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2" name="Google Shape;3652;p24"/>
          <p:cNvSpPr/>
          <p:nvPr/>
        </p:nvSpPr>
        <p:spPr>
          <a:xfrm>
            <a:off x="811618" y="3080720"/>
            <a:ext cx="283668" cy="3539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3" name="Google Shape;3653;p24"/>
          <p:cNvSpPr/>
          <p:nvPr/>
        </p:nvSpPr>
        <p:spPr>
          <a:xfrm>
            <a:off x="866002" y="3135071"/>
            <a:ext cx="64029" cy="65079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4" name="Google Shape;3654;p24"/>
          <p:cNvSpPr/>
          <p:nvPr/>
        </p:nvSpPr>
        <p:spPr>
          <a:xfrm>
            <a:off x="954500" y="3224653"/>
            <a:ext cx="165287" cy="164238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5" name="Google Shape;3655;p24"/>
          <p:cNvSpPr/>
          <p:nvPr/>
        </p:nvSpPr>
        <p:spPr>
          <a:xfrm>
            <a:off x="857474" y="3129758"/>
            <a:ext cx="260181" cy="328408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6" name="Google Shape;3656;p24"/>
          <p:cNvSpPr/>
          <p:nvPr/>
        </p:nvSpPr>
        <p:spPr>
          <a:xfrm>
            <a:off x="1093120" y="3361107"/>
            <a:ext cx="122648" cy="120515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7" name="Google Shape;3657;p24"/>
          <p:cNvSpPr/>
          <p:nvPr/>
        </p:nvSpPr>
        <p:spPr>
          <a:xfrm>
            <a:off x="836170" y="3586888"/>
            <a:ext cx="281502" cy="39775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8" name="Google Shape;3658;p24"/>
          <p:cNvSpPr/>
          <p:nvPr/>
        </p:nvSpPr>
        <p:spPr>
          <a:xfrm>
            <a:off x="1136826" y="3679649"/>
            <a:ext cx="77872" cy="75745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59" name="Google Shape;3659;p24"/>
          <p:cNvSpPr/>
          <p:nvPr/>
        </p:nvSpPr>
        <p:spPr>
          <a:xfrm>
            <a:off x="1004772" y="3825715"/>
            <a:ext cx="62778" cy="60955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0" name="Google Shape;3660;p24"/>
          <p:cNvSpPr/>
          <p:nvPr/>
        </p:nvSpPr>
        <p:spPr>
          <a:xfrm>
            <a:off x="1037668" y="3723374"/>
            <a:ext cx="132256" cy="132256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1" name="Google Shape;3661;p24"/>
          <p:cNvSpPr/>
          <p:nvPr/>
        </p:nvSpPr>
        <p:spPr>
          <a:xfrm>
            <a:off x="1048328" y="3592235"/>
            <a:ext cx="63996" cy="63996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2" name="Google Shape;3662;p24"/>
          <p:cNvSpPr/>
          <p:nvPr/>
        </p:nvSpPr>
        <p:spPr>
          <a:xfrm>
            <a:off x="812682" y="3938749"/>
            <a:ext cx="225018" cy="45894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3" name="Google Shape;3663;p24"/>
          <p:cNvSpPr/>
          <p:nvPr/>
        </p:nvSpPr>
        <p:spPr>
          <a:xfrm>
            <a:off x="812159" y="4070683"/>
            <a:ext cx="403064" cy="40198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4" name="Google Shape;3664;p24"/>
          <p:cNvSpPr/>
          <p:nvPr/>
        </p:nvSpPr>
        <p:spPr>
          <a:xfrm>
            <a:off x="965701" y="4306296"/>
            <a:ext cx="98150" cy="70392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5" name="Google Shape;3665;p24"/>
          <p:cNvSpPr/>
          <p:nvPr/>
        </p:nvSpPr>
        <p:spPr>
          <a:xfrm>
            <a:off x="990238" y="4235936"/>
            <a:ext cx="48026" cy="48026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6" name="Google Shape;3666;p24"/>
          <p:cNvSpPr/>
          <p:nvPr/>
        </p:nvSpPr>
        <p:spPr>
          <a:xfrm>
            <a:off x="909184" y="4164494"/>
            <a:ext cx="211143" cy="185558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7" name="Google Shape;3667;p24"/>
          <p:cNvSpPr/>
          <p:nvPr/>
        </p:nvSpPr>
        <p:spPr>
          <a:xfrm>
            <a:off x="3505727" y="3081245"/>
            <a:ext cx="92796" cy="9384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8" name="Google Shape;3668;p24"/>
          <p:cNvSpPr/>
          <p:nvPr/>
        </p:nvSpPr>
        <p:spPr>
          <a:xfrm>
            <a:off x="3469483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69" name="Google Shape;3669;p24"/>
          <p:cNvSpPr/>
          <p:nvPr/>
        </p:nvSpPr>
        <p:spPr>
          <a:xfrm>
            <a:off x="3515338" y="3363796"/>
            <a:ext cx="24538" cy="46943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0" name="Google Shape;3670;p24"/>
          <p:cNvSpPr/>
          <p:nvPr/>
        </p:nvSpPr>
        <p:spPr>
          <a:xfrm>
            <a:off x="3422576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1" name="Google Shape;3671;p24"/>
          <p:cNvSpPr/>
          <p:nvPr/>
        </p:nvSpPr>
        <p:spPr>
          <a:xfrm>
            <a:off x="3562244" y="3363796"/>
            <a:ext cx="46943" cy="46943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2" name="Google Shape;3672;p24"/>
          <p:cNvSpPr/>
          <p:nvPr/>
        </p:nvSpPr>
        <p:spPr>
          <a:xfrm>
            <a:off x="3351136" y="3294487"/>
            <a:ext cx="330540" cy="186608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3" name="Google Shape;3673;p24"/>
          <p:cNvSpPr/>
          <p:nvPr/>
        </p:nvSpPr>
        <p:spPr>
          <a:xfrm>
            <a:off x="3705127" y="3341393"/>
            <a:ext cx="46943" cy="92796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4" name="Google Shape;3674;p24"/>
          <p:cNvSpPr/>
          <p:nvPr/>
        </p:nvSpPr>
        <p:spPr>
          <a:xfrm>
            <a:off x="3469483" y="3171876"/>
            <a:ext cx="165287" cy="99192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5" name="Google Shape;3675;p24"/>
          <p:cNvSpPr/>
          <p:nvPr/>
        </p:nvSpPr>
        <p:spPr>
          <a:xfrm>
            <a:off x="3527590" y="3701495"/>
            <a:ext cx="48026" cy="48026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6" name="Google Shape;3676;p24"/>
          <p:cNvSpPr/>
          <p:nvPr/>
        </p:nvSpPr>
        <p:spPr>
          <a:xfrm>
            <a:off x="3507353" y="3772936"/>
            <a:ext cx="90671" cy="4589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7" name="Google Shape;3677;p24"/>
          <p:cNvSpPr/>
          <p:nvPr/>
        </p:nvSpPr>
        <p:spPr>
          <a:xfrm>
            <a:off x="3468941" y="3655671"/>
            <a:ext cx="165321" cy="13330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8" name="Google Shape;3678;p24"/>
          <p:cNvSpPr/>
          <p:nvPr/>
        </p:nvSpPr>
        <p:spPr>
          <a:xfrm>
            <a:off x="3395401" y="3586158"/>
            <a:ext cx="310302" cy="34993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79" name="Google Shape;3679;p24"/>
          <p:cNvSpPr/>
          <p:nvPr/>
        </p:nvSpPr>
        <p:spPr>
          <a:xfrm>
            <a:off x="3375130" y="3868913"/>
            <a:ext cx="352943" cy="11646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0" name="Google Shape;3680;p24"/>
          <p:cNvSpPr/>
          <p:nvPr/>
        </p:nvSpPr>
        <p:spPr>
          <a:xfrm>
            <a:off x="3471632" y="4141601"/>
            <a:ext cx="165287" cy="9492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1" name="Google Shape;3681;p24"/>
          <p:cNvSpPr/>
          <p:nvPr/>
        </p:nvSpPr>
        <p:spPr>
          <a:xfrm>
            <a:off x="3421511" y="4376162"/>
            <a:ext cx="260181" cy="95984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2" name="Google Shape;3682;p24"/>
          <p:cNvSpPr/>
          <p:nvPr/>
        </p:nvSpPr>
        <p:spPr>
          <a:xfrm>
            <a:off x="3507877" y="4071209"/>
            <a:ext cx="92796" cy="48026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3" name="Google Shape;3683;p24"/>
          <p:cNvSpPr/>
          <p:nvPr/>
        </p:nvSpPr>
        <p:spPr>
          <a:xfrm>
            <a:off x="3472716" y="4258865"/>
            <a:ext cx="161023" cy="9492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4" name="Google Shape;3684;p24"/>
          <p:cNvSpPr/>
          <p:nvPr/>
        </p:nvSpPr>
        <p:spPr>
          <a:xfrm>
            <a:off x="5983544" y="3292880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5" name="Google Shape;3685;p24"/>
          <p:cNvSpPr/>
          <p:nvPr/>
        </p:nvSpPr>
        <p:spPr>
          <a:xfrm>
            <a:off x="5961141" y="3364321"/>
            <a:ext cx="93879" cy="46943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6" name="Google Shape;3686;p24"/>
          <p:cNvSpPr/>
          <p:nvPr/>
        </p:nvSpPr>
        <p:spPr>
          <a:xfrm>
            <a:off x="5891864" y="3223570"/>
            <a:ext cx="399849" cy="257000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7" name="Google Shape;3687;p24"/>
          <p:cNvSpPr/>
          <p:nvPr/>
        </p:nvSpPr>
        <p:spPr>
          <a:xfrm>
            <a:off x="6008081" y="3152128"/>
            <a:ext cx="165287" cy="9492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8" name="Google Shape;3688;p24"/>
          <p:cNvSpPr/>
          <p:nvPr/>
        </p:nvSpPr>
        <p:spPr>
          <a:xfrm>
            <a:off x="6031534" y="3081770"/>
            <a:ext cx="117307" cy="48026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89" name="Google Shape;3689;p24"/>
          <p:cNvSpPr/>
          <p:nvPr/>
        </p:nvSpPr>
        <p:spPr>
          <a:xfrm>
            <a:off x="5961158" y="3703102"/>
            <a:ext cx="23488" cy="11733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0" name="Google Shape;3690;p24"/>
          <p:cNvSpPr/>
          <p:nvPr/>
        </p:nvSpPr>
        <p:spPr>
          <a:xfrm>
            <a:off x="6197852" y="3703102"/>
            <a:ext cx="24571" cy="11733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1" name="Google Shape;3691;p24"/>
          <p:cNvSpPr/>
          <p:nvPr/>
        </p:nvSpPr>
        <p:spPr>
          <a:xfrm>
            <a:off x="5961158" y="3843853"/>
            <a:ext cx="23488" cy="140795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2" name="Google Shape;3692;p24"/>
          <p:cNvSpPr/>
          <p:nvPr/>
        </p:nvSpPr>
        <p:spPr>
          <a:xfrm>
            <a:off x="6197852" y="3843853"/>
            <a:ext cx="24571" cy="140795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3" name="Google Shape;3693;p24"/>
          <p:cNvSpPr/>
          <p:nvPr/>
        </p:nvSpPr>
        <p:spPr>
          <a:xfrm>
            <a:off x="5891848" y="3703102"/>
            <a:ext cx="46943" cy="11733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4" name="Google Shape;3694;p24"/>
          <p:cNvSpPr/>
          <p:nvPr/>
        </p:nvSpPr>
        <p:spPr>
          <a:xfrm>
            <a:off x="6009148" y="3703102"/>
            <a:ext cx="165287" cy="11733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5" name="Google Shape;3695;p24"/>
          <p:cNvSpPr/>
          <p:nvPr/>
        </p:nvSpPr>
        <p:spPr>
          <a:xfrm>
            <a:off x="6244760" y="3826798"/>
            <a:ext cx="46973" cy="15889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6" name="Google Shape;3696;p24"/>
          <p:cNvSpPr/>
          <p:nvPr/>
        </p:nvSpPr>
        <p:spPr>
          <a:xfrm>
            <a:off x="5891848" y="3826796"/>
            <a:ext cx="46943" cy="157841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7" name="Google Shape;3697;p24"/>
          <p:cNvSpPr/>
          <p:nvPr/>
        </p:nvSpPr>
        <p:spPr>
          <a:xfrm>
            <a:off x="6079505" y="3843853"/>
            <a:ext cx="23488" cy="24571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8" name="Google Shape;3698;p24"/>
          <p:cNvSpPr/>
          <p:nvPr/>
        </p:nvSpPr>
        <p:spPr>
          <a:xfrm>
            <a:off x="6244760" y="3703102"/>
            <a:ext cx="46973" cy="11733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699" name="Google Shape;3699;p24"/>
          <p:cNvSpPr/>
          <p:nvPr/>
        </p:nvSpPr>
        <p:spPr>
          <a:xfrm>
            <a:off x="6009148" y="3843853"/>
            <a:ext cx="165287" cy="140795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0" name="Google Shape;3700;p24"/>
          <p:cNvSpPr/>
          <p:nvPr/>
        </p:nvSpPr>
        <p:spPr>
          <a:xfrm>
            <a:off x="6008065" y="3585839"/>
            <a:ext cx="165287" cy="9384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1" name="Google Shape;3701;p24"/>
          <p:cNvSpPr/>
          <p:nvPr/>
        </p:nvSpPr>
        <p:spPr>
          <a:xfrm>
            <a:off x="6197346" y="4331390"/>
            <a:ext cx="70392" cy="140751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2" name="Google Shape;3702;p24"/>
          <p:cNvSpPr/>
          <p:nvPr/>
        </p:nvSpPr>
        <p:spPr>
          <a:xfrm>
            <a:off x="6009688" y="4331390"/>
            <a:ext cx="164204" cy="68531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3" name="Google Shape;3703;p24"/>
          <p:cNvSpPr/>
          <p:nvPr/>
        </p:nvSpPr>
        <p:spPr>
          <a:xfrm>
            <a:off x="6009688" y="4407095"/>
            <a:ext cx="164204" cy="6504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4" name="Google Shape;3704;p24"/>
          <p:cNvSpPr/>
          <p:nvPr/>
        </p:nvSpPr>
        <p:spPr>
          <a:xfrm>
            <a:off x="5915843" y="4330306"/>
            <a:ext cx="70431" cy="141834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5" name="Google Shape;3705;p24"/>
          <p:cNvSpPr/>
          <p:nvPr/>
        </p:nvSpPr>
        <p:spPr>
          <a:xfrm>
            <a:off x="6020348" y="4188506"/>
            <a:ext cx="140751" cy="142917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6" name="Google Shape;3706;p24"/>
          <p:cNvSpPr/>
          <p:nvPr/>
        </p:nvSpPr>
        <p:spPr>
          <a:xfrm>
            <a:off x="5960618" y="4071209"/>
            <a:ext cx="258087" cy="235679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7" name="Google Shape;3707;p24"/>
          <p:cNvSpPr/>
          <p:nvPr/>
        </p:nvSpPr>
        <p:spPr>
          <a:xfrm>
            <a:off x="7923448" y="3772952"/>
            <a:ext cx="399849" cy="212192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8" name="Google Shape;3708;p24"/>
          <p:cNvSpPr/>
          <p:nvPr/>
        </p:nvSpPr>
        <p:spPr>
          <a:xfrm>
            <a:off x="8063117" y="3844394"/>
            <a:ext cx="119430" cy="23488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09" name="Google Shape;3709;p24"/>
          <p:cNvSpPr/>
          <p:nvPr/>
        </p:nvSpPr>
        <p:spPr>
          <a:xfrm>
            <a:off x="7946900" y="3586378"/>
            <a:ext cx="117307" cy="46943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0" name="Google Shape;3710;p24"/>
          <p:cNvSpPr/>
          <p:nvPr/>
        </p:nvSpPr>
        <p:spPr>
          <a:xfrm>
            <a:off x="7945818" y="3655655"/>
            <a:ext cx="117332" cy="93879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1" name="Google Shape;3711;p24"/>
          <p:cNvSpPr/>
          <p:nvPr/>
        </p:nvSpPr>
        <p:spPr>
          <a:xfrm>
            <a:off x="8184646" y="3608749"/>
            <a:ext cx="116249" cy="93879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2" name="Google Shape;3712;p24"/>
          <p:cNvSpPr/>
          <p:nvPr/>
        </p:nvSpPr>
        <p:spPr>
          <a:xfrm>
            <a:off x="8182513" y="3727096"/>
            <a:ext cx="117332" cy="23488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3" name="Google Shape;3713;p24"/>
          <p:cNvSpPr/>
          <p:nvPr/>
        </p:nvSpPr>
        <p:spPr>
          <a:xfrm>
            <a:off x="8086568" y="3633284"/>
            <a:ext cx="72524" cy="117307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4" name="Google Shape;3714;p24"/>
          <p:cNvSpPr/>
          <p:nvPr/>
        </p:nvSpPr>
        <p:spPr>
          <a:xfrm>
            <a:off x="1475174" y="3224653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5" name="Google Shape;3715;p24"/>
          <p:cNvSpPr/>
          <p:nvPr/>
        </p:nvSpPr>
        <p:spPr>
          <a:xfrm>
            <a:off x="1321664" y="3080721"/>
            <a:ext cx="401981" cy="40089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6" name="Google Shape;3716;p24"/>
          <p:cNvSpPr/>
          <p:nvPr/>
        </p:nvSpPr>
        <p:spPr>
          <a:xfrm>
            <a:off x="1443192" y="3315284"/>
            <a:ext cx="157841" cy="71475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7" name="Google Shape;3717;p24"/>
          <p:cNvSpPr/>
          <p:nvPr/>
        </p:nvSpPr>
        <p:spPr>
          <a:xfrm>
            <a:off x="1323242" y="3586897"/>
            <a:ext cx="398800" cy="39771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8" name="Google Shape;3718;p24"/>
          <p:cNvSpPr/>
          <p:nvPr/>
        </p:nvSpPr>
        <p:spPr>
          <a:xfrm>
            <a:off x="1321124" y="4070295"/>
            <a:ext cx="403064" cy="402760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19" name="Google Shape;3719;p24"/>
          <p:cNvSpPr/>
          <p:nvPr/>
        </p:nvSpPr>
        <p:spPr>
          <a:xfrm>
            <a:off x="1509830" y="4214228"/>
            <a:ext cx="23488" cy="703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0" name="Google Shape;3720;p24"/>
          <p:cNvSpPr/>
          <p:nvPr/>
        </p:nvSpPr>
        <p:spPr>
          <a:xfrm>
            <a:off x="1416019" y="4261133"/>
            <a:ext cx="23488" cy="23488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1" name="Google Shape;3721;p24"/>
          <p:cNvSpPr/>
          <p:nvPr/>
        </p:nvSpPr>
        <p:spPr>
          <a:xfrm>
            <a:off x="1603676" y="4167322"/>
            <a:ext cx="24538" cy="117307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2" name="Google Shape;3722;p24"/>
          <p:cNvSpPr/>
          <p:nvPr/>
        </p:nvSpPr>
        <p:spPr>
          <a:xfrm>
            <a:off x="3914904" y="3081245"/>
            <a:ext cx="304989" cy="28150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3" name="Google Shape;3723;p24"/>
          <p:cNvSpPr/>
          <p:nvPr/>
        </p:nvSpPr>
        <p:spPr>
          <a:xfrm>
            <a:off x="4043947" y="3150554"/>
            <a:ext cx="47989" cy="48026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4" name="Google Shape;3724;p24"/>
          <p:cNvSpPr/>
          <p:nvPr/>
        </p:nvSpPr>
        <p:spPr>
          <a:xfrm>
            <a:off x="3986345" y="3386167"/>
            <a:ext cx="164238" cy="48026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5" name="Google Shape;3725;p24"/>
          <p:cNvSpPr/>
          <p:nvPr/>
        </p:nvSpPr>
        <p:spPr>
          <a:xfrm>
            <a:off x="4009798" y="3223045"/>
            <a:ext cx="117332" cy="70392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6" name="Google Shape;3726;p24"/>
          <p:cNvSpPr/>
          <p:nvPr/>
        </p:nvSpPr>
        <p:spPr>
          <a:xfrm>
            <a:off x="4009798" y="3457607"/>
            <a:ext cx="118390" cy="23488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7" name="Google Shape;3727;p24"/>
          <p:cNvSpPr/>
          <p:nvPr/>
        </p:nvSpPr>
        <p:spPr>
          <a:xfrm>
            <a:off x="3856763" y="3584900"/>
            <a:ext cx="421204" cy="40171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8" name="Google Shape;3728;p24"/>
          <p:cNvSpPr/>
          <p:nvPr/>
        </p:nvSpPr>
        <p:spPr>
          <a:xfrm>
            <a:off x="3865865" y="4211433"/>
            <a:ext cx="403064" cy="26018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29" name="Google Shape;3729;p24"/>
          <p:cNvSpPr/>
          <p:nvPr/>
        </p:nvSpPr>
        <p:spPr>
          <a:xfrm>
            <a:off x="4041779" y="4142125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0" name="Google Shape;3730;p24"/>
          <p:cNvSpPr/>
          <p:nvPr/>
        </p:nvSpPr>
        <p:spPr>
          <a:xfrm>
            <a:off x="3960759" y="4071733"/>
            <a:ext cx="210060" cy="18342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1" name="Google Shape;3731;p24"/>
          <p:cNvSpPr/>
          <p:nvPr/>
        </p:nvSpPr>
        <p:spPr>
          <a:xfrm>
            <a:off x="6517028" y="3174346"/>
            <a:ext cx="165287" cy="134389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2" name="Google Shape;3732;p24"/>
          <p:cNvSpPr/>
          <p:nvPr/>
        </p:nvSpPr>
        <p:spPr>
          <a:xfrm>
            <a:off x="6576727" y="3222334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3" name="Google Shape;3733;p24"/>
          <p:cNvSpPr/>
          <p:nvPr/>
        </p:nvSpPr>
        <p:spPr>
          <a:xfrm>
            <a:off x="6425350" y="3079991"/>
            <a:ext cx="350811" cy="35348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4" name="Google Shape;3734;p24"/>
          <p:cNvSpPr/>
          <p:nvPr/>
        </p:nvSpPr>
        <p:spPr>
          <a:xfrm>
            <a:off x="6555407" y="3292726"/>
            <a:ext cx="90664" cy="46943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5" name="Google Shape;3735;p24"/>
          <p:cNvSpPr/>
          <p:nvPr/>
        </p:nvSpPr>
        <p:spPr>
          <a:xfrm>
            <a:off x="6672706" y="3362001"/>
            <a:ext cx="129046" cy="117738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6" name="Google Shape;3736;p24"/>
          <p:cNvSpPr/>
          <p:nvPr/>
        </p:nvSpPr>
        <p:spPr>
          <a:xfrm>
            <a:off x="6400814" y="3364133"/>
            <a:ext cx="129046" cy="118213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7" name="Google Shape;3737;p24"/>
          <p:cNvSpPr/>
          <p:nvPr/>
        </p:nvSpPr>
        <p:spPr>
          <a:xfrm>
            <a:off x="6506369" y="3773495"/>
            <a:ext cx="188740" cy="18874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8" name="Google Shape;3738;p24"/>
          <p:cNvSpPr/>
          <p:nvPr/>
        </p:nvSpPr>
        <p:spPr>
          <a:xfrm>
            <a:off x="6683366" y="3609290"/>
            <a:ext cx="93845" cy="9384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39" name="Google Shape;3739;p24"/>
          <p:cNvSpPr/>
          <p:nvPr/>
        </p:nvSpPr>
        <p:spPr>
          <a:xfrm>
            <a:off x="6425350" y="3609290"/>
            <a:ext cx="92762" cy="9384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0" name="Google Shape;3740;p24"/>
          <p:cNvSpPr/>
          <p:nvPr/>
        </p:nvSpPr>
        <p:spPr>
          <a:xfrm>
            <a:off x="6400814" y="3703102"/>
            <a:ext cx="141834" cy="70431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1" name="Google Shape;3741;p24"/>
          <p:cNvSpPr/>
          <p:nvPr/>
        </p:nvSpPr>
        <p:spPr>
          <a:xfrm>
            <a:off x="6660962" y="3703102"/>
            <a:ext cx="140785" cy="70431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2" name="Google Shape;3742;p24"/>
          <p:cNvSpPr/>
          <p:nvPr/>
        </p:nvSpPr>
        <p:spPr>
          <a:xfrm>
            <a:off x="6666308" y="3796947"/>
            <a:ext cx="135438" cy="71475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3" name="Google Shape;3743;p24"/>
          <p:cNvSpPr/>
          <p:nvPr/>
        </p:nvSpPr>
        <p:spPr>
          <a:xfrm>
            <a:off x="6400814" y="3796948"/>
            <a:ext cx="136521" cy="70392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4" name="Google Shape;3744;p24"/>
          <p:cNvSpPr/>
          <p:nvPr/>
        </p:nvSpPr>
        <p:spPr>
          <a:xfrm>
            <a:off x="6622585" y="4179419"/>
            <a:ext cx="90671" cy="141868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5" name="Google Shape;3745;p24"/>
          <p:cNvSpPr/>
          <p:nvPr/>
        </p:nvSpPr>
        <p:spPr>
          <a:xfrm>
            <a:off x="6501023" y="4071731"/>
            <a:ext cx="119473" cy="70431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6" name="Google Shape;3746;p24"/>
          <p:cNvSpPr/>
          <p:nvPr/>
        </p:nvSpPr>
        <p:spPr>
          <a:xfrm>
            <a:off x="6489312" y="4165577"/>
            <a:ext cx="140795" cy="3060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7" name="Google Shape;3747;p24"/>
          <p:cNvSpPr/>
          <p:nvPr/>
        </p:nvSpPr>
        <p:spPr>
          <a:xfrm>
            <a:off x="7992740" y="4379886"/>
            <a:ext cx="24571" cy="24538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8" name="Google Shape;3748;p24"/>
          <p:cNvSpPr/>
          <p:nvPr/>
        </p:nvSpPr>
        <p:spPr>
          <a:xfrm>
            <a:off x="7922381" y="4119738"/>
            <a:ext cx="308170" cy="351860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49" name="Google Shape;3749;p24"/>
          <p:cNvSpPr/>
          <p:nvPr/>
        </p:nvSpPr>
        <p:spPr>
          <a:xfrm>
            <a:off x="8003400" y="4071749"/>
            <a:ext cx="143966" cy="72524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0" name="Google Shape;3750;p24"/>
          <p:cNvSpPr/>
          <p:nvPr/>
        </p:nvSpPr>
        <p:spPr>
          <a:xfrm>
            <a:off x="8251840" y="4237003"/>
            <a:ext cx="70392" cy="142917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1" name="Google Shape;3751;p24"/>
          <p:cNvSpPr/>
          <p:nvPr/>
        </p:nvSpPr>
        <p:spPr>
          <a:xfrm>
            <a:off x="8253971" y="4166643"/>
            <a:ext cx="70392" cy="46943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2" name="Google Shape;3752;p24"/>
          <p:cNvSpPr/>
          <p:nvPr/>
        </p:nvSpPr>
        <p:spPr>
          <a:xfrm>
            <a:off x="8259284" y="4391596"/>
            <a:ext cx="58684" cy="5868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3" name="Google Shape;3753;p24"/>
          <p:cNvSpPr/>
          <p:nvPr/>
        </p:nvSpPr>
        <p:spPr>
          <a:xfrm>
            <a:off x="1852459" y="3213433"/>
            <a:ext cx="376396" cy="26766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4" name="Google Shape;3754;p24"/>
          <p:cNvSpPr/>
          <p:nvPr/>
        </p:nvSpPr>
        <p:spPr>
          <a:xfrm>
            <a:off x="1830088" y="3081245"/>
            <a:ext cx="375313" cy="267897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5" name="Google Shape;3755;p24"/>
          <p:cNvSpPr/>
          <p:nvPr/>
        </p:nvSpPr>
        <p:spPr>
          <a:xfrm>
            <a:off x="1901495" y="3152687"/>
            <a:ext cx="255951" cy="255917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6" name="Google Shape;3756;p24"/>
          <p:cNvSpPr/>
          <p:nvPr/>
        </p:nvSpPr>
        <p:spPr>
          <a:xfrm>
            <a:off x="2039574" y="3842806"/>
            <a:ext cx="24571" cy="47989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7" name="Google Shape;3757;p24"/>
          <p:cNvSpPr/>
          <p:nvPr/>
        </p:nvSpPr>
        <p:spPr>
          <a:xfrm>
            <a:off x="1992668" y="3771364"/>
            <a:ext cx="24538" cy="47989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8" name="Google Shape;3758;p24"/>
          <p:cNvSpPr/>
          <p:nvPr/>
        </p:nvSpPr>
        <p:spPr>
          <a:xfrm>
            <a:off x="1846605" y="3585838"/>
            <a:ext cx="365736" cy="39984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59" name="Google Shape;3759;p24"/>
          <p:cNvSpPr/>
          <p:nvPr/>
        </p:nvSpPr>
        <p:spPr>
          <a:xfrm>
            <a:off x="1996408" y="4071748"/>
            <a:ext cx="69348" cy="69348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0" name="Google Shape;3760;p24"/>
          <p:cNvSpPr/>
          <p:nvPr/>
        </p:nvSpPr>
        <p:spPr>
          <a:xfrm>
            <a:off x="1827939" y="4219945"/>
            <a:ext cx="403064" cy="25165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1" name="Google Shape;3761;p24"/>
          <p:cNvSpPr/>
          <p:nvPr/>
        </p:nvSpPr>
        <p:spPr>
          <a:xfrm>
            <a:off x="1971872" y="4164512"/>
            <a:ext cx="117332" cy="9384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2" name="Google Shape;3762;p24"/>
          <p:cNvSpPr/>
          <p:nvPr/>
        </p:nvSpPr>
        <p:spPr>
          <a:xfrm>
            <a:off x="4528883" y="3233164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3" name="Google Shape;3763;p24"/>
          <p:cNvSpPr/>
          <p:nvPr/>
        </p:nvSpPr>
        <p:spPr>
          <a:xfrm>
            <a:off x="4422278" y="3080704"/>
            <a:ext cx="117298" cy="11733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4" name="Google Shape;3764;p24"/>
          <p:cNvSpPr/>
          <p:nvPr/>
        </p:nvSpPr>
        <p:spPr>
          <a:xfrm>
            <a:off x="4610984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5" name="Google Shape;3765;p24"/>
          <p:cNvSpPr/>
          <p:nvPr/>
        </p:nvSpPr>
        <p:spPr>
          <a:xfrm>
            <a:off x="4545940" y="3344067"/>
            <a:ext cx="56550" cy="34147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6" name="Google Shape;3766;p24"/>
          <p:cNvSpPr/>
          <p:nvPr/>
        </p:nvSpPr>
        <p:spPr>
          <a:xfrm>
            <a:off x="4470233" y="3336586"/>
            <a:ext cx="94928" cy="143966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7" name="Google Shape;3767;p24"/>
          <p:cNvSpPr/>
          <p:nvPr/>
        </p:nvSpPr>
        <p:spPr>
          <a:xfrm>
            <a:off x="4587531" y="3337669"/>
            <a:ext cx="94928" cy="143966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8" name="Google Shape;3768;p24"/>
          <p:cNvSpPr/>
          <p:nvPr/>
        </p:nvSpPr>
        <p:spPr>
          <a:xfrm>
            <a:off x="4590745" y="3193738"/>
            <a:ext cx="186608" cy="14714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69" name="Google Shape;3769;p24"/>
          <p:cNvSpPr/>
          <p:nvPr/>
        </p:nvSpPr>
        <p:spPr>
          <a:xfrm>
            <a:off x="4376423" y="3192655"/>
            <a:ext cx="184475" cy="147181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0" name="Google Shape;3770;p24"/>
          <p:cNvSpPr/>
          <p:nvPr/>
        </p:nvSpPr>
        <p:spPr>
          <a:xfrm>
            <a:off x="4555008" y="3766032"/>
            <a:ext cx="24571" cy="22405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1" name="Google Shape;3771;p24"/>
          <p:cNvSpPr/>
          <p:nvPr/>
        </p:nvSpPr>
        <p:spPr>
          <a:xfrm>
            <a:off x="4502789" y="3718822"/>
            <a:ext cx="127958" cy="11733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2" name="Google Shape;3772;p24"/>
          <p:cNvSpPr/>
          <p:nvPr/>
        </p:nvSpPr>
        <p:spPr>
          <a:xfrm>
            <a:off x="4616873" y="3599697"/>
            <a:ext cx="159951" cy="161023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3" name="Google Shape;3773;p24"/>
          <p:cNvSpPr/>
          <p:nvPr/>
        </p:nvSpPr>
        <p:spPr>
          <a:xfrm>
            <a:off x="4558223" y="3834258"/>
            <a:ext cx="139712" cy="138629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4" name="Google Shape;3774;p24"/>
          <p:cNvSpPr/>
          <p:nvPr/>
        </p:nvSpPr>
        <p:spPr>
          <a:xfrm>
            <a:off x="4640326" y="3769213"/>
            <a:ext cx="121562" cy="120556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5" name="Google Shape;3775;p24"/>
          <p:cNvSpPr/>
          <p:nvPr/>
        </p:nvSpPr>
        <p:spPr>
          <a:xfrm>
            <a:off x="4387622" y="3824647"/>
            <a:ext cx="163155" cy="15997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6" name="Google Shape;3776;p24"/>
          <p:cNvSpPr/>
          <p:nvPr/>
        </p:nvSpPr>
        <p:spPr>
          <a:xfrm>
            <a:off x="4558222" y="3586904"/>
            <a:ext cx="140795" cy="114117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7" name="Google Shape;3777;p24"/>
          <p:cNvSpPr/>
          <p:nvPr/>
        </p:nvSpPr>
        <p:spPr>
          <a:xfrm>
            <a:off x="4376963" y="3762818"/>
            <a:ext cx="114117" cy="14504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8" name="Google Shape;3778;p24"/>
          <p:cNvSpPr/>
          <p:nvPr/>
        </p:nvSpPr>
        <p:spPr>
          <a:xfrm>
            <a:off x="4597685" y="4180503"/>
            <a:ext cx="179128" cy="210060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79" name="Google Shape;3779;p24"/>
          <p:cNvSpPr/>
          <p:nvPr/>
        </p:nvSpPr>
        <p:spPr>
          <a:xfrm>
            <a:off x="4588073" y="4071733"/>
            <a:ext cx="154626" cy="18024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0" name="Google Shape;3780;p24"/>
          <p:cNvSpPr/>
          <p:nvPr/>
        </p:nvSpPr>
        <p:spPr>
          <a:xfrm>
            <a:off x="4376963" y="4071731"/>
            <a:ext cx="346547" cy="39988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1" name="Google Shape;3781;p24"/>
          <p:cNvSpPr/>
          <p:nvPr/>
        </p:nvSpPr>
        <p:spPr>
          <a:xfrm>
            <a:off x="7111295" y="3081533"/>
            <a:ext cx="23488" cy="59732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2" name="Google Shape;3782;p24"/>
          <p:cNvSpPr/>
          <p:nvPr/>
        </p:nvSpPr>
        <p:spPr>
          <a:xfrm>
            <a:off x="7182736" y="3106847"/>
            <a:ext cx="47989" cy="46161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3" name="Google Shape;3783;p24"/>
          <p:cNvSpPr/>
          <p:nvPr/>
        </p:nvSpPr>
        <p:spPr>
          <a:xfrm>
            <a:off x="7252012" y="3246786"/>
            <a:ext cx="48026" cy="24571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4" name="Google Shape;3784;p24"/>
          <p:cNvSpPr/>
          <p:nvPr/>
        </p:nvSpPr>
        <p:spPr>
          <a:xfrm>
            <a:off x="6924686" y="3246787"/>
            <a:ext cx="48026" cy="23488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5" name="Google Shape;3785;p24"/>
          <p:cNvSpPr/>
          <p:nvPr/>
        </p:nvSpPr>
        <p:spPr>
          <a:xfrm>
            <a:off x="7017449" y="3106847"/>
            <a:ext cx="48026" cy="46161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6" name="Google Shape;3786;p24"/>
          <p:cNvSpPr/>
          <p:nvPr/>
        </p:nvSpPr>
        <p:spPr>
          <a:xfrm>
            <a:off x="6946008" y="3152772"/>
            <a:ext cx="50155" cy="3516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7" name="Google Shape;3787;p24"/>
          <p:cNvSpPr/>
          <p:nvPr/>
        </p:nvSpPr>
        <p:spPr>
          <a:xfrm>
            <a:off x="7227509" y="3153178"/>
            <a:ext cx="50121" cy="36279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8" name="Google Shape;3788;p24"/>
          <p:cNvSpPr/>
          <p:nvPr/>
        </p:nvSpPr>
        <p:spPr>
          <a:xfrm>
            <a:off x="6988682" y="3150844"/>
            <a:ext cx="239909" cy="329964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89" name="Google Shape;3789;p24"/>
          <p:cNvSpPr/>
          <p:nvPr/>
        </p:nvSpPr>
        <p:spPr>
          <a:xfrm>
            <a:off x="6911353" y="3726032"/>
            <a:ext cx="48026" cy="259132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0" name="Google Shape;3790;p24"/>
          <p:cNvSpPr/>
          <p:nvPr/>
        </p:nvSpPr>
        <p:spPr>
          <a:xfrm>
            <a:off x="6957209" y="3820926"/>
            <a:ext cx="166370" cy="16637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1" name="Google Shape;3791;p24"/>
          <p:cNvSpPr/>
          <p:nvPr/>
        </p:nvSpPr>
        <p:spPr>
          <a:xfrm>
            <a:off x="7144868" y="3584231"/>
            <a:ext cx="142883" cy="47989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2" name="Google Shape;3792;p24"/>
          <p:cNvSpPr/>
          <p:nvPr/>
        </p:nvSpPr>
        <p:spPr>
          <a:xfrm>
            <a:off x="7169369" y="3656722"/>
            <a:ext cx="141868" cy="48026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3" name="Google Shape;3793;p24"/>
          <p:cNvSpPr/>
          <p:nvPr/>
        </p:nvSpPr>
        <p:spPr>
          <a:xfrm>
            <a:off x="7146998" y="3796390"/>
            <a:ext cx="165287" cy="48026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4" name="Google Shape;3794;p24"/>
          <p:cNvSpPr/>
          <p:nvPr/>
        </p:nvSpPr>
        <p:spPr>
          <a:xfrm>
            <a:off x="7122463" y="3726031"/>
            <a:ext cx="189823" cy="4589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5" name="Google Shape;3795;p24"/>
          <p:cNvSpPr/>
          <p:nvPr/>
        </p:nvSpPr>
        <p:spPr>
          <a:xfrm>
            <a:off x="7146998" y="3868914"/>
            <a:ext cx="166370" cy="118390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6" name="Google Shape;3796;p24"/>
          <p:cNvSpPr/>
          <p:nvPr/>
        </p:nvSpPr>
        <p:spPr>
          <a:xfrm>
            <a:off x="6982795" y="3655673"/>
            <a:ext cx="117332" cy="140751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7" name="Google Shape;3797;p24"/>
          <p:cNvSpPr/>
          <p:nvPr/>
        </p:nvSpPr>
        <p:spPr>
          <a:xfrm>
            <a:off x="6916157" y="4142108"/>
            <a:ext cx="392404" cy="120515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8" name="Google Shape;3798;p24"/>
          <p:cNvSpPr/>
          <p:nvPr/>
        </p:nvSpPr>
        <p:spPr>
          <a:xfrm>
            <a:off x="7100633" y="4258322"/>
            <a:ext cx="23488" cy="2457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799" name="Google Shape;3799;p24"/>
          <p:cNvSpPr/>
          <p:nvPr/>
        </p:nvSpPr>
        <p:spPr>
          <a:xfrm>
            <a:off x="7053694" y="4225294"/>
            <a:ext cx="117332" cy="105589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0" name="Google Shape;3800;p24"/>
          <p:cNvSpPr/>
          <p:nvPr/>
        </p:nvSpPr>
        <p:spPr>
          <a:xfrm>
            <a:off x="6921503" y="4234870"/>
            <a:ext cx="381743" cy="16637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1" name="Google Shape;3801;p24"/>
          <p:cNvSpPr/>
          <p:nvPr/>
        </p:nvSpPr>
        <p:spPr>
          <a:xfrm>
            <a:off x="8628850" y="3094798"/>
            <a:ext cx="23488" cy="5868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2" name="Google Shape;3802;p24"/>
          <p:cNvSpPr/>
          <p:nvPr/>
        </p:nvSpPr>
        <p:spPr>
          <a:xfrm>
            <a:off x="8535005" y="3140891"/>
            <a:ext cx="48026" cy="4697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3" name="Google Shape;3803;p24"/>
          <p:cNvSpPr/>
          <p:nvPr/>
        </p:nvSpPr>
        <p:spPr>
          <a:xfrm>
            <a:off x="8698126" y="3141297"/>
            <a:ext cx="48026" cy="46571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4" name="Google Shape;3804;p24"/>
          <p:cNvSpPr/>
          <p:nvPr/>
        </p:nvSpPr>
        <p:spPr>
          <a:xfrm>
            <a:off x="8794103" y="3257918"/>
            <a:ext cx="48026" cy="164238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5" name="Google Shape;3805;p24"/>
          <p:cNvSpPr/>
          <p:nvPr/>
        </p:nvSpPr>
        <p:spPr>
          <a:xfrm>
            <a:off x="8440109" y="3258866"/>
            <a:ext cx="48026" cy="164339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6" name="Google Shape;3806;p24"/>
          <p:cNvSpPr/>
          <p:nvPr/>
        </p:nvSpPr>
        <p:spPr>
          <a:xfrm>
            <a:off x="8574466" y="3270712"/>
            <a:ext cx="194087" cy="140785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7" name="Google Shape;3807;p24"/>
          <p:cNvSpPr/>
          <p:nvPr/>
        </p:nvSpPr>
        <p:spPr>
          <a:xfrm>
            <a:off x="8509419" y="3212063"/>
            <a:ext cx="237811" cy="255477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8" name="Google Shape;3808;p24"/>
          <p:cNvSpPr/>
          <p:nvPr/>
        </p:nvSpPr>
        <p:spPr>
          <a:xfrm>
            <a:off x="2370549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09" name="Google Shape;3809;p24"/>
          <p:cNvSpPr/>
          <p:nvPr/>
        </p:nvSpPr>
        <p:spPr>
          <a:xfrm>
            <a:off x="2525143" y="3128693"/>
            <a:ext cx="140785" cy="9198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0" name="Google Shape;3810;p24"/>
          <p:cNvSpPr/>
          <p:nvPr/>
        </p:nvSpPr>
        <p:spPr>
          <a:xfrm>
            <a:off x="2379077" y="3338143"/>
            <a:ext cx="143966" cy="93507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1" name="Google Shape;3811;p24"/>
          <p:cNvSpPr/>
          <p:nvPr/>
        </p:nvSpPr>
        <p:spPr>
          <a:xfrm>
            <a:off x="2581658" y="3244907"/>
            <a:ext cx="120515" cy="11624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2" name="Google Shape;3812;p24"/>
          <p:cNvSpPr/>
          <p:nvPr/>
        </p:nvSpPr>
        <p:spPr>
          <a:xfrm>
            <a:off x="2335352" y="3195869"/>
            <a:ext cx="187691" cy="119430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3" name="Google Shape;3813;p24"/>
          <p:cNvSpPr/>
          <p:nvPr/>
        </p:nvSpPr>
        <p:spPr>
          <a:xfrm>
            <a:off x="2546463" y="3360039"/>
            <a:ext cx="189823" cy="121596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4" name="Google Shape;3814;p24"/>
          <p:cNvSpPr/>
          <p:nvPr/>
        </p:nvSpPr>
        <p:spPr>
          <a:xfrm>
            <a:off x="2550728" y="3726707"/>
            <a:ext cx="93879" cy="4589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5" name="Google Shape;3815;p24"/>
          <p:cNvSpPr/>
          <p:nvPr/>
        </p:nvSpPr>
        <p:spPr>
          <a:xfrm>
            <a:off x="2573132" y="3655265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6" name="Google Shape;3816;p24"/>
          <p:cNvSpPr/>
          <p:nvPr/>
        </p:nvSpPr>
        <p:spPr>
          <a:xfrm>
            <a:off x="2455832" y="3585956"/>
            <a:ext cx="282585" cy="282585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7" name="Google Shape;3817;p24"/>
          <p:cNvSpPr/>
          <p:nvPr/>
        </p:nvSpPr>
        <p:spPr>
          <a:xfrm>
            <a:off x="2431332" y="3793885"/>
            <a:ext cx="99192" cy="9810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8" name="Google Shape;3818;p24"/>
          <p:cNvSpPr/>
          <p:nvPr/>
        </p:nvSpPr>
        <p:spPr>
          <a:xfrm>
            <a:off x="2333221" y="3854666"/>
            <a:ext cx="135438" cy="130908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19" name="Google Shape;3819;p24"/>
          <p:cNvSpPr/>
          <p:nvPr/>
        </p:nvSpPr>
        <p:spPr>
          <a:xfrm>
            <a:off x="2382292" y="4212466"/>
            <a:ext cx="119430" cy="11733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0" name="Google Shape;3820;p24"/>
          <p:cNvSpPr/>
          <p:nvPr/>
        </p:nvSpPr>
        <p:spPr>
          <a:xfrm>
            <a:off x="2523011" y="4071749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1" name="Google Shape;3821;p24"/>
          <p:cNvSpPr/>
          <p:nvPr/>
        </p:nvSpPr>
        <p:spPr>
          <a:xfrm>
            <a:off x="2335354" y="4324417"/>
            <a:ext cx="213275" cy="147181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2" name="Google Shape;3822;p24"/>
          <p:cNvSpPr/>
          <p:nvPr/>
        </p:nvSpPr>
        <p:spPr>
          <a:xfrm>
            <a:off x="5217014" y="3258242"/>
            <a:ext cx="59766" cy="24538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3" name="Google Shape;3823;p24"/>
          <p:cNvSpPr/>
          <p:nvPr/>
        </p:nvSpPr>
        <p:spPr>
          <a:xfrm>
            <a:off x="5203174" y="3306230"/>
            <a:ext cx="50155" cy="45860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4" name="Google Shape;3824;p24"/>
          <p:cNvSpPr/>
          <p:nvPr/>
        </p:nvSpPr>
        <p:spPr>
          <a:xfrm>
            <a:off x="5205305" y="3187850"/>
            <a:ext cx="48026" cy="46706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5" name="Google Shape;3825;p24"/>
          <p:cNvSpPr/>
          <p:nvPr/>
        </p:nvSpPr>
        <p:spPr>
          <a:xfrm>
            <a:off x="4875848" y="3187849"/>
            <a:ext cx="142883" cy="141878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6" name="Google Shape;3826;p24"/>
          <p:cNvSpPr/>
          <p:nvPr/>
        </p:nvSpPr>
        <p:spPr>
          <a:xfrm>
            <a:off x="5132815" y="3117491"/>
            <a:ext cx="47989" cy="282585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7" name="Google Shape;3827;p24"/>
          <p:cNvSpPr/>
          <p:nvPr/>
        </p:nvSpPr>
        <p:spPr>
          <a:xfrm>
            <a:off x="4946206" y="3351004"/>
            <a:ext cx="69348" cy="9384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8" name="Google Shape;3828;p24"/>
          <p:cNvSpPr/>
          <p:nvPr/>
        </p:nvSpPr>
        <p:spPr>
          <a:xfrm>
            <a:off x="5041102" y="3146291"/>
            <a:ext cx="70392" cy="221804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29" name="Google Shape;3829;p24"/>
          <p:cNvSpPr/>
          <p:nvPr/>
        </p:nvSpPr>
        <p:spPr>
          <a:xfrm>
            <a:off x="5112002" y="3820907"/>
            <a:ext cx="165321" cy="165321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0" name="Google Shape;3830;p24"/>
          <p:cNvSpPr/>
          <p:nvPr/>
        </p:nvSpPr>
        <p:spPr>
          <a:xfrm>
            <a:off x="4876389" y="3703642"/>
            <a:ext cx="352943" cy="234596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1" name="Google Shape;3831;p24"/>
          <p:cNvSpPr/>
          <p:nvPr/>
        </p:nvSpPr>
        <p:spPr>
          <a:xfrm>
            <a:off x="4875307" y="3585295"/>
            <a:ext cx="354026" cy="95984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2" name="Google Shape;3832;p24"/>
          <p:cNvSpPr/>
          <p:nvPr/>
        </p:nvSpPr>
        <p:spPr>
          <a:xfrm>
            <a:off x="5029392" y="4071208"/>
            <a:ext cx="92762" cy="92796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3" name="Google Shape;3833;p24"/>
          <p:cNvSpPr/>
          <p:nvPr/>
        </p:nvSpPr>
        <p:spPr>
          <a:xfrm>
            <a:off x="4993112" y="416183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4" name="Google Shape;3834;p24"/>
          <p:cNvSpPr/>
          <p:nvPr/>
        </p:nvSpPr>
        <p:spPr>
          <a:xfrm>
            <a:off x="5181852" y="4329257"/>
            <a:ext cx="94928" cy="141834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5" name="Google Shape;3835;p24"/>
          <p:cNvSpPr/>
          <p:nvPr/>
        </p:nvSpPr>
        <p:spPr>
          <a:xfrm>
            <a:off x="4875848" y="4376163"/>
            <a:ext cx="94928" cy="9492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6" name="Google Shape;3836;p24"/>
          <p:cNvSpPr/>
          <p:nvPr/>
        </p:nvSpPr>
        <p:spPr>
          <a:xfrm>
            <a:off x="4993112" y="4283400"/>
            <a:ext cx="165321" cy="18874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7" name="Google Shape;3837;p24"/>
          <p:cNvSpPr/>
          <p:nvPr/>
        </p:nvSpPr>
        <p:spPr>
          <a:xfrm>
            <a:off x="7412855" y="3181452"/>
            <a:ext cx="185558" cy="198351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8" name="Google Shape;3838;p24"/>
          <p:cNvSpPr/>
          <p:nvPr/>
        </p:nvSpPr>
        <p:spPr>
          <a:xfrm>
            <a:off x="7517360" y="3081245"/>
            <a:ext cx="197268" cy="18126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39" name="Google Shape;3839;p24"/>
          <p:cNvSpPr/>
          <p:nvPr/>
        </p:nvSpPr>
        <p:spPr>
          <a:xfrm>
            <a:off x="7634626" y="3181453"/>
            <a:ext cx="185558" cy="197268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0" name="Google Shape;3840;p24"/>
          <p:cNvSpPr/>
          <p:nvPr/>
        </p:nvSpPr>
        <p:spPr>
          <a:xfrm>
            <a:off x="7517361" y="3298751"/>
            <a:ext cx="199400" cy="18234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1" name="Google Shape;3841;p24"/>
          <p:cNvSpPr/>
          <p:nvPr/>
        </p:nvSpPr>
        <p:spPr>
          <a:xfrm>
            <a:off x="7639973" y="3809198"/>
            <a:ext cx="165287" cy="164238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2" name="Google Shape;3842;p24"/>
          <p:cNvSpPr/>
          <p:nvPr/>
        </p:nvSpPr>
        <p:spPr>
          <a:xfrm>
            <a:off x="7427780" y="3679108"/>
            <a:ext cx="48026" cy="293245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3" name="Google Shape;3843;p24"/>
          <p:cNvSpPr/>
          <p:nvPr/>
        </p:nvSpPr>
        <p:spPr>
          <a:xfrm>
            <a:off x="7498138" y="3690852"/>
            <a:ext cx="236762" cy="28150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4" name="Google Shape;3844;p24"/>
          <p:cNvSpPr/>
          <p:nvPr/>
        </p:nvSpPr>
        <p:spPr>
          <a:xfrm>
            <a:off x="7546127" y="3831569"/>
            <a:ext cx="89615" cy="23488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5" name="Google Shape;3845;p24"/>
          <p:cNvSpPr/>
          <p:nvPr/>
        </p:nvSpPr>
        <p:spPr>
          <a:xfrm>
            <a:off x="7427779" y="3598088"/>
            <a:ext cx="306038" cy="69348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6" name="Google Shape;3846;p24"/>
          <p:cNvSpPr/>
          <p:nvPr/>
        </p:nvSpPr>
        <p:spPr>
          <a:xfrm>
            <a:off x="7440590" y="4328717"/>
            <a:ext cx="164204" cy="142883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7" name="Google Shape;3847;p24"/>
          <p:cNvSpPr/>
          <p:nvPr/>
        </p:nvSpPr>
        <p:spPr>
          <a:xfrm>
            <a:off x="7571729" y="4348954"/>
            <a:ext cx="90671" cy="4589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8" name="Google Shape;3848;p24"/>
          <p:cNvSpPr/>
          <p:nvPr/>
        </p:nvSpPr>
        <p:spPr>
          <a:xfrm>
            <a:off x="7629296" y="4328717"/>
            <a:ext cx="163155" cy="142883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49" name="Google Shape;3849;p24"/>
          <p:cNvSpPr/>
          <p:nvPr/>
        </p:nvSpPr>
        <p:spPr>
          <a:xfrm>
            <a:off x="7465091" y="4071749"/>
            <a:ext cx="303906" cy="209011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0" name="Google Shape;3850;p24"/>
          <p:cNvSpPr/>
          <p:nvPr/>
        </p:nvSpPr>
        <p:spPr>
          <a:xfrm>
            <a:off x="7535486" y="4118654"/>
            <a:ext cx="93845" cy="70431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1" name="Google Shape;3851;p24"/>
          <p:cNvSpPr/>
          <p:nvPr/>
        </p:nvSpPr>
        <p:spPr>
          <a:xfrm>
            <a:off x="7652749" y="4119737"/>
            <a:ext cx="46943" cy="69348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2" name="Google Shape;3852;p24"/>
          <p:cNvSpPr/>
          <p:nvPr/>
        </p:nvSpPr>
        <p:spPr>
          <a:xfrm>
            <a:off x="7535485" y="4187964"/>
            <a:ext cx="164204" cy="140795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3" name="Google Shape;3853;p24"/>
          <p:cNvSpPr/>
          <p:nvPr/>
        </p:nvSpPr>
        <p:spPr>
          <a:xfrm>
            <a:off x="8580860" y="3585296"/>
            <a:ext cx="117307" cy="117298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4" name="Google Shape;3854;p24"/>
          <p:cNvSpPr/>
          <p:nvPr/>
        </p:nvSpPr>
        <p:spPr>
          <a:xfrm>
            <a:off x="8440110" y="3819857"/>
            <a:ext cx="402015" cy="16637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5" name="Google Shape;3855;p24"/>
          <p:cNvSpPr/>
          <p:nvPr/>
        </p:nvSpPr>
        <p:spPr>
          <a:xfrm>
            <a:off x="871413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6" name="Google Shape;3856;p24"/>
          <p:cNvSpPr/>
          <p:nvPr/>
        </p:nvSpPr>
        <p:spPr>
          <a:xfrm>
            <a:off x="846356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7" name="Google Shape;3857;p24"/>
          <p:cNvSpPr/>
          <p:nvPr/>
        </p:nvSpPr>
        <p:spPr>
          <a:xfrm>
            <a:off x="8649089" y="3698296"/>
            <a:ext cx="96011" cy="9601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8" name="Google Shape;3858;p24"/>
          <p:cNvSpPr/>
          <p:nvPr/>
        </p:nvSpPr>
        <p:spPr>
          <a:xfrm>
            <a:off x="8531822" y="3699378"/>
            <a:ext cx="95984" cy="99192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59" name="Google Shape;3859;p24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2400"/>
              <a:buFont typeface="Quattrocento Sans"/>
              <a:buNone/>
            </a:pPr>
            <a:r>
              <a:rPr b="1" i="0" lang="en" sz="2400" u="none" cap="none" strike="noStrike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63" name="Shape 3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4" name="Google Shape;3864;p25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2400"/>
              <a:buFont typeface="Quattrocento Sans"/>
              <a:buNone/>
            </a:pPr>
            <a:r>
              <a:rPr b="1" i="0" lang="en" sz="2400" u="none" cap="none" strike="noStrike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  <p:sp>
        <p:nvSpPr>
          <p:cNvPr id="3865" name="Google Shape;3865;p25"/>
          <p:cNvSpPr/>
          <p:nvPr/>
        </p:nvSpPr>
        <p:spPr>
          <a:xfrm>
            <a:off x="315411" y="2607861"/>
            <a:ext cx="487469" cy="48223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66" name="Google Shape;3866;p25"/>
          <p:cNvSpPr/>
          <p:nvPr/>
        </p:nvSpPr>
        <p:spPr>
          <a:xfrm>
            <a:off x="3605357" y="2804950"/>
            <a:ext cx="84531" cy="8453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67" name="Google Shape;3867;p25"/>
          <p:cNvSpPr/>
          <p:nvPr/>
        </p:nvSpPr>
        <p:spPr>
          <a:xfrm>
            <a:off x="3406460" y="2608694"/>
            <a:ext cx="483550" cy="480951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68" name="Google Shape;3868;p25"/>
          <p:cNvSpPr/>
          <p:nvPr/>
        </p:nvSpPr>
        <p:spPr>
          <a:xfrm>
            <a:off x="6512539" y="2636647"/>
            <a:ext cx="480951" cy="425050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69" name="Google Shape;3869;p25"/>
          <p:cNvSpPr/>
          <p:nvPr/>
        </p:nvSpPr>
        <p:spPr>
          <a:xfrm>
            <a:off x="6567121" y="2692547"/>
            <a:ext cx="29951" cy="28631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0" name="Google Shape;3870;p25"/>
          <p:cNvSpPr/>
          <p:nvPr/>
        </p:nvSpPr>
        <p:spPr>
          <a:xfrm>
            <a:off x="662434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1" name="Google Shape;3871;p25"/>
          <p:cNvSpPr/>
          <p:nvPr/>
        </p:nvSpPr>
        <p:spPr>
          <a:xfrm>
            <a:off x="668152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2" name="Google Shape;3872;p25"/>
          <p:cNvSpPr/>
          <p:nvPr/>
        </p:nvSpPr>
        <p:spPr>
          <a:xfrm>
            <a:off x="6736108" y="2692547"/>
            <a:ext cx="200211" cy="28631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3" name="Google Shape;3873;p25"/>
          <p:cNvSpPr/>
          <p:nvPr/>
        </p:nvSpPr>
        <p:spPr>
          <a:xfrm>
            <a:off x="6824478" y="2835170"/>
            <a:ext cx="85852" cy="140762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4" name="Google Shape;3874;p25"/>
          <p:cNvSpPr/>
          <p:nvPr/>
        </p:nvSpPr>
        <p:spPr>
          <a:xfrm>
            <a:off x="6594433" y="2835170"/>
            <a:ext cx="88409" cy="140762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5" name="Google Shape;3875;p25"/>
          <p:cNvSpPr/>
          <p:nvPr/>
        </p:nvSpPr>
        <p:spPr>
          <a:xfrm>
            <a:off x="6707517" y="2804930"/>
            <a:ext cx="89730" cy="197034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6" name="Google Shape;3876;p25"/>
          <p:cNvSpPr/>
          <p:nvPr/>
        </p:nvSpPr>
        <p:spPr>
          <a:xfrm>
            <a:off x="932656" y="2608053"/>
            <a:ext cx="482230" cy="482230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7" name="Google Shape;3877;p25"/>
          <p:cNvSpPr/>
          <p:nvPr/>
        </p:nvSpPr>
        <p:spPr>
          <a:xfrm>
            <a:off x="1074329" y="2662636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8" name="Google Shape;3878;p25"/>
          <p:cNvSpPr/>
          <p:nvPr/>
        </p:nvSpPr>
        <p:spPr>
          <a:xfrm>
            <a:off x="1074329" y="2721138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79" name="Google Shape;3879;p25"/>
          <p:cNvSpPr/>
          <p:nvPr/>
        </p:nvSpPr>
        <p:spPr>
          <a:xfrm>
            <a:off x="1074329" y="2778317"/>
            <a:ext cx="197611" cy="28631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0" name="Google Shape;3880;p25"/>
          <p:cNvSpPr/>
          <p:nvPr/>
        </p:nvSpPr>
        <p:spPr>
          <a:xfrm>
            <a:off x="4026156" y="2607414"/>
            <a:ext cx="483550" cy="483509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1" name="Google Shape;3881;p25"/>
          <p:cNvSpPr/>
          <p:nvPr/>
        </p:nvSpPr>
        <p:spPr>
          <a:xfrm>
            <a:off x="4082059" y="2720498"/>
            <a:ext cx="142990" cy="17290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2" name="Google Shape;3882;p25"/>
          <p:cNvSpPr/>
          <p:nvPr/>
        </p:nvSpPr>
        <p:spPr>
          <a:xfrm>
            <a:off x="4252323" y="2834860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3" name="Google Shape;3883;p25"/>
          <p:cNvSpPr/>
          <p:nvPr/>
        </p:nvSpPr>
        <p:spPr>
          <a:xfrm>
            <a:off x="4252323" y="2776358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4" name="Google Shape;3884;p25"/>
          <p:cNvSpPr/>
          <p:nvPr/>
        </p:nvSpPr>
        <p:spPr>
          <a:xfrm>
            <a:off x="4252323" y="2720499"/>
            <a:ext cx="200211" cy="29910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5" name="Google Shape;3885;p25"/>
          <p:cNvSpPr/>
          <p:nvPr/>
        </p:nvSpPr>
        <p:spPr>
          <a:xfrm>
            <a:off x="7254480" y="3012922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6" name="Google Shape;3886;p25"/>
          <p:cNvSpPr/>
          <p:nvPr/>
        </p:nvSpPr>
        <p:spPr>
          <a:xfrm>
            <a:off x="7415441" y="2668474"/>
            <a:ext cx="85810" cy="198890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7" name="Google Shape;3887;p25"/>
          <p:cNvSpPr/>
          <p:nvPr/>
        </p:nvSpPr>
        <p:spPr>
          <a:xfrm>
            <a:off x="7129635" y="2609353"/>
            <a:ext cx="482230" cy="479631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8" name="Google Shape;3888;p25"/>
          <p:cNvSpPr/>
          <p:nvPr/>
        </p:nvSpPr>
        <p:spPr>
          <a:xfrm>
            <a:off x="1566667" y="2608053"/>
            <a:ext cx="454919" cy="482230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89" name="Google Shape;3889;p25"/>
          <p:cNvSpPr/>
          <p:nvPr/>
        </p:nvSpPr>
        <p:spPr>
          <a:xfrm>
            <a:off x="1736933" y="2691227"/>
            <a:ext cx="227480" cy="114441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0" name="Google Shape;3890;p25"/>
          <p:cNvSpPr/>
          <p:nvPr/>
        </p:nvSpPr>
        <p:spPr>
          <a:xfrm>
            <a:off x="1738211" y="2835500"/>
            <a:ext cx="57262" cy="28672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1" name="Google Shape;3891;p25"/>
          <p:cNvSpPr/>
          <p:nvPr/>
        </p:nvSpPr>
        <p:spPr>
          <a:xfrm>
            <a:off x="1738211" y="2890123"/>
            <a:ext cx="57262" cy="29910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2" name="Google Shape;3892;p25"/>
          <p:cNvSpPr/>
          <p:nvPr/>
        </p:nvSpPr>
        <p:spPr>
          <a:xfrm>
            <a:off x="1822705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3" name="Google Shape;3893;p25"/>
          <p:cNvSpPr/>
          <p:nvPr/>
        </p:nvSpPr>
        <p:spPr>
          <a:xfrm>
            <a:off x="1822705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4" name="Google Shape;3894;p25"/>
          <p:cNvSpPr/>
          <p:nvPr/>
        </p:nvSpPr>
        <p:spPr>
          <a:xfrm>
            <a:off x="1907198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5" name="Google Shape;3895;p25"/>
          <p:cNvSpPr/>
          <p:nvPr/>
        </p:nvSpPr>
        <p:spPr>
          <a:xfrm>
            <a:off x="1907198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6" name="Google Shape;3896;p25"/>
          <p:cNvSpPr/>
          <p:nvPr/>
        </p:nvSpPr>
        <p:spPr>
          <a:xfrm>
            <a:off x="1794114" y="3004484"/>
            <a:ext cx="113121" cy="28631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7" name="Google Shape;3897;p25"/>
          <p:cNvSpPr/>
          <p:nvPr/>
        </p:nvSpPr>
        <p:spPr>
          <a:xfrm>
            <a:off x="4644511" y="2875952"/>
            <a:ext cx="480951" cy="199385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8" name="Google Shape;3898;p25"/>
          <p:cNvSpPr/>
          <p:nvPr/>
        </p:nvSpPr>
        <p:spPr>
          <a:xfrm>
            <a:off x="4813497" y="2623010"/>
            <a:ext cx="253512" cy="254791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899" name="Google Shape;3899;p25"/>
          <p:cNvSpPr/>
          <p:nvPr/>
        </p:nvSpPr>
        <p:spPr>
          <a:xfrm>
            <a:off x="4870678" y="2680193"/>
            <a:ext cx="139112" cy="140432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0" name="Google Shape;3900;p25"/>
          <p:cNvSpPr/>
          <p:nvPr/>
        </p:nvSpPr>
        <p:spPr>
          <a:xfrm>
            <a:off x="7748097" y="2607202"/>
            <a:ext cx="484829" cy="483550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1" name="Google Shape;3901;p25"/>
          <p:cNvSpPr/>
          <p:nvPr/>
        </p:nvSpPr>
        <p:spPr>
          <a:xfrm>
            <a:off x="2169952" y="2608053"/>
            <a:ext cx="483509" cy="482230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2" name="Google Shape;3902;p25"/>
          <p:cNvSpPr/>
          <p:nvPr/>
        </p:nvSpPr>
        <p:spPr>
          <a:xfrm>
            <a:off x="2254404" y="2662636"/>
            <a:ext cx="313290" cy="227810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3" name="Google Shape;3903;p25"/>
          <p:cNvSpPr/>
          <p:nvPr/>
        </p:nvSpPr>
        <p:spPr>
          <a:xfrm>
            <a:off x="5252605" y="2607414"/>
            <a:ext cx="480951" cy="483509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4" name="Google Shape;3904;p25"/>
          <p:cNvSpPr/>
          <p:nvPr/>
        </p:nvSpPr>
        <p:spPr>
          <a:xfrm>
            <a:off x="5491768" y="2892041"/>
            <a:ext cx="170301" cy="111842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5" name="Google Shape;3905;p25"/>
          <p:cNvSpPr/>
          <p:nvPr/>
        </p:nvSpPr>
        <p:spPr>
          <a:xfrm>
            <a:off x="8364500" y="2608054"/>
            <a:ext cx="480951" cy="482230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6" name="Google Shape;3906;p25"/>
          <p:cNvSpPr/>
          <p:nvPr/>
        </p:nvSpPr>
        <p:spPr>
          <a:xfrm>
            <a:off x="8448994" y="2751048"/>
            <a:ext cx="311970" cy="139442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7" name="Google Shape;3907;p25"/>
          <p:cNvSpPr/>
          <p:nvPr/>
        </p:nvSpPr>
        <p:spPr>
          <a:xfrm>
            <a:off x="2797055" y="2608521"/>
            <a:ext cx="482230" cy="48091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8" name="Google Shape;3908;p25"/>
          <p:cNvSpPr/>
          <p:nvPr/>
        </p:nvSpPr>
        <p:spPr>
          <a:xfrm>
            <a:off x="5979842" y="2608054"/>
            <a:ext cx="310691" cy="482230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09" name="Google Shape;3909;p25"/>
          <p:cNvSpPr/>
          <p:nvPr/>
        </p:nvSpPr>
        <p:spPr>
          <a:xfrm>
            <a:off x="6031867" y="2663586"/>
            <a:ext cx="205367" cy="142082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0" name="Google Shape;3910;p25"/>
          <p:cNvSpPr/>
          <p:nvPr/>
        </p:nvSpPr>
        <p:spPr>
          <a:xfrm>
            <a:off x="6063056" y="2835541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1" name="Google Shape;3911;p25"/>
          <p:cNvSpPr/>
          <p:nvPr/>
        </p:nvSpPr>
        <p:spPr>
          <a:xfrm>
            <a:off x="6063056" y="2892722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2" name="Google Shape;3912;p25"/>
          <p:cNvSpPr/>
          <p:nvPr/>
        </p:nvSpPr>
        <p:spPr>
          <a:xfrm>
            <a:off x="297894" y="1107955"/>
            <a:ext cx="495225" cy="48322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3" name="Google Shape;3913;p25"/>
          <p:cNvSpPr/>
          <p:nvPr/>
        </p:nvSpPr>
        <p:spPr>
          <a:xfrm>
            <a:off x="3392824" y="1109399"/>
            <a:ext cx="483550" cy="480621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4" name="Google Shape;3914;p25"/>
          <p:cNvSpPr/>
          <p:nvPr/>
        </p:nvSpPr>
        <p:spPr>
          <a:xfrm>
            <a:off x="3607316" y="1222317"/>
            <a:ext cx="201489" cy="142051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5" name="Google Shape;3915;p25"/>
          <p:cNvSpPr/>
          <p:nvPr/>
        </p:nvSpPr>
        <p:spPr>
          <a:xfrm>
            <a:off x="6498902" y="1137845"/>
            <a:ext cx="480951" cy="309371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6" name="Google Shape;3916;p25"/>
          <p:cNvSpPr/>
          <p:nvPr/>
        </p:nvSpPr>
        <p:spPr>
          <a:xfrm>
            <a:off x="6498902" y="1477097"/>
            <a:ext cx="480951" cy="84490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7" name="Google Shape;3917;p25"/>
          <p:cNvSpPr/>
          <p:nvPr/>
        </p:nvSpPr>
        <p:spPr>
          <a:xfrm>
            <a:off x="6667888" y="1195769"/>
            <a:ext cx="171621" cy="195549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8" name="Google Shape;3918;p25"/>
          <p:cNvSpPr/>
          <p:nvPr/>
        </p:nvSpPr>
        <p:spPr>
          <a:xfrm>
            <a:off x="919482" y="1108349"/>
            <a:ext cx="482230" cy="482436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19" name="Google Shape;3919;p25"/>
          <p:cNvSpPr/>
          <p:nvPr/>
        </p:nvSpPr>
        <p:spPr>
          <a:xfrm>
            <a:off x="4011879" y="1107294"/>
            <a:ext cx="484829" cy="484829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0" name="Google Shape;3920;p25"/>
          <p:cNvSpPr/>
          <p:nvPr/>
        </p:nvSpPr>
        <p:spPr>
          <a:xfrm>
            <a:off x="4097651" y="1195666"/>
            <a:ext cx="311970" cy="310691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1" name="Google Shape;3921;p25"/>
          <p:cNvSpPr/>
          <p:nvPr/>
        </p:nvSpPr>
        <p:spPr>
          <a:xfrm>
            <a:off x="7133678" y="1109215"/>
            <a:ext cx="474144" cy="480992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2" name="Google Shape;3922;p25"/>
          <p:cNvSpPr/>
          <p:nvPr/>
        </p:nvSpPr>
        <p:spPr>
          <a:xfrm>
            <a:off x="7271473" y="1392563"/>
            <a:ext cx="114400" cy="113121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3" name="Google Shape;3923;p25"/>
          <p:cNvSpPr/>
          <p:nvPr/>
        </p:nvSpPr>
        <p:spPr>
          <a:xfrm>
            <a:off x="7413148" y="1448464"/>
            <a:ext cx="84490" cy="8453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4" name="Google Shape;3924;p25"/>
          <p:cNvSpPr/>
          <p:nvPr/>
        </p:nvSpPr>
        <p:spPr>
          <a:xfrm>
            <a:off x="4630214" y="1167097"/>
            <a:ext cx="422492" cy="422451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5" name="Google Shape;3925;p25"/>
          <p:cNvSpPr/>
          <p:nvPr/>
        </p:nvSpPr>
        <p:spPr>
          <a:xfrm>
            <a:off x="4884972" y="1109874"/>
            <a:ext cx="227521" cy="227521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6" name="Google Shape;3926;p25"/>
          <p:cNvSpPr/>
          <p:nvPr/>
        </p:nvSpPr>
        <p:spPr>
          <a:xfrm>
            <a:off x="7748756" y="1107793"/>
            <a:ext cx="456239" cy="483550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7" name="Google Shape;3927;p25"/>
          <p:cNvSpPr/>
          <p:nvPr/>
        </p:nvSpPr>
        <p:spPr>
          <a:xfrm>
            <a:off x="2156295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8" name="Google Shape;3928;p25"/>
          <p:cNvSpPr/>
          <p:nvPr/>
        </p:nvSpPr>
        <p:spPr>
          <a:xfrm>
            <a:off x="2385062" y="1166415"/>
            <a:ext cx="169022" cy="169022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29" name="Google Shape;3929;p25"/>
          <p:cNvSpPr/>
          <p:nvPr/>
        </p:nvSpPr>
        <p:spPr>
          <a:xfrm>
            <a:off x="5237668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0" name="Google Shape;3930;p25"/>
          <p:cNvSpPr/>
          <p:nvPr/>
        </p:nvSpPr>
        <p:spPr>
          <a:xfrm>
            <a:off x="5467712" y="1165134"/>
            <a:ext cx="170301" cy="197611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1" name="Google Shape;3931;p25"/>
          <p:cNvSpPr/>
          <p:nvPr/>
        </p:nvSpPr>
        <p:spPr>
          <a:xfrm>
            <a:off x="8363862" y="1166951"/>
            <a:ext cx="482230" cy="365231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2" name="Google Shape;3932;p25"/>
          <p:cNvSpPr/>
          <p:nvPr/>
        </p:nvSpPr>
        <p:spPr>
          <a:xfrm>
            <a:off x="3068961" y="1394542"/>
            <a:ext cx="84531" cy="81932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3" name="Google Shape;3933;p25"/>
          <p:cNvSpPr/>
          <p:nvPr/>
        </p:nvSpPr>
        <p:spPr>
          <a:xfrm>
            <a:off x="2868828" y="1223946"/>
            <a:ext cx="84490" cy="82225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4" name="Google Shape;3934;p25"/>
          <p:cNvSpPr/>
          <p:nvPr/>
        </p:nvSpPr>
        <p:spPr>
          <a:xfrm>
            <a:off x="2783014" y="1108594"/>
            <a:ext cx="482271" cy="482230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5" name="Google Shape;3935;p25"/>
          <p:cNvSpPr/>
          <p:nvPr/>
        </p:nvSpPr>
        <p:spPr>
          <a:xfrm>
            <a:off x="5997414" y="1449803"/>
            <a:ext cx="84531" cy="83211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6" name="Google Shape;3936;p25"/>
          <p:cNvSpPr/>
          <p:nvPr/>
        </p:nvSpPr>
        <p:spPr>
          <a:xfrm>
            <a:off x="5997414" y="1224917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7" name="Google Shape;3937;p25"/>
          <p:cNvSpPr/>
          <p:nvPr/>
        </p:nvSpPr>
        <p:spPr>
          <a:xfrm>
            <a:off x="5997414" y="1337999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8" name="Google Shape;3938;p25"/>
          <p:cNvSpPr/>
          <p:nvPr/>
        </p:nvSpPr>
        <p:spPr>
          <a:xfrm>
            <a:off x="5936314" y="1109232"/>
            <a:ext cx="370470" cy="480951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39" name="Google Shape;3939;p25"/>
          <p:cNvSpPr/>
          <p:nvPr/>
        </p:nvSpPr>
        <p:spPr>
          <a:xfrm>
            <a:off x="6107899" y="1252228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0" name="Google Shape;3940;p25"/>
          <p:cNvSpPr/>
          <p:nvPr/>
        </p:nvSpPr>
        <p:spPr>
          <a:xfrm>
            <a:off x="6107899" y="1365310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1" name="Google Shape;3941;p25"/>
          <p:cNvSpPr/>
          <p:nvPr/>
        </p:nvSpPr>
        <p:spPr>
          <a:xfrm>
            <a:off x="6107899" y="1478395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2" name="Google Shape;3942;p25"/>
          <p:cNvSpPr/>
          <p:nvPr/>
        </p:nvSpPr>
        <p:spPr>
          <a:xfrm>
            <a:off x="1547696" y="1126030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3" name="Google Shape;3943;p25"/>
          <p:cNvSpPr/>
          <p:nvPr/>
        </p:nvSpPr>
        <p:spPr>
          <a:xfrm flipH="1">
            <a:off x="1547717" y="1126030"/>
            <a:ext cx="468069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4" name="Google Shape;3944;p25"/>
          <p:cNvSpPr/>
          <p:nvPr/>
        </p:nvSpPr>
        <p:spPr>
          <a:xfrm>
            <a:off x="441658" y="1972600"/>
            <a:ext cx="114441" cy="28631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5" name="Google Shape;3945;p25"/>
          <p:cNvSpPr/>
          <p:nvPr/>
        </p:nvSpPr>
        <p:spPr>
          <a:xfrm>
            <a:off x="301303" y="1860795"/>
            <a:ext cx="487428" cy="480951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6" name="Google Shape;3946;p25"/>
          <p:cNvSpPr/>
          <p:nvPr/>
        </p:nvSpPr>
        <p:spPr>
          <a:xfrm>
            <a:off x="3394482" y="1861271"/>
            <a:ext cx="480951" cy="479672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7" name="Google Shape;3947;p25"/>
          <p:cNvSpPr/>
          <p:nvPr/>
        </p:nvSpPr>
        <p:spPr>
          <a:xfrm>
            <a:off x="6498902" y="1860240"/>
            <a:ext cx="480951" cy="482065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8" name="Google Shape;3948;p25"/>
          <p:cNvSpPr/>
          <p:nvPr/>
        </p:nvSpPr>
        <p:spPr>
          <a:xfrm>
            <a:off x="6553484" y="1916100"/>
            <a:ext cx="29951" cy="28631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49" name="Google Shape;3949;p25"/>
          <p:cNvSpPr/>
          <p:nvPr/>
        </p:nvSpPr>
        <p:spPr>
          <a:xfrm>
            <a:off x="6610706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0" name="Google Shape;3950;p25"/>
          <p:cNvSpPr/>
          <p:nvPr/>
        </p:nvSpPr>
        <p:spPr>
          <a:xfrm>
            <a:off x="6667887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1" name="Google Shape;3951;p25"/>
          <p:cNvSpPr/>
          <p:nvPr/>
        </p:nvSpPr>
        <p:spPr>
          <a:xfrm>
            <a:off x="6722470" y="1916100"/>
            <a:ext cx="198890" cy="28631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2" name="Google Shape;3952;p25"/>
          <p:cNvSpPr/>
          <p:nvPr/>
        </p:nvSpPr>
        <p:spPr>
          <a:xfrm>
            <a:off x="917523" y="1859494"/>
            <a:ext cx="486149" cy="48322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3" name="Google Shape;3953;p25"/>
          <p:cNvSpPr/>
          <p:nvPr/>
        </p:nvSpPr>
        <p:spPr>
          <a:xfrm>
            <a:off x="4011220" y="1858837"/>
            <a:ext cx="486149" cy="484870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4" name="Google Shape;3954;p25"/>
          <p:cNvSpPr/>
          <p:nvPr/>
        </p:nvSpPr>
        <p:spPr>
          <a:xfrm>
            <a:off x="4163291" y="1914740"/>
            <a:ext cx="171580" cy="198890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5" name="Google Shape;3955;p25"/>
          <p:cNvSpPr/>
          <p:nvPr/>
        </p:nvSpPr>
        <p:spPr>
          <a:xfrm>
            <a:off x="7129635" y="1860818"/>
            <a:ext cx="482230" cy="480910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6" name="Google Shape;3956;p25"/>
          <p:cNvSpPr/>
          <p:nvPr/>
        </p:nvSpPr>
        <p:spPr>
          <a:xfrm>
            <a:off x="7271177" y="2265995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7" name="Google Shape;3957;p25"/>
          <p:cNvSpPr/>
          <p:nvPr/>
        </p:nvSpPr>
        <p:spPr>
          <a:xfrm>
            <a:off x="7271177" y="2038550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8" name="Google Shape;3958;p25"/>
          <p:cNvSpPr/>
          <p:nvPr/>
        </p:nvSpPr>
        <p:spPr>
          <a:xfrm>
            <a:off x="7181705" y="2038551"/>
            <a:ext cx="29910" cy="31230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59" name="Google Shape;3959;p25"/>
          <p:cNvSpPr/>
          <p:nvPr/>
        </p:nvSpPr>
        <p:spPr>
          <a:xfrm>
            <a:off x="7271818" y="2152912"/>
            <a:ext cx="284701" cy="28631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0" name="Google Shape;3960;p25"/>
          <p:cNvSpPr/>
          <p:nvPr/>
        </p:nvSpPr>
        <p:spPr>
          <a:xfrm>
            <a:off x="7181705" y="2152912"/>
            <a:ext cx="29910" cy="28631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1" name="Google Shape;3961;p25"/>
          <p:cNvSpPr/>
          <p:nvPr/>
        </p:nvSpPr>
        <p:spPr>
          <a:xfrm>
            <a:off x="7181705" y="2265995"/>
            <a:ext cx="29910" cy="29951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2" name="Google Shape;3962;p25"/>
          <p:cNvSpPr/>
          <p:nvPr/>
        </p:nvSpPr>
        <p:spPr>
          <a:xfrm>
            <a:off x="4687416" y="1858837"/>
            <a:ext cx="367871" cy="484870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3" name="Google Shape;3963;p25"/>
          <p:cNvSpPr/>
          <p:nvPr/>
        </p:nvSpPr>
        <p:spPr>
          <a:xfrm>
            <a:off x="4829090" y="2000554"/>
            <a:ext cx="84531" cy="84490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4" name="Google Shape;3964;p25"/>
          <p:cNvSpPr/>
          <p:nvPr/>
        </p:nvSpPr>
        <p:spPr>
          <a:xfrm>
            <a:off x="4741998" y="1914740"/>
            <a:ext cx="257390" cy="256111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5" name="Google Shape;3965;p25"/>
          <p:cNvSpPr/>
          <p:nvPr/>
        </p:nvSpPr>
        <p:spPr>
          <a:xfrm>
            <a:off x="7736222" y="1860796"/>
            <a:ext cx="480951" cy="480951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6" name="Google Shape;3966;p25"/>
          <p:cNvSpPr/>
          <p:nvPr/>
        </p:nvSpPr>
        <p:spPr>
          <a:xfrm>
            <a:off x="7792083" y="1920576"/>
            <a:ext cx="286021" cy="143031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7" name="Google Shape;3967;p25"/>
          <p:cNvSpPr/>
          <p:nvPr/>
        </p:nvSpPr>
        <p:spPr>
          <a:xfrm>
            <a:off x="7792083" y="2088241"/>
            <a:ext cx="143031" cy="143031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8" name="Google Shape;3968;p25"/>
          <p:cNvSpPr/>
          <p:nvPr/>
        </p:nvSpPr>
        <p:spPr>
          <a:xfrm>
            <a:off x="7963669" y="2089564"/>
            <a:ext cx="114441" cy="29910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69" name="Google Shape;3969;p25"/>
          <p:cNvSpPr/>
          <p:nvPr/>
        </p:nvSpPr>
        <p:spPr>
          <a:xfrm>
            <a:off x="7963669" y="2146743"/>
            <a:ext cx="114441" cy="29951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0" name="Google Shape;3970;p25"/>
          <p:cNvSpPr/>
          <p:nvPr/>
        </p:nvSpPr>
        <p:spPr>
          <a:xfrm>
            <a:off x="7963669" y="2203925"/>
            <a:ext cx="114441" cy="28631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1" name="Google Shape;3971;p25"/>
          <p:cNvSpPr/>
          <p:nvPr/>
        </p:nvSpPr>
        <p:spPr>
          <a:xfrm>
            <a:off x="7792083" y="2258507"/>
            <a:ext cx="286021" cy="29951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2" name="Google Shape;3972;p25"/>
          <p:cNvSpPr/>
          <p:nvPr/>
        </p:nvSpPr>
        <p:spPr>
          <a:xfrm>
            <a:off x="2257024" y="2107756"/>
            <a:ext cx="131315" cy="145630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3" name="Google Shape;3973;p25"/>
          <p:cNvSpPr/>
          <p:nvPr/>
        </p:nvSpPr>
        <p:spPr>
          <a:xfrm>
            <a:off x="2337637" y="2028503"/>
            <a:ext cx="140399" cy="134863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4" name="Google Shape;3974;p25"/>
          <p:cNvSpPr/>
          <p:nvPr/>
        </p:nvSpPr>
        <p:spPr>
          <a:xfrm>
            <a:off x="2414293" y="1958285"/>
            <a:ext cx="132635" cy="124838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5" name="Google Shape;3975;p25"/>
          <p:cNvSpPr/>
          <p:nvPr/>
        </p:nvSpPr>
        <p:spPr>
          <a:xfrm>
            <a:off x="2154337" y="1860795"/>
            <a:ext cx="487469" cy="480951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6" name="Google Shape;3976;p25"/>
          <p:cNvSpPr/>
          <p:nvPr/>
        </p:nvSpPr>
        <p:spPr>
          <a:xfrm>
            <a:off x="5236368" y="1858858"/>
            <a:ext cx="486149" cy="484829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7" name="Google Shape;3977;p25"/>
          <p:cNvSpPr/>
          <p:nvPr/>
        </p:nvSpPr>
        <p:spPr>
          <a:xfrm>
            <a:off x="5439143" y="1947229"/>
            <a:ext cx="139112" cy="139112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8" name="Google Shape;3978;p25"/>
          <p:cNvSpPr/>
          <p:nvPr/>
        </p:nvSpPr>
        <p:spPr>
          <a:xfrm>
            <a:off x="8363862" y="1860650"/>
            <a:ext cx="482230" cy="48091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79" name="Google Shape;3979;p25"/>
          <p:cNvSpPr/>
          <p:nvPr/>
        </p:nvSpPr>
        <p:spPr>
          <a:xfrm>
            <a:off x="2778861" y="1875089"/>
            <a:ext cx="491347" cy="45203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0" name="Google Shape;3980;p25"/>
          <p:cNvSpPr/>
          <p:nvPr/>
        </p:nvSpPr>
        <p:spPr>
          <a:xfrm>
            <a:off x="5908384" y="1859497"/>
            <a:ext cx="426329" cy="483550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1" name="Google Shape;3981;p25"/>
          <p:cNvSpPr/>
          <p:nvPr/>
        </p:nvSpPr>
        <p:spPr>
          <a:xfrm>
            <a:off x="6024066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2" name="Google Shape;3982;p25"/>
          <p:cNvSpPr/>
          <p:nvPr/>
        </p:nvSpPr>
        <p:spPr>
          <a:xfrm>
            <a:off x="6108518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3" name="Google Shape;3983;p25"/>
          <p:cNvSpPr/>
          <p:nvPr/>
        </p:nvSpPr>
        <p:spPr>
          <a:xfrm>
            <a:off x="6193010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4" name="Google Shape;3984;p25"/>
          <p:cNvSpPr/>
          <p:nvPr/>
        </p:nvSpPr>
        <p:spPr>
          <a:xfrm>
            <a:off x="1535778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5" name="Google Shape;3985;p25"/>
          <p:cNvSpPr/>
          <p:nvPr/>
        </p:nvSpPr>
        <p:spPr>
          <a:xfrm flipH="1">
            <a:off x="1535793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6" name="Google Shape;3986;p25"/>
          <p:cNvSpPr/>
          <p:nvPr/>
        </p:nvSpPr>
        <p:spPr>
          <a:xfrm>
            <a:off x="7288541" y="4171460"/>
            <a:ext cx="164422" cy="163723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7" name="Google Shape;3987;p25"/>
          <p:cNvSpPr/>
          <p:nvPr/>
        </p:nvSpPr>
        <p:spPr>
          <a:xfrm>
            <a:off x="7244244" y="4348792"/>
            <a:ext cx="253065" cy="8573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8" name="Google Shape;3988;p25"/>
          <p:cNvSpPr/>
          <p:nvPr/>
        </p:nvSpPr>
        <p:spPr>
          <a:xfrm>
            <a:off x="7166113" y="4102367"/>
            <a:ext cx="409285" cy="465631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89" name="Google Shape;3989;p25"/>
          <p:cNvSpPr/>
          <p:nvPr/>
        </p:nvSpPr>
        <p:spPr>
          <a:xfrm>
            <a:off x="4348272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0" name="Google Shape;3990;p25"/>
          <p:cNvSpPr/>
          <p:nvPr/>
        </p:nvSpPr>
        <p:spPr>
          <a:xfrm>
            <a:off x="4444651" y="4198747"/>
            <a:ext cx="231930" cy="271381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1" name="Google Shape;3991;p25"/>
          <p:cNvSpPr/>
          <p:nvPr/>
        </p:nvSpPr>
        <p:spPr>
          <a:xfrm>
            <a:off x="5217344" y="4273771"/>
            <a:ext cx="68206" cy="177355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2" name="Google Shape;3992;p25"/>
          <p:cNvSpPr/>
          <p:nvPr/>
        </p:nvSpPr>
        <p:spPr>
          <a:xfrm>
            <a:off x="5450160" y="4314713"/>
            <a:ext cx="68206" cy="68206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3" name="Google Shape;3993;p25"/>
          <p:cNvSpPr/>
          <p:nvPr/>
        </p:nvSpPr>
        <p:spPr>
          <a:xfrm>
            <a:off x="5300068" y="4219243"/>
            <a:ext cx="151235" cy="231883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4" name="Google Shape;3994;p25"/>
          <p:cNvSpPr/>
          <p:nvPr/>
        </p:nvSpPr>
        <p:spPr>
          <a:xfrm>
            <a:off x="5052737" y="4219243"/>
            <a:ext cx="151187" cy="231883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5" name="Google Shape;3995;p25"/>
          <p:cNvSpPr/>
          <p:nvPr/>
        </p:nvSpPr>
        <p:spPr>
          <a:xfrm>
            <a:off x="6571660" y="4185092"/>
            <a:ext cx="245585" cy="300160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6" name="Google Shape;3996;p25"/>
          <p:cNvSpPr/>
          <p:nvPr/>
        </p:nvSpPr>
        <p:spPr>
          <a:xfrm>
            <a:off x="6461649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7" name="Google Shape;3997;p25"/>
          <p:cNvSpPr/>
          <p:nvPr/>
        </p:nvSpPr>
        <p:spPr>
          <a:xfrm>
            <a:off x="6626258" y="4239667"/>
            <a:ext cx="136413" cy="136436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8" name="Google Shape;3998;p25"/>
          <p:cNvSpPr/>
          <p:nvPr/>
        </p:nvSpPr>
        <p:spPr>
          <a:xfrm>
            <a:off x="575718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3999" name="Google Shape;3999;p25"/>
          <p:cNvSpPr/>
          <p:nvPr/>
        </p:nvSpPr>
        <p:spPr>
          <a:xfrm>
            <a:off x="5812624" y="4185092"/>
            <a:ext cx="354734" cy="300160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0" name="Google Shape;4000;p25"/>
          <p:cNvSpPr/>
          <p:nvPr/>
        </p:nvSpPr>
        <p:spPr>
          <a:xfrm>
            <a:off x="5908139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1" name="Google Shape;4001;p25"/>
          <p:cNvSpPr/>
          <p:nvPr/>
        </p:nvSpPr>
        <p:spPr>
          <a:xfrm>
            <a:off x="6017243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2" name="Google Shape;4002;p25"/>
          <p:cNvSpPr/>
          <p:nvPr/>
        </p:nvSpPr>
        <p:spPr>
          <a:xfrm>
            <a:off x="5919838" y="4403366"/>
            <a:ext cx="140304" cy="40127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3" name="Google Shape;4003;p25"/>
          <p:cNvSpPr/>
          <p:nvPr/>
        </p:nvSpPr>
        <p:spPr>
          <a:xfrm>
            <a:off x="1530399" y="4171474"/>
            <a:ext cx="465631" cy="327423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4" name="Google Shape;4004;p25"/>
          <p:cNvSpPr/>
          <p:nvPr/>
        </p:nvSpPr>
        <p:spPr>
          <a:xfrm>
            <a:off x="1708641" y="4253335"/>
            <a:ext cx="136436" cy="163723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5" name="Google Shape;4005;p25"/>
          <p:cNvSpPr/>
          <p:nvPr/>
        </p:nvSpPr>
        <p:spPr>
          <a:xfrm>
            <a:off x="2348880" y="4190206"/>
            <a:ext cx="237965" cy="289487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6" name="Google Shape;4006;p25"/>
          <p:cNvSpPr/>
          <p:nvPr/>
        </p:nvSpPr>
        <p:spPr>
          <a:xfrm>
            <a:off x="2234860" y="4102449"/>
            <a:ext cx="465654" cy="465467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7" name="Google Shape;4007;p25"/>
          <p:cNvSpPr/>
          <p:nvPr/>
        </p:nvSpPr>
        <p:spPr>
          <a:xfrm>
            <a:off x="2994830" y="4170550"/>
            <a:ext cx="354711" cy="327423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8" name="Google Shape;4008;p25"/>
          <p:cNvSpPr/>
          <p:nvPr/>
        </p:nvSpPr>
        <p:spPr>
          <a:xfrm>
            <a:off x="293934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09" name="Google Shape;4009;p25"/>
          <p:cNvSpPr/>
          <p:nvPr/>
        </p:nvSpPr>
        <p:spPr>
          <a:xfrm>
            <a:off x="3778382" y="4168756"/>
            <a:ext cx="201893" cy="335020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0" name="Google Shape;4010;p25"/>
          <p:cNvSpPr/>
          <p:nvPr/>
        </p:nvSpPr>
        <p:spPr>
          <a:xfrm>
            <a:off x="3643810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1" name="Google Shape;4011;p25"/>
          <p:cNvSpPr/>
          <p:nvPr/>
        </p:nvSpPr>
        <p:spPr>
          <a:xfrm>
            <a:off x="886574" y="3427657"/>
            <a:ext cx="480951" cy="33796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2" name="Google Shape;4012;p25"/>
          <p:cNvSpPr/>
          <p:nvPr/>
        </p:nvSpPr>
        <p:spPr>
          <a:xfrm>
            <a:off x="2866270" y="3354416"/>
            <a:ext cx="315559" cy="484457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3" name="Google Shape;4013;p25"/>
          <p:cNvSpPr/>
          <p:nvPr/>
        </p:nvSpPr>
        <p:spPr>
          <a:xfrm>
            <a:off x="3210718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4" name="Google Shape;4014;p25"/>
          <p:cNvSpPr/>
          <p:nvPr/>
        </p:nvSpPr>
        <p:spPr>
          <a:xfrm>
            <a:off x="2785697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5" name="Google Shape;4015;p25"/>
          <p:cNvSpPr/>
          <p:nvPr/>
        </p:nvSpPr>
        <p:spPr>
          <a:xfrm>
            <a:off x="3182127" y="3382800"/>
            <a:ext cx="58503" cy="43857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6" name="Google Shape;4016;p25"/>
          <p:cNvSpPr/>
          <p:nvPr/>
        </p:nvSpPr>
        <p:spPr>
          <a:xfrm>
            <a:off x="2812967" y="3596549"/>
            <a:ext cx="58541" cy="43276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7" name="Google Shape;4017;p25"/>
          <p:cNvSpPr/>
          <p:nvPr/>
        </p:nvSpPr>
        <p:spPr>
          <a:xfrm>
            <a:off x="3183407" y="3596549"/>
            <a:ext cx="57221" cy="42124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8" name="Google Shape;4018;p25"/>
          <p:cNvSpPr/>
          <p:nvPr/>
        </p:nvSpPr>
        <p:spPr>
          <a:xfrm>
            <a:off x="2814288" y="3383956"/>
            <a:ext cx="57221" cy="42124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19" name="Google Shape;4019;p25"/>
          <p:cNvSpPr/>
          <p:nvPr/>
        </p:nvSpPr>
        <p:spPr>
          <a:xfrm>
            <a:off x="2941645" y="3413371"/>
            <a:ext cx="169022" cy="252646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0" name="Google Shape;4020;p25"/>
          <p:cNvSpPr/>
          <p:nvPr/>
        </p:nvSpPr>
        <p:spPr>
          <a:xfrm>
            <a:off x="4730651" y="3417911"/>
            <a:ext cx="367871" cy="222323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1" name="Google Shape;4021;p25"/>
          <p:cNvSpPr/>
          <p:nvPr/>
        </p:nvSpPr>
        <p:spPr>
          <a:xfrm>
            <a:off x="4674748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2" name="Google Shape;4022;p25"/>
          <p:cNvSpPr/>
          <p:nvPr/>
        </p:nvSpPr>
        <p:spPr>
          <a:xfrm>
            <a:off x="1691093" y="3471850"/>
            <a:ext cx="142990" cy="140399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3" name="Google Shape;4023;p25"/>
          <p:cNvSpPr/>
          <p:nvPr/>
        </p:nvSpPr>
        <p:spPr>
          <a:xfrm>
            <a:off x="1523428" y="3752600"/>
            <a:ext cx="478310" cy="8453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4" name="Google Shape;4024;p25"/>
          <p:cNvSpPr/>
          <p:nvPr/>
        </p:nvSpPr>
        <p:spPr>
          <a:xfrm>
            <a:off x="1522107" y="3356168"/>
            <a:ext cx="482230" cy="368201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5" name="Google Shape;4025;p25"/>
          <p:cNvSpPr/>
          <p:nvPr/>
        </p:nvSpPr>
        <p:spPr>
          <a:xfrm>
            <a:off x="297911" y="3354870"/>
            <a:ext cx="425050" cy="483550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6" name="Google Shape;4026;p25"/>
          <p:cNvSpPr/>
          <p:nvPr/>
        </p:nvSpPr>
        <p:spPr>
          <a:xfrm>
            <a:off x="410995" y="3668086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7" name="Google Shape;4027;p25"/>
          <p:cNvSpPr/>
          <p:nvPr/>
        </p:nvSpPr>
        <p:spPr>
          <a:xfrm>
            <a:off x="410995" y="3725309"/>
            <a:ext cx="198890" cy="28631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8" name="Google Shape;4028;p25"/>
          <p:cNvSpPr/>
          <p:nvPr/>
        </p:nvSpPr>
        <p:spPr>
          <a:xfrm>
            <a:off x="386281" y="3440642"/>
            <a:ext cx="253512" cy="192413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29" name="Google Shape;4029;p25"/>
          <p:cNvSpPr/>
          <p:nvPr/>
        </p:nvSpPr>
        <p:spPr>
          <a:xfrm>
            <a:off x="2158907" y="3355830"/>
            <a:ext cx="503022" cy="481611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0" name="Google Shape;4030;p25"/>
          <p:cNvSpPr/>
          <p:nvPr/>
        </p:nvSpPr>
        <p:spPr>
          <a:xfrm>
            <a:off x="4058231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1" name="Google Shape;4031;p25"/>
          <p:cNvSpPr/>
          <p:nvPr/>
        </p:nvSpPr>
        <p:spPr>
          <a:xfrm>
            <a:off x="4112813" y="3410113"/>
            <a:ext cx="29951" cy="29951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2" name="Google Shape;4032;p25"/>
          <p:cNvSpPr/>
          <p:nvPr/>
        </p:nvSpPr>
        <p:spPr>
          <a:xfrm>
            <a:off x="4169994" y="3410113"/>
            <a:ext cx="28631" cy="2995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3" name="Google Shape;4033;p25"/>
          <p:cNvSpPr/>
          <p:nvPr/>
        </p:nvSpPr>
        <p:spPr>
          <a:xfrm>
            <a:off x="4227176" y="3410113"/>
            <a:ext cx="28672" cy="29951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4" name="Google Shape;4034;p25"/>
          <p:cNvSpPr/>
          <p:nvPr/>
        </p:nvSpPr>
        <p:spPr>
          <a:xfrm>
            <a:off x="4281800" y="3410113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5" name="Google Shape;4035;p25"/>
          <p:cNvSpPr/>
          <p:nvPr/>
        </p:nvSpPr>
        <p:spPr>
          <a:xfrm>
            <a:off x="4227176" y="3611608"/>
            <a:ext cx="140432" cy="140391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6" name="Google Shape;4036;p25"/>
          <p:cNvSpPr/>
          <p:nvPr/>
        </p:nvSpPr>
        <p:spPr>
          <a:xfrm>
            <a:off x="3509059" y="3470552"/>
            <a:ext cx="139112" cy="8453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7" name="Google Shape;4037;p25"/>
          <p:cNvSpPr/>
          <p:nvPr/>
        </p:nvSpPr>
        <p:spPr>
          <a:xfrm>
            <a:off x="3450559" y="3354871"/>
            <a:ext cx="425050" cy="483550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8" name="Google Shape;4038;p25"/>
          <p:cNvSpPr/>
          <p:nvPr/>
        </p:nvSpPr>
        <p:spPr>
          <a:xfrm>
            <a:off x="3704037" y="3751301"/>
            <a:ext cx="29910" cy="29951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39" name="Google Shape;4039;p25"/>
          <p:cNvSpPr/>
          <p:nvPr/>
        </p:nvSpPr>
        <p:spPr>
          <a:xfrm>
            <a:off x="8372149" y="3363836"/>
            <a:ext cx="465654" cy="465654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0" name="Google Shape;4040;p25"/>
          <p:cNvSpPr/>
          <p:nvPr/>
        </p:nvSpPr>
        <p:spPr>
          <a:xfrm>
            <a:off x="8453895" y="3501136"/>
            <a:ext cx="302187" cy="163723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1" name="Google Shape;4041;p25"/>
          <p:cNvSpPr/>
          <p:nvPr/>
        </p:nvSpPr>
        <p:spPr>
          <a:xfrm>
            <a:off x="5291270" y="3363920"/>
            <a:ext cx="465631" cy="465631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2" name="Google Shape;4042;p25"/>
          <p:cNvSpPr/>
          <p:nvPr/>
        </p:nvSpPr>
        <p:spPr>
          <a:xfrm>
            <a:off x="6023564" y="3501169"/>
            <a:ext cx="191011" cy="191011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3" name="Google Shape;4043;p25"/>
          <p:cNvSpPr/>
          <p:nvPr/>
        </p:nvSpPr>
        <p:spPr>
          <a:xfrm>
            <a:off x="5940817" y="3418399"/>
            <a:ext cx="356528" cy="356505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4" name="Google Shape;4044;p25"/>
          <p:cNvSpPr/>
          <p:nvPr/>
        </p:nvSpPr>
        <p:spPr>
          <a:xfrm>
            <a:off x="5886242" y="3363848"/>
            <a:ext cx="465677" cy="465631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5" name="Google Shape;4045;p25"/>
          <p:cNvSpPr/>
          <p:nvPr/>
        </p:nvSpPr>
        <p:spPr>
          <a:xfrm>
            <a:off x="6187288" y="3473882"/>
            <a:ext cx="54580" cy="54598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6" name="Google Shape;4046;p25"/>
          <p:cNvSpPr/>
          <p:nvPr/>
        </p:nvSpPr>
        <p:spPr>
          <a:xfrm>
            <a:off x="6550370" y="3528457"/>
            <a:ext cx="81888" cy="245538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7" name="Google Shape;4047;p25"/>
          <p:cNvSpPr/>
          <p:nvPr/>
        </p:nvSpPr>
        <p:spPr>
          <a:xfrm>
            <a:off x="6550370" y="3419309"/>
            <a:ext cx="81888" cy="81888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8" name="Google Shape;4048;p25"/>
          <p:cNvSpPr/>
          <p:nvPr/>
        </p:nvSpPr>
        <p:spPr>
          <a:xfrm>
            <a:off x="6659519" y="3528016"/>
            <a:ext cx="218298" cy="245981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49" name="Google Shape;4049;p25"/>
          <p:cNvSpPr/>
          <p:nvPr/>
        </p:nvSpPr>
        <p:spPr>
          <a:xfrm>
            <a:off x="6481278" y="3363848"/>
            <a:ext cx="465631" cy="465631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50" name="Google Shape;4050;p25"/>
          <p:cNvSpPr/>
          <p:nvPr/>
        </p:nvSpPr>
        <p:spPr>
          <a:xfrm>
            <a:off x="7136788" y="3405926"/>
            <a:ext cx="467938" cy="381625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51" name="Google Shape;4051;p25"/>
          <p:cNvSpPr/>
          <p:nvPr/>
        </p:nvSpPr>
        <p:spPr>
          <a:xfrm>
            <a:off x="7780259" y="3363908"/>
            <a:ext cx="466353" cy="465654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052" name="Google Shape;4052;p25"/>
          <p:cNvSpPr/>
          <p:nvPr/>
        </p:nvSpPr>
        <p:spPr>
          <a:xfrm>
            <a:off x="7866455" y="3459520"/>
            <a:ext cx="291002" cy="272033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56" name="Shape 4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7" name="Google Shape;4057;p26"/>
          <p:cNvSpPr/>
          <p:nvPr/>
        </p:nvSpPr>
        <p:spPr>
          <a:xfrm>
            <a:off x="503169" y="1379872"/>
            <a:ext cx="301328" cy="195840"/>
          </a:xfrm>
          <a:custGeom>
            <a:rect b="b" l="l" r="r" t="t"/>
            <a:pathLst>
              <a:path extrusionOk="0" h="6082" w="9358">
                <a:moveTo>
                  <a:pt x="379" y="1"/>
                </a:moveTo>
                <a:cubicBezTo>
                  <a:pt x="158" y="1"/>
                  <a:pt x="1" y="221"/>
                  <a:pt x="1" y="410"/>
                </a:cubicBezTo>
                <a:lnTo>
                  <a:pt x="1" y="6081"/>
                </a:lnTo>
                <a:lnTo>
                  <a:pt x="9357" y="6081"/>
                </a:lnTo>
                <a:lnTo>
                  <a:pt x="9357" y="410"/>
                </a:lnTo>
                <a:cubicBezTo>
                  <a:pt x="9357" y="158"/>
                  <a:pt x="9168" y="1"/>
                  <a:pt x="897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8" name="Google Shape;4058;p26"/>
          <p:cNvSpPr/>
          <p:nvPr/>
        </p:nvSpPr>
        <p:spPr>
          <a:xfrm>
            <a:off x="476798" y="1602051"/>
            <a:ext cx="355069" cy="107162"/>
          </a:xfrm>
          <a:custGeom>
            <a:rect b="b" l="l" r="r" t="t"/>
            <a:pathLst>
              <a:path extrusionOk="0" h="3328" w="11027">
                <a:moveTo>
                  <a:pt x="63" y="0"/>
                </a:moveTo>
                <a:cubicBezTo>
                  <a:pt x="32" y="126"/>
                  <a:pt x="0" y="284"/>
                  <a:pt x="0" y="410"/>
                </a:cubicBezTo>
                <a:cubicBezTo>
                  <a:pt x="0" y="1103"/>
                  <a:pt x="536" y="1670"/>
                  <a:pt x="1198" y="1670"/>
                </a:cubicBezTo>
                <a:lnTo>
                  <a:pt x="3151" y="1670"/>
                </a:lnTo>
                <a:lnTo>
                  <a:pt x="2615" y="2710"/>
                </a:lnTo>
                <a:cubicBezTo>
                  <a:pt x="2521" y="2930"/>
                  <a:pt x="2615" y="3182"/>
                  <a:pt x="2836" y="3277"/>
                </a:cubicBezTo>
                <a:cubicBezTo>
                  <a:pt x="2889" y="3312"/>
                  <a:pt x="2949" y="3328"/>
                  <a:pt x="3009" y="3328"/>
                </a:cubicBezTo>
                <a:cubicBezTo>
                  <a:pt x="3166" y="3328"/>
                  <a:pt x="3326" y="3224"/>
                  <a:pt x="3371" y="3088"/>
                </a:cubicBezTo>
                <a:lnTo>
                  <a:pt x="4096" y="1639"/>
                </a:lnTo>
                <a:lnTo>
                  <a:pt x="5073" y="1639"/>
                </a:lnTo>
                <a:lnTo>
                  <a:pt x="5073" y="2867"/>
                </a:lnTo>
                <a:cubicBezTo>
                  <a:pt x="5073" y="3119"/>
                  <a:pt x="5262" y="3308"/>
                  <a:pt x="5514" y="3308"/>
                </a:cubicBezTo>
                <a:cubicBezTo>
                  <a:pt x="5734" y="3308"/>
                  <a:pt x="5892" y="3119"/>
                  <a:pt x="5892" y="2867"/>
                </a:cubicBezTo>
                <a:lnTo>
                  <a:pt x="5892" y="1639"/>
                </a:lnTo>
                <a:lnTo>
                  <a:pt x="6868" y="1639"/>
                </a:lnTo>
                <a:lnTo>
                  <a:pt x="7593" y="3088"/>
                </a:lnTo>
                <a:cubicBezTo>
                  <a:pt x="7688" y="3230"/>
                  <a:pt x="7835" y="3301"/>
                  <a:pt x="7983" y="3301"/>
                </a:cubicBezTo>
                <a:cubicBezTo>
                  <a:pt x="8032" y="3301"/>
                  <a:pt x="8081" y="3293"/>
                  <a:pt x="8129" y="3277"/>
                </a:cubicBezTo>
                <a:cubicBezTo>
                  <a:pt x="8349" y="3151"/>
                  <a:pt x="8412" y="2930"/>
                  <a:pt x="8349" y="2710"/>
                </a:cubicBezTo>
                <a:lnTo>
                  <a:pt x="7814" y="1670"/>
                </a:lnTo>
                <a:lnTo>
                  <a:pt x="9767" y="1670"/>
                </a:lnTo>
                <a:cubicBezTo>
                  <a:pt x="10429" y="1670"/>
                  <a:pt x="11027" y="1103"/>
                  <a:pt x="11027" y="410"/>
                </a:cubicBezTo>
                <a:cubicBezTo>
                  <a:pt x="11027" y="252"/>
                  <a:pt x="10964" y="126"/>
                  <a:pt x="10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9" name="Google Shape;4059;p26"/>
          <p:cNvSpPr/>
          <p:nvPr/>
        </p:nvSpPr>
        <p:spPr>
          <a:xfrm>
            <a:off x="611715" y="1300757"/>
            <a:ext cx="81176" cy="52776"/>
          </a:xfrm>
          <a:custGeom>
            <a:rect b="b" l="l" r="r" t="t"/>
            <a:pathLst>
              <a:path extrusionOk="0" h="1639" w="2521">
                <a:moveTo>
                  <a:pt x="442" y="0"/>
                </a:moveTo>
                <a:cubicBezTo>
                  <a:pt x="221" y="0"/>
                  <a:pt x="1" y="189"/>
                  <a:pt x="1" y="410"/>
                </a:cubicBezTo>
                <a:lnTo>
                  <a:pt x="1" y="1639"/>
                </a:lnTo>
                <a:lnTo>
                  <a:pt x="2489" y="1639"/>
                </a:lnTo>
                <a:lnTo>
                  <a:pt x="2489" y="410"/>
                </a:lnTo>
                <a:lnTo>
                  <a:pt x="2521" y="410"/>
                </a:lnTo>
                <a:cubicBezTo>
                  <a:pt x="2521" y="189"/>
                  <a:pt x="2332" y="0"/>
                  <a:pt x="21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0" name="Google Shape;4060;p26"/>
          <p:cNvSpPr/>
          <p:nvPr/>
        </p:nvSpPr>
        <p:spPr>
          <a:xfrm>
            <a:off x="551356" y="1817384"/>
            <a:ext cx="311471" cy="308186"/>
          </a:xfrm>
          <a:custGeom>
            <a:rect b="b" l="l" r="r" t="t"/>
            <a:pathLst>
              <a:path extrusionOk="0" h="9571" w="9673">
                <a:moveTo>
                  <a:pt x="5963" y="1"/>
                </a:moveTo>
                <a:cubicBezTo>
                  <a:pt x="5661" y="1"/>
                  <a:pt x="5365" y="127"/>
                  <a:pt x="5136" y="371"/>
                </a:cubicBezTo>
                <a:lnTo>
                  <a:pt x="0" y="5507"/>
                </a:lnTo>
                <a:lnTo>
                  <a:pt x="4064" y="9571"/>
                </a:lnTo>
                <a:lnTo>
                  <a:pt x="9200" y="4436"/>
                </a:lnTo>
                <a:cubicBezTo>
                  <a:pt x="9672" y="3963"/>
                  <a:pt x="9672" y="3207"/>
                  <a:pt x="9200" y="2734"/>
                </a:cubicBezTo>
                <a:lnTo>
                  <a:pt x="6868" y="434"/>
                </a:lnTo>
                <a:cubicBezTo>
                  <a:pt x="6609" y="143"/>
                  <a:pt x="6283" y="1"/>
                  <a:pt x="59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1" name="Google Shape;4061;p26"/>
          <p:cNvSpPr/>
          <p:nvPr/>
        </p:nvSpPr>
        <p:spPr>
          <a:xfrm>
            <a:off x="509753" y="2010905"/>
            <a:ext cx="153208" cy="153208"/>
          </a:xfrm>
          <a:custGeom>
            <a:rect b="b" l="l" r="r" t="t"/>
            <a:pathLst>
              <a:path extrusionOk="0" h="4758" w="4758">
                <a:moveTo>
                  <a:pt x="725" y="1"/>
                </a:moveTo>
                <a:lnTo>
                  <a:pt x="473" y="284"/>
                </a:lnTo>
                <a:cubicBezTo>
                  <a:pt x="253" y="505"/>
                  <a:pt x="95" y="820"/>
                  <a:pt x="95" y="1198"/>
                </a:cubicBezTo>
                <a:cubicBezTo>
                  <a:pt x="95" y="1450"/>
                  <a:pt x="190" y="1765"/>
                  <a:pt x="442" y="1986"/>
                </a:cubicBezTo>
                <a:cubicBezTo>
                  <a:pt x="631" y="2112"/>
                  <a:pt x="599" y="2458"/>
                  <a:pt x="442" y="2616"/>
                </a:cubicBezTo>
                <a:lnTo>
                  <a:pt x="1" y="3025"/>
                </a:lnTo>
                <a:lnTo>
                  <a:pt x="1733" y="4758"/>
                </a:lnTo>
                <a:lnTo>
                  <a:pt x="2174" y="4348"/>
                </a:lnTo>
                <a:cubicBezTo>
                  <a:pt x="2253" y="4270"/>
                  <a:pt x="2363" y="4230"/>
                  <a:pt x="2478" y="4230"/>
                </a:cubicBezTo>
                <a:cubicBezTo>
                  <a:pt x="2592" y="4230"/>
                  <a:pt x="2710" y="4270"/>
                  <a:pt x="2804" y="4348"/>
                </a:cubicBezTo>
                <a:cubicBezTo>
                  <a:pt x="3025" y="4569"/>
                  <a:pt x="3340" y="4695"/>
                  <a:pt x="3655" y="4695"/>
                </a:cubicBezTo>
                <a:cubicBezTo>
                  <a:pt x="3970" y="4695"/>
                  <a:pt x="4254" y="4569"/>
                  <a:pt x="4506" y="4348"/>
                </a:cubicBezTo>
                <a:lnTo>
                  <a:pt x="4758" y="4065"/>
                </a:lnTo>
                <a:lnTo>
                  <a:pt x="72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2" name="Google Shape;4062;p26"/>
          <p:cNvSpPr/>
          <p:nvPr/>
        </p:nvSpPr>
        <p:spPr>
          <a:xfrm>
            <a:off x="445837" y="2130624"/>
            <a:ext cx="100464" cy="58862"/>
          </a:xfrm>
          <a:custGeom>
            <a:rect b="b" l="l" r="r" t="t"/>
            <a:pathLst>
              <a:path extrusionOk="0" h="1828" w="3120">
                <a:moveTo>
                  <a:pt x="1450" y="0"/>
                </a:moveTo>
                <a:lnTo>
                  <a:pt x="253" y="1166"/>
                </a:lnTo>
                <a:cubicBezTo>
                  <a:pt x="1" y="1355"/>
                  <a:pt x="190" y="1828"/>
                  <a:pt x="536" y="1828"/>
                </a:cubicBezTo>
                <a:lnTo>
                  <a:pt x="2773" y="1828"/>
                </a:lnTo>
                <a:cubicBezTo>
                  <a:pt x="2931" y="1828"/>
                  <a:pt x="3025" y="1765"/>
                  <a:pt x="3120" y="1670"/>
                </a:cubicBezTo>
                <a:lnTo>
                  <a:pt x="145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3" name="Google Shape;4063;p26"/>
          <p:cNvSpPr/>
          <p:nvPr/>
        </p:nvSpPr>
        <p:spPr>
          <a:xfrm>
            <a:off x="531056" y="2622726"/>
            <a:ext cx="246555" cy="54804"/>
          </a:xfrm>
          <a:custGeom>
            <a:rect b="b" l="l" r="r" t="t"/>
            <a:pathLst>
              <a:path extrusionOk="0" h="1702" w="7657">
                <a:moveTo>
                  <a:pt x="442" y="0"/>
                </a:moveTo>
                <a:cubicBezTo>
                  <a:pt x="190" y="0"/>
                  <a:pt x="1" y="221"/>
                  <a:pt x="1" y="441"/>
                </a:cubicBezTo>
                <a:lnTo>
                  <a:pt x="1" y="1292"/>
                </a:lnTo>
                <a:cubicBezTo>
                  <a:pt x="1" y="1512"/>
                  <a:pt x="190" y="1701"/>
                  <a:pt x="442" y="1701"/>
                </a:cubicBezTo>
                <a:lnTo>
                  <a:pt x="7215" y="1701"/>
                </a:lnTo>
                <a:cubicBezTo>
                  <a:pt x="7499" y="1701"/>
                  <a:pt x="7656" y="1512"/>
                  <a:pt x="7656" y="1292"/>
                </a:cubicBezTo>
                <a:lnTo>
                  <a:pt x="7656" y="441"/>
                </a:lnTo>
                <a:cubicBezTo>
                  <a:pt x="7656" y="221"/>
                  <a:pt x="7436" y="0"/>
                  <a:pt x="72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4" name="Google Shape;4064;p26"/>
          <p:cNvSpPr/>
          <p:nvPr/>
        </p:nvSpPr>
        <p:spPr>
          <a:xfrm>
            <a:off x="559456" y="2543579"/>
            <a:ext cx="191783" cy="54804"/>
          </a:xfrm>
          <a:custGeom>
            <a:rect b="b" l="l" r="r" t="t"/>
            <a:pathLst>
              <a:path extrusionOk="0" h="1702" w="5956"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lnTo>
                  <a:pt x="1" y="1261"/>
                </a:lnTo>
                <a:cubicBezTo>
                  <a:pt x="1" y="1481"/>
                  <a:pt x="190" y="1702"/>
                  <a:pt x="442" y="1702"/>
                </a:cubicBezTo>
                <a:lnTo>
                  <a:pt x="5514" y="1702"/>
                </a:lnTo>
                <a:cubicBezTo>
                  <a:pt x="5735" y="1702"/>
                  <a:pt x="5955" y="1481"/>
                  <a:pt x="5955" y="1261"/>
                </a:cubicBezTo>
                <a:lnTo>
                  <a:pt x="5955" y="410"/>
                </a:lnTo>
                <a:cubicBezTo>
                  <a:pt x="5955" y="190"/>
                  <a:pt x="5735" y="1"/>
                  <a:pt x="551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5" name="Google Shape;4065;p26"/>
          <p:cNvSpPr/>
          <p:nvPr/>
        </p:nvSpPr>
        <p:spPr>
          <a:xfrm>
            <a:off x="448881" y="2268656"/>
            <a:ext cx="410904" cy="271929"/>
          </a:xfrm>
          <a:custGeom>
            <a:rect b="b" l="l" r="r" t="t"/>
            <a:pathLst>
              <a:path extrusionOk="0" h="8445" w="12761">
                <a:moveTo>
                  <a:pt x="6428" y="852"/>
                </a:moveTo>
                <a:cubicBezTo>
                  <a:pt x="6648" y="852"/>
                  <a:pt x="6806" y="1009"/>
                  <a:pt x="6869" y="1261"/>
                </a:cubicBezTo>
                <a:lnTo>
                  <a:pt x="6869" y="1324"/>
                </a:lnTo>
                <a:cubicBezTo>
                  <a:pt x="6806" y="1513"/>
                  <a:pt x="6648" y="1702"/>
                  <a:pt x="6428" y="1702"/>
                </a:cubicBezTo>
                <a:cubicBezTo>
                  <a:pt x="6176" y="1702"/>
                  <a:pt x="6018" y="1576"/>
                  <a:pt x="5987" y="1324"/>
                </a:cubicBezTo>
                <a:lnTo>
                  <a:pt x="5987" y="1261"/>
                </a:lnTo>
                <a:cubicBezTo>
                  <a:pt x="6018" y="1041"/>
                  <a:pt x="6176" y="852"/>
                  <a:pt x="6428" y="852"/>
                </a:cubicBezTo>
                <a:close/>
                <a:moveTo>
                  <a:pt x="2112" y="2742"/>
                </a:moveTo>
                <a:lnTo>
                  <a:pt x="3340" y="6396"/>
                </a:lnTo>
                <a:lnTo>
                  <a:pt x="914" y="6396"/>
                </a:lnTo>
                <a:lnTo>
                  <a:pt x="2112" y="2742"/>
                </a:lnTo>
                <a:close/>
                <a:moveTo>
                  <a:pt x="10681" y="2742"/>
                </a:moveTo>
                <a:lnTo>
                  <a:pt x="11878" y="6396"/>
                </a:lnTo>
                <a:lnTo>
                  <a:pt x="9452" y="6396"/>
                </a:lnTo>
                <a:lnTo>
                  <a:pt x="10681" y="2742"/>
                </a:lnTo>
                <a:close/>
                <a:moveTo>
                  <a:pt x="6333" y="1"/>
                </a:moveTo>
                <a:cubicBezTo>
                  <a:pt x="5798" y="1"/>
                  <a:pt x="5325" y="347"/>
                  <a:pt x="5168" y="852"/>
                </a:cubicBezTo>
                <a:lnTo>
                  <a:pt x="1292" y="852"/>
                </a:lnTo>
                <a:cubicBezTo>
                  <a:pt x="1103" y="852"/>
                  <a:pt x="914" y="1009"/>
                  <a:pt x="883" y="1198"/>
                </a:cubicBezTo>
                <a:cubicBezTo>
                  <a:pt x="820" y="1482"/>
                  <a:pt x="1040" y="1702"/>
                  <a:pt x="1292" y="1702"/>
                </a:cubicBezTo>
                <a:lnTo>
                  <a:pt x="1576" y="1702"/>
                </a:lnTo>
                <a:cubicBezTo>
                  <a:pt x="1" y="6491"/>
                  <a:pt x="32" y="6333"/>
                  <a:pt x="32" y="6459"/>
                </a:cubicBezTo>
                <a:cubicBezTo>
                  <a:pt x="64" y="7562"/>
                  <a:pt x="1009" y="8444"/>
                  <a:pt x="2112" y="8444"/>
                </a:cubicBezTo>
                <a:cubicBezTo>
                  <a:pt x="3277" y="8444"/>
                  <a:pt x="4159" y="7562"/>
                  <a:pt x="4159" y="6459"/>
                </a:cubicBezTo>
                <a:cubicBezTo>
                  <a:pt x="4159" y="6333"/>
                  <a:pt x="4222" y="6491"/>
                  <a:pt x="2647" y="1702"/>
                </a:cubicBezTo>
                <a:lnTo>
                  <a:pt x="5105" y="1702"/>
                </a:lnTo>
                <a:lnTo>
                  <a:pt x="5105" y="7342"/>
                </a:lnTo>
                <a:cubicBezTo>
                  <a:pt x="5105" y="7594"/>
                  <a:pt x="5325" y="7783"/>
                  <a:pt x="5546" y="7783"/>
                </a:cubicBezTo>
                <a:lnTo>
                  <a:pt x="7247" y="7783"/>
                </a:lnTo>
                <a:cubicBezTo>
                  <a:pt x="7499" y="7783"/>
                  <a:pt x="7688" y="7594"/>
                  <a:pt x="7688" y="7342"/>
                </a:cubicBezTo>
                <a:lnTo>
                  <a:pt x="7688" y="1702"/>
                </a:lnTo>
                <a:lnTo>
                  <a:pt x="10177" y="1702"/>
                </a:lnTo>
                <a:cubicBezTo>
                  <a:pt x="8602" y="6491"/>
                  <a:pt x="8633" y="6333"/>
                  <a:pt x="8633" y="6459"/>
                </a:cubicBezTo>
                <a:cubicBezTo>
                  <a:pt x="8665" y="7562"/>
                  <a:pt x="9578" y="8444"/>
                  <a:pt x="10681" y="8444"/>
                </a:cubicBezTo>
                <a:cubicBezTo>
                  <a:pt x="11815" y="8444"/>
                  <a:pt x="12729" y="7562"/>
                  <a:pt x="12729" y="6459"/>
                </a:cubicBezTo>
                <a:cubicBezTo>
                  <a:pt x="12729" y="6333"/>
                  <a:pt x="12760" y="6491"/>
                  <a:pt x="11185" y="1702"/>
                </a:cubicBezTo>
                <a:lnTo>
                  <a:pt x="11437" y="1702"/>
                </a:lnTo>
                <a:cubicBezTo>
                  <a:pt x="11626" y="1702"/>
                  <a:pt x="11815" y="1576"/>
                  <a:pt x="11847" y="1356"/>
                </a:cubicBezTo>
                <a:cubicBezTo>
                  <a:pt x="11910" y="1104"/>
                  <a:pt x="11689" y="852"/>
                  <a:pt x="11437" y="852"/>
                </a:cubicBezTo>
                <a:lnTo>
                  <a:pt x="7530" y="852"/>
                </a:lnTo>
                <a:cubicBezTo>
                  <a:pt x="7373" y="347"/>
                  <a:pt x="6900" y="1"/>
                  <a:pt x="63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6" name="Google Shape;4066;p26"/>
          <p:cNvSpPr/>
          <p:nvPr/>
        </p:nvSpPr>
        <p:spPr>
          <a:xfrm>
            <a:off x="2822693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2930" y="1670"/>
                </a:moveTo>
                <a:cubicBezTo>
                  <a:pt x="3119" y="1670"/>
                  <a:pt x="3308" y="1859"/>
                  <a:pt x="3308" y="2048"/>
                </a:cubicBezTo>
                <a:lnTo>
                  <a:pt x="3308" y="2489"/>
                </a:lnTo>
                <a:lnTo>
                  <a:pt x="3749" y="2489"/>
                </a:lnTo>
                <a:cubicBezTo>
                  <a:pt x="4001" y="2489"/>
                  <a:pt x="4159" y="2678"/>
                  <a:pt x="4159" y="2930"/>
                </a:cubicBezTo>
                <a:cubicBezTo>
                  <a:pt x="4159" y="3151"/>
                  <a:pt x="3938" y="3340"/>
                  <a:pt x="3749" y="3340"/>
                </a:cubicBezTo>
                <a:lnTo>
                  <a:pt x="3308" y="3340"/>
                </a:lnTo>
                <a:lnTo>
                  <a:pt x="3308" y="3781"/>
                </a:lnTo>
                <a:cubicBezTo>
                  <a:pt x="3308" y="4001"/>
                  <a:pt x="3119" y="4159"/>
                  <a:pt x="2930" y="4159"/>
                </a:cubicBezTo>
                <a:cubicBezTo>
                  <a:pt x="2710" y="4159"/>
                  <a:pt x="2520" y="3970"/>
                  <a:pt x="2520" y="3781"/>
                </a:cubicBezTo>
                <a:lnTo>
                  <a:pt x="2520" y="3340"/>
                </a:lnTo>
                <a:lnTo>
                  <a:pt x="2079" y="3340"/>
                </a:lnTo>
                <a:cubicBezTo>
                  <a:pt x="1859" y="3340"/>
                  <a:pt x="1701" y="3151"/>
                  <a:pt x="1701" y="2930"/>
                </a:cubicBezTo>
                <a:cubicBezTo>
                  <a:pt x="1701" y="2678"/>
                  <a:pt x="1859" y="2489"/>
                  <a:pt x="2079" y="2489"/>
                </a:cubicBezTo>
                <a:lnTo>
                  <a:pt x="2520" y="2489"/>
                </a:lnTo>
                <a:lnTo>
                  <a:pt x="2520" y="2048"/>
                </a:lnTo>
                <a:cubicBezTo>
                  <a:pt x="2520" y="1827"/>
                  <a:pt x="2710" y="1670"/>
                  <a:pt x="2930" y="1670"/>
                </a:cubicBez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5387"/>
                </a:lnTo>
                <a:cubicBezTo>
                  <a:pt x="32" y="5639"/>
                  <a:pt x="221" y="5797"/>
                  <a:pt x="441" y="5797"/>
                </a:cubicBezTo>
                <a:lnTo>
                  <a:pt x="5387" y="5797"/>
                </a:lnTo>
                <a:cubicBezTo>
                  <a:pt x="5639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39" y="0"/>
                  <a:pt x="5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7" name="Google Shape;4067;p26"/>
          <p:cNvSpPr/>
          <p:nvPr/>
        </p:nvSpPr>
        <p:spPr>
          <a:xfrm>
            <a:off x="2823692" y="1551336"/>
            <a:ext cx="188724" cy="185665"/>
          </a:xfrm>
          <a:custGeom>
            <a:rect b="b" l="l" r="r" t="t"/>
            <a:pathLst>
              <a:path extrusionOk="0" h="5766" w="5861">
                <a:moveTo>
                  <a:pt x="3450" y="1859"/>
                </a:moveTo>
                <a:cubicBezTo>
                  <a:pt x="3561" y="1859"/>
                  <a:pt x="3671" y="1890"/>
                  <a:pt x="3750" y="1953"/>
                </a:cubicBezTo>
                <a:cubicBezTo>
                  <a:pt x="3907" y="2111"/>
                  <a:pt x="3907" y="2395"/>
                  <a:pt x="3750" y="2552"/>
                </a:cubicBezTo>
                <a:lnTo>
                  <a:pt x="3466" y="2836"/>
                </a:lnTo>
                <a:lnTo>
                  <a:pt x="3750" y="3119"/>
                </a:lnTo>
                <a:cubicBezTo>
                  <a:pt x="3907" y="3277"/>
                  <a:pt x="3907" y="3529"/>
                  <a:pt x="3750" y="3686"/>
                </a:cubicBezTo>
                <a:cubicBezTo>
                  <a:pt x="3671" y="3765"/>
                  <a:pt x="3561" y="3804"/>
                  <a:pt x="3450" y="3804"/>
                </a:cubicBezTo>
                <a:cubicBezTo>
                  <a:pt x="3340" y="3804"/>
                  <a:pt x="3230" y="3765"/>
                  <a:pt x="3151" y="3686"/>
                </a:cubicBezTo>
                <a:lnTo>
                  <a:pt x="2899" y="3434"/>
                </a:lnTo>
                <a:lnTo>
                  <a:pt x="2616" y="3686"/>
                </a:lnTo>
                <a:cubicBezTo>
                  <a:pt x="2537" y="3765"/>
                  <a:pt x="2426" y="3804"/>
                  <a:pt x="2316" y="3804"/>
                </a:cubicBezTo>
                <a:cubicBezTo>
                  <a:pt x="2206" y="3804"/>
                  <a:pt x="2096" y="3765"/>
                  <a:pt x="2017" y="3686"/>
                </a:cubicBezTo>
                <a:cubicBezTo>
                  <a:pt x="1859" y="3529"/>
                  <a:pt x="1859" y="3277"/>
                  <a:pt x="2017" y="3119"/>
                </a:cubicBezTo>
                <a:lnTo>
                  <a:pt x="2300" y="2836"/>
                </a:lnTo>
                <a:lnTo>
                  <a:pt x="2017" y="2552"/>
                </a:lnTo>
                <a:cubicBezTo>
                  <a:pt x="1859" y="2395"/>
                  <a:pt x="1859" y="2111"/>
                  <a:pt x="2017" y="1953"/>
                </a:cubicBezTo>
                <a:cubicBezTo>
                  <a:pt x="2096" y="1890"/>
                  <a:pt x="2206" y="1859"/>
                  <a:pt x="2316" y="1859"/>
                </a:cubicBezTo>
                <a:cubicBezTo>
                  <a:pt x="2426" y="1859"/>
                  <a:pt x="2537" y="1890"/>
                  <a:pt x="2616" y="1953"/>
                </a:cubicBezTo>
                <a:lnTo>
                  <a:pt x="2899" y="2237"/>
                </a:lnTo>
                <a:lnTo>
                  <a:pt x="3151" y="1953"/>
                </a:lnTo>
                <a:cubicBezTo>
                  <a:pt x="3230" y="1890"/>
                  <a:pt x="3340" y="1859"/>
                  <a:pt x="3450" y="1859"/>
                </a:cubicBezTo>
                <a:close/>
                <a:moveTo>
                  <a:pt x="442" y="0"/>
                </a:moveTo>
                <a:cubicBezTo>
                  <a:pt x="221" y="0"/>
                  <a:pt x="1" y="189"/>
                  <a:pt x="1" y="378"/>
                </a:cubicBezTo>
                <a:lnTo>
                  <a:pt x="1" y="5356"/>
                </a:lnTo>
                <a:cubicBezTo>
                  <a:pt x="1" y="5608"/>
                  <a:pt x="221" y="5766"/>
                  <a:pt x="442" y="5766"/>
                </a:cubicBezTo>
                <a:lnTo>
                  <a:pt x="5419" y="5766"/>
                </a:lnTo>
                <a:cubicBezTo>
                  <a:pt x="5640" y="5766"/>
                  <a:pt x="5861" y="5545"/>
                  <a:pt x="5861" y="5356"/>
                </a:cubicBezTo>
                <a:lnTo>
                  <a:pt x="5861" y="378"/>
                </a:lnTo>
                <a:cubicBezTo>
                  <a:pt x="5861" y="158"/>
                  <a:pt x="5640" y="0"/>
                  <a:pt x="54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8" name="Google Shape;4068;p26"/>
          <p:cNvSpPr/>
          <p:nvPr/>
        </p:nvSpPr>
        <p:spPr>
          <a:xfrm>
            <a:off x="3044840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3750" y="2457"/>
                </a:moveTo>
                <a:cubicBezTo>
                  <a:pt x="3970" y="2457"/>
                  <a:pt x="4128" y="2646"/>
                  <a:pt x="4128" y="2867"/>
                </a:cubicBezTo>
                <a:cubicBezTo>
                  <a:pt x="4159" y="3151"/>
                  <a:pt x="3970" y="3308"/>
                  <a:pt x="3750" y="3308"/>
                </a:cubicBezTo>
                <a:lnTo>
                  <a:pt x="2080" y="3308"/>
                </a:lnTo>
                <a:cubicBezTo>
                  <a:pt x="1859" y="3308"/>
                  <a:pt x="1702" y="3119"/>
                  <a:pt x="1702" y="2867"/>
                </a:cubicBezTo>
                <a:cubicBezTo>
                  <a:pt x="1702" y="2646"/>
                  <a:pt x="1891" y="2457"/>
                  <a:pt x="2080" y="2457"/>
                </a:cubicBez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5387"/>
                </a:lnTo>
                <a:cubicBezTo>
                  <a:pt x="1" y="5639"/>
                  <a:pt x="190" y="5797"/>
                  <a:pt x="442" y="5797"/>
                </a:cubicBezTo>
                <a:lnTo>
                  <a:pt x="5388" y="5797"/>
                </a:lnTo>
                <a:cubicBezTo>
                  <a:pt x="5640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9" name="Google Shape;4069;p26"/>
          <p:cNvSpPr/>
          <p:nvPr/>
        </p:nvSpPr>
        <p:spPr>
          <a:xfrm>
            <a:off x="3044840" y="1550306"/>
            <a:ext cx="187694" cy="186696"/>
          </a:xfrm>
          <a:custGeom>
            <a:rect b="b" l="l" r="r" t="t"/>
            <a:pathLst>
              <a:path extrusionOk="0" h="5798" w="5829">
                <a:moveTo>
                  <a:pt x="3750" y="1639"/>
                </a:moveTo>
                <a:cubicBezTo>
                  <a:pt x="3970" y="1639"/>
                  <a:pt x="4128" y="1859"/>
                  <a:pt x="4128" y="2080"/>
                </a:cubicBezTo>
                <a:cubicBezTo>
                  <a:pt x="4159" y="2332"/>
                  <a:pt x="3970" y="2490"/>
                  <a:pt x="3750" y="2490"/>
                </a:cubicBezTo>
                <a:lnTo>
                  <a:pt x="2080" y="2490"/>
                </a:lnTo>
                <a:cubicBezTo>
                  <a:pt x="1859" y="2490"/>
                  <a:pt x="1702" y="2269"/>
                  <a:pt x="1702" y="2080"/>
                </a:cubicBezTo>
                <a:cubicBezTo>
                  <a:pt x="1702" y="1859"/>
                  <a:pt x="1891" y="1639"/>
                  <a:pt x="2080" y="1639"/>
                </a:cubicBezTo>
                <a:close/>
                <a:moveTo>
                  <a:pt x="3750" y="3309"/>
                </a:moveTo>
                <a:cubicBezTo>
                  <a:pt x="3970" y="3309"/>
                  <a:pt x="4128" y="3498"/>
                  <a:pt x="4128" y="3687"/>
                </a:cubicBezTo>
                <a:cubicBezTo>
                  <a:pt x="4159" y="3970"/>
                  <a:pt x="3970" y="4128"/>
                  <a:pt x="3750" y="4128"/>
                </a:cubicBezTo>
                <a:lnTo>
                  <a:pt x="2080" y="4128"/>
                </a:lnTo>
                <a:cubicBezTo>
                  <a:pt x="1859" y="4128"/>
                  <a:pt x="1702" y="3939"/>
                  <a:pt x="1702" y="3687"/>
                </a:cubicBezTo>
                <a:cubicBezTo>
                  <a:pt x="1702" y="3466"/>
                  <a:pt x="1891" y="3309"/>
                  <a:pt x="2080" y="3309"/>
                </a:cubicBezTo>
                <a:close/>
                <a:moveTo>
                  <a:pt x="442" y="1"/>
                </a:moveTo>
                <a:cubicBezTo>
                  <a:pt x="190" y="1"/>
                  <a:pt x="1" y="190"/>
                  <a:pt x="1" y="379"/>
                </a:cubicBezTo>
                <a:lnTo>
                  <a:pt x="1" y="5388"/>
                </a:lnTo>
                <a:cubicBezTo>
                  <a:pt x="1" y="5640"/>
                  <a:pt x="190" y="5798"/>
                  <a:pt x="442" y="5798"/>
                </a:cubicBezTo>
                <a:lnTo>
                  <a:pt x="5388" y="5798"/>
                </a:lnTo>
                <a:cubicBezTo>
                  <a:pt x="5640" y="5798"/>
                  <a:pt x="5829" y="5577"/>
                  <a:pt x="5829" y="5388"/>
                </a:cubicBezTo>
                <a:lnTo>
                  <a:pt x="5829" y="410"/>
                </a:ln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0" name="Google Shape;4070;p26"/>
          <p:cNvSpPr/>
          <p:nvPr/>
        </p:nvSpPr>
        <p:spPr>
          <a:xfrm>
            <a:off x="2948466" y="1808270"/>
            <a:ext cx="136979" cy="135723"/>
          </a:xfrm>
          <a:custGeom>
            <a:rect b="b" l="l" r="r" t="t"/>
            <a:pathLst>
              <a:path extrusionOk="0" h="4215" w="4254">
                <a:moveTo>
                  <a:pt x="2064" y="1"/>
                </a:moveTo>
                <a:cubicBezTo>
                  <a:pt x="1954" y="1"/>
                  <a:pt x="1844" y="40"/>
                  <a:pt x="1765" y="119"/>
                </a:cubicBezTo>
                <a:lnTo>
                  <a:pt x="1" y="1883"/>
                </a:lnTo>
                <a:lnTo>
                  <a:pt x="2332" y="4214"/>
                </a:lnTo>
                <a:lnTo>
                  <a:pt x="4096" y="2450"/>
                </a:lnTo>
                <a:cubicBezTo>
                  <a:pt x="4254" y="2293"/>
                  <a:pt x="4254" y="2009"/>
                  <a:pt x="4096" y="1852"/>
                </a:cubicBezTo>
                <a:lnTo>
                  <a:pt x="2364" y="119"/>
                </a:lnTo>
                <a:cubicBezTo>
                  <a:pt x="2285" y="40"/>
                  <a:pt x="2175" y="1"/>
                  <a:pt x="2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1" name="Google Shape;4071;p26"/>
          <p:cNvSpPr/>
          <p:nvPr/>
        </p:nvSpPr>
        <p:spPr>
          <a:xfrm>
            <a:off x="3098614" y="1957388"/>
            <a:ext cx="137977" cy="135723"/>
          </a:xfrm>
          <a:custGeom>
            <a:rect b="b" l="l" r="r" t="t"/>
            <a:pathLst>
              <a:path extrusionOk="0" h="4215" w="4285">
                <a:moveTo>
                  <a:pt x="2064" y="1"/>
                </a:moveTo>
                <a:cubicBezTo>
                  <a:pt x="1954" y="1"/>
                  <a:pt x="1843" y="40"/>
                  <a:pt x="1765" y="119"/>
                </a:cubicBezTo>
                <a:lnTo>
                  <a:pt x="0" y="1915"/>
                </a:lnTo>
                <a:lnTo>
                  <a:pt x="2300" y="4215"/>
                </a:lnTo>
                <a:lnTo>
                  <a:pt x="4128" y="2482"/>
                </a:lnTo>
                <a:cubicBezTo>
                  <a:pt x="4285" y="2324"/>
                  <a:pt x="4285" y="2072"/>
                  <a:pt x="4128" y="1915"/>
                </a:cubicBezTo>
                <a:lnTo>
                  <a:pt x="2363" y="119"/>
                </a:lnTo>
                <a:cubicBezTo>
                  <a:pt x="2285" y="40"/>
                  <a:pt x="2174" y="1"/>
                  <a:pt x="2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2" name="Google Shape;4072;p26"/>
          <p:cNvSpPr/>
          <p:nvPr/>
        </p:nvSpPr>
        <p:spPr>
          <a:xfrm>
            <a:off x="2818636" y="1889189"/>
            <a:ext cx="337842" cy="328021"/>
          </a:xfrm>
          <a:custGeom>
            <a:rect b="b" l="l" r="r" t="t"/>
            <a:pathLst>
              <a:path extrusionOk="0" h="10187" w="10492">
                <a:moveTo>
                  <a:pt x="3497" y="0"/>
                </a:moveTo>
                <a:lnTo>
                  <a:pt x="1764" y="1733"/>
                </a:lnTo>
                <a:cubicBezTo>
                  <a:pt x="1166" y="2332"/>
                  <a:pt x="725" y="3088"/>
                  <a:pt x="504" y="3812"/>
                </a:cubicBezTo>
                <a:cubicBezTo>
                  <a:pt x="0" y="5514"/>
                  <a:pt x="410" y="7404"/>
                  <a:pt x="1764" y="8759"/>
                </a:cubicBezTo>
                <a:cubicBezTo>
                  <a:pt x="2667" y="9661"/>
                  <a:pt x="3919" y="10187"/>
                  <a:pt x="5273" y="10187"/>
                </a:cubicBezTo>
                <a:cubicBezTo>
                  <a:pt x="5384" y="10187"/>
                  <a:pt x="5496" y="10183"/>
                  <a:pt x="5608" y="10176"/>
                </a:cubicBezTo>
                <a:cubicBezTo>
                  <a:pt x="6679" y="10082"/>
                  <a:pt x="7876" y="9609"/>
                  <a:pt x="8758" y="8759"/>
                </a:cubicBezTo>
                <a:lnTo>
                  <a:pt x="10491" y="7026"/>
                </a:lnTo>
                <a:lnTo>
                  <a:pt x="8191" y="4694"/>
                </a:lnTo>
                <a:lnTo>
                  <a:pt x="6396" y="6396"/>
                </a:lnTo>
                <a:cubicBezTo>
                  <a:pt x="6077" y="6715"/>
                  <a:pt x="5645" y="6880"/>
                  <a:pt x="5214" y="6880"/>
                </a:cubicBezTo>
                <a:cubicBezTo>
                  <a:pt x="4794" y="6880"/>
                  <a:pt x="4375" y="6722"/>
                  <a:pt x="4064" y="6396"/>
                </a:cubicBezTo>
                <a:cubicBezTo>
                  <a:pt x="3434" y="5766"/>
                  <a:pt x="3434" y="4694"/>
                  <a:pt x="4064" y="4064"/>
                </a:cubicBezTo>
                <a:lnTo>
                  <a:pt x="5797" y="2332"/>
                </a:lnTo>
                <a:lnTo>
                  <a:pt x="349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3" name="Google Shape;4073;p26"/>
          <p:cNvSpPr/>
          <p:nvPr/>
        </p:nvSpPr>
        <p:spPr>
          <a:xfrm>
            <a:off x="2825394" y="2303875"/>
            <a:ext cx="410872" cy="398700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4" name="Google Shape;4074;p26"/>
          <p:cNvSpPr/>
          <p:nvPr/>
        </p:nvSpPr>
        <p:spPr>
          <a:xfrm>
            <a:off x="1524748" y="2791049"/>
            <a:ext cx="238409" cy="144095"/>
          </a:xfrm>
          <a:custGeom>
            <a:rect b="b" l="l" r="r" t="t"/>
            <a:pathLst>
              <a:path extrusionOk="0" h="4475" w="7404">
                <a:moveTo>
                  <a:pt x="1229" y="1"/>
                </a:moveTo>
                <a:cubicBezTo>
                  <a:pt x="567" y="1"/>
                  <a:pt x="0" y="568"/>
                  <a:pt x="0" y="1261"/>
                </a:cubicBezTo>
                <a:cubicBezTo>
                  <a:pt x="0" y="1797"/>
                  <a:pt x="315" y="2269"/>
                  <a:pt x="819" y="2458"/>
                </a:cubicBezTo>
                <a:lnTo>
                  <a:pt x="819" y="4475"/>
                </a:lnTo>
                <a:lnTo>
                  <a:pt x="6616" y="4475"/>
                </a:lnTo>
                <a:lnTo>
                  <a:pt x="6616" y="2458"/>
                </a:lnTo>
                <a:lnTo>
                  <a:pt x="6585" y="2458"/>
                </a:lnTo>
                <a:cubicBezTo>
                  <a:pt x="7057" y="2301"/>
                  <a:pt x="7404" y="1828"/>
                  <a:pt x="7404" y="1261"/>
                </a:cubicBezTo>
                <a:cubicBezTo>
                  <a:pt x="7404" y="600"/>
                  <a:pt x="6868" y="64"/>
                  <a:pt x="61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5" name="Google Shape;4075;p26"/>
          <p:cNvSpPr/>
          <p:nvPr/>
        </p:nvSpPr>
        <p:spPr>
          <a:xfrm>
            <a:off x="1551119" y="2962513"/>
            <a:ext cx="186696" cy="238409"/>
          </a:xfrm>
          <a:custGeom>
            <a:rect b="b" l="l" r="r" t="t"/>
            <a:pathLst>
              <a:path extrusionOk="0" h="7404" w="5798">
                <a:moveTo>
                  <a:pt x="0" y="0"/>
                </a:moveTo>
                <a:lnTo>
                  <a:pt x="0" y="819"/>
                </a:lnTo>
                <a:lnTo>
                  <a:pt x="2111" y="819"/>
                </a:lnTo>
                <a:cubicBezTo>
                  <a:pt x="2332" y="819"/>
                  <a:pt x="2489" y="1040"/>
                  <a:pt x="2489" y="1260"/>
                </a:cubicBezTo>
                <a:cubicBezTo>
                  <a:pt x="2489" y="1513"/>
                  <a:pt x="2300" y="1702"/>
                  <a:pt x="2111" y="1702"/>
                </a:cubicBezTo>
                <a:lnTo>
                  <a:pt x="0" y="1702"/>
                </a:lnTo>
                <a:lnTo>
                  <a:pt x="0" y="2521"/>
                </a:lnTo>
                <a:lnTo>
                  <a:pt x="2111" y="2521"/>
                </a:lnTo>
                <a:cubicBezTo>
                  <a:pt x="2332" y="2521"/>
                  <a:pt x="2489" y="2710"/>
                  <a:pt x="2489" y="2930"/>
                </a:cubicBezTo>
                <a:cubicBezTo>
                  <a:pt x="2489" y="3151"/>
                  <a:pt x="2300" y="3340"/>
                  <a:pt x="2111" y="3340"/>
                </a:cubicBezTo>
                <a:lnTo>
                  <a:pt x="0" y="3340"/>
                </a:lnTo>
                <a:lnTo>
                  <a:pt x="0" y="4190"/>
                </a:lnTo>
                <a:lnTo>
                  <a:pt x="2111" y="4190"/>
                </a:lnTo>
                <a:cubicBezTo>
                  <a:pt x="2332" y="4190"/>
                  <a:pt x="2489" y="4379"/>
                  <a:pt x="2489" y="4600"/>
                </a:cubicBezTo>
                <a:cubicBezTo>
                  <a:pt x="2458" y="4726"/>
                  <a:pt x="2300" y="4915"/>
                  <a:pt x="2048" y="4915"/>
                </a:cubicBezTo>
                <a:lnTo>
                  <a:pt x="63" y="4915"/>
                </a:lnTo>
                <a:cubicBezTo>
                  <a:pt x="252" y="6427"/>
                  <a:pt x="1512" y="7404"/>
                  <a:pt x="2899" y="7404"/>
                </a:cubicBezTo>
                <a:cubicBezTo>
                  <a:pt x="4474" y="7404"/>
                  <a:pt x="5797" y="6112"/>
                  <a:pt x="5797" y="4537"/>
                </a:cubicBezTo>
                <a:lnTo>
                  <a:pt x="579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6" name="Google Shape;4076;p26"/>
          <p:cNvSpPr/>
          <p:nvPr/>
        </p:nvSpPr>
        <p:spPr>
          <a:xfrm>
            <a:off x="1486747" y="3298212"/>
            <a:ext cx="330726" cy="407072"/>
          </a:xfrm>
          <a:custGeom>
            <a:rect b="b" l="l" r="r" t="t"/>
            <a:pathLst>
              <a:path extrusionOk="0" h="12642" w="10271">
                <a:moveTo>
                  <a:pt x="5364" y="0"/>
                </a:moveTo>
                <a:cubicBezTo>
                  <a:pt x="5041" y="0"/>
                  <a:pt x="4710" y="118"/>
                  <a:pt x="4443" y="355"/>
                </a:cubicBezTo>
                <a:lnTo>
                  <a:pt x="3277" y="1552"/>
                </a:lnTo>
                <a:cubicBezTo>
                  <a:pt x="2804" y="2025"/>
                  <a:pt x="2804" y="2812"/>
                  <a:pt x="3277" y="3316"/>
                </a:cubicBezTo>
                <a:lnTo>
                  <a:pt x="3938" y="3978"/>
                </a:lnTo>
                <a:lnTo>
                  <a:pt x="1702" y="6215"/>
                </a:lnTo>
                <a:cubicBezTo>
                  <a:pt x="1544" y="6152"/>
                  <a:pt x="1355" y="6057"/>
                  <a:pt x="1135" y="6057"/>
                </a:cubicBezTo>
                <a:cubicBezTo>
                  <a:pt x="1119" y="6056"/>
                  <a:pt x="1104" y="6056"/>
                  <a:pt x="1089" y="6056"/>
                </a:cubicBezTo>
                <a:cubicBezTo>
                  <a:pt x="538" y="6056"/>
                  <a:pt x="0" y="6611"/>
                  <a:pt x="0" y="7286"/>
                </a:cubicBezTo>
                <a:cubicBezTo>
                  <a:pt x="0" y="7947"/>
                  <a:pt x="567" y="8515"/>
                  <a:pt x="1229" y="8515"/>
                </a:cubicBezTo>
                <a:cubicBezTo>
                  <a:pt x="1418" y="8515"/>
                  <a:pt x="1576" y="8483"/>
                  <a:pt x="1733" y="8388"/>
                </a:cubicBezTo>
                <a:lnTo>
                  <a:pt x="3560" y="10216"/>
                </a:lnTo>
                <a:cubicBezTo>
                  <a:pt x="2993" y="10720"/>
                  <a:pt x="2615" y="11381"/>
                  <a:pt x="2521" y="12169"/>
                </a:cubicBezTo>
                <a:cubicBezTo>
                  <a:pt x="2489" y="12421"/>
                  <a:pt x="2678" y="12642"/>
                  <a:pt x="2930" y="12642"/>
                </a:cubicBezTo>
                <a:lnTo>
                  <a:pt x="8633" y="12642"/>
                </a:lnTo>
                <a:cubicBezTo>
                  <a:pt x="8853" y="12642"/>
                  <a:pt x="9074" y="12421"/>
                  <a:pt x="9011" y="12169"/>
                </a:cubicBezTo>
                <a:cubicBezTo>
                  <a:pt x="8790" y="10562"/>
                  <a:pt x="7404" y="9334"/>
                  <a:pt x="5766" y="9334"/>
                </a:cubicBezTo>
                <a:cubicBezTo>
                  <a:pt x="5199" y="9334"/>
                  <a:pt x="4695" y="9491"/>
                  <a:pt x="4222" y="9743"/>
                </a:cubicBezTo>
                <a:lnTo>
                  <a:pt x="2300" y="7853"/>
                </a:lnTo>
                <a:cubicBezTo>
                  <a:pt x="2363" y="7695"/>
                  <a:pt x="2395" y="7475"/>
                  <a:pt x="2395" y="7286"/>
                </a:cubicBezTo>
                <a:cubicBezTo>
                  <a:pt x="2395" y="7097"/>
                  <a:pt x="2363" y="6939"/>
                  <a:pt x="2300" y="6782"/>
                </a:cubicBezTo>
                <a:lnTo>
                  <a:pt x="4285" y="4797"/>
                </a:lnTo>
                <a:lnTo>
                  <a:pt x="4285" y="4797"/>
                </a:lnTo>
                <a:cubicBezTo>
                  <a:pt x="4253" y="5742"/>
                  <a:pt x="4537" y="6624"/>
                  <a:pt x="5073" y="7317"/>
                </a:cubicBezTo>
                <a:lnTo>
                  <a:pt x="10271" y="2119"/>
                </a:lnTo>
                <a:cubicBezTo>
                  <a:pt x="9636" y="1606"/>
                  <a:pt x="8888" y="1321"/>
                  <a:pt x="8026" y="1321"/>
                </a:cubicBezTo>
                <a:cubicBezTo>
                  <a:pt x="7776" y="1321"/>
                  <a:pt x="7516" y="1345"/>
                  <a:pt x="7246" y="1394"/>
                </a:cubicBezTo>
                <a:lnTo>
                  <a:pt x="6238" y="355"/>
                </a:lnTo>
                <a:cubicBezTo>
                  <a:pt x="6002" y="118"/>
                  <a:pt x="5687" y="0"/>
                  <a:pt x="536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7" name="Google Shape;4077;p26"/>
          <p:cNvSpPr/>
          <p:nvPr/>
        </p:nvSpPr>
        <p:spPr>
          <a:xfrm>
            <a:off x="1708894" y="3422214"/>
            <a:ext cx="108578" cy="103426"/>
          </a:xfrm>
          <a:custGeom>
            <a:rect b="b" l="l" r="r" t="t"/>
            <a:pathLst>
              <a:path extrusionOk="0" h="3212" w="3372">
                <a:moveTo>
                  <a:pt x="2868" y="1"/>
                </a:moveTo>
                <a:lnTo>
                  <a:pt x="1" y="2868"/>
                </a:lnTo>
                <a:cubicBezTo>
                  <a:pt x="353" y="3098"/>
                  <a:pt x="757" y="3212"/>
                  <a:pt x="1156" y="3212"/>
                </a:cubicBezTo>
                <a:cubicBezTo>
                  <a:pt x="1686" y="3212"/>
                  <a:pt x="2207" y="3011"/>
                  <a:pt x="2584" y="2616"/>
                </a:cubicBezTo>
                <a:cubicBezTo>
                  <a:pt x="3309" y="1891"/>
                  <a:pt x="3372" y="851"/>
                  <a:pt x="286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8" name="Google Shape;4078;p26"/>
          <p:cNvSpPr/>
          <p:nvPr/>
        </p:nvSpPr>
        <p:spPr>
          <a:xfrm>
            <a:off x="1454801" y="3800475"/>
            <a:ext cx="400761" cy="408876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9" name="Google Shape;4079;p26"/>
          <p:cNvSpPr/>
          <p:nvPr/>
        </p:nvSpPr>
        <p:spPr>
          <a:xfrm>
            <a:off x="3868467" y="2776867"/>
            <a:ext cx="407845" cy="406332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0" name="Google Shape;4080;p26"/>
          <p:cNvSpPr/>
          <p:nvPr/>
        </p:nvSpPr>
        <p:spPr>
          <a:xfrm>
            <a:off x="881236" y="1328126"/>
            <a:ext cx="473469" cy="381473"/>
          </a:xfrm>
          <a:custGeom>
            <a:rect b="b" l="l" r="r" t="t"/>
            <a:pathLst>
              <a:path extrusionOk="0" h="11847" w="14704">
                <a:moveTo>
                  <a:pt x="7370" y="797"/>
                </a:moveTo>
                <a:cubicBezTo>
                  <a:pt x="8536" y="797"/>
                  <a:pt x="9694" y="1246"/>
                  <a:pt x="10576" y="2143"/>
                </a:cubicBezTo>
                <a:cubicBezTo>
                  <a:pt x="12340" y="3908"/>
                  <a:pt x="12340" y="6775"/>
                  <a:pt x="10576" y="8539"/>
                </a:cubicBezTo>
                <a:cubicBezTo>
                  <a:pt x="9757" y="9390"/>
                  <a:pt x="8623" y="9894"/>
                  <a:pt x="7363" y="9894"/>
                </a:cubicBezTo>
                <a:cubicBezTo>
                  <a:pt x="6102" y="9894"/>
                  <a:pt x="4937" y="9358"/>
                  <a:pt x="4118" y="8539"/>
                </a:cubicBezTo>
                <a:cubicBezTo>
                  <a:pt x="2353" y="6775"/>
                  <a:pt x="2353" y="3908"/>
                  <a:pt x="4118" y="2143"/>
                </a:cubicBezTo>
                <a:cubicBezTo>
                  <a:pt x="5031" y="1246"/>
                  <a:pt x="6205" y="797"/>
                  <a:pt x="7370" y="797"/>
                </a:cubicBezTo>
                <a:close/>
                <a:moveTo>
                  <a:pt x="7326" y="1"/>
                </a:moveTo>
                <a:cubicBezTo>
                  <a:pt x="2091" y="1"/>
                  <a:pt x="0" y="6750"/>
                  <a:pt x="4275" y="9768"/>
                </a:cubicBezTo>
                <a:lnTo>
                  <a:pt x="3424" y="11280"/>
                </a:lnTo>
                <a:cubicBezTo>
                  <a:pt x="3298" y="11532"/>
                  <a:pt x="3487" y="11847"/>
                  <a:pt x="3771" y="11847"/>
                </a:cubicBezTo>
                <a:cubicBezTo>
                  <a:pt x="3929" y="11847"/>
                  <a:pt x="4086" y="11784"/>
                  <a:pt x="4118" y="11626"/>
                </a:cubicBezTo>
                <a:lnTo>
                  <a:pt x="5000" y="10209"/>
                </a:lnTo>
                <a:cubicBezTo>
                  <a:pt x="5740" y="10571"/>
                  <a:pt x="6543" y="10752"/>
                  <a:pt x="7351" y="10752"/>
                </a:cubicBezTo>
                <a:cubicBezTo>
                  <a:pt x="8158" y="10752"/>
                  <a:pt x="8969" y="10571"/>
                  <a:pt x="9725" y="10209"/>
                </a:cubicBezTo>
                <a:lnTo>
                  <a:pt x="10576" y="11626"/>
                </a:lnTo>
                <a:cubicBezTo>
                  <a:pt x="10671" y="11784"/>
                  <a:pt x="10828" y="11847"/>
                  <a:pt x="10923" y="11847"/>
                </a:cubicBezTo>
                <a:cubicBezTo>
                  <a:pt x="11238" y="11847"/>
                  <a:pt x="11458" y="11532"/>
                  <a:pt x="11301" y="11280"/>
                </a:cubicBezTo>
                <a:lnTo>
                  <a:pt x="10419" y="9768"/>
                </a:lnTo>
                <a:cubicBezTo>
                  <a:pt x="14703" y="6775"/>
                  <a:pt x="12592" y="1"/>
                  <a:pt x="7363" y="1"/>
                </a:cubicBezTo>
                <a:cubicBezTo>
                  <a:pt x="7350" y="1"/>
                  <a:pt x="7338" y="1"/>
                  <a:pt x="73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1" name="Google Shape;4081;p26"/>
          <p:cNvSpPr/>
          <p:nvPr/>
        </p:nvSpPr>
        <p:spPr>
          <a:xfrm>
            <a:off x="1180181" y="1300757"/>
            <a:ext cx="136979" cy="136979"/>
          </a:xfrm>
          <a:custGeom>
            <a:rect b="b" l="l" r="r" t="t"/>
            <a:pathLst>
              <a:path extrusionOk="0" h="4254" w="4254">
                <a:moveTo>
                  <a:pt x="1355" y="0"/>
                </a:moveTo>
                <a:cubicBezTo>
                  <a:pt x="882" y="0"/>
                  <a:pt x="410" y="95"/>
                  <a:pt x="0" y="315"/>
                </a:cubicBezTo>
                <a:cubicBezTo>
                  <a:pt x="1891" y="946"/>
                  <a:pt x="3340" y="2395"/>
                  <a:pt x="3938" y="4254"/>
                </a:cubicBezTo>
                <a:cubicBezTo>
                  <a:pt x="4128" y="3844"/>
                  <a:pt x="4254" y="3371"/>
                  <a:pt x="4254" y="2899"/>
                </a:cubicBezTo>
                <a:cubicBezTo>
                  <a:pt x="4254" y="1292"/>
                  <a:pt x="2962" y="0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2" name="Google Shape;4082;p26"/>
          <p:cNvSpPr/>
          <p:nvPr/>
        </p:nvSpPr>
        <p:spPr>
          <a:xfrm>
            <a:off x="917429" y="1301755"/>
            <a:ext cx="136979" cy="137011"/>
          </a:xfrm>
          <a:custGeom>
            <a:rect b="b" l="l" r="r" t="t"/>
            <a:pathLst>
              <a:path extrusionOk="0" h="4255" w="4254">
                <a:moveTo>
                  <a:pt x="2931" y="1"/>
                </a:moveTo>
                <a:cubicBezTo>
                  <a:pt x="1292" y="1"/>
                  <a:pt x="1" y="1293"/>
                  <a:pt x="1" y="2899"/>
                </a:cubicBezTo>
                <a:cubicBezTo>
                  <a:pt x="1" y="3372"/>
                  <a:pt x="127" y="3845"/>
                  <a:pt x="316" y="4254"/>
                </a:cubicBezTo>
                <a:cubicBezTo>
                  <a:pt x="977" y="2364"/>
                  <a:pt x="2426" y="915"/>
                  <a:pt x="4254" y="316"/>
                </a:cubicBezTo>
                <a:cubicBezTo>
                  <a:pt x="3876" y="127"/>
                  <a:pt x="3403" y="1"/>
                  <a:pt x="29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3" name="Google Shape;4083;p26"/>
          <p:cNvSpPr/>
          <p:nvPr/>
        </p:nvSpPr>
        <p:spPr>
          <a:xfrm>
            <a:off x="997575" y="1379872"/>
            <a:ext cx="239439" cy="240470"/>
          </a:xfrm>
          <a:custGeom>
            <a:rect b="b" l="l" r="r" t="t"/>
            <a:pathLst>
              <a:path extrusionOk="0" h="7468" w="7436">
                <a:moveTo>
                  <a:pt x="3781" y="1671"/>
                </a:moveTo>
                <a:cubicBezTo>
                  <a:pt x="4033" y="1671"/>
                  <a:pt x="4191" y="1860"/>
                  <a:pt x="4191" y="2112"/>
                </a:cubicBezTo>
                <a:lnTo>
                  <a:pt x="4191" y="3340"/>
                </a:lnTo>
                <a:lnTo>
                  <a:pt x="5388" y="3340"/>
                </a:lnTo>
                <a:cubicBezTo>
                  <a:pt x="5640" y="3340"/>
                  <a:pt x="5829" y="3529"/>
                  <a:pt x="5829" y="3750"/>
                </a:cubicBezTo>
                <a:cubicBezTo>
                  <a:pt x="5829" y="4002"/>
                  <a:pt x="5640" y="4128"/>
                  <a:pt x="5388" y="4128"/>
                </a:cubicBezTo>
                <a:lnTo>
                  <a:pt x="3750" y="4128"/>
                </a:lnTo>
                <a:cubicBezTo>
                  <a:pt x="3498" y="4128"/>
                  <a:pt x="3308" y="3939"/>
                  <a:pt x="3308" y="3750"/>
                </a:cubicBezTo>
                <a:lnTo>
                  <a:pt x="3308" y="2112"/>
                </a:lnTo>
                <a:lnTo>
                  <a:pt x="3340" y="2112"/>
                </a:lnTo>
                <a:cubicBezTo>
                  <a:pt x="3340" y="1860"/>
                  <a:pt x="3529" y="1671"/>
                  <a:pt x="3781" y="1671"/>
                </a:cubicBezTo>
                <a:close/>
                <a:moveTo>
                  <a:pt x="3750" y="1"/>
                </a:moveTo>
                <a:cubicBezTo>
                  <a:pt x="1702" y="1"/>
                  <a:pt x="32" y="1671"/>
                  <a:pt x="0" y="3750"/>
                </a:cubicBezTo>
                <a:cubicBezTo>
                  <a:pt x="32" y="5798"/>
                  <a:pt x="1702" y="7467"/>
                  <a:pt x="3750" y="7467"/>
                </a:cubicBezTo>
                <a:cubicBezTo>
                  <a:pt x="5797" y="7467"/>
                  <a:pt x="7436" y="5798"/>
                  <a:pt x="7436" y="3750"/>
                </a:cubicBezTo>
                <a:cubicBezTo>
                  <a:pt x="7436" y="1702"/>
                  <a:pt x="5797" y="64"/>
                  <a:pt x="37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4" name="Google Shape;4084;p26"/>
          <p:cNvSpPr/>
          <p:nvPr/>
        </p:nvSpPr>
        <p:spPr>
          <a:xfrm>
            <a:off x="920295" y="1785408"/>
            <a:ext cx="395352" cy="400407"/>
          </a:xfrm>
          <a:custGeom>
            <a:rect b="b" l="l" r="r" t="t"/>
            <a:pathLst>
              <a:path extrusionOk="0" h="12435" w="12278">
                <a:moveTo>
                  <a:pt x="5905" y="860"/>
                </a:moveTo>
                <a:cubicBezTo>
                  <a:pt x="6421" y="860"/>
                  <a:pt x="6926" y="1412"/>
                  <a:pt x="7341" y="2467"/>
                </a:cubicBezTo>
                <a:cubicBezTo>
                  <a:pt x="6837" y="2593"/>
                  <a:pt x="6365" y="2782"/>
                  <a:pt x="5892" y="3003"/>
                </a:cubicBezTo>
                <a:cubicBezTo>
                  <a:pt x="5419" y="2782"/>
                  <a:pt x="4947" y="2593"/>
                  <a:pt x="4443" y="2467"/>
                </a:cubicBezTo>
                <a:cubicBezTo>
                  <a:pt x="4893" y="1381"/>
                  <a:pt x="5404" y="860"/>
                  <a:pt x="5905" y="860"/>
                </a:cubicBezTo>
                <a:close/>
                <a:moveTo>
                  <a:pt x="4191" y="3255"/>
                </a:moveTo>
                <a:cubicBezTo>
                  <a:pt x="4443" y="3349"/>
                  <a:pt x="4632" y="3381"/>
                  <a:pt x="4884" y="3475"/>
                </a:cubicBezTo>
                <a:cubicBezTo>
                  <a:pt x="4726" y="3538"/>
                  <a:pt x="4600" y="3601"/>
                  <a:pt x="4443" y="3696"/>
                </a:cubicBezTo>
                <a:cubicBezTo>
                  <a:pt x="4285" y="3790"/>
                  <a:pt x="4159" y="3853"/>
                  <a:pt x="4002" y="3948"/>
                </a:cubicBezTo>
                <a:cubicBezTo>
                  <a:pt x="4096" y="3727"/>
                  <a:pt x="4159" y="3507"/>
                  <a:pt x="4191" y="3255"/>
                </a:cubicBezTo>
                <a:close/>
                <a:moveTo>
                  <a:pt x="7625" y="3318"/>
                </a:moveTo>
                <a:cubicBezTo>
                  <a:pt x="7688" y="3507"/>
                  <a:pt x="7751" y="3727"/>
                  <a:pt x="7782" y="3979"/>
                </a:cubicBezTo>
                <a:cubicBezTo>
                  <a:pt x="7499" y="3790"/>
                  <a:pt x="7247" y="3633"/>
                  <a:pt x="6963" y="3507"/>
                </a:cubicBezTo>
                <a:cubicBezTo>
                  <a:pt x="7184" y="3412"/>
                  <a:pt x="7404" y="3349"/>
                  <a:pt x="7625" y="3318"/>
                </a:cubicBezTo>
                <a:close/>
                <a:moveTo>
                  <a:pt x="2611" y="3034"/>
                </a:moveTo>
                <a:cubicBezTo>
                  <a:pt x="2846" y="3034"/>
                  <a:pt x="3110" y="3054"/>
                  <a:pt x="3403" y="3097"/>
                </a:cubicBezTo>
                <a:cubicBezTo>
                  <a:pt x="3309" y="3570"/>
                  <a:pt x="3183" y="4042"/>
                  <a:pt x="3151" y="4609"/>
                </a:cubicBezTo>
                <a:cubicBezTo>
                  <a:pt x="2742" y="4924"/>
                  <a:pt x="2363" y="5240"/>
                  <a:pt x="1954" y="5586"/>
                </a:cubicBezTo>
                <a:cubicBezTo>
                  <a:pt x="712" y="4068"/>
                  <a:pt x="945" y="3034"/>
                  <a:pt x="2611" y="3034"/>
                </a:cubicBezTo>
                <a:close/>
                <a:moveTo>
                  <a:pt x="9301" y="3075"/>
                </a:moveTo>
                <a:cubicBezTo>
                  <a:pt x="10879" y="3075"/>
                  <a:pt x="11079" y="4102"/>
                  <a:pt x="9862" y="5618"/>
                </a:cubicBezTo>
                <a:cubicBezTo>
                  <a:pt x="9515" y="5271"/>
                  <a:pt x="9137" y="4924"/>
                  <a:pt x="8696" y="4641"/>
                </a:cubicBezTo>
                <a:cubicBezTo>
                  <a:pt x="8601" y="4137"/>
                  <a:pt x="8538" y="3601"/>
                  <a:pt x="8412" y="3160"/>
                </a:cubicBezTo>
                <a:cubicBezTo>
                  <a:pt x="8746" y="3102"/>
                  <a:pt x="9042" y="3075"/>
                  <a:pt x="9301" y="3075"/>
                </a:cubicBezTo>
                <a:close/>
                <a:moveTo>
                  <a:pt x="8822" y="5744"/>
                </a:moveTo>
                <a:cubicBezTo>
                  <a:pt x="9011" y="5901"/>
                  <a:pt x="9169" y="6059"/>
                  <a:pt x="9326" y="6216"/>
                </a:cubicBezTo>
                <a:cubicBezTo>
                  <a:pt x="9169" y="6374"/>
                  <a:pt x="8980" y="6531"/>
                  <a:pt x="8822" y="6689"/>
                </a:cubicBezTo>
                <a:lnTo>
                  <a:pt x="8822" y="5744"/>
                </a:lnTo>
                <a:close/>
                <a:moveTo>
                  <a:pt x="3025" y="5775"/>
                </a:moveTo>
                <a:lnTo>
                  <a:pt x="3025" y="6720"/>
                </a:lnTo>
                <a:cubicBezTo>
                  <a:pt x="2836" y="6563"/>
                  <a:pt x="2679" y="6405"/>
                  <a:pt x="2521" y="6248"/>
                </a:cubicBezTo>
                <a:cubicBezTo>
                  <a:pt x="2679" y="6090"/>
                  <a:pt x="2868" y="5933"/>
                  <a:pt x="3025" y="5775"/>
                </a:cubicBezTo>
                <a:close/>
                <a:moveTo>
                  <a:pt x="5892" y="3885"/>
                </a:moveTo>
                <a:cubicBezTo>
                  <a:pt x="6617" y="4200"/>
                  <a:pt x="7278" y="4609"/>
                  <a:pt x="7908" y="5082"/>
                </a:cubicBezTo>
                <a:cubicBezTo>
                  <a:pt x="8003" y="5838"/>
                  <a:pt x="8003" y="6626"/>
                  <a:pt x="7908" y="7413"/>
                </a:cubicBezTo>
                <a:cubicBezTo>
                  <a:pt x="7278" y="7823"/>
                  <a:pt x="6585" y="8232"/>
                  <a:pt x="5892" y="8579"/>
                </a:cubicBezTo>
                <a:cubicBezTo>
                  <a:pt x="5545" y="8421"/>
                  <a:pt x="5230" y="8232"/>
                  <a:pt x="4884" y="8043"/>
                </a:cubicBezTo>
                <a:cubicBezTo>
                  <a:pt x="4537" y="7823"/>
                  <a:pt x="4191" y="7634"/>
                  <a:pt x="3876" y="7413"/>
                </a:cubicBezTo>
                <a:cubicBezTo>
                  <a:pt x="3844" y="6657"/>
                  <a:pt x="3844" y="5870"/>
                  <a:pt x="3876" y="5082"/>
                </a:cubicBezTo>
                <a:cubicBezTo>
                  <a:pt x="4191" y="4830"/>
                  <a:pt x="4537" y="4641"/>
                  <a:pt x="4884" y="4452"/>
                </a:cubicBezTo>
                <a:cubicBezTo>
                  <a:pt x="5230" y="4263"/>
                  <a:pt x="5577" y="4042"/>
                  <a:pt x="5892" y="3885"/>
                </a:cubicBezTo>
                <a:close/>
                <a:moveTo>
                  <a:pt x="4033" y="8516"/>
                </a:moveTo>
                <a:cubicBezTo>
                  <a:pt x="4159" y="8579"/>
                  <a:pt x="4317" y="8674"/>
                  <a:pt x="4474" y="8737"/>
                </a:cubicBezTo>
                <a:cubicBezTo>
                  <a:pt x="4632" y="8831"/>
                  <a:pt x="4758" y="8894"/>
                  <a:pt x="4915" y="8989"/>
                </a:cubicBezTo>
                <a:cubicBezTo>
                  <a:pt x="4663" y="9052"/>
                  <a:pt x="4474" y="9146"/>
                  <a:pt x="4254" y="9178"/>
                </a:cubicBezTo>
                <a:cubicBezTo>
                  <a:pt x="4159" y="8926"/>
                  <a:pt x="4096" y="8737"/>
                  <a:pt x="4033" y="8516"/>
                </a:cubicBezTo>
                <a:close/>
                <a:moveTo>
                  <a:pt x="7782" y="8516"/>
                </a:moveTo>
                <a:cubicBezTo>
                  <a:pt x="7751" y="8737"/>
                  <a:pt x="7688" y="8989"/>
                  <a:pt x="7625" y="9178"/>
                </a:cubicBezTo>
                <a:cubicBezTo>
                  <a:pt x="7404" y="9083"/>
                  <a:pt x="7184" y="9052"/>
                  <a:pt x="6963" y="8989"/>
                </a:cubicBezTo>
                <a:cubicBezTo>
                  <a:pt x="7278" y="8831"/>
                  <a:pt x="7499" y="8674"/>
                  <a:pt x="7782" y="8516"/>
                </a:cubicBezTo>
                <a:close/>
                <a:moveTo>
                  <a:pt x="1954" y="6846"/>
                </a:moveTo>
                <a:cubicBezTo>
                  <a:pt x="2300" y="7193"/>
                  <a:pt x="2710" y="7571"/>
                  <a:pt x="3151" y="7823"/>
                </a:cubicBezTo>
                <a:cubicBezTo>
                  <a:pt x="3214" y="8358"/>
                  <a:pt x="3309" y="8863"/>
                  <a:pt x="3403" y="9335"/>
                </a:cubicBezTo>
                <a:cubicBezTo>
                  <a:pt x="3090" y="9388"/>
                  <a:pt x="2806" y="9414"/>
                  <a:pt x="2555" y="9414"/>
                </a:cubicBezTo>
                <a:cubicBezTo>
                  <a:pt x="1015" y="9414"/>
                  <a:pt x="681" y="8445"/>
                  <a:pt x="1954" y="6846"/>
                </a:cubicBezTo>
                <a:close/>
                <a:moveTo>
                  <a:pt x="9925" y="6846"/>
                </a:moveTo>
                <a:lnTo>
                  <a:pt x="9925" y="6846"/>
                </a:lnTo>
                <a:cubicBezTo>
                  <a:pt x="11167" y="8392"/>
                  <a:pt x="10934" y="9430"/>
                  <a:pt x="9267" y="9430"/>
                </a:cubicBezTo>
                <a:cubicBezTo>
                  <a:pt x="9032" y="9430"/>
                  <a:pt x="8768" y="9410"/>
                  <a:pt x="8475" y="9367"/>
                </a:cubicBezTo>
                <a:cubicBezTo>
                  <a:pt x="8538" y="8894"/>
                  <a:pt x="8664" y="8390"/>
                  <a:pt x="8727" y="7823"/>
                </a:cubicBezTo>
                <a:cubicBezTo>
                  <a:pt x="9137" y="7508"/>
                  <a:pt x="9515" y="7193"/>
                  <a:pt x="9925" y="6846"/>
                </a:cubicBezTo>
                <a:close/>
                <a:moveTo>
                  <a:pt x="5924" y="9461"/>
                </a:moveTo>
                <a:cubicBezTo>
                  <a:pt x="6396" y="9650"/>
                  <a:pt x="6869" y="9839"/>
                  <a:pt x="7404" y="9965"/>
                </a:cubicBezTo>
                <a:cubicBezTo>
                  <a:pt x="6962" y="11056"/>
                  <a:pt x="6440" y="11607"/>
                  <a:pt x="5922" y="11607"/>
                </a:cubicBezTo>
                <a:cubicBezTo>
                  <a:pt x="5408" y="11607"/>
                  <a:pt x="4898" y="11064"/>
                  <a:pt x="4474" y="9965"/>
                </a:cubicBezTo>
                <a:cubicBezTo>
                  <a:pt x="4978" y="9839"/>
                  <a:pt x="5451" y="9650"/>
                  <a:pt x="5924" y="9461"/>
                </a:cubicBezTo>
                <a:close/>
                <a:moveTo>
                  <a:pt x="5931" y="1"/>
                </a:moveTo>
                <a:cubicBezTo>
                  <a:pt x="5817" y="1"/>
                  <a:pt x="5699" y="14"/>
                  <a:pt x="5577" y="41"/>
                </a:cubicBezTo>
                <a:cubicBezTo>
                  <a:pt x="4632" y="262"/>
                  <a:pt x="4002" y="1333"/>
                  <a:pt x="3655" y="2278"/>
                </a:cubicBezTo>
                <a:cubicBezTo>
                  <a:pt x="3326" y="2223"/>
                  <a:pt x="2973" y="2187"/>
                  <a:pt x="2624" y="2187"/>
                </a:cubicBezTo>
                <a:cubicBezTo>
                  <a:pt x="1770" y="2187"/>
                  <a:pt x="939" y="2404"/>
                  <a:pt x="536" y="3097"/>
                </a:cubicBezTo>
                <a:cubicBezTo>
                  <a:pt x="1" y="4074"/>
                  <a:pt x="662" y="5334"/>
                  <a:pt x="1387" y="6216"/>
                </a:cubicBezTo>
                <a:cubicBezTo>
                  <a:pt x="788" y="6972"/>
                  <a:pt x="158" y="8043"/>
                  <a:pt x="379" y="8926"/>
                </a:cubicBezTo>
                <a:cubicBezTo>
                  <a:pt x="599" y="9650"/>
                  <a:pt x="1166" y="10028"/>
                  <a:pt x="1922" y="10186"/>
                </a:cubicBezTo>
                <a:cubicBezTo>
                  <a:pt x="2157" y="10241"/>
                  <a:pt x="2410" y="10266"/>
                  <a:pt x="2668" y="10266"/>
                </a:cubicBezTo>
                <a:cubicBezTo>
                  <a:pt x="2998" y="10266"/>
                  <a:pt x="3337" y="10225"/>
                  <a:pt x="3655" y="10154"/>
                </a:cubicBezTo>
                <a:cubicBezTo>
                  <a:pt x="4221" y="11678"/>
                  <a:pt x="5076" y="12434"/>
                  <a:pt x="5929" y="12434"/>
                </a:cubicBezTo>
                <a:cubicBezTo>
                  <a:pt x="6786" y="12434"/>
                  <a:pt x="7639" y="11670"/>
                  <a:pt x="8192" y="10154"/>
                </a:cubicBezTo>
                <a:cubicBezTo>
                  <a:pt x="8550" y="10215"/>
                  <a:pt x="8882" y="10243"/>
                  <a:pt x="9186" y="10243"/>
                </a:cubicBezTo>
                <a:cubicBezTo>
                  <a:pt x="11589" y="10243"/>
                  <a:pt x="12278" y="8453"/>
                  <a:pt x="10460" y="6216"/>
                </a:cubicBezTo>
                <a:cubicBezTo>
                  <a:pt x="12272" y="4014"/>
                  <a:pt x="11618" y="2182"/>
                  <a:pt x="9217" y="2182"/>
                </a:cubicBezTo>
                <a:cubicBezTo>
                  <a:pt x="8904" y="2182"/>
                  <a:pt x="8562" y="2213"/>
                  <a:pt x="8192" y="2278"/>
                </a:cubicBezTo>
                <a:cubicBezTo>
                  <a:pt x="7765" y="1139"/>
                  <a:pt x="7004" y="1"/>
                  <a:pt x="59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5" name="Google Shape;4085;p26"/>
          <p:cNvSpPr/>
          <p:nvPr/>
        </p:nvSpPr>
        <p:spPr>
          <a:xfrm>
            <a:off x="1070443" y="1945957"/>
            <a:ext cx="81176" cy="80210"/>
          </a:xfrm>
          <a:custGeom>
            <a:rect b="b" l="l" r="r" t="t"/>
            <a:pathLst>
              <a:path extrusionOk="0" h="2491" w="2521">
                <a:moveTo>
                  <a:pt x="1313" y="0"/>
                </a:moveTo>
                <a:cubicBezTo>
                  <a:pt x="1295" y="0"/>
                  <a:pt x="1278" y="1"/>
                  <a:pt x="1261" y="1"/>
                </a:cubicBezTo>
                <a:cubicBezTo>
                  <a:pt x="599" y="1"/>
                  <a:pt x="0" y="569"/>
                  <a:pt x="63" y="1230"/>
                </a:cubicBezTo>
                <a:cubicBezTo>
                  <a:pt x="0" y="1955"/>
                  <a:pt x="567" y="2490"/>
                  <a:pt x="1261" y="2490"/>
                </a:cubicBezTo>
                <a:cubicBezTo>
                  <a:pt x="1954" y="2490"/>
                  <a:pt x="2521" y="1955"/>
                  <a:pt x="2489" y="1230"/>
                </a:cubicBezTo>
                <a:cubicBezTo>
                  <a:pt x="2489" y="585"/>
                  <a:pt x="1980" y="0"/>
                  <a:pt x="13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6" name="Google Shape;4086;p26"/>
          <p:cNvSpPr/>
          <p:nvPr/>
        </p:nvSpPr>
        <p:spPr>
          <a:xfrm>
            <a:off x="916384" y="2269391"/>
            <a:ext cx="409842" cy="40784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7" name="Google Shape;4087;p26"/>
          <p:cNvSpPr/>
          <p:nvPr/>
        </p:nvSpPr>
        <p:spPr>
          <a:xfrm>
            <a:off x="3364143" y="1372787"/>
            <a:ext cx="108578" cy="108578"/>
          </a:xfrm>
          <a:custGeom>
            <a:rect b="b" l="l" r="r" t="t"/>
            <a:pathLst>
              <a:path extrusionOk="0" h="3372" w="3372">
                <a:moveTo>
                  <a:pt x="2710" y="0"/>
                </a:moveTo>
                <a:lnTo>
                  <a:pt x="1" y="2710"/>
                </a:lnTo>
                <a:lnTo>
                  <a:pt x="694" y="3371"/>
                </a:lnTo>
                <a:lnTo>
                  <a:pt x="3372" y="662"/>
                </a:lnTo>
                <a:lnTo>
                  <a:pt x="271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8" name="Google Shape;4088;p26"/>
          <p:cNvSpPr/>
          <p:nvPr/>
        </p:nvSpPr>
        <p:spPr>
          <a:xfrm>
            <a:off x="3532548" y="1338559"/>
            <a:ext cx="194810" cy="192524"/>
          </a:xfrm>
          <a:custGeom>
            <a:rect b="b" l="l" r="r" t="t"/>
            <a:pathLst>
              <a:path extrusionOk="0" h="5979" w="6050">
                <a:moveTo>
                  <a:pt x="2663" y="0"/>
                </a:moveTo>
                <a:cubicBezTo>
                  <a:pt x="2552" y="0"/>
                  <a:pt x="2442" y="39"/>
                  <a:pt x="2363" y="118"/>
                </a:cubicBezTo>
                <a:lnTo>
                  <a:pt x="1261" y="1221"/>
                </a:lnTo>
                <a:lnTo>
                  <a:pt x="2678" y="2639"/>
                </a:lnTo>
                <a:cubicBezTo>
                  <a:pt x="2836" y="2796"/>
                  <a:pt x="2836" y="3080"/>
                  <a:pt x="2678" y="3237"/>
                </a:cubicBezTo>
                <a:cubicBezTo>
                  <a:pt x="2637" y="3278"/>
                  <a:pt x="2560" y="3302"/>
                  <a:pt x="2473" y="3302"/>
                </a:cubicBezTo>
                <a:cubicBezTo>
                  <a:pt x="2360" y="3302"/>
                  <a:pt x="2232" y="3263"/>
                  <a:pt x="2143" y="3174"/>
                </a:cubicBezTo>
                <a:lnTo>
                  <a:pt x="725" y="1756"/>
                </a:lnTo>
                <a:lnTo>
                  <a:pt x="0" y="2481"/>
                </a:lnTo>
                <a:lnTo>
                  <a:pt x="3529" y="5978"/>
                </a:lnTo>
                <a:lnTo>
                  <a:pt x="5892" y="3615"/>
                </a:lnTo>
                <a:cubicBezTo>
                  <a:pt x="6049" y="3458"/>
                  <a:pt x="6049" y="3174"/>
                  <a:pt x="5892" y="3017"/>
                </a:cubicBezTo>
                <a:lnTo>
                  <a:pt x="2962" y="118"/>
                </a:lnTo>
                <a:cubicBezTo>
                  <a:pt x="2883" y="39"/>
                  <a:pt x="2773" y="0"/>
                  <a:pt x="26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9" name="Google Shape;4089;p26"/>
          <p:cNvSpPr/>
          <p:nvPr/>
        </p:nvSpPr>
        <p:spPr>
          <a:xfrm>
            <a:off x="3404715" y="1413359"/>
            <a:ext cx="274956" cy="274956"/>
          </a:xfrm>
          <a:custGeom>
            <a:rect b="b" l="l" r="r" t="t"/>
            <a:pathLst>
              <a:path extrusionOk="0" h="8539" w="8539">
                <a:moveTo>
                  <a:pt x="2679" y="0"/>
                </a:moveTo>
                <a:lnTo>
                  <a:pt x="1" y="2678"/>
                </a:lnTo>
                <a:lnTo>
                  <a:pt x="5861" y="8538"/>
                </a:lnTo>
                <a:lnTo>
                  <a:pt x="8539" y="5860"/>
                </a:lnTo>
                <a:lnTo>
                  <a:pt x="26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0" name="Google Shape;4090;p26"/>
          <p:cNvSpPr/>
          <p:nvPr/>
        </p:nvSpPr>
        <p:spPr>
          <a:xfrm>
            <a:off x="3616751" y="1625363"/>
            <a:ext cx="113183" cy="110510"/>
          </a:xfrm>
          <a:custGeom>
            <a:rect b="b" l="l" r="r" t="t"/>
            <a:pathLst>
              <a:path extrusionOk="0" h="3432" w="3515">
                <a:moveTo>
                  <a:pt x="2426" y="1"/>
                </a:moveTo>
                <a:lnTo>
                  <a:pt x="0" y="2427"/>
                </a:lnTo>
                <a:lnTo>
                  <a:pt x="2899" y="3404"/>
                </a:lnTo>
                <a:cubicBezTo>
                  <a:pt x="2948" y="3423"/>
                  <a:pt x="2996" y="3432"/>
                  <a:pt x="3044" y="3432"/>
                </a:cubicBezTo>
                <a:cubicBezTo>
                  <a:pt x="3302" y="3432"/>
                  <a:pt x="3514" y="3166"/>
                  <a:pt x="3434" y="2899"/>
                </a:cubicBezTo>
                <a:lnTo>
                  <a:pt x="242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1" name="Google Shape;4091;p26"/>
          <p:cNvSpPr/>
          <p:nvPr/>
        </p:nvSpPr>
        <p:spPr>
          <a:xfrm>
            <a:off x="3327629" y="1541192"/>
            <a:ext cx="193780" cy="192524"/>
          </a:xfrm>
          <a:custGeom>
            <a:rect b="b" l="l" r="r" t="t"/>
            <a:pathLst>
              <a:path extrusionOk="0" h="5979" w="6018">
                <a:moveTo>
                  <a:pt x="2521" y="0"/>
                </a:moveTo>
                <a:lnTo>
                  <a:pt x="1796" y="725"/>
                </a:lnTo>
                <a:lnTo>
                  <a:pt x="3308" y="2205"/>
                </a:lnTo>
                <a:cubicBezTo>
                  <a:pt x="3466" y="2363"/>
                  <a:pt x="3466" y="2646"/>
                  <a:pt x="3308" y="2804"/>
                </a:cubicBezTo>
                <a:cubicBezTo>
                  <a:pt x="3230" y="2883"/>
                  <a:pt x="3119" y="2922"/>
                  <a:pt x="3009" y="2922"/>
                </a:cubicBezTo>
                <a:cubicBezTo>
                  <a:pt x="2899" y="2922"/>
                  <a:pt x="2789" y="2883"/>
                  <a:pt x="2710" y="2804"/>
                </a:cubicBezTo>
                <a:lnTo>
                  <a:pt x="1229" y="1292"/>
                </a:lnTo>
                <a:lnTo>
                  <a:pt x="158" y="2363"/>
                </a:lnTo>
                <a:cubicBezTo>
                  <a:pt x="0" y="2520"/>
                  <a:pt x="0" y="2804"/>
                  <a:pt x="158" y="2962"/>
                </a:cubicBezTo>
                <a:lnTo>
                  <a:pt x="3056" y="5860"/>
                </a:lnTo>
                <a:cubicBezTo>
                  <a:pt x="3135" y="5939"/>
                  <a:pt x="3245" y="5978"/>
                  <a:pt x="3356" y="5978"/>
                </a:cubicBezTo>
                <a:cubicBezTo>
                  <a:pt x="3466" y="5978"/>
                  <a:pt x="3576" y="5939"/>
                  <a:pt x="3655" y="5860"/>
                </a:cubicBezTo>
                <a:lnTo>
                  <a:pt x="6018" y="3497"/>
                </a:lnTo>
                <a:lnTo>
                  <a:pt x="252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2" name="Google Shape;4092;p26"/>
          <p:cNvSpPr/>
          <p:nvPr/>
        </p:nvSpPr>
        <p:spPr>
          <a:xfrm>
            <a:off x="3314426" y="1327643"/>
            <a:ext cx="118721" cy="113151"/>
          </a:xfrm>
          <a:custGeom>
            <a:rect b="b" l="l" r="r" t="t"/>
            <a:pathLst>
              <a:path extrusionOk="0" h="3514" w="3687">
                <a:moveTo>
                  <a:pt x="2281" y="0"/>
                </a:moveTo>
                <a:cubicBezTo>
                  <a:pt x="1915" y="0"/>
                  <a:pt x="1545" y="142"/>
                  <a:pt x="1261" y="426"/>
                </a:cubicBezTo>
                <a:lnTo>
                  <a:pt x="568" y="1119"/>
                </a:lnTo>
                <a:cubicBezTo>
                  <a:pt x="1" y="1686"/>
                  <a:pt x="1" y="2568"/>
                  <a:pt x="568" y="3135"/>
                </a:cubicBezTo>
                <a:lnTo>
                  <a:pt x="946" y="3513"/>
                </a:lnTo>
                <a:lnTo>
                  <a:pt x="3687" y="804"/>
                </a:lnTo>
                <a:lnTo>
                  <a:pt x="3277" y="426"/>
                </a:lnTo>
                <a:cubicBezTo>
                  <a:pt x="3010" y="142"/>
                  <a:pt x="2647" y="0"/>
                  <a:pt x="22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3" name="Google Shape;4093;p26"/>
          <p:cNvSpPr/>
          <p:nvPr/>
        </p:nvSpPr>
        <p:spPr>
          <a:xfrm>
            <a:off x="3317244" y="1843529"/>
            <a:ext cx="386561" cy="106550"/>
          </a:xfrm>
          <a:custGeom>
            <a:rect b="b" l="l" r="r" t="t"/>
            <a:pathLst>
              <a:path extrusionOk="0" h="3309" w="12005">
                <a:moveTo>
                  <a:pt x="1671" y="0"/>
                </a:moveTo>
                <a:cubicBezTo>
                  <a:pt x="757" y="0"/>
                  <a:pt x="1" y="757"/>
                  <a:pt x="1" y="1670"/>
                </a:cubicBezTo>
                <a:cubicBezTo>
                  <a:pt x="1" y="2552"/>
                  <a:pt x="757" y="3308"/>
                  <a:pt x="1671" y="3308"/>
                </a:cubicBezTo>
                <a:lnTo>
                  <a:pt x="11469" y="3308"/>
                </a:lnTo>
                <a:cubicBezTo>
                  <a:pt x="11815" y="3308"/>
                  <a:pt x="12004" y="2930"/>
                  <a:pt x="11784" y="2647"/>
                </a:cubicBezTo>
                <a:cubicBezTo>
                  <a:pt x="11595" y="2363"/>
                  <a:pt x="11469" y="2017"/>
                  <a:pt x="11469" y="1670"/>
                </a:cubicBezTo>
                <a:cubicBezTo>
                  <a:pt x="11469" y="1292"/>
                  <a:pt x="11595" y="946"/>
                  <a:pt x="11784" y="662"/>
                </a:cubicBezTo>
                <a:cubicBezTo>
                  <a:pt x="11973" y="410"/>
                  <a:pt x="11784" y="0"/>
                  <a:pt x="114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4" name="Google Shape;4094;p26"/>
          <p:cNvSpPr/>
          <p:nvPr/>
        </p:nvSpPr>
        <p:spPr>
          <a:xfrm>
            <a:off x="3622595" y="1976418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2" y="3309"/>
                </a:lnTo>
                <a:lnTo>
                  <a:pt x="85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5" name="Google Shape;4095;p26"/>
          <p:cNvSpPr/>
          <p:nvPr/>
        </p:nvSpPr>
        <p:spPr>
          <a:xfrm>
            <a:off x="3676369" y="1977449"/>
            <a:ext cx="50747" cy="106550"/>
          </a:xfrm>
          <a:custGeom>
            <a:rect b="b" l="l" r="r" t="t"/>
            <a:pathLst>
              <a:path extrusionOk="0" h="3309" w="1576">
                <a:moveTo>
                  <a:pt x="1" y="0"/>
                </a:moveTo>
                <a:lnTo>
                  <a:pt x="1" y="3308"/>
                </a:lnTo>
                <a:lnTo>
                  <a:pt x="1198" y="3308"/>
                </a:lnTo>
                <a:cubicBezTo>
                  <a:pt x="1387" y="3277"/>
                  <a:pt x="1576" y="3088"/>
                  <a:pt x="1576" y="2899"/>
                </a:cubicBezTo>
                <a:lnTo>
                  <a:pt x="1576" y="410"/>
                </a:lnTo>
                <a:cubicBezTo>
                  <a:pt x="1576" y="158"/>
                  <a:pt x="1387" y="0"/>
                  <a:pt x="119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6" name="Google Shape;4096;p26"/>
          <p:cNvSpPr/>
          <p:nvPr/>
        </p:nvSpPr>
        <p:spPr>
          <a:xfrm>
            <a:off x="3345677" y="1976418"/>
            <a:ext cx="250580" cy="106550"/>
          </a:xfrm>
          <a:custGeom>
            <a:rect b="b" l="l" r="r" t="t"/>
            <a:pathLst>
              <a:path extrusionOk="0" h="3309" w="7782">
                <a:moveTo>
                  <a:pt x="441" y="1"/>
                </a:moveTo>
                <a:cubicBezTo>
                  <a:pt x="189" y="1"/>
                  <a:pt x="0" y="221"/>
                  <a:pt x="0" y="442"/>
                </a:cubicBezTo>
                <a:lnTo>
                  <a:pt x="0" y="2931"/>
                </a:lnTo>
                <a:cubicBezTo>
                  <a:pt x="0" y="3151"/>
                  <a:pt x="189" y="3309"/>
                  <a:pt x="441" y="3309"/>
                </a:cubicBezTo>
                <a:lnTo>
                  <a:pt x="7782" y="3309"/>
                </a:lnTo>
                <a:lnTo>
                  <a:pt x="778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7" name="Google Shape;4097;p26"/>
          <p:cNvSpPr/>
          <p:nvPr/>
        </p:nvSpPr>
        <p:spPr>
          <a:xfrm>
            <a:off x="3399418" y="2109307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1" y="3309"/>
                </a:lnTo>
                <a:lnTo>
                  <a:pt x="85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8" name="Google Shape;4098;p26"/>
          <p:cNvSpPr/>
          <p:nvPr/>
        </p:nvSpPr>
        <p:spPr>
          <a:xfrm>
            <a:off x="3453192" y="2111336"/>
            <a:ext cx="245525" cy="105552"/>
          </a:xfrm>
          <a:custGeom>
            <a:rect b="b" l="l" r="r" t="t"/>
            <a:pathLst>
              <a:path extrusionOk="0" h="3278" w="7625">
                <a:moveTo>
                  <a:pt x="1" y="1"/>
                </a:moveTo>
                <a:lnTo>
                  <a:pt x="1" y="3277"/>
                </a:lnTo>
                <a:lnTo>
                  <a:pt x="7247" y="3277"/>
                </a:lnTo>
                <a:cubicBezTo>
                  <a:pt x="7467" y="3277"/>
                  <a:pt x="7625" y="3057"/>
                  <a:pt x="7625" y="2868"/>
                </a:cubicBezTo>
                <a:lnTo>
                  <a:pt x="7625" y="379"/>
                </a:lnTo>
                <a:cubicBezTo>
                  <a:pt x="7625" y="158"/>
                  <a:pt x="7436" y="1"/>
                  <a:pt x="72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9" name="Google Shape;4099;p26"/>
          <p:cNvSpPr/>
          <p:nvPr/>
        </p:nvSpPr>
        <p:spPr>
          <a:xfrm>
            <a:off x="3317244" y="2110337"/>
            <a:ext cx="55835" cy="106550"/>
          </a:xfrm>
          <a:custGeom>
            <a:rect b="b" l="l" r="r" t="t"/>
            <a:pathLst>
              <a:path extrusionOk="0" h="3309" w="1734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lnTo>
                  <a:pt x="1" y="2867"/>
                </a:lnTo>
                <a:cubicBezTo>
                  <a:pt x="1" y="3088"/>
                  <a:pt x="190" y="3308"/>
                  <a:pt x="442" y="3308"/>
                </a:cubicBezTo>
                <a:lnTo>
                  <a:pt x="1734" y="3308"/>
                </a:lnTo>
                <a:lnTo>
                  <a:pt x="173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0" name="Google Shape;4100;p26"/>
          <p:cNvSpPr/>
          <p:nvPr/>
        </p:nvSpPr>
        <p:spPr>
          <a:xfrm>
            <a:off x="3377619" y="2484749"/>
            <a:ext cx="292183" cy="130893"/>
          </a:xfrm>
          <a:custGeom>
            <a:rect b="b" l="l" r="r" t="t"/>
            <a:pathLst>
              <a:path extrusionOk="0" h="4065" w="9074">
                <a:moveTo>
                  <a:pt x="0" y="0"/>
                </a:moveTo>
                <a:lnTo>
                  <a:pt x="0" y="2017"/>
                </a:lnTo>
                <a:cubicBezTo>
                  <a:pt x="0" y="3529"/>
                  <a:pt x="2741" y="4065"/>
                  <a:pt x="4505" y="4065"/>
                </a:cubicBezTo>
                <a:cubicBezTo>
                  <a:pt x="6774" y="4065"/>
                  <a:pt x="9074" y="3371"/>
                  <a:pt x="9074" y="2017"/>
                </a:cubicBezTo>
                <a:lnTo>
                  <a:pt x="9074" y="0"/>
                </a:lnTo>
                <a:lnTo>
                  <a:pt x="5135" y="2237"/>
                </a:lnTo>
                <a:cubicBezTo>
                  <a:pt x="4953" y="2359"/>
                  <a:pt x="4748" y="2415"/>
                  <a:pt x="4546" y="2415"/>
                </a:cubicBezTo>
                <a:cubicBezTo>
                  <a:pt x="4330" y="2415"/>
                  <a:pt x="4117" y="2351"/>
                  <a:pt x="3938" y="2237"/>
                </a:cubicBezTo>
                <a:cubicBezTo>
                  <a:pt x="3623" y="2048"/>
                  <a:pt x="315" y="221"/>
                  <a:pt x="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26"/>
          <p:cNvSpPr/>
          <p:nvPr/>
        </p:nvSpPr>
        <p:spPr>
          <a:xfrm>
            <a:off x="3321817" y="2296831"/>
            <a:ext cx="400729" cy="408071"/>
          </a:xfrm>
          <a:custGeom>
            <a:rect b="b" l="l" r="r" t="t"/>
            <a:pathLst>
              <a:path extrusionOk="0" h="12673" w="12445">
                <a:moveTo>
                  <a:pt x="6254" y="0"/>
                </a:moveTo>
                <a:cubicBezTo>
                  <a:pt x="6183" y="0"/>
                  <a:pt x="6112" y="24"/>
                  <a:pt x="6049" y="71"/>
                </a:cubicBezTo>
                <a:lnTo>
                  <a:pt x="284" y="3379"/>
                </a:lnTo>
                <a:cubicBezTo>
                  <a:pt x="0" y="3537"/>
                  <a:pt x="0" y="3915"/>
                  <a:pt x="284" y="4072"/>
                </a:cubicBezTo>
                <a:lnTo>
                  <a:pt x="6049" y="7380"/>
                </a:lnTo>
                <a:cubicBezTo>
                  <a:pt x="6112" y="7427"/>
                  <a:pt x="6183" y="7451"/>
                  <a:pt x="6254" y="7451"/>
                </a:cubicBezTo>
                <a:cubicBezTo>
                  <a:pt x="6325" y="7451"/>
                  <a:pt x="6396" y="7427"/>
                  <a:pt x="6459" y="7380"/>
                </a:cubicBezTo>
                <a:cubicBezTo>
                  <a:pt x="11374" y="4545"/>
                  <a:pt x="11626" y="4419"/>
                  <a:pt x="11626" y="4419"/>
                </a:cubicBezTo>
                <a:lnTo>
                  <a:pt x="11626" y="12263"/>
                </a:lnTo>
                <a:cubicBezTo>
                  <a:pt x="11657" y="12515"/>
                  <a:pt x="11846" y="12673"/>
                  <a:pt x="12035" y="12673"/>
                </a:cubicBezTo>
                <a:cubicBezTo>
                  <a:pt x="12287" y="12673"/>
                  <a:pt x="12445" y="12452"/>
                  <a:pt x="12445" y="12263"/>
                </a:cubicBezTo>
                <a:lnTo>
                  <a:pt x="12445" y="3726"/>
                </a:lnTo>
                <a:cubicBezTo>
                  <a:pt x="12445" y="3568"/>
                  <a:pt x="12319" y="3411"/>
                  <a:pt x="12256" y="3379"/>
                </a:cubicBezTo>
                <a:lnTo>
                  <a:pt x="6459" y="71"/>
                </a:lnTo>
                <a:cubicBezTo>
                  <a:pt x="6396" y="24"/>
                  <a:pt x="6325" y="0"/>
                  <a:pt x="62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2" name="Google Shape;4102;p26"/>
          <p:cNvSpPr/>
          <p:nvPr/>
        </p:nvSpPr>
        <p:spPr>
          <a:xfrm>
            <a:off x="2140165" y="2794108"/>
            <a:ext cx="133920" cy="159293"/>
          </a:xfrm>
          <a:custGeom>
            <a:rect b="b" l="l" r="r" t="t"/>
            <a:pathLst>
              <a:path extrusionOk="0" h="4947" w="4159">
                <a:moveTo>
                  <a:pt x="0" y="0"/>
                </a:moveTo>
                <a:lnTo>
                  <a:pt x="0" y="2552"/>
                </a:lnTo>
                <a:cubicBezTo>
                  <a:pt x="473" y="2710"/>
                  <a:pt x="851" y="3182"/>
                  <a:pt x="851" y="3750"/>
                </a:cubicBezTo>
                <a:lnTo>
                  <a:pt x="851" y="4947"/>
                </a:lnTo>
                <a:lnTo>
                  <a:pt x="4159" y="4947"/>
                </a:lnTo>
                <a:lnTo>
                  <a:pt x="4159" y="3687"/>
                </a:lnTo>
                <a:cubicBezTo>
                  <a:pt x="4159" y="1639"/>
                  <a:pt x="2489" y="0"/>
                  <a:pt x="4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3" name="Google Shape;4103;p26"/>
          <p:cNvSpPr/>
          <p:nvPr/>
        </p:nvSpPr>
        <p:spPr>
          <a:xfrm>
            <a:off x="2113760" y="2897566"/>
            <a:ext cx="28433" cy="81208"/>
          </a:xfrm>
          <a:custGeom>
            <a:rect b="b" l="l" r="r" t="t"/>
            <a:pathLst>
              <a:path extrusionOk="0" h="2522" w="883">
                <a:moveTo>
                  <a:pt x="474" y="1"/>
                </a:moveTo>
                <a:cubicBezTo>
                  <a:pt x="253" y="1"/>
                  <a:pt x="95" y="222"/>
                  <a:pt x="95" y="442"/>
                </a:cubicBezTo>
                <a:lnTo>
                  <a:pt x="95" y="2112"/>
                </a:lnTo>
                <a:cubicBezTo>
                  <a:pt x="1" y="2332"/>
                  <a:pt x="190" y="2521"/>
                  <a:pt x="442" y="2521"/>
                </a:cubicBezTo>
                <a:cubicBezTo>
                  <a:pt x="663" y="2521"/>
                  <a:pt x="820" y="2332"/>
                  <a:pt x="883" y="2112"/>
                </a:cubicBezTo>
                <a:lnTo>
                  <a:pt x="883" y="442"/>
                </a:lnTo>
                <a:cubicBezTo>
                  <a:pt x="883" y="222"/>
                  <a:pt x="663" y="64"/>
                  <a:pt x="4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4" name="Google Shape;4104;p26"/>
          <p:cNvSpPr/>
          <p:nvPr/>
        </p:nvSpPr>
        <p:spPr>
          <a:xfrm>
            <a:off x="1980872" y="2793077"/>
            <a:ext cx="132922" cy="158295"/>
          </a:xfrm>
          <a:custGeom>
            <a:rect b="b" l="l" r="r" t="t"/>
            <a:pathLst>
              <a:path extrusionOk="0" h="4916" w="4128">
                <a:moveTo>
                  <a:pt x="3687" y="1"/>
                </a:moveTo>
                <a:cubicBezTo>
                  <a:pt x="1671" y="1"/>
                  <a:pt x="1" y="1639"/>
                  <a:pt x="1" y="3687"/>
                </a:cubicBezTo>
                <a:lnTo>
                  <a:pt x="1" y="4916"/>
                </a:lnTo>
                <a:lnTo>
                  <a:pt x="3309" y="4916"/>
                </a:lnTo>
                <a:lnTo>
                  <a:pt x="3309" y="3687"/>
                </a:lnTo>
                <a:cubicBezTo>
                  <a:pt x="3309" y="3151"/>
                  <a:pt x="3655" y="2710"/>
                  <a:pt x="4128" y="2521"/>
                </a:cubicBezTo>
                <a:lnTo>
                  <a:pt x="412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5" name="Google Shape;4105;p26"/>
          <p:cNvSpPr/>
          <p:nvPr/>
        </p:nvSpPr>
        <p:spPr>
          <a:xfrm>
            <a:off x="1979873" y="2980771"/>
            <a:ext cx="294211" cy="220151"/>
          </a:xfrm>
          <a:custGeom>
            <a:rect b="b" l="l" r="r" t="t"/>
            <a:pathLst>
              <a:path extrusionOk="0" h="6837" w="9137">
                <a:moveTo>
                  <a:pt x="0" y="0"/>
                </a:moveTo>
                <a:lnTo>
                  <a:pt x="0" y="3151"/>
                </a:lnTo>
                <a:cubicBezTo>
                  <a:pt x="0" y="5199"/>
                  <a:pt x="1639" y="6837"/>
                  <a:pt x="3686" y="6837"/>
                </a:cubicBezTo>
                <a:lnTo>
                  <a:pt x="5356" y="6837"/>
                </a:lnTo>
                <a:cubicBezTo>
                  <a:pt x="7467" y="6837"/>
                  <a:pt x="9137" y="5199"/>
                  <a:pt x="9137" y="3151"/>
                </a:cubicBezTo>
                <a:lnTo>
                  <a:pt x="9137" y="0"/>
                </a:lnTo>
                <a:lnTo>
                  <a:pt x="5734" y="0"/>
                </a:lnTo>
                <a:cubicBezTo>
                  <a:pt x="5577" y="473"/>
                  <a:pt x="5104" y="819"/>
                  <a:pt x="4568" y="819"/>
                </a:cubicBezTo>
                <a:cubicBezTo>
                  <a:pt x="4001" y="819"/>
                  <a:pt x="3560" y="473"/>
                  <a:pt x="33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6" name="Google Shape;4106;p26"/>
          <p:cNvSpPr/>
          <p:nvPr/>
        </p:nvSpPr>
        <p:spPr>
          <a:xfrm>
            <a:off x="2168110" y="3302429"/>
            <a:ext cx="176520" cy="169533"/>
          </a:xfrm>
          <a:custGeom>
            <a:rect b="b" l="l" r="r" t="t"/>
            <a:pathLst>
              <a:path extrusionOk="0" h="5265" w="5482">
                <a:moveTo>
                  <a:pt x="1543" y="1"/>
                </a:moveTo>
                <a:cubicBezTo>
                  <a:pt x="987" y="1"/>
                  <a:pt x="447" y="38"/>
                  <a:pt x="0" y="98"/>
                </a:cubicBezTo>
                <a:lnTo>
                  <a:pt x="5167" y="5265"/>
                </a:lnTo>
                <a:cubicBezTo>
                  <a:pt x="5482" y="3311"/>
                  <a:pt x="5198" y="1326"/>
                  <a:pt x="4568" y="696"/>
                </a:cubicBezTo>
                <a:cubicBezTo>
                  <a:pt x="4029" y="178"/>
                  <a:pt x="2751" y="1"/>
                  <a:pt x="15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7" name="Google Shape;4107;p26"/>
          <p:cNvSpPr/>
          <p:nvPr/>
        </p:nvSpPr>
        <p:spPr>
          <a:xfrm>
            <a:off x="1925645" y="3537875"/>
            <a:ext cx="176553" cy="169243"/>
          </a:xfrm>
          <a:custGeom>
            <a:rect b="b" l="l" r="r" t="t"/>
            <a:pathLst>
              <a:path extrusionOk="0" h="5256" w="5483">
                <a:moveTo>
                  <a:pt x="316" y="0"/>
                </a:moveTo>
                <a:lnTo>
                  <a:pt x="316" y="0"/>
                </a:lnTo>
                <a:cubicBezTo>
                  <a:pt x="0" y="1922"/>
                  <a:pt x="253" y="3907"/>
                  <a:pt x="914" y="4569"/>
                </a:cubicBezTo>
                <a:cubicBezTo>
                  <a:pt x="1376" y="5031"/>
                  <a:pt x="2601" y="5256"/>
                  <a:pt x="3967" y="5256"/>
                </a:cubicBezTo>
                <a:cubicBezTo>
                  <a:pt x="4464" y="5256"/>
                  <a:pt x="4979" y="5226"/>
                  <a:pt x="5482" y="5167"/>
                </a:cubicBezTo>
                <a:lnTo>
                  <a:pt x="31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8" name="Google Shape;4108;p26"/>
          <p:cNvSpPr/>
          <p:nvPr/>
        </p:nvSpPr>
        <p:spPr>
          <a:xfrm>
            <a:off x="1943902" y="3311639"/>
            <a:ext cx="384500" cy="387559"/>
          </a:xfrm>
          <a:custGeom>
            <a:rect b="b" l="l" r="r" t="t"/>
            <a:pathLst>
              <a:path extrusionOk="0" h="12036" w="11941">
                <a:moveTo>
                  <a:pt x="6349" y="2687"/>
                </a:moveTo>
                <a:cubicBezTo>
                  <a:pt x="6459" y="2687"/>
                  <a:pt x="6569" y="2726"/>
                  <a:pt x="6648" y="2805"/>
                </a:cubicBezTo>
                <a:lnTo>
                  <a:pt x="7593" y="3750"/>
                </a:lnTo>
                <a:lnTo>
                  <a:pt x="7719" y="3655"/>
                </a:lnTo>
                <a:cubicBezTo>
                  <a:pt x="7798" y="3577"/>
                  <a:pt x="7908" y="3537"/>
                  <a:pt x="8019" y="3537"/>
                </a:cubicBezTo>
                <a:cubicBezTo>
                  <a:pt x="8129" y="3537"/>
                  <a:pt x="8239" y="3577"/>
                  <a:pt x="8318" y="3655"/>
                </a:cubicBezTo>
                <a:cubicBezTo>
                  <a:pt x="8475" y="3813"/>
                  <a:pt x="8475" y="4065"/>
                  <a:pt x="8318" y="4222"/>
                </a:cubicBezTo>
                <a:lnTo>
                  <a:pt x="8192" y="4348"/>
                </a:lnTo>
                <a:lnTo>
                  <a:pt x="9137" y="5294"/>
                </a:lnTo>
                <a:cubicBezTo>
                  <a:pt x="9295" y="5451"/>
                  <a:pt x="9295" y="5735"/>
                  <a:pt x="9137" y="5892"/>
                </a:cubicBezTo>
                <a:cubicBezTo>
                  <a:pt x="9058" y="5971"/>
                  <a:pt x="8948" y="6010"/>
                  <a:pt x="8838" y="6010"/>
                </a:cubicBezTo>
                <a:cubicBezTo>
                  <a:pt x="8727" y="6010"/>
                  <a:pt x="8617" y="5971"/>
                  <a:pt x="8538" y="5892"/>
                </a:cubicBezTo>
                <a:lnTo>
                  <a:pt x="7593" y="4947"/>
                </a:lnTo>
                <a:lnTo>
                  <a:pt x="6522" y="6018"/>
                </a:lnTo>
                <a:lnTo>
                  <a:pt x="7467" y="6963"/>
                </a:lnTo>
                <a:cubicBezTo>
                  <a:pt x="7625" y="7089"/>
                  <a:pt x="7625" y="7373"/>
                  <a:pt x="7467" y="7530"/>
                </a:cubicBezTo>
                <a:cubicBezTo>
                  <a:pt x="7388" y="7609"/>
                  <a:pt x="7286" y="7649"/>
                  <a:pt x="7184" y="7649"/>
                </a:cubicBezTo>
                <a:cubicBezTo>
                  <a:pt x="7081" y="7649"/>
                  <a:pt x="6979" y="7609"/>
                  <a:pt x="6900" y="7530"/>
                </a:cubicBezTo>
                <a:lnTo>
                  <a:pt x="5955" y="6585"/>
                </a:lnTo>
                <a:lnTo>
                  <a:pt x="4884" y="7656"/>
                </a:lnTo>
                <a:lnTo>
                  <a:pt x="5829" y="8602"/>
                </a:lnTo>
                <a:cubicBezTo>
                  <a:pt x="5987" y="8759"/>
                  <a:pt x="5987" y="9043"/>
                  <a:pt x="5829" y="9200"/>
                </a:cubicBezTo>
                <a:cubicBezTo>
                  <a:pt x="5750" y="9279"/>
                  <a:pt x="5640" y="9318"/>
                  <a:pt x="5530" y="9318"/>
                </a:cubicBezTo>
                <a:cubicBezTo>
                  <a:pt x="5419" y="9318"/>
                  <a:pt x="5309" y="9279"/>
                  <a:pt x="5230" y="9200"/>
                </a:cubicBezTo>
                <a:lnTo>
                  <a:pt x="4285" y="8255"/>
                </a:lnTo>
                <a:lnTo>
                  <a:pt x="4159" y="8381"/>
                </a:lnTo>
                <a:cubicBezTo>
                  <a:pt x="4080" y="8460"/>
                  <a:pt x="3978" y="8499"/>
                  <a:pt x="3876" y="8499"/>
                </a:cubicBezTo>
                <a:cubicBezTo>
                  <a:pt x="3773" y="8499"/>
                  <a:pt x="3671" y="8460"/>
                  <a:pt x="3592" y="8381"/>
                </a:cubicBezTo>
                <a:cubicBezTo>
                  <a:pt x="3435" y="8224"/>
                  <a:pt x="3435" y="7940"/>
                  <a:pt x="3592" y="7782"/>
                </a:cubicBezTo>
                <a:lnTo>
                  <a:pt x="3687" y="7656"/>
                </a:lnTo>
                <a:lnTo>
                  <a:pt x="2742" y="6711"/>
                </a:lnTo>
                <a:cubicBezTo>
                  <a:pt x="2584" y="6554"/>
                  <a:pt x="2584" y="6270"/>
                  <a:pt x="2742" y="6113"/>
                </a:cubicBezTo>
                <a:cubicBezTo>
                  <a:pt x="2820" y="6034"/>
                  <a:pt x="2931" y="5995"/>
                  <a:pt x="3041" y="5995"/>
                </a:cubicBezTo>
                <a:cubicBezTo>
                  <a:pt x="3151" y="5995"/>
                  <a:pt x="3261" y="6034"/>
                  <a:pt x="3340" y="6113"/>
                </a:cubicBezTo>
                <a:lnTo>
                  <a:pt x="4285" y="7058"/>
                </a:lnTo>
                <a:lnTo>
                  <a:pt x="5356" y="6018"/>
                </a:lnTo>
                <a:lnTo>
                  <a:pt x="4411" y="5073"/>
                </a:lnTo>
                <a:cubicBezTo>
                  <a:pt x="4254" y="4916"/>
                  <a:pt x="4254" y="4632"/>
                  <a:pt x="4411" y="4474"/>
                </a:cubicBezTo>
                <a:cubicBezTo>
                  <a:pt x="4490" y="4396"/>
                  <a:pt x="4600" y="4356"/>
                  <a:pt x="4711" y="4356"/>
                </a:cubicBezTo>
                <a:cubicBezTo>
                  <a:pt x="4821" y="4356"/>
                  <a:pt x="4931" y="4396"/>
                  <a:pt x="5010" y="4474"/>
                </a:cubicBezTo>
                <a:lnTo>
                  <a:pt x="5955" y="5420"/>
                </a:lnTo>
                <a:lnTo>
                  <a:pt x="6995" y="4348"/>
                </a:lnTo>
                <a:lnTo>
                  <a:pt x="6050" y="3403"/>
                </a:lnTo>
                <a:cubicBezTo>
                  <a:pt x="5892" y="3246"/>
                  <a:pt x="5892" y="2962"/>
                  <a:pt x="6050" y="2805"/>
                </a:cubicBezTo>
                <a:cubicBezTo>
                  <a:pt x="6128" y="2726"/>
                  <a:pt x="6239" y="2687"/>
                  <a:pt x="6349" y="2687"/>
                </a:cubicBezTo>
                <a:close/>
                <a:moveTo>
                  <a:pt x="5987" y="1"/>
                </a:moveTo>
                <a:cubicBezTo>
                  <a:pt x="2805" y="757"/>
                  <a:pt x="788" y="3025"/>
                  <a:pt x="1" y="6081"/>
                </a:cubicBezTo>
                <a:lnTo>
                  <a:pt x="5955" y="12036"/>
                </a:lnTo>
                <a:cubicBezTo>
                  <a:pt x="9106" y="11248"/>
                  <a:pt x="11153" y="9043"/>
                  <a:pt x="11941" y="5955"/>
                </a:cubicBezTo>
                <a:lnTo>
                  <a:pt x="598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9" name="Google Shape;4109;p26"/>
          <p:cNvSpPr/>
          <p:nvPr/>
        </p:nvSpPr>
        <p:spPr>
          <a:xfrm>
            <a:off x="1934259" y="3864387"/>
            <a:ext cx="407845" cy="344959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0" name="Google Shape;4110;p26"/>
          <p:cNvSpPr/>
          <p:nvPr/>
        </p:nvSpPr>
        <p:spPr>
          <a:xfrm>
            <a:off x="4049188" y="3404414"/>
            <a:ext cx="107580" cy="106292"/>
          </a:xfrm>
          <a:custGeom>
            <a:rect b="b" l="l" r="r" t="t"/>
            <a:pathLst>
              <a:path extrusionOk="0" h="3301" w="3341">
                <a:moveTo>
                  <a:pt x="2238" y="1"/>
                </a:moveTo>
                <a:lnTo>
                  <a:pt x="1" y="2237"/>
                </a:lnTo>
                <a:lnTo>
                  <a:pt x="946" y="3183"/>
                </a:lnTo>
                <a:cubicBezTo>
                  <a:pt x="1040" y="3261"/>
                  <a:pt x="1151" y="3301"/>
                  <a:pt x="1257" y="3301"/>
                </a:cubicBezTo>
                <a:cubicBezTo>
                  <a:pt x="1363" y="3301"/>
                  <a:pt x="1466" y="3261"/>
                  <a:pt x="1545" y="3183"/>
                </a:cubicBezTo>
                <a:lnTo>
                  <a:pt x="3183" y="1544"/>
                </a:lnTo>
                <a:cubicBezTo>
                  <a:pt x="3340" y="1387"/>
                  <a:pt x="3340" y="1103"/>
                  <a:pt x="3183" y="946"/>
                </a:cubicBezTo>
                <a:lnTo>
                  <a:pt x="223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1" name="Google Shape;4111;p26"/>
          <p:cNvSpPr/>
          <p:nvPr/>
        </p:nvSpPr>
        <p:spPr>
          <a:xfrm>
            <a:off x="3917330" y="3285982"/>
            <a:ext cx="320583" cy="407588"/>
          </a:xfrm>
          <a:custGeom>
            <a:rect b="b" l="l" r="r" t="t"/>
            <a:pathLst>
              <a:path extrusionOk="0" h="12658" w="9956">
                <a:moveTo>
                  <a:pt x="4537" y="8625"/>
                </a:moveTo>
                <a:cubicBezTo>
                  <a:pt x="4757" y="8625"/>
                  <a:pt x="4946" y="8845"/>
                  <a:pt x="4946" y="9066"/>
                </a:cubicBezTo>
                <a:cubicBezTo>
                  <a:pt x="4915" y="9255"/>
                  <a:pt x="4757" y="9475"/>
                  <a:pt x="4537" y="9475"/>
                </a:cubicBezTo>
                <a:cubicBezTo>
                  <a:pt x="4285" y="9475"/>
                  <a:pt x="4096" y="9255"/>
                  <a:pt x="4096" y="9066"/>
                </a:cubicBezTo>
                <a:cubicBezTo>
                  <a:pt x="4096" y="8845"/>
                  <a:pt x="4285" y="8625"/>
                  <a:pt x="4537" y="8625"/>
                </a:cubicBezTo>
                <a:close/>
                <a:moveTo>
                  <a:pt x="2615" y="0"/>
                </a:moveTo>
                <a:cubicBezTo>
                  <a:pt x="2513" y="0"/>
                  <a:pt x="2410" y="40"/>
                  <a:pt x="2332" y="119"/>
                </a:cubicBezTo>
                <a:lnTo>
                  <a:pt x="662" y="1788"/>
                </a:lnTo>
                <a:cubicBezTo>
                  <a:pt x="504" y="1946"/>
                  <a:pt x="504" y="2229"/>
                  <a:pt x="662" y="2355"/>
                </a:cubicBezTo>
                <a:lnTo>
                  <a:pt x="1764" y="3458"/>
                </a:lnTo>
                <a:cubicBezTo>
                  <a:pt x="1166" y="4183"/>
                  <a:pt x="819" y="5096"/>
                  <a:pt x="819" y="6073"/>
                </a:cubicBezTo>
                <a:cubicBezTo>
                  <a:pt x="819" y="7774"/>
                  <a:pt x="1859" y="9223"/>
                  <a:pt x="3308" y="9853"/>
                </a:cubicBezTo>
                <a:lnTo>
                  <a:pt x="3308" y="10200"/>
                </a:lnTo>
                <a:lnTo>
                  <a:pt x="1229" y="10200"/>
                </a:lnTo>
                <a:cubicBezTo>
                  <a:pt x="536" y="10200"/>
                  <a:pt x="0" y="10767"/>
                  <a:pt x="0" y="11429"/>
                </a:cubicBezTo>
                <a:lnTo>
                  <a:pt x="0" y="12248"/>
                </a:lnTo>
                <a:cubicBezTo>
                  <a:pt x="0" y="12500"/>
                  <a:pt x="189" y="12657"/>
                  <a:pt x="441" y="12657"/>
                </a:cubicBezTo>
                <a:lnTo>
                  <a:pt x="8696" y="12657"/>
                </a:lnTo>
                <a:cubicBezTo>
                  <a:pt x="8948" y="12657"/>
                  <a:pt x="9137" y="12468"/>
                  <a:pt x="9137" y="12248"/>
                </a:cubicBezTo>
                <a:lnTo>
                  <a:pt x="9137" y="11429"/>
                </a:lnTo>
                <a:cubicBezTo>
                  <a:pt x="9137" y="10767"/>
                  <a:pt x="8570" y="10200"/>
                  <a:pt x="7876" y="10200"/>
                </a:cubicBezTo>
                <a:lnTo>
                  <a:pt x="5797" y="10200"/>
                </a:lnTo>
                <a:lnTo>
                  <a:pt x="5797" y="10137"/>
                </a:lnTo>
                <a:cubicBezTo>
                  <a:pt x="7120" y="9853"/>
                  <a:pt x="8223" y="8940"/>
                  <a:pt x="8790" y="7743"/>
                </a:cubicBezTo>
                <a:lnTo>
                  <a:pt x="9515" y="7743"/>
                </a:lnTo>
                <a:cubicBezTo>
                  <a:pt x="9767" y="7743"/>
                  <a:pt x="9956" y="7522"/>
                  <a:pt x="9956" y="7333"/>
                </a:cubicBezTo>
                <a:cubicBezTo>
                  <a:pt x="9893" y="7176"/>
                  <a:pt x="9735" y="6987"/>
                  <a:pt x="9483" y="6987"/>
                </a:cubicBezTo>
                <a:lnTo>
                  <a:pt x="6994" y="6987"/>
                </a:lnTo>
                <a:cubicBezTo>
                  <a:pt x="6774" y="6987"/>
                  <a:pt x="6585" y="7176"/>
                  <a:pt x="6585" y="7365"/>
                </a:cubicBezTo>
                <a:cubicBezTo>
                  <a:pt x="6585" y="7617"/>
                  <a:pt x="6774" y="7774"/>
                  <a:pt x="6994" y="7774"/>
                </a:cubicBezTo>
                <a:lnTo>
                  <a:pt x="7845" y="7774"/>
                </a:lnTo>
                <a:cubicBezTo>
                  <a:pt x="7404" y="8530"/>
                  <a:pt x="6648" y="9097"/>
                  <a:pt x="5734" y="9318"/>
                </a:cubicBezTo>
                <a:lnTo>
                  <a:pt x="5734" y="8971"/>
                </a:lnTo>
                <a:cubicBezTo>
                  <a:pt x="5734" y="8310"/>
                  <a:pt x="5198" y="7774"/>
                  <a:pt x="4537" y="7743"/>
                </a:cubicBezTo>
                <a:cubicBezTo>
                  <a:pt x="3844" y="7743"/>
                  <a:pt x="3308" y="8278"/>
                  <a:pt x="3308" y="8940"/>
                </a:cubicBezTo>
                <a:cubicBezTo>
                  <a:pt x="2332" y="8373"/>
                  <a:pt x="1638" y="7302"/>
                  <a:pt x="1638" y="6073"/>
                </a:cubicBezTo>
                <a:cubicBezTo>
                  <a:pt x="1638" y="5285"/>
                  <a:pt x="1922" y="4624"/>
                  <a:pt x="2363" y="4057"/>
                </a:cubicBezTo>
                <a:lnTo>
                  <a:pt x="3529" y="5254"/>
                </a:lnTo>
                <a:lnTo>
                  <a:pt x="5797" y="3017"/>
                </a:lnTo>
                <a:lnTo>
                  <a:pt x="2899" y="119"/>
                </a:lnTo>
                <a:cubicBezTo>
                  <a:pt x="2820" y="40"/>
                  <a:pt x="2717" y="0"/>
                  <a:pt x="26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2" name="Google Shape;4112;p26"/>
          <p:cNvSpPr/>
          <p:nvPr/>
        </p:nvSpPr>
        <p:spPr>
          <a:xfrm>
            <a:off x="1381967" y="1301515"/>
            <a:ext cx="401759" cy="407233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3" name="Google Shape;4113;p26"/>
          <p:cNvSpPr/>
          <p:nvPr/>
        </p:nvSpPr>
        <p:spPr>
          <a:xfrm>
            <a:off x="1409351" y="1781374"/>
            <a:ext cx="346987" cy="40987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4" name="Google Shape;4114;p26"/>
          <p:cNvSpPr/>
          <p:nvPr/>
        </p:nvSpPr>
        <p:spPr>
          <a:xfrm>
            <a:off x="1376633" y="2269686"/>
            <a:ext cx="407845" cy="159293"/>
          </a:xfrm>
          <a:custGeom>
            <a:rect b="b" l="l" r="r" t="t"/>
            <a:pathLst>
              <a:path extrusionOk="0" h="4947" w="12666">
                <a:moveTo>
                  <a:pt x="2868" y="820"/>
                </a:moveTo>
                <a:cubicBezTo>
                  <a:pt x="3120" y="820"/>
                  <a:pt x="3277" y="1009"/>
                  <a:pt x="3277" y="1261"/>
                </a:cubicBezTo>
                <a:lnTo>
                  <a:pt x="3277" y="2899"/>
                </a:lnTo>
                <a:cubicBezTo>
                  <a:pt x="3277" y="3151"/>
                  <a:pt x="3057" y="3308"/>
                  <a:pt x="2868" y="3308"/>
                </a:cubicBezTo>
                <a:cubicBezTo>
                  <a:pt x="2647" y="3308"/>
                  <a:pt x="2490" y="3119"/>
                  <a:pt x="2427" y="2899"/>
                </a:cubicBezTo>
                <a:lnTo>
                  <a:pt x="2427" y="1261"/>
                </a:lnTo>
                <a:cubicBezTo>
                  <a:pt x="2427" y="1009"/>
                  <a:pt x="2647" y="851"/>
                  <a:pt x="2868" y="820"/>
                </a:cubicBezTo>
                <a:close/>
                <a:moveTo>
                  <a:pt x="9767" y="820"/>
                </a:moveTo>
                <a:cubicBezTo>
                  <a:pt x="9988" y="820"/>
                  <a:pt x="10145" y="1009"/>
                  <a:pt x="10145" y="1261"/>
                </a:cubicBezTo>
                <a:lnTo>
                  <a:pt x="10145" y="2899"/>
                </a:lnTo>
                <a:cubicBezTo>
                  <a:pt x="10145" y="3151"/>
                  <a:pt x="9956" y="3308"/>
                  <a:pt x="9767" y="3308"/>
                </a:cubicBezTo>
                <a:cubicBezTo>
                  <a:pt x="9515" y="3308"/>
                  <a:pt x="9358" y="3119"/>
                  <a:pt x="9326" y="2899"/>
                </a:cubicBezTo>
                <a:lnTo>
                  <a:pt x="9326" y="1261"/>
                </a:lnTo>
                <a:cubicBezTo>
                  <a:pt x="9326" y="1009"/>
                  <a:pt x="9515" y="851"/>
                  <a:pt x="9767" y="820"/>
                </a:cubicBezTo>
                <a:close/>
                <a:moveTo>
                  <a:pt x="2868" y="0"/>
                </a:moveTo>
                <a:cubicBezTo>
                  <a:pt x="2206" y="0"/>
                  <a:pt x="1639" y="536"/>
                  <a:pt x="1608" y="1229"/>
                </a:cubicBezTo>
                <a:lnTo>
                  <a:pt x="1608" y="1639"/>
                </a:lnTo>
                <a:lnTo>
                  <a:pt x="1230" y="1639"/>
                </a:lnTo>
                <a:cubicBezTo>
                  <a:pt x="536" y="1639"/>
                  <a:pt x="1" y="2206"/>
                  <a:pt x="1" y="2867"/>
                </a:cubicBezTo>
                <a:lnTo>
                  <a:pt x="1" y="4947"/>
                </a:lnTo>
                <a:lnTo>
                  <a:pt x="12666" y="4947"/>
                </a:lnTo>
                <a:lnTo>
                  <a:pt x="12666" y="2867"/>
                </a:lnTo>
                <a:cubicBezTo>
                  <a:pt x="12634" y="2206"/>
                  <a:pt x="12036" y="1639"/>
                  <a:pt x="11374" y="1639"/>
                </a:cubicBezTo>
                <a:lnTo>
                  <a:pt x="10996" y="1639"/>
                </a:lnTo>
                <a:lnTo>
                  <a:pt x="10996" y="1229"/>
                </a:lnTo>
                <a:cubicBezTo>
                  <a:pt x="10996" y="536"/>
                  <a:pt x="10429" y="0"/>
                  <a:pt x="9767" y="0"/>
                </a:cubicBezTo>
                <a:cubicBezTo>
                  <a:pt x="9106" y="0"/>
                  <a:pt x="8539" y="536"/>
                  <a:pt x="8507" y="1229"/>
                </a:cubicBezTo>
                <a:lnTo>
                  <a:pt x="8507" y="1639"/>
                </a:lnTo>
                <a:lnTo>
                  <a:pt x="4097" y="1639"/>
                </a:lnTo>
                <a:lnTo>
                  <a:pt x="4097" y="1229"/>
                </a:lnTo>
                <a:cubicBezTo>
                  <a:pt x="4097" y="536"/>
                  <a:pt x="3561" y="0"/>
                  <a:pt x="286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5" name="Google Shape;4115;p26"/>
          <p:cNvSpPr/>
          <p:nvPr/>
        </p:nvSpPr>
        <p:spPr>
          <a:xfrm>
            <a:off x="1374604" y="2457347"/>
            <a:ext cx="407845" cy="220184"/>
          </a:xfrm>
          <a:custGeom>
            <a:rect b="b" l="l" r="r" t="t"/>
            <a:pathLst>
              <a:path extrusionOk="0" h="6838" w="12666">
                <a:moveTo>
                  <a:pt x="1" y="1"/>
                </a:moveTo>
                <a:lnTo>
                  <a:pt x="1" y="5640"/>
                </a:lnTo>
                <a:lnTo>
                  <a:pt x="32" y="5640"/>
                </a:lnTo>
                <a:cubicBezTo>
                  <a:pt x="32" y="6302"/>
                  <a:pt x="568" y="6837"/>
                  <a:pt x="1261" y="6837"/>
                </a:cubicBezTo>
                <a:lnTo>
                  <a:pt x="11437" y="6837"/>
                </a:lnTo>
                <a:cubicBezTo>
                  <a:pt x="12099" y="6837"/>
                  <a:pt x="12666" y="6302"/>
                  <a:pt x="12666" y="5640"/>
                </a:cubicBezTo>
                <a:lnTo>
                  <a:pt x="1266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6" name="Google Shape;4116;p26"/>
          <p:cNvSpPr/>
          <p:nvPr/>
        </p:nvSpPr>
        <p:spPr>
          <a:xfrm>
            <a:off x="4002905" y="1417416"/>
            <a:ext cx="203923" cy="319585"/>
          </a:xfrm>
          <a:custGeom>
            <a:rect b="b" l="l" r="r" t="t"/>
            <a:pathLst>
              <a:path extrusionOk="0" h="9925" w="6333">
                <a:moveTo>
                  <a:pt x="4694" y="1"/>
                </a:moveTo>
                <a:lnTo>
                  <a:pt x="4694" y="7877"/>
                </a:lnTo>
                <a:cubicBezTo>
                  <a:pt x="4694" y="8097"/>
                  <a:pt x="4474" y="8255"/>
                  <a:pt x="4253" y="8255"/>
                </a:cubicBezTo>
                <a:cubicBezTo>
                  <a:pt x="2993" y="8255"/>
                  <a:pt x="1638" y="8696"/>
                  <a:pt x="693" y="9452"/>
                </a:cubicBezTo>
                <a:cubicBezTo>
                  <a:pt x="536" y="9546"/>
                  <a:pt x="189" y="9925"/>
                  <a:pt x="0" y="9925"/>
                </a:cubicBezTo>
                <a:lnTo>
                  <a:pt x="5073" y="9925"/>
                </a:lnTo>
                <a:cubicBezTo>
                  <a:pt x="5734" y="9925"/>
                  <a:pt x="6333" y="9357"/>
                  <a:pt x="6333" y="8696"/>
                </a:cubicBezTo>
                <a:lnTo>
                  <a:pt x="6333" y="1229"/>
                </a:lnTo>
                <a:cubicBezTo>
                  <a:pt x="6333" y="536"/>
                  <a:pt x="5766" y="1"/>
                  <a:pt x="507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7" name="Google Shape;4117;p26"/>
          <p:cNvSpPr/>
          <p:nvPr/>
        </p:nvSpPr>
        <p:spPr>
          <a:xfrm>
            <a:off x="3877101" y="1364673"/>
            <a:ext cx="111637" cy="331757"/>
          </a:xfrm>
          <a:custGeom>
            <a:rect b="b" l="l" r="r" t="t"/>
            <a:pathLst>
              <a:path extrusionOk="0" h="10303" w="3467">
                <a:moveTo>
                  <a:pt x="1" y="0"/>
                </a:moveTo>
                <a:lnTo>
                  <a:pt x="1" y="9105"/>
                </a:lnTo>
                <a:cubicBezTo>
                  <a:pt x="1166" y="9200"/>
                  <a:pt x="2489" y="9578"/>
                  <a:pt x="3466" y="10302"/>
                </a:cubicBezTo>
                <a:lnTo>
                  <a:pt x="3466" y="1197"/>
                </a:lnTo>
                <a:cubicBezTo>
                  <a:pt x="2489" y="473"/>
                  <a:pt x="1229" y="95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8" name="Google Shape;4118;p26"/>
          <p:cNvSpPr/>
          <p:nvPr/>
        </p:nvSpPr>
        <p:spPr>
          <a:xfrm>
            <a:off x="4015077" y="1364673"/>
            <a:ext cx="111605" cy="331757"/>
          </a:xfrm>
          <a:custGeom>
            <a:rect b="b" l="l" r="r" t="t"/>
            <a:pathLst>
              <a:path extrusionOk="0" h="10303" w="3466">
                <a:moveTo>
                  <a:pt x="3466" y="0"/>
                </a:moveTo>
                <a:cubicBezTo>
                  <a:pt x="2300" y="95"/>
                  <a:pt x="977" y="473"/>
                  <a:pt x="0" y="1197"/>
                </a:cubicBezTo>
                <a:lnTo>
                  <a:pt x="0" y="10302"/>
                </a:lnTo>
                <a:cubicBezTo>
                  <a:pt x="977" y="9578"/>
                  <a:pt x="2237" y="9200"/>
                  <a:pt x="3466" y="9105"/>
                </a:cubicBezTo>
                <a:lnTo>
                  <a:pt x="346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9" name="Google Shape;4119;p26"/>
          <p:cNvSpPr/>
          <p:nvPr/>
        </p:nvSpPr>
        <p:spPr>
          <a:xfrm>
            <a:off x="3797986" y="1417416"/>
            <a:ext cx="202924" cy="319585"/>
          </a:xfrm>
          <a:custGeom>
            <a:rect b="b" l="l" r="r" t="t"/>
            <a:pathLst>
              <a:path extrusionOk="0" h="9925" w="6302">
                <a:moveTo>
                  <a:pt x="1229" y="1"/>
                </a:moveTo>
                <a:cubicBezTo>
                  <a:pt x="567" y="1"/>
                  <a:pt x="0" y="536"/>
                  <a:pt x="0" y="1198"/>
                </a:cubicBezTo>
                <a:lnTo>
                  <a:pt x="0" y="8664"/>
                </a:lnTo>
                <a:cubicBezTo>
                  <a:pt x="32" y="9357"/>
                  <a:pt x="567" y="9925"/>
                  <a:pt x="1229" y="9925"/>
                </a:cubicBezTo>
                <a:lnTo>
                  <a:pt x="6301" y="9925"/>
                </a:lnTo>
                <a:cubicBezTo>
                  <a:pt x="6112" y="9925"/>
                  <a:pt x="5766" y="9609"/>
                  <a:pt x="5608" y="9452"/>
                </a:cubicBezTo>
                <a:cubicBezTo>
                  <a:pt x="4631" y="8664"/>
                  <a:pt x="3277" y="8255"/>
                  <a:pt x="2048" y="8255"/>
                </a:cubicBezTo>
                <a:cubicBezTo>
                  <a:pt x="1828" y="8255"/>
                  <a:pt x="1638" y="8066"/>
                  <a:pt x="1638" y="7877"/>
                </a:cubicBezTo>
                <a:lnTo>
                  <a:pt x="163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0" name="Google Shape;4120;p26"/>
          <p:cNvSpPr/>
          <p:nvPr/>
        </p:nvSpPr>
        <p:spPr>
          <a:xfrm>
            <a:off x="3802027" y="1807014"/>
            <a:ext cx="400761" cy="173204"/>
          </a:xfrm>
          <a:custGeom>
            <a:rect b="b" l="l" r="r" t="t"/>
            <a:pathLst>
              <a:path extrusionOk="0" h="5379" w="12446">
                <a:moveTo>
                  <a:pt x="3088" y="0"/>
                </a:moveTo>
                <a:cubicBezTo>
                  <a:pt x="1639" y="0"/>
                  <a:pt x="316" y="1008"/>
                  <a:pt x="95" y="2489"/>
                </a:cubicBezTo>
                <a:cubicBezTo>
                  <a:pt x="1" y="3214"/>
                  <a:pt x="190" y="3938"/>
                  <a:pt x="568" y="4506"/>
                </a:cubicBezTo>
                <a:cubicBezTo>
                  <a:pt x="962" y="5071"/>
                  <a:pt x="1607" y="5366"/>
                  <a:pt x="2240" y="5366"/>
                </a:cubicBezTo>
                <a:cubicBezTo>
                  <a:pt x="2772" y="5366"/>
                  <a:pt x="3296" y="5157"/>
                  <a:pt x="3655" y="4726"/>
                </a:cubicBezTo>
                <a:cubicBezTo>
                  <a:pt x="4569" y="3655"/>
                  <a:pt x="3844" y="2489"/>
                  <a:pt x="2836" y="2489"/>
                </a:cubicBezTo>
                <a:cubicBezTo>
                  <a:pt x="2584" y="2489"/>
                  <a:pt x="2427" y="2678"/>
                  <a:pt x="2427" y="2899"/>
                </a:cubicBezTo>
                <a:cubicBezTo>
                  <a:pt x="2427" y="3151"/>
                  <a:pt x="2616" y="3308"/>
                  <a:pt x="2836" y="3340"/>
                </a:cubicBezTo>
                <a:cubicBezTo>
                  <a:pt x="3057" y="3340"/>
                  <a:pt x="3214" y="3529"/>
                  <a:pt x="3214" y="3749"/>
                </a:cubicBezTo>
                <a:cubicBezTo>
                  <a:pt x="3214" y="3970"/>
                  <a:pt x="3025" y="4127"/>
                  <a:pt x="2836" y="4127"/>
                </a:cubicBezTo>
                <a:cubicBezTo>
                  <a:pt x="2049" y="4127"/>
                  <a:pt x="1450" y="3434"/>
                  <a:pt x="1608" y="2584"/>
                </a:cubicBezTo>
                <a:cubicBezTo>
                  <a:pt x="1754" y="1999"/>
                  <a:pt x="2279" y="1632"/>
                  <a:pt x="2882" y="1632"/>
                </a:cubicBezTo>
                <a:cubicBezTo>
                  <a:pt x="2930" y="1632"/>
                  <a:pt x="2977" y="1634"/>
                  <a:pt x="3025" y="1639"/>
                </a:cubicBezTo>
                <a:cubicBezTo>
                  <a:pt x="3624" y="1733"/>
                  <a:pt x="4128" y="2048"/>
                  <a:pt x="4474" y="2489"/>
                </a:cubicBezTo>
                <a:lnTo>
                  <a:pt x="7908" y="2489"/>
                </a:lnTo>
                <a:cubicBezTo>
                  <a:pt x="8255" y="2017"/>
                  <a:pt x="8759" y="1702"/>
                  <a:pt x="9358" y="1639"/>
                </a:cubicBezTo>
                <a:cubicBezTo>
                  <a:pt x="9406" y="1634"/>
                  <a:pt x="9453" y="1632"/>
                  <a:pt x="9501" y="1632"/>
                </a:cubicBezTo>
                <a:cubicBezTo>
                  <a:pt x="10104" y="1632"/>
                  <a:pt x="10629" y="1999"/>
                  <a:pt x="10775" y="2584"/>
                </a:cubicBezTo>
                <a:cubicBezTo>
                  <a:pt x="10964" y="3434"/>
                  <a:pt x="10334" y="4127"/>
                  <a:pt x="9547" y="4127"/>
                </a:cubicBezTo>
                <a:cubicBezTo>
                  <a:pt x="9326" y="4127"/>
                  <a:pt x="9137" y="3938"/>
                  <a:pt x="9137" y="3749"/>
                </a:cubicBezTo>
                <a:cubicBezTo>
                  <a:pt x="9137" y="3497"/>
                  <a:pt x="9326" y="3340"/>
                  <a:pt x="9547" y="3340"/>
                </a:cubicBezTo>
                <a:cubicBezTo>
                  <a:pt x="9799" y="3340"/>
                  <a:pt x="9956" y="3151"/>
                  <a:pt x="9956" y="2899"/>
                </a:cubicBezTo>
                <a:cubicBezTo>
                  <a:pt x="9956" y="2678"/>
                  <a:pt x="9767" y="2521"/>
                  <a:pt x="9547" y="2489"/>
                </a:cubicBezTo>
                <a:cubicBezTo>
                  <a:pt x="8539" y="2489"/>
                  <a:pt x="7814" y="3686"/>
                  <a:pt x="8728" y="4726"/>
                </a:cubicBezTo>
                <a:cubicBezTo>
                  <a:pt x="9099" y="5169"/>
                  <a:pt x="9626" y="5379"/>
                  <a:pt x="10158" y="5379"/>
                </a:cubicBezTo>
                <a:cubicBezTo>
                  <a:pt x="10800" y="5379"/>
                  <a:pt x="11451" y="5074"/>
                  <a:pt x="11847" y="4506"/>
                </a:cubicBezTo>
                <a:cubicBezTo>
                  <a:pt x="12225" y="3970"/>
                  <a:pt x="12445" y="3277"/>
                  <a:pt x="12319" y="2489"/>
                </a:cubicBezTo>
                <a:cubicBezTo>
                  <a:pt x="12130" y="1008"/>
                  <a:pt x="10775" y="0"/>
                  <a:pt x="93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1" name="Google Shape;4121;p26"/>
          <p:cNvSpPr/>
          <p:nvPr/>
        </p:nvSpPr>
        <p:spPr>
          <a:xfrm>
            <a:off x="3879146" y="1969334"/>
            <a:ext cx="238409" cy="245525"/>
          </a:xfrm>
          <a:custGeom>
            <a:rect b="b" l="l" r="r" t="t"/>
            <a:pathLst>
              <a:path extrusionOk="0" h="7625" w="7404">
                <a:moveTo>
                  <a:pt x="2426" y="0"/>
                </a:moveTo>
                <a:lnTo>
                  <a:pt x="2426" y="5639"/>
                </a:lnTo>
                <a:cubicBezTo>
                  <a:pt x="2426" y="5860"/>
                  <a:pt x="2237" y="6017"/>
                  <a:pt x="2048" y="6017"/>
                </a:cubicBezTo>
                <a:cubicBezTo>
                  <a:pt x="1796" y="6017"/>
                  <a:pt x="1638" y="5828"/>
                  <a:pt x="1638" y="5639"/>
                </a:cubicBezTo>
                <a:lnTo>
                  <a:pt x="1638" y="473"/>
                </a:lnTo>
                <a:cubicBezTo>
                  <a:pt x="1229" y="851"/>
                  <a:pt x="630" y="1103"/>
                  <a:pt x="0" y="1134"/>
                </a:cubicBezTo>
                <a:lnTo>
                  <a:pt x="0" y="7246"/>
                </a:lnTo>
                <a:cubicBezTo>
                  <a:pt x="0" y="7467"/>
                  <a:pt x="189" y="7624"/>
                  <a:pt x="378" y="7624"/>
                </a:cubicBezTo>
                <a:lnTo>
                  <a:pt x="6994" y="7624"/>
                </a:lnTo>
                <a:cubicBezTo>
                  <a:pt x="7246" y="7624"/>
                  <a:pt x="7404" y="7435"/>
                  <a:pt x="7404" y="7246"/>
                </a:cubicBezTo>
                <a:lnTo>
                  <a:pt x="7404" y="1134"/>
                </a:lnTo>
                <a:cubicBezTo>
                  <a:pt x="6774" y="1071"/>
                  <a:pt x="6175" y="788"/>
                  <a:pt x="5734" y="315"/>
                </a:cubicBezTo>
                <a:lnTo>
                  <a:pt x="5734" y="5639"/>
                </a:lnTo>
                <a:cubicBezTo>
                  <a:pt x="5734" y="5860"/>
                  <a:pt x="5545" y="6017"/>
                  <a:pt x="5324" y="6017"/>
                </a:cubicBezTo>
                <a:cubicBezTo>
                  <a:pt x="5072" y="6017"/>
                  <a:pt x="4915" y="5828"/>
                  <a:pt x="4915" y="5639"/>
                </a:cubicBezTo>
                <a:lnTo>
                  <a:pt x="4915" y="0"/>
                </a:lnTo>
                <a:lnTo>
                  <a:pt x="4096" y="0"/>
                </a:lnTo>
                <a:lnTo>
                  <a:pt x="4096" y="5639"/>
                </a:lnTo>
                <a:cubicBezTo>
                  <a:pt x="4096" y="5860"/>
                  <a:pt x="3907" y="6017"/>
                  <a:pt x="3686" y="6017"/>
                </a:cubicBezTo>
                <a:cubicBezTo>
                  <a:pt x="3466" y="6017"/>
                  <a:pt x="3277" y="5828"/>
                  <a:pt x="3277" y="5639"/>
                </a:cubicBezTo>
                <a:lnTo>
                  <a:pt x="327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2" name="Google Shape;4122;p26"/>
          <p:cNvSpPr/>
          <p:nvPr/>
        </p:nvSpPr>
        <p:spPr>
          <a:xfrm>
            <a:off x="3959291" y="1914530"/>
            <a:ext cx="86232" cy="26404"/>
          </a:xfrm>
          <a:custGeom>
            <a:rect b="b" l="l" r="r" t="t"/>
            <a:pathLst>
              <a:path extrusionOk="0" h="820" w="2678">
                <a:moveTo>
                  <a:pt x="0" y="1"/>
                </a:moveTo>
                <a:cubicBezTo>
                  <a:pt x="32" y="127"/>
                  <a:pt x="32" y="284"/>
                  <a:pt x="32" y="379"/>
                </a:cubicBezTo>
                <a:cubicBezTo>
                  <a:pt x="32" y="536"/>
                  <a:pt x="32" y="662"/>
                  <a:pt x="0" y="788"/>
                </a:cubicBezTo>
                <a:lnTo>
                  <a:pt x="2666" y="788"/>
                </a:lnTo>
                <a:cubicBezTo>
                  <a:pt x="2615" y="649"/>
                  <a:pt x="2615" y="555"/>
                  <a:pt x="2615" y="379"/>
                </a:cubicBezTo>
                <a:cubicBezTo>
                  <a:pt x="2615" y="284"/>
                  <a:pt x="2615" y="127"/>
                  <a:pt x="2678" y="1"/>
                </a:cubicBezTo>
                <a:close/>
                <a:moveTo>
                  <a:pt x="2666" y="788"/>
                </a:moveTo>
                <a:cubicBezTo>
                  <a:pt x="2670" y="799"/>
                  <a:pt x="2674" y="809"/>
                  <a:pt x="2678" y="820"/>
                </a:cubicBezTo>
                <a:lnTo>
                  <a:pt x="2678" y="788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3" name="Google Shape;4123;p26"/>
          <p:cNvSpPr/>
          <p:nvPr/>
        </p:nvSpPr>
        <p:spPr>
          <a:xfrm>
            <a:off x="3805700" y="2295664"/>
            <a:ext cx="399731" cy="409970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4" name="Google Shape;4124;p26"/>
          <p:cNvSpPr/>
          <p:nvPr/>
        </p:nvSpPr>
        <p:spPr>
          <a:xfrm>
            <a:off x="2395362" y="3075116"/>
            <a:ext cx="131054" cy="126192"/>
          </a:xfrm>
          <a:custGeom>
            <a:rect b="b" l="l" r="r" t="t"/>
            <a:pathLst>
              <a:path extrusionOk="0" h="3919" w="4070">
                <a:moveTo>
                  <a:pt x="1455" y="0"/>
                </a:moveTo>
                <a:lnTo>
                  <a:pt x="1013" y="2489"/>
                </a:lnTo>
                <a:lnTo>
                  <a:pt x="289" y="3214"/>
                </a:lnTo>
                <a:cubicBezTo>
                  <a:pt x="1" y="3502"/>
                  <a:pt x="280" y="3919"/>
                  <a:pt x="597" y="3919"/>
                </a:cubicBezTo>
                <a:cubicBezTo>
                  <a:pt x="695" y="3919"/>
                  <a:pt x="798" y="3878"/>
                  <a:pt x="887" y="3781"/>
                </a:cubicBezTo>
                <a:lnTo>
                  <a:pt x="1612" y="3088"/>
                </a:lnTo>
                <a:lnTo>
                  <a:pt x="4069" y="2647"/>
                </a:lnTo>
                <a:lnTo>
                  <a:pt x="145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5" name="Google Shape;4125;p26"/>
          <p:cNvSpPr/>
          <p:nvPr/>
        </p:nvSpPr>
        <p:spPr>
          <a:xfrm>
            <a:off x="2456381" y="2963511"/>
            <a:ext cx="182638" cy="181640"/>
          </a:xfrm>
          <a:custGeom>
            <a:rect b="b" l="l" r="r" t="t"/>
            <a:pathLst>
              <a:path extrusionOk="0" h="5641" w="5672">
                <a:moveTo>
                  <a:pt x="2742" y="1"/>
                </a:moveTo>
                <a:lnTo>
                  <a:pt x="1" y="2710"/>
                </a:lnTo>
                <a:lnTo>
                  <a:pt x="2931" y="5640"/>
                </a:lnTo>
                <a:lnTo>
                  <a:pt x="5671" y="2899"/>
                </a:lnTo>
                <a:lnTo>
                  <a:pt x="274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6" name="Google Shape;4126;p26"/>
          <p:cNvSpPr/>
          <p:nvPr/>
        </p:nvSpPr>
        <p:spPr>
          <a:xfrm>
            <a:off x="2537299" y="2791049"/>
            <a:ext cx="297947" cy="247586"/>
          </a:xfrm>
          <a:custGeom>
            <a:rect b="b" l="l" r="r" t="t"/>
            <a:pathLst>
              <a:path extrusionOk="0" h="7689" w="9253">
                <a:moveTo>
                  <a:pt x="3442" y="1"/>
                </a:moveTo>
                <a:cubicBezTo>
                  <a:pt x="3127" y="1"/>
                  <a:pt x="2812" y="127"/>
                  <a:pt x="2591" y="379"/>
                </a:cubicBezTo>
                <a:lnTo>
                  <a:pt x="292" y="2647"/>
                </a:lnTo>
                <a:cubicBezTo>
                  <a:pt x="1" y="2962"/>
                  <a:pt x="287" y="3370"/>
                  <a:pt x="607" y="3370"/>
                </a:cubicBezTo>
                <a:cubicBezTo>
                  <a:pt x="704" y="3370"/>
                  <a:pt x="803" y="3333"/>
                  <a:pt x="890" y="3246"/>
                </a:cubicBezTo>
                <a:lnTo>
                  <a:pt x="3190" y="946"/>
                </a:lnTo>
                <a:cubicBezTo>
                  <a:pt x="3269" y="867"/>
                  <a:pt x="3371" y="828"/>
                  <a:pt x="3474" y="828"/>
                </a:cubicBezTo>
                <a:cubicBezTo>
                  <a:pt x="3576" y="828"/>
                  <a:pt x="3678" y="867"/>
                  <a:pt x="3757" y="946"/>
                </a:cubicBezTo>
                <a:lnTo>
                  <a:pt x="4198" y="1387"/>
                </a:lnTo>
                <a:lnTo>
                  <a:pt x="827" y="4758"/>
                </a:lnTo>
                <a:lnTo>
                  <a:pt x="3726" y="7688"/>
                </a:lnTo>
                <a:lnTo>
                  <a:pt x="7821" y="3593"/>
                </a:lnTo>
                <a:cubicBezTo>
                  <a:pt x="9253" y="2161"/>
                  <a:pt x="8028" y="43"/>
                  <a:pt x="6392" y="43"/>
                </a:cubicBezTo>
                <a:cubicBezTo>
                  <a:pt x="5868" y="43"/>
                  <a:pt x="5301" y="261"/>
                  <a:pt x="4765" y="789"/>
                </a:cubicBezTo>
                <a:cubicBezTo>
                  <a:pt x="4324" y="379"/>
                  <a:pt x="4041" y="1"/>
                  <a:pt x="34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7" name="Google Shape;4127;p26"/>
          <p:cNvSpPr/>
          <p:nvPr/>
        </p:nvSpPr>
        <p:spPr>
          <a:xfrm>
            <a:off x="2689374" y="3466874"/>
            <a:ext cx="26404" cy="53774"/>
          </a:xfrm>
          <a:custGeom>
            <a:rect b="b" l="l" r="r" t="t"/>
            <a:pathLst>
              <a:path extrusionOk="0" h="1670" w="820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190" y="1607"/>
                  <a:pt x="442" y="1670"/>
                </a:cubicBezTo>
                <a:cubicBezTo>
                  <a:pt x="631" y="1607"/>
                  <a:pt x="820" y="1449"/>
                  <a:pt x="820" y="1229"/>
                </a:cubicBezTo>
                <a:lnTo>
                  <a:pt x="82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8" name="Google Shape;4128;p26"/>
          <p:cNvSpPr/>
          <p:nvPr/>
        </p:nvSpPr>
        <p:spPr>
          <a:xfrm>
            <a:off x="2529083" y="3466874"/>
            <a:ext cx="27434" cy="53774"/>
          </a:xfrm>
          <a:custGeom>
            <a:rect b="b" l="l" r="r" t="t"/>
            <a:pathLst>
              <a:path extrusionOk="0" h="1670" w="852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221" y="1607"/>
                  <a:pt x="410" y="1670"/>
                </a:cubicBezTo>
                <a:cubicBezTo>
                  <a:pt x="631" y="1607"/>
                  <a:pt x="851" y="1449"/>
                  <a:pt x="851" y="1229"/>
                </a:cubicBezTo>
                <a:lnTo>
                  <a:pt x="85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9" name="Google Shape;4129;p26"/>
          <p:cNvSpPr/>
          <p:nvPr/>
        </p:nvSpPr>
        <p:spPr>
          <a:xfrm>
            <a:off x="2445911" y="3518588"/>
            <a:ext cx="355102" cy="185697"/>
          </a:xfrm>
          <a:custGeom>
            <a:rect b="b" l="l" r="r" t="t"/>
            <a:pathLst>
              <a:path extrusionOk="0" h="5767" w="11028">
                <a:moveTo>
                  <a:pt x="7152" y="1671"/>
                </a:moveTo>
                <a:cubicBezTo>
                  <a:pt x="7404" y="1671"/>
                  <a:pt x="7593" y="1860"/>
                  <a:pt x="7593" y="2112"/>
                </a:cubicBezTo>
                <a:lnTo>
                  <a:pt x="7593" y="3750"/>
                </a:lnTo>
                <a:cubicBezTo>
                  <a:pt x="7593" y="4002"/>
                  <a:pt x="7404" y="4159"/>
                  <a:pt x="7152" y="4159"/>
                </a:cubicBezTo>
                <a:lnTo>
                  <a:pt x="3844" y="4159"/>
                </a:lnTo>
                <a:cubicBezTo>
                  <a:pt x="3624" y="4159"/>
                  <a:pt x="3434" y="3939"/>
                  <a:pt x="3434" y="3750"/>
                </a:cubicBezTo>
                <a:lnTo>
                  <a:pt x="3434" y="2112"/>
                </a:lnTo>
                <a:cubicBezTo>
                  <a:pt x="3434" y="1860"/>
                  <a:pt x="3624" y="1671"/>
                  <a:pt x="3844" y="1671"/>
                </a:cubicBezTo>
                <a:close/>
                <a:moveTo>
                  <a:pt x="0" y="1"/>
                </a:moveTo>
                <a:lnTo>
                  <a:pt x="0" y="4537"/>
                </a:lnTo>
                <a:cubicBezTo>
                  <a:pt x="0" y="5199"/>
                  <a:pt x="568" y="5766"/>
                  <a:pt x="1261" y="5766"/>
                </a:cubicBezTo>
                <a:lnTo>
                  <a:pt x="9798" y="5766"/>
                </a:lnTo>
                <a:cubicBezTo>
                  <a:pt x="10460" y="5766"/>
                  <a:pt x="11027" y="5199"/>
                  <a:pt x="11027" y="4537"/>
                </a:cubicBezTo>
                <a:lnTo>
                  <a:pt x="11027" y="1"/>
                </a:lnTo>
                <a:lnTo>
                  <a:pt x="9168" y="1"/>
                </a:lnTo>
                <a:cubicBezTo>
                  <a:pt x="9011" y="473"/>
                  <a:pt x="8538" y="851"/>
                  <a:pt x="8003" y="851"/>
                </a:cubicBezTo>
                <a:cubicBezTo>
                  <a:pt x="7436" y="851"/>
                  <a:pt x="6995" y="473"/>
                  <a:pt x="6806" y="1"/>
                </a:cubicBezTo>
                <a:lnTo>
                  <a:pt x="4159" y="1"/>
                </a:lnTo>
                <a:cubicBezTo>
                  <a:pt x="4002" y="473"/>
                  <a:pt x="3560" y="851"/>
                  <a:pt x="2993" y="851"/>
                </a:cubicBezTo>
                <a:cubicBezTo>
                  <a:pt x="2489" y="851"/>
                  <a:pt x="2017" y="536"/>
                  <a:pt x="18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0" name="Google Shape;4130;p26"/>
          <p:cNvSpPr/>
          <p:nvPr/>
        </p:nvSpPr>
        <p:spPr>
          <a:xfrm>
            <a:off x="2419539" y="3297439"/>
            <a:ext cx="407845" cy="194810"/>
          </a:xfrm>
          <a:custGeom>
            <a:rect b="b" l="l" r="r" t="t"/>
            <a:pathLst>
              <a:path extrusionOk="0" h="6050" w="12666">
                <a:moveTo>
                  <a:pt x="7971" y="820"/>
                </a:moveTo>
                <a:cubicBezTo>
                  <a:pt x="8223" y="820"/>
                  <a:pt x="8381" y="1009"/>
                  <a:pt x="8412" y="1229"/>
                </a:cubicBezTo>
                <a:lnTo>
                  <a:pt x="8412" y="1639"/>
                </a:lnTo>
                <a:lnTo>
                  <a:pt x="4253" y="1639"/>
                </a:lnTo>
                <a:lnTo>
                  <a:pt x="4253" y="1229"/>
                </a:lnTo>
                <a:cubicBezTo>
                  <a:pt x="4253" y="1009"/>
                  <a:pt x="4443" y="851"/>
                  <a:pt x="4663" y="820"/>
                </a:cubicBezTo>
                <a:close/>
                <a:moveTo>
                  <a:pt x="4632" y="1"/>
                </a:moveTo>
                <a:cubicBezTo>
                  <a:pt x="3970" y="1"/>
                  <a:pt x="3403" y="536"/>
                  <a:pt x="3403" y="1229"/>
                </a:cubicBezTo>
                <a:lnTo>
                  <a:pt x="3403" y="1639"/>
                </a:lnTo>
                <a:lnTo>
                  <a:pt x="1229" y="1639"/>
                </a:lnTo>
                <a:cubicBezTo>
                  <a:pt x="536" y="1639"/>
                  <a:pt x="0" y="2175"/>
                  <a:pt x="0" y="2868"/>
                </a:cubicBezTo>
                <a:lnTo>
                  <a:pt x="0" y="5609"/>
                </a:lnTo>
                <a:cubicBezTo>
                  <a:pt x="0" y="5861"/>
                  <a:pt x="189" y="6050"/>
                  <a:pt x="378" y="6050"/>
                </a:cubicBezTo>
                <a:lnTo>
                  <a:pt x="2584" y="6050"/>
                </a:lnTo>
                <a:lnTo>
                  <a:pt x="2584" y="4821"/>
                </a:lnTo>
                <a:cubicBezTo>
                  <a:pt x="2584" y="4600"/>
                  <a:pt x="2804" y="4380"/>
                  <a:pt x="3025" y="4380"/>
                </a:cubicBezTo>
                <a:lnTo>
                  <a:pt x="4663" y="4380"/>
                </a:lnTo>
                <a:cubicBezTo>
                  <a:pt x="4915" y="4380"/>
                  <a:pt x="5104" y="4600"/>
                  <a:pt x="5104" y="4821"/>
                </a:cubicBezTo>
                <a:lnTo>
                  <a:pt x="5104" y="6050"/>
                </a:lnTo>
                <a:lnTo>
                  <a:pt x="7593" y="6050"/>
                </a:lnTo>
                <a:lnTo>
                  <a:pt x="7593" y="4821"/>
                </a:lnTo>
                <a:cubicBezTo>
                  <a:pt x="7593" y="4600"/>
                  <a:pt x="7782" y="4380"/>
                  <a:pt x="7971" y="4380"/>
                </a:cubicBezTo>
                <a:lnTo>
                  <a:pt x="9641" y="4380"/>
                </a:lnTo>
                <a:cubicBezTo>
                  <a:pt x="9861" y="4380"/>
                  <a:pt x="10019" y="4600"/>
                  <a:pt x="10019" y="4821"/>
                </a:cubicBezTo>
                <a:lnTo>
                  <a:pt x="10019" y="6050"/>
                </a:lnTo>
                <a:lnTo>
                  <a:pt x="12224" y="6050"/>
                </a:lnTo>
                <a:cubicBezTo>
                  <a:pt x="12476" y="6050"/>
                  <a:pt x="12665" y="5861"/>
                  <a:pt x="12665" y="5609"/>
                </a:cubicBezTo>
                <a:lnTo>
                  <a:pt x="12665" y="2868"/>
                </a:lnTo>
                <a:cubicBezTo>
                  <a:pt x="12665" y="2238"/>
                  <a:pt x="12067" y="1639"/>
                  <a:pt x="11405" y="1639"/>
                </a:cubicBezTo>
                <a:lnTo>
                  <a:pt x="9200" y="1639"/>
                </a:lnTo>
                <a:lnTo>
                  <a:pt x="9200" y="1229"/>
                </a:lnTo>
                <a:cubicBezTo>
                  <a:pt x="9200" y="568"/>
                  <a:pt x="8664" y="32"/>
                  <a:pt x="79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26"/>
          <p:cNvSpPr/>
          <p:nvPr/>
        </p:nvSpPr>
        <p:spPr>
          <a:xfrm>
            <a:off x="2418524" y="3801800"/>
            <a:ext cx="327699" cy="326669"/>
          </a:xfrm>
          <a:custGeom>
            <a:rect b="b" l="l" r="r" t="t"/>
            <a:pathLst>
              <a:path extrusionOk="0" h="10145" w="10177">
                <a:moveTo>
                  <a:pt x="5104" y="3813"/>
                </a:moveTo>
                <a:cubicBezTo>
                  <a:pt x="5797" y="3813"/>
                  <a:pt x="6364" y="4348"/>
                  <a:pt x="6364" y="5073"/>
                </a:cubicBezTo>
                <a:cubicBezTo>
                  <a:pt x="6364" y="5766"/>
                  <a:pt x="5797" y="6333"/>
                  <a:pt x="5104" y="6333"/>
                </a:cubicBezTo>
                <a:cubicBezTo>
                  <a:pt x="4379" y="6333"/>
                  <a:pt x="3844" y="5766"/>
                  <a:pt x="3844" y="5073"/>
                </a:cubicBezTo>
                <a:cubicBezTo>
                  <a:pt x="3844" y="4411"/>
                  <a:pt x="4411" y="3813"/>
                  <a:pt x="5104" y="3813"/>
                </a:cubicBezTo>
                <a:close/>
                <a:moveTo>
                  <a:pt x="5104" y="0"/>
                </a:moveTo>
                <a:cubicBezTo>
                  <a:pt x="2300" y="0"/>
                  <a:pt x="0" y="2269"/>
                  <a:pt x="0" y="5073"/>
                </a:cubicBezTo>
                <a:cubicBezTo>
                  <a:pt x="63" y="7908"/>
                  <a:pt x="2300" y="10145"/>
                  <a:pt x="5104" y="10145"/>
                </a:cubicBezTo>
                <a:cubicBezTo>
                  <a:pt x="7877" y="10145"/>
                  <a:pt x="10176" y="7877"/>
                  <a:pt x="10176" y="5073"/>
                </a:cubicBezTo>
                <a:cubicBezTo>
                  <a:pt x="10176" y="2269"/>
                  <a:pt x="7877" y="0"/>
                  <a:pt x="5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26"/>
          <p:cNvSpPr/>
          <p:nvPr/>
        </p:nvSpPr>
        <p:spPr>
          <a:xfrm>
            <a:off x="2473296" y="3965986"/>
            <a:ext cx="355102" cy="243657"/>
          </a:xfrm>
          <a:custGeom>
            <a:rect b="b" l="l" r="r" t="t"/>
            <a:pathLst>
              <a:path extrusionOk="0" h="7567" w="11028">
                <a:moveTo>
                  <a:pt x="9774" y="0"/>
                </a:moveTo>
                <a:cubicBezTo>
                  <a:pt x="9040" y="0"/>
                  <a:pt x="8444" y="548"/>
                  <a:pt x="8444" y="1265"/>
                </a:cubicBezTo>
                <a:cubicBezTo>
                  <a:pt x="8444" y="1801"/>
                  <a:pt x="8790" y="2305"/>
                  <a:pt x="9295" y="2463"/>
                </a:cubicBezTo>
                <a:lnTo>
                  <a:pt x="9295" y="2967"/>
                </a:lnTo>
                <a:cubicBezTo>
                  <a:pt x="9295" y="4416"/>
                  <a:pt x="8192" y="5645"/>
                  <a:pt x="6774" y="5834"/>
                </a:cubicBezTo>
                <a:lnTo>
                  <a:pt x="6774" y="4825"/>
                </a:lnTo>
                <a:cubicBezTo>
                  <a:pt x="5829" y="5487"/>
                  <a:pt x="4663" y="5865"/>
                  <a:pt x="3403" y="5865"/>
                </a:cubicBezTo>
                <a:cubicBezTo>
                  <a:pt x="2143" y="5865"/>
                  <a:pt x="977" y="5487"/>
                  <a:pt x="1" y="4825"/>
                </a:cubicBezTo>
                <a:lnTo>
                  <a:pt x="1" y="6306"/>
                </a:lnTo>
                <a:cubicBezTo>
                  <a:pt x="1" y="7031"/>
                  <a:pt x="568" y="7566"/>
                  <a:pt x="1261" y="7566"/>
                </a:cubicBezTo>
                <a:lnTo>
                  <a:pt x="5388" y="7566"/>
                </a:lnTo>
                <a:cubicBezTo>
                  <a:pt x="5955" y="7566"/>
                  <a:pt x="6459" y="7220"/>
                  <a:pt x="6617" y="6716"/>
                </a:cubicBezTo>
                <a:cubicBezTo>
                  <a:pt x="8601" y="6495"/>
                  <a:pt x="10082" y="4920"/>
                  <a:pt x="10114" y="2904"/>
                </a:cubicBezTo>
                <a:lnTo>
                  <a:pt x="10114" y="2400"/>
                </a:lnTo>
                <a:cubicBezTo>
                  <a:pt x="10649" y="2211"/>
                  <a:pt x="11027" y="1706"/>
                  <a:pt x="10996" y="1108"/>
                </a:cubicBezTo>
                <a:cubicBezTo>
                  <a:pt x="10964" y="572"/>
                  <a:pt x="10492" y="100"/>
                  <a:pt x="9893" y="5"/>
                </a:cubicBezTo>
                <a:cubicBezTo>
                  <a:pt x="9853" y="2"/>
                  <a:pt x="9813" y="0"/>
                  <a:pt x="97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26"/>
          <p:cNvSpPr/>
          <p:nvPr/>
        </p:nvSpPr>
        <p:spPr>
          <a:xfrm>
            <a:off x="4121222" y="4047785"/>
            <a:ext cx="163351" cy="158295"/>
          </a:xfrm>
          <a:custGeom>
            <a:rect b="b" l="l" r="r" t="t"/>
            <a:pathLst>
              <a:path extrusionOk="0" h="4916" w="5073">
                <a:moveTo>
                  <a:pt x="2238" y="1"/>
                </a:moveTo>
                <a:cubicBezTo>
                  <a:pt x="1986" y="442"/>
                  <a:pt x="1671" y="820"/>
                  <a:pt x="1324" y="1229"/>
                </a:cubicBezTo>
                <a:cubicBezTo>
                  <a:pt x="946" y="1671"/>
                  <a:pt x="473" y="1986"/>
                  <a:pt x="1" y="2238"/>
                </a:cubicBezTo>
                <a:lnTo>
                  <a:pt x="2206" y="4443"/>
                </a:lnTo>
                <a:cubicBezTo>
                  <a:pt x="2521" y="4758"/>
                  <a:pt x="2923" y="4916"/>
                  <a:pt x="3325" y="4916"/>
                </a:cubicBezTo>
                <a:cubicBezTo>
                  <a:pt x="3726" y="4916"/>
                  <a:pt x="4128" y="4758"/>
                  <a:pt x="4443" y="4443"/>
                </a:cubicBezTo>
                <a:cubicBezTo>
                  <a:pt x="5073" y="3813"/>
                  <a:pt x="5073" y="2836"/>
                  <a:pt x="4443" y="2206"/>
                </a:cubicBezTo>
                <a:lnTo>
                  <a:pt x="223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26"/>
          <p:cNvSpPr/>
          <p:nvPr/>
        </p:nvSpPr>
        <p:spPr>
          <a:xfrm>
            <a:off x="3870674" y="3796208"/>
            <a:ext cx="319585" cy="320648"/>
          </a:xfrm>
          <a:custGeom>
            <a:rect b="b" l="l" r="r" t="t"/>
            <a:pathLst>
              <a:path extrusionOk="0" h="9958" w="9925">
                <a:moveTo>
                  <a:pt x="4978" y="1702"/>
                </a:moveTo>
                <a:cubicBezTo>
                  <a:pt x="6774" y="1702"/>
                  <a:pt x="8286" y="3214"/>
                  <a:pt x="8286" y="5010"/>
                </a:cubicBezTo>
                <a:cubicBezTo>
                  <a:pt x="8254" y="5892"/>
                  <a:pt x="7939" y="6711"/>
                  <a:pt x="7341" y="7310"/>
                </a:cubicBezTo>
                <a:cubicBezTo>
                  <a:pt x="6742" y="7908"/>
                  <a:pt x="5923" y="8318"/>
                  <a:pt x="4978" y="8318"/>
                </a:cubicBezTo>
                <a:cubicBezTo>
                  <a:pt x="3151" y="8318"/>
                  <a:pt x="1670" y="6837"/>
                  <a:pt x="1670" y="5010"/>
                </a:cubicBezTo>
                <a:cubicBezTo>
                  <a:pt x="1670" y="3214"/>
                  <a:pt x="3151" y="1702"/>
                  <a:pt x="4978" y="1702"/>
                </a:cubicBezTo>
                <a:close/>
                <a:moveTo>
                  <a:pt x="4978" y="1"/>
                </a:moveTo>
                <a:cubicBezTo>
                  <a:pt x="2268" y="1"/>
                  <a:pt x="0" y="2269"/>
                  <a:pt x="0" y="4978"/>
                </a:cubicBezTo>
                <a:cubicBezTo>
                  <a:pt x="0" y="7688"/>
                  <a:pt x="2268" y="9956"/>
                  <a:pt x="4978" y="9956"/>
                </a:cubicBezTo>
                <a:cubicBezTo>
                  <a:pt x="5013" y="9957"/>
                  <a:pt x="5048" y="9957"/>
                  <a:pt x="5083" y="9957"/>
                </a:cubicBezTo>
                <a:cubicBezTo>
                  <a:pt x="6367" y="9957"/>
                  <a:pt x="7586" y="9395"/>
                  <a:pt x="8506" y="8444"/>
                </a:cubicBezTo>
                <a:cubicBezTo>
                  <a:pt x="9420" y="7499"/>
                  <a:pt x="9924" y="6270"/>
                  <a:pt x="9924" y="4978"/>
                </a:cubicBezTo>
                <a:cubicBezTo>
                  <a:pt x="9924" y="2269"/>
                  <a:pt x="7687" y="1"/>
                  <a:pt x="49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26"/>
          <p:cNvSpPr/>
          <p:nvPr/>
        </p:nvSpPr>
        <p:spPr>
          <a:xfrm>
            <a:off x="1859597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" y="0"/>
                </a:moveTo>
                <a:lnTo>
                  <a:pt x="1" y="9830"/>
                </a:lnTo>
                <a:lnTo>
                  <a:pt x="1670" y="8192"/>
                </a:lnTo>
                <a:lnTo>
                  <a:pt x="1670" y="1639"/>
                </a:lnTo>
                <a:lnTo>
                  <a:pt x="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26"/>
          <p:cNvSpPr/>
          <p:nvPr/>
        </p:nvSpPr>
        <p:spPr>
          <a:xfrm>
            <a:off x="2214666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670" y="0"/>
                </a:moveTo>
                <a:lnTo>
                  <a:pt x="0" y="1639"/>
                </a:lnTo>
                <a:lnTo>
                  <a:pt x="0" y="8192"/>
                </a:lnTo>
                <a:lnTo>
                  <a:pt x="1670" y="9830"/>
                </a:lnTo>
                <a:lnTo>
                  <a:pt x="167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26"/>
          <p:cNvSpPr/>
          <p:nvPr/>
        </p:nvSpPr>
        <p:spPr>
          <a:xfrm>
            <a:off x="1939743" y="1433645"/>
            <a:ext cx="248584" cy="194810"/>
          </a:xfrm>
          <a:custGeom>
            <a:rect b="b" l="l" r="r" t="t"/>
            <a:pathLst>
              <a:path extrusionOk="0" h="6050" w="7720">
                <a:moveTo>
                  <a:pt x="1" y="1"/>
                </a:moveTo>
                <a:lnTo>
                  <a:pt x="1" y="6050"/>
                </a:lnTo>
                <a:lnTo>
                  <a:pt x="3592" y="6050"/>
                </a:lnTo>
                <a:lnTo>
                  <a:pt x="3592" y="4821"/>
                </a:lnTo>
                <a:cubicBezTo>
                  <a:pt x="3592" y="4600"/>
                  <a:pt x="3781" y="4411"/>
                  <a:pt x="4002" y="4411"/>
                </a:cubicBezTo>
                <a:lnTo>
                  <a:pt x="6491" y="4411"/>
                </a:lnTo>
                <a:cubicBezTo>
                  <a:pt x="6743" y="4411"/>
                  <a:pt x="6932" y="4600"/>
                  <a:pt x="6932" y="4821"/>
                </a:cubicBezTo>
                <a:lnTo>
                  <a:pt x="6932" y="6050"/>
                </a:lnTo>
                <a:lnTo>
                  <a:pt x="7719" y="6050"/>
                </a:lnTo>
                <a:lnTo>
                  <a:pt x="771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26"/>
          <p:cNvSpPr/>
          <p:nvPr/>
        </p:nvSpPr>
        <p:spPr>
          <a:xfrm>
            <a:off x="1878885" y="1655825"/>
            <a:ext cx="370300" cy="52776"/>
          </a:xfrm>
          <a:custGeom>
            <a:rect b="b" l="l" r="r" t="t"/>
            <a:pathLst>
              <a:path extrusionOk="0" h="1639" w="11500">
                <a:moveTo>
                  <a:pt x="1639" y="0"/>
                </a:moveTo>
                <a:lnTo>
                  <a:pt x="0" y="1638"/>
                </a:lnTo>
                <a:lnTo>
                  <a:pt x="11500" y="1638"/>
                </a:lnTo>
                <a:lnTo>
                  <a:pt x="983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26"/>
          <p:cNvSpPr/>
          <p:nvPr/>
        </p:nvSpPr>
        <p:spPr>
          <a:xfrm>
            <a:off x="1877854" y="1299983"/>
            <a:ext cx="371330" cy="107323"/>
          </a:xfrm>
          <a:custGeom>
            <a:rect b="b" l="l" r="r" t="t"/>
            <a:pathLst>
              <a:path extrusionOk="0" h="3333" w="11532">
                <a:moveTo>
                  <a:pt x="5798" y="1033"/>
                </a:moveTo>
                <a:lnTo>
                  <a:pt x="6459" y="1694"/>
                </a:lnTo>
                <a:lnTo>
                  <a:pt x="5136" y="1694"/>
                </a:lnTo>
                <a:lnTo>
                  <a:pt x="5798" y="1033"/>
                </a:lnTo>
                <a:close/>
                <a:moveTo>
                  <a:pt x="5750" y="1"/>
                </a:moveTo>
                <a:cubicBezTo>
                  <a:pt x="5640" y="1"/>
                  <a:pt x="5530" y="40"/>
                  <a:pt x="5451" y="119"/>
                </a:cubicBezTo>
                <a:lnTo>
                  <a:pt x="3939" y="1663"/>
                </a:lnTo>
                <a:lnTo>
                  <a:pt x="1" y="1663"/>
                </a:lnTo>
                <a:lnTo>
                  <a:pt x="1639" y="3332"/>
                </a:lnTo>
                <a:lnTo>
                  <a:pt x="9862" y="3332"/>
                </a:lnTo>
                <a:lnTo>
                  <a:pt x="11532" y="1663"/>
                </a:lnTo>
                <a:lnTo>
                  <a:pt x="7593" y="1663"/>
                </a:lnTo>
                <a:lnTo>
                  <a:pt x="6050" y="119"/>
                </a:lnTo>
                <a:cubicBezTo>
                  <a:pt x="5971" y="40"/>
                  <a:pt x="5861" y="1"/>
                  <a:pt x="57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26"/>
          <p:cNvSpPr/>
          <p:nvPr/>
        </p:nvSpPr>
        <p:spPr>
          <a:xfrm>
            <a:off x="1944332" y="1950047"/>
            <a:ext cx="240437" cy="239439"/>
          </a:xfrm>
          <a:custGeom>
            <a:rect b="b" l="l" r="r" t="t"/>
            <a:pathLst>
              <a:path extrusionOk="0" h="7436" w="7467">
                <a:moveTo>
                  <a:pt x="3686" y="1465"/>
                </a:moveTo>
                <a:cubicBezTo>
                  <a:pt x="3836" y="1465"/>
                  <a:pt x="3985" y="1544"/>
                  <a:pt x="4064" y="1702"/>
                </a:cubicBezTo>
                <a:lnTo>
                  <a:pt x="4537" y="2678"/>
                </a:lnTo>
                <a:lnTo>
                  <a:pt x="5608" y="2836"/>
                </a:lnTo>
                <a:cubicBezTo>
                  <a:pt x="5955" y="2867"/>
                  <a:pt x="6081" y="3308"/>
                  <a:pt x="5829" y="3561"/>
                </a:cubicBezTo>
                <a:lnTo>
                  <a:pt x="5041" y="4285"/>
                </a:lnTo>
                <a:lnTo>
                  <a:pt x="5261" y="5356"/>
                </a:lnTo>
                <a:cubicBezTo>
                  <a:pt x="5286" y="5630"/>
                  <a:pt x="5075" y="5845"/>
                  <a:pt x="4845" y="5845"/>
                </a:cubicBezTo>
                <a:cubicBezTo>
                  <a:pt x="4784" y="5845"/>
                  <a:pt x="4722" y="5830"/>
                  <a:pt x="4663" y="5797"/>
                </a:cubicBezTo>
                <a:lnTo>
                  <a:pt x="3686" y="5262"/>
                </a:lnTo>
                <a:lnTo>
                  <a:pt x="2678" y="5797"/>
                </a:lnTo>
                <a:cubicBezTo>
                  <a:pt x="2616" y="5828"/>
                  <a:pt x="2553" y="5842"/>
                  <a:pt x="2492" y="5842"/>
                </a:cubicBezTo>
                <a:cubicBezTo>
                  <a:pt x="2244" y="5842"/>
                  <a:pt x="2035" y="5609"/>
                  <a:pt x="2111" y="5356"/>
                </a:cubicBezTo>
                <a:lnTo>
                  <a:pt x="2300" y="4285"/>
                </a:lnTo>
                <a:lnTo>
                  <a:pt x="1512" y="3561"/>
                </a:lnTo>
                <a:cubicBezTo>
                  <a:pt x="1323" y="3308"/>
                  <a:pt x="1418" y="2867"/>
                  <a:pt x="1796" y="2836"/>
                </a:cubicBezTo>
                <a:lnTo>
                  <a:pt x="2836" y="2678"/>
                </a:lnTo>
                <a:lnTo>
                  <a:pt x="3308" y="1702"/>
                </a:lnTo>
                <a:cubicBezTo>
                  <a:pt x="3387" y="1544"/>
                  <a:pt x="3537" y="1465"/>
                  <a:pt x="3686" y="1465"/>
                </a:cubicBezTo>
                <a:close/>
                <a:moveTo>
                  <a:pt x="3718" y="0"/>
                </a:moveTo>
                <a:cubicBezTo>
                  <a:pt x="1670" y="0"/>
                  <a:pt x="32" y="1670"/>
                  <a:pt x="32" y="3750"/>
                </a:cubicBezTo>
                <a:cubicBezTo>
                  <a:pt x="0" y="5766"/>
                  <a:pt x="1670" y="7436"/>
                  <a:pt x="3718" y="7436"/>
                </a:cubicBezTo>
                <a:cubicBezTo>
                  <a:pt x="5765" y="7436"/>
                  <a:pt x="7404" y="5797"/>
                  <a:pt x="7467" y="3750"/>
                </a:cubicBezTo>
                <a:cubicBezTo>
                  <a:pt x="7467" y="1702"/>
                  <a:pt x="5797" y="32"/>
                  <a:pt x="37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26"/>
          <p:cNvSpPr/>
          <p:nvPr/>
        </p:nvSpPr>
        <p:spPr>
          <a:xfrm>
            <a:off x="2074161" y="1784056"/>
            <a:ext cx="194810" cy="190366"/>
          </a:xfrm>
          <a:custGeom>
            <a:rect b="b" l="l" r="r" t="t"/>
            <a:pathLst>
              <a:path extrusionOk="0" h="5912" w="6050">
                <a:moveTo>
                  <a:pt x="3829" y="0"/>
                </a:moveTo>
                <a:cubicBezTo>
                  <a:pt x="3706" y="0"/>
                  <a:pt x="3580" y="47"/>
                  <a:pt x="3498" y="146"/>
                </a:cubicBezTo>
                <a:lnTo>
                  <a:pt x="1" y="4336"/>
                </a:lnTo>
                <a:cubicBezTo>
                  <a:pt x="1229" y="4399"/>
                  <a:pt x="2332" y="4998"/>
                  <a:pt x="3088" y="5912"/>
                </a:cubicBezTo>
                <a:lnTo>
                  <a:pt x="5861" y="2446"/>
                </a:lnTo>
                <a:cubicBezTo>
                  <a:pt x="6050" y="2289"/>
                  <a:pt x="6050" y="2037"/>
                  <a:pt x="5924" y="1879"/>
                </a:cubicBezTo>
                <a:lnTo>
                  <a:pt x="4128" y="115"/>
                </a:lnTo>
                <a:cubicBezTo>
                  <a:pt x="4053" y="40"/>
                  <a:pt x="3942" y="0"/>
                  <a:pt x="3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26"/>
          <p:cNvSpPr/>
          <p:nvPr/>
        </p:nvSpPr>
        <p:spPr>
          <a:xfrm>
            <a:off x="1968674" y="1781642"/>
            <a:ext cx="190753" cy="115695"/>
          </a:xfrm>
          <a:custGeom>
            <a:rect b="b" l="l" r="r" t="t"/>
            <a:pathLst>
              <a:path extrusionOk="0" h="3593" w="5924">
                <a:moveTo>
                  <a:pt x="0" y="1"/>
                </a:moveTo>
                <a:lnTo>
                  <a:pt x="2962" y="3592"/>
                </a:lnTo>
                <a:lnTo>
                  <a:pt x="592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26"/>
          <p:cNvSpPr/>
          <p:nvPr/>
        </p:nvSpPr>
        <p:spPr>
          <a:xfrm>
            <a:off x="1859099" y="1784056"/>
            <a:ext cx="191751" cy="189368"/>
          </a:xfrm>
          <a:custGeom>
            <a:rect b="b" l="l" r="r" t="t"/>
            <a:pathLst>
              <a:path extrusionOk="0" h="5881" w="5955">
                <a:moveTo>
                  <a:pt x="2194" y="0"/>
                </a:moveTo>
                <a:cubicBezTo>
                  <a:pt x="2084" y="0"/>
                  <a:pt x="1965" y="40"/>
                  <a:pt x="1859" y="115"/>
                </a:cubicBezTo>
                <a:lnTo>
                  <a:pt x="95" y="1879"/>
                </a:lnTo>
                <a:cubicBezTo>
                  <a:pt x="1" y="2037"/>
                  <a:pt x="1" y="2289"/>
                  <a:pt x="95" y="2446"/>
                </a:cubicBezTo>
                <a:lnTo>
                  <a:pt x="2899" y="5880"/>
                </a:lnTo>
                <a:cubicBezTo>
                  <a:pt x="3655" y="4998"/>
                  <a:pt x="4758" y="4399"/>
                  <a:pt x="5955" y="4305"/>
                </a:cubicBezTo>
                <a:lnTo>
                  <a:pt x="2490" y="146"/>
                </a:lnTo>
                <a:cubicBezTo>
                  <a:pt x="2424" y="47"/>
                  <a:pt x="2315" y="0"/>
                  <a:pt x="21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26"/>
          <p:cNvSpPr/>
          <p:nvPr/>
        </p:nvSpPr>
        <p:spPr>
          <a:xfrm>
            <a:off x="1862375" y="2271419"/>
            <a:ext cx="409874" cy="407105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26"/>
          <p:cNvSpPr/>
          <p:nvPr/>
        </p:nvSpPr>
        <p:spPr>
          <a:xfrm>
            <a:off x="442272" y="2814152"/>
            <a:ext cx="483934" cy="406815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26"/>
          <p:cNvSpPr/>
          <p:nvPr/>
        </p:nvSpPr>
        <p:spPr>
          <a:xfrm>
            <a:off x="503229" y="3569978"/>
            <a:ext cx="372071" cy="158649"/>
          </a:xfrm>
          <a:custGeom>
            <a:rect b="b" l="l" r="r" t="t"/>
            <a:pathLst>
              <a:path extrusionOk="0" h="4927" w="11555">
                <a:moveTo>
                  <a:pt x="3679" y="2028"/>
                </a:moveTo>
                <a:cubicBezTo>
                  <a:pt x="3931" y="2028"/>
                  <a:pt x="4088" y="2217"/>
                  <a:pt x="4088" y="2469"/>
                </a:cubicBezTo>
                <a:cubicBezTo>
                  <a:pt x="4088" y="2721"/>
                  <a:pt x="3868" y="2878"/>
                  <a:pt x="3679" y="2878"/>
                </a:cubicBezTo>
                <a:cubicBezTo>
                  <a:pt x="3458" y="2878"/>
                  <a:pt x="3238" y="2658"/>
                  <a:pt x="3238" y="2469"/>
                </a:cubicBezTo>
                <a:cubicBezTo>
                  <a:pt x="3238" y="2185"/>
                  <a:pt x="3458" y="2028"/>
                  <a:pt x="3679" y="2028"/>
                </a:cubicBezTo>
                <a:close/>
                <a:moveTo>
                  <a:pt x="7806" y="1618"/>
                </a:moveTo>
                <a:cubicBezTo>
                  <a:pt x="8278" y="1618"/>
                  <a:pt x="8656" y="1965"/>
                  <a:pt x="8656" y="2437"/>
                </a:cubicBezTo>
                <a:cubicBezTo>
                  <a:pt x="8656" y="2910"/>
                  <a:pt x="8278" y="3256"/>
                  <a:pt x="7806" y="3256"/>
                </a:cubicBezTo>
                <a:cubicBezTo>
                  <a:pt x="7333" y="3256"/>
                  <a:pt x="6987" y="2910"/>
                  <a:pt x="6987" y="2437"/>
                </a:cubicBezTo>
                <a:cubicBezTo>
                  <a:pt x="6987" y="1965"/>
                  <a:pt x="7333" y="1618"/>
                  <a:pt x="7806" y="1618"/>
                </a:cubicBezTo>
                <a:close/>
                <a:moveTo>
                  <a:pt x="5348" y="2878"/>
                </a:moveTo>
                <a:cubicBezTo>
                  <a:pt x="5569" y="2878"/>
                  <a:pt x="5758" y="3067"/>
                  <a:pt x="5758" y="3256"/>
                </a:cubicBezTo>
                <a:cubicBezTo>
                  <a:pt x="5758" y="3509"/>
                  <a:pt x="5569" y="3698"/>
                  <a:pt x="5348" y="3698"/>
                </a:cubicBezTo>
                <a:cubicBezTo>
                  <a:pt x="5096" y="3698"/>
                  <a:pt x="4907" y="3509"/>
                  <a:pt x="4907" y="3256"/>
                </a:cubicBezTo>
                <a:cubicBezTo>
                  <a:pt x="4907" y="3004"/>
                  <a:pt x="5096" y="2878"/>
                  <a:pt x="5348" y="2878"/>
                </a:cubicBezTo>
                <a:close/>
                <a:moveTo>
                  <a:pt x="8249" y="1"/>
                </a:moveTo>
                <a:cubicBezTo>
                  <a:pt x="6319" y="1"/>
                  <a:pt x="5400" y="1530"/>
                  <a:pt x="3381" y="1530"/>
                </a:cubicBezTo>
                <a:cubicBezTo>
                  <a:pt x="2909" y="1530"/>
                  <a:pt x="2377" y="1447"/>
                  <a:pt x="1757" y="1240"/>
                </a:cubicBezTo>
                <a:lnTo>
                  <a:pt x="560" y="2973"/>
                </a:lnTo>
                <a:cubicBezTo>
                  <a:pt x="0" y="3812"/>
                  <a:pt x="544" y="4927"/>
                  <a:pt x="1557" y="4927"/>
                </a:cubicBezTo>
                <a:cubicBezTo>
                  <a:pt x="1571" y="4927"/>
                  <a:pt x="1585" y="4927"/>
                  <a:pt x="1599" y="4926"/>
                </a:cubicBezTo>
                <a:lnTo>
                  <a:pt x="9980" y="4926"/>
                </a:lnTo>
                <a:cubicBezTo>
                  <a:pt x="10956" y="4926"/>
                  <a:pt x="11555" y="3761"/>
                  <a:pt x="11019" y="2941"/>
                </a:cubicBezTo>
                <a:lnTo>
                  <a:pt x="9003" y="75"/>
                </a:lnTo>
                <a:cubicBezTo>
                  <a:pt x="8734" y="24"/>
                  <a:pt x="8484" y="1"/>
                  <a:pt x="82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26"/>
          <p:cNvSpPr/>
          <p:nvPr/>
        </p:nvSpPr>
        <p:spPr>
          <a:xfrm>
            <a:off x="577031" y="3319753"/>
            <a:ext cx="206982" cy="273120"/>
          </a:xfrm>
          <a:custGeom>
            <a:rect b="b" l="l" r="r" t="t"/>
            <a:pathLst>
              <a:path extrusionOk="0" h="8482" w="6428">
                <a:moveTo>
                  <a:pt x="1891" y="1"/>
                </a:moveTo>
                <a:cubicBezTo>
                  <a:pt x="1229" y="1"/>
                  <a:pt x="694" y="568"/>
                  <a:pt x="694" y="1261"/>
                </a:cubicBezTo>
                <a:cubicBezTo>
                  <a:pt x="694" y="1828"/>
                  <a:pt x="1040" y="2238"/>
                  <a:pt x="1513" y="2395"/>
                </a:cubicBezTo>
                <a:lnTo>
                  <a:pt x="1513" y="5829"/>
                </a:lnTo>
                <a:cubicBezTo>
                  <a:pt x="1481" y="6459"/>
                  <a:pt x="1072" y="6774"/>
                  <a:pt x="0" y="8318"/>
                </a:cubicBezTo>
                <a:cubicBezTo>
                  <a:pt x="441" y="8433"/>
                  <a:pt x="822" y="8482"/>
                  <a:pt x="1162" y="8482"/>
                </a:cubicBezTo>
                <a:cubicBezTo>
                  <a:pt x="3061" y="8482"/>
                  <a:pt x="3671" y="6963"/>
                  <a:pt x="6049" y="6963"/>
                </a:cubicBezTo>
                <a:lnTo>
                  <a:pt x="6112" y="6963"/>
                </a:lnTo>
                <a:cubicBezTo>
                  <a:pt x="5829" y="6585"/>
                  <a:pt x="5608" y="6333"/>
                  <a:pt x="5608" y="5861"/>
                </a:cubicBezTo>
                <a:lnTo>
                  <a:pt x="5608" y="2458"/>
                </a:lnTo>
                <a:cubicBezTo>
                  <a:pt x="6081" y="2301"/>
                  <a:pt x="6427" y="1828"/>
                  <a:pt x="6427" y="1261"/>
                </a:cubicBezTo>
                <a:cubicBezTo>
                  <a:pt x="6427" y="599"/>
                  <a:pt x="5892" y="1"/>
                  <a:pt x="51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26"/>
          <p:cNvSpPr/>
          <p:nvPr/>
        </p:nvSpPr>
        <p:spPr>
          <a:xfrm>
            <a:off x="485342" y="3825145"/>
            <a:ext cx="407845" cy="299267"/>
          </a:xfrm>
          <a:custGeom>
            <a:rect b="b" l="l" r="r" t="t"/>
            <a:pathLst>
              <a:path extrusionOk="0" h="9294" w="12666">
                <a:moveTo>
                  <a:pt x="11405" y="1701"/>
                </a:moveTo>
                <a:cubicBezTo>
                  <a:pt x="11626" y="1701"/>
                  <a:pt x="11846" y="1890"/>
                  <a:pt x="11846" y="2142"/>
                </a:cubicBezTo>
                <a:cubicBezTo>
                  <a:pt x="11846" y="3749"/>
                  <a:pt x="11090" y="4663"/>
                  <a:pt x="9956" y="4978"/>
                </a:cubicBezTo>
                <a:cubicBezTo>
                  <a:pt x="10051" y="4631"/>
                  <a:pt x="10145" y="4222"/>
                  <a:pt x="10145" y="3844"/>
                </a:cubicBezTo>
                <a:lnTo>
                  <a:pt x="10145" y="1701"/>
                </a:lnTo>
                <a:close/>
                <a:moveTo>
                  <a:pt x="2584" y="1701"/>
                </a:moveTo>
                <a:lnTo>
                  <a:pt x="2584" y="3812"/>
                </a:lnTo>
                <a:cubicBezTo>
                  <a:pt x="2584" y="4222"/>
                  <a:pt x="2647" y="4600"/>
                  <a:pt x="2773" y="5009"/>
                </a:cubicBezTo>
                <a:cubicBezTo>
                  <a:pt x="1639" y="4694"/>
                  <a:pt x="851" y="3781"/>
                  <a:pt x="851" y="2142"/>
                </a:cubicBezTo>
                <a:cubicBezTo>
                  <a:pt x="851" y="1890"/>
                  <a:pt x="1040" y="1701"/>
                  <a:pt x="1292" y="1701"/>
                </a:cubicBezTo>
                <a:close/>
                <a:moveTo>
                  <a:pt x="4065" y="3655"/>
                </a:moveTo>
                <a:cubicBezTo>
                  <a:pt x="4317" y="3655"/>
                  <a:pt x="4506" y="3875"/>
                  <a:pt x="4506" y="4096"/>
                </a:cubicBezTo>
                <a:cubicBezTo>
                  <a:pt x="4506" y="4631"/>
                  <a:pt x="4821" y="5041"/>
                  <a:pt x="5262" y="5261"/>
                </a:cubicBezTo>
                <a:cubicBezTo>
                  <a:pt x="5451" y="5324"/>
                  <a:pt x="5577" y="5608"/>
                  <a:pt x="5482" y="5797"/>
                </a:cubicBezTo>
                <a:cubicBezTo>
                  <a:pt x="5431" y="5952"/>
                  <a:pt x="5229" y="6065"/>
                  <a:pt x="5054" y="6065"/>
                </a:cubicBezTo>
                <a:cubicBezTo>
                  <a:pt x="5017" y="6065"/>
                  <a:pt x="4980" y="6060"/>
                  <a:pt x="4947" y="6049"/>
                </a:cubicBezTo>
                <a:cubicBezTo>
                  <a:pt x="4128" y="5734"/>
                  <a:pt x="3655" y="4946"/>
                  <a:pt x="3655" y="4096"/>
                </a:cubicBezTo>
                <a:cubicBezTo>
                  <a:pt x="3655" y="3875"/>
                  <a:pt x="3844" y="3655"/>
                  <a:pt x="4065" y="3655"/>
                </a:cubicBezTo>
                <a:close/>
                <a:moveTo>
                  <a:pt x="2993" y="0"/>
                </a:moveTo>
                <a:cubicBezTo>
                  <a:pt x="2741" y="0"/>
                  <a:pt x="2552" y="189"/>
                  <a:pt x="2552" y="441"/>
                </a:cubicBezTo>
                <a:lnTo>
                  <a:pt x="2552" y="882"/>
                </a:lnTo>
                <a:lnTo>
                  <a:pt x="1261" y="882"/>
                </a:lnTo>
                <a:cubicBezTo>
                  <a:pt x="536" y="882"/>
                  <a:pt x="1" y="1418"/>
                  <a:pt x="1" y="2142"/>
                </a:cubicBezTo>
                <a:cubicBezTo>
                  <a:pt x="1" y="4568"/>
                  <a:pt x="1513" y="5797"/>
                  <a:pt x="3183" y="5923"/>
                </a:cubicBezTo>
                <a:cubicBezTo>
                  <a:pt x="4159" y="7372"/>
                  <a:pt x="5073" y="7089"/>
                  <a:pt x="5073" y="7687"/>
                </a:cubicBezTo>
                <a:cubicBezTo>
                  <a:pt x="5073" y="8286"/>
                  <a:pt x="4821" y="8884"/>
                  <a:pt x="4443" y="9294"/>
                </a:cubicBezTo>
                <a:lnTo>
                  <a:pt x="8192" y="9294"/>
                </a:lnTo>
                <a:cubicBezTo>
                  <a:pt x="7782" y="8884"/>
                  <a:pt x="7562" y="8286"/>
                  <a:pt x="7562" y="7687"/>
                </a:cubicBezTo>
                <a:cubicBezTo>
                  <a:pt x="7562" y="7089"/>
                  <a:pt x="8507" y="7372"/>
                  <a:pt x="9484" y="5923"/>
                </a:cubicBezTo>
                <a:cubicBezTo>
                  <a:pt x="11216" y="5797"/>
                  <a:pt x="12666" y="4537"/>
                  <a:pt x="12666" y="2142"/>
                </a:cubicBezTo>
                <a:cubicBezTo>
                  <a:pt x="12666" y="1418"/>
                  <a:pt x="12098" y="882"/>
                  <a:pt x="11405" y="882"/>
                </a:cubicBezTo>
                <a:lnTo>
                  <a:pt x="10145" y="882"/>
                </a:lnTo>
                <a:lnTo>
                  <a:pt x="10145" y="441"/>
                </a:lnTo>
                <a:cubicBezTo>
                  <a:pt x="10145" y="189"/>
                  <a:pt x="9956" y="0"/>
                  <a:pt x="97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26"/>
          <p:cNvSpPr/>
          <p:nvPr/>
        </p:nvSpPr>
        <p:spPr>
          <a:xfrm>
            <a:off x="563459" y="4151780"/>
            <a:ext cx="250613" cy="81176"/>
          </a:xfrm>
          <a:custGeom>
            <a:rect b="b" l="l" r="r" t="t"/>
            <a:pathLst>
              <a:path extrusionOk="0" h="2521" w="7783">
                <a:moveTo>
                  <a:pt x="757" y="1"/>
                </a:moveTo>
                <a:lnTo>
                  <a:pt x="63" y="1954"/>
                </a:lnTo>
                <a:cubicBezTo>
                  <a:pt x="0" y="2237"/>
                  <a:pt x="158" y="2521"/>
                  <a:pt x="473" y="2521"/>
                </a:cubicBezTo>
                <a:lnTo>
                  <a:pt x="7278" y="2521"/>
                </a:lnTo>
                <a:cubicBezTo>
                  <a:pt x="7593" y="2521"/>
                  <a:pt x="7782" y="2237"/>
                  <a:pt x="7688" y="1954"/>
                </a:cubicBezTo>
                <a:lnTo>
                  <a:pt x="699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26"/>
          <p:cNvSpPr/>
          <p:nvPr/>
        </p:nvSpPr>
        <p:spPr>
          <a:xfrm>
            <a:off x="2945729" y="2794108"/>
            <a:ext cx="294244" cy="293213"/>
          </a:xfrm>
          <a:custGeom>
            <a:rect b="b" l="l" r="r" t="t"/>
            <a:pathLst>
              <a:path extrusionOk="0" h="9106" w="9138">
                <a:moveTo>
                  <a:pt x="4097" y="1292"/>
                </a:moveTo>
                <a:cubicBezTo>
                  <a:pt x="4349" y="1292"/>
                  <a:pt x="4538" y="1450"/>
                  <a:pt x="4538" y="1702"/>
                </a:cubicBezTo>
                <a:cubicBezTo>
                  <a:pt x="4538" y="1922"/>
                  <a:pt x="4349" y="2111"/>
                  <a:pt x="4160" y="2111"/>
                </a:cubicBezTo>
                <a:cubicBezTo>
                  <a:pt x="2994" y="2111"/>
                  <a:pt x="2112" y="3056"/>
                  <a:pt x="2049" y="4222"/>
                </a:cubicBezTo>
                <a:cubicBezTo>
                  <a:pt x="2049" y="4443"/>
                  <a:pt x="1860" y="4600"/>
                  <a:pt x="1639" y="4600"/>
                </a:cubicBezTo>
                <a:cubicBezTo>
                  <a:pt x="1387" y="4600"/>
                  <a:pt x="1198" y="4411"/>
                  <a:pt x="1198" y="4222"/>
                </a:cubicBezTo>
                <a:cubicBezTo>
                  <a:pt x="1198" y="2584"/>
                  <a:pt x="2490" y="1324"/>
                  <a:pt x="4097" y="1292"/>
                </a:cubicBezTo>
                <a:close/>
                <a:moveTo>
                  <a:pt x="4569" y="0"/>
                </a:moveTo>
                <a:cubicBezTo>
                  <a:pt x="2049" y="0"/>
                  <a:pt x="1" y="2048"/>
                  <a:pt x="1" y="4569"/>
                </a:cubicBezTo>
                <a:cubicBezTo>
                  <a:pt x="1" y="6207"/>
                  <a:pt x="946" y="7688"/>
                  <a:pt x="2332" y="8475"/>
                </a:cubicBezTo>
                <a:cubicBezTo>
                  <a:pt x="2458" y="8507"/>
                  <a:pt x="2521" y="8664"/>
                  <a:pt x="2521" y="8822"/>
                </a:cubicBezTo>
                <a:lnTo>
                  <a:pt x="2521" y="9105"/>
                </a:lnTo>
                <a:lnTo>
                  <a:pt x="6680" y="9105"/>
                </a:lnTo>
                <a:lnTo>
                  <a:pt x="6680" y="8822"/>
                </a:lnTo>
                <a:cubicBezTo>
                  <a:pt x="6680" y="8696"/>
                  <a:pt x="6743" y="8570"/>
                  <a:pt x="6900" y="8507"/>
                </a:cubicBezTo>
                <a:cubicBezTo>
                  <a:pt x="8255" y="7719"/>
                  <a:pt x="9137" y="6270"/>
                  <a:pt x="9137" y="4569"/>
                </a:cubicBezTo>
                <a:cubicBezTo>
                  <a:pt x="9137" y="2048"/>
                  <a:pt x="7089" y="32"/>
                  <a:pt x="45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26"/>
          <p:cNvSpPr/>
          <p:nvPr/>
        </p:nvSpPr>
        <p:spPr>
          <a:xfrm>
            <a:off x="3025875" y="3113660"/>
            <a:ext cx="132922" cy="87262"/>
          </a:xfrm>
          <a:custGeom>
            <a:rect b="b" l="l" r="r" t="t"/>
            <a:pathLst>
              <a:path extrusionOk="0" h="2710" w="4128">
                <a:moveTo>
                  <a:pt x="1" y="0"/>
                </a:moveTo>
                <a:lnTo>
                  <a:pt x="1" y="662"/>
                </a:lnTo>
                <a:cubicBezTo>
                  <a:pt x="1" y="1198"/>
                  <a:pt x="410" y="1702"/>
                  <a:pt x="883" y="1859"/>
                </a:cubicBezTo>
                <a:cubicBezTo>
                  <a:pt x="1040" y="2363"/>
                  <a:pt x="1513" y="2710"/>
                  <a:pt x="2049" y="2710"/>
                </a:cubicBezTo>
                <a:cubicBezTo>
                  <a:pt x="2647" y="2710"/>
                  <a:pt x="3120" y="2363"/>
                  <a:pt x="3277" y="1859"/>
                </a:cubicBezTo>
                <a:cubicBezTo>
                  <a:pt x="3781" y="1702"/>
                  <a:pt x="4128" y="1198"/>
                  <a:pt x="4128" y="662"/>
                </a:cubicBezTo>
                <a:lnTo>
                  <a:pt x="412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26"/>
          <p:cNvSpPr/>
          <p:nvPr/>
        </p:nvSpPr>
        <p:spPr>
          <a:xfrm>
            <a:off x="2898118" y="3519038"/>
            <a:ext cx="126836" cy="117272"/>
          </a:xfrm>
          <a:custGeom>
            <a:rect b="b" l="l" r="r" t="t"/>
            <a:pathLst>
              <a:path extrusionOk="0" h="3642" w="3939">
                <a:moveTo>
                  <a:pt x="739" y="1"/>
                </a:moveTo>
                <a:cubicBezTo>
                  <a:pt x="480" y="1"/>
                  <a:pt x="232" y="12"/>
                  <a:pt x="0" y="18"/>
                </a:cubicBezTo>
                <a:cubicBezTo>
                  <a:pt x="95" y="1341"/>
                  <a:pt x="630" y="2602"/>
                  <a:pt x="1512" y="3641"/>
                </a:cubicBezTo>
                <a:lnTo>
                  <a:pt x="3938" y="1247"/>
                </a:lnTo>
                <a:cubicBezTo>
                  <a:pt x="2844" y="153"/>
                  <a:pt x="1711" y="1"/>
                  <a:pt x="7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26"/>
          <p:cNvSpPr/>
          <p:nvPr/>
        </p:nvSpPr>
        <p:spPr>
          <a:xfrm>
            <a:off x="2896089" y="3366443"/>
            <a:ext cx="185665" cy="172463"/>
          </a:xfrm>
          <a:custGeom>
            <a:rect b="b" l="l" r="r" t="t"/>
            <a:pathLst>
              <a:path extrusionOk="0" h="5356" w="5766">
                <a:moveTo>
                  <a:pt x="1575" y="0"/>
                </a:moveTo>
                <a:cubicBezTo>
                  <a:pt x="599" y="1103"/>
                  <a:pt x="95" y="2520"/>
                  <a:pt x="0" y="3907"/>
                </a:cubicBezTo>
                <a:cubicBezTo>
                  <a:pt x="213" y="3901"/>
                  <a:pt x="452" y="3891"/>
                  <a:pt x="712" y="3891"/>
                </a:cubicBezTo>
                <a:cubicBezTo>
                  <a:pt x="1801" y="3891"/>
                  <a:pt x="3246" y="4059"/>
                  <a:pt x="4568" y="5356"/>
                </a:cubicBezTo>
                <a:lnTo>
                  <a:pt x="5766" y="4190"/>
                </a:lnTo>
                <a:lnTo>
                  <a:pt x="157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26"/>
          <p:cNvSpPr/>
          <p:nvPr/>
        </p:nvSpPr>
        <p:spPr>
          <a:xfrm>
            <a:off x="2967090" y="3579478"/>
            <a:ext cx="99434" cy="121748"/>
          </a:xfrm>
          <a:custGeom>
            <a:rect b="b" l="l" r="r" t="t"/>
            <a:pathLst>
              <a:path extrusionOk="0" h="3781" w="3088">
                <a:moveTo>
                  <a:pt x="2332" y="0"/>
                </a:moveTo>
                <a:lnTo>
                  <a:pt x="0" y="2331"/>
                </a:lnTo>
                <a:cubicBezTo>
                  <a:pt x="883" y="3088"/>
                  <a:pt x="1891" y="3592"/>
                  <a:pt x="2962" y="3781"/>
                </a:cubicBezTo>
                <a:cubicBezTo>
                  <a:pt x="3088" y="2363"/>
                  <a:pt x="3088" y="1197"/>
                  <a:pt x="23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26"/>
          <p:cNvSpPr/>
          <p:nvPr/>
        </p:nvSpPr>
        <p:spPr>
          <a:xfrm>
            <a:off x="3121295" y="3462785"/>
            <a:ext cx="184635" cy="174524"/>
          </a:xfrm>
          <a:custGeom>
            <a:rect b="b" l="l" r="r" t="t"/>
            <a:pathLst>
              <a:path extrusionOk="0" h="5420" w="5734">
                <a:moveTo>
                  <a:pt x="1197" y="1"/>
                </a:moveTo>
                <a:lnTo>
                  <a:pt x="0" y="1230"/>
                </a:lnTo>
                <a:lnTo>
                  <a:pt x="4159" y="5420"/>
                </a:lnTo>
                <a:cubicBezTo>
                  <a:pt x="5199" y="4191"/>
                  <a:pt x="5703" y="2773"/>
                  <a:pt x="5734" y="1324"/>
                </a:cubicBezTo>
                <a:cubicBezTo>
                  <a:pt x="5557" y="1324"/>
                  <a:pt x="5356" y="1329"/>
                  <a:pt x="5135" y="1329"/>
                </a:cubicBezTo>
                <a:cubicBezTo>
                  <a:pt x="4098" y="1329"/>
                  <a:pt x="2626" y="1222"/>
                  <a:pt x="11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26"/>
          <p:cNvSpPr/>
          <p:nvPr/>
        </p:nvSpPr>
        <p:spPr>
          <a:xfrm>
            <a:off x="3061435" y="3520616"/>
            <a:ext cx="174524" cy="184667"/>
          </a:xfrm>
          <a:custGeom>
            <a:rect b="b" l="l" r="r" t="t"/>
            <a:pathLst>
              <a:path extrusionOk="0" h="5735" w="5420">
                <a:moveTo>
                  <a:pt x="1261" y="1"/>
                </a:moveTo>
                <a:lnTo>
                  <a:pt x="0" y="1261"/>
                </a:lnTo>
                <a:cubicBezTo>
                  <a:pt x="1009" y="2679"/>
                  <a:pt x="1009" y="4002"/>
                  <a:pt x="851" y="5735"/>
                </a:cubicBezTo>
                <a:lnTo>
                  <a:pt x="1261" y="5735"/>
                </a:lnTo>
                <a:cubicBezTo>
                  <a:pt x="2773" y="5735"/>
                  <a:pt x="4254" y="5231"/>
                  <a:pt x="5419" y="4159"/>
                </a:cubicBezTo>
                <a:lnTo>
                  <a:pt x="126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26"/>
          <p:cNvSpPr/>
          <p:nvPr/>
        </p:nvSpPr>
        <p:spPr>
          <a:xfrm>
            <a:off x="3121295" y="3298469"/>
            <a:ext cx="114664" cy="125805"/>
          </a:xfrm>
          <a:custGeom>
            <a:rect b="b" l="l" r="r" t="t"/>
            <a:pathLst>
              <a:path extrusionOk="0" h="3907" w="3561">
                <a:moveTo>
                  <a:pt x="158" y="0"/>
                </a:moveTo>
                <a:lnTo>
                  <a:pt x="158" y="0"/>
                </a:lnTo>
                <a:cubicBezTo>
                  <a:pt x="126" y="977"/>
                  <a:pt x="0" y="2395"/>
                  <a:pt x="1260" y="3907"/>
                </a:cubicBezTo>
                <a:lnTo>
                  <a:pt x="3560" y="1544"/>
                </a:lnTo>
                <a:cubicBezTo>
                  <a:pt x="2584" y="662"/>
                  <a:pt x="1355" y="158"/>
                  <a:pt x="1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26"/>
          <p:cNvSpPr/>
          <p:nvPr/>
        </p:nvSpPr>
        <p:spPr>
          <a:xfrm>
            <a:off x="2967090" y="3297439"/>
            <a:ext cx="174524" cy="184667"/>
          </a:xfrm>
          <a:custGeom>
            <a:rect b="b" l="l" r="r" t="t"/>
            <a:pathLst>
              <a:path extrusionOk="0" h="5735" w="5420">
                <a:moveTo>
                  <a:pt x="4096" y="1"/>
                </a:moveTo>
                <a:lnTo>
                  <a:pt x="4096" y="1"/>
                </a:lnTo>
                <a:cubicBezTo>
                  <a:pt x="2647" y="32"/>
                  <a:pt x="1198" y="536"/>
                  <a:pt x="0" y="1576"/>
                </a:cubicBezTo>
                <a:lnTo>
                  <a:pt x="4191" y="5735"/>
                </a:lnTo>
                <a:lnTo>
                  <a:pt x="5419" y="4506"/>
                </a:lnTo>
                <a:cubicBezTo>
                  <a:pt x="3939" y="2805"/>
                  <a:pt x="4065" y="1135"/>
                  <a:pt x="40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26"/>
          <p:cNvSpPr/>
          <p:nvPr/>
        </p:nvSpPr>
        <p:spPr>
          <a:xfrm>
            <a:off x="3179094" y="3366443"/>
            <a:ext cx="125838" cy="111219"/>
          </a:xfrm>
          <a:custGeom>
            <a:rect b="b" l="l" r="r" t="t"/>
            <a:pathLst>
              <a:path extrusionOk="0" h="3454" w="3908">
                <a:moveTo>
                  <a:pt x="2364" y="0"/>
                </a:moveTo>
                <a:lnTo>
                  <a:pt x="1" y="2363"/>
                </a:lnTo>
                <a:cubicBezTo>
                  <a:pt x="1171" y="3313"/>
                  <a:pt x="2246" y="3453"/>
                  <a:pt x="3155" y="3453"/>
                </a:cubicBezTo>
                <a:cubicBezTo>
                  <a:pt x="3421" y="3453"/>
                  <a:pt x="3672" y="3441"/>
                  <a:pt x="3908" y="3434"/>
                </a:cubicBezTo>
                <a:cubicBezTo>
                  <a:pt x="3750" y="2205"/>
                  <a:pt x="3246" y="1008"/>
                  <a:pt x="236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26"/>
          <p:cNvSpPr/>
          <p:nvPr/>
        </p:nvSpPr>
        <p:spPr>
          <a:xfrm>
            <a:off x="2979760" y="3802799"/>
            <a:ext cx="242498" cy="284101"/>
          </a:xfrm>
          <a:custGeom>
            <a:rect b="b" l="l" r="r" t="t"/>
            <a:pathLst>
              <a:path extrusionOk="0" h="8823" w="7531">
                <a:moveTo>
                  <a:pt x="3372" y="1"/>
                </a:moveTo>
                <a:lnTo>
                  <a:pt x="95" y="5703"/>
                </a:lnTo>
                <a:cubicBezTo>
                  <a:pt x="1" y="5829"/>
                  <a:pt x="1" y="5987"/>
                  <a:pt x="95" y="6113"/>
                </a:cubicBezTo>
                <a:lnTo>
                  <a:pt x="1418" y="8822"/>
                </a:lnTo>
                <a:lnTo>
                  <a:pt x="6081" y="8822"/>
                </a:lnTo>
                <a:lnTo>
                  <a:pt x="7467" y="6113"/>
                </a:lnTo>
                <a:cubicBezTo>
                  <a:pt x="7530" y="5987"/>
                  <a:pt x="7499" y="5829"/>
                  <a:pt x="7467" y="5703"/>
                </a:cubicBezTo>
                <a:lnTo>
                  <a:pt x="4191" y="1"/>
                </a:lnTo>
                <a:lnTo>
                  <a:pt x="4191" y="4727"/>
                </a:lnTo>
                <a:cubicBezTo>
                  <a:pt x="4663" y="4884"/>
                  <a:pt x="5010" y="5357"/>
                  <a:pt x="5010" y="5892"/>
                </a:cubicBezTo>
                <a:cubicBezTo>
                  <a:pt x="5010" y="6585"/>
                  <a:pt x="4474" y="7121"/>
                  <a:pt x="3750" y="7121"/>
                </a:cubicBezTo>
                <a:cubicBezTo>
                  <a:pt x="3088" y="7121"/>
                  <a:pt x="2521" y="6585"/>
                  <a:pt x="2521" y="5892"/>
                </a:cubicBezTo>
                <a:cubicBezTo>
                  <a:pt x="2521" y="5357"/>
                  <a:pt x="2899" y="4916"/>
                  <a:pt x="3372" y="4727"/>
                </a:cubicBezTo>
                <a:lnTo>
                  <a:pt x="337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26"/>
          <p:cNvSpPr/>
          <p:nvPr/>
        </p:nvSpPr>
        <p:spPr>
          <a:xfrm>
            <a:off x="3034532" y="4113238"/>
            <a:ext cx="134950" cy="97405"/>
          </a:xfrm>
          <a:custGeom>
            <a:rect b="b" l="l" r="r" t="t"/>
            <a:pathLst>
              <a:path extrusionOk="0" h="3025" w="4191">
                <a:moveTo>
                  <a:pt x="32" y="0"/>
                </a:moveTo>
                <a:lnTo>
                  <a:pt x="32" y="2615"/>
                </a:lnTo>
                <a:cubicBezTo>
                  <a:pt x="1" y="2836"/>
                  <a:pt x="190" y="3025"/>
                  <a:pt x="442" y="3025"/>
                </a:cubicBezTo>
                <a:lnTo>
                  <a:pt x="3750" y="3025"/>
                </a:lnTo>
                <a:cubicBezTo>
                  <a:pt x="3970" y="3025"/>
                  <a:pt x="4191" y="2836"/>
                  <a:pt x="4191" y="2615"/>
                </a:cubicBezTo>
                <a:lnTo>
                  <a:pt x="419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26"/>
          <p:cNvSpPr/>
          <p:nvPr/>
        </p:nvSpPr>
        <p:spPr>
          <a:xfrm>
            <a:off x="1989405" y="4309620"/>
            <a:ext cx="423076" cy="408167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26"/>
          <p:cNvSpPr/>
          <p:nvPr/>
        </p:nvSpPr>
        <p:spPr>
          <a:xfrm>
            <a:off x="2335321" y="1454961"/>
            <a:ext cx="256698" cy="253897"/>
          </a:xfrm>
          <a:custGeom>
            <a:rect b="b" l="l" r="r" t="t"/>
            <a:pathLst>
              <a:path extrusionOk="0" h="7885" w="7972">
                <a:moveTo>
                  <a:pt x="3245" y="0"/>
                </a:moveTo>
                <a:lnTo>
                  <a:pt x="473" y="2804"/>
                </a:lnTo>
                <a:cubicBezTo>
                  <a:pt x="0" y="3277"/>
                  <a:pt x="0" y="4064"/>
                  <a:pt x="473" y="4568"/>
                </a:cubicBezTo>
                <a:lnTo>
                  <a:pt x="3403" y="7530"/>
                </a:lnTo>
                <a:cubicBezTo>
                  <a:pt x="3639" y="7766"/>
                  <a:pt x="3954" y="7884"/>
                  <a:pt x="4277" y="7884"/>
                </a:cubicBezTo>
                <a:cubicBezTo>
                  <a:pt x="4600" y="7884"/>
                  <a:pt x="4931" y="7766"/>
                  <a:pt x="5199" y="7530"/>
                </a:cubicBezTo>
                <a:lnTo>
                  <a:pt x="7971" y="4726"/>
                </a:lnTo>
                <a:lnTo>
                  <a:pt x="324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26"/>
          <p:cNvSpPr/>
          <p:nvPr/>
        </p:nvSpPr>
        <p:spPr>
          <a:xfrm>
            <a:off x="2458067" y="1302012"/>
            <a:ext cx="289156" cy="285872"/>
          </a:xfrm>
          <a:custGeom>
            <a:rect b="b" l="l" r="r" t="t"/>
            <a:pathLst>
              <a:path extrusionOk="0" h="8878" w="8980">
                <a:moveTo>
                  <a:pt x="4395" y="1"/>
                </a:moveTo>
                <a:cubicBezTo>
                  <a:pt x="4285" y="1"/>
                  <a:pt x="4175" y="40"/>
                  <a:pt x="4096" y="119"/>
                </a:cubicBezTo>
                <a:lnTo>
                  <a:pt x="1" y="4152"/>
                </a:lnTo>
                <a:lnTo>
                  <a:pt x="4726" y="8877"/>
                </a:lnTo>
                <a:lnTo>
                  <a:pt x="8822" y="4845"/>
                </a:lnTo>
                <a:cubicBezTo>
                  <a:pt x="8979" y="4687"/>
                  <a:pt x="8979" y="4404"/>
                  <a:pt x="8822" y="4246"/>
                </a:cubicBezTo>
                <a:lnTo>
                  <a:pt x="4695" y="119"/>
                </a:lnTo>
                <a:cubicBezTo>
                  <a:pt x="4616" y="40"/>
                  <a:pt x="4506" y="1"/>
                  <a:pt x="4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26"/>
          <p:cNvSpPr/>
          <p:nvPr/>
        </p:nvSpPr>
        <p:spPr>
          <a:xfrm>
            <a:off x="2337848" y="2136709"/>
            <a:ext cx="406847" cy="51778"/>
          </a:xfrm>
          <a:custGeom>
            <a:rect b="b" l="l" r="r" t="t"/>
            <a:pathLst>
              <a:path extrusionOk="0" h="1608" w="12635">
                <a:moveTo>
                  <a:pt x="379" y="0"/>
                </a:moveTo>
                <a:cubicBezTo>
                  <a:pt x="159" y="0"/>
                  <a:pt x="1" y="189"/>
                  <a:pt x="1" y="378"/>
                </a:cubicBezTo>
                <a:cubicBezTo>
                  <a:pt x="1" y="1040"/>
                  <a:pt x="537" y="1607"/>
                  <a:pt x="1198" y="1607"/>
                </a:cubicBezTo>
                <a:lnTo>
                  <a:pt x="11406" y="1607"/>
                </a:lnTo>
                <a:cubicBezTo>
                  <a:pt x="12067" y="1607"/>
                  <a:pt x="12634" y="1072"/>
                  <a:pt x="12634" y="378"/>
                </a:cubicBezTo>
                <a:cubicBezTo>
                  <a:pt x="12603" y="158"/>
                  <a:pt x="12445" y="0"/>
                  <a:pt x="12193" y="0"/>
                </a:cubicBezTo>
                <a:lnTo>
                  <a:pt x="10965" y="0"/>
                </a:lnTo>
                <a:lnTo>
                  <a:pt x="10965" y="378"/>
                </a:lnTo>
                <a:cubicBezTo>
                  <a:pt x="10965" y="630"/>
                  <a:pt x="10776" y="819"/>
                  <a:pt x="10555" y="819"/>
                </a:cubicBezTo>
                <a:cubicBezTo>
                  <a:pt x="10303" y="819"/>
                  <a:pt x="10146" y="630"/>
                  <a:pt x="10146" y="378"/>
                </a:cubicBezTo>
                <a:lnTo>
                  <a:pt x="10146" y="0"/>
                </a:lnTo>
                <a:lnTo>
                  <a:pt x="9326" y="0"/>
                </a:lnTo>
                <a:lnTo>
                  <a:pt x="9326" y="378"/>
                </a:lnTo>
                <a:cubicBezTo>
                  <a:pt x="9326" y="630"/>
                  <a:pt x="9137" y="819"/>
                  <a:pt x="8917" y="819"/>
                </a:cubicBezTo>
                <a:cubicBezTo>
                  <a:pt x="8696" y="819"/>
                  <a:pt x="8507" y="630"/>
                  <a:pt x="8507" y="378"/>
                </a:cubicBezTo>
                <a:lnTo>
                  <a:pt x="850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26"/>
          <p:cNvSpPr/>
          <p:nvPr/>
        </p:nvSpPr>
        <p:spPr>
          <a:xfrm>
            <a:off x="2363222" y="1869901"/>
            <a:ext cx="355102" cy="240470"/>
          </a:xfrm>
          <a:custGeom>
            <a:rect b="b" l="l" r="r" t="t"/>
            <a:pathLst>
              <a:path extrusionOk="0" h="7468" w="11028">
                <a:moveTo>
                  <a:pt x="3794" y="1673"/>
                </a:moveTo>
                <a:cubicBezTo>
                  <a:pt x="3841" y="1673"/>
                  <a:pt x="3890" y="1682"/>
                  <a:pt x="3939" y="1702"/>
                </a:cubicBezTo>
                <a:lnTo>
                  <a:pt x="6428" y="2521"/>
                </a:lnTo>
                <a:cubicBezTo>
                  <a:pt x="6680" y="2616"/>
                  <a:pt x="6806" y="2994"/>
                  <a:pt x="6585" y="3214"/>
                </a:cubicBezTo>
                <a:lnTo>
                  <a:pt x="6018" y="3750"/>
                </a:lnTo>
                <a:lnTo>
                  <a:pt x="7404" y="5136"/>
                </a:lnTo>
                <a:cubicBezTo>
                  <a:pt x="7593" y="5262"/>
                  <a:pt x="7593" y="5514"/>
                  <a:pt x="7436" y="5671"/>
                </a:cubicBezTo>
                <a:cubicBezTo>
                  <a:pt x="7357" y="5750"/>
                  <a:pt x="7247" y="5790"/>
                  <a:pt x="7136" y="5790"/>
                </a:cubicBezTo>
                <a:cubicBezTo>
                  <a:pt x="7026" y="5790"/>
                  <a:pt x="6916" y="5750"/>
                  <a:pt x="6837" y="5671"/>
                </a:cubicBezTo>
                <a:lnTo>
                  <a:pt x="5451" y="4317"/>
                </a:lnTo>
                <a:lnTo>
                  <a:pt x="4915" y="4852"/>
                </a:lnTo>
                <a:cubicBezTo>
                  <a:pt x="4821" y="4947"/>
                  <a:pt x="4714" y="4988"/>
                  <a:pt x="4613" y="4988"/>
                </a:cubicBezTo>
                <a:cubicBezTo>
                  <a:pt x="4444" y="4988"/>
                  <a:pt x="4293" y="4872"/>
                  <a:pt x="4254" y="4695"/>
                </a:cubicBezTo>
                <a:lnTo>
                  <a:pt x="3435" y="2206"/>
                </a:lnTo>
                <a:cubicBezTo>
                  <a:pt x="3328" y="1940"/>
                  <a:pt x="3537" y="1673"/>
                  <a:pt x="3794" y="1673"/>
                </a:cubicBezTo>
                <a:close/>
                <a:moveTo>
                  <a:pt x="1198" y="1"/>
                </a:moveTo>
                <a:cubicBezTo>
                  <a:pt x="536" y="1"/>
                  <a:pt x="1" y="568"/>
                  <a:pt x="1" y="1229"/>
                </a:cubicBezTo>
                <a:lnTo>
                  <a:pt x="1" y="7467"/>
                </a:lnTo>
                <a:lnTo>
                  <a:pt x="11027" y="7467"/>
                </a:lnTo>
                <a:lnTo>
                  <a:pt x="11027" y="1229"/>
                </a:lnTo>
                <a:cubicBezTo>
                  <a:pt x="11027" y="568"/>
                  <a:pt x="10460" y="1"/>
                  <a:pt x="97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26"/>
          <p:cNvSpPr/>
          <p:nvPr/>
        </p:nvSpPr>
        <p:spPr>
          <a:xfrm>
            <a:off x="2395180" y="2386346"/>
            <a:ext cx="291185" cy="291185"/>
          </a:xfrm>
          <a:custGeom>
            <a:rect b="b" l="l" r="r" t="t"/>
            <a:pathLst>
              <a:path extrusionOk="0" h="9043" w="9043">
                <a:moveTo>
                  <a:pt x="4506" y="2174"/>
                </a:moveTo>
                <a:cubicBezTo>
                  <a:pt x="6144" y="2174"/>
                  <a:pt x="7404" y="3466"/>
                  <a:pt x="7436" y="5041"/>
                </a:cubicBezTo>
                <a:cubicBezTo>
                  <a:pt x="7436" y="6648"/>
                  <a:pt x="6144" y="7908"/>
                  <a:pt x="4506" y="7908"/>
                </a:cubicBezTo>
                <a:cubicBezTo>
                  <a:pt x="2899" y="7908"/>
                  <a:pt x="1639" y="6616"/>
                  <a:pt x="1639" y="5041"/>
                </a:cubicBezTo>
                <a:cubicBezTo>
                  <a:pt x="1639" y="3466"/>
                  <a:pt x="2931" y="2174"/>
                  <a:pt x="4506" y="2174"/>
                </a:cubicBezTo>
                <a:close/>
                <a:moveTo>
                  <a:pt x="4506" y="0"/>
                </a:moveTo>
                <a:lnTo>
                  <a:pt x="1" y="3214"/>
                </a:lnTo>
                <a:lnTo>
                  <a:pt x="1" y="8664"/>
                </a:lnTo>
                <a:cubicBezTo>
                  <a:pt x="1" y="8885"/>
                  <a:pt x="190" y="9042"/>
                  <a:pt x="379" y="9042"/>
                </a:cubicBezTo>
                <a:lnTo>
                  <a:pt x="8665" y="9042"/>
                </a:lnTo>
                <a:cubicBezTo>
                  <a:pt x="8885" y="9042"/>
                  <a:pt x="9043" y="8853"/>
                  <a:pt x="9043" y="8664"/>
                </a:cubicBezTo>
                <a:lnTo>
                  <a:pt x="9043" y="3214"/>
                </a:lnTo>
                <a:lnTo>
                  <a:pt x="450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26"/>
          <p:cNvSpPr/>
          <p:nvPr/>
        </p:nvSpPr>
        <p:spPr>
          <a:xfrm>
            <a:off x="2473297" y="2480692"/>
            <a:ext cx="134950" cy="134950"/>
          </a:xfrm>
          <a:custGeom>
            <a:rect b="b" l="l" r="r" t="t"/>
            <a:pathLst>
              <a:path extrusionOk="0" h="4191" w="4191">
                <a:moveTo>
                  <a:pt x="2080" y="1040"/>
                </a:moveTo>
                <a:cubicBezTo>
                  <a:pt x="2332" y="1040"/>
                  <a:pt x="2521" y="1229"/>
                  <a:pt x="2521" y="1450"/>
                </a:cubicBezTo>
                <a:lnTo>
                  <a:pt x="2521" y="1859"/>
                </a:lnTo>
                <a:lnTo>
                  <a:pt x="2931" y="1859"/>
                </a:lnTo>
                <a:cubicBezTo>
                  <a:pt x="3151" y="1859"/>
                  <a:pt x="3372" y="2080"/>
                  <a:pt x="3372" y="2269"/>
                </a:cubicBezTo>
                <a:cubicBezTo>
                  <a:pt x="3372" y="2489"/>
                  <a:pt x="3151" y="2710"/>
                  <a:pt x="2931" y="2710"/>
                </a:cubicBezTo>
                <a:lnTo>
                  <a:pt x="2080" y="2710"/>
                </a:lnTo>
                <a:cubicBezTo>
                  <a:pt x="1859" y="2710"/>
                  <a:pt x="1702" y="2489"/>
                  <a:pt x="1702" y="2269"/>
                </a:cubicBezTo>
                <a:lnTo>
                  <a:pt x="1702" y="1450"/>
                </a:lnTo>
                <a:cubicBezTo>
                  <a:pt x="1702" y="1198"/>
                  <a:pt x="1891" y="1040"/>
                  <a:pt x="2080" y="1040"/>
                </a:cubicBezTo>
                <a:close/>
                <a:moveTo>
                  <a:pt x="2080" y="0"/>
                </a:moveTo>
                <a:cubicBezTo>
                  <a:pt x="946" y="0"/>
                  <a:pt x="64" y="946"/>
                  <a:pt x="1" y="2111"/>
                </a:cubicBezTo>
                <a:cubicBezTo>
                  <a:pt x="64" y="3277"/>
                  <a:pt x="946" y="4191"/>
                  <a:pt x="2080" y="4191"/>
                </a:cubicBezTo>
                <a:cubicBezTo>
                  <a:pt x="3246" y="4191"/>
                  <a:pt x="4128" y="3245"/>
                  <a:pt x="4191" y="2111"/>
                </a:cubicBezTo>
                <a:cubicBezTo>
                  <a:pt x="4191" y="977"/>
                  <a:pt x="3246" y="63"/>
                  <a:pt x="208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26"/>
          <p:cNvSpPr/>
          <p:nvPr/>
        </p:nvSpPr>
        <p:spPr>
          <a:xfrm>
            <a:off x="2339378" y="2269686"/>
            <a:ext cx="403788" cy="213261"/>
          </a:xfrm>
          <a:custGeom>
            <a:rect b="b" l="l" r="r" t="t"/>
            <a:pathLst>
              <a:path extrusionOk="0" h="6623" w="12540">
                <a:moveTo>
                  <a:pt x="6239" y="0"/>
                </a:moveTo>
                <a:cubicBezTo>
                  <a:pt x="6018" y="0"/>
                  <a:pt x="5861" y="189"/>
                  <a:pt x="5861" y="378"/>
                </a:cubicBezTo>
                <a:lnTo>
                  <a:pt x="5861" y="1859"/>
                </a:lnTo>
                <a:lnTo>
                  <a:pt x="1891" y="4695"/>
                </a:lnTo>
                <a:lnTo>
                  <a:pt x="222" y="5860"/>
                </a:lnTo>
                <a:cubicBezTo>
                  <a:pt x="32" y="5986"/>
                  <a:pt x="1" y="6270"/>
                  <a:pt x="159" y="6459"/>
                </a:cubicBezTo>
                <a:cubicBezTo>
                  <a:pt x="230" y="6566"/>
                  <a:pt x="342" y="6623"/>
                  <a:pt x="460" y="6623"/>
                </a:cubicBezTo>
                <a:cubicBezTo>
                  <a:pt x="550" y="6623"/>
                  <a:pt x="644" y="6590"/>
                  <a:pt x="726" y="6522"/>
                </a:cubicBezTo>
                <a:lnTo>
                  <a:pt x="6050" y="2741"/>
                </a:lnTo>
                <a:cubicBezTo>
                  <a:pt x="6129" y="2678"/>
                  <a:pt x="6215" y="2647"/>
                  <a:pt x="6298" y="2647"/>
                </a:cubicBezTo>
                <a:cubicBezTo>
                  <a:pt x="6381" y="2647"/>
                  <a:pt x="6459" y="2678"/>
                  <a:pt x="6523" y="2741"/>
                </a:cubicBezTo>
                <a:lnTo>
                  <a:pt x="11847" y="6522"/>
                </a:lnTo>
                <a:cubicBezTo>
                  <a:pt x="11926" y="6575"/>
                  <a:pt x="12016" y="6600"/>
                  <a:pt x="12105" y="6600"/>
                </a:cubicBezTo>
                <a:cubicBezTo>
                  <a:pt x="12230" y="6600"/>
                  <a:pt x="12354" y="6551"/>
                  <a:pt x="12445" y="6459"/>
                </a:cubicBezTo>
                <a:cubicBezTo>
                  <a:pt x="12540" y="6270"/>
                  <a:pt x="12508" y="6018"/>
                  <a:pt x="12351" y="5860"/>
                </a:cubicBezTo>
                <a:lnTo>
                  <a:pt x="10713" y="4695"/>
                </a:lnTo>
                <a:lnTo>
                  <a:pt x="6712" y="1859"/>
                </a:lnTo>
                <a:lnTo>
                  <a:pt x="6712" y="378"/>
                </a:lnTo>
                <a:cubicBezTo>
                  <a:pt x="6680" y="189"/>
                  <a:pt x="6491" y="0"/>
                  <a:pt x="623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26"/>
          <p:cNvSpPr/>
          <p:nvPr/>
        </p:nvSpPr>
        <p:spPr>
          <a:xfrm>
            <a:off x="978246" y="2814393"/>
            <a:ext cx="374357" cy="409874"/>
          </a:xfrm>
          <a:custGeom>
            <a:rect b="b" l="l" r="r" t="t"/>
            <a:pathLst>
              <a:path extrusionOk="0" h="12729" w="11626">
                <a:moveTo>
                  <a:pt x="442" y="1"/>
                </a:moveTo>
                <a:cubicBezTo>
                  <a:pt x="221" y="1"/>
                  <a:pt x="32" y="190"/>
                  <a:pt x="32" y="442"/>
                </a:cubicBezTo>
                <a:lnTo>
                  <a:pt x="32" y="4159"/>
                </a:lnTo>
                <a:cubicBezTo>
                  <a:pt x="32" y="4317"/>
                  <a:pt x="126" y="4474"/>
                  <a:pt x="284" y="4569"/>
                </a:cubicBezTo>
                <a:cubicBezTo>
                  <a:pt x="1072" y="4821"/>
                  <a:pt x="1670" y="5640"/>
                  <a:pt x="1670" y="6491"/>
                </a:cubicBezTo>
                <a:cubicBezTo>
                  <a:pt x="1670" y="7404"/>
                  <a:pt x="1103" y="8129"/>
                  <a:pt x="284" y="8475"/>
                </a:cubicBezTo>
                <a:cubicBezTo>
                  <a:pt x="126" y="8507"/>
                  <a:pt x="0" y="8664"/>
                  <a:pt x="0" y="8853"/>
                </a:cubicBezTo>
                <a:lnTo>
                  <a:pt x="0" y="12319"/>
                </a:lnTo>
                <a:cubicBezTo>
                  <a:pt x="0" y="12571"/>
                  <a:pt x="221" y="12729"/>
                  <a:pt x="442" y="12729"/>
                </a:cubicBezTo>
                <a:lnTo>
                  <a:pt x="3308" y="12729"/>
                </a:lnTo>
                <a:lnTo>
                  <a:pt x="3308" y="4852"/>
                </a:lnTo>
                <a:cubicBezTo>
                  <a:pt x="3308" y="3687"/>
                  <a:pt x="4254" y="2805"/>
                  <a:pt x="5419" y="2741"/>
                </a:cubicBezTo>
                <a:lnTo>
                  <a:pt x="6238" y="2741"/>
                </a:lnTo>
                <a:cubicBezTo>
                  <a:pt x="7373" y="2741"/>
                  <a:pt x="8286" y="3687"/>
                  <a:pt x="8318" y="4852"/>
                </a:cubicBezTo>
                <a:lnTo>
                  <a:pt x="8318" y="12729"/>
                </a:lnTo>
                <a:lnTo>
                  <a:pt x="11216" y="12729"/>
                </a:lnTo>
                <a:cubicBezTo>
                  <a:pt x="11437" y="12729"/>
                  <a:pt x="11594" y="12508"/>
                  <a:pt x="11626" y="12319"/>
                </a:cubicBezTo>
                <a:lnTo>
                  <a:pt x="11626" y="8853"/>
                </a:lnTo>
                <a:cubicBezTo>
                  <a:pt x="11626" y="8696"/>
                  <a:pt x="11500" y="8538"/>
                  <a:pt x="11374" y="8475"/>
                </a:cubicBezTo>
                <a:cubicBezTo>
                  <a:pt x="10586" y="8192"/>
                  <a:pt x="9988" y="7404"/>
                  <a:pt x="9988" y="6491"/>
                </a:cubicBezTo>
                <a:cubicBezTo>
                  <a:pt x="9988" y="5577"/>
                  <a:pt x="10586" y="4852"/>
                  <a:pt x="11374" y="4569"/>
                </a:cubicBezTo>
                <a:cubicBezTo>
                  <a:pt x="11531" y="4537"/>
                  <a:pt x="11626" y="4380"/>
                  <a:pt x="11626" y="4159"/>
                </a:cubicBezTo>
                <a:lnTo>
                  <a:pt x="11626" y="442"/>
                </a:lnTo>
                <a:cubicBezTo>
                  <a:pt x="11626" y="190"/>
                  <a:pt x="11437" y="1"/>
                  <a:pt x="1121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26"/>
          <p:cNvSpPr/>
          <p:nvPr/>
        </p:nvSpPr>
        <p:spPr>
          <a:xfrm>
            <a:off x="1113164" y="2931053"/>
            <a:ext cx="106550" cy="293213"/>
          </a:xfrm>
          <a:custGeom>
            <a:rect b="b" l="l" r="r" t="t"/>
            <a:pathLst>
              <a:path extrusionOk="0" h="9106" w="3309">
                <a:moveTo>
                  <a:pt x="1607" y="3309"/>
                </a:moveTo>
                <a:cubicBezTo>
                  <a:pt x="2080" y="3309"/>
                  <a:pt x="2426" y="3655"/>
                  <a:pt x="2426" y="4128"/>
                </a:cubicBezTo>
                <a:cubicBezTo>
                  <a:pt x="2426" y="4600"/>
                  <a:pt x="2080" y="4947"/>
                  <a:pt x="1607" y="4947"/>
                </a:cubicBezTo>
                <a:cubicBezTo>
                  <a:pt x="1135" y="4947"/>
                  <a:pt x="788" y="4600"/>
                  <a:pt x="788" y="4128"/>
                </a:cubicBezTo>
                <a:cubicBezTo>
                  <a:pt x="788" y="3655"/>
                  <a:pt x="1135" y="3309"/>
                  <a:pt x="1607" y="3309"/>
                </a:cubicBezTo>
                <a:close/>
                <a:moveTo>
                  <a:pt x="1229" y="1"/>
                </a:moveTo>
                <a:cubicBezTo>
                  <a:pt x="536" y="1"/>
                  <a:pt x="1" y="536"/>
                  <a:pt x="1" y="1261"/>
                </a:cubicBezTo>
                <a:lnTo>
                  <a:pt x="1" y="9106"/>
                </a:lnTo>
                <a:lnTo>
                  <a:pt x="3309" y="9106"/>
                </a:lnTo>
                <a:lnTo>
                  <a:pt x="3309" y="1229"/>
                </a:lnTo>
                <a:cubicBezTo>
                  <a:pt x="3309" y="536"/>
                  <a:pt x="2742" y="1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26"/>
          <p:cNvSpPr/>
          <p:nvPr/>
        </p:nvSpPr>
        <p:spPr>
          <a:xfrm>
            <a:off x="1002688" y="3320515"/>
            <a:ext cx="347985" cy="40784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26"/>
          <p:cNvSpPr/>
          <p:nvPr/>
        </p:nvSpPr>
        <p:spPr>
          <a:xfrm>
            <a:off x="971688" y="3824662"/>
            <a:ext cx="122779" cy="198320"/>
          </a:xfrm>
          <a:custGeom>
            <a:rect b="b" l="l" r="r" t="t"/>
            <a:pathLst>
              <a:path extrusionOk="0" h="6159" w="3813">
                <a:moveTo>
                  <a:pt x="1698" y="1"/>
                </a:moveTo>
                <a:cubicBezTo>
                  <a:pt x="1520" y="1"/>
                  <a:pt x="1373" y="138"/>
                  <a:pt x="1293" y="299"/>
                </a:cubicBezTo>
                <a:lnTo>
                  <a:pt x="1" y="5119"/>
                </a:lnTo>
                <a:cubicBezTo>
                  <a:pt x="1" y="5308"/>
                  <a:pt x="127" y="5528"/>
                  <a:pt x="316" y="5623"/>
                </a:cubicBezTo>
                <a:lnTo>
                  <a:pt x="2332" y="6158"/>
                </a:lnTo>
                <a:cubicBezTo>
                  <a:pt x="3277" y="2630"/>
                  <a:pt x="2868" y="4111"/>
                  <a:pt x="3813" y="582"/>
                </a:cubicBezTo>
                <a:lnTo>
                  <a:pt x="1797" y="15"/>
                </a:lnTo>
                <a:cubicBezTo>
                  <a:pt x="1763" y="5"/>
                  <a:pt x="1730" y="1"/>
                  <a:pt x="16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26"/>
          <p:cNvSpPr/>
          <p:nvPr/>
        </p:nvSpPr>
        <p:spPr>
          <a:xfrm>
            <a:off x="1046778" y="3875860"/>
            <a:ext cx="278981" cy="357162"/>
          </a:xfrm>
          <a:custGeom>
            <a:rect b="b" l="l" r="r" t="t"/>
            <a:pathLst>
              <a:path extrusionOk="0" h="11092" w="8664">
                <a:moveTo>
                  <a:pt x="4348" y="3466"/>
                </a:moveTo>
                <a:cubicBezTo>
                  <a:pt x="4820" y="3466"/>
                  <a:pt x="5199" y="3844"/>
                  <a:pt x="5199" y="4316"/>
                </a:cubicBezTo>
                <a:cubicBezTo>
                  <a:pt x="5199" y="4789"/>
                  <a:pt x="4820" y="5136"/>
                  <a:pt x="4348" y="5136"/>
                </a:cubicBezTo>
                <a:cubicBezTo>
                  <a:pt x="3907" y="5136"/>
                  <a:pt x="3529" y="4789"/>
                  <a:pt x="3529" y="4316"/>
                </a:cubicBezTo>
                <a:cubicBezTo>
                  <a:pt x="3529" y="3875"/>
                  <a:pt x="3875" y="3466"/>
                  <a:pt x="4348" y="3466"/>
                </a:cubicBezTo>
                <a:close/>
                <a:moveTo>
                  <a:pt x="5104" y="5766"/>
                </a:moveTo>
                <a:lnTo>
                  <a:pt x="6081" y="7624"/>
                </a:lnTo>
                <a:lnTo>
                  <a:pt x="2615" y="7624"/>
                </a:lnTo>
                <a:lnTo>
                  <a:pt x="3560" y="5766"/>
                </a:lnTo>
                <a:cubicBezTo>
                  <a:pt x="3812" y="5892"/>
                  <a:pt x="4096" y="5955"/>
                  <a:pt x="4348" y="5955"/>
                </a:cubicBezTo>
                <a:cubicBezTo>
                  <a:pt x="4631" y="5955"/>
                  <a:pt x="4883" y="5892"/>
                  <a:pt x="5104" y="5766"/>
                </a:cubicBezTo>
                <a:close/>
                <a:moveTo>
                  <a:pt x="2048" y="0"/>
                </a:moveTo>
                <a:cubicBezTo>
                  <a:pt x="1386" y="2458"/>
                  <a:pt x="1638" y="1544"/>
                  <a:pt x="977" y="4001"/>
                </a:cubicBezTo>
                <a:lnTo>
                  <a:pt x="2678" y="4474"/>
                </a:lnTo>
                <a:cubicBezTo>
                  <a:pt x="2678" y="4726"/>
                  <a:pt x="2741" y="5010"/>
                  <a:pt x="2899" y="5199"/>
                </a:cubicBezTo>
                <a:lnTo>
                  <a:pt x="32" y="10523"/>
                </a:lnTo>
                <a:cubicBezTo>
                  <a:pt x="0" y="10680"/>
                  <a:pt x="63" y="10964"/>
                  <a:pt x="252" y="11027"/>
                </a:cubicBezTo>
                <a:cubicBezTo>
                  <a:pt x="328" y="11070"/>
                  <a:pt x="404" y="11091"/>
                  <a:pt x="475" y="11091"/>
                </a:cubicBezTo>
                <a:cubicBezTo>
                  <a:pt x="613" y="11091"/>
                  <a:pt x="737" y="11014"/>
                  <a:pt x="819" y="10869"/>
                </a:cubicBezTo>
                <a:lnTo>
                  <a:pt x="2143" y="8475"/>
                </a:lnTo>
                <a:lnTo>
                  <a:pt x="6490" y="8475"/>
                </a:lnTo>
                <a:lnTo>
                  <a:pt x="7845" y="10869"/>
                </a:lnTo>
                <a:cubicBezTo>
                  <a:pt x="7907" y="11014"/>
                  <a:pt x="8037" y="11091"/>
                  <a:pt x="8173" y="11091"/>
                </a:cubicBezTo>
                <a:cubicBezTo>
                  <a:pt x="8243" y="11091"/>
                  <a:pt x="8316" y="11070"/>
                  <a:pt x="8381" y="11027"/>
                </a:cubicBezTo>
                <a:cubicBezTo>
                  <a:pt x="8570" y="10932"/>
                  <a:pt x="8664" y="10680"/>
                  <a:pt x="8538" y="10491"/>
                </a:cubicBezTo>
                <a:lnTo>
                  <a:pt x="5734" y="5262"/>
                </a:lnTo>
                <a:lnTo>
                  <a:pt x="6585" y="5482"/>
                </a:lnTo>
                <a:cubicBezTo>
                  <a:pt x="7120" y="3434"/>
                  <a:pt x="6931" y="4222"/>
                  <a:pt x="7624" y="1513"/>
                </a:cubicBezTo>
                <a:lnTo>
                  <a:pt x="20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26"/>
          <p:cNvSpPr/>
          <p:nvPr/>
        </p:nvSpPr>
        <p:spPr>
          <a:xfrm>
            <a:off x="1292270" y="3956005"/>
            <a:ext cx="83205" cy="92221"/>
          </a:xfrm>
          <a:custGeom>
            <a:rect b="b" l="l" r="r" t="t"/>
            <a:pathLst>
              <a:path extrusionOk="0" h="2864" w="2584">
                <a:moveTo>
                  <a:pt x="630" y="0"/>
                </a:moveTo>
                <a:cubicBezTo>
                  <a:pt x="252" y="1449"/>
                  <a:pt x="410" y="945"/>
                  <a:pt x="0" y="2395"/>
                </a:cubicBezTo>
                <a:lnTo>
                  <a:pt x="1607" y="2836"/>
                </a:lnTo>
                <a:cubicBezTo>
                  <a:pt x="1658" y="2855"/>
                  <a:pt x="1707" y="2864"/>
                  <a:pt x="1753" y="2864"/>
                </a:cubicBezTo>
                <a:cubicBezTo>
                  <a:pt x="1932" y="2864"/>
                  <a:pt x="2067" y="2728"/>
                  <a:pt x="2143" y="2552"/>
                </a:cubicBezTo>
                <a:lnTo>
                  <a:pt x="2584" y="945"/>
                </a:lnTo>
                <a:cubicBezTo>
                  <a:pt x="2552" y="725"/>
                  <a:pt x="2458" y="473"/>
                  <a:pt x="2237" y="441"/>
                </a:cubicBezTo>
                <a:lnTo>
                  <a:pt x="63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26"/>
          <p:cNvSpPr/>
          <p:nvPr/>
        </p:nvSpPr>
        <p:spPr>
          <a:xfrm>
            <a:off x="3362844" y="2886199"/>
            <a:ext cx="336812" cy="315496"/>
          </a:xfrm>
          <a:custGeom>
            <a:rect b="b" l="l" r="r" t="t"/>
            <a:pathLst>
              <a:path extrusionOk="0" h="9798" w="10460">
                <a:moveTo>
                  <a:pt x="6091" y="980"/>
                </a:moveTo>
                <a:cubicBezTo>
                  <a:pt x="6596" y="980"/>
                  <a:pt x="7119" y="1154"/>
                  <a:pt x="7562" y="1520"/>
                </a:cubicBezTo>
                <a:cubicBezTo>
                  <a:pt x="7719" y="1677"/>
                  <a:pt x="7751" y="1898"/>
                  <a:pt x="7593" y="2087"/>
                </a:cubicBezTo>
                <a:cubicBezTo>
                  <a:pt x="7518" y="2181"/>
                  <a:pt x="7387" y="2241"/>
                  <a:pt x="7260" y="2241"/>
                </a:cubicBezTo>
                <a:cubicBezTo>
                  <a:pt x="7174" y="2241"/>
                  <a:pt x="7090" y="2213"/>
                  <a:pt x="7026" y="2150"/>
                </a:cubicBezTo>
                <a:cubicBezTo>
                  <a:pt x="6747" y="1918"/>
                  <a:pt x="6415" y="1807"/>
                  <a:pt x="6101" y="1807"/>
                </a:cubicBezTo>
                <a:cubicBezTo>
                  <a:pt x="5776" y="1807"/>
                  <a:pt x="5470" y="1925"/>
                  <a:pt x="5262" y="2150"/>
                </a:cubicBezTo>
                <a:cubicBezTo>
                  <a:pt x="5183" y="2229"/>
                  <a:pt x="5073" y="2268"/>
                  <a:pt x="4962" y="2268"/>
                </a:cubicBezTo>
                <a:cubicBezTo>
                  <a:pt x="4852" y="2268"/>
                  <a:pt x="4742" y="2229"/>
                  <a:pt x="4663" y="2150"/>
                </a:cubicBezTo>
                <a:cubicBezTo>
                  <a:pt x="4506" y="1992"/>
                  <a:pt x="4506" y="1709"/>
                  <a:pt x="4663" y="1551"/>
                </a:cubicBezTo>
                <a:cubicBezTo>
                  <a:pt x="5037" y="1177"/>
                  <a:pt x="5553" y="980"/>
                  <a:pt x="6091" y="980"/>
                </a:cubicBezTo>
                <a:close/>
                <a:moveTo>
                  <a:pt x="3781" y="7852"/>
                </a:moveTo>
                <a:lnTo>
                  <a:pt x="4348" y="8451"/>
                </a:lnTo>
                <a:lnTo>
                  <a:pt x="4002" y="8797"/>
                </a:lnTo>
                <a:cubicBezTo>
                  <a:pt x="3923" y="8876"/>
                  <a:pt x="3812" y="8915"/>
                  <a:pt x="3702" y="8915"/>
                </a:cubicBezTo>
                <a:cubicBezTo>
                  <a:pt x="3592" y="8915"/>
                  <a:pt x="3482" y="8876"/>
                  <a:pt x="3403" y="8797"/>
                </a:cubicBezTo>
                <a:cubicBezTo>
                  <a:pt x="3214" y="8640"/>
                  <a:pt x="3214" y="8356"/>
                  <a:pt x="3403" y="8199"/>
                </a:cubicBezTo>
                <a:lnTo>
                  <a:pt x="3781" y="7852"/>
                </a:lnTo>
                <a:close/>
                <a:moveTo>
                  <a:pt x="6201" y="1"/>
                </a:moveTo>
                <a:cubicBezTo>
                  <a:pt x="5236" y="1"/>
                  <a:pt x="4264" y="375"/>
                  <a:pt x="3529" y="1110"/>
                </a:cubicBezTo>
                <a:lnTo>
                  <a:pt x="2363" y="2307"/>
                </a:lnTo>
                <a:cubicBezTo>
                  <a:pt x="2269" y="2370"/>
                  <a:pt x="2206" y="2402"/>
                  <a:pt x="2048" y="2402"/>
                </a:cubicBezTo>
                <a:cubicBezTo>
                  <a:pt x="1450" y="2465"/>
                  <a:pt x="851" y="2622"/>
                  <a:pt x="378" y="3095"/>
                </a:cubicBezTo>
                <a:cubicBezTo>
                  <a:pt x="0" y="3441"/>
                  <a:pt x="0" y="4040"/>
                  <a:pt x="347" y="4418"/>
                </a:cubicBezTo>
                <a:lnTo>
                  <a:pt x="3182" y="7254"/>
                </a:lnTo>
                <a:lnTo>
                  <a:pt x="2773" y="7663"/>
                </a:lnTo>
                <a:cubicBezTo>
                  <a:pt x="2300" y="8136"/>
                  <a:pt x="2300" y="8923"/>
                  <a:pt x="2773" y="9427"/>
                </a:cubicBezTo>
                <a:cubicBezTo>
                  <a:pt x="3009" y="9664"/>
                  <a:pt x="3324" y="9782"/>
                  <a:pt x="3647" y="9782"/>
                </a:cubicBezTo>
                <a:cubicBezTo>
                  <a:pt x="3970" y="9782"/>
                  <a:pt x="4301" y="9664"/>
                  <a:pt x="4569" y="9427"/>
                </a:cubicBezTo>
                <a:lnTo>
                  <a:pt x="4947" y="9018"/>
                </a:lnTo>
                <a:lnTo>
                  <a:pt x="5419" y="9490"/>
                </a:lnTo>
                <a:cubicBezTo>
                  <a:pt x="5624" y="9695"/>
                  <a:pt x="5868" y="9798"/>
                  <a:pt x="6112" y="9798"/>
                </a:cubicBezTo>
                <a:cubicBezTo>
                  <a:pt x="6357" y="9798"/>
                  <a:pt x="6601" y="9695"/>
                  <a:pt x="6805" y="9490"/>
                </a:cubicBezTo>
                <a:cubicBezTo>
                  <a:pt x="7278" y="9018"/>
                  <a:pt x="7436" y="8388"/>
                  <a:pt x="7467" y="7852"/>
                </a:cubicBezTo>
                <a:cubicBezTo>
                  <a:pt x="7467" y="7726"/>
                  <a:pt x="7499" y="7663"/>
                  <a:pt x="7593" y="7569"/>
                </a:cubicBezTo>
                <a:lnTo>
                  <a:pt x="8696" y="6466"/>
                </a:lnTo>
                <a:cubicBezTo>
                  <a:pt x="10460" y="4702"/>
                  <a:pt x="10145" y="1740"/>
                  <a:pt x="8066" y="511"/>
                </a:cubicBezTo>
                <a:cubicBezTo>
                  <a:pt x="7496" y="170"/>
                  <a:pt x="6850" y="1"/>
                  <a:pt x="620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26"/>
          <p:cNvSpPr/>
          <p:nvPr/>
        </p:nvSpPr>
        <p:spPr>
          <a:xfrm>
            <a:off x="3629653" y="2792852"/>
            <a:ext cx="147122" cy="143322"/>
          </a:xfrm>
          <a:custGeom>
            <a:rect b="b" l="l" r="r" t="t"/>
            <a:pathLst>
              <a:path extrusionOk="0" h="4451" w="4569">
                <a:moveTo>
                  <a:pt x="3226" y="0"/>
                </a:moveTo>
                <a:cubicBezTo>
                  <a:pt x="2907" y="0"/>
                  <a:pt x="2584" y="118"/>
                  <a:pt x="2332" y="355"/>
                </a:cubicBezTo>
                <a:lnTo>
                  <a:pt x="0" y="2686"/>
                </a:lnTo>
                <a:cubicBezTo>
                  <a:pt x="788" y="3095"/>
                  <a:pt x="1355" y="3631"/>
                  <a:pt x="1796" y="4450"/>
                </a:cubicBezTo>
                <a:lnTo>
                  <a:pt x="4096" y="2119"/>
                </a:lnTo>
                <a:cubicBezTo>
                  <a:pt x="4568" y="1646"/>
                  <a:pt x="4568" y="859"/>
                  <a:pt x="4096" y="355"/>
                </a:cubicBezTo>
                <a:cubicBezTo>
                  <a:pt x="3860" y="118"/>
                  <a:pt x="3545" y="0"/>
                  <a:pt x="32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8" name="Google Shape;4178;p26"/>
          <p:cNvSpPr/>
          <p:nvPr/>
        </p:nvSpPr>
        <p:spPr>
          <a:xfrm>
            <a:off x="3619038" y="3518588"/>
            <a:ext cx="80178" cy="80178"/>
          </a:xfrm>
          <a:custGeom>
            <a:rect b="b" l="l" r="r" t="t"/>
            <a:pathLst>
              <a:path extrusionOk="0" h="2490" w="2490">
                <a:moveTo>
                  <a:pt x="1229" y="1"/>
                </a:moveTo>
                <a:cubicBezTo>
                  <a:pt x="568" y="1"/>
                  <a:pt x="1" y="568"/>
                  <a:pt x="1" y="1261"/>
                </a:cubicBezTo>
                <a:cubicBezTo>
                  <a:pt x="1" y="1923"/>
                  <a:pt x="568" y="2490"/>
                  <a:pt x="1229" y="2490"/>
                </a:cubicBezTo>
                <a:cubicBezTo>
                  <a:pt x="1891" y="2490"/>
                  <a:pt x="2426" y="1954"/>
                  <a:pt x="2490" y="1261"/>
                </a:cubicBezTo>
                <a:cubicBezTo>
                  <a:pt x="2490" y="599"/>
                  <a:pt x="1922" y="1"/>
                  <a:pt x="12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9" name="Google Shape;4179;p26"/>
          <p:cNvSpPr/>
          <p:nvPr/>
        </p:nvSpPr>
        <p:spPr>
          <a:xfrm>
            <a:off x="3372515" y="3368318"/>
            <a:ext cx="410904" cy="265843"/>
          </a:xfrm>
          <a:custGeom>
            <a:rect b="b" l="l" r="r" t="t"/>
            <a:pathLst>
              <a:path extrusionOk="0" h="8256" w="12761">
                <a:moveTo>
                  <a:pt x="5357" y="1702"/>
                </a:moveTo>
                <a:cubicBezTo>
                  <a:pt x="5609" y="1702"/>
                  <a:pt x="5798" y="1923"/>
                  <a:pt x="5798" y="2112"/>
                </a:cubicBezTo>
                <a:cubicBezTo>
                  <a:pt x="5766" y="2332"/>
                  <a:pt x="5609" y="2490"/>
                  <a:pt x="5357" y="2490"/>
                </a:cubicBezTo>
                <a:lnTo>
                  <a:pt x="2049" y="2490"/>
                </a:lnTo>
                <a:cubicBezTo>
                  <a:pt x="1828" y="2490"/>
                  <a:pt x="1639" y="2301"/>
                  <a:pt x="1639" y="2112"/>
                </a:cubicBezTo>
                <a:cubicBezTo>
                  <a:pt x="1639" y="1860"/>
                  <a:pt x="1828" y="1702"/>
                  <a:pt x="2049" y="1702"/>
                </a:cubicBezTo>
                <a:close/>
                <a:moveTo>
                  <a:pt x="5357" y="3309"/>
                </a:moveTo>
                <a:cubicBezTo>
                  <a:pt x="5609" y="3309"/>
                  <a:pt x="5798" y="3529"/>
                  <a:pt x="5798" y="3750"/>
                </a:cubicBezTo>
                <a:cubicBezTo>
                  <a:pt x="5766" y="4002"/>
                  <a:pt x="5609" y="4160"/>
                  <a:pt x="5357" y="4160"/>
                </a:cubicBezTo>
                <a:lnTo>
                  <a:pt x="2049" y="4160"/>
                </a:lnTo>
                <a:cubicBezTo>
                  <a:pt x="1828" y="4160"/>
                  <a:pt x="1639" y="3939"/>
                  <a:pt x="1639" y="3750"/>
                </a:cubicBezTo>
                <a:cubicBezTo>
                  <a:pt x="1639" y="3529"/>
                  <a:pt x="1828" y="3309"/>
                  <a:pt x="2049" y="3309"/>
                </a:cubicBezTo>
                <a:close/>
                <a:moveTo>
                  <a:pt x="5357" y="4979"/>
                </a:moveTo>
                <a:cubicBezTo>
                  <a:pt x="5609" y="4979"/>
                  <a:pt x="5798" y="5168"/>
                  <a:pt x="5798" y="5388"/>
                </a:cubicBezTo>
                <a:cubicBezTo>
                  <a:pt x="5766" y="5640"/>
                  <a:pt x="5609" y="5798"/>
                  <a:pt x="5357" y="5798"/>
                </a:cubicBezTo>
                <a:lnTo>
                  <a:pt x="2049" y="5798"/>
                </a:lnTo>
                <a:cubicBezTo>
                  <a:pt x="1828" y="5798"/>
                  <a:pt x="1639" y="5609"/>
                  <a:pt x="1639" y="5388"/>
                </a:cubicBezTo>
                <a:cubicBezTo>
                  <a:pt x="1639" y="5136"/>
                  <a:pt x="1828" y="4979"/>
                  <a:pt x="2049" y="4979"/>
                </a:cubicBezTo>
                <a:close/>
                <a:moveTo>
                  <a:pt x="8948" y="1671"/>
                </a:moveTo>
                <a:cubicBezTo>
                  <a:pt x="10082" y="1671"/>
                  <a:pt x="10996" y="2584"/>
                  <a:pt x="11028" y="3750"/>
                </a:cubicBezTo>
                <a:cubicBezTo>
                  <a:pt x="10996" y="4916"/>
                  <a:pt x="10082" y="5798"/>
                  <a:pt x="8948" y="5798"/>
                </a:cubicBezTo>
                <a:cubicBezTo>
                  <a:pt x="7814" y="5798"/>
                  <a:pt x="6900" y="4853"/>
                  <a:pt x="6869" y="3750"/>
                </a:cubicBezTo>
                <a:cubicBezTo>
                  <a:pt x="6869" y="2616"/>
                  <a:pt x="7814" y="1702"/>
                  <a:pt x="8948" y="1671"/>
                </a:cubicBezTo>
                <a:close/>
                <a:moveTo>
                  <a:pt x="1230" y="1"/>
                </a:moveTo>
                <a:cubicBezTo>
                  <a:pt x="568" y="1"/>
                  <a:pt x="1" y="568"/>
                  <a:pt x="1" y="1230"/>
                </a:cubicBezTo>
                <a:lnTo>
                  <a:pt x="1" y="6207"/>
                </a:lnTo>
                <a:cubicBezTo>
                  <a:pt x="1" y="6743"/>
                  <a:pt x="379" y="7184"/>
                  <a:pt x="852" y="7373"/>
                </a:cubicBezTo>
                <a:lnTo>
                  <a:pt x="852" y="7846"/>
                </a:lnTo>
                <a:cubicBezTo>
                  <a:pt x="852" y="8098"/>
                  <a:pt x="1041" y="8255"/>
                  <a:pt x="1261" y="8255"/>
                </a:cubicBezTo>
                <a:lnTo>
                  <a:pt x="2931" y="8255"/>
                </a:lnTo>
                <a:cubicBezTo>
                  <a:pt x="3151" y="8255"/>
                  <a:pt x="3372" y="8066"/>
                  <a:pt x="3372" y="7846"/>
                </a:cubicBezTo>
                <a:lnTo>
                  <a:pt x="3372" y="7436"/>
                </a:lnTo>
                <a:lnTo>
                  <a:pt x="9421" y="7436"/>
                </a:lnTo>
                <a:lnTo>
                  <a:pt x="9421" y="7846"/>
                </a:lnTo>
                <a:cubicBezTo>
                  <a:pt x="9421" y="8098"/>
                  <a:pt x="9610" y="8255"/>
                  <a:pt x="9862" y="8255"/>
                </a:cubicBezTo>
                <a:lnTo>
                  <a:pt x="11500" y="8255"/>
                </a:lnTo>
                <a:cubicBezTo>
                  <a:pt x="11752" y="8255"/>
                  <a:pt x="11941" y="8066"/>
                  <a:pt x="11941" y="7846"/>
                </a:cubicBezTo>
                <a:lnTo>
                  <a:pt x="11941" y="7373"/>
                </a:lnTo>
                <a:cubicBezTo>
                  <a:pt x="12414" y="7215"/>
                  <a:pt x="12760" y="6743"/>
                  <a:pt x="12760" y="6207"/>
                </a:cubicBezTo>
                <a:lnTo>
                  <a:pt x="12760" y="1230"/>
                </a:lnTo>
                <a:cubicBezTo>
                  <a:pt x="12666" y="599"/>
                  <a:pt x="12099" y="1"/>
                  <a:pt x="114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0" name="Google Shape;4180;p26"/>
          <p:cNvSpPr/>
          <p:nvPr/>
        </p:nvSpPr>
        <p:spPr>
          <a:xfrm>
            <a:off x="3620584" y="3802798"/>
            <a:ext cx="160292" cy="239826"/>
          </a:xfrm>
          <a:custGeom>
            <a:rect b="b" l="l" r="r" t="t"/>
            <a:pathLst>
              <a:path extrusionOk="0" h="7448" w="4978">
                <a:moveTo>
                  <a:pt x="2489" y="820"/>
                </a:moveTo>
                <a:cubicBezTo>
                  <a:pt x="3403" y="820"/>
                  <a:pt x="4127" y="1576"/>
                  <a:pt x="4127" y="2490"/>
                </a:cubicBezTo>
                <a:cubicBezTo>
                  <a:pt x="4127" y="3372"/>
                  <a:pt x="3403" y="4128"/>
                  <a:pt x="2489" y="4128"/>
                </a:cubicBezTo>
                <a:cubicBezTo>
                  <a:pt x="1575" y="4128"/>
                  <a:pt x="819" y="3372"/>
                  <a:pt x="819" y="2490"/>
                </a:cubicBezTo>
                <a:cubicBezTo>
                  <a:pt x="819" y="1576"/>
                  <a:pt x="1575" y="820"/>
                  <a:pt x="2489" y="820"/>
                </a:cubicBezTo>
                <a:close/>
                <a:moveTo>
                  <a:pt x="2489" y="1"/>
                </a:moveTo>
                <a:cubicBezTo>
                  <a:pt x="1103" y="1"/>
                  <a:pt x="0" y="1104"/>
                  <a:pt x="0" y="2490"/>
                </a:cubicBezTo>
                <a:cubicBezTo>
                  <a:pt x="0" y="3214"/>
                  <a:pt x="315" y="3845"/>
                  <a:pt x="819" y="4317"/>
                </a:cubicBezTo>
                <a:lnTo>
                  <a:pt x="819" y="7058"/>
                </a:lnTo>
                <a:cubicBezTo>
                  <a:pt x="819" y="7287"/>
                  <a:pt x="1012" y="7448"/>
                  <a:pt x="1225" y="7448"/>
                </a:cubicBezTo>
                <a:cubicBezTo>
                  <a:pt x="1334" y="7448"/>
                  <a:pt x="1448" y="7406"/>
                  <a:pt x="1544" y="7310"/>
                </a:cubicBezTo>
                <a:lnTo>
                  <a:pt x="2489" y="6365"/>
                </a:lnTo>
                <a:lnTo>
                  <a:pt x="3434" y="7310"/>
                </a:lnTo>
                <a:cubicBezTo>
                  <a:pt x="3530" y="7406"/>
                  <a:pt x="3640" y="7448"/>
                  <a:pt x="3744" y="7448"/>
                </a:cubicBezTo>
                <a:cubicBezTo>
                  <a:pt x="3948" y="7448"/>
                  <a:pt x="4127" y="7287"/>
                  <a:pt x="4127" y="7058"/>
                </a:cubicBezTo>
                <a:lnTo>
                  <a:pt x="4127" y="4317"/>
                </a:lnTo>
                <a:cubicBezTo>
                  <a:pt x="4663" y="3845"/>
                  <a:pt x="4978" y="3214"/>
                  <a:pt x="4978" y="2490"/>
                </a:cubicBezTo>
                <a:cubicBezTo>
                  <a:pt x="4978" y="1104"/>
                  <a:pt x="3875" y="1"/>
                  <a:pt x="24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1" name="Google Shape;4181;p26"/>
          <p:cNvSpPr/>
          <p:nvPr/>
        </p:nvSpPr>
        <p:spPr>
          <a:xfrm>
            <a:off x="3430862" y="4157866"/>
            <a:ext cx="347985" cy="52776"/>
          </a:xfrm>
          <a:custGeom>
            <a:rect b="b" l="l" r="r" t="t"/>
            <a:pathLst>
              <a:path extrusionOk="0" h="1639" w="10807">
                <a:moveTo>
                  <a:pt x="1450" y="1"/>
                </a:moveTo>
                <a:cubicBezTo>
                  <a:pt x="1292" y="788"/>
                  <a:pt x="662" y="1387"/>
                  <a:pt x="1" y="1639"/>
                </a:cubicBezTo>
                <a:lnTo>
                  <a:pt x="8822" y="1639"/>
                </a:lnTo>
                <a:cubicBezTo>
                  <a:pt x="9799" y="1639"/>
                  <a:pt x="10649" y="946"/>
                  <a:pt x="108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2" name="Google Shape;4182;p26"/>
          <p:cNvSpPr/>
          <p:nvPr/>
        </p:nvSpPr>
        <p:spPr>
          <a:xfrm>
            <a:off x="3375059" y="3800769"/>
            <a:ext cx="353073" cy="380829"/>
          </a:xfrm>
          <a:custGeom>
            <a:rect b="b" l="l" r="r" t="t"/>
            <a:pathLst>
              <a:path extrusionOk="0" h="11827" w="10965">
                <a:moveTo>
                  <a:pt x="379" y="1"/>
                </a:moveTo>
                <a:cubicBezTo>
                  <a:pt x="158" y="1"/>
                  <a:pt x="1" y="221"/>
                  <a:pt x="1" y="411"/>
                </a:cubicBezTo>
                <a:lnTo>
                  <a:pt x="1" y="10618"/>
                </a:lnTo>
                <a:cubicBezTo>
                  <a:pt x="1" y="11280"/>
                  <a:pt x="537" y="11815"/>
                  <a:pt x="1198" y="11815"/>
                </a:cubicBezTo>
                <a:cubicBezTo>
                  <a:pt x="1247" y="11823"/>
                  <a:pt x="1295" y="11826"/>
                  <a:pt x="1342" y="11826"/>
                </a:cubicBezTo>
                <a:cubicBezTo>
                  <a:pt x="1912" y="11826"/>
                  <a:pt x="2395" y="11318"/>
                  <a:pt x="2395" y="10650"/>
                </a:cubicBezTo>
                <a:cubicBezTo>
                  <a:pt x="2395" y="10398"/>
                  <a:pt x="2584" y="10272"/>
                  <a:pt x="2836" y="10272"/>
                </a:cubicBezTo>
                <a:lnTo>
                  <a:pt x="10965" y="10272"/>
                </a:lnTo>
                <a:lnTo>
                  <a:pt x="10965" y="8255"/>
                </a:lnTo>
                <a:cubicBezTo>
                  <a:pt x="10807" y="8161"/>
                  <a:pt x="10650" y="8098"/>
                  <a:pt x="10492" y="7972"/>
                </a:cubicBezTo>
                <a:lnTo>
                  <a:pt x="10146" y="7625"/>
                </a:lnTo>
                <a:lnTo>
                  <a:pt x="9799" y="7972"/>
                </a:lnTo>
                <a:cubicBezTo>
                  <a:pt x="9547" y="8224"/>
                  <a:pt x="9232" y="8318"/>
                  <a:pt x="8917" y="8318"/>
                </a:cubicBezTo>
                <a:cubicBezTo>
                  <a:pt x="8255" y="8318"/>
                  <a:pt x="7720" y="7783"/>
                  <a:pt x="7720" y="7058"/>
                </a:cubicBezTo>
                <a:lnTo>
                  <a:pt x="7720" y="4664"/>
                </a:lnTo>
                <a:cubicBezTo>
                  <a:pt x="7184" y="4065"/>
                  <a:pt x="6869" y="3309"/>
                  <a:pt x="6869" y="2490"/>
                </a:cubicBezTo>
                <a:cubicBezTo>
                  <a:pt x="6869" y="1513"/>
                  <a:pt x="7310" y="600"/>
                  <a:pt x="80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3" name="Google Shape;4183;p26"/>
          <p:cNvSpPr/>
          <p:nvPr/>
        </p:nvSpPr>
        <p:spPr>
          <a:xfrm>
            <a:off x="2547127" y="4313084"/>
            <a:ext cx="293213" cy="406815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4" name="Google Shape;4184;p26"/>
          <p:cNvSpPr/>
          <p:nvPr/>
        </p:nvSpPr>
        <p:spPr>
          <a:xfrm>
            <a:off x="4871894" y="1431616"/>
            <a:ext cx="388967" cy="137601"/>
          </a:xfrm>
          <a:custGeom>
            <a:rect b="b" l="l" r="r" t="t"/>
            <a:pathLst>
              <a:path extrusionOk="0" h="4191" w="11847">
                <a:moveTo>
                  <a:pt x="5230" y="0"/>
                </a:moveTo>
                <a:cubicBezTo>
                  <a:pt x="5073" y="0"/>
                  <a:pt x="4947" y="63"/>
                  <a:pt x="4915" y="189"/>
                </a:cubicBezTo>
                <a:lnTo>
                  <a:pt x="4096" y="2080"/>
                </a:lnTo>
                <a:lnTo>
                  <a:pt x="347" y="2080"/>
                </a:lnTo>
                <a:cubicBezTo>
                  <a:pt x="158" y="2080"/>
                  <a:pt x="0" y="2237"/>
                  <a:pt x="0" y="2426"/>
                </a:cubicBezTo>
                <a:cubicBezTo>
                  <a:pt x="0" y="2615"/>
                  <a:pt x="158" y="2773"/>
                  <a:pt x="347" y="2773"/>
                </a:cubicBezTo>
                <a:lnTo>
                  <a:pt x="4316" y="2773"/>
                </a:lnTo>
                <a:cubicBezTo>
                  <a:pt x="4411" y="2773"/>
                  <a:pt x="4505" y="2710"/>
                  <a:pt x="4600" y="2584"/>
                </a:cubicBezTo>
                <a:lnTo>
                  <a:pt x="5199" y="1292"/>
                </a:lnTo>
                <a:lnTo>
                  <a:pt x="6238" y="3970"/>
                </a:lnTo>
                <a:cubicBezTo>
                  <a:pt x="6301" y="4096"/>
                  <a:pt x="6396" y="4159"/>
                  <a:pt x="6522" y="4191"/>
                </a:cubicBezTo>
                <a:lnTo>
                  <a:pt x="6553" y="4191"/>
                </a:lnTo>
                <a:cubicBezTo>
                  <a:pt x="6679" y="4191"/>
                  <a:pt x="6805" y="4127"/>
                  <a:pt x="6868" y="4033"/>
                </a:cubicBezTo>
                <a:lnTo>
                  <a:pt x="7624" y="2836"/>
                </a:lnTo>
                <a:lnTo>
                  <a:pt x="11500" y="2836"/>
                </a:lnTo>
                <a:cubicBezTo>
                  <a:pt x="11689" y="2836"/>
                  <a:pt x="11846" y="2678"/>
                  <a:pt x="11846" y="2458"/>
                </a:cubicBezTo>
                <a:cubicBezTo>
                  <a:pt x="11846" y="2269"/>
                  <a:pt x="11689" y="2111"/>
                  <a:pt x="11500" y="2111"/>
                </a:cubicBezTo>
                <a:lnTo>
                  <a:pt x="7435" y="2111"/>
                </a:lnTo>
                <a:cubicBezTo>
                  <a:pt x="7309" y="2111"/>
                  <a:pt x="7183" y="2206"/>
                  <a:pt x="7120" y="2269"/>
                </a:cubicBezTo>
                <a:lnTo>
                  <a:pt x="6648" y="3056"/>
                </a:lnTo>
                <a:lnTo>
                  <a:pt x="5545" y="221"/>
                </a:lnTo>
                <a:cubicBezTo>
                  <a:pt x="5514" y="95"/>
                  <a:pt x="5388" y="0"/>
                  <a:pt x="523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5" name="Google Shape;4185;p26"/>
          <p:cNvSpPr/>
          <p:nvPr/>
        </p:nvSpPr>
        <p:spPr>
          <a:xfrm>
            <a:off x="4868775" y="1319892"/>
            <a:ext cx="387949" cy="164524"/>
          </a:xfrm>
          <a:custGeom>
            <a:rect b="b" l="l" r="r" t="t"/>
            <a:pathLst>
              <a:path extrusionOk="0" h="5011" w="11816">
                <a:moveTo>
                  <a:pt x="3151" y="1"/>
                </a:moveTo>
                <a:cubicBezTo>
                  <a:pt x="1387" y="1"/>
                  <a:pt x="1" y="1419"/>
                  <a:pt x="1" y="3277"/>
                </a:cubicBezTo>
                <a:cubicBezTo>
                  <a:pt x="1" y="3876"/>
                  <a:pt x="158" y="4349"/>
                  <a:pt x="442" y="4821"/>
                </a:cubicBezTo>
                <a:lnTo>
                  <a:pt x="3655" y="4821"/>
                </a:lnTo>
                <a:lnTo>
                  <a:pt x="4285" y="3340"/>
                </a:lnTo>
                <a:cubicBezTo>
                  <a:pt x="4443" y="2994"/>
                  <a:pt x="4821" y="2773"/>
                  <a:pt x="5199" y="2710"/>
                </a:cubicBezTo>
                <a:cubicBezTo>
                  <a:pt x="5672" y="2710"/>
                  <a:pt x="6018" y="2994"/>
                  <a:pt x="6176" y="3403"/>
                </a:cubicBezTo>
                <a:lnTo>
                  <a:pt x="6806" y="5010"/>
                </a:lnTo>
                <a:cubicBezTo>
                  <a:pt x="6963" y="4884"/>
                  <a:pt x="7215" y="4821"/>
                  <a:pt x="7404" y="4821"/>
                </a:cubicBezTo>
                <a:lnTo>
                  <a:pt x="11374" y="4821"/>
                </a:lnTo>
                <a:cubicBezTo>
                  <a:pt x="11626" y="4349"/>
                  <a:pt x="11815" y="3813"/>
                  <a:pt x="11815" y="3277"/>
                </a:cubicBezTo>
                <a:cubicBezTo>
                  <a:pt x="11815" y="1419"/>
                  <a:pt x="10429" y="1"/>
                  <a:pt x="8665" y="1"/>
                </a:cubicBezTo>
                <a:cubicBezTo>
                  <a:pt x="7247" y="1"/>
                  <a:pt x="6396" y="977"/>
                  <a:pt x="5924" y="1860"/>
                </a:cubicBezTo>
                <a:cubicBezTo>
                  <a:pt x="5451" y="977"/>
                  <a:pt x="4537" y="1"/>
                  <a:pt x="31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6" name="Google Shape;4186;p26"/>
          <p:cNvSpPr/>
          <p:nvPr/>
        </p:nvSpPr>
        <p:spPr>
          <a:xfrm>
            <a:off x="4943269" y="1530896"/>
            <a:ext cx="245160" cy="129327"/>
          </a:xfrm>
          <a:custGeom>
            <a:rect b="b" l="l" r="r" t="t"/>
            <a:pathLst>
              <a:path extrusionOk="0" h="3939" w="7467">
                <a:moveTo>
                  <a:pt x="2962" y="1"/>
                </a:moveTo>
                <a:cubicBezTo>
                  <a:pt x="2773" y="284"/>
                  <a:pt x="2458" y="442"/>
                  <a:pt x="2111" y="442"/>
                </a:cubicBezTo>
                <a:lnTo>
                  <a:pt x="0" y="442"/>
                </a:lnTo>
                <a:cubicBezTo>
                  <a:pt x="158" y="599"/>
                  <a:pt x="347" y="757"/>
                  <a:pt x="536" y="914"/>
                </a:cubicBezTo>
                <a:cubicBezTo>
                  <a:pt x="1449" y="1734"/>
                  <a:pt x="2426" y="2647"/>
                  <a:pt x="3434" y="3813"/>
                </a:cubicBezTo>
                <a:cubicBezTo>
                  <a:pt x="3529" y="3907"/>
                  <a:pt x="3592" y="3939"/>
                  <a:pt x="3718" y="3939"/>
                </a:cubicBezTo>
                <a:cubicBezTo>
                  <a:pt x="3844" y="3939"/>
                  <a:pt x="3907" y="3907"/>
                  <a:pt x="4001" y="3813"/>
                </a:cubicBezTo>
                <a:cubicBezTo>
                  <a:pt x="4978" y="2584"/>
                  <a:pt x="6018" y="1734"/>
                  <a:pt x="6900" y="914"/>
                </a:cubicBezTo>
                <a:cubicBezTo>
                  <a:pt x="7120" y="757"/>
                  <a:pt x="7278" y="599"/>
                  <a:pt x="7467" y="442"/>
                </a:cubicBezTo>
                <a:lnTo>
                  <a:pt x="5860" y="442"/>
                </a:lnTo>
                <a:lnTo>
                  <a:pt x="5293" y="1324"/>
                </a:lnTo>
                <a:cubicBezTo>
                  <a:pt x="5104" y="1639"/>
                  <a:pt x="4789" y="1860"/>
                  <a:pt x="4379" y="1860"/>
                </a:cubicBezTo>
                <a:lnTo>
                  <a:pt x="4316" y="1860"/>
                </a:lnTo>
                <a:cubicBezTo>
                  <a:pt x="3907" y="1797"/>
                  <a:pt x="3592" y="1576"/>
                  <a:pt x="3434" y="1167"/>
                </a:cubicBezTo>
                <a:lnTo>
                  <a:pt x="296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7" name="Google Shape;4187;p26"/>
          <p:cNvSpPr/>
          <p:nvPr/>
        </p:nvSpPr>
        <p:spPr>
          <a:xfrm>
            <a:off x="4869825" y="1958372"/>
            <a:ext cx="45539" cy="69309"/>
          </a:xfrm>
          <a:custGeom>
            <a:rect b="b" l="l" r="r" t="t"/>
            <a:pathLst>
              <a:path extrusionOk="0" h="2111" w="1387">
                <a:moveTo>
                  <a:pt x="0" y="0"/>
                </a:moveTo>
                <a:lnTo>
                  <a:pt x="0" y="2111"/>
                </a:lnTo>
                <a:lnTo>
                  <a:pt x="1386" y="2111"/>
                </a:lnTo>
                <a:lnTo>
                  <a:pt x="138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8" name="Google Shape;4188;p26"/>
          <p:cNvSpPr/>
          <p:nvPr/>
        </p:nvSpPr>
        <p:spPr>
          <a:xfrm>
            <a:off x="4869825" y="2051448"/>
            <a:ext cx="69309" cy="22786"/>
          </a:xfrm>
          <a:custGeom>
            <a:rect b="b" l="l" r="r" t="t"/>
            <a:pathLst>
              <a:path extrusionOk="0" h="694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6"/>
                  <a:pt x="2111" y="347"/>
                </a:cubicBezTo>
                <a:cubicBezTo>
                  <a:pt x="2111" y="158"/>
                  <a:pt x="1954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9" name="Google Shape;4189;p26"/>
          <p:cNvSpPr/>
          <p:nvPr/>
        </p:nvSpPr>
        <p:spPr>
          <a:xfrm>
            <a:off x="4869825" y="1912835"/>
            <a:ext cx="69309" cy="22819"/>
          </a:xfrm>
          <a:custGeom>
            <a:rect b="b" l="l" r="r" t="t"/>
            <a:pathLst>
              <a:path extrusionOk="0" h="695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7"/>
                  <a:pt x="2111" y="348"/>
                </a:cubicBezTo>
                <a:cubicBezTo>
                  <a:pt x="2111" y="159"/>
                  <a:pt x="1954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0" name="Google Shape;4190;p26"/>
          <p:cNvSpPr/>
          <p:nvPr/>
        </p:nvSpPr>
        <p:spPr>
          <a:xfrm>
            <a:off x="4870843" y="1799076"/>
            <a:ext cx="388967" cy="388967"/>
          </a:xfrm>
          <a:custGeom>
            <a:rect b="b" l="l" r="r" t="t"/>
            <a:pathLst>
              <a:path extrusionOk="0" h="11847" w="11847">
                <a:moveTo>
                  <a:pt x="2427" y="0"/>
                </a:moveTo>
                <a:cubicBezTo>
                  <a:pt x="1072" y="0"/>
                  <a:pt x="1" y="1103"/>
                  <a:pt x="1" y="2426"/>
                </a:cubicBezTo>
                <a:lnTo>
                  <a:pt x="1" y="2804"/>
                </a:lnTo>
                <a:lnTo>
                  <a:pt x="1355" y="2804"/>
                </a:lnTo>
                <a:lnTo>
                  <a:pt x="1355" y="2426"/>
                </a:lnTo>
                <a:cubicBezTo>
                  <a:pt x="1355" y="1859"/>
                  <a:pt x="1828" y="1418"/>
                  <a:pt x="2395" y="1418"/>
                </a:cubicBezTo>
                <a:lnTo>
                  <a:pt x="9358" y="1418"/>
                </a:lnTo>
                <a:cubicBezTo>
                  <a:pt x="9956" y="1418"/>
                  <a:pt x="10366" y="1891"/>
                  <a:pt x="10366" y="2426"/>
                </a:cubicBezTo>
                <a:lnTo>
                  <a:pt x="10366" y="9420"/>
                </a:lnTo>
                <a:cubicBezTo>
                  <a:pt x="10366" y="9987"/>
                  <a:pt x="9893" y="10429"/>
                  <a:pt x="9358" y="10429"/>
                </a:cubicBezTo>
                <a:lnTo>
                  <a:pt x="2395" y="10429"/>
                </a:lnTo>
                <a:cubicBezTo>
                  <a:pt x="1797" y="10429"/>
                  <a:pt x="1355" y="9956"/>
                  <a:pt x="1355" y="9420"/>
                </a:cubicBezTo>
                <a:lnTo>
                  <a:pt x="1355" y="9042"/>
                </a:lnTo>
                <a:lnTo>
                  <a:pt x="1" y="9042"/>
                </a:lnTo>
                <a:lnTo>
                  <a:pt x="1" y="9420"/>
                </a:lnTo>
                <a:cubicBezTo>
                  <a:pt x="1" y="10744"/>
                  <a:pt x="1103" y="11846"/>
                  <a:pt x="2427" y="11846"/>
                </a:cubicBezTo>
                <a:lnTo>
                  <a:pt x="9389" y="11846"/>
                </a:lnTo>
                <a:cubicBezTo>
                  <a:pt x="10744" y="11846"/>
                  <a:pt x="11847" y="10744"/>
                  <a:pt x="11847" y="9420"/>
                </a:cubicBezTo>
                <a:lnTo>
                  <a:pt x="11847" y="2426"/>
                </a:lnTo>
                <a:cubicBezTo>
                  <a:pt x="11847" y="1103"/>
                  <a:pt x="10744" y="0"/>
                  <a:pt x="938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1" name="Google Shape;4191;p26"/>
          <p:cNvSpPr/>
          <p:nvPr/>
        </p:nvSpPr>
        <p:spPr>
          <a:xfrm>
            <a:off x="5018747" y="1935620"/>
            <a:ext cx="113830" cy="113797"/>
          </a:xfrm>
          <a:custGeom>
            <a:rect b="b" l="l" r="r" t="t"/>
            <a:pathLst>
              <a:path extrusionOk="0" h="3466" w="3467">
                <a:moveTo>
                  <a:pt x="1387" y="0"/>
                </a:moveTo>
                <a:lnTo>
                  <a:pt x="1387" y="1040"/>
                </a:lnTo>
                <a:cubicBezTo>
                  <a:pt x="1387" y="1229"/>
                  <a:pt x="1230" y="1386"/>
                  <a:pt x="1041" y="1386"/>
                </a:cubicBezTo>
                <a:lnTo>
                  <a:pt x="1" y="1386"/>
                </a:lnTo>
                <a:lnTo>
                  <a:pt x="1" y="2111"/>
                </a:lnTo>
                <a:lnTo>
                  <a:pt x="1041" y="2111"/>
                </a:lnTo>
                <a:cubicBezTo>
                  <a:pt x="1230" y="2111"/>
                  <a:pt x="1387" y="2268"/>
                  <a:pt x="1387" y="2457"/>
                </a:cubicBezTo>
                <a:lnTo>
                  <a:pt x="1387" y="3466"/>
                </a:lnTo>
                <a:lnTo>
                  <a:pt x="2080" y="3466"/>
                </a:lnTo>
                <a:lnTo>
                  <a:pt x="2080" y="2457"/>
                </a:lnTo>
                <a:cubicBezTo>
                  <a:pt x="2080" y="2268"/>
                  <a:pt x="2238" y="2111"/>
                  <a:pt x="2458" y="2111"/>
                </a:cubicBezTo>
                <a:lnTo>
                  <a:pt x="3467" y="2111"/>
                </a:lnTo>
                <a:lnTo>
                  <a:pt x="3467" y="1386"/>
                </a:lnTo>
                <a:lnTo>
                  <a:pt x="2458" y="1386"/>
                </a:lnTo>
                <a:cubicBezTo>
                  <a:pt x="2238" y="1386"/>
                  <a:pt x="2080" y="1229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2" name="Google Shape;4192;p26"/>
          <p:cNvSpPr/>
          <p:nvPr/>
        </p:nvSpPr>
        <p:spPr>
          <a:xfrm>
            <a:off x="4939131" y="1867331"/>
            <a:ext cx="251366" cy="252416"/>
          </a:xfrm>
          <a:custGeom>
            <a:rect b="b" l="l" r="r" t="t"/>
            <a:pathLst>
              <a:path extrusionOk="0" h="7688" w="7656">
                <a:moveTo>
                  <a:pt x="4883" y="1418"/>
                </a:moveTo>
                <a:cubicBezTo>
                  <a:pt x="5072" y="1418"/>
                  <a:pt x="5230" y="1576"/>
                  <a:pt x="5230" y="1765"/>
                </a:cubicBezTo>
                <a:lnTo>
                  <a:pt x="5230" y="2805"/>
                </a:lnTo>
                <a:lnTo>
                  <a:pt x="6238" y="2805"/>
                </a:lnTo>
                <a:cubicBezTo>
                  <a:pt x="6459" y="2805"/>
                  <a:pt x="6616" y="2962"/>
                  <a:pt x="6616" y="3151"/>
                </a:cubicBezTo>
                <a:lnTo>
                  <a:pt x="6616" y="4537"/>
                </a:lnTo>
                <a:cubicBezTo>
                  <a:pt x="6616" y="4726"/>
                  <a:pt x="6459" y="4884"/>
                  <a:pt x="6238" y="4884"/>
                </a:cubicBezTo>
                <a:lnTo>
                  <a:pt x="5230" y="4884"/>
                </a:lnTo>
                <a:lnTo>
                  <a:pt x="5230" y="5924"/>
                </a:lnTo>
                <a:cubicBezTo>
                  <a:pt x="5230" y="6113"/>
                  <a:pt x="5072" y="6270"/>
                  <a:pt x="4883" y="6270"/>
                </a:cubicBezTo>
                <a:lnTo>
                  <a:pt x="3497" y="6270"/>
                </a:lnTo>
                <a:cubicBezTo>
                  <a:pt x="3308" y="6270"/>
                  <a:pt x="3151" y="6113"/>
                  <a:pt x="3151" y="5924"/>
                </a:cubicBezTo>
                <a:lnTo>
                  <a:pt x="3151" y="4884"/>
                </a:lnTo>
                <a:lnTo>
                  <a:pt x="2111" y="4884"/>
                </a:lnTo>
                <a:cubicBezTo>
                  <a:pt x="1922" y="4884"/>
                  <a:pt x="1764" y="4726"/>
                  <a:pt x="1764" y="4537"/>
                </a:cubicBezTo>
                <a:lnTo>
                  <a:pt x="1764" y="3151"/>
                </a:lnTo>
                <a:cubicBezTo>
                  <a:pt x="1764" y="2962"/>
                  <a:pt x="1922" y="2805"/>
                  <a:pt x="2111" y="2805"/>
                </a:cubicBezTo>
                <a:lnTo>
                  <a:pt x="3151" y="2805"/>
                </a:lnTo>
                <a:lnTo>
                  <a:pt x="3151" y="1765"/>
                </a:lnTo>
                <a:cubicBezTo>
                  <a:pt x="3151" y="1576"/>
                  <a:pt x="3308" y="1418"/>
                  <a:pt x="3497" y="141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757"/>
                </a:lnTo>
                <a:cubicBezTo>
                  <a:pt x="378" y="914"/>
                  <a:pt x="693" y="1261"/>
                  <a:pt x="693" y="1734"/>
                </a:cubicBezTo>
                <a:cubicBezTo>
                  <a:pt x="693" y="2175"/>
                  <a:pt x="378" y="2553"/>
                  <a:pt x="0" y="2710"/>
                </a:cubicBezTo>
                <a:lnTo>
                  <a:pt x="0" y="4979"/>
                </a:lnTo>
                <a:cubicBezTo>
                  <a:pt x="378" y="5136"/>
                  <a:pt x="693" y="5483"/>
                  <a:pt x="693" y="5955"/>
                </a:cubicBezTo>
                <a:cubicBezTo>
                  <a:pt x="693" y="6396"/>
                  <a:pt x="441" y="6774"/>
                  <a:pt x="0" y="6932"/>
                </a:cubicBezTo>
                <a:lnTo>
                  <a:pt x="0" y="7341"/>
                </a:lnTo>
                <a:cubicBezTo>
                  <a:pt x="0" y="7530"/>
                  <a:pt x="158" y="7688"/>
                  <a:pt x="347" y="7688"/>
                </a:cubicBezTo>
                <a:lnTo>
                  <a:pt x="7309" y="7688"/>
                </a:lnTo>
                <a:cubicBezTo>
                  <a:pt x="7498" y="7688"/>
                  <a:pt x="7656" y="7530"/>
                  <a:pt x="7656" y="7341"/>
                </a:cubicBezTo>
                <a:lnTo>
                  <a:pt x="7656" y="347"/>
                </a:lnTo>
                <a:cubicBezTo>
                  <a:pt x="7656" y="158"/>
                  <a:pt x="7498" y="1"/>
                  <a:pt x="73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3" name="Google Shape;4193;p26"/>
          <p:cNvSpPr/>
          <p:nvPr/>
        </p:nvSpPr>
        <p:spPr>
          <a:xfrm>
            <a:off x="5036361" y="2482322"/>
            <a:ext cx="113797" cy="84905"/>
          </a:xfrm>
          <a:custGeom>
            <a:rect b="b" l="l" r="r" t="t"/>
            <a:pathLst>
              <a:path extrusionOk="0" h="2586" w="3466">
                <a:moveTo>
                  <a:pt x="614" y="0"/>
                </a:moveTo>
                <a:cubicBezTo>
                  <a:pt x="287" y="0"/>
                  <a:pt x="0" y="305"/>
                  <a:pt x="0" y="696"/>
                </a:cubicBezTo>
                <a:cubicBezTo>
                  <a:pt x="0" y="1326"/>
                  <a:pt x="1008" y="2019"/>
                  <a:pt x="1733" y="2586"/>
                </a:cubicBezTo>
                <a:cubicBezTo>
                  <a:pt x="2426" y="2019"/>
                  <a:pt x="3466" y="1326"/>
                  <a:pt x="3466" y="696"/>
                </a:cubicBezTo>
                <a:cubicBezTo>
                  <a:pt x="3466" y="349"/>
                  <a:pt x="3214" y="3"/>
                  <a:pt x="2741" y="3"/>
                </a:cubicBezTo>
                <a:cubicBezTo>
                  <a:pt x="2237" y="3"/>
                  <a:pt x="2048" y="570"/>
                  <a:pt x="2048" y="570"/>
                </a:cubicBezTo>
                <a:cubicBezTo>
                  <a:pt x="2001" y="743"/>
                  <a:pt x="1851" y="830"/>
                  <a:pt x="1701" y="830"/>
                </a:cubicBezTo>
                <a:cubicBezTo>
                  <a:pt x="1552" y="830"/>
                  <a:pt x="1402" y="743"/>
                  <a:pt x="1355" y="570"/>
                </a:cubicBezTo>
                <a:cubicBezTo>
                  <a:pt x="1355" y="538"/>
                  <a:pt x="1166" y="3"/>
                  <a:pt x="662" y="3"/>
                </a:cubicBezTo>
                <a:cubicBezTo>
                  <a:pt x="646" y="1"/>
                  <a:pt x="630" y="0"/>
                  <a:pt x="6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4" name="Google Shape;4194;p26"/>
          <p:cNvSpPr/>
          <p:nvPr/>
        </p:nvSpPr>
        <p:spPr>
          <a:xfrm>
            <a:off x="4865672" y="2295186"/>
            <a:ext cx="398291" cy="388934"/>
          </a:xfrm>
          <a:custGeom>
            <a:rect b="b" l="l" r="r" t="t"/>
            <a:pathLst>
              <a:path extrusionOk="0" h="11846" w="12131">
                <a:moveTo>
                  <a:pt x="3744" y="3555"/>
                </a:moveTo>
                <a:cubicBezTo>
                  <a:pt x="3907" y="3555"/>
                  <a:pt x="4040" y="3674"/>
                  <a:pt x="4096" y="3844"/>
                </a:cubicBezTo>
                <a:cubicBezTo>
                  <a:pt x="4128" y="4033"/>
                  <a:pt x="3970" y="4190"/>
                  <a:pt x="3813" y="4253"/>
                </a:cubicBezTo>
                <a:cubicBezTo>
                  <a:pt x="2931" y="4379"/>
                  <a:pt x="2427" y="5451"/>
                  <a:pt x="2899" y="6333"/>
                </a:cubicBezTo>
                <a:cubicBezTo>
                  <a:pt x="2994" y="6490"/>
                  <a:pt x="2931" y="6711"/>
                  <a:pt x="2773" y="6805"/>
                </a:cubicBezTo>
                <a:cubicBezTo>
                  <a:pt x="2723" y="6825"/>
                  <a:pt x="2667" y="6836"/>
                  <a:pt x="2611" y="6836"/>
                </a:cubicBezTo>
                <a:cubicBezTo>
                  <a:pt x="2489" y="6836"/>
                  <a:pt x="2365" y="6787"/>
                  <a:pt x="2301" y="6679"/>
                </a:cubicBezTo>
                <a:cubicBezTo>
                  <a:pt x="1608" y="5419"/>
                  <a:pt x="2364" y="3812"/>
                  <a:pt x="3687" y="3560"/>
                </a:cubicBezTo>
                <a:cubicBezTo>
                  <a:pt x="3706" y="3557"/>
                  <a:pt x="3726" y="3555"/>
                  <a:pt x="3744" y="3555"/>
                </a:cubicBezTo>
                <a:close/>
                <a:moveTo>
                  <a:pt x="7940" y="4946"/>
                </a:moveTo>
                <a:cubicBezTo>
                  <a:pt x="8728" y="4946"/>
                  <a:pt x="9326" y="5577"/>
                  <a:pt x="9326" y="6364"/>
                </a:cubicBezTo>
                <a:cubicBezTo>
                  <a:pt x="9326" y="7341"/>
                  <a:pt x="8381" y="7939"/>
                  <a:pt x="7121" y="9011"/>
                </a:cubicBezTo>
                <a:cubicBezTo>
                  <a:pt x="7058" y="9074"/>
                  <a:pt x="6979" y="9105"/>
                  <a:pt x="6900" y="9105"/>
                </a:cubicBezTo>
                <a:cubicBezTo>
                  <a:pt x="6822" y="9105"/>
                  <a:pt x="6743" y="9074"/>
                  <a:pt x="6680" y="9011"/>
                </a:cubicBezTo>
                <a:cubicBezTo>
                  <a:pt x="5420" y="7971"/>
                  <a:pt x="4474" y="7341"/>
                  <a:pt x="4474" y="6364"/>
                </a:cubicBezTo>
                <a:cubicBezTo>
                  <a:pt x="4474" y="5577"/>
                  <a:pt x="5105" y="4946"/>
                  <a:pt x="5861" y="4946"/>
                </a:cubicBezTo>
                <a:cubicBezTo>
                  <a:pt x="6365" y="4946"/>
                  <a:pt x="6711" y="5230"/>
                  <a:pt x="6932" y="5451"/>
                </a:cubicBezTo>
                <a:cubicBezTo>
                  <a:pt x="7121" y="5198"/>
                  <a:pt x="7467" y="4946"/>
                  <a:pt x="7940" y="4946"/>
                </a:cubicBezTo>
                <a:close/>
                <a:moveTo>
                  <a:pt x="7404" y="0"/>
                </a:moveTo>
                <a:cubicBezTo>
                  <a:pt x="6459" y="0"/>
                  <a:pt x="5703" y="788"/>
                  <a:pt x="5703" y="1733"/>
                </a:cubicBezTo>
                <a:lnTo>
                  <a:pt x="5703" y="2899"/>
                </a:lnTo>
                <a:cubicBezTo>
                  <a:pt x="5136" y="2395"/>
                  <a:pt x="4443" y="2111"/>
                  <a:pt x="3687" y="2111"/>
                </a:cubicBezTo>
                <a:cubicBezTo>
                  <a:pt x="1450" y="2111"/>
                  <a:pt x="1" y="4505"/>
                  <a:pt x="977" y="6616"/>
                </a:cubicBezTo>
                <a:lnTo>
                  <a:pt x="2899" y="10649"/>
                </a:lnTo>
                <a:cubicBezTo>
                  <a:pt x="3246" y="11373"/>
                  <a:pt x="3939" y="11846"/>
                  <a:pt x="4727" y="11846"/>
                </a:cubicBezTo>
                <a:cubicBezTo>
                  <a:pt x="5231" y="11846"/>
                  <a:pt x="5703" y="11657"/>
                  <a:pt x="6050" y="11342"/>
                </a:cubicBezTo>
                <a:cubicBezTo>
                  <a:pt x="6396" y="11688"/>
                  <a:pt x="6869" y="11846"/>
                  <a:pt x="7404" y="11846"/>
                </a:cubicBezTo>
                <a:cubicBezTo>
                  <a:pt x="8192" y="11846"/>
                  <a:pt x="8885" y="11405"/>
                  <a:pt x="9200" y="10649"/>
                </a:cubicBezTo>
                <a:lnTo>
                  <a:pt x="11122" y="6616"/>
                </a:lnTo>
                <a:cubicBezTo>
                  <a:pt x="12130" y="4505"/>
                  <a:pt x="10618" y="2111"/>
                  <a:pt x="8413" y="2111"/>
                </a:cubicBezTo>
                <a:cubicBezTo>
                  <a:pt x="7656" y="2111"/>
                  <a:pt x="6963" y="2395"/>
                  <a:pt x="6396" y="2899"/>
                </a:cubicBezTo>
                <a:lnTo>
                  <a:pt x="6396" y="1733"/>
                </a:lnTo>
                <a:cubicBezTo>
                  <a:pt x="6396" y="1166"/>
                  <a:pt x="6837" y="693"/>
                  <a:pt x="7404" y="693"/>
                </a:cubicBezTo>
                <a:cubicBezTo>
                  <a:pt x="7593" y="693"/>
                  <a:pt x="7751" y="536"/>
                  <a:pt x="7751" y="347"/>
                </a:cubicBezTo>
                <a:cubicBezTo>
                  <a:pt x="7751" y="158"/>
                  <a:pt x="7593" y="0"/>
                  <a:pt x="74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5" name="Google Shape;4195;p26"/>
          <p:cNvSpPr/>
          <p:nvPr/>
        </p:nvSpPr>
        <p:spPr>
          <a:xfrm>
            <a:off x="7647798" y="1501169"/>
            <a:ext cx="69309" cy="90289"/>
          </a:xfrm>
          <a:custGeom>
            <a:rect b="b" l="l" r="r" t="t"/>
            <a:pathLst>
              <a:path extrusionOk="0" h="2750" w="2111">
                <a:moveTo>
                  <a:pt x="1067" y="0"/>
                </a:moveTo>
                <a:cubicBezTo>
                  <a:pt x="953" y="0"/>
                  <a:pt x="835" y="55"/>
                  <a:pt x="756" y="166"/>
                </a:cubicBezTo>
                <a:cubicBezTo>
                  <a:pt x="536" y="481"/>
                  <a:pt x="0" y="1300"/>
                  <a:pt x="0" y="1741"/>
                </a:cubicBezTo>
                <a:cubicBezTo>
                  <a:pt x="0" y="2308"/>
                  <a:pt x="473" y="2749"/>
                  <a:pt x="1040" y="2749"/>
                </a:cubicBezTo>
                <a:cubicBezTo>
                  <a:pt x="1638" y="2749"/>
                  <a:pt x="2048" y="2276"/>
                  <a:pt x="2048" y="1741"/>
                </a:cubicBezTo>
                <a:cubicBezTo>
                  <a:pt x="2111" y="1300"/>
                  <a:pt x="1575" y="481"/>
                  <a:pt x="1355" y="166"/>
                </a:cubicBezTo>
                <a:cubicBezTo>
                  <a:pt x="1292" y="55"/>
                  <a:pt x="1182" y="0"/>
                  <a:pt x="106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6" name="Google Shape;4196;p26"/>
          <p:cNvSpPr/>
          <p:nvPr/>
        </p:nvSpPr>
        <p:spPr>
          <a:xfrm>
            <a:off x="7329206" y="1364888"/>
            <a:ext cx="384830" cy="250348"/>
          </a:xfrm>
          <a:custGeom>
            <a:rect b="b" l="l" r="r" t="t"/>
            <a:pathLst>
              <a:path extrusionOk="0" h="7625" w="11721">
                <a:moveTo>
                  <a:pt x="10775" y="2048"/>
                </a:moveTo>
                <a:cubicBezTo>
                  <a:pt x="10964" y="2048"/>
                  <a:pt x="11122" y="2206"/>
                  <a:pt x="11122" y="2426"/>
                </a:cubicBezTo>
                <a:cubicBezTo>
                  <a:pt x="11122" y="2615"/>
                  <a:pt x="10964" y="2773"/>
                  <a:pt x="10775" y="2773"/>
                </a:cubicBezTo>
                <a:lnTo>
                  <a:pt x="9830" y="2773"/>
                </a:lnTo>
                <a:lnTo>
                  <a:pt x="9988" y="2048"/>
                </a:lnTo>
                <a:close/>
                <a:moveTo>
                  <a:pt x="4474" y="2773"/>
                </a:moveTo>
                <a:cubicBezTo>
                  <a:pt x="4663" y="2773"/>
                  <a:pt x="4821" y="2930"/>
                  <a:pt x="4821" y="3119"/>
                </a:cubicBezTo>
                <a:cubicBezTo>
                  <a:pt x="4821" y="3308"/>
                  <a:pt x="4663" y="3466"/>
                  <a:pt x="4474" y="3466"/>
                </a:cubicBezTo>
                <a:cubicBezTo>
                  <a:pt x="4285" y="3466"/>
                  <a:pt x="4128" y="3308"/>
                  <a:pt x="4128" y="3119"/>
                </a:cubicBezTo>
                <a:cubicBezTo>
                  <a:pt x="4128" y="2930"/>
                  <a:pt x="4285" y="2773"/>
                  <a:pt x="4474" y="2773"/>
                </a:cubicBezTo>
                <a:close/>
                <a:moveTo>
                  <a:pt x="4474" y="4159"/>
                </a:moveTo>
                <a:cubicBezTo>
                  <a:pt x="4663" y="4159"/>
                  <a:pt x="4821" y="4317"/>
                  <a:pt x="4821" y="4506"/>
                </a:cubicBezTo>
                <a:cubicBezTo>
                  <a:pt x="4821" y="4695"/>
                  <a:pt x="4663" y="4852"/>
                  <a:pt x="4474" y="4852"/>
                </a:cubicBezTo>
                <a:cubicBezTo>
                  <a:pt x="4285" y="4852"/>
                  <a:pt x="4128" y="4695"/>
                  <a:pt x="4128" y="4506"/>
                </a:cubicBezTo>
                <a:cubicBezTo>
                  <a:pt x="4128" y="4317"/>
                  <a:pt x="4285" y="4159"/>
                  <a:pt x="4474" y="4159"/>
                </a:cubicBezTo>
                <a:close/>
                <a:moveTo>
                  <a:pt x="4474" y="5514"/>
                </a:moveTo>
                <a:cubicBezTo>
                  <a:pt x="4663" y="5514"/>
                  <a:pt x="4821" y="5671"/>
                  <a:pt x="4821" y="5892"/>
                </a:cubicBezTo>
                <a:cubicBezTo>
                  <a:pt x="4821" y="6081"/>
                  <a:pt x="4663" y="6238"/>
                  <a:pt x="4474" y="6238"/>
                </a:cubicBezTo>
                <a:cubicBezTo>
                  <a:pt x="4285" y="6238"/>
                  <a:pt x="4128" y="6081"/>
                  <a:pt x="4128" y="5892"/>
                </a:cubicBezTo>
                <a:cubicBezTo>
                  <a:pt x="4128" y="5671"/>
                  <a:pt x="4285" y="5514"/>
                  <a:pt x="4474" y="5514"/>
                </a:cubicBezTo>
                <a:close/>
                <a:moveTo>
                  <a:pt x="3088" y="0"/>
                </a:moveTo>
                <a:cubicBezTo>
                  <a:pt x="1355" y="0"/>
                  <a:pt x="1" y="1418"/>
                  <a:pt x="1" y="3119"/>
                </a:cubicBezTo>
                <a:lnTo>
                  <a:pt x="1" y="4506"/>
                </a:lnTo>
                <a:cubicBezTo>
                  <a:pt x="1" y="6238"/>
                  <a:pt x="1418" y="7625"/>
                  <a:pt x="3088" y="7625"/>
                </a:cubicBezTo>
                <a:lnTo>
                  <a:pt x="6554" y="7625"/>
                </a:lnTo>
                <a:cubicBezTo>
                  <a:pt x="7152" y="7625"/>
                  <a:pt x="7593" y="7152"/>
                  <a:pt x="7593" y="6585"/>
                </a:cubicBezTo>
                <a:cubicBezTo>
                  <a:pt x="7593" y="6459"/>
                  <a:pt x="7562" y="6301"/>
                  <a:pt x="7499" y="6207"/>
                </a:cubicBezTo>
                <a:cubicBezTo>
                  <a:pt x="7940" y="6081"/>
                  <a:pt x="8255" y="5671"/>
                  <a:pt x="8255" y="5199"/>
                </a:cubicBezTo>
                <a:cubicBezTo>
                  <a:pt x="8255" y="5104"/>
                  <a:pt x="8223" y="4947"/>
                  <a:pt x="8192" y="4821"/>
                </a:cubicBezTo>
                <a:cubicBezTo>
                  <a:pt x="8633" y="4695"/>
                  <a:pt x="8948" y="4317"/>
                  <a:pt x="8948" y="3844"/>
                </a:cubicBezTo>
                <a:cubicBezTo>
                  <a:pt x="8948" y="3718"/>
                  <a:pt x="8885" y="3592"/>
                  <a:pt x="8854" y="3466"/>
                </a:cubicBezTo>
                <a:lnTo>
                  <a:pt x="10712" y="3466"/>
                </a:lnTo>
                <a:cubicBezTo>
                  <a:pt x="11311" y="3466"/>
                  <a:pt x="11721" y="2993"/>
                  <a:pt x="11721" y="2458"/>
                </a:cubicBezTo>
                <a:cubicBezTo>
                  <a:pt x="11721" y="1891"/>
                  <a:pt x="11342" y="1387"/>
                  <a:pt x="10775" y="1387"/>
                </a:cubicBezTo>
                <a:lnTo>
                  <a:pt x="6554" y="1387"/>
                </a:lnTo>
                <a:cubicBezTo>
                  <a:pt x="6806" y="1103"/>
                  <a:pt x="6932" y="757"/>
                  <a:pt x="6932" y="379"/>
                </a:cubicBezTo>
                <a:cubicBezTo>
                  <a:pt x="6932" y="158"/>
                  <a:pt x="6774" y="0"/>
                  <a:pt x="65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7" name="Google Shape;4197;p26"/>
          <p:cNvSpPr/>
          <p:nvPr/>
        </p:nvSpPr>
        <p:spPr>
          <a:xfrm>
            <a:off x="7471955" y="1869154"/>
            <a:ext cx="101387" cy="50464"/>
          </a:xfrm>
          <a:custGeom>
            <a:rect b="b" l="l" r="r" t="t"/>
            <a:pathLst>
              <a:path extrusionOk="0" h="1537" w="3088">
                <a:moveTo>
                  <a:pt x="1532" y="1"/>
                </a:moveTo>
                <a:cubicBezTo>
                  <a:pt x="1001" y="1"/>
                  <a:pt x="473" y="103"/>
                  <a:pt x="0" y="308"/>
                </a:cubicBezTo>
                <a:lnTo>
                  <a:pt x="693" y="1537"/>
                </a:lnTo>
                <a:cubicBezTo>
                  <a:pt x="946" y="1442"/>
                  <a:pt x="1229" y="1379"/>
                  <a:pt x="1544" y="1379"/>
                </a:cubicBezTo>
                <a:cubicBezTo>
                  <a:pt x="1859" y="1379"/>
                  <a:pt x="2143" y="1442"/>
                  <a:pt x="2426" y="1537"/>
                </a:cubicBezTo>
                <a:lnTo>
                  <a:pt x="3088" y="308"/>
                </a:lnTo>
                <a:cubicBezTo>
                  <a:pt x="2600" y="103"/>
                  <a:pt x="2064" y="1"/>
                  <a:pt x="15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8" name="Google Shape;4198;p26"/>
          <p:cNvSpPr/>
          <p:nvPr/>
        </p:nvSpPr>
        <p:spPr>
          <a:xfrm>
            <a:off x="7511254" y="1983701"/>
            <a:ext cx="22786" cy="22786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1" y="127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94" y="127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9" name="Google Shape;4199;p26"/>
          <p:cNvSpPr/>
          <p:nvPr/>
        </p:nvSpPr>
        <p:spPr>
          <a:xfrm>
            <a:off x="7398512" y="2006453"/>
            <a:ext cx="73479" cy="89009"/>
          </a:xfrm>
          <a:custGeom>
            <a:rect b="b" l="l" r="r" t="t"/>
            <a:pathLst>
              <a:path extrusionOk="0" h="2711" w="2238">
                <a:moveTo>
                  <a:pt x="1387" y="1"/>
                </a:moveTo>
                <a:lnTo>
                  <a:pt x="1" y="32"/>
                </a:lnTo>
                <a:cubicBezTo>
                  <a:pt x="127" y="1104"/>
                  <a:pt x="662" y="2080"/>
                  <a:pt x="1544" y="2710"/>
                </a:cubicBezTo>
                <a:lnTo>
                  <a:pt x="2237" y="1545"/>
                </a:lnTo>
                <a:cubicBezTo>
                  <a:pt x="1765" y="1135"/>
                  <a:pt x="1450" y="600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0" name="Google Shape;4200;p26"/>
          <p:cNvSpPr/>
          <p:nvPr/>
        </p:nvSpPr>
        <p:spPr>
          <a:xfrm>
            <a:off x="7573304" y="2005436"/>
            <a:ext cx="73479" cy="88976"/>
          </a:xfrm>
          <a:custGeom>
            <a:rect b="b" l="l" r="r" t="t"/>
            <a:pathLst>
              <a:path extrusionOk="0" h="2710" w="2238">
                <a:moveTo>
                  <a:pt x="851" y="0"/>
                </a:moveTo>
                <a:cubicBezTo>
                  <a:pt x="757" y="631"/>
                  <a:pt x="473" y="1166"/>
                  <a:pt x="1" y="1544"/>
                </a:cubicBezTo>
                <a:lnTo>
                  <a:pt x="694" y="2710"/>
                </a:lnTo>
                <a:cubicBezTo>
                  <a:pt x="1576" y="2080"/>
                  <a:pt x="2112" y="1103"/>
                  <a:pt x="2238" y="32"/>
                </a:cubicBezTo>
                <a:lnTo>
                  <a:pt x="85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1" name="Google Shape;4201;p26"/>
          <p:cNvSpPr/>
          <p:nvPr/>
        </p:nvSpPr>
        <p:spPr>
          <a:xfrm>
            <a:off x="7329206" y="1799585"/>
            <a:ext cx="387916" cy="387949"/>
          </a:xfrm>
          <a:custGeom>
            <a:rect b="b" l="l" r="r" t="t"/>
            <a:pathLst>
              <a:path extrusionOk="0" h="11816" w="11815">
                <a:moveTo>
                  <a:pt x="5876" y="1419"/>
                </a:moveTo>
                <a:cubicBezTo>
                  <a:pt x="6632" y="1419"/>
                  <a:pt x="7389" y="1608"/>
                  <a:pt x="8066" y="1986"/>
                </a:cubicBezTo>
                <a:cubicBezTo>
                  <a:pt x="8223" y="2049"/>
                  <a:pt x="8286" y="2301"/>
                  <a:pt x="8192" y="2458"/>
                </a:cubicBezTo>
                <a:lnTo>
                  <a:pt x="7152" y="4254"/>
                </a:lnTo>
                <a:cubicBezTo>
                  <a:pt x="7110" y="4361"/>
                  <a:pt x="6980" y="4439"/>
                  <a:pt x="6852" y="4439"/>
                </a:cubicBezTo>
                <a:cubicBezTo>
                  <a:pt x="6791" y="4439"/>
                  <a:pt x="6731" y="4421"/>
                  <a:pt x="6680" y="4380"/>
                </a:cubicBezTo>
                <a:cubicBezTo>
                  <a:pt x="6428" y="4238"/>
                  <a:pt x="6136" y="4167"/>
                  <a:pt x="5841" y="4167"/>
                </a:cubicBezTo>
                <a:cubicBezTo>
                  <a:pt x="5546" y="4167"/>
                  <a:pt x="5246" y="4238"/>
                  <a:pt x="4978" y="4380"/>
                </a:cubicBezTo>
                <a:cubicBezTo>
                  <a:pt x="4929" y="4400"/>
                  <a:pt x="4872" y="4411"/>
                  <a:pt x="4816" y="4411"/>
                </a:cubicBezTo>
                <a:cubicBezTo>
                  <a:pt x="4694" y="4411"/>
                  <a:pt x="4570" y="4362"/>
                  <a:pt x="4506" y="4254"/>
                </a:cubicBezTo>
                <a:lnTo>
                  <a:pt x="3498" y="2458"/>
                </a:lnTo>
                <a:cubicBezTo>
                  <a:pt x="3466" y="2301"/>
                  <a:pt x="3529" y="2080"/>
                  <a:pt x="3687" y="1986"/>
                </a:cubicBezTo>
                <a:cubicBezTo>
                  <a:pt x="4364" y="1608"/>
                  <a:pt x="5120" y="1419"/>
                  <a:pt x="5876" y="1419"/>
                </a:cubicBezTo>
                <a:close/>
                <a:moveTo>
                  <a:pt x="5861" y="4916"/>
                </a:moveTo>
                <a:cubicBezTo>
                  <a:pt x="6459" y="4916"/>
                  <a:pt x="6869" y="5388"/>
                  <a:pt x="6869" y="5955"/>
                </a:cubicBezTo>
                <a:cubicBezTo>
                  <a:pt x="6869" y="6554"/>
                  <a:pt x="6396" y="6964"/>
                  <a:pt x="5861" y="6964"/>
                </a:cubicBezTo>
                <a:cubicBezTo>
                  <a:pt x="5294" y="6964"/>
                  <a:pt x="4821" y="6491"/>
                  <a:pt x="4821" y="5955"/>
                </a:cubicBezTo>
                <a:cubicBezTo>
                  <a:pt x="4821" y="5357"/>
                  <a:pt x="5294" y="4916"/>
                  <a:pt x="5861" y="4916"/>
                </a:cubicBezTo>
                <a:close/>
                <a:moveTo>
                  <a:pt x="3813" y="5609"/>
                </a:moveTo>
                <a:cubicBezTo>
                  <a:pt x="4065" y="5640"/>
                  <a:pt x="4159" y="5735"/>
                  <a:pt x="4159" y="5955"/>
                </a:cubicBezTo>
                <a:cubicBezTo>
                  <a:pt x="4159" y="6522"/>
                  <a:pt x="4474" y="7090"/>
                  <a:pt x="5010" y="7405"/>
                </a:cubicBezTo>
                <a:cubicBezTo>
                  <a:pt x="5136" y="7531"/>
                  <a:pt x="5230" y="7720"/>
                  <a:pt x="5104" y="7877"/>
                </a:cubicBezTo>
                <a:lnTo>
                  <a:pt x="4033" y="9641"/>
                </a:lnTo>
                <a:cubicBezTo>
                  <a:pt x="3991" y="9748"/>
                  <a:pt x="3861" y="9826"/>
                  <a:pt x="3733" y="9826"/>
                </a:cubicBezTo>
                <a:cubicBezTo>
                  <a:pt x="3672" y="9826"/>
                  <a:pt x="3612" y="9808"/>
                  <a:pt x="3561" y="9767"/>
                </a:cubicBezTo>
                <a:cubicBezTo>
                  <a:pt x="2238" y="8948"/>
                  <a:pt x="1418" y="7531"/>
                  <a:pt x="1355" y="5987"/>
                </a:cubicBezTo>
                <a:cubicBezTo>
                  <a:pt x="1355" y="5798"/>
                  <a:pt x="1544" y="5640"/>
                  <a:pt x="1733" y="5640"/>
                </a:cubicBezTo>
                <a:lnTo>
                  <a:pt x="3813" y="5609"/>
                </a:lnTo>
                <a:close/>
                <a:moveTo>
                  <a:pt x="8003" y="5640"/>
                </a:moveTo>
                <a:lnTo>
                  <a:pt x="10082" y="5672"/>
                </a:lnTo>
                <a:cubicBezTo>
                  <a:pt x="10271" y="5672"/>
                  <a:pt x="10429" y="5829"/>
                  <a:pt x="10429" y="6018"/>
                </a:cubicBezTo>
                <a:cubicBezTo>
                  <a:pt x="10397" y="7562"/>
                  <a:pt x="9547" y="8980"/>
                  <a:pt x="8223" y="9799"/>
                </a:cubicBezTo>
                <a:cubicBezTo>
                  <a:pt x="8168" y="9844"/>
                  <a:pt x="8100" y="9865"/>
                  <a:pt x="8033" y="9865"/>
                </a:cubicBezTo>
                <a:cubicBezTo>
                  <a:pt x="7911" y="9865"/>
                  <a:pt x="7792" y="9795"/>
                  <a:pt x="7751" y="9673"/>
                </a:cubicBezTo>
                <a:lnTo>
                  <a:pt x="6680" y="7909"/>
                </a:lnTo>
                <a:cubicBezTo>
                  <a:pt x="6554" y="7751"/>
                  <a:pt x="6648" y="7531"/>
                  <a:pt x="6806" y="7436"/>
                </a:cubicBezTo>
                <a:cubicBezTo>
                  <a:pt x="7310" y="7121"/>
                  <a:pt x="7625" y="6585"/>
                  <a:pt x="7625" y="5987"/>
                </a:cubicBezTo>
                <a:cubicBezTo>
                  <a:pt x="7625" y="5829"/>
                  <a:pt x="7751" y="5672"/>
                  <a:pt x="8003" y="5640"/>
                </a:cubicBezTo>
                <a:close/>
                <a:moveTo>
                  <a:pt x="5892" y="1"/>
                </a:moveTo>
                <a:cubicBezTo>
                  <a:pt x="2616" y="1"/>
                  <a:pt x="1" y="2679"/>
                  <a:pt x="1" y="5924"/>
                </a:cubicBezTo>
                <a:cubicBezTo>
                  <a:pt x="1" y="9137"/>
                  <a:pt x="2679" y="11815"/>
                  <a:pt x="5892" y="11815"/>
                </a:cubicBezTo>
                <a:cubicBezTo>
                  <a:pt x="9169" y="11815"/>
                  <a:pt x="11815" y="9137"/>
                  <a:pt x="11815" y="5924"/>
                </a:cubicBezTo>
                <a:cubicBezTo>
                  <a:pt x="11815" y="2679"/>
                  <a:pt x="9137" y="1"/>
                  <a:pt x="589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2" name="Google Shape;4202;p26"/>
          <p:cNvSpPr/>
          <p:nvPr/>
        </p:nvSpPr>
        <p:spPr>
          <a:xfrm>
            <a:off x="7539701" y="2297353"/>
            <a:ext cx="190330" cy="177460"/>
          </a:xfrm>
          <a:custGeom>
            <a:rect b="b" l="l" r="r" t="t"/>
            <a:pathLst>
              <a:path extrusionOk="0" h="5405" w="5797">
                <a:moveTo>
                  <a:pt x="2317" y="1"/>
                </a:moveTo>
                <a:cubicBezTo>
                  <a:pt x="1515" y="1"/>
                  <a:pt x="685" y="309"/>
                  <a:pt x="0" y="993"/>
                </a:cubicBezTo>
                <a:lnTo>
                  <a:pt x="1008" y="1970"/>
                </a:lnTo>
                <a:cubicBezTo>
                  <a:pt x="1398" y="1581"/>
                  <a:pt x="1864" y="1407"/>
                  <a:pt x="2313" y="1407"/>
                </a:cubicBezTo>
                <a:cubicBezTo>
                  <a:pt x="2771" y="1407"/>
                  <a:pt x="3210" y="1588"/>
                  <a:pt x="3529" y="1907"/>
                </a:cubicBezTo>
                <a:cubicBezTo>
                  <a:pt x="3623" y="2002"/>
                  <a:pt x="3623" y="2254"/>
                  <a:pt x="3529" y="2380"/>
                </a:cubicBezTo>
                <a:cubicBezTo>
                  <a:pt x="3450" y="2427"/>
                  <a:pt x="3348" y="2450"/>
                  <a:pt x="3249" y="2450"/>
                </a:cubicBezTo>
                <a:cubicBezTo>
                  <a:pt x="3151" y="2450"/>
                  <a:pt x="3056" y="2427"/>
                  <a:pt x="2993" y="2380"/>
                </a:cubicBezTo>
                <a:cubicBezTo>
                  <a:pt x="2804" y="2175"/>
                  <a:pt x="2552" y="2057"/>
                  <a:pt x="2284" y="2057"/>
                </a:cubicBezTo>
                <a:cubicBezTo>
                  <a:pt x="2016" y="2057"/>
                  <a:pt x="1733" y="2175"/>
                  <a:pt x="1481" y="2443"/>
                </a:cubicBezTo>
                <a:lnTo>
                  <a:pt x="4411" y="5404"/>
                </a:lnTo>
                <a:cubicBezTo>
                  <a:pt x="5797" y="4018"/>
                  <a:pt x="5640" y="2065"/>
                  <a:pt x="4505" y="899"/>
                </a:cubicBezTo>
                <a:cubicBezTo>
                  <a:pt x="3931" y="325"/>
                  <a:pt x="3139" y="1"/>
                  <a:pt x="23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3" name="Google Shape;4203;p26"/>
          <p:cNvSpPr/>
          <p:nvPr/>
        </p:nvSpPr>
        <p:spPr>
          <a:xfrm>
            <a:off x="7470395" y="2439576"/>
            <a:ext cx="103455" cy="101420"/>
          </a:xfrm>
          <a:custGeom>
            <a:rect b="b" l="l" r="r" t="t"/>
            <a:pathLst>
              <a:path extrusionOk="0" h="3089" w="3151">
                <a:moveTo>
                  <a:pt x="1339" y="1"/>
                </a:moveTo>
                <a:cubicBezTo>
                  <a:pt x="1253" y="1"/>
                  <a:pt x="1166" y="32"/>
                  <a:pt x="1103" y="95"/>
                </a:cubicBezTo>
                <a:lnTo>
                  <a:pt x="126" y="1072"/>
                </a:lnTo>
                <a:cubicBezTo>
                  <a:pt x="0" y="1198"/>
                  <a:pt x="0" y="1387"/>
                  <a:pt x="126" y="1545"/>
                </a:cubicBezTo>
                <a:lnTo>
                  <a:pt x="1576" y="2994"/>
                </a:lnTo>
                <a:cubicBezTo>
                  <a:pt x="1639" y="3057"/>
                  <a:pt x="1725" y="3088"/>
                  <a:pt x="1812" y="3088"/>
                </a:cubicBezTo>
                <a:cubicBezTo>
                  <a:pt x="1899" y="3088"/>
                  <a:pt x="1985" y="3057"/>
                  <a:pt x="2048" y="2994"/>
                </a:cubicBezTo>
                <a:lnTo>
                  <a:pt x="3025" y="2017"/>
                </a:lnTo>
                <a:cubicBezTo>
                  <a:pt x="3151" y="1891"/>
                  <a:pt x="3151" y="1671"/>
                  <a:pt x="3025" y="1545"/>
                </a:cubicBezTo>
                <a:lnTo>
                  <a:pt x="1576" y="95"/>
                </a:lnTo>
                <a:cubicBezTo>
                  <a:pt x="1513" y="32"/>
                  <a:pt x="1426" y="1"/>
                  <a:pt x="13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4" name="Google Shape;4204;p26"/>
          <p:cNvSpPr/>
          <p:nvPr/>
        </p:nvSpPr>
        <p:spPr>
          <a:xfrm>
            <a:off x="7316287" y="2505796"/>
            <a:ext cx="190330" cy="176902"/>
          </a:xfrm>
          <a:custGeom>
            <a:rect b="b" l="l" r="r" t="t"/>
            <a:pathLst>
              <a:path extrusionOk="0" h="5388" w="5797">
                <a:moveTo>
                  <a:pt x="1355" y="0"/>
                </a:moveTo>
                <a:cubicBezTo>
                  <a:pt x="0" y="1386"/>
                  <a:pt x="158" y="3340"/>
                  <a:pt x="1292" y="4474"/>
                </a:cubicBezTo>
                <a:cubicBezTo>
                  <a:pt x="1890" y="5072"/>
                  <a:pt x="2710" y="5388"/>
                  <a:pt x="3497" y="5388"/>
                </a:cubicBezTo>
                <a:cubicBezTo>
                  <a:pt x="4348" y="5388"/>
                  <a:pt x="5135" y="5072"/>
                  <a:pt x="5797" y="4411"/>
                </a:cubicBezTo>
                <a:lnTo>
                  <a:pt x="4820" y="3434"/>
                </a:lnTo>
                <a:cubicBezTo>
                  <a:pt x="4431" y="3824"/>
                  <a:pt x="3964" y="3997"/>
                  <a:pt x="3516" y="3997"/>
                </a:cubicBezTo>
                <a:cubicBezTo>
                  <a:pt x="3058" y="3997"/>
                  <a:pt x="2619" y="3816"/>
                  <a:pt x="2300" y="3497"/>
                </a:cubicBezTo>
                <a:cubicBezTo>
                  <a:pt x="2174" y="3371"/>
                  <a:pt x="2174" y="3151"/>
                  <a:pt x="2300" y="3025"/>
                </a:cubicBezTo>
                <a:cubicBezTo>
                  <a:pt x="2347" y="2962"/>
                  <a:pt x="2434" y="2930"/>
                  <a:pt x="2524" y="2930"/>
                </a:cubicBezTo>
                <a:cubicBezTo>
                  <a:pt x="2615" y="2930"/>
                  <a:pt x="2710" y="2962"/>
                  <a:pt x="2773" y="3025"/>
                </a:cubicBezTo>
                <a:cubicBezTo>
                  <a:pt x="2962" y="3229"/>
                  <a:pt x="3214" y="3348"/>
                  <a:pt x="3481" y="3348"/>
                </a:cubicBezTo>
                <a:cubicBezTo>
                  <a:pt x="3749" y="3348"/>
                  <a:pt x="4033" y="3229"/>
                  <a:pt x="4285" y="2962"/>
                </a:cubicBezTo>
                <a:lnTo>
                  <a:pt x="135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5" name="Google Shape;4205;p26"/>
          <p:cNvSpPr/>
          <p:nvPr/>
        </p:nvSpPr>
        <p:spPr>
          <a:xfrm>
            <a:off x="7319373" y="2295547"/>
            <a:ext cx="408600" cy="388211"/>
          </a:xfrm>
          <a:custGeom>
            <a:rect b="b" l="l" r="r" t="t"/>
            <a:pathLst>
              <a:path extrusionOk="0" h="11824" w="12445">
                <a:moveTo>
                  <a:pt x="3419" y="1356"/>
                </a:moveTo>
                <a:cubicBezTo>
                  <a:pt x="3506" y="1356"/>
                  <a:pt x="3592" y="1379"/>
                  <a:pt x="3655" y="1426"/>
                </a:cubicBezTo>
                <a:cubicBezTo>
                  <a:pt x="3781" y="1552"/>
                  <a:pt x="3781" y="1741"/>
                  <a:pt x="3655" y="1899"/>
                </a:cubicBezTo>
                <a:cubicBezTo>
                  <a:pt x="3592" y="1962"/>
                  <a:pt x="3506" y="1994"/>
                  <a:pt x="3419" y="1994"/>
                </a:cubicBezTo>
                <a:cubicBezTo>
                  <a:pt x="3332" y="1994"/>
                  <a:pt x="3246" y="1962"/>
                  <a:pt x="3183" y="1899"/>
                </a:cubicBezTo>
                <a:cubicBezTo>
                  <a:pt x="3057" y="1804"/>
                  <a:pt x="3057" y="1552"/>
                  <a:pt x="3183" y="1426"/>
                </a:cubicBezTo>
                <a:cubicBezTo>
                  <a:pt x="3246" y="1379"/>
                  <a:pt x="3332" y="1356"/>
                  <a:pt x="3419" y="1356"/>
                </a:cubicBezTo>
                <a:close/>
                <a:moveTo>
                  <a:pt x="4364" y="2277"/>
                </a:moveTo>
                <a:cubicBezTo>
                  <a:pt x="4451" y="2277"/>
                  <a:pt x="4537" y="2309"/>
                  <a:pt x="4600" y="2372"/>
                </a:cubicBezTo>
                <a:cubicBezTo>
                  <a:pt x="4726" y="2498"/>
                  <a:pt x="4726" y="2718"/>
                  <a:pt x="4600" y="2844"/>
                </a:cubicBezTo>
                <a:cubicBezTo>
                  <a:pt x="4537" y="2907"/>
                  <a:pt x="4451" y="2939"/>
                  <a:pt x="4364" y="2939"/>
                </a:cubicBezTo>
                <a:cubicBezTo>
                  <a:pt x="4277" y="2939"/>
                  <a:pt x="4191" y="2907"/>
                  <a:pt x="4128" y="2844"/>
                </a:cubicBezTo>
                <a:cubicBezTo>
                  <a:pt x="4002" y="2750"/>
                  <a:pt x="4002" y="2529"/>
                  <a:pt x="4128" y="2372"/>
                </a:cubicBezTo>
                <a:cubicBezTo>
                  <a:pt x="4191" y="2309"/>
                  <a:pt x="4277" y="2277"/>
                  <a:pt x="4364" y="2277"/>
                </a:cubicBezTo>
                <a:close/>
                <a:moveTo>
                  <a:pt x="3179" y="2561"/>
                </a:moveTo>
                <a:cubicBezTo>
                  <a:pt x="3269" y="2561"/>
                  <a:pt x="3356" y="2592"/>
                  <a:pt x="3403" y="2655"/>
                </a:cubicBezTo>
                <a:cubicBezTo>
                  <a:pt x="3529" y="2781"/>
                  <a:pt x="3529" y="2970"/>
                  <a:pt x="3403" y="3128"/>
                </a:cubicBezTo>
                <a:cubicBezTo>
                  <a:pt x="3356" y="3191"/>
                  <a:pt x="3269" y="3222"/>
                  <a:pt x="3179" y="3222"/>
                </a:cubicBezTo>
                <a:cubicBezTo>
                  <a:pt x="3088" y="3222"/>
                  <a:pt x="2994" y="3191"/>
                  <a:pt x="2931" y="3128"/>
                </a:cubicBezTo>
                <a:cubicBezTo>
                  <a:pt x="2836" y="3002"/>
                  <a:pt x="2836" y="2781"/>
                  <a:pt x="2931" y="2655"/>
                </a:cubicBezTo>
                <a:cubicBezTo>
                  <a:pt x="2994" y="2592"/>
                  <a:pt x="3088" y="2561"/>
                  <a:pt x="3179" y="2561"/>
                </a:cubicBezTo>
                <a:close/>
                <a:moveTo>
                  <a:pt x="1970" y="2813"/>
                </a:moveTo>
                <a:cubicBezTo>
                  <a:pt x="2056" y="2813"/>
                  <a:pt x="2143" y="2844"/>
                  <a:pt x="2206" y="2907"/>
                </a:cubicBezTo>
                <a:cubicBezTo>
                  <a:pt x="2300" y="3002"/>
                  <a:pt x="2300" y="3254"/>
                  <a:pt x="2206" y="3380"/>
                </a:cubicBezTo>
                <a:cubicBezTo>
                  <a:pt x="2143" y="3427"/>
                  <a:pt x="2048" y="3451"/>
                  <a:pt x="1958" y="3451"/>
                </a:cubicBezTo>
                <a:cubicBezTo>
                  <a:pt x="1867" y="3451"/>
                  <a:pt x="1781" y="3427"/>
                  <a:pt x="1733" y="3380"/>
                </a:cubicBezTo>
                <a:cubicBezTo>
                  <a:pt x="1607" y="3254"/>
                  <a:pt x="1607" y="3002"/>
                  <a:pt x="1733" y="2907"/>
                </a:cubicBezTo>
                <a:cubicBezTo>
                  <a:pt x="1796" y="2844"/>
                  <a:pt x="1883" y="2813"/>
                  <a:pt x="1970" y="2813"/>
                </a:cubicBezTo>
                <a:close/>
                <a:moveTo>
                  <a:pt x="2946" y="3789"/>
                </a:moveTo>
                <a:cubicBezTo>
                  <a:pt x="3033" y="3789"/>
                  <a:pt x="3120" y="3821"/>
                  <a:pt x="3183" y="3884"/>
                </a:cubicBezTo>
                <a:cubicBezTo>
                  <a:pt x="3309" y="4010"/>
                  <a:pt x="3309" y="4199"/>
                  <a:pt x="3183" y="4356"/>
                </a:cubicBezTo>
                <a:cubicBezTo>
                  <a:pt x="3120" y="4419"/>
                  <a:pt x="3033" y="4451"/>
                  <a:pt x="2946" y="4451"/>
                </a:cubicBezTo>
                <a:cubicBezTo>
                  <a:pt x="2860" y="4451"/>
                  <a:pt x="2773" y="4419"/>
                  <a:pt x="2710" y="4356"/>
                </a:cubicBezTo>
                <a:cubicBezTo>
                  <a:pt x="2584" y="4230"/>
                  <a:pt x="2584" y="4010"/>
                  <a:pt x="2710" y="3884"/>
                </a:cubicBezTo>
                <a:cubicBezTo>
                  <a:pt x="2773" y="3821"/>
                  <a:pt x="2860" y="3789"/>
                  <a:pt x="2946" y="3789"/>
                </a:cubicBezTo>
                <a:close/>
                <a:moveTo>
                  <a:pt x="9480" y="7381"/>
                </a:moveTo>
                <a:cubicBezTo>
                  <a:pt x="9570" y="7381"/>
                  <a:pt x="9657" y="7412"/>
                  <a:pt x="9704" y="7475"/>
                </a:cubicBezTo>
                <a:cubicBezTo>
                  <a:pt x="9830" y="7570"/>
                  <a:pt x="9830" y="7822"/>
                  <a:pt x="9704" y="7948"/>
                </a:cubicBezTo>
                <a:cubicBezTo>
                  <a:pt x="9657" y="7995"/>
                  <a:pt x="9570" y="8019"/>
                  <a:pt x="9480" y="8019"/>
                </a:cubicBezTo>
                <a:cubicBezTo>
                  <a:pt x="9389" y="8019"/>
                  <a:pt x="9295" y="7995"/>
                  <a:pt x="9232" y="7948"/>
                </a:cubicBezTo>
                <a:cubicBezTo>
                  <a:pt x="9074" y="7822"/>
                  <a:pt x="9074" y="7633"/>
                  <a:pt x="9232" y="7475"/>
                </a:cubicBezTo>
                <a:cubicBezTo>
                  <a:pt x="9295" y="7412"/>
                  <a:pt x="9389" y="7381"/>
                  <a:pt x="9480" y="7381"/>
                </a:cubicBezTo>
                <a:close/>
                <a:moveTo>
                  <a:pt x="5955" y="3640"/>
                </a:moveTo>
                <a:cubicBezTo>
                  <a:pt x="6223" y="3640"/>
                  <a:pt x="6491" y="3742"/>
                  <a:pt x="6680" y="3947"/>
                </a:cubicBezTo>
                <a:lnTo>
                  <a:pt x="8129" y="5396"/>
                </a:lnTo>
                <a:cubicBezTo>
                  <a:pt x="8538" y="5806"/>
                  <a:pt x="8538" y="6467"/>
                  <a:pt x="8129" y="6877"/>
                </a:cubicBezTo>
                <a:lnTo>
                  <a:pt x="7152" y="7853"/>
                </a:lnTo>
                <a:cubicBezTo>
                  <a:pt x="6963" y="8058"/>
                  <a:pt x="6695" y="8161"/>
                  <a:pt x="6428" y="8161"/>
                </a:cubicBezTo>
                <a:cubicBezTo>
                  <a:pt x="6160" y="8161"/>
                  <a:pt x="5892" y="8058"/>
                  <a:pt x="5703" y="7853"/>
                </a:cubicBezTo>
                <a:lnTo>
                  <a:pt x="4254" y="6404"/>
                </a:lnTo>
                <a:cubicBezTo>
                  <a:pt x="3844" y="5995"/>
                  <a:pt x="3844" y="5333"/>
                  <a:pt x="4254" y="4955"/>
                </a:cubicBezTo>
                <a:lnTo>
                  <a:pt x="5230" y="3947"/>
                </a:lnTo>
                <a:cubicBezTo>
                  <a:pt x="5419" y="3742"/>
                  <a:pt x="5687" y="3640"/>
                  <a:pt x="5955" y="3640"/>
                </a:cubicBezTo>
                <a:close/>
                <a:moveTo>
                  <a:pt x="10464" y="8357"/>
                </a:moveTo>
                <a:cubicBezTo>
                  <a:pt x="10555" y="8357"/>
                  <a:pt x="10649" y="8389"/>
                  <a:pt x="10712" y="8452"/>
                </a:cubicBezTo>
                <a:cubicBezTo>
                  <a:pt x="10807" y="8578"/>
                  <a:pt x="10807" y="8799"/>
                  <a:pt x="10712" y="8925"/>
                </a:cubicBezTo>
                <a:cubicBezTo>
                  <a:pt x="10649" y="8988"/>
                  <a:pt x="10555" y="9019"/>
                  <a:pt x="10464" y="9019"/>
                </a:cubicBezTo>
                <a:cubicBezTo>
                  <a:pt x="10374" y="9019"/>
                  <a:pt x="10287" y="8988"/>
                  <a:pt x="10240" y="8925"/>
                </a:cubicBezTo>
                <a:cubicBezTo>
                  <a:pt x="10082" y="8799"/>
                  <a:pt x="10082" y="8610"/>
                  <a:pt x="10240" y="8452"/>
                </a:cubicBezTo>
                <a:cubicBezTo>
                  <a:pt x="10287" y="8389"/>
                  <a:pt x="10374" y="8357"/>
                  <a:pt x="10464" y="8357"/>
                </a:cubicBezTo>
                <a:close/>
                <a:moveTo>
                  <a:pt x="9247" y="8602"/>
                </a:moveTo>
                <a:cubicBezTo>
                  <a:pt x="9334" y="8602"/>
                  <a:pt x="9421" y="8625"/>
                  <a:pt x="9484" y="8673"/>
                </a:cubicBezTo>
                <a:cubicBezTo>
                  <a:pt x="9610" y="8799"/>
                  <a:pt x="9610" y="9051"/>
                  <a:pt x="9484" y="9145"/>
                </a:cubicBezTo>
                <a:cubicBezTo>
                  <a:pt x="9421" y="9208"/>
                  <a:pt x="9334" y="9240"/>
                  <a:pt x="9247" y="9240"/>
                </a:cubicBezTo>
                <a:cubicBezTo>
                  <a:pt x="9161" y="9240"/>
                  <a:pt x="9074" y="9208"/>
                  <a:pt x="9011" y="9145"/>
                </a:cubicBezTo>
                <a:cubicBezTo>
                  <a:pt x="8854" y="9051"/>
                  <a:pt x="8854" y="8830"/>
                  <a:pt x="9011" y="8673"/>
                </a:cubicBezTo>
                <a:cubicBezTo>
                  <a:pt x="9074" y="8625"/>
                  <a:pt x="9161" y="8602"/>
                  <a:pt x="9247" y="8602"/>
                </a:cubicBezTo>
                <a:close/>
                <a:moveTo>
                  <a:pt x="8030" y="8862"/>
                </a:moveTo>
                <a:cubicBezTo>
                  <a:pt x="8121" y="8862"/>
                  <a:pt x="8208" y="8893"/>
                  <a:pt x="8255" y="8956"/>
                </a:cubicBezTo>
                <a:cubicBezTo>
                  <a:pt x="8381" y="9082"/>
                  <a:pt x="8381" y="9303"/>
                  <a:pt x="8255" y="9429"/>
                </a:cubicBezTo>
                <a:cubicBezTo>
                  <a:pt x="8192" y="9492"/>
                  <a:pt x="8105" y="9523"/>
                  <a:pt x="8019" y="9523"/>
                </a:cubicBezTo>
                <a:cubicBezTo>
                  <a:pt x="7932" y="9523"/>
                  <a:pt x="7845" y="9492"/>
                  <a:pt x="7782" y="9429"/>
                </a:cubicBezTo>
                <a:cubicBezTo>
                  <a:pt x="7656" y="9303"/>
                  <a:pt x="7656" y="9082"/>
                  <a:pt x="7782" y="8956"/>
                </a:cubicBezTo>
                <a:cubicBezTo>
                  <a:pt x="7845" y="8893"/>
                  <a:pt x="7940" y="8862"/>
                  <a:pt x="8030" y="8862"/>
                </a:cubicBezTo>
                <a:close/>
                <a:moveTo>
                  <a:pt x="8964" y="9862"/>
                </a:moveTo>
                <a:cubicBezTo>
                  <a:pt x="9050" y="9862"/>
                  <a:pt x="9137" y="9885"/>
                  <a:pt x="9200" y="9933"/>
                </a:cubicBezTo>
                <a:cubicBezTo>
                  <a:pt x="9326" y="10059"/>
                  <a:pt x="9326" y="10279"/>
                  <a:pt x="9200" y="10405"/>
                </a:cubicBezTo>
                <a:cubicBezTo>
                  <a:pt x="9137" y="10468"/>
                  <a:pt x="9050" y="10500"/>
                  <a:pt x="8964" y="10500"/>
                </a:cubicBezTo>
                <a:cubicBezTo>
                  <a:pt x="8877" y="10500"/>
                  <a:pt x="8791" y="10468"/>
                  <a:pt x="8727" y="10405"/>
                </a:cubicBezTo>
                <a:cubicBezTo>
                  <a:pt x="8601" y="10311"/>
                  <a:pt x="8601" y="10059"/>
                  <a:pt x="8727" y="9933"/>
                </a:cubicBezTo>
                <a:cubicBezTo>
                  <a:pt x="8791" y="9885"/>
                  <a:pt x="8877" y="9862"/>
                  <a:pt x="8964" y="9862"/>
                </a:cubicBezTo>
                <a:close/>
                <a:moveTo>
                  <a:pt x="3415" y="1"/>
                </a:moveTo>
                <a:cubicBezTo>
                  <a:pt x="2616" y="1"/>
                  <a:pt x="1812" y="308"/>
                  <a:pt x="1198" y="922"/>
                </a:cubicBezTo>
                <a:cubicBezTo>
                  <a:pt x="1" y="2151"/>
                  <a:pt x="1" y="4104"/>
                  <a:pt x="1198" y="5333"/>
                </a:cubicBezTo>
                <a:lnTo>
                  <a:pt x="6806" y="10941"/>
                </a:lnTo>
                <a:cubicBezTo>
                  <a:pt x="7404" y="11508"/>
                  <a:pt x="8223" y="11823"/>
                  <a:pt x="9011" y="11823"/>
                </a:cubicBezTo>
                <a:cubicBezTo>
                  <a:pt x="9799" y="11823"/>
                  <a:pt x="10618" y="11508"/>
                  <a:pt x="11216" y="10941"/>
                </a:cubicBezTo>
                <a:cubicBezTo>
                  <a:pt x="12445" y="9712"/>
                  <a:pt x="12445" y="7727"/>
                  <a:pt x="11216" y="6530"/>
                </a:cubicBezTo>
                <a:lnTo>
                  <a:pt x="5609" y="922"/>
                </a:lnTo>
                <a:cubicBezTo>
                  <a:pt x="5010" y="308"/>
                  <a:pt x="4214" y="1"/>
                  <a:pt x="341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6" name="Google Shape;4206;p26"/>
          <p:cNvSpPr/>
          <p:nvPr/>
        </p:nvSpPr>
        <p:spPr>
          <a:xfrm>
            <a:off x="5846940" y="2825246"/>
            <a:ext cx="388967" cy="387916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7" name="Google Shape;4207;p26"/>
          <p:cNvSpPr/>
          <p:nvPr/>
        </p:nvSpPr>
        <p:spPr>
          <a:xfrm>
            <a:off x="5881584" y="3423064"/>
            <a:ext cx="136583" cy="147943"/>
          </a:xfrm>
          <a:custGeom>
            <a:rect b="b" l="l" r="r" t="t"/>
            <a:pathLst>
              <a:path extrusionOk="0" h="4506" w="4160">
                <a:moveTo>
                  <a:pt x="2080" y="1"/>
                </a:moveTo>
                <a:cubicBezTo>
                  <a:pt x="946" y="1"/>
                  <a:pt x="1" y="946"/>
                  <a:pt x="1" y="2080"/>
                </a:cubicBezTo>
                <a:lnTo>
                  <a:pt x="1" y="4506"/>
                </a:lnTo>
                <a:lnTo>
                  <a:pt x="4160" y="4506"/>
                </a:lnTo>
                <a:lnTo>
                  <a:pt x="4160" y="2080"/>
                </a:lnTo>
                <a:cubicBezTo>
                  <a:pt x="4160" y="946"/>
                  <a:pt x="3214" y="1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8" name="Google Shape;4208;p26"/>
          <p:cNvSpPr/>
          <p:nvPr/>
        </p:nvSpPr>
        <p:spPr>
          <a:xfrm>
            <a:off x="6063632" y="3523396"/>
            <a:ext cx="136583" cy="148994"/>
          </a:xfrm>
          <a:custGeom>
            <a:rect b="b" l="l" r="r" t="t"/>
            <a:pathLst>
              <a:path extrusionOk="0" h="4538" w="4160">
                <a:moveTo>
                  <a:pt x="1" y="1"/>
                </a:moveTo>
                <a:lnTo>
                  <a:pt x="1" y="2458"/>
                </a:lnTo>
                <a:cubicBezTo>
                  <a:pt x="1" y="3592"/>
                  <a:pt x="946" y="4537"/>
                  <a:pt x="2080" y="4537"/>
                </a:cubicBezTo>
                <a:cubicBezTo>
                  <a:pt x="3246" y="4537"/>
                  <a:pt x="4160" y="3592"/>
                  <a:pt x="4160" y="2458"/>
                </a:cubicBezTo>
                <a:lnTo>
                  <a:pt x="416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9" name="Google Shape;4209;p26"/>
          <p:cNvSpPr/>
          <p:nvPr/>
        </p:nvSpPr>
        <p:spPr>
          <a:xfrm>
            <a:off x="5881584" y="3593720"/>
            <a:ext cx="136583" cy="147976"/>
          </a:xfrm>
          <a:custGeom>
            <a:rect b="b" l="l" r="r" t="t"/>
            <a:pathLst>
              <a:path extrusionOk="0" h="4507" w="4160">
                <a:moveTo>
                  <a:pt x="1734" y="694"/>
                </a:moveTo>
                <a:cubicBezTo>
                  <a:pt x="1923" y="694"/>
                  <a:pt x="2080" y="852"/>
                  <a:pt x="2080" y="1041"/>
                </a:cubicBezTo>
                <a:lnTo>
                  <a:pt x="2080" y="2427"/>
                </a:lnTo>
                <a:cubicBezTo>
                  <a:pt x="2269" y="2427"/>
                  <a:pt x="2427" y="2584"/>
                  <a:pt x="2427" y="2773"/>
                </a:cubicBezTo>
                <a:cubicBezTo>
                  <a:pt x="2427" y="2962"/>
                  <a:pt x="2269" y="3120"/>
                  <a:pt x="2080" y="3120"/>
                </a:cubicBezTo>
                <a:cubicBezTo>
                  <a:pt x="1702" y="3120"/>
                  <a:pt x="1356" y="2805"/>
                  <a:pt x="1356" y="2427"/>
                </a:cubicBezTo>
                <a:lnTo>
                  <a:pt x="1356" y="1041"/>
                </a:lnTo>
                <a:cubicBezTo>
                  <a:pt x="1356" y="852"/>
                  <a:pt x="1513" y="694"/>
                  <a:pt x="1734" y="694"/>
                </a:cubicBezTo>
                <a:close/>
                <a:moveTo>
                  <a:pt x="1" y="1"/>
                </a:moveTo>
                <a:lnTo>
                  <a:pt x="1" y="2427"/>
                </a:lnTo>
                <a:cubicBezTo>
                  <a:pt x="1" y="3561"/>
                  <a:pt x="946" y="4506"/>
                  <a:pt x="2080" y="4506"/>
                </a:cubicBezTo>
                <a:cubicBezTo>
                  <a:pt x="3214" y="4506"/>
                  <a:pt x="4160" y="3561"/>
                  <a:pt x="4160" y="2427"/>
                </a:cubicBezTo>
                <a:lnTo>
                  <a:pt x="416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0" name="Google Shape;4210;p26"/>
          <p:cNvSpPr/>
          <p:nvPr/>
        </p:nvSpPr>
        <p:spPr>
          <a:xfrm>
            <a:off x="6063632" y="3352741"/>
            <a:ext cx="136583" cy="148961"/>
          </a:xfrm>
          <a:custGeom>
            <a:rect b="b" l="l" r="r" t="t"/>
            <a:pathLst>
              <a:path extrusionOk="0" h="4537" w="4160">
                <a:moveTo>
                  <a:pt x="2049" y="1387"/>
                </a:moveTo>
                <a:cubicBezTo>
                  <a:pt x="2427" y="1387"/>
                  <a:pt x="2742" y="1702"/>
                  <a:pt x="2742" y="2080"/>
                </a:cubicBezTo>
                <a:lnTo>
                  <a:pt x="2742" y="3466"/>
                </a:lnTo>
                <a:cubicBezTo>
                  <a:pt x="2742" y="3655"/>
                  <a:pt x="2584" y="3812"/>
                  <a:pt x="2395" y="3812"/>
                </a:cubicBezTo>
                <a:cubicBezTo>
                  <a:pt x="2206" y="3812"/>
                  <a:pt x="2049" y="3655"/>
                  <a:pt x="2049" y="3466"/>
                </a:cubicBezTo>
                <a:lnTo>
                  <a:pt x="2049" y="2080"/>
                </a:lnTo>
                <a:cubicBezTo>
                  <a:pt x="1860" y="2080"/>
                  <a:pt x="1702" y="1922"/>
                  <a:pt x="1702" y="1733"/>
                </a:cubicBezTo>
                <a:cubicBezTo>
                  <a:pt x="1702" y="1544"/>
                  <a:pt x="1860" y="1387"/>
                  <a:pt x="2049" y="1387"/>
                </a:cubicBezTo>
                <a:close/>
                <a:moveTo>
                  <a:pt x="2080" y="0"/>
                </a:moveTo>
                <a:cubicBezTo>
                  <a:pt x="946" y="0"/>
                  <a:pt x="1" y="945"/>
                  <a:pt x="1" y="2080"/>
                </a:cubicBezTo>
                <a:lnTo>
                  <a:pt x="1" y="4537"/>
                </a:lnTo>
                <a:lnTo>
                  <a:pt x="4160" y="4537"/>
                </a:lnTo>
                <a:lnTo>
                  <a:pt x="4160" y="2080"/>
                </a:lnTo>
                <a:cubicBezTo>
                  <a:pt x="4160" y="945"/>
                  <a:pt x="3214" y="0"/>
                  <a:pt x="208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1" name="Google Shape;4211;p26"/>
          <p:cNvSpPr/>
          <p:nvPr/>
        </p:nvSpPr>
        <p:spPr>
          <a:xfrm>
            <a:off x="6040370" y="3848833"/>
            <a:ext cx="138652" cy="298973"/>
          </a:xfrm>
          <a:custGeom>
            <a:rect b="b" l="l" r="r" t="t"/>
            <a:pathLst>
              <a:path extrusionOk="0" h="9106" w="4223">
                <a:moveTo>
                  <a:pt x="2836" y="662"/>
                </a:moveTo>
                <a:lnTo>
                  <a:pt x="2836" y="1387"/>
                </a:lnTo>
                <a:lnTo>
                  <a:pt x="2143" y="1387"/>
                </a:lnTo>
                <a:lnTo>
                  <a:pt x="2143" y="662"/>
                </a:lnTo>
                <a:close/>
                <a:moveTo>
                  <a:pt x="1072" y="4884"/>
                </a:moveTo>
                <a:cubicBezTo>
                  <a:pt x="1261" y="4884"/>
                  <a:pt x="1418" y="5041"/>
                  <a:pt x="1418" y="5230"/>
                </a:cubicBezTo>
                <a:cubicBezTo>
                  <a:pt x="1418" y="5451"/>
                  <a:pt x="1261" y="5608"/>
                  <a:pt x="1072" y="5608"/>
                </a:cubicBezTo>
                <a:cubicBezTo>
                  <a:pt x="851" y="5608"/>
                  <a:pt x="694" y="5451"/>
                  <a:pt x="694" y="5230"/>
                </a:cubicBezTo>
                <a:cubicBezTo>
                  <a:pt x="694" y="5041"/>
                  <a:pt x="851" y="4884"/>
                  <a:pt x="1072" y="4884"/>
                </a:cubicBezTo>
                <a:close/>
                <a:moveTo>
                  <a:pt x="3498" y="6302"/>
                </a:moveTo>
                <a:lnTo>
                  <a:pt x="3498" y="6648"/>
                </a:lnTo>
                <a:cubicBezTo>
                  <a:pt x="3498" y="6869"/>
                  <a:pt x="3340" y="6995"/>
                  <a:pt x="3151" y="6995"/>
                </a:cubicBezTo>
                <a:lnTo>
                  <a:pt x="1765" y="6995"/>
                </a:lnTo>
                <a:cubicBezTo>
                  <a:pt x="1576" y="6995"/>
                  <a:pt x="1418" y="6869"/>
                  <a:pt x="1418" y="6648"/>
                </a:cubicBezTo>
                <a:lnTo>
                  <a:pt x="1418" y="6302"/>
                </a:lnTo>
                <a:close/>
                <a:moveTo>
                  <a:pt x="1072" y="1"/>
                </a:moveTo>
                <a:cubicBezTo>
                  <a:pt x="851" y="1"/>
                  <a:pt x="694" y="158"/>
                  <a:pt x="694" y="347"/>
                </a:cubicBezTo>
                <a:cubicBezTo>
                  <a:pt x="694" y="568"/>
                  <a:pt x="851" y="725"/>
                  <a:pt x="1072" y="725"/>
                </a:cubicBezTo>
                <a:lnTo>
                  <a:pt x="1418" y="725"/>
                </a:lnTo>
                <a:lnTo>
                  <a:pt x="1418" y="1450"/>
                </a:lnTo>
                <a:cubicBezTo>
                  <a:pt x="1009" y="1576"/>
                  <a:pt x="694" y="1985"/>
                  <a:pt x="694" y="2458"/>
                </a:cubicBezTo>
                <a:lnTo>
                  <a:pt x="694" y="4285"/>
                </a:lnTo>
                <a:cubicBezTo>
                  <a:pt x="316" y="4443"/>
                  <a:pt x="1" y="4821"/>
                  <a:pt x="1" y="5293"/>
                </a:cubicBezTo>
                <a:cubicBezTo>
                  <a:pt x="1" y="5703"/>
                  <a:pt x="284" y="6112"/>
                  <a:pt x="694" y="6270"/>
                </a:cubicBezTo>
                <a:lnTo>
                  <a:pt x="694" y="6648"/>
                </a:lnTo>
                <a:cubicBezTo>
                  <a:pt x="694" y="7089"/>
                  <a:pt x="977" y="7499"/>
                  <a:pt x="1418" y="7656"/>
                </a:cubicBezTo>
                <a:lnTo>
                  <a:pt x="1418" y="8759"/>
                </a:lnTo>
                <a:cubicBezTo>
                  <a:pt x="1418" y="8948"/>
                  <a:pt x="1576" y="9105"/>
                  <a:pt x="1765" y="9105"/>
                </a:cubicBezTo>
                <a:lnTo>
                  <a:pt x="3151" y="9105"/>
                </a:lnTo>
                <a:cubicBezTo>
                  <a:pt x="3340" y="9105"/>
                  <a:pt x="3498" y="8948"/>
                  <a:pt x="3498" y="8759"/>
                </a:cubicBezTo>
                <a:lnTo>
                  <a:pt x="3498" y="7656"/>
                </a:lnTo>
                <a:cubicBezTo>
                  <a:pt x="3907" y="7499"/>
                  <a:pt x="4222" y="7121"/>
                  <a:pt x="4222" y="6648"/>
                </a:cubicBezTo>
                <a:lnTo>
                  <a:pt x="4222" y="5955"/>
                </a:lnTo>
                <a:lnTo>
                  <a:pt x="4222" y="2458"/>
                </a:lnTo>
                <a:cubicBezTo>
                  <a:pt x="4222" y="2017"/>
                  <a:pt x="3939" y="1607"/>
                  <a:pt x="3498" y="1450"/>
                </a:cubicBezTo>
                <a:lnTo>
                  <a:pt x="3498" y="725"/>
                </a:lnTo>
                <a:lnTo>
                  <a:pt x="3876" y="725"/>
                </a:lnTo>
                <a:cubicBezTo>
                  <a:pt x="4065" y="725"/>
                  <a:pt x="4222" y="568"/>
                  <a:pt x="4222" y="347"/>
                </a:cubicBezTo>
                <a:cubicBezTo>
                  <a:pt x="4222" y="158"/>
                  <a:pt x="4065" y="1"/>
                  <a:pt x="387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2" name="Google Shape;4212;p26"/>
          <p:cNvSpPr/>
          <p:nvPr/>
        </p:nvSpPr>
        <p:spPr>
          <a:xfrm>
            <a:off x="6107608" y="4168442"/>
            <a:ext cx="93113" cy="22786"/>
          </a:xfrm>
          <a:custGeom>
            <a:rect b="b" l="l" r="r" t="t"/>
            <a:pathLst>
              <a:path extrusionOk="0" h="694" w="2836">
                <a:moveTo>
                  <a:pt x="0" y="1"/>
                </a:moveTo>
                <a:lnTo>
                  <a:pt x="347" y="694"/>
                </a:lnTo>
                <a:lnTo>
                  <a:pt x="2489" y="694"/>
                </a:lnTo>
                <a:cubicBezTo>
                  <a:pt x="2678" y="694"/>
                  <a:pt x="2836" y="536"/>
                  <a:pt x="2836" y="347"/>
                </a:cubicBezTo>
                <a:cubicBezTo>
                  <a:pt x="2836" y="158"/>
                  <a:pt x="2678" y="1"/>
                  <a:pt x="24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3" name="Google Shape;4213;p26"/>
          <p:cNvSpPr/>
          <p:nvPr/>
        </p:nvSpPr>
        <p:spPr>
          <a:xfrm>
            <a:off x="5881075" y="3947096"/>
            <a:ext cx="274151" cy="290699"/>
          </a:xfrm>
          <a:custGeom>
            <a:rect b="b" l="l" r="r" t="t"/>
            <a:pathLst>
              <a:path extrusionOk="0" h="8854" w="8350">
                <a:moveTo>
                  <a:pt x="4884" y="1"/>
                </a:moveTo>
                <a:cubicBezTo>
                  <a:pt x="2931" y="473"/>
                  <a:pt x="1419" y="2237"/>
                  <a:pt x="1419" y="4380"/>
                </a:cubicBezTo>
                <a:lnTo>
                  <a:pt x="1419" y="8192"/>
                </a:lnTo>
                <a:lnTo>
                  <a:pt x="410" y="8192"/>
                </a:lnTo>
                <a:cubicBezTo>
                  <a:pt x="389" y="8189"/>
                  <a:pt x="368" y="8188"/>
                  <a:pt x="347" y="8188"/>
                </a:cubicBezTo>
                <a:cubicBezTo>
                  <a:pt x="132" y="8188"/>
                  <a:pt x="1" y="8334"/>
                  <a:pt x="1" y="8507"/>
                </a:cubicBezTo>
                <a:cubicBezTo>
                  <a:pt x="1" y="8696"/>
                  <a:pt x="158" y="8853"/>
                  <a:pt x="347" y="8853"/>
                </a:cubicBezTo>
                <a:lnTo>
                  <a:pt x="8003" y="8853"/>
                </a:lnTo>
                <a:cubicBezTo>
                  <a:pt x="8192" y="8853"/>
                  <a:pt x="8350" y="8696"/>
                  <a:pt x="8350" y="8507"/>
                </a:cubicBezTo>
                <a:cubicBezTo>
                  <a:pt x="8350" y="8318"/>
                  <a:pt x="8192" y="8160"/>
                  <a:pt x="8003" y="8160"/>
                </a:cubicBezTo>
                <a:lnTo>
                  <a:pt x="6806" y="8160"/>
                </a:lnTo>
                <a:lnTo>
                  <a:pt x="6239" y="6963"/>
                </a:lnTo>
                <a:cubicBezTo>
                  <a:pt x="6207" y="6869"/>
                  <a:pt x="6018" y="6774"/>
                  <a:pt x="5924" y="6774"/>
                </a:cubicBezTo>
                <a:lnTo>
                  <a:pt x="4191" y="6774"/>
                </a:lnTo>
                <a:lnTo>
                  <a:pt x="4191" y="3655"/>
                </a:lnTo>
                <a:cubicBezTo>
                  <a:pt x="4191" y="3435"/>
                  <a:pt x="4254" y="3245"/>
                  <a:pt x="4380" y="3088"/>
                </a:cubicBezTo>
                <a:cubicBezTo>
                  <a:pt x="4254" y="2836"/>
                  <a:pt x="4191" y="2552"/>
                  <a:pt x="4191" y="2300"/>
                </a:cubicBezTo>
                <a:cubicBezTo>
                  <a:pt x="4191" y="1733"/>
                  <a:pt x="4443" y="1229"/>
                  <a:pt x="4884" y="914"/>
                </a:cubicBezTo>
                <a:lnTo>
                  <a:pt x="488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4" name="Google Shape;4214;p26"/>
          <p:cNvSpPr/>
          <p:nvPr/>
        </p:nvSpPr>
        <p:spPr>
          <a:xfrm>
            <a:off x="8306263" y="2826575"/>
            <a:ext cx="393071" cy="385355"/>
          </a:xfrm>
          <a:custGeom>
            <a:rect b="b" l="l" r="r" t="t"/>
            <a:pathLst>
              <a:path extrusionOk="0" h="11737" w="11972">
                <a:moveTo>
                  <a:pt x="3214" y="5522"/>
                </a:moveTo>
                <a:cubicBezTo>
                  <a:pt x="3403" y="5522"/>
                  <a:pt x="3560" y="5679"/>
                  <a:pt x="3560" y="5868"/>
                </a:cubicBezTo>
                <a:cubicBezTo>
                  <a:pt x="3560" y="6057"/>
                  <a:pt x="3403" y="6215"/>
                  <a:pt x="3214" y="6215"/>
                </a:cubicBezTo>
                <a:cubicBezTo>
                  <a:pt x="3024" y="6215"/>
                  <a:pt x="2867" y="6057"/>
                  <a:pt x="2867" y="5868"/>
                </a:cubicBezTo>
                <a:cubicBezTo>
                  <a:pt x="2867" y="5679"/>
                  <a:pt x="3024" y="5522"/>
                  <a:pt x="3214" y="5522"/>
                </a:cubicBezTo>
                <a:close/>
                <a:moveTo>
                  <a:pt x="5986" y="2749"/>
                </a:moveTo>
                <a:cubicBezTo>
                  <a:pt x="6931" y="2749"/>
                  <a:pt x="7719" y="3537"/>
                  <a:pt x="7719" y="4482"/>
                </a:cubicBezTo>
                <a:cubicBezTo>
                  <a:pt x="7719" y="5427"/>
                  <a:pt x="6963" y="6215"/>
                  <a:pt x="5986" y="6215"/>
                </a:cubicBezTo>
                <a:cubicBezTo>
                  <a:pt x="5041" y="6215"/>
                  <a:pt x="4253" y="5427"/>
                  <a:pt x="4253" y="4482"/>
                </a:cubicBezTo>
                <a:cubicBezTo>
                  <a:pt x="4253" y="3537"/>
                  <a:pt x="5041" y="2749"/>
                  <a:pt x="5986" y="2749"/>
                </a:cubicBezTo>
                <a:close/>
                <a:moveTo>
                  <a:pt x="8790" y="5522"/>
                </a:moveTo>
                <a:cubicBezTo>
                  <a:pt x="8979" y="5522"/>
                  <a:pt x="9136" y="5679"/>
                  <a:pt x="9136" y="5868"/>
                </a:cubicBezTo>
                <a:cubicBezTo>
                  <a:pt x="9136" y="6057"/>
                  <a:pt x="8979" y="6215"/>
                  <a:pt x="8790" y="6215"/>
                </a:cubicBezTo>
                <a:cubicBezTo>
                  <a:pt x="8569" y="6215"/>
                  <a:pt x="8412" y="6057"/>
                  <a:pt x="8412" y="5868"/>
                </a:cubicBezTo>
                <a:cubicBezTo>
                  <a:pt x="8412" y="5679"/>
                  <a:pt x="8569" y="5522"/>
                  <a:pt x="8790" y="5522"/>
                </a:cubicBezTo>
                <a:close/>
                <a:moveTo>
                  <a:pt x="4600" y="7601"/>
                </a:moveTo>
                <a:cubicBezTo>
                  <a:pt x="4789" y="7601"/>
                  <a:pt x="4946" y="7759"/>
                  <a:pt x="4946" y="7948"/>
                </a:cubicBezTo>
                <a:cubicBezTo>
                  <a:pt x="4946" y="8168"/>
                  <a:pt x="4789" y="8326"/>
                  <a:pt x="4600" y="8326"/>
                </a:cubicBezTo>
                <a:cubicBezTo>
                  <a:pt x="4411" y="8326"/>
                  <a:pt x="4253" y="8168"/>
                  <a:pt x="4253" y="7948"/>
                </a:cubicBezTo>
                <a:cubicBezTo>
                  <a:pt x="4253" y="7759"/>
                  <a:pt x="4411" y="7601"/>
                  <a:pt x="4600" y="7601"/>
                </a:cubicBezTo>
                <a:close/>
                <a:moveTo>
                  <a:pt x="6679" y="6939"/>
                </a:moveTo>
                <a:cubicBezTo>
                  <a:pt x="7278" y="6939"/>
                  <a:pt x="7719" y="7412"/>
                  <a:pt x="7719" y="7948"/>
                </a:cubicBezTo>
                <a:cubicBezTo>
                  <a:pt x="7719" y="8515"/>
                  <a:pt x="7246" y="8987"/>
                  <a:pt x="6679" y="8987"/>
                </a:cubicBezTo>
                <a:cubicBezTo>
                  <a:pt x="6080" y="8987"/>
                  <a:pt x="5671" y="8515"/>
                  <a:pt x="5671" y="7948"/>
                </a:cubicBezTo>
                <a:cubicBezTo>
                  <a:pt x="5671" y="7412"/>
                  <a:pt x="6143" y="6939"/>
                  <a:pt x="6679" y="6939"/>
                </a:cubicBezTo>
                <a:close/>
                <a:moveTo>
                  <a:pt x="5309" y="1"/>
                </a:moveTo>
                <a:cubicBezTo>
                  <a:pt x="5222" y="1"/>
                  <a:pt x="5135" y="24"/>
                  <a:pt x="5072" y="71"/>
                </a:cubicBezTo>
                <a:cubicBezTo>
                  <a:pt x="4946" y="197"/>
                  <a:pt x="4946" y="449"/>
                  <a:pt x="5072" y="544"/>
                </a:cubicBezTo>
                <a:cubicBezTo>
                  <a:pt x="5356" y="828"/>
                  <a:pt x="5545" y="1080"/>
                  <a:pt x="5639" y="1363"/>
                </a:cubicBezTo>
                <a:cubicBezTo>
                  <a:pt x="5356" y="1426"/>
                  <a:pt x="5041" y="1458"/>
                  <a:pt x="4757" y="1552"/>
                </a:cubicBezTo>
                <a:cubicBezTo>
                  <a:pt x="4474" y="1017"/>
                  <a:pt x="4096" y="796"/>
                  <a:pt x="3592" y="576"/>
                </a:cubicBezTo>
                <a:cubicBezTo>
                  <a:pt x="3552" y="560"/>
                  <a:pt x="3507" y="552"/>
                  <a:pt x="3460" y="552"/>
                </a:cubicBezTo>
                <a:cubicBezTo>
                  <a:pt x="3320" y="552"/>
                  <a:pt x="3166" y="623"/>
                  <a:pt x="3119" y="765"/>
                </a:cubicBezTo>
                <a:cubicBezTo>
                  <a:pt x="3024" y="922"/>
                  <a:pt x="3119" y="1143"/>
                  <a:pt x="3277" y="1206"/>
                </a:cubicBezTo>
                <a:cubicBezTo>
                  <a:pt x="3623" y="1363"/>
                  <a:pt x="3907" y="1552"/>
                  <a:pt x="4064" y="1804"/>
                </a:cubicBezTo>
                <a:cubicBezTo>
                  <a:pt x="3781" y="1930"/>
                  <a:pt x="3529" y="2088"/>
                  <a:pt x="3308" y="2245"/>
                </a:cubicBezTo>
                <a:cubicBezTo>
                  <a:pt x="2867" y="1836"/>
                  <a:pt x="2394" y="1773"/>
                  <a:pt x="1890" y="1741"/>
                </a:cubicBezTo>
                <a:cubicBezTo>
                  <a:pt x="1701" y="1741"/>
                  <a:pt x="1544" y="1836"/>
                  <a:pt x="1481" y="2056"/>
                </a:cubicBezTo>
                <a:cubicBezTo>
                  <a:pt x="1481" y="2245"/>
                  <a:pt x="1607" y="2403"/>
                  <a:pt x="1796" y="2434"/>
                </a:cubicBezTo>
                <a:cubicBezTo>
                  <a:pt x="2205" y="2466"/>
                  <a:pt x="2489" y="2529"/>
                  <a:pt x="2741" y="2718"/>
                </a:cubicBezTo>
                <a:cubicBezTo>
                  <a:pt x="2552" y="2907"/>
                  <a:pt x="2363" y="3159"/>
                  <a:pt x="2205" y="3379"/>
                </a:cubicBezTo>
                <a:cubicBezTo>
                  <a:pt x="1949" y="3294"/>
                  <a:pt x="1725" y="3260"/>
                  <a:pt x="1508" y="3260"/>
                </a:cubicBezTo>
                <a:cubicBezTo>
                  <a:pt x="1243" y="3260"/>
                  <a:pt x="987" y="3310"/>
                  <a:pt x="693" y="3379"/>
                </a:cubicBezTo>
                <a:cubicBezTo>
                  <a:pt x="504" y="3411"/>
                  <a:pt x="441" y="3631"/>
                  <a:pt x="473" y="3821"/>
                </a:cubicBezTo>
                <a:cubicBezTo>
                  <a:pt x="498" y="3970"/>
                  <a:pt x="621" y="4060"/>
                  <a:pt x="781" y="4060"/>
                </a:cubicBezTo>
                <a:cubicBezTo>
                  <a:pt x="823" y="4060"/>
                  <a:pt x="868" y="4054"/>
                  <a:pt x="914" y="4041"/>
                </a:cubicBezTo>
                <a:cubicBezTo>
                  <a:pt x="1160" y="3979"/>
                  <a:pt x="1366" y="3931"/>
                  <a:pt x="1567" y="3931"/>
                </a:cubicBezTo>
                <a:cubicBezTo>
                  <a:pt x="1674" y="3931"/>
                  <a:pt x="1780" y="3945"/>
                  <a:pt x="1890" y="3978"/>
                </a:cubicBezTo>
                <a:cubicBezTo>
                  <a:pt x="1764" y="4262"/>
                  <a:pt x="1638" y="4514"/>
                  <a:pt x="1607" y="4797"/>
                </a:cubicBezTo>
                <a:cubicBezTo>
                  <a:pt x="1071" y="4797"/>
                  <a:pt x="630" y="4986"/>
                  <a:pt x="189" y="5301"/>
                </a:cubicBezTo>
                <a:cubicBezTo>
                  <a:pt x="32" y="5427"/>
                  <a:pt x="0" y="5616"/>
                  <a:pt x="126" y="5774"/>
                </a:cubicBezTo>
                <a:cubicBezTo>
                  <a:pt x="186" y="5874"/>
                  <a:pt x="296" y="5935"/>
                  <a:pt x="409" y="5935"/>
                </a:cubicBezTo>
                <a:cubicBezTo>
                  <a:pt x="474" y="5935"/>
                  <a:pt x="541" y="5915"/>
                  <a:pt x="599" y="5868"/>
                </a:cubicBezTo>
                <a:cubicBezTo>
                  <a:pt x="914" y="5616"/>
                  <a:pt x="1166" y="5459"/>
                  <a:pt x="1481" y="5459"/>
                </a:cubicBezTo>
                <a:cubicBezTo>
                  <a:pt x="1481" y="5585"/>
                  <a:pt x="1449" y="5742"/>
                  <a:pt x="1449" y="5868"/>
                </a:cubicBezTo>
                <a:cubicBezTo>
                  <a:pt x="1449" y="6026"/>
                  <a:pt x="1449" y="6183"/>
                  <a:pt x="1481" y="6341"/>
                </a:cubicBezTo>
                <a:cubicBezTo>
                  <a:pt x="945" y="6530"/>
                  <a:pt x="662" y="6876"/>
                  <a:pt x="347" y="7318"/>
                </a:cubicBezTo>
                <a:cubicBezTo>
                  <a:pt x="221" y="7475"/>
                  <a:pt x="284" y="7664"/>
                  <a:pt x="441" y="7790"/>
                </a:cubicBezTo>
                <a:cubicBezTo>
                  <a:pt x="507" y="7843"/>
                  <a:pt x="584" y="7868"/>
                  <a:pt x="658" y="7868"/>
                </a:cubicBezTo>
                <a:cubicBezTo>
                  <a:pt x="761" y="7868"/>
                  <a:pt x="859" y="7819"/>
                  <a:pt x="914" y="7727"/>
                </a:cubicBezTo>
                <a:cubicBezTo>
                  <a:pt x="1134" y="7349"/>
                  <a:pt x="1323" y="7129"/>
                  <a:pt x="1607" y="7002"/>
                </a:cubicBezTo>
                <a:cubicBezTo>
                  <a:pt x="1701" y="7286"/>
                  <a:pt x="1764" y="7570"/>
                  <a:pt x="1922" y="7822"/>
                </a:cubicBezTo>
                <a:cubicBezTo>
                  <a:pt x="1481" y="8200"/>
                  <a:pt x="1323" y="8609"/>
                  <a:pt x="1166" y="9145"/>
                </a:cubicBezTo>
                <a:cubicBezTo>
                  <a:pt x="1134" y="9334"/>
                  <a:pt x="1260" y="9523"/>
                  <a:pt x="1418" y="9554"/>
                </a:cubicBezTo>
                <a:cubicBezTo>
                  <a:pt x="1452" y="9566"/>
                  <a:pt x="1486" y="9571"/>
                  <a:pt x="1519" y="9571"/>
                </a:cubicBezTo>
                <a:cubicBezTo>
                  <a:pt x="1671" y="9571"/>
                  <a:pt x="1807" y="9463"/>
                  <a:pt x="1859" y="9334"/>
                </a:cubicBezTo>
                <a:cubicBezTo>
                  <a:pt x="1953" y="8924"/>
                  <a:pt x="2048" y="8672"/>
                  <a:pt x="2268" y="8420"/>
                </a:cubicBezTo>
                <a:cubicBezTo>
                  <a:pt x="2426" y="8672"/>
                  <a:pt x="2646" y="8893"/>
                  <a:pt x="2835" y="9082"/>
                </a:cubicBezTo>
                <a:cubicBezTo>
                  <a:pt x="2520" y="9554"/>
                  <a:pt x="2552" y="10027"/>
                  <a:pt x="2583" y="10594"/>
                </a:cubicBezTo>
                <a:cubicBezTo>
                  <a:pt x="2583" y="10783"/>
                  <a:pt x="2741" y="10909"/>
                  <a:pt x="2961" y="10909"/>
                </a:cubicBezTo>
                <a:lnTo>
                  <a:pt x="2993" y="10909"/>
                </a:lnTo>
                <a:cubicBezTo>
                  <a:pt x="3182" y="10909"/>
                  <a:pt x="3308" y="10720"/>
                  <a:pt x="3308" y="10500"/>
                </a:cubicBezTo>
                <a:cubicBezTo>
                  <a:pt x="3277" y="10090"/>
                  <a:pt x="3277" y="9806"/>
                  <a:pt x="3371" y="9523"/>
                </a:cubicBezTo>
                <a:cubicBezTo>
                  <a:pt x="3623" y="9680"/>
                  <a:pt x="3844" y="9838"/>
                  <a:pt x="4127" y="9964"/>
                </a:cubicBezTo>
                <a:cubicBezTo>
                  <a:pt x="4001" y="10500"/>
                  <a:pt x="4159" y="10941"/>
                  <a:pt x="4411" y="11445"/>
                </a:cubicBezTo>
                <a:cubicBezTo>
                  <a:pt x="4452" y="11589"/>
                  <a:pt x="4561" y="11652"/>
                  <a:pt x="4684" y="11652"/>
                </a:cubicBezTo>
                <a:cubicBezTo>
                  <a:pt x="4749" y="11652"/>
                  <a:pt x="4818" y="11635"/>
                  <a:pt x="4883" y="11602"/>
                </a:cubicBezTo>
                <a:cubicBezTo>
                  <a:pt x="5041" y="11539"/>
                  <a:pt x="5104" y="11350"/>
                  <a:pt x="5041" y="11130"/>
                </a:cubicBezTo>
                <a:cubicBezTo>
                  <a:pt x="4883" y="10783"/>
                  <a:pt x="4757" y="10500"/>
                  <a:pt x="4789" y="10184"/>
                </a:cubicBezTo>
                <a:lnTo>
                  <a:pt x="4789" y="10184"/>
                </a:lnTo>
                <a:cubicBezTo>
                  <a:pt x="5072" y="10279"/>
                  <a:pt x="5356" y="10311"/>
                  <a:pt x="5671" y="10342"/>
                </a:cubicBezTo>
                <a:cubicBezTo>
                  <a:pt x="5734" y="10909"/>
                  <a:pt x="6049" y="11256"/>
                  <a:pt x="6427" y="11665"/>
                </a:cubicBezTo>
                <a:cubicBezTo>
                  <a:pt x="6474" y="11712"/>
                  <a:pt x="6561" y="11736"/>
                  <a:pt x="6651" y="11736"/>
                </a:cubicBezTo>
                <a:cubicBezTo>
                  <a:pt x="6742" y="11736"/>
                  <a:pt x="6837" y="11712"/>
                  <a:pt x="6900" y="11665"/>
                </a:cubicBezTo>
                <a:cubicBezTo>
                  <a:pt x="6994" y="11539"/>
                  <a:pt x="6994" y="11287"/>
                  <a:pt x="6900" y="11193"/>
                </a:cubicBezTo>
                <a:cubicBezTo>
                  <a:pt x="6616" y="10909"/>
                  <a:pt x="6427" y="10657"/>
                  <a:pt x="6333" y="10342"/>
                </a:cubicBezTo>
                <a:cubicBezTo>
                  <a:pt x="6616" y="10311"/>
                  <a:pt x="6931" y="10279"/>
                  <a:pt x="7215" y="10184"/>
                </a:cubicBezTo>
                <a:cubicBezTo>
                  <a:pt x="7467" y="10720"/>
                  <a:pt x="7876" y="10941"/>
                  <a:pt x="8380" y="11130"/>
                </a:cubicBezTo>
                <a:cubicBezTo>
                  <a:pt x="8424" y="11156"/>
                  <a:pt x="8474" y="11167"/>
                  <a:pt x="8526" y="11167"/>
                </a:cubicBezTo>
                <a:cubicBezTo>
                  <a:pt x="8662" y="11167"/>
                  <a:pt x="8807" y="11086"/>
                  <a:pt x="8853" y="10972"/>
                </a:cubicBezTo>
                <a:cubicBezTo>
                  <a:pt x="8947" y="10815"/>
                  <a:pt x="8853" y="10594"/>
                  <a:pt x="8695" y="10500"/>
                </a:cubicBezTo>
                <a:cubicBezTo>
                  <a:pt x="8349" y="10374"/>
                  <a:pt x="8065" y="10184"/>
                  <a:pt x="7908" y="9932"/>
                </a:cubicBezTo>
                <a:cubicBezTo>
                  <a:pt x="8191" y="9806"/>
                  <a:pt x="8412" y="9649"/>
                  <a:pt x="8664" y="9491"/>
                </a:cubicBezTo>
                <a:cubicBezTo>
                  <a:pt x="9105" y="9901"/>
                  <a:pt x="9578" y="9964"/>
                  <a:pt x="10082" y="9995"/>
                </a:cubicBezTo>
                <a:lnTo>
                  <a:pt x="10113" y="9995"/>
                </a:lnTo>
                <a:cubicBezTo>
                  <a:pt x="10302" y="9995"/>
                  <a:pt x="10428" y="9869"/>
                  <a:pt x="10460" y="9680"/>
                </a:cubicBezTo>
                <a:cubicBezTo>
                  <a:pt x="10460" y="9491"/>
                  <a:pt x="10365" y="9334"/>
                  <a:pt x="10145" y="9302"/>
                </a:cubicBezTo>
                <a:cubicBezTo>
                  <a:pt x="9767" y="9239"/>
                  <a:pt x="9483" y="9208"/>
                  <a:pt x="9199" y="9019"/>
                </a:cubicBezTo>
                <a:cubicBezTo>
                  <a:pt x="9388" y="8830"/>
                  <a:pt x="9609" y="8578"/>
                  <a:pt x="9767" y="8357"/>
                </a:cubicBezTo>
                <a:cubicBezTo>
                  <a:pt x="9980" y="8437"/>
                  <a:pt x="10181" y="8466"/>
                  <a:pt x="10384" y="8466"/>
                </a:cubicBezTo>
                <a:cubicBezTo>
                  <a:pt x="10660" y="8466"/>
                  <a:pt x="10938" y="8412"/>
                  <a:pt x="11247" y="8357"/>
                </a:cubicBezTo>
                <a:cubicBezTo>
                  <a:pt x="11468" y="8294"/>
                  <a:pt x="11531" y="8105"/>
                  <a:pt x="11499" y="7916"/>
                </a:cubicBezTo>
                <a:cubicBezTo>
                  <a:pt x="11472" y="7751"/>
                  <a:pt x="11300" y="7658"/>
                  <a:pt x="11131" y="7658"/>
                </a:cubicBezTo>
                <a:cubicBezTo>
                  <a:pt x="11107" y="7658"/>
                  <a:pt x="11082" y="7660"/>
                  <a:pt x="11058" y="7664"/>
                </a:cubicBezTo>
                <a:cubicBezTo>
                  <a:pt x="10806" y="7748"/>
                  <a:pt x="10596" y="7804"/>
                  <a:pt x="10391" y="7804"/>
                </a:cubicBezTo>
                <a:cubicBezTo>
                  <a:pt x="10288" y="7804"/>
                  <a:pt x="10187" y="7790"/>
                  <a:pt x="10082" y="7759"/>
                </a:cubicBezTo>
                <a:cubicBezTo>
                  <a:pt x="10208" y="7475"/>
                  <a:pt x="10302" y="7192"/>
                  <a:pt x="10365" y="6939"/>
                </a:cubicBezTo>
                <a:lnTo>
                  <a:pt x="10397" y="6939"/>
                </a:lnTo>
                <a:cubicBezTo>
                  <a:pt x="10932" y="6939"/>
                  <a:pt x="11342" y="6687"/>
                  <a:pt x="11751" y="6372"/>
                </a:cubicBezTo>
                <a:cubicBezTo>
                  <a:pt x="11940" y="6246"/>
                  <a:pt x="11972" y="6057"/>
                  <a:pt x="11846" y="5900"/>
                </a:cubicBezTo>
                <a:cubicBezTo>
                  <a:pt x="11789" y="5843"/>
                  <a:pt x="11687" y="5798"/>
                  <a:pt x="11580" y="5798"/>
                </a:cubicBezTo>
                <a:cubicBezTo>
                  <a:pt x="11509" y="5798"/>
                  <a:pt x="11436" y="5818"/>
                  <a:pt x="11373" y="5868"/>
                </a:cubicBezTo>
                <a:cubicBezTo>
                  <a:pt x="11058" y="6120"/>
                  <a:pt x="10775" y="6278"/>
                  <a:pt x="10460" y="6278"/>
                </a:cubicBezTo>
                <a:cubicBezTo>
                  <a:pt x="10460" y="6152"/>
                  <a:pt x="10491" y="5994"/>
                  <a:pt x="10491" y="5868"/>
                </a:cubicBezTo>
                <a:cubicBezTo>
                  <a:pt x="10491" y="5711"/>
                  <a:pt x="10491" y="5553"/>
                  <a:pt x="10460" y="5396"/>
                </a:cubicBezTo>
                <a:cubicBezTo>
                  <a:pt x="11027" y="5207"/>
                  <a:pt x="11279" y="4860"/>
                  <a:pt x="11594" y="4419"/>
                </a:cubicBezTo>
                <a:cubicBezTo>
                  <a:pt x="11720" y="4262"/>
                  <a:pt x="11688" y="4073"/>
                  <a:pt x="11531" y="3947"/>
                </a:cubicBezTo>
                <a:cubicBezTo>
                  <a:pt x="11465" y="3894"/>
                  <a:pt x="11394" y="3869"/>
                  <a:pt x="11324" y="3869"/>
                </a:cubicBezTo>
                <a:cubicBezTo>
                  <a:pt x="11226" y="3869"/>
                  <a:pt x="11132" y="3918"/>
                  <a:pt x="11058" y="4010"/>
                </a:cubicBezTo>
                <a:cubicBezTo>
                  <a:pt x="10838" y="4388"/>
                  <a:pt x="10617" y="4608"/>
                  <a:pt x="10365" y="4734"/>
                </a:cubicBezTo>
                <a:cubicBezTo>
                  <a:pt x="10271" y="4451"/>
                  <a:pt x="10176" y="4167"/>
                  <a:pt x="10019" y="3915"/>
                </a:cubicBezTo>
                <a:cubicBezTo>
                  <a:pt x="10460" y="3537"/>
                  <a:pt x="10617" y="3127"/>
                  <a:pt x="10775" y="2592"/>
                </a:cubicBezTo>
                <a:cubicBezTo>
                  <a:pt x="10806" y="2403"/>
                  <a:pt x="10712" y="2214"/>
                  <a:pt x="10554" y="2182"/>
                </a:cubicBezTo>
                <a:cubicBezTo>
                  <a:pt x="10520" y="2171"/>
                  <a:pt x="10485" y="2166"/>
                  <a:pt x="10450" y="2166"/>
                </a:cubicBezTo>
                <a:cubicBezTo>
                  <a:pt x="10292" y="2166"/>
                  <a:pt x="10139" y="2274"/>
                  <a:pt x="10113" y="2403"/>
                </a:cubicBezTo>
                <a:cubicBezTo>
                  <a:pt x="9987" y="2812"/>
                  <a:pt x="9924" y="3064"/>
                  <a:pt x="9672" y="3316"/>
                </a:cubicBezTo>
                <a:cubicBezTo>
                  <a:pt x="9515" y="3064"/>
                  <a:pt x="9325" y="2844"/>
                  <a:pt x="9136" y="2655"/>
                </a:cubicBezTo>
                <a:cubicBezTo>
                  <a:pt x="9451" y="2182"/>
                  <a:pt x="9388" y="1710"/>
                  <a:pt x="9357" y="1143"/>
                </a:cubicBezTo>
                <a:cubicBezTo>
                  <a:pt x="9357" y="954"/>
                  <a:pt x="9168" y="828"/>
                  <a:pt x="8979" y="828"/>
                </a:cubicBezTo>
                <a:cubicBezTo>
                  <a:pt x="8790" y="828"/>
                  <a:pt x="8664" y="1017"/>
                  <a:pt x="8664" y="1237"/>
                </a:cubicBezTo>
                <a:cubicBezTo>
                  <a:pt x="8695" y="1647"/>
                  <a:pt x="8695" y="1930"/>
                  <a:pt x="8569" y="2214"/>
                </a:cubicBezTo>
                <a:cubicBezTo>
                  <a:pt x="8349" y="2056"/>
                  <a:pt x="8097" y="1899"/>
                  <a:pt x="7813" y="1773"/>
                </a:cubicBezTo>
                <a:cubicBezTo>
                  <a:pt x="7939" y="1237"/>
                  <a:pt x="7782" y="796"/>
                  <a:pt x="7561" y="292"/>
                </a:cubicBezTo>
                <a:cubicBezTo>
                  <a:pt x="7493" y="178"/>
                  <a:pt x="7375" y="97"/>
                  <a:pt x="7243" y="97"/>
                </a:cubicBezTo>
                <a:cubicBezTo>
                  <a:pt x="7193" y="97"/>
                  <a:pt x="7141" y="108"/>
                  <a:pt x="7089" y="134"/>
                </a:cubicBezTo>
                <a:cubicBezTo>
                  <a:pt x="6931" y="197"/>
                  <a:pt x="6837" y="386"/>
                  <a:pt x="6931" y="607"/>
                </a:cubicBezTo>
                <a:cubicBezTo>
                  <a:pt x="7089" y="954"/>
                  <a:pt x="7215" y="1237"/>
                  <a:pt x="7152" y="1552"/>
                </a:cubicBezTo>
                <a:cubicBezTo>
                  <a:pt x="6900" y="1458"/>
                  <a:pt x="6616" y="1426"/>
                  <a:pt x="6301" y="1395"/>
                </a:cubicBezTo>
                <a:cubicBezTo>
                  <a:pt x="6206" y="828"/>
                  <a:pt x="5891" y="481"/>
                  <a:pt x="5545" y="71"/>
                </a:cubicBezTo>
                <a:cubicBezTo>
                  <a:pt x="5482" y="24"/>
                  <a:pt x="5395" y="1"/>
                  <a:pt x="53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5" name="Google Shape;4215;p26"/>
          <p:cNvSpPr/>
          <p:nvPr/>
        </p:nvSpPr>
        <p:spPr>
          <a:xfrm>
            <a:off x="8468645" y="2939579"/>
            <a:ext cx="68292" cy="67274"/>
          </a:xfrm>
          <a:custGeom>
            <a:rect b="b" l="l" r="r" t="t"/>
            <a:pathLst>
              <a:path extrusionOk="0" h="2049" w="2080">
                <a:moveTo>
                  <a:pt x="1040" y="0"/>
                </a:moveTo>
                <a:cubicBezTo>
                  <a:pt x="441" y="0"/>
                  <a:pt x="0" y="473"/>
                  <a:pt x="0" y="1009"/>
                </a:cubicBezTo>
                <a:cubicBezTo>
                  <a:pt x="0" y="1607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09"/>
                </a:cubicBezTo>
                <a:cubicBezTo>
                  <a:pt x="2080" y="473"/>
                  <a:pt x="1607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6" name="Google Shape;4216;p26"/>
          <p:cNvSpPr/>
          <p:nvPr/>
        </p:nvSpPr>
        <p:spPr>
          <a:xfrm>
            <a:off x="8514148" y="3076124"/>
            <a:ext cx="22786" cy="23804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cubicBezTo>
                  <a:pt x="536" y="725"/>
                  <a:pt x="694" y="567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7" name="Google Shape;4217;p26"/>
          <p:cNvSpPr/>
          <p:nvPr/>
        </p:nvSpPr>
        <p:spPr>
          <a:xfrm>
            <a:off x="5390575" y="1318349"/>
            <a:ext cx="34179" cy="92095"/>
          </a:xfrm>
          <a:custGeom>
            <a:rect b="b" l="l" r="r" t="t"/>
            <a:pathLst>
              <a:path extrusionOk="0" h="2805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458"/>
                </a:lnTo>
                <a:cubicBezTo>
                  <a:pt x="410" y="2458"/>
                  <a:pt x="757" y="2584"/>
                  <a:pt x="1040" y="2804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8" name="Google Shape;4218;p26"/>
          <p:cNvSpPr/>
          <p:nvPr/>
        </p:nvSpPr>
        <p:spPr>
          <a:xfrm>
            <a:off x="5675023" y="1318349"/>
            <a:ext cx="34179" cy="91045"/>
          </a:xfrm>
          <a:custGeom>
            <a:rect b="b" l="l" r="r" t="t"/>
            <a:pathLst>
              <a:path extrusionOk="0" h="2773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773"/>
                </a:lnTo>
                <a:cubicBezTo>
                  <a:pt x="284" y="2584"/>
                  <a:pt x="694" y="2426"/>
                  <a:pt x="1040" y="2426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9" name="Google Shape;4219;p26"/>
          <p:cNvSpPr/>
          <p:nvPr/>
        </p:nvSpPr>
        <p:spPr>
          <a:xfrm>
            <a:off x="5504367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1954"/>
                </a:lnTo>
                <a:cubicBezTo>
                  <a:pt x="410" y="1985"/>
                  <a:pt x="756" y="2080"/>
                  <a:pt x="1040" y="2300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0" name="Google Shape;4220;p26"/>
          <p:cNvSpPr/>
          <p:nvPr/>
        </p:nvSpPr>
        <p:spPr>
          <a:xfrm>
            <a:off x="5561263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2300"/>
                </a:lnTo>
                <a:cubicBezTo>
                  <a:pt x="315" y="2111"/>
                  <a:pt x="693" y="1985"/>
                  <a:pt x="1040" y="1954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1" name="Google Shape;4221;p26"/>
          <p:cNvSpPr/>
          <p:nvPr/>
        </p:nvSpPr>
        <p:spPr>
          <a:xfrm>
            <a:off x="5447471" y="1295597"/>
            <a:ext cx="34179" cy="120003"/>
          </a:xfrm>
          <a:custGeom>
            <a:rect b="b" l="l" r="r" t="t"/>
            <a:pathLst>
              <a:path extrusionOk="0" h="3655" w="1041">
                <a:moveTo>
                  <a:pt x="536" y="0"/>
                </a:moveTo>
                <a:cubicBezTo>
                  <a:pt x="253" y="0"/>
                  <a:pt x="1" y="221"/>
                  <a:pt x="1" y="504"/>
                </a:cubicBezTo>
                <a:lnTo>
                  <a:pt x="1" y="3655"/>
                </a:lnTo>
                <a:cubicBezTo>
                  <a:pt x="1" y="3655"/>
                  <a:pt x="1" y="3623"/>
                  <a:pt x="64" y="3623"/>
                </a:cubicBezTo>
                <a:cubicBezTo>
                  <a:pt x="284" y="3371"/>
                  <a:pt x="631" y="3182"/>
                  <a:pt x="1040" y="3056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2" name="Google Shape;4222;p26"/>
          <p:cNvSpPr/>
          <p:nvPr/>
        </p:nvSpPr>
        <p:spPr>
          <a:xfrm>
            <a:off x="5618126" y="1296615"/>
            <a:ext cx="34179" cy="120036"/>
          </a:xfrm>
          <a:custGeom>
            <a:rect b="b" l="l" r="r" t="t"/>
            <a:pathLst>
              <a:path extrusionOk="0" h="3656" w="1041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lnTo>
                  <a:pt x="1" y="3088"/>
                </a:lnTo>
                <a:cubicBezTo>
                  <a:pt x="379" y="3151"/>
                  <a:pt x="726" y="3340"/>
                  <a:pt x="1041" y="3655"/>
                </a:cubicBezTo>
                <a:lnTo>
                  <a:pt x="1041" y="505"/>
                </a:lnTo>
                <a:cubicBezTo>
                  <a:pt x="1041" y="253"/>
                  <a:pt x="789" y="1"/>
                  <a:pt x="5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3" name="Google Shape;4223;p26"/>
          <p:cNvSpPr/>
          <p:nvPr/>
        </p:nvSpPr>
        <p:spPr>
          <a:xfrm>
            <a:off x="5445403" y="1418681"/>
            <a:ext cx="212065" cy="174833"/>
          </a:xfrm>
          <a:custGeom>
            <a:rect b="b" l="l" r="r" t="t"/>
            <a:pathLst>
              <a:path extrusionOk="0" h="5325" w="6459">
                <a:moveTo>
                  <a:pt x="1733" y="0"/>
                </a:moveTo>
                <a:cubicBezTo>
                  <a:pt x="1355" y="0"/>
                  <a:pt x="946" y="158"/>
                  <a:pt x="662" y="410"/>
                </a:cubicBezTo>
                <a:cubicBezTo>
                  <a:pt x="64" y="882"/>
                  <a:pt x="1" y="1639"/>
                  <a:pt x="347" y="2237"/>
                </a:cubicBezTo>
                <a:cubicBezTo>
                  <a:pt x="1324" y="2458"/>
                  <a:pt x="2048" y="3340"/>
                  <a:pt x="2174" y="4348"/>
                </a:cubicBezTo>
                <a:lnTo>
                  <a:pt x="3214" y="5325"/>
                </a:lnTo>
                <a:lnTo>
                  <a:pt x="4285" y="4348"/>
                </a:lnTo>
                <a:cubicBezTo>
                  <a:pt x="4380" y="3340"/>
                  <a:pt x="5073" y="2521"/>
                  <a:pt x="6113" y="2237"/>
                </a:cubicBezTo>
                <a:cubicBezTo>
                  <a:pt x="6459" y="1639"/>
                  <a:pt x="6333" y="882"/>
                  <a:pt x="5860" y="410"/>
                </a:cubicBezTo>
                <a:cubicBezTo>
                  <a:pt x="5577" y="158"/>
                  <a:pt x="5199" y="0"/>
                  <a:pt x="4789" y="0"/>
                </a:cubicBezTo>
                <a:cubicBezTo>
                  <a:pt x="4411" y="0"/>
                  <a:pt x="4002" y="158"/>
                  <a:pt x="3750" y="410"/>
                </a:cubicBezTo>
                <a:lnTo>
                  <a:pt x="3277" y="882"/>
                </a:lnTo>
                <a:lnTo>
                  <a:pt x="2805" y="410"/>
                </a:lnTo>
                <a:cubicBezTo>
                  <a:pt x="2521" y="158"/>
                  <a:pt x="2143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4" name="Google Shape;4224;p26"/>
          <p:cNvSpPr/>
          <p:nvPr/>
        </p:nvSpPr>
        <p:spPr>
          <a:xfrm>
            <a:off x="5560213" y="1419698"/>
            <a:ext cx="159336" cy="264827"/>
          </a:xfrm>
          <a:custGeom>
            <a:rect b="b" l="l" r="r" t="t"/>
            <a:pathLst>
              <a:path extrusionOk="0" h="8066" w="4853">
                <a:moveTo>
                  <a:pt x="4506" y="1"/>
                </a:moveTo>
                <a:cubicBezTo>
                  <a:pt x="3876" y="1"/>
                  <a:pt x="3403" y="505"/>
                  <a:pt x="3403" y="1198"/>
                </a:cubicBezTo>
                <a:lnTo>
                  <a:pt x="3403" y="2395"/>
                </a:lnTo>
                <a:cubicBezTo>
                  <a:pt x="3403" y="2584"/>
                  <a:pt x="3246" y="2742"/>
                  <a:pt x="3025" y="2742"/>
                </a:cubicBezTo>
                <a:cubicBezTo>
                  <a:pt x="2679" y="2742"/>
                  <a:pt x="2363" y="2868"/>
                  <a:pt x="2080" y="3025"/>
                </a:cubicBezTo>
                <a:cubicBezTo>
                  <a:pt x="1702" y="3372"/>
                  <a:pt x="1418" y="3939"/>
                  <a:pt x="1418" y="4474"/>
                </a:cubicBezTo>
                <a:lnTo>
                  <a:pt x="1418" y="5231"/>
                </a:lnTo>
                <a:cubicBezTo>
                  <a:pt x="1418" y="5420"/>
                  <a:pt x="1261" y="5577"/>
                  <a:pt x="1072" y="5577"/>
                </a:cubicBezTo>
                <a:cubicBezTo>
                  <a:pt x="883" y="5577"/>
                  <a:pt x="725" y="5420"/>
                  <a:pt x="725" y="5231"/>
                </a:cubicBezTo>
                <a:lnTo>
                  <a:pt x="1" y="5892"/>
                </a:lnTo>
                <a:lnTo>
                  <a:pt x="1" y="8066"/>
                </a:lnTo>
                <a:lnTo>
                  <a:pt x="3813" y="8066"/>
                </a:lnTo>
                <a:cubicBezTo>
                  <a:pt x="4033" y="8066"/>
                  <a:pt x="4191" y="7908"/>
                  <a:pt x="4191" y="7719"/>
                </a:cubicBezTo>
                <a:cubicBezTo>
                  <a:pt x="4191" y="7530"/>
                  <a:pt x="4033" y="7373"/>
                  <a:pt x="3813" y="7373"/>
                </a:cubicBezTo>
                <a:lnTo>
                  <a:pt x="3466" y="7373"/>
                </a:lnTo>
                <a:lnTo>
                  <a:pt x="3466" y="6270"/>
                </a:lnTo>
                <a:cubicBezTo>
                  <a:pt x="3466" y="6176"/>
                  <a:pt x="3498" y="6050"/>
                  <a:pt x="3592" y="6018"/>
                </a:cubicBezTo>
                <a:lnTo>
                  <a:pt x="4128" y="5420"/>
                </a:lnTo>
                <a:cubicBezTo>
                  <a:pt x="4600" y="4947"/>
                  <a:pt x="4852" y="4380"/>
                  <a:pt x="4852" y="3687"/>
                </a:cubicBezTo>
                <a:lnTo>
                  <a:pt x="4852" y="347"/>
                </a:ln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5" name="Google Shape;4225;p26"/>
          <p:cNvSpPr/>
          <p:nvPr/>
        </p:nvSpPr>
        <p:spPr>
          <a:xfrm>
            <a:off x="5377147" y="1421767"/>
            <a:ext cx="161372" cy="262758"/>
          </a:xfrm>
          <a:custGeom>
            <a:rect b="b" l="l" r="r" t="t"/>
            <a:pathLst>
              <a:path extrusionOk="0" h="8003" w="491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lnTo>
                  <a:pt x="0" y="3718"/>
                </a:lnTo>
                <a:cubicBezTo>
                  <a:pt x="0" y="4348"/>
                  <a:pt x="221" y="4979"/>
                  <a:pt x="693" y="5451"/>
                </a:cubicBezTo>
                <a:lnTo>
                  <a:pt x="1323" y="5955"/>
                </a:lnTo>
                <a:cubicBezTo>
                  <a:pt x="1418" y="6018"/>
                  <a:pt x="1449" y="6113"/>
                  <a:pt x="1449" y="6207"/>
                </a:cubicBezTo>
                <a:lnTo>
                  <a:pt x="1449" y="7310"/>
                </a:lnTo>
                <a:lnTo>
                  <a:pt x="1103" y="7310"/>
                </a:lnTo>
                <a:cubicBezTo>
                  <a:pt x="882" y="7310"/>
                  <a:pt x="725" y="7467"/>
                  <a:pt x="725" y="7656"/>
                </a:cubicBezTo>
                <a:cubicBezTo>
                  <a:pt x="725" y="7845"/>
                  <a:pt x="882" y="8003"/>
                  <a:pt x="1103" y="8003"/>
                </a:cubicBezTo>
                <a:lnTo>
                  <a:pt x="4915" y="8003"/>
                </a:lnTo>
                <a:lnTo>
                  <a:pt x="4915" y="5829"/>
                </a:lnTo>
                <a:lnTo>
                  <a:pt x="4190" y="5168"/>
                </a:lnTo>
                <a:cubicBezTo>
                  <a:pt x="4190" y="5357"/>
                  <a:pt x="4033" y="5514"/>
                  <a:pt x="3844" y="5514"/>
                </a:cubicBezTo>
                <a:cubicBezTo>
                  <a:pt x="3655" y="5514"/>
                  <a:pt x="3497" y="5357"/>
                  <a:pt x="3497" y="5168"/>
                </a:cubicBezTo>
                <a:lnTo>
                  <a:pt x="3497" y="4411"/>
                </a:lnTo>
                <a:cubicBezTo>
                  <a:pt x="3497" y="3876"/>
                  <a:pt x="3214" y="3372"/>
                  <a:pt x="2741" y="3057"/>
                </a:cubicBezTo>
                <a:cubicBezTo>
                  <a:pt x="2458" y="2899"/>
                  <a:pt x="2143" y="2773"/>
                  <a:pt x="1796" y="2773"/>
                </a:cubicBezTo>
                <a:cubicBezTo>
                  <a:pt x="1607" y="2773"/>
                  <a:pt x="1449" y="2616"/>
                  <a:pt x="1449" y="2427"/>
                </a:cubicBezTo>
                <a:lnTo>
                  <a:pt x="1449" y="1229"/>
                </a:lnTo>
                <a:cubicBezTo>
                  <a:pt x="1449" y="473"/>
                  <a:pt x="945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6" name="Google Shape;4226;p26"/>
          <p:cNvSpPr/>
          <p:nvPr/>
        </p:nvSpPr>
        <p:spPr>
          <a:xfrm>
            <a:off x="5354475" y="1800186"/>
            <a:ext cx="388934" cy="386636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7" name="Google Shape;4227;p26"/>
          <p:cNvSpPr/>
          <p:nvPr/>
        </p:nvSpPr>
        <p:spPr>
          <a:xfrm>
            <a:off x="5469205" y="2295695"/>
            <a:ext cx="158285" cy="67274"/>
          </a:xfrm>
          <a:custGeom>
            <a:rect b="b" l="l" r="r" t="t"/>
            <a:pathLst>
              <a:path extrusionOk="0" h="2049" w="4821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07"/>
                  <a:pt x="473" y="2048"/>
                  <a:pt x="1040" y="2048"/>
                </a:cubicBezTo>
                <a:lnTo>
                  <a:pt x="3781" y="2048"/>
                </a:lnTo>
                <a:cubicBezTo>
                  <a:pt x="4379" y="2048"/>
                  <a:pt x="4820" y="1575"/>
                  <a:pt x="4820" y="1040"/>
                </a:cubicBezTo>
                <a:cubicBezTo>
                  <a:pt x="4820" y="441"/>
                  <a:pt x="4348" y="0"/>
                  <a:pt x="37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8" name="Google Shape;4228;p26"/>
          <p:cNvSpPr/>
          <p:nvPr/>
        </p:nvSpPr>
        <p:spPr>
          <a:xfrm>
            <a:off x="5422650" y="2523575"/>
            <a:ext cx="251398" cy="160026"/>
          </a:xfrm>
          <a:custGeom>
            <a:rect b="b" l="l" r="r" t="t"/>
            <a:pathLst>
              <a:path extrusionOk="0" h="4874" w="7657">
                <a:moveTo>
                  <a:pt x="1733" y="715"/>
                </a:moveTo>
                <a:cubicBezTo>
                  <a:pt x="1954" y="715"/>
                  <a:pt x="2111" y="872"/>
                  <a:pt x="2111" y="1061"/>
                </a:cubicBezTo>
                <a:cubicBezTo>
                  <a:pt x="2111" y="1250"/>
                  <a:pt x="1954" y="1408"/>
                  <a:pt x="1733" y="1408"/>
                </a:cubicBezTo>
                <a:cubicBezTo>
                  <a:pt x="1544" y="1408"/>
                  <a:pt x="1387" y="1250"/>
                  <a:pt x="1387" y="1061"/>
                </a:cubicBezTo>
                <a:cubicBezTo>
                  <a:pt x="1418" y="872"/>
                  <a:pt x="1576" y="715"/>
                  <a:pt x="1733" y="715"/>
                </a:cubicBezTo>
                <a:close/>
                <a:moveTo>
                  <a:pt x="3151" y="1376"/>
                </a:moveTo>
                <a:cubicBezTo>
                  <a:pt x="3372" y="1376"/>
                  <a:pt x="3529" y="1534"/>
                  <a:pt x="3529" y="1723"/>
                </a:cubicBezTo>
                <a:cubicBezTo>
                  <a:pt x="3529" y="1912"/>
                  <a:pt x="3372" y="2070"/>
                  <a:pt x="3151" y="2070"/>
                </a:cubicBezTo>
                <a:cubicBezTo>
                  <a:pt x="2962" y="2070"/>
                  <a:pt x="2804" y="1912"/>
                  <a:pt x="2804" y="1723"/>
                </a:cubicBezTo>
                <a:cubicBezTo>
                  <a:pt x="2804" y="1534"/>
                  <a:pt x="2962" y="1376"/>
                  <a:pt x="3151" y="1376"/>
                </a:cubicBezTo>
                <a:close/>
                <a:moveTo>
                  <a:pt x="5199" y="2070"/>
                </a:moveTo>
                <a:cubicBezTo>
                  <a:pt x="5419" y="2070"/>
                  <a:pt x="5577" y="2227"/>
                  <a:pt x="5577" y="2448"/>
                </a:cubicBezTo>
                <a:cubicBezTo>
                  <a:pt x="5577" y="2637"/>
                  <a:pt x="5419" y="2794"/>
                  <a:pt x="5199" y="2794"/>
                </a:cubicBezTo>
                <a:cubicBezTo>
                  <a:pt x="5010" y="2794"/>
                  <a:pt x="4852" y="2637"/>
                  <a:pt x="4852" y="2448"/>
                </a:cubicBezTo>
                <a:cubicBezTo>
                  <a:pt x="4884" y="2227"/>
                  <a:pt x="5041" y="2070"/>
                  <a:pt x="5199" y="2070"/>
                </a:cubicBezTo>
                <a:close/>
                <a:moveTo>
                  <a:pt x="3151" y="2794"/>
                </a:moveTo>
                <a:cubicBezTo>
                  <a:pt x="3372" y="2794"/>
                  <a:pt x="3529" y="2952"/>
                  <a:pt x="3529" y="3141"/>
                </a:cubicBezTo>
                <a:cubicBezTo>
                  <a:pt x="3529" y="3330"/>
                  <a:pt x="3372" y="3487"/>
                  <a:pt x="3151" y="3487"/>
                </a:cubicBezTo>
                <a:cubicBezTo>
                  <a:pt x="2962" y="3487"/>
                  <a:pt x="2804" y="3330"/>
                  <a:pt x="2804" y="3141"/>
                </a:cubicBezTo>
                <a:cubicBezTo>
                  <a:pt x="2804" y="2952"/>
                  <a:pt x="2962" y="2794"/>
                  <a:pt x="3151" y="2794"/>
                </a:cubicBezTo>
                <a:close/>
                <a:moveTo>
                  <a:pt x="1748" y="1"/>
                </a:moveTo>
                <a:cubicBezTo>
                  <a:pt x="1181" y="1"/>
                  <a:pt x="615" y="166"/>
                  <a:pt x="63" y="494"/>
                </a:cubicBezTo>
                <a:cubicBezTo>
                  <a:pt x="63" y="715"/>
                  <a:pt x="0" y="872"/>
                  <a:pt x="0" y="1061"/>
                </a:cubicBezTo>
                <a:cubicBezTo>
                  <a:pt x="0" y="2196"/>
                  <a:pt x="536" y="3298"/>
                  <a:pt x="1418" y="4023"/>
                </a:cubicBezTo>
                <a:cubicBezTo>
                  <a:pt x="2111" y="4558"/>
                  <a:pt x="2962" y="4874"/>
                  <a:pt x="3844" y="4874"/>
                </a:cubicBezTo>
                <a:cubicBezTo>
                  <a:pt x="4096" y="4874"/>
                  <a:pt x="4380" y="4842"/>
                  <a:pt x="4663" y="4811"/>
                </a:cubicBezTo>
                <a:cubicBezTo>
                  <a:pt x="6144" y="4495"/>
                  <a:pt x="7341" y="3267"/>
                  <a:pt x="7625" y="1723"/>
                </a:cubicBezTo>
                <a:cubicBezTo>
                  <a:pt x="7656" y="1439"/>
                  <a:pt x="7656" y="1219"/>
                  <a:pt x="7656" y="935"/>
                </a:cubicBezTo>
                <a:lnTo>
                  <a:pt x="7656" y="935"/>
                </a:lnTo>
                <a:cubicBezTo>
                  <a:pt x="7033" y="1235"/>
                  <a:pt x="6444" y="1354"/>
                  <a:pt x="5904" y="1354"/>
                </a:cubicBezTo>
                <a:cubicBezTo>
                  <a:pt x="4969" y="1354"/>
                  <a:pt x="4183" y="1000"/>
                  <a:pt x="3624" y="620"/>
                </a:cubicBezTo>
                <a:cubicBezTo>
                  <a:pt x="3010" y="206"/>
                  <a:pt x="2378" y="1"/>
                  <a:pt x="17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9" name="Google Shape;4229;p26"/>
          <p:cNvSpPr/>
          <p:nvPr/>
        </p:nvSpPr>
        <p:spPr>
          <a:xfrm>
            <a:off x="5431974" y="2386702"/>
            <a:ext cx="238955" cy="160190"/>
          </a:xfrm>
          <a:custGeom>
            <a:rect b="b" l="l" r="r" t="t"/>
            <a:pathLst>
              <a:path extrusionOk="0" h="4879" w="7278">
                <a:moveTo>
                  <a:pt x="1827" y="1"/>
                </a:moveTo>
                <a:lnTo>
                  <a:pt x="1827" y="1639"/>
                </a:lnTo>
                <a:cubicBezTo>
                  <a:pt x="1827" y="1765"/>
                  <a:pt x="1733" y="1891"/>
                  <a:pt x="1607" y="1922"/>
                </a:cubicBezTo>
                <a:cubicBezTo>
                  <a:pt x="914" y="2363"/>
                  <a:pt x="315" y="3025"/>
                  <a:pt x="0" y="3813"/>
                </a:cubicBezTo>
                <a:cubicBezTo>
                  <a:pt x="492" y="3611"/>
                  <a:pt x="988" y="3505"/>
                  <a:pt x="1488" y="3505"/>
                </a:cubicBezTo>
                <a:cubicBezTo>
                  <a:pt x="2237" y="3505"/>
                  <a:pt x="2993" y="3743"/>
                  <a:pt x="3749" y="4254"/>
                </a:cubicBezTo>
                <a:cubicBezTo>
                  <a:pt x="4370" y="4673"/>
                  <a:pt x="5000" y="4878"/>
                  <a:pt x="5629" y="4878"/>
                </a:cubicBezTo>
                <a:cubicBezTo>
                  <a:pt x="6181" y="4878"/>
                  <a:pt x="6733" y="4721"/>
                  <a:pt x="7278" y="4411"/>
                </a:cubicBezTo>
                <a:cubicBezTo>
                  <a:pt x="7057" y="3372"/>
                  <a:pt x="6427" y="2427"/>
                  <a:pt x="5450" y="1922"/>
                </a:cubicBezTo>
                <a:cubicBezTo>
                  <a:pt x="5356" y="1859"/>
                  <a:pt x="5293" y="1765"/>
                  <a:pt x="5293" y="1639"/>
                </a:cubicBezTo>
                <a:lnTo>
                  <a:pt x="529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0" name="Google Shape;4230;p26"/>
          <p:cNvSpPr/>
          <p:nvPr/>
        </p:nvSpPr>
        <p:spPr>
          <a:xfrm>
            <a:off x="7965848" y="1295581"/>
            <a:ext cx="67241" cy="297955"/>
          </a:xfrm>
          <a:custGeom>
            <a:rect b="b" l="l" r="r" t="t"/>
            <a:pathLst>
              <a:path extrusionOk="0" h="9075" w="2048">
                <a:moveTo>
                  <a:pt x="1071" y="1"/>
                </a:moveTo>
                <a:cubicBezTo>
                  <a:pt x="882" y="1"/>
                  <a:pt x="725" y="158"/>
                  <a:pt x="725" y="347"/>
                </a:cubicBezTo>
                <a:lnTo>
                  <a:pt x="725" y="6554"/>
                </a:lnTo>
                <a:cubicBezTo>
                  <a:pt x="473" y="6900"/>
                  <a:pt x="0" y="7656"/>
                  <a:pt x="0" y="8034"/>
                </a:cubicBezTo>
                <a:cubicBezTo>
                  <a:pt x="0" y="8633"/>
                  <a:pt x="473" y="9074"/>
                  <a:pt x="1040" y="9074"/>
                </a:cubicBezTo>
                <a:cubicBezTo>
                  <a:pt x="1638" y="9074"/>
                  <a:pt x="2048" y="8602"/>
                  <a:pt x="2048" y="8034"/>
                </a:cubicBezTo>
                <a:cubicBezTo>
                  <a:pt x="2048" y="7656"/>
                  <a:pt x="1638" y="6900"/>
                  <a:pt x="1355" y="6554"/>
                </a:cubicBezTo>
                <a:lnTo>
                  <a:pt x="1355" y="347"/>
                </a:lnTo>
                <a:cubicBezTo>
                  <a:pt x="1386" y="158"/>
                  <a:pt x="1260" y="1"/>
                  <a:pt x="10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1" name="Google Shape;4231;p26"/>
          <p:cNvSpPr/>
          <p:nvPr/>
        </p:nvSpPr>
        <p:spPr>
          <a:xfrm>
            <a:off x="7809638" y="1480747"/>
            <a:ext cx="388967" cy="203791"/>
          </a:xfrm>
          <a:custGeom>
            <a:rect b="b" l="l" r="r" t="t"/>
            <a:pathLst>
              <a:path extrusionOk="0" h="6207" w="11847">
                <a:moveTo>
                  <a:pt x="3939" y="662"/>
                </a:moveTo>
                <a:cubicBezTo>
                  <a:pt x="3876" y="914"/>
                  <a:pt x="3750" y="1134"/>
                  <a:pt x="3624" y="1323"/>
                </a:cubicBezTo>
                <a:cubicBezTo>
                  <a:pt x="3624" y="1386"/>
                  <a:pt x="3593" y="1418"/>
                  <a:pt x="3593" y="1481"/>
                </a:cubicBezTo>
                <a:cubicBezTo>
                  <a:pt x="3277" y="1292"/>
                  <a:pt x="2836" y="1229"/>
                  <a:pt x="2490" y="1229"/>
                </a:cubicBezTo>
                <a:cubicBezTo>
                  <a:pt x="1986" y="1229"/>
                  <a:pt x="1293" y="1386"/>
                  <a:pt x="1041" y="1859"/>
                </a:cubicBezTo>
                <a:cubicBezTo>
                  <a:pt x="915" y="2048"/>
                  <a:pt x="757" y="2111"/>
                  <a:pt x="568" y="2111"/>
                </a:cubicBezTo>
                <a:lnTo>
                  <a:pt x="568" y="1008"/>
                </a:lnTo>
                <a:cubicBezTo>
                  <a:pt x="568" y="819"/>
                  <a:pt x="726" y="662"/>
                  <a:pt x="915" y="662"/>
                </a:cubicBezTo>
                <a:close/>
                <a:moveTo>
                  <a:pt x="10681" y="662"/>
                </a:moveTo>
                <a:cubicBezTo>
                  <a:pt x="10870" y="662"/>
                  <a:pt x="11028" y="819"/>
                  <a:pt x="11028" y="1008"/>
                </a:cubicBezTo>
                <a:lnTo>
                  <a:pt x="11028" y="2111"/>
                </a:lnTo>
                <a:cubicBezTo>
                  <a:pt x="10870" y="2111"/>
                  <a:pt x="10681" y="2048"/>
                  <a:pt x="10555" y="1859"/>
                </a:cubicBezTo>
                <a:cubicBezTo>
                  <a:pt x="10335" y="1449"/>
                  <a:pt x="9894" y="1229"/>
                  <a:pt x="9452" y="1229"/>
                </a:cubicBezTo>
                <a:cubicBezTo>
                  <a:pt x="9011" y="1229"/>
                  <a:pt x="8602" y="1449"/>
                  <a:pt x="8350" y="1859"/>
                </a:cubicBezTo>
                <a:cubicBezTo>
                  <a:pt x="8318" y="1922"/>
                  <a:pt x="8224" y="2016"/>
                  <a:pt x="8192" y="2048"/>
                </a:cubicBezTo>
                <a:cubicBezTo>
                  <a:pt x="8161" y="1733"/>
                  <a:pt x="8003" y="1292"/>
                  <a:pt x="7657" y="662"/>
                </a:cubicBezTo>
                <a:close/>
                <a:moveTo>
                  <a:pt x="2332" y="2741"/>
                </a:moveTo>
                <a:cubicBezTo>
                  <a:pt x="2521" y="2741"/>
                  <a:pt x="2679" y="2899"/>
                  <a:pt x="2679" y="3119"/>
                </a:cubicBezTo>
                <a:cubicBezTo>
                  <a:pt x="2679" y="3308"/>
                  <a:pt x="2521" y="3466"/>
                  <a:pt x="2332" y="3466"/>
                </a:cubicBezTo>
                <a:cubicBezTo>
                  <a:pt x="2143" y="3466"/>
                  <a:pt x="1986" y="3308"/>
                  <a:pt x="1986" y="3119"/>
                </a:cubicBezTo>
                <a:cubicBezTo>
                  <a:pt x="1986" y="2899"/>
                  <a:pt x="2143" y="2741"/>
                  <a:pt x="2332" y="2741"/>
                </a:cubicBezTo>
                <a:close/>
                <a:moveTo>
                  <a:pt x="9295" y="2741"/>
                </a:moveTo>
                <a:cubicBezTo>
                  <a:pt x="9484" y="2741"/>
                  <a:pt x="9641" y="2899"/>
                  <a:pt x="9641" y="3119"/>
                </a:cubicBezTo>
                <a:cubicBezTo>
                  <a:pt x="9641" y="3308"/>
                  <a:pt x="9484" y="3466"/>
                  <a:pt x="9295" y="3466"/>
                </a:cubicBezTo>
                <a:cubicBezTo>
                  <a:pt x="9106" y="3466"/>
                  <a:pt x="8948" y="3308"/>
                  <a:pt x="8948" y="3119"/>
                </a:cubicBezTo>
                <a:cubicBezTo>
                  <a:pt x="8948" y="2899"/>
                  <a:pt x="9106" y="2741"/>
                  <a:pt x="9295" y="2741"/>
                </a:cubicBezTo>
                <a:close/>
                <a:moveTo>
                  <a:pt x="1608" y="4127"/>
                </a:moveTo>
                <a:cubicBezTo>
                  <a:pt x="1828" y="4127"/>
                  <a:pt x="1986" y="4285"/>
                  <a:pt x="1986" y="4474"/>
                </a:cubicBezTo>
                <a:cubicBezTo>
                  <a:pt x="1986" y="4694"/>
                  <a:pt x="1828" y="4852"/>
                  <a:pt x="1608" y="4852"/>
                </a:cubicBezTo>
                <a:cubicBezTo>
                  <a:pt x="1419" y="4852"/>
                  <a:pt x="1261" y="4694"/>
                  <a:pt x="1261" y="4474"/>
                </a:cubicBezTo>
                <a:cubicBezTo>
                  <a:pt x="1261" y="4285"/>
                  <a:pt x="1419" y="4127"/>
                  <a:pt x="1608" y="4127"/>
                </a:cubicBezTo>
                <a:close/>
                <a:moveTo>
                  <a:pt x="3025" y="4127"/>
                </a:moveTo>
                <a:cubicBezTo>
                  <a:pt x="3246" y="4127"/>
                  <a:pt x="3404" y="4285"/>
                  <a:pt x="3404" y="4474"/>
                </a:cubicBezTo>
                <a:cubicBezTo>
                  <a:pt x="3404" y="4694"/>
                  <a:pt x="3183" y="4852"/>
                  <a:pt x="3025" y="4852"/>
                </a:cubicBezTo>
                <a:cubicBezTo>
                  <a:pt x="2836" y="4852"/>
                  <a:pt x="2679" y="4694"/>
                  <a:pt x="2679" y="4474"/>
                </a:cubicBezTo>
                <a:cubicBezTo>
                  <a:pt x="2679" y="4285"/>
                  <a:pt x="2836" y="4127"/>
                  <a:pt x="3025" y="4127"/>
                </a:cubicBezTo>
                <a:close/>
                <a:moveTo>
                  <a:pt x="8602" y="4127"/>
                </a:moveTo>
                <a:cubicBezTo>
                  <a:pt x="8791" y="4127"/>
                  <a:pt x="8948" y="4285"/>
                  <a:pt x="8948" y="4474"/>
                </a:cubicBezTo>
                <a:cubicBezTo>
                  <a:pt x="8948" y="4694"/>
                  <a:pt x="8791" y="4852"/>
                  <a:pt x="8602" y="4852"/>
                </a:cubicBezTo>
                <a:cubicBezTo>
                  <a:pt x="8381" y="4852"/>
                  <a:pt x="8224" y="4694"/>
                  <a:pt x="8224" y="4474"/>
                </a:cubicBezTo>
                <a:cubicBezTo>
                  <a:pt x="8224" y="4285"/>
                  <a:pt x="8381" y="4127"/>
                  <a:pt x="8602" y="4127"/>
                </a:cubicBezTo>
                <a:close/>
                <a:moveTo>
                  <a:pt x="9957" y="4127"/>
                </a:moveTo>
                <a:cubicBezTo>
                  <a:pt x="10177" y="4127"/>
                  <a:pt x="10335" y="4285"/>
                  <a:pt x="10335" y="4474"/>
                </a:cubicBezTo>
                <a:cubicBezTo>
                  <a:pt x="10335" y="4694"/>
                  <a:pt x="10177" y="4852"/>
                  <a:pt x="9957" y="4852"/>
                </a:cubicBezTo>
                <a:cubicBezTo>
                  <a:pt x="9768" y="4852"/>
                  <a:pt x="9610" y="4694"/>
                  <a:pt x="9610" y="4474"/>
                </a:cubicBezTo>
                <a:cubicBezTo>
                  <a:pt x="9610" y="4285"/>
                  <a:pt x="9768" y="4127"/>
                  <a:pt x="9957" y="4127"/>
                </a:cubicBezTo>
                <a:close/>
                <a:moveTo>
                  <a:pt x="1041" y="0"/>
                </a:moveTo>
                <a:cubicBezTo>
                  <a:pt x="442" y="0"/>
                  <a:pt x="1" y="473"/>
                  <a:pt x="1" y="1008"/>
                </a:cubicBezTo>
                <a:lnTo>
                  <a:pt x="1" y="5860"/>
                </a:lnTo>
                <a:cubicBezTo>
                  <a:pt x="1" y="6049"/>
                  <a:pt x="159" y="6207"/>
                  <a:pt x="348" y="6207"/>
                </a:cubicBezTo>
                <a:lnTo>
                  <a:pt x="11500" y="6207"/>
                </a:lnTo>
                <a:cubicBezTo>
                  <a:pt x="11689" y="6207"/>
                  <a:pt x="11847" y="6049"/>
                  <a:pt x="11847" y="5860"/>
                </a:cubicBezTo>
                <a:lnTo>
                  <a:pt x="11847" y="1008"/>
                </a:lnTo>
                <a:cubicBezTo>
                  <a:pt x="11752" y="441"/>
                  <a:pt x="11280" y="0"/>
                  <a:pt x="10713" y="0"/>
                </a:cubicBezTo>
                <a:lnTo>
                  <a:pt x="7058" y="0"/>
                </a:lnTo>
                <a:cubicBezTo>
                  <a:pt x="6775" y="0"/>
                  <a:pt x="6617" y="315"/>
                  <a:pt x="6775" y="536"/>
                </a:cubicBezTo>
                <a:cubicBezTo>
                  <a:pt x="7342" y="1323"/>
                  <a:pt x="7594" y="1953"/>
                  <a:pt x="7594" y="2426"/>
                </a:cubicBezTo>
                <a:cubicBezTo>
                  <a:pt x="7594" y="2899"/>
                  <a:pt x="7405" y="3371"/>
                  <a:pt x="7027" y="3749"/>
                </a:cubicBezTo>
                <a:cubicBezTo>
                  <a:pt x="6686" y="4033"/>
                  <a:pt x="6243" y="4163"/>
                  <a:pt x="5813" y="4163"/>
                </a:cubicBezTo>
                <a:cubicBezTo>
                  <a:pt x="5766" y="4163"/>
                  <a:pt x="5719" y="4162"/>
                  <a:pt x="5672" y="4159"/>
                </a:cubicBezTo>
                <a:cubicBezTo>
                  <a:pt x="5168" y="4127"/>
                  <a:pt x="4695" y="3812"/>
                  <a:pt x="4443" y="3340"/>
                </a:cubicBezTo>
                <a:cubicBezTo>
                  <a:pt x="4128" y="2835"/>
                  <a:pt x="4097" y="2205"/>
                  <a:pt x="4349" y="1638"/>
                </a:cubicBezTo>
                <a:cubicBezTo>
                  <a:pt x="4506" y="1323"/>
                  <a:pt x="4695" y="945"/>
                  <a:pt x="4979" y="536"/>
                </a:cubicBezTo>
                <a:cubicBezTo>
                  <a:pt x="5136" y="315"/>
                  <a:pt x="4979" y="0"/>
                  <a:pt x="46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2" name="Google Shape;4232;p26"/>
          <p:cNvSpPr/>
          <p:nvPr/>
        </p:nvSpPr>
        <p:spPr>
          <a:xfrm>
            <a:off x="7810163" y="1959915"/>
            <a:ext cx="388967" cy="227595"/>
          </a:xfrm>
          <a:custGeom>
            <a:rect b="b" l="l" r="r" t="t"/>
            <a:pathLst>
              <a:path extrusionOk="0" h="6932" w="11847">
                <a:moveTo>
                  <a:pt x="7656" y="3466"/>
                </a:moveTo>
                <a:lnTo>
                  <a:pt x="7656" y="4852"/>
                </a:lnTo>
                <a:lnTo>
                  <a:pt x="6963" y="4852"/>
                </a:lnTo>
                <a:lnTo>
                  <a:pt x="6963" y="3466"/>
                </a:lnTo>
                <a:close/>
                <a:moveTo>
                  <a:pt x="9074" y="3466"/>
                </a:moveTo>
                <a:lnTo>
                  <a:pt x="9074" y="4852"/>
                </a:lnTo>
                <a:lnTo>
                  <a:pt x="8381" y="4852"/>
                </a:lnTo>
                <a:lnTo>
                  <a:pt x="8381" y="3466"/>
                </a:lnTo>
                <a:close/>
                <a:moveTo>
                  <a:pt x="10460" y="3435"/>
                </a:moveTo>
                <a:lnTo>
                  <a:pt x="10460" y="4852"/>
                </a:lnTo>
                <a:lnTo>
                  <a:pt x="9735" y="4852"/>
                </a:lnTo>
                <a:lnTo>
                  <a:pt x="9735" y="3466"/>
                </a:lnTo>
                <a:lnTo>
                  <a:pt x="10114" y="3466"/>
                </a:lnTo>
                <a:cubicBezTo>
                  <a:pt x="10208" y="3466"/>
                  <a:pt x="10334" y="3466"/>
                  <a:pt x="10460" y="3435"/>
                </a:cubicBezTo>
                <a:close/>
                <a:moveTo>
                  <a:pt x="10114" y="1"/>
                </a:moveTo>
                <a:cubicBezTo>
                  <a:pt x="9515" y="1"/>
                  <a:pt x="9042" y="442"/>
                  <a:pt x="8633" y="788"/>
                </a:cubicBezTo>
                <a:cubicBezTo>
                  <a:pt x="8318" y="1103"/>
                  <a:pt x="8034" y="1387"/>
                  <a:pt x="7656" y="1387"/>
                </a:cubicBezTo>
                <a:cubicBezTo>
                  <a:pt x="7404" y="1387"/>
                  <a:pt x="7121" y="1229"/>
                  <a:pt x="7026" y="946"/>
                </a:cubicBezTo>
                <a:cubicBezTo>
                  <a:pt x="6974" y="815"/>
                  <a:pt x="6855" y="749"/>
                  <a:pt x="6708" y="749"/>
                </a:cubicBezTo>
                <a:cubicBezTo>
                  <a:pt x="6679" y="749"/>
                  <a:pt x="6648" y="752"/>
                  <a:pt x="6617" y="757"/>
                </a:cubicBezTo>
                <a:cubicBezTo>
                  <a:pt x="6018" y="914"/>
                  <a:pt x="5577" y="1481"/>
                  <a:pt x="5577" y="2080"/>
                </a:cubicBezTo>
                <a:cubicBezTo>
                  <a:pt x="5577" y="2616"/>
                  <a:pt x="5860" y="3025"/>
                  <a:pt x="6301" y="3277"/>
                </a:cubicBezTo>
                <a:lnTo>
                  <a:pt x="6301" y="4758"/>
                </a:lnTo>
                <a:cubicBezTo>
                  <a:pt x="6238" y="4758"/>
                  <a:pt x="6207" y="4726"/>
                  <a:pt x="6144" y="4726"/>
                </a:cubicBezTo>
                <a:lnTo>
                  <a:pt x="4443" y="3813"/>
                </a:lnTo>
                <a:cubicBezTo>
                  <a:pt x="4002" y="3592"/>
                  <a:pt x="3498" y="3466"/>
                  <a:pt x="2993" y="3466"/>
                </a:cubicBezTo>
                <a:lnTo>
                  <a:pt x="347" y="3466"/>
                </a:lnTo>
                <a:cubicBezTo>
                  <a:pt x="158" y="3466"/>
                  <a:pt x="0" y="3624"/>
                  <a:pt x="0" y="3813"/>
                </a:cubicBezTo>
                <a:lnTo>
                  <a:pt x="0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2993" y="5546"/>
                </a:lnTo>
                <a:cubicBezTo>
                  <a:pt x="3371" y="5546"/>
                  <a:pt x="3781" y="5672"/>
                  <a:pt x="4128" y="5829"/>
                </a:cubicBezTo>
                <a:lnTo>
                  <a:pt x="5829" y="6743"/>
                </a:lnTo>
                <a:cubicBezTo>
                  <a:pt x="6049" y="6869"/>
                  <a:pt x="6364" y="6932"/>
                  <a:pt x="6648" y="6932"/>
                </a:cubicBezTo>
                <a:lnTo>
                  <a:pt x="10807" y="6932"/>
                </a:lnTo>
                <a:cubicBezTo>
                  <a:pt x="11405" y="6932"/>
                  <a:pt x="11846" y="6459"/>
                  <a:pt x="11846" y="5924"/>
                </a:cubicBezTo>
                <a:cubicBezTo>
                  <a:pt x="11846" y="5483"/>
                  <a:pt x="11563" y="5073"/>
                  <a:pt x="11122" y="4915"/>
                </a:cubicBezTo>
                <a:lnTo>
                  <a:pt x="11122" y="3120"/>
                </a:lnTo>
                <a:cubicBezTo>
                  <a:pt x="11563" y="2805"/>
                  <a:pt x="11846" y="2301"/>
                  <a:pt x="11846" y="1733"/>
                </a:cubicBezTo>
                <a:cubicBezTo>
                  <a:pt x="11846" y="788"/>
                  <a:pt x="11059" y="1"/>
                  <a:pt x="1011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3" name="Google Shape;4233;p26"/>
          <p:cNvSpPr/>
          <p:nvPr/>
        </p:nvSpPr>
        <p:spPr>
          <a:xfrm>
            <a:off x="7809113" y="1799602"/>
            <a:ext cx="390017" cy="160354"/>
          </a:xfrm>
          <a:custGeom>
            <a:rect b="b" l="l" r="r" t="t"/>
            <a:pathLst>
              <a:path extrusionOk="0" h="4884" w="11879">
                <a:moveTo>
                  <a:pt x="10839" y="1702"/>
                </a:moveTo>
                <a:cubicBezTo>
                  <a:pt x="11028" y="1702"/>
                  <a:pt x="11185" y="1859"/>
                  <a:pt x="11185" y="2048"/>
                </a:cubicBezTo>
                <a:cubicBezTo>
                  <a:pt x="11154" y="2269"/>
                  <a:pt x="10996" y="2426"/>
                  <a:pt x="10839" y="2426"/>
                </a:cubicBezTo>
                <a:lnTo>
                  <a:pt x="10492" y="2426"/>
                </a:lnTo>
                <a:lnTo>
                  <a:pt x="10492" y="1702"/>
                </a:lnTo>
                <a:close/>
                <a:moveTo>
                  <a:pt x="726" y="725"/>
                </a:moveTo>
                <a:lnTo>
                  <a:pt x="1419" y="757"/>
                </a:lnTo>
                <a:lnTo>
                  <a:pt x="1419" y="4002"/>
                </a:lnTo>
                <a:lnTo>
                  <a:pt x="726" y="4096"/>
                </a:lnTo>
                <a:lnTo>
                  <a:pt x="726" y="725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4537"/>
                </a:lnTo>
                <a:cubicBezTo>
                  <a:pt x="1" y="4726"/>
                  <a:pt x="221" y="4884"/>
                  <a:pt x="411" y="4884"/>
                </a:cubicBezTo>
                <a:lnTo>
                  <a:pt x="9578" y="3592"/>
                </a:lnTo>
                <a:cubicBezTo>
                  <a:pt x="9862" y="3561"/>
                  <a:pt x="10083" y="3403"/>
                  <a:pt x="10240" y="3151"/>
                </a:cubicBezTo>
                <a:lnTo>
                  <a:pt x="10807" y="3151"/>
                </a:lnTo>
                <a:cubicBezTo>
                  <a:pt x="11406" y="3151"/>
                  <a:pt x="11815" y="2678"/>
                  <a:pt x="11815" y="2143"/>
                </a:cubicBezTo>
                <a:cubicBezTo>
                  <a:pt x="11878" y="1513"/>
                  <a:pt x="11406" y="1040"/>
                  <a:pt x="10839" y="1040"/>
                </a:cubicBezTo>
                <a:lnTo>
                  <a:pt x="10240" y="1040"/>
                </a:lnTo>
                <a:cubicBezTo>
                  <a:pt x="10083" y="788"/>
                  <a:pt x="9831" y="694"/>
                  <a:pt x="9515" y="631"/>
                </a:cubicBezTo>
                <a:lnTo>
                  <a:pt x="3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4" name="Google Shape;4234;p26"/>
          <p:cNvSpPr/>
          <p:nvPr/>
        </p:nvSpPr>
        <p:spPr>
          <a:xfrm>
            <a:off x="7845365" y="2295107"/>
            <a:ext cx="318607" cy="388967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5" name="Google Shape;4235;p26"/>
          <p:cNvSpPr/>
          <p:nvPr/>
        </p:nvSpPr>
        <p:spPr>
          <a:xfrm>
            <a:off x="6496400" y="2987153"/>
            <a:ext cx="68324" cy="67274"/>
          </a:xfrm>
          <a:custGeom>
            <a:rect b="b" l="l" r="r" t="t"/>
            <a:pathLst>
              <a:path extrusionOk="0" h="2049" w="2081">
                <a:moveTo>
                  <a:pt x="1041" y="1"/>
                </a:moveTo>
                <a:cubicBezTo>
                  <a:pt x="505" y="1"/>
                  <a:pt x="32" y="473"/>
                  <a:pt x="32" y="1040"/>
                </a:cubicBezTo>
                <a:cubicBezTo>
                  <a:pt x="1" y="1576"/>
                  <a:pt x="473" y="2049"/>
                  <a:pt x="1041" y="2049"/>
                </a:cubicBezTo>
                <a:cubicBezTo>
                  <a:pt x="1639" y="2049"/>
                  <a:pt x="2080" y="1576"/>
                  <a:pt x="2080" y="1040"/>
                </a:cubicBezTo>
                <a:cubicBezTo>
                  <a:pt x="2080" y="442"/>
                  <a:pt x="1608" y="1"/>
                  <a:pt x="10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6" name="Google Shape;4236;p26"/>
          <p:cNvSpPr/>
          <p:nvPr/>
        </p:nvSpPr>
        <p:spPr>
          <a:xfrm>
            <a:off x="6344360" y="2824771"/>
            <a:ext cx="380693" cy="388967"/>
          </a:xfrm>
          <a:custGeom>
            <a:rect b="b" l="l" r="r" t="t"/>
            <a:pathLst>
              <a:path extrusionOk="0" h="11847" w="11595">
                <a:moveTo>
                  <a:pt x="5672" y="757"/>
                </a:moveTo>
                <a:cubicBezTo>
                  <a:pt x="6144" y="757"/>
                  <a:pt x="6680" y="1544"/>
                  <a:pt x="7026" y="2710"/>
                </a:cubicBezTo>
                <a:cubicBezTo>
                  <a:pt x="6585" y="2867"/>
                  <a:pt x="6176" y="3025"/>
                  <a:pt x="5672" y="3214"/>
                </a:cubicBezTo>
                <a:cubicBezTo>
                  <a:pt x="5262" y="3025"/>
                  <a:pt x="4789" y="2836"/>
                  <a:pt x="4348" y="2710"/>
                </a:cubicBezTo>
                <a:cubicBezTo>
                  <a:pt x="4695" y="1481"/>
                  <a:pt x="5199" y="757"/>
                  <a:pt x="5672" y="757"/>
                </a:cubicBezTo>
                <a:close/>
                <a:moveTo>
                  <a:pt x="4191" y="3372"/>
                </a:moveTo>
                <a:cubicBezTo>
                  <a:pt x="4411" y="3466"/>
                  <a:pt x="4632" y="3529"/>
                  <a:pt x="4852" y="3624"/>
                </a:cubicBezTo>
                <a:cubicBezTo>
                  <a:pt x="4159" y="3970"/>
                  <a:pt x="4726" y="3655"/>
                  <a:pt x="4065" y="4096"/>
                </a:cubicBezTo>
                <a:lnTo>
                  <a:pt x="4191" y="3372"/>
                </a:lnTo>
                <a:close/>
                <a:moveTo>
                  <a:pt x="7184" y="3372"/>
                </a:moveTo>
                <a:lnTo>
                  <a:pt x="7310" y="4096"/>
                </a:lnTo>
                <a:cubicBezTo>
                  <a:pt x="6585" y="3655"/>
                  <a:pt x="7184" y="4002"/>
                  <a:pt x="6522" y="3624"/>
                </a:cubicBezTo>
                <a:cubicBezTo>
                  <a:pt x="6743" y="3529"/>
                  <a:pt x="6995" y="3466"/>
                  <a:pt x="7184" y="3372"/>
                </a:cubicBezTo>
                <a:close/>
                <a:moveTo>
                  <a:pt x="9191" y="3001"/>
                </a:moveTo>
                <a:cubicBezTo>
                  <a:pt x="9631" y="3001"/>
                  <a:pt x="10026" y="3084"/>
                  <a:pt x="10177" y="3340"/>
                </a:cubicBezTo>
                <a:cubicBezTo>
                  <a:pt x="10208" y="3435"/>
                  <a:pt x="10240" y="3529"/>
                  <a:pt x="10208" y="3655"/>
                </a:cubicBezTo>
                <a:cubicBezTo>
                  <a:pt x="9925" y="3687"/>
                  <a:pt x="9673" y="3907"/>
                  <a:pt x="9515" y="4159"/>
                </a:cubicBezTo>
                <a:cubicBezTo>
                  <a:pt x="9358" y="4474"/>
                  <a:pt x="9295" y="4852"/>
                  <a:pt x="9452" y="5104"/>
                </a:cubicBezTo>
                <a:cubicBezTo>
                  <a:pt x="9358" y="5230"/>
                  <a:pt x="9263" y="5356"/>
                  <a:pt x="9137" y="5482"/>
                </a:cubicBezTo>
                <a:cubicBezTo>
                  <a:pt x="8791" y="5167"/>
                  <a:pt x="8444" y="4884"/>
                  <a:pt x="8034" y="4600"/>
                </a:cubicBezTo>
                <a:cubicBezTo>
                  <a:pt x="8003" y="4128"/>
                  <a:pt x="7940" y="3655"/>
                  <a:pt x="7845" y="3183"/>
                </a:cubicBezTo>
                <a:cubicBezTo>
                  <a:pt x="8174" y="3100"/>
                  <a:pt x="8710" y="3001"/>
                  <a:pt x="9191" y="3001"/>
                </a:cubicBezTo>
                <a:close/>
                <a:moveTo>
                  <a:pt x="2994" y="3119"/>
                </a:moveTo>
                <a:cubicBezTo>
                  <a:pt x="3151" y="3151"/>
                  <a:pt x="3309" y="3151"/>
                  <a:pt x="3466" y="3214"/>
                </a:cubicBezTo>
                <a:cubicBezTo>
                  <a:pt x="3403" y="3655"/>
                  <a:pt x="3309" y="4128"/>
                  <a:pt x="3277" y="4632"/>
                </a:cubicBezTo>
                <a:cubicBezTo>
                  <a:pt x="2899" y="4915"/>
                  <a:pt x="2490" y="5230"/>
                  <a:pt x="2174" y="5514"/>
                </a:cubicBezTo>
                <a:cubicBezTo>
                  <a:pt x="1733" y="5010"/>
                  <a:pt x="851" y="3939"/>
                  <a:pt x="1166" y="3340"/>
                </a:cubicBezTo>
                <a:cubicBezTo>
                  <a:pt x="1198" y="3277"/>
                  <a:pt x="1261" y="3183"/>
                  <a:pt x="1387" y="3151"/>
                </a:cubicBezTo>
                <a:cubicBezTo>
                  <a:pt x="1576" y="3372"/>
                  <a:pt x="1859" y="3529"/>
                  <a:pt x="2174" y="3529"/>
                </a:cubicBezTo>
                <a:cubicBezTo>
                  <a:pt x="2521" y="3529"/>
                  <a:pt x="2836" y="3372"/>
                  <a:pt x="2994" y="3119"/>
                </a:cubicBezTo>
                <a:close/>
                <a:moveTo>
                  <a:pt x="3277" y="5482"/>
                </a:moveTo>
                <a:lnTo>
                  <a:pt x="3277" y="5482"/>
                </a:lnTo>
                <a:cubicBezTo>
                  <a:pt x="3246" y="6144"/>
                  <a:pt x="3246" y="5986"/>
                  <a:pt x="3277" y="6428"/>
                </a:cubicBezTo>
                <a:cubicBezTo>
                  <a:pt x="3088" y="6270"/>
                  <a:pt x="2899" y="6112"/>
                  <a:pt x="2742" y="5955"/>
                </a:cubicBezTo>
                <a:cubicBezTo>
                  <a:pt x="2899" y="5797"/>
                  <a:pt x="3088" y="5640"/>
                  <a:pt x="3277" y="5482"/>
                </a:cubicBezTo>
                <a:close/>
                <a:moveTo>
                  <a:pt x="8097" y="5514"/>
                </a:moveTo>
                <a:cubicBezTo>
                  <a:pt x="8286" y="5671"/>
                  <a:pt x="8475" y="5829"/>
                  <a:pt x="8633" y="5986"/>
                </a:cubicBezTo>
                <a:cubicBezTo>
                  <a:pt x="8475" y="6144"/>
                  <a:pt x="8286" y="6301"/>
                  <a:pt x="8097" y="6459"/>
                </a:cubicBezTo>
                <a:lnTo>
                  <a:pt x="8097" y="5514"/>
                </a:lnTo>
                <a:close/>
                <a:moveTo>
                  <a:pt x="5703" y="4002"/>
                </a:moveTo>
                <a:cubicBezTo>
                  <a:pt x="6333" y="4317"/>
                  <a:pt x="6743" y="4569"/>
                  <a:pt x="7373" y="5010"/>
                </a:cubicBezTo>
                <a:cubicBezTo>
                  <a:pt x="7436" y="5671"/>
                  <a:pt x="7436" y="6238"/>
                  <a:pt x="7373" y="6963"/>
                </a:cubicBezTo>
                <a:cubicBezTo>
                  <a:pt x="6837" y="7310"/>
                  <a:pt x="6333" y="7625"/>
                  <a:pt x="5703" y="7940"/>
                </a:cubicBezTo>
                <a:cubicBezTo>
                  <a:pt x="5073" y="7625"/>
                  <a:pt x="4537" y="7373"/>
                  <a:pt x="4002" y="6963"/>
                </a:cubicBezTo>
                <a:cubicBezTo>
                  <a:pt x="3907" y="6270"/>
                  <a:pt x="3907" y="5671"/>
                  <a:pt x="4002" y="5010"/>
                </a:cubicBezTo>
                <a:cubicBezTo>
                  <a:pt x="4600" y="4600"/>
                  <a:pt x="5041" y="4317"/>
                  <a:pt x="5703" y="4002"/>
                </a:cubicBezTo>
                <a:close/>
                <a:moveTo>
                  <a:pt x="4065" y="7845"/>
                </a:moveTo>
                <a:cubicBezTo>
                  <a:pt x="4506" y="8097"/>
                  <a:pt x="4254" y="8003"/>
                  <a:pt x="4852" y="8318"/>
                </a:cubicBezTo>
                <a:cubicBezTo>
                  <a:pt x="4632" y="8381"/>
                  <a:pt x="4380" y="8507"/>
                  <a:pt x="4191" y="8538"/>
                </a:cubicBezTo>
                <a:lnTo>
                  <a:pt x="4065" y="7845"/>
                </a:lnTo>
                <a:close/>
                <a:moveTo>
                  <a:pt x="7278" y="7845"/>
                </a:moveTo>
                <a:cubicBezTo>
                  <a:pt x="7247" y="8066"/>
                  <a:pt x="7215" y="8318"/>
                  <a:pt x="7152" y="8538"/>
                </a:cubicBezTo>
                <a:cubicBezTo>
                  <a:pt x="6900" y="8475"/>
                  <a:pt x="6711" y="8381"/>
                  <a:pt x="6491" y="8318"/>
                </a:cubicBezTo>
                <a:cubicBezTo>
                  <a:pt x="6837" y="8097"/>
                  <a:pt x="6869" y="8097"/>
                  <a:pt x="7278" y="7845"/>
                </a:cubicBezTo>
                <a:close/>
                <a:moveTo>
                  <a:pt x="2237" y="6459"/>
                </a:moveTo>
                <a:cubicBezTo>
                  <a:pt x="2584" y="6774"/>
                  <a:pt x="2931" y="7058"/>
                  <a:pt x="3340" y="7310"/>
                </a:cubicBezTo>
                <a:cubicBezTo>
                  <a:pt x="3372" y="7845"/>
                  <a:pt x="3435" y="8255"/>
                  <a:pt x="3529" y="8727"/>
                </a:cubicBezTo>
                <a:cubicBezTo>
                  <a:pt x="3008" y="8861"/>
                  <a:pt x="2544" y="8927"/>
                  <a:pt x="2165" y="8927"/>
                </a:cubicBezTo>
                <a:cubicBezTo>
                  <a:pt x="1650" y="8927"/>
                  <a:pt x="1293" y="8806"/>
                  <a:pt x="1166" y="8570"/>
                </a:cubicBezTo>
                <a:cubicBezTo>
                  <a:pt x="851" y="8003"/>
                  <a:pt x="1733" y="6932"/>
                  <a:pt x="2237" y="6459"/>
                </a:cubicBezTo>
                <a:close/>
                <a:moveTo>
                  <a:pt x="9137" y="6459"/>
                </a:moveTo>
                <a:cubicBezTo>
                  <a:pt x="9610" y="6932"/>
                  <a:pt x="10523" y="8003"/>
                  <a:pt x="10177" y="8570"/>
                </a:cubicBezTo>
                <a:cubicBezTo>
                  <a:pt x="10032" y="8806"/>
                  <a:pt x="9678" y="8927"/>
                  <a:pt x="9169" y="8927"/>
                </a:cubicBezTo>
                <a:cubicBezTo>
                  <a:pt x="8794" y="8927"/>
                  <a:pt x="8335" y="8861"/>
                  <a:pt x="7814" y="8727"/>
                </a:cubicBezTo>
                <a:cubicBezTo>
                  <a:pt x="7940" y="8318"/>
                  <a:pt x="8003" y="7845"/>
                  <a:pt x="8034" y="7310"/>
                </a:cubicBezTo>
                <a:cubicBezTo>
                  <a:pt x="8444" y="7058"/>
                  <a:pt x="8822" y="6743"/>
                  <a:pt x="9137" y="6459"/>
                </a:cubicBezTo>
                <a:close/>
                <a:moveTo>
                  <a:pt x="5640" y="8696"/>
                </a:moveTo>
                <a:cubicBezTo>
                  <a:pt x="6081" y="8885"/>
                  <a:pt x="6554" y="9074"/>
                  <a:pt x="6995" y="9200"/>
                </a:cubicBezTo>
                <a:cubicBezTo>
                  <a:pt x="6680" y="10429"/>
                  <a:pt x="6176" y="11185"/>
                  <a:pt x="5672" y="11185"/>
                </a:cubicBezTo>
                <a:cubicBezTo>
                  <a:pt x="5609" y="11185"/>
                  <a:pt x="5482" y="11090"/>
                  <a:pt x="5356" y="11059"/>
                </a:cubicBezTo>
                <a:cubicBezTo>
                  <a:pt x="5482" y="10775"/>
                  <a:pt x="5451" y="10460"/>
                  <a:pt x="5293" y="10177"/>
                </a:cubicBezTo>
                <a:cubicBezTo>
                  <a:pt x="5136" y="9862"/>
                  <a:pt x="4821" y="9736"/>
                  <a:pt x="4474" y="9673"/>
                </a:cubicBezTo>
                <a:cubicBezTo>
                  <a:pt x="4411" y="9515"/>
                  <a:pt x="4348" y="9357"/>
                  <a:pt x="4317" y="9200"/>
                </a:cubicBezTo>
                <a:cubicBezTo>
                  <a:pt x="4726" y="9042"/>
                  <a:pt x="5167" y="8885"/>
                  <a:pt x="5640" y="8696"/>
                </a:cubicBezTo>
                <a:close/>
                <a:moveTo>
                  <a:pt x="5640" y="1"/>
                </a:moveTo>
                <a:cubicBezTo>
                  <a:pt x="4758" y="1"/>
                  <a:pt x="4065" y="1072"/>
                  <a:pt x="3655" y="2489"/>
                </a:cubicBezTo>
                <a:cubicBezTo>
                  <a:pt x="3498" y="2426"/>
                  <a:pt x="3340" y="2395"/>
                  <a:pt x="3214" y="2395"/>
                </a:cubicBezTo>
                <a:cubicBezTo>
                  <a:pt x="3183" y="1859"/>
                  <a:pt x="2742" y="1418"/>
                  <a:pt x="2174" y="1418"/>
                </a:cubicBezTo>
                <a:cubicBezTo>
                  <a:pt x="1607" y="1418"/>
                  <a:pt x="1166" y="1891"/>
                  <a:pt x="1166" y="2426"/>
                </a:cubicBezTo>
                <a:cubicBezTo>
                  <a:pt x="883" y="2552"/>
                  <a:pt x="694" y="2710"/>
                  <a:pt x="568" y="2962"/>
                </a:cubicBezTo>
                <a:cubicBezTo>
                  <a:pt x="32" y="3907"/>
                  <a:pt x="977" y="5104"/>
                  <a:pt x="1702" y="5892"/>
                </a:cubicBezTo>
                <a:cubicBezTo>
                  <a:pt x="946" y="6743"/>
                  <a:pt x="1" y="8003"/>
                  <a:pt x="568" y="8885"/>
                </a:cubicBezTo>
                <a:cubicBezTo>
                  <a:pt x="879" y="9433"/>
                  <a:pt x="1519" y="9600"/>
                  <a:pt x="2210" y="9600"/>
                </a:cubicBezTo>
                <a:cubicBezTo>
                  <a:pt x="2710" y="9600"/>
                  <a:pt x="3237" y="9513"/>
                  <a:pt x="3687" y="9420"/>
                </a:cubicBezTo>
                <a:cubicBezTo>
                  <a:pt x="3718" y="9578"/>
                  <a:pt x="3750" y="9673"/>
                  <a:pt x="3844" y="9830"/>
                </a:cubicBezTo>
                <a:cubicBezTo>
                  <a:pt x="3403" y="10145"/>
                  <a:pt x="3246" y="10744"/>
                  <a:pt x="3529" y="11216"/>
                </a:cubicBezTo>
                <a:cubicBezTo>
                  <a:pt x="3718" y="11531"/>
                  <a:pt x="4065" y="11720"/>
                  <a:pt x="4411" y="11720"/>
                </a:cubicBezTo>
                <a:cubicBezTo>
                  <a:pt x="4600" y="11720"/>
                  <a:pt x="4789" y="11689"/>
                  <a:pt x="4947" y="11563"/>
                </a:cubicBezTo>
                <a:cubicBezTo>
                  <a:pt x="5167" y="11720"/>
                  <a:pt x="5419" y="11846"/>
                  <a:pt x="5703" y="11846"/>
                </a:cubicBezTo>
                <a:cubicBezTo>
                  <a:pt x="6585" y="11846"/>
                  <a:pt x="7278" y="10775"/>
                  <a:pt x="7688" y="9357"/>
                </a:cubicBezTo>
                <a:cubicBezTo>
                  <a:pt x="8143" y="9478"/>
                  <a:pt x="8678" y="9576"/>
                  <a:pt x="9184" y="9576"/>
                </a:cubicBezTo>
                <a:cubicBezTo>
                  <a:pt x="9868" y="9576"/>
                  <a:pt x="10499" y="9397"/>
                  <a:pt x="10807" y="8853"/>
                </a:cubicBezTo>
                <a:cubicBezTo>
                  <a:pt x="11374" y="7908"/>
                  <a:pt x="10429" y="6680"/>
                  <a:pt x="9673" y="5892"/>
                </a:cubicBezTo>
                <a:cubicBezTo>
                  <a:pt x="9799" y="5797"/>
                  <a:pt x="9862" y="5671"/>
                  <a:pt x="9988" y="5545"/>
                </a:cubicBezTo>
                <a:cubicBezTo>
                  <a:pt x="10145" y="5640"/>
                  <a:pt x="10271" y="5671"/>
                  <a:pt x="10429" y="5671"/>
                </a:cubicBezTo>
                <a:cubicBezTo>
                  <a:pt x="10775" y="5671"/>
                  <a:pt x="11122" y="5482"/>
                  <a:pt x="11311" y="5167"/>
                </a:cubicBezTo>
                <a:cubicBezTo>
                  <a:pt x="11594" y="4632"/>
                  <a:pt x="11437" y="4002"/>
                  <a:pt x="10933" y="3750"/>
                </a:cubicBezTo>
                <a:cubicBezTo>
                  <a:pt x="10964" y="3466"/>
                  <a:pt x="10901" y="3183"/>
                  <a:pt x="10775" y="2962"/>
                </a:cubicBezTo>
                <a:cubicBezTo>
                  <a:pt x="10457" y="2432"/>
                  <a:pt x="9842" y="2259"/>
                  <a:pt x="9179" y="2259"/>
                </a:cubicBezTo>
                <a:cubicBezTo>
                  <a:pt x="8661" y="2259"/>
                  <a:pt x="8113" y="2365"/>
                  <a:pt x="7656" y="2489"/>
                </a:cubicBezTo>
                <a:cubicBezTo>
                  <a:pt x="7278" y="1072"/>
                  <a:pt x="6585" y="1"/>
                  <a:pt x="56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7" name="Google Shape;4237;p26"/>
          <p:cNvSpPr/>
          <p:nvPr/>
        </p:nvSpPr>
        <p:spPr>
          <a:xfrm>
            <a:off x="6489703" y="3398785"/>
            <a:ext cx="91045" cy="45243"/>
          </a:xfrm>
          <a:custGeom>
            <a:rect b="b" l="l" r="r" t="t"/>
            <a:pathLst>
              <a:path extrusionOk="0" h="1378" w="2773">
                <a:moveTo>
                  <a:pt x="1387" y="0"/>
                </a:moveTo>
                <a:cubicBezTo>
                  <a:pt x="788" y="0"/>
                  <a:pt x="284" y="347"/>
                  <a:pt x="95" y="914"/>
                </a:cubicBezTo>
                <a:cubicBezTo>
                  <a:pt x="0" y="1071"/>
                  <a:pt x="95" y="1260"/>
                  <a:pt x="284" y="1355"/>
                </a:cubicBezTo>
                <a:cubicBezTo>
                  <a:pt x="318" y="1366"/>
                  <a:pt x="352" y="1371"/>
                  <a:pt x="385" y="1371"/>
                </a:cubicBezTo>
                <a:cubicBezTo>
                  <a:pt x="537" y="1371"/>
                  <a:pt x="673" y="1263"/>
                  <a:pt x="725" y="1134"/>
                </a:cubicBezTo>
                <a:cubicBezTo>
                  <a:pt x="788" y="882"/>
                  <a:pt x="1072" y="662"/>
                  <a:pt x="1387" y="662"/>
                </a:cubicBezTo>
                <a:cubicBezTo>
                  <a:pt x="1702" y="662"/>
                  <a:pt x="1922" y="882"/>
                  <a:pt x="2048" y="1134"/>
                </a:cubicBezTo>
                <a:cubicBezTo>
                  <a:pt x="2120" y="1301"/>
                  <a:pt x="2246" y="1378"/>
                  <a:pt x="2371" y="1378"/>
                </a:cubicBezTo>
                <a:cubicBezTo>
                  <a:pt x="2411" y="1378"/>
                  <a:pt x="2451" y="1370"/>
                  <a:pt x="2489" y="1355"/>
                </a:cubicBezTo>
                <a:cubicBezTo>
                  <a:pt x="2678" y="1260"/>
                  <a:pt x="2773" y="1071"/>
                  <a:pt x="2678" y="914"/>
                </a:cubicBezTo>
                <a:cubicBezTo>
                  <a:pt x="2489" y="347"/>
                  <a:pt x="1985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8" name="Google Shape;4238;p26"/>
          <p:cNvSpPr/>
          <p:nvPr/>
        </p:nvSpPr>
        <p:spPr>
          <a:xfrm>
            <a:off x="6353159" y="3353249"/>
            <a:ext cx="363095" cy="387949"/>
          </a:xfrm>
          <a:custGeom>
            <a:rect b="b" l="l" r="r" t="t"/>
            <a:pathLst>
              <a:path extrusionOk="0" h="11816" w="11059">
                <a:moveTo>
                  <a:pt x="5546" y="694"/>
                </a:moveTo>
                <a:cubicBezTo>
                  <a:pt x="6743" y="694"/>
                  <a:pt x="7625" y="1608"/>
                  <a:pt x="7625" y="2773"/>
                </a:cubicBezTo>
                <a:lnTo>
                  <a:pt x="7625" y="3120"/>
                </a:lnTo>
                <a:cubicBezTo>
                  <a:pt x="7625" y="3309"/>
                  <a:pt x="7467" y="3466"/>
                  <a:pt x="7278" y="3466"/>
                </a:cubicBezTo>
                <a:lnTo>
                  <a:pt x="5892" y="3466"/>
                </a:lnTo>
                <a:lnTo>
                  <a:pt x="5892" y="3120"/>
                </a:lnTo>
                <a:cubicBezTo>
                  <a:pt x="5892" y="2931"/>
                  <a:pt x="5735" y="2773"/>
                  <a:pt x="5546" y="2773"/>
                </a:cubicBezTo>
                <a:cubicBezTo>
                  <a:pt x="5357" y="2773"/>
                  <a:pt x="5199" y="2931"/>
                  <a:pt x="5199" y="3120"/>
                </a:cubicBezTo>
                <a:lnTo>
                  <a:pt x="5199" y="3466"/>
                </a:lnTo>
                <a:lnTo>
                  <a:pt x="3813" y="3466"/>
                </a:lnTo>
                <a:cubicBezTo>
                  <a:pt x="3624" y="3466"/>
                  <a:pt x="3466" y="3309"/>
                  <a:pt x="3466" y="3120"/>
                </a:cubicBezTo>
                <a:lnTo>
                  <a:pt x="3466" y="2773"/>
                </a:lnTo>
                <a:cubicBezTo>
                  <a:pt x="3466" y="1639"/>
                  <a:pt x="4411" y="694"/>
                  <a:pt x="5546" y="694"/>
                </a:cubicBezTo>
                <a:close/>
                <a:moveTo>
                  <a:pt x="7940" y="4821"/>
                </a:moveTo>
                <a:cubicBezTo>
                  <a:pt x="8160" y="4821"/>
                  <a:pt x="8318" y="4979"/>
                  <a:pt x="8318" y="5168"/>
                </a:cubicBezTo>
                <a:cubicBezTo>
                  <a:pt x="8318" y="5357"/>
                  <a:pt x="8160" y="5514"/>
                  <a:pt x="7940" y="5514"/>
                </a:cubicBezTo>
                <a:lnTo>
                  <a:pt x="3088" y="5514"/>
                </a:lnTo>
                <a:cubicBezTo>
                  <a:pt x="2899" y="5514"/>
                  <a:pt x="2742" y="5357"/>
                  <a:pt x="2742" y="5168"/>
                </a:cubicBezTo>
                <a:cubicBezTo>
                  <a:pt x="2742" y="4979"/>
                  <a:pt x="2899" y="4821"/>
                  <a:pt x="3088" y="4821"/>
                </a:cubicBezTo>
                <a:close/>
                <a:moveTo>
                  <a:pt x="4128" y="6932"/>
                </a:moveTo>
                <a:cubicBezTo>
                  <a:pt x="4317" y="6932"/>
                  <a:pt x="4474" y="7089"/>
                  <a:pt x="4474" y="7310"/>
                </a:cubicBezTo>
                <a:cubicBezTo>
                  <a:pt x="4474" y="7499"/>
                  <a:pt x="4317" y="7656"/>
                  <a:pt x="4128" y="7656"/>
                </a:cubicBezTo>
                <a:lnTo>
                  <a:pt x="3088" y="7656"/>
                </a:lnTo>
                <a:cubicBezTo>
                  <a:pt x="2899" y="7656"/>
                  <a:pt x="2742" y="7499"/>
                  <a:pt x="2742" y="7310"/>
                </a:cubicBezTo>
                <a:cubicBezTo>
                  <a:pt x="2742" y="7089"/>
                  <a:pt x="2899" y="6932"/>
                  <a:pt x="3088" y="6932"/>
                </a:cubicBezTo>
                <a:close/>
                <a:moveTo>
                  <a:pt x="7940" y="6932"/>
                </a:moveTo>
                <a:cubicBezTo>
                  <a:pt x="8160" y="6932"/>
                  <a:pt x="8318" y="7089"/>
                  <a:pt x="8318" y="7310"/>
                </a:cubicBezTo>
                <a:cubicBezTo>
                  <a:pt x="8286" y="7499"/>
                  <a:pt x="8160" y="7656"/>
                  <a:pt x="7940" y="7656"/>
                </a:cubicBezTo>
                <a:lnTo>
                  <a:pt x="6932" y="7656"/>
                </a:lnTo>
                <a:cubicBezTo>
                  <a:pt x="6743" y="7656"/>
                  <a:pt x="6585" y="7499"/>
                  <a:pt x="6585" y="7310"/>
                </a:cubicBezTo>
                <a:cubicBezTo>
                  <a:pt x="6585" y="7089"/>
                  <a:pt x="6743" y="6932"/>
                  <a:pt x="6932" y="6932"/>
                </a:cubicBezTo>
                <a:close/>
                <a:moveTo>
                  <a:pt x="3781" y="8318"/>
                </a:moveTo>
                <a:cubicBezTo>
                  <a:pt x="4002" y="8350"/>
                  <a:pt x="4128" y="8507"/>
                  <a:pt x="4128" y="8665"/>
                </a:cubicBezTo>
                <a:cubicBezTo>
                  <a:pt x="4128" y="8885"/>
                  <a:pt x="3970" y="9043"/>
                  <a:pt x="3781" y="9043"/>
                </a:cubicBezTo>
                <a:lnTo>
                  <a:pt x="3057" y="9043"/>
                </a:lnTo>
                <a:cubicBezTo>
                  <a:pt x="2868" y="9043"/>
                  <a:pt x="2710" y="8885"/>
                  <a:pt x="2710" y="8665"/>
                </a:cubicBezTo>
                <a:cubicBezTo>
                  <a:pt x="2710" y="8476"/>
                  <a:pt x="2868" y="8318"/>
                  <a:pt x="3057" y="8318"/>
                </a:cubicBezTo>
                <a:close/>
                <a:moveTo>
                  <a:pt x="7940" y="8318"/>
                </a:moveTo>
                <a:cubicBezTo>
                  <a:pt x="8160" y="8350"/>
                  <a:pt x="8286" y="8507"/>
                  <a:pt x="8286" y="8665"/>
                </a:cubicBezTo>
                <a:cubicBezTo>
                  <a:pt x="8286" y="8885"/>
                  <a:pt x="8129" y="9043"/>
                  <a:pt x="7940" y="9043"/>
                </a:cubicBezTo>
                <a:lnTo>
                  <a:pt x="7247" y="9043"/>
                </a:lnTo>
                <a:cubicBezTo>
                  <a:pt x="7026" y="9043"/>
                  <a:pt x="6869" y="8885"/>
                  <a:pt x="6869" y="8665"/>
                </a:cubicBezTo>
                <a:cubicBezTo>
                  <a:pt x="6869" y="8476"/>
                  <a:pt x="7026" y="8318"/>
                  <a:pt x="7247" y="8318"/>
                </a:cubicBezTo>
                <a:close/>
                <a:moveTo>
                  <a:pt x="2868" y="2049"/>
                </a:moveTo>
                <a:lnTo>
                  <a:pt x="2868" y="2049"/>
                </a:lnTo>
                <a:cubicBezTo>
                  <a:pt x="2805" y="2332"/>
                  <a:pt x="2805" y="2521"/>
                  <a:pt x="2805" y="2805"/>
                </a:cubicBezTo>
                <a:cubicBezTo>
                  <a:pt x="2395" y="2962"/>
                  <a:pt x="2080" y="3309"/>
                  <a:pt x="2080" y="3781"/>
                </a:cubicBezTo>
                <a:lnTo>
                  <a:pt x="2080" y="8665"/>
                </a:lnTo>
                <a:cubicBezTo>
                  <a:pt x="2080" y="9263"/>
                  <a:pt x="2553" y="9704"/>
                  <a:pt x="3088" y="9704"/>
                </a:cubicBezTo>
                <a:lnTo>
                  <a:pt x="5199" y="9704"/>
                </a:lnTo>
                <a:lnTo>
                  <a:pt x="5199" y="7247"/>
                </a:lnTo>
                <a:cubicBezTo>
                  <a:pt x="5199" y="7058"/>
                  <a:pt x="5357" y="6900"/>
                  <a:pt x="5546" y="6900"/>
                </a:cubicBezTo>
                <a:cubicBezTo>
                  <a:pt x="5735" y="6900"/>
                  <a:pt x="5892" y="7058"/>
                  <a:pt x="5892" y="7247"/>
                </a:cubicBezTo>
                <a:lnTo>
                  <a:pt x="5892" y="9704"/>
                </a:lnTo>
                <a:lnTo>
                  <a:pt x="8003" y="9704"/>
                </a:lnTo>
                <a:cubicBezTo>
                  <a:pt x="8570" y="9704"/>
                  <a:pt x="9011" y="9232"/>
                  <a:pt x="9011" y="8665"/>
                </a:cubicBezTo>
                <a:lnTo>
                  <a:pt x="9011" y="3844"/>
                </a:lnTo>
                <a:cubicBezTo>
                  <a:pt x="9011" y="3372"/>
                  <a:pt x="8728" y="2994"/>
                  <a:pt x="8318" y="2836"/>
                </a:cubicBezTo>
                <a:cubicBezTo>
                  <a:pt x="8318" y="2584"/>
                  <a:pt x="8318" y="2364"/>
                  <a:pt x="8223" y="2112"/>
                </a:cubicBezTo>
                <a:lnTo>
                  <a:pt x="8223" y="2112"/>
                </a:lnTo>
                <a:cubicBezTo>
                  <a:pt x="9043" y="2269"/>
                  <a:pt x="9736" y="2962"/>
                  <a:pt x="9736" y="3844"/>
                </a:cubicBezTo>
                <a:lnTo>
                  <a:pt x="9736" y="8696"/>
                </a:lnTo>
                <a:cubicBezTo>
                  <a:pt x="9736" y="9641"/>
                  <a:pt x="8948" y="10429"/>
                  <a:pt x="8003" y="10429"/>
                </a:cubicBezTo>
                <a:lnTo>
                  <a:pt x="3151" y="10429"/>
                </a:lnTo>
                <a:cubicBezTo>
                  <a:pt x="2206" y="10429"/>
                  <a:pt x="1418" y="9641"/>
                  <a:pt x="1418" y="8696"/>
                </a:cubicBezTo>
                <a:lnTo>
                  <a:pt x="1418" y="3781"/>
                </a:lnTo>
                <a:lnTo>
                  <a:pt x="1355" y="3781"/>
                </a:lnTo>
                <a:cubicBezTo>
                  <a:pt x="1355" y="2931"/>
                  <a:pt x="1985" y="2206"/>
                  <a:pt x="2868" y="2049"/>
                </a:cubicBezTo>
                <a:close/>
                <a:moveTo>
                  <a:pt x="3088" y="1"/>
                </a:moveTo>
                <a:cubicBezTo>
                  <a:pt x="1355" y="1"/>
                  <a:pt x="1" y="1419"/>
                  <a:pt x="1" y="3120"/>
                </a:cubicBezTo>
                <a:lnTo>
                  <a:pt x="1" y="8728"/>
                </a:lnTo>
                <a:cubicBezTo>
                  <a:pt x="1" y="10397"/>
                  <a:pt x="1355" y="11815"/>
                  <a:pt x="3088" y="11815"/>
                </a:cubicBezTo>
                <a:lnTo>
                  <a:pt x="7940" y="11815"/>
                </a:lnTo>
                <a:cubicBezTo>
                  <a:pt x="9673" y="11815"/>
                  <a:pt x="11059" y="10397"/>
                  <a:pt x="11059" y="8728"/>
                </a:cubicBezTo>
                <a:lnTo>
                  <a:pt x="11059" y="3120"/>
                </a:lnTo>
                <a:cubicBezTo>
                  <a:pt x="11059" y="1387"/>
                  <a:pt x="9641" y="1"/>
                  <a:pt x="79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9" name="Google Shape;4239;p26"/>
          <p:cNvSpPr/>
          <p:nvPr/>
        </p:nvSpPr>
        <p:spPr>
          <a:xfrm>
            <a:off x="6475207" y="4010690"/>
            <a:ext cx="115866" cy="85890"/>
          </a:xfrm>
          <a:custGeom>
            <a:rect b="b" l="l" r="r" t="t"/>
            <a:pathLst>
              <a:path extrusionOk="0" h="2616" w="3529">
                <a:moveTo>
                  <a:pt x="725" y="1"/>
                </a:moveTo>
                <a:cubicBezTo>
                  <a:pt x="315" y="1"/>
                  <a:pt x="0" y="347"/>
                  <a:pt x="0" y="725"/>
                </a:cubicBezTo>
                <a:cubicBezTo>
                  <a:pt x="0" y="1356"/>
                  <a:pt x="1040" y="2049"/>
                  <a:pt x="1733" y="2616"/>
                </a:cubicBezTo>
                <a:cubicBezTo>
                  <a:pt x="2458" y="2017"/>
                  <a:pt x="3466" y="1356"/>
                  <a:pt x="3466" y="725"/>
                </a:cubicBezTo>
                <a:cubicBezTo>
                  <a:pt x="3529" y="410"/>
                  <a:pt x="3277" y="1"/>
                  <a:pt x="2804" y="1"/>
                </a:cubicBezTo>
                <a:cubicBezTo>
                  <a:pt x="2300" y="1"/>
                  <a:pt x="2111" y="599"/>
                  <a:pt x="2111" y="599"/>
                </a:cubicBezTo>
                <a:cubicBezTo>
                  <a:pt x="2063" y="745"/>
                  <a:pt x="1906" y="824"/>
                  <a:pt x="1753" y="824"/>
                </a:cubicBezTo>
                <a:cubicBezTo>
                  <a:pt x="1607" y="824"/>
                  <a:pt x="1464" y="753"/>
                  <a:pt x="1418" y="599"/>
                </a:cubicBezTo>
                <a:cubicBezTo>
                  <a:pt x="1418" y="568"/>
                  <a:pt x="1229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0" name="Google Shape;4240;p26"/>
          <p:cNvSpPr/>
          <p:nvPr/>
        </p:nvSpPr>
        <p:spPr>
          <a:xfrm>
            <a:off x="6341782" y="3851427"/>
            <a:ext cx="385848" cy="383779"/>
          </a:xfrm>
          <a:custGeom>
            <a:rect b="b" l="l" r="r" t="t"/>
            <a:pathLst>
              <a:path extrusionOk="0" h="11689" w="11752">
                <a:moveTo>
                  <a:pt x="6837" y="4159"/>
                </a:moveTo>
                <a:cubicBezTo>
                  <a:pt x="7624" y="4159"/>
                  <a:pt x="8223" y="4789"/>
                  <a:pt x="8223" y="5576"/>
                </a:cubicBezTo>
                <a:cubicBezTo>
                  <a:pt x="8254" y="6616"/>
                  <a:pt x="7309" y="7183"/>
                  <a:pt x="6049" y="8223"/>
                </a:cubicBezTo>
                <a:cubicBezTo>
                  <a:pt x="5986" y="8286"/>
                  <a:pt x="5907" y="8317"/>
                  <a:pt x="5829" y="8317"/>
                </a:cubicBezTo>
                <a:cubicBezTo>
                  <a:pt x="5750" y="8317"/>
                  <a:pt x="5671" y="8286"/>
                  <a:pt x="5608" y="8223"/>
                </a:cubicBezTo>
                <a:cubicBezTo>
                  <a:pt x="4348" y="7183"/>
                  <a:pt x="3403" y="6585"/>
                  <a:pt x="3403" y="5576"/>
                </a:cubicBezTo>
                <a:cubicBezTo>
                  <a:pt x="3403" y="4789"/>
                  <a:pt x="4033" y="4159"/>
                  <a:pt x="4789" y="4159"/>
                </a:cubicBezTo>
                <a:cubicBezTo>
                  <a:pt x="5293" y="4159"/>
                  <a:pt x="5608" y="4411"/>
                  <a:pt x="5797" y="4663"/>
                </a:cubicBezTo>
                <a:cubicBezTo>
                  <a:pt x="6018" y="4411"/>
                  <a:pt x="6364" y="4159"/>
                  <a:pt x="6837" y="4159"/>
                </a:cubicBezTo>
                <a:close/>
                <a:moveTo>
                  <a:pt x="4474" y="0"/>
                </a:moveTo>
                <a:cubicBezTo>
                  <a:pt x="3875" y="0"/>
                  <a:pt x="3466" y="473"/>
                  <a:pt x="3466" y="1008"/>
                </a:cubicBezTo>
                <a:lnTo>
                  <a:pt x="3466" y="3466"/>
                </a:lnTo>
                <a:lnTo>
                  <a:pt x="1008" y="3466"/>
                </a:lnTo>
                <a:cubicBezTo>
                  <a:pt x="410" y="3466"/>
                  <a:pt x="0" y="3938"/>
                  <a:pt x="0" y="4474"/>
                </a:cubicBezTo>
                <a:lnTo>
                  <a:pt x="0" y="7246"/>
                </a:lnTo>
                <a:cubicBezTo>
                  <a:pt x="0" y="7813"/>
                  <a:pt x="473" y="8254"/>
                  <a:pt x="1008" y="8254"/>
                </a:cubicBezTo>
                <a:lnTo>
                  <a:pt x="3466" y="8254"/>
                </a:lnTo>
                <a:lnTo>
                  <a:pt x="3466" y="10649"/>
                </a:lnTo>
                <a:cubicBezTo>
                  <a:pt x="3466" y="11247"/>
                  <a:pt x="3938" y="11688"/>
                  <a:pt x="4474" y="11688"/>
                </a:cubicBezTo>
                <a:lnTo>
                  <a:pt x="7246" y="11688"/>
                </a:lnTo>
                <a:cubicBezTo>
                  <a:pt x="7813" y="11688"/>
                  <a:pt x="8254" y="11216"/>
                  <a:pt x="8254" y="10649"/>
                </a:cubicBezTo>
                <a:lnTo>
                  <a:pt x="8254" y="8254"/>
                </a:lnTo>
                <a:lnTo>
                  <a:pt x="10680" y="8254"/>
                </a:lnTo>
                <a:cubicBezTo>
                  <a:pt x="11279" y="8254"/>
                  <a:pt x="11720" y="7782"/>
                  <a:pt x="11720" y="7246"/>
                </a:cubicBezTo>
                <a:lnTo>
                  <a:pt x="11720" y="4474"/>
                </a:lnTo>
                <a:cubicBezTo>
                  <a:pt x="11751" y="3938"/>
                  <a:pt x="11279" y="3466"/>
                  <a:pt x="10680" y="3466"/>
                </a:cubicBezTo>
                <a:lnTo>
                  <a:pt x="8254" y="3466"/>
                </a:lnTo>
                <a:lnTo>
                  <a:pt x="8254" y="1008"/>
                </a:lnTo>
                <a:cubicBezTo>
                  <a:pt x="8254" y="410"/>
                  <a:pt x="7782" y="0"/>
                  <a:pt x="72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1" name="Google Shape;4241;p26"/>
          <p:cNvSpPr/>
          <p:nvPr/>
        </p:nvSpPr>
        <p:spPr>
          <a:xfrm>
            <a:off x="8513656" y="3353528"/>
            <a:ext cx="184125" cy="387424"/>
          </a:xfrm>
          <a:custGeom>
            <a:rect b="b" l="l" r="r" t="t"/>
            <a:pathLst>
              <a:path extrusionOk="0" h="11800" w="5608">
                <a:moveTo>
                  <a:pt x="1465" y="2908"/>
                </a:moveTo>
                <a:cubicBezTo>
                  <a:pt x="1552" y="2908"/>
                  <a:pt x="1638" y="2931"/>
                  <a:pt x="1701" y="2979"/>
                </a:cubicBezTo>
                <a:cubicBezTo>
                  <a:pt x="1827" y="3105"/>
                  <a:pt x="1827" y="3357"/>
                  <a:pt x="1701" y="3451"/>
                </a:cubicBezTo>
                <a:cubicBezTo>
                  <a:pt x="1292" y="3861"/>
                  <a:pt x="1292" y="4522"/>
                  <a:pt x="1701" y="4932"/>
                </a:cubicBezTo>
                <a:cubicBezTo>
                  <a:pt x="1827" y="5026"/>
                  <a:pt x="1827" y="5279"/>
                  <a:pt x="1701" y="5373"/>
                </a:cubicBezTo>
                <a:cubicBezTo>
                  <a:pt x="1632" y="5477"/>
                  <a:pt x="1544" y="5524"/>
                  <a:pt x="1452" y="5524"/>
                </a:cubicBezTo>
                <a:cubicBezTo>
                  <a:pt x="1377" y="5524"/>
                  <a:pt x="1300" y="5493"/>
                  <a:pt x="1229" y="5436"/>
                </a:cubicBezTo>
                <a:cubicBezTo>
                  <a:pt x="567" y="4774"/>
                  <a:pt x="567" y="3672"/>
                  <a:pt x="1229" y="2979"/>
                </a:cubicBezTo>
                <a:cubicBezTo>
                  <a:pt x="1292" y="2931"/>
                  <a:pt x="1378" y="2908"/>
                  <a:pt x="1465" y="2908"/>
                </a:cubicBezTo>
                <a:close/>
                <a:moveTo>
                  <a:pt x="2461" y="7313"/>
                </a:moveTo>
                <a:cubicBezTo>
                  <a:pt x="2532" y="7313"/>
                  <a:pt x="2605" y="7318"/>
                  <a:pt x="2678" y="7326"/>
                </a:cubicBezTo>
                <a:cubicBezTo>
                  <a:pt x="2867" y="7358"/>
                  <a:pt x="3025" y="7515"/>
                  <a:pt x="2993" y="7704"/>
                </a:cubicBezTo>
                <a:cubicBezTo>
                  <a:pt x="2962" y="7925"/>
                  <a:pt x="2804" y="8019"/>
                  <a:pt x="2615" y="8019"/>
                </a:cubicBezTo>
                <a:cubicBezTo>
                  <a:pt x="2579" y="8016"/>
                  <a:pt x="2543" y="8014"/>
                  <a:pt x="2507" y="8014"/>
                </a:cubicBezTo>
                <a:cubicBezTo>
                  <a:pt x="1947" y="8014"/>
                  <a:pt x="1418" y="8467"/>
                  <a:pt x="1418" y="9059"/>
                </a:cubicBezTo>
                <a:cubicBezTo>
                  <a:pt x="1418" y="9248"/>
                  <a:pt x="1260" y="9406"/>
                  <a:pt x="1071" y="9406"/>
                </a:cubicBezTo>
                <a:cubicBezTo>
                  <a:pt x="882" y="9406"/>
                  <a:pt x="725" y="9248"/>
                  <a:pt x="725" y="9059"/>
                </a:cubicBezTo>
                <a:cubicBezTo>
                  <a:pt x="725" y="8091"/>
                  <a:pt x="1490" y="7313"/>
                  <a:pt x="2461" y="7313"/>
                </a:cubicBezTo>
                <a:close/>
                <a:moveTo>
                  <a:pt x="1060" y="0"/>
                </a:moveTo>
                <a:cubicBezTo>
                  <a:pt x="689" y="0"/>
                  <a:pt x="327" y="130"/>
                  <a:pt x="0" y="364"/>
                </a:cubicBezTo>
                <a:lnTo>
                  <a:pt x="0" y="5247"/>
                </a:lnTo>
                <a:cubicBezTo>
                  <a:pt x="0" y="5814"/>
                  <a:pt x="473" y="6255"/>
                  <a:pt x="1040" y="6255"/>
                </a:cubicBezTo>
                <a:cubicBezTo>
                  <a:pt x="1229" y="6255"/>
                  <a:pt x="1386" y="6413"/>
                  <a:pt x="1386" y="6602"/>
                </a:cubicBezTo>
                <a:cubicBezTo>
                  <a:pt x="1386" y="6822"/>
                  <a:pt x="1229" y="6948"/>
                  <a:pt x="1040" y="6948"/>
                </a:cubicBezTo>
                <a:cubicBezTo>
                  <a:pt x="630" y="6948"/>
                  <a:pt x="284" y="6854"/>
                  <a:pt x="0" y="6602"/>
                </a:cubicBezTo>
                <a:lnTo>
                  <a:pt x="0" y="11453"/>
                </a:lnTo>
                <a:cubicBezTo>
                  <a:pt x="284" y="11705"/>
                  <a:pt x="630" y="11800"/>
                  <a:pt x="1040" y="11800"/>
                </a:cubicBezTo>
                <a:cubicBezTo>
                  <a:pt x="1733" y="11800"/>
                  <a:pt x="2363" y="11359"/>
                  <a:pt x="2647" y="10760"/>
                </a:cubicBezTo>
                <a:cubicBezTo>
                  <a:pt x="3497" y="10634"/>
                  <a:pt x="4190" y="9910"/>
                  <a:pt x="4190" y="9028"/>
                </a:cubicBezTo>
                <a:cubicBezTo>
                  <a:pt x="4190" y="8902"/>
                  <a:pt x="4159" y="8776"/>
                  <a:pt x="4159" y="8618"/>
                </a:cubicBezTo>
                <a:cubicBezTo>
                  <a:pt x="4505" y="8555"/>
                  <a:pt x="4820" y="8397"/>
                  <a:pt x="5104" y="8145"/>
                </a:cubicBezTo>
                <a:cubicBezTo>
                  <a:pt x="5419" y="7830"/>
                  <a:pt x="5608" y="7389"/>
                  <a:pt x="5608" y="6917"/>
                </a:cubicBezTo>
                <a:cubicBezTo>
                  <a:pt x="5608" y="6539"/>
                  <a:pt x="5482" y="6192"/>
                  <a:pt x="5261" y="5909"/>
                </a:cubicBezTo>
                <a:cubicBezTo>
                  <a:pt x="5482" y="5594"/>
                  <a:pt x="5608" y="5247"/>
                  <a:pt x="5608" y="4869"/>
                </a:cubicBezTo>
                <a:cubicBezTo>
                  <a:pt x="5608" y="4396"/>
                  <a:pt x="5387" y="3987"/>
                  <a:pt x="5072" y="3672"/>
                </a:cubicBezTo>
                <a:cubicBezTo>
                  <a:pt x="4852" y="3420"/>
                  <a:pt x="4505" y="3262"/>
                  <a:pt x="4127" y="3199"/>
                </a:cubicBezTo>
                <a:cubicBezTo>
                  <a:pt x="4253" y="2632"/>
                  <a:pt x="4096" y="2002"/>
                  <a:pt x="3655" y="1561"/>
                </a:cubicBezTo>
                <a:cubicBezTo>
                  <a:pt x="3403" y="1309"/>
                  <a:pt x="3025" y="1120"/>
                  <a:pt x="2647" y="1088"/>
                </a:cubicBezTo>
                <a:cubicBezTo>
                  <a:pt x="2394" y="584"/>
                  <a:pt x="1985" y="143"/>
                  <a:pt x="1449" y="49"/>
                </a:cubicBezTo>
                <a:cubicBezTo>
                  <a:pt x="1319" y="16"/>
                  <a:pt x="1189" y="0"/>
                  <a:pt x="10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2" name="Google Shape;4242;p26"/>
          <p:cNvSpPr/>
          <p:nvPr/>
        </p:nvSpPr>
        <p:spPr>
          <a:xfrm>
            <a:off x="8307806" y="3353495"/>
            <a:ext cx="183107" cy="386439"/>
          </a:xfrm>
          <a:custGeom>
            <a:rect b="b" l="l" r="r" t="t"/>
            <a:pathLst>
              <a:path extrusionOk="0" h="11770" w="5577">
                <a:moveTo>
                  <a:pt x="4187" y="2948"/>
                </a:moveTo>
                <a:cubicBezTo>
                  <a:pt x="4277" y="2948"/>
                  <a:pt x="4364" y="2980"/>
                  <a:pt x="4411" y="3043"/>
                </a:cubicBezTo>
                <a:cubicBezTo>
                  <a:pt x="5104" y="3673"/>
                  <a:pt x="5104" y="4775"/>
                  <a:pt x="4411" y="5437"/>
                </a:cubicBezTo>
                <a:cubicBezTo>
                  <a:pt x="4364" y="5500"/>
                  <a:pt x="4277" y="5532"/>
                  <a:pt x="4187" y="5532"/>
                </a:cubicBezTo>
                <a:cubicBezTo>
                  <a:pt x="4096" y="5532"/>
                  <a:pt x="4002" y="5500"/>
                  <a:pt x="3939" y="5437"/>
                </a:cubicBezTo>
                <a:cubicBezTo>
                  <a:pt x="3844" y="5311"/>
                  <a:pt x="3844" y="5090"/>
                  <a:pt x="3939" y="4964"/>
                </a:cubicBezTo>
                <a:cubicBezTo>
                  <a:pt x="4348" y="4555"/>
                  <a:pt x="4348" y="3893"/>
                  <a:pt x="3939" y="3515"/>
                </a:cubicBezTo>
                <a:cubicBezTo>
                  <a:pt x="3844" y="3389"/>
                  <a:pt x="3844" y="3137"/>
                  <a:pt x="3939" y="3043"/>
                </a:cubicBezTo>
                <a:cubicBezTo>
                  <a:pt x="4002" y="2980"/>
                  <a:pt x="4096" y="2948"/>
                  <a:pt x="4187" y="2948"/>
                </a:cubicBezTo>
                <a:close/>
                <a:moveTo>
                  <a:pt x="3148" y="7314"/>
                </a:moveTo>
                <a:cubicBezTo>
                  <a:pt x="4123" y="7314"/>
                  <a:pt x="4915" y="8092"/>
                  <a:pt x="4915" y="9060"/>
                </a:cubicBezTo>
                <a:cubicBezTo>
                  <a:pt x="4915" y="9249"/>
                  <a:pt x="4726" y="9407"/>
                  <a:pt x="4537" y="9407"/>
                </a:cubicBezTo>
                <a:cubicBezTo>
                  <a:pt x="4348" y="9407"/>
                  <a:pt x="4191" y="9249"/>
                  <a:pt x="4191" y="9060"/>
                </a:cubicBezTo>
                <a:cubicBezTo>
                  <a:pt x="4191" y="8468"/>
                  <a:pt x="3662" y="8015"/>
                  <a:pt x="3101" y="8015"/>
                </a:cubicBezTo>
                <a:cubicBezTo>
                  <a:pt x="3066" y="8015"/>
                  <a:pt x="3030" y="8017"/>
                  <a:pt x="2994" y="8020"/>
                </a:cubicBezTo>
                <a:cubicBezTo>
                  <a:pt x="2968" y="8029"/>
                  <a:pt x="2944" y="8033"/>
                  <a:pt x="2920" y="8033"/>
                </a:cubicBezTo>
                <a:cubicBezTo>
                  <a:pt x="2765" y="8033"/>
                  <a:pt x="2643" y="7869"/>
                  <a:pt x="2616" y="7705"/>
                </a:cubicBezTo>
                <a:cubicBezTo>
                  <a:pt x="2584" y="7516"/>
                  <a:pt x="2742" y="7359"/>
                  <a:pt x="2931" y="7327"/>
                </a:cubicBezTo>
                <a:cubicBezTo>
                  <a:pt x="3004" y="7319"/>
                  <a:pt x="3077" y="7314"/>
                  <a:pt x="3148" y="7314"/>
                </a:cubicBezTo>
                <a:close/>
                <a:moveTo>
                  <a:pt x="4581" y="0"/>
                </a:moveTo>
                <a:cubicBezTo>
                  <a:pt x="4444" y="0"/>
                  <a:pt x="4303" y="16"/>
                  <a:pt x="4159" y="50"/>
                </a:cubicBezTo>
                <a:cubicBezTo>
                  <a:pt x="3592" y="144"/>
                  <a:pt x="3214" y="585"/>
                  <a:pt x="2962" y="1089"/>
                </a:cubicBezTo>
                <a:cubicBezTo>
                  <a:pt x="2584" y="1152"/>
                  <a:pt x="2206" y="1310"/>
                  <a:pt x="1954" y="1562"/>
                </a:cubicBezTo>
                <a:cubicBezTo>
                  <a:pt x="1513" y="2003"/>
                  <a:pt x="1355" y="2633"/>
                  <a:pt x="1481" y="3200"/>
                </a:cubicBezTo>
                <a:cubicBezTo>
                  <a:pt x="1135" y="3232"/>
                  <a:pt x="820" y="3389"/>
                  <a:pt x="536" y="3673"/>
                </a:cubicBezTo>
                <a:cubicBezTo>
                  <a:pt x="221" y="3988"/>
                  <a:pt x="1" y="4397"/>
                  <a:pt x="1" y="4870"/>
                </a:cubicBezTo>
                <a:cubicBezTo>
                  <a:pt x="1" y="5280"/>
                  <a:pt x="127" y="5626"/>
                  <a:pt x="379" y="5910"/>
                </a:cubicBezTo>
                <a:cubicBezTo>
                  <a:pt x="127" y="6225"/>
                  <a:pt x="1" y="6571"/>
                  <a:pt x="1" y="6918"/>
                </a:cubicBezTo>
                <a:cubicBezTo>
                  <a:pt x="1" y="7390"/>
                  <a:pt x="221" y="7831"/>
                  <a:pt x="536" y="8146"/>
                </a:cubicBezTo>
                <a:cubicBezTo>
                  <a:pt x="788" y="8430"/>
                  <a:pt x="1135" y="8588"/>
                  <a:pt x="1481" y="8619"/>
                </a:cubicBezTo>
                <a:cubicBezTo>
                  <a:pt x="1229" y="9690"/>
                  <a:pt x="1985" y="10604"/>
                  <a:pt x="2931" y="10698"/>
                </a:cubicBezTo>
                <a:cubicBezTo>
                  <a:pt x="3214" y="11328"/>
                  <a:pt x="3781" y="11769"/>
                  <a:pt x="4537" y="11769"/>
                </a:cubicBezTo>
                <a:cubicBezTo>
                  <a:pt x="4947" y="11769"/>
                  <a:pt x="5293" y="11612"/>
                  <a:pt x="5577" y="11423"/>
                </a:cubicBezTo>
                <a:lnTo>
                  <a:pt x="5577" y="6571"/>
                </a:lnTo>
                <a:cubicBezTo>
                  <a:pt x="5293" y="6823"/>
                  <a:pt x="4947" y="6918"/>
                  <a:pt x="4537" y="6918"/>
                </a:cubicBezTo>
                <a:cubicBezTo>
                  <a:pt x="4348" y="6918"/>
                  <a:pt x="4191" y="6760"/>
                  <a:pt x="4191" y="6571"/>
                </a:cubicBezTo>
                <a:cubicBezTo>
                  <a:pt x="4191" y="6382"/>
                  <a:pt x="4348" y="6225"/>
                  <a:pt x="4537" y="6225"/>
                </a:cubicBezTo>
                <a:cubicBezTo>
                  <a:pt x="5136" y="6225"/>
                  <a:pt x="5577" y="5752"/>
                  <a:pt x="5577" y="5185"/>
                </a:cubicBezTo>
                <a:lnTo>
                  <a:pt x="5577" y="302"/>
                </a:lnTo>
                <a:cubicBezTo>
                  <a:pt x="5300" y="117"/>
                  <a:pt x="4956" y="0"/>
                  <a:pt x="45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3" name="Google Shape;4243;p26"/>
          <p:cNvSpPr/>
          <p:nvPr/>
        </p:nvSpPr>
        <p:spPr>
          <a:xfrm>
            <a:off x="6135746" y="1457438"/>
            <a:ext cx="23804" cy="23836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99" y="663"/>
                  <a:pt x="725" y="505"/>
                  <a:pt x="725" y="347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4" name="Google Shape;4244;p26"/>
          <p:cNvSpPr/>
          <p:nvPr/>
        </p:nvSpPr>
        <p:spPr>
          <a:xfrm>
            <a:off x="59775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32" y="1922"/>
                  <a:pt x="158" y="2080"/>
                  <a:pt x="347" y="2080"/>
                </a:cubicBezTo>
                <a:cubicBezTo>
                  <a:pt x="536" y="2080"/>
                  <a:pt x="693" y="1922"/>
                  <a:pt x="693" y="1733"/>
                </a:cubicBezTo>
                <a:lnTo>
                  <a:pt x="693" y="1386"/>
                </a:lnTo>
                <a:lnTo>
                  <a:pt x="1040" y="1386"/>
                </a:lnTo>
                <a:cubicBezTo>
                  <a:pt x="1260" y="1386"/>
                  <a:pt x="1418" y="1544"/>
                  <a:pt x="1418" y="1733"/>
                </a:cubicBezTo>
                <a:lnTo>
                  <a:pt x="1418" y="2899"/>
                </a:lnTo>
                <a:cubicBezTo>
                  <a:pt x="1197" y="3025"/>
                  <a:pt x="1040" y="3277"/>
                  <a:pt x="1040" y="3497"/>
                </a:cubicBezTo>
                <a:lnTo>
                  <a:pt x="1040" y="4222"/>
                </a:lnTo>
                <a:lnTo>
                  <a:pt x="2426" y="4222"/>
                </a:lnTo>
                <a:lnTo>
                  <a:pt x="2426" y="3497"/>
                </a:lnTo>
                <a:cubicBezTo>
                  <a:pt x="2426" y="3214"/>
                  <a:pt x="2268" y="3025"/>
                  <a:pt x="2079" y="2899"/>
                </a:cubicBezTo>
                <a:lnTo>
                  <a:pt x="2079" y="1733"/>
                </a:lnTo>
                <a:cubicBezTo>
                  <a:pt x="2079" y="1134"/>
                  <a:pt x="1607" y="693"/>
                  <a:pt x="1040" y="693"/>
                </a:cubicBezTo>
                <a:lnTo>
                  <a:pt x="693" y="693"/>
                </a:ln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5" name="Google Shape;4245;p26"/>
          <p:cNvSpPr/>
          <p:nvPr/>
        </p:nvSpPr>
        <p:spPr>
          <a:xfrm>
            <a:off x="58751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2079" y="0"/>
                </a:moveTo>
                <a:cubicBezTo>
                  <a:pt x="1890" y="0"/>
                  <a:pt x="1733" y="158"/>
                  <a:pt x="1733" y="347"/>
                </a:cubicBezTo>
                <a:lnTo>
                  <a:pt x="1733" y="693"/>
                </a:lnTo>
                <a:lnTo>
                  <a:pt x="1386" y="693"/>
                </a:lnTo>
                <a:cubicBezTo>
                  <a:pt x="788" y="693"/>
                  <a:pt x="347" y="1166"/>
                  <a:pt x="347" y="1733"/>
                </a:cubicBezTo>
                <a:lnTo>
                  <a:pt x="347" y="2899"/>
                </a:lnTo>
                <a:cubicBezTo>
                  <a:pt x="158" y="3025"/>
                  <a:pt x="0" y="3277"/>
                  <a:pt x="0" y="3497"/>
                </a:cubicBezTo>
                <a:lnTo>
                  <a:pt x="0" y="4222"/>
                </a:lnTo>
                <a:lnTo>
                  <a:pt x="1386" y="4222"/>
                </a:lnTo>
                <a:lnTo>
                  <a:pt x="1386" y="3497"/>
                </a:lnTo>
                <a:cubicBezTo>
                  <a:pt x="1386" y="3214"/>
                  <a:pt x="1229" y="3025"/>
                  <a:pt x="1008" y="2899"/>
                </a:cubicBezTo>
                <a:lnTo>
                  <a:pt x="1008" y="1733"/>
                </a:lnTo>
                <a:cubicBezTo>
                  <a:pt x="1008" y="1544"/>
                  <a:pt x="1166" y="1386"/>
                  <a:pt x="1386" y="1386"/>
                </a:cubicBezTo>
                <a:lnTo>
                  <a:pt x="1733" y="1386"/>
                </a:lnTo>
                <a:lnTo>
                  <a:pt x="1733" y="1733"/>
                </a:lnTo>
                <a:cubicBezTo>
                  <a:pt x="1733" y="1922"/>
                  <a:pt x="1890" y="2080"/>
                  <a:pt x="2079" y="2080"/>
                </a:cubicBezTo>
                <a:cubicBezTo>
                  <a:pt x="2268" y="2080"/>
                  <a:pt x="2426" y="1922"/>
                  <a:pt x="2426" y="1733"/>
                </a:cubicBezTo>
                <a:lnTo>
                  <a:pt x="2426" y="347"/>
                </a:lnTo>
                <a:cubicBezTo>
                  <a:pt x="2426" y="158"/>
                  <a:pt x="2268" y="0"/>
                  <a:pt x="20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6" name="Google Shape;4246;p26"/>
          <p:cNvSpPr/>
          <p:nvPr/>
        </p:nvSpPr>
        <p:spPr>
          <a:xfrm>
            <a:off x="5875101" y="1411934"/>
            <a:ext cx="329999" cy="272083"/>
          </a:xfrm>
          <a:custGeom>
            <a:rect b="b" l="l" r="r" t="t"/>
            <a:pathLst>
              <a:path extrusionOk="0" h="8287" w="10051">
                <a:moveTo>
                  <a:pt x="8317" y="725"/>
                </a:moveTo>
                <a:cubicBezTo>
                  <a:pt x="8885" y="725"/>
                  <a:pt x="9326" y="1198"/>
                  <a:pt x="9326" y="1733"/>
                </a:cubicBezTo>
                <a:cubicBezTo>
                  <a:pt x="9326" y="2332"/>
                  <a:pt x="8853" y="2773"/>
                  <a:pt x="8317" y="2773"/>
                </a:cubicBezTo>
                <a:cubicBezTo>
                  <a:pt x="7750" y="2773"/>
                  <a:pt x="7278" y="2301"/>
                  <a:pt x="7278" y="1733"/>
                </a:cubicBezTo>
                <a:cubicBezTo>
                  <a:pt x="7278" y="1166"/>
                  <a:pt x="7750" y="725"/>
                  <a:pt x="8317" y="725"/>
                </a:cubicBezTo>
                <a:close/>
                <a:moveTo>
                  <a:pt x="8317" y="1"/>
                </a:moveTo>
                <a:cubicBezTo>
                  <a:pt x="7372" y="1"/>
                  <a:pt x="6585" y="788"/>
                  <a:pt x="6585" y="1733"/>
                </a:cubicBezTo>
                <a:cubicBezTo>
                  <a:pt x="6585" y="2584"/>
                  <a:pt x="7152" y="3277"/>
                  <a:pt x="7939" y="3435"/>
                </a:cubicBezTo>
                <a:lnTo>
                  <a:pt x="7939" y="5199"/>
                </a:lnTo>
                <a:cubicBezTo>
                  <a:pt x="7939" y="6554"/>
                  <a:pt x="6837" y="7656"/>
                  <a:pt x="5513" y="7656"/>
                </a:cubicBezTo>
                <a:cubicBezTo>
                  <a:pt x="4190" y="7656"/>
                  <a:pt x="3088" y="6554"/>
                  <a:pt x="3088" y="5199"/>
                </a:cubicBezTo>
                <a:lnTo>
                  <a:pt x="3088" y="4506"/>
                </a:lnTo>
                <a:lnTo>
                  <a:pt x="3088" y="4443"/>
                </a:lnTo>
                <a:cubicBezTo>
                  <a:pt x="4316" y="4317"/>
                  <a:pt x="5324" y="3309"/>
                  <a:pt x="5482" y="2049"/>
                </a:cubicBezTo>
                <a:cubicBezTo>
                  <a:pt x="5513" y="1797"/>
                  <a:pt x="5513" y="1891"/>
                  <a:pt x="5513" y="1355"/>
                </a:cubicBezTo>
                <a:lnTo>
                  <a:pt x="4127" y="1355"/>
                </a:lnTo>
                <a:cubicBezTo>
                  <a:pt x="4127" y="1607"/>
                  <a:pt x="4127" y="1765"/>
                  <a:pt x="4096" y="2049"/>
                </a:cubicBezTo>
                <a:cubicBezTo>
                  <a:pt x="3938" y="2710"/>
                  <a:pt x="3340" y="3088"/>
                  <a:pt x="2741" y="3088"/>
                </a:cubicBezTo>
                <a:cubicBezTo>
                  <a:pt x="2174" y="3088"/>
                  <a:pt x="1575" y="2773"/>
                  <a:pt x="1418" y="2049"/>
                </a:cubicBezTo>
                <a:cubicBezTo>
                  <a:pt x="1386" y="1828"/>
                  <a:pt x="1386" y="1607"/>
                  <a:pt x="1386" y="1355"/>
                </a:cubicBezTo>
                <a:lnTo>
                  <a:pt x="0" y="1355"/>
                </a:lnTo>
                <a:cubicBezTo>
                  <a:pt x="0" y="1670"/>
                  <a:pt x="0" y="1733"/>
                  <a:pt x="32" y="2049"/>
                </a:cubicBezTo>
                <a:cubicBezTo>
                  <a:pt x="221" y="3277"/>
                  <a:pt x="1166" y="4317"/>
                  <a:pt x="2426" y="4474"/>
                </a:cubicBezTo>
                <a:lnTo>
                  <a:pt x="2426" y="5168"/>
                </a:lnTo>
                <a:cubicBezTo>
                  <a:pt x="2426" y="5672"/>
                  <a:pt x="2552" y="6144"/>
                  <a:pt x="2804" y="6585"/>
                </a:cubicBezTo>
                <a:cubicBezTo>
                  <a:pt x="3308" y="7625"/>
                  <a:pt x="4379" y="8286"/>
                  <a:pt x="5545" y="8286"/>
                </a:cubicBezTo>
                <a:cubicBezTo>
                  <a:pt x="7278" y="8286"/>
                  <a:pt x="8664" y="6869"/>
                  <a:pt x="8664" y="5168"/>
                </a:cubicBezTo>
                <a:lnTo>
                  <a:pt x="8664" y="3435"/>
                </a:lnTo>
                <a:cubicBezTo>
                  <a:pt x="9452" y="3277"/>
                  <a:pt x="10050" y="2584"/>
                  <a:pt x="10050" y="1733"/>
                </a:cubicBezTo>
                <a:cubicBezTo>
                  <a:pt x="10050" y="788"/>
                  <a:pt x="9263" y="1"/>
                  <a:pt x="831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7" name="Google Shape;4247;p26"/>
          <p:cNvSpPr/>
          <p:nvPr/>
        </p:nvSpPr>
        <p:spPr>
          <a:xfrm>
            <a:off x="5983197" y="1938197"/>
            <a:ext cx="113797" cy="113830"/>
          </a:xfrm>
          <a:custGeom>
            <a:rect b="b" l="l" r="r" t="t"/>
            <a:pathLst>
              <a:path extrusionOk="0" h="3467" w="3466">
                <a:moveTo>
                  <a:pt x="1386" y="662"/>
                </a:moveTo>
                <a:cubicBezTo>
                  <a:pt x="1764" y="662"/>
                  <a:pt x="2079" y="977"/>
                  <a:pt x="2079" y="1387"/>
                </a:cubicBezTo>
                <a:cubicBezTo>
                  <a:pt x="2079" y="1765"/>
                  <a:pt x="1764" y="2080"/>
                  <a:pt x="1386" y="2080"/>
                </a:cubicBezTo>
                <a:cubicBezTo>
                  <a:pt x="977" y="2080"/>
                  <a:pt x="662" y="1765"/>
                  <a:pt x="662" y="1387"/>
                </a:cubicBezTo>
                <a:cubicBezTo>
                  <a:pt x="662" y="977"/>
                  <a:pt x="977" y="662"/>
                  <a:pt x="1386" y="662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8" name="Google Shape;4248;p26"/>
          <p:cNvSpPr/>
          <p:nvPr/>
        </p:nvSpPr>
        <p:spPr>
          <a:xfrm>
            <a:off x="5844584" y="1867874"/>
            <a:ext cx="391035" cy="251366"/>
          </a:xfrm>
          <a:custGeom>
            <a:rect b="b" l="l" r="r" t="t"/>
            <a:pathLst>
              <a:path extrusionOk="0" h="7656" w="11910">
                <a:moveTo>
                  <a:pt x="5955" y="1418"/>
                </a:moveTo>
                <a:cubicBezTo>
                  <a:pt x="7278" y="1418"/>
                  <a:pt x="8381" y="2521"/>
                  <a:pt x="8381" y="3875"/>
                </a:cubicBezTo>
                <a:cubicBezTo>
                  <a:pt x="8381" y="5199"/>
                  <a:pt x="7278" y="6301"/>
                  <a:pt x="5955" y="6301"/>
                </a:cubicBezTo>
                <a:cubicBezTo>
                  <a:pt x="4600" y="6301"/>
                  <a:pt x="3497" y="5199"/>
                  <a:pt x="3497" y="3875"/>
                </a:cubicBezTo>
                <a:cubicBezTo>
                  <a:pt x="3497" y="2521"/>
                  <a:pt x="4600" y="1418"/>
                  <a:pt x="5955" y="1418"/>
                </a:cubicBezTo>
                <a:close/>
                <a:moveTo>
                  <a:pt x="5955" y="0"/>
                </a:moveTo>
                <a:cubicBezTo>
                  <a:pt x="2710" y="0"/>
                  <a:pt x="189" y="3466"/>
                  <a:pt x="95" y="3623"/>
                </a:cubicBezTo>
                <a:cubicBezTo>
                  <a:pt x="0" y="3749"/>
                  <a:pt x="0" y="3907"/>
                  <a:pt x="95" y="4033"/>
                </a:cubicBezTo>
                <a:cubicBezTo>
                  <a:pt x="189" y="4190"/>
                  <a:pt x="2773" y="7656"/>
                  <a:pt x="5955" y="7656"/>
                </a:cubicBezTo>
                <a:cubicBezTo>
                  <a:pt x="9137" y="7656"/>
                  <a:pt x="11689" y="4190"/>
                  <a:pt x="11815" y="4033"/>
                </a:cubicBezTo>
                <a:cubicBezTo>
                  <a:pt x="11909" y="3907"/>
                  <a:pt x="11909" y="3749"/>
                  <a:pt x="11815" y="3623"/>
                </a:cubicBezTo>
                <a:cubicBezTo>
                  <a:pt x="11689" y="3466"/>
                  <a:pt x="9168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9" name="Google Shape;4249;p26"/>
          <p:cNvSpPr/>
          <p:nvPr/>
        </p:nvSpPr>
        <p:spPr>
          <a:xfrm>
            <a:off x="6007492" y="2301702"/>
            <a:ext cx="226577" cy="213510"/>
          </a:xfrm>
          <a:custGeom>
            <a:rect b="b" l="l" r="r" t="t"/>
            <a:pathLst>
              <a:path extrusionOk="0" h="6503" w="6901">
                <a:moveTo>
                  <a:pt x="5042" y="0"/>
                </a:moveTo>
                <a:cubicBezTo>
                  <a:pt x="4425" y="0"/>
                  <a:pt x="3809" y="237"/>
                  <a:pt x="3340" y="705"/>
                </a:cubicBezTo>
                <a:lnTo>
                  <a:pt x="1765" y="2281"/>
                </a:lnTo>
                <a:cubicBezTo>
                  <a:pt x="1639" y="2407"/>
                  <a:pt x="1639" y="2627"/>
                  <a:pt x="1765" y="2785"/>
                </a:cubicBezTo>
                <a:cubicBezTo>
                  <a:pt x="1860" y="2879"/>
                  <a:pt x="1891" y="2942"/>
                  <a:pt x="1891" y="3037"/>
                </a:cubicBezTo>
                <a:cubicBezTo>
                  <a:pt x="1891" y="3100"/>
                  <a:pt x="1860" y="3226"/>
                  <a:pt x="1765" y="3257"/>
                </a:cubicBezTo>
                <a:lnTo>
                  <a:pt x="1229" y="3824"/>
                </a:lnTo>
                <a:cubicBezTo>
                  <a:pt x="1009" y="3856"/>
                  <a:pt x="820" y="3919"/>
                  <a:pt x="662" y="4045"/>
                </a:cubicBezTo>
                <a:lnTo>
                  <a:pt x="1" y="4643"/>
                </a:lnTo>
                <a:lnTo>
                  <a:pt x="1860" y="6502"/>
                </a:lnTo>
                <a:lnTo>
                  <a:pt x="2427" y="5809"/>
                </a:lnTo>
                <a:cubicBezTo>
                  <a:pt x="2553" y="5652"/>
                  <a:pt x="2647" y="5494"/>
                  <a:pt x="2679" y="5305"/>
                </a:cubicBezTo>
                <a:lnTo>
                  <a:pt x="6774" y="1209"/>
                </a:lnTo>
                <a:cubicBezTo>
                  <a:pt x="6900" y="1083"/>
                  <a:pt x="6900" y="863"/>
                  <a:pt x="6774" y="737"/>
                </a:cubicBezTo>
                <a:cubicBezTo>
                  <a:pt x="6298" y="245"/>
                  <a:pt x="5669" y="0"/>
                  <a:pt x="504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0" name="Google Shape;4250;p26"/>
          <p:cNvSpPr/>
          <p:nvPr/>
        </p:nvSpPr>
        <p:spPr>
          <a:xfrm>
            <a:off x="5846128" y="2470683"/>
            <a:ext cx="206910" cy="206910"/>
          </a:xfrm>
          <a:custGeom>
            <a:rect b="b" l="l" r="r" t="t"/>
            <a:pathLst>
              <a:path extrusionOk="0" h="6302" w="6302">
                <a:moveTo>
                  <a:pt x="4412" y="1"/>
                </a:moveTo>
                <a:lnTo>
                  <a:pt x="537" y="3466"/>
                </a:lnTo>
                <a:cubicBezTo>
                  <a:pt x="190" y="3781"/>
                  <a:pt x="1" y="4222"/>
                  <a:pt x="1" y="4695"/>
                </a:cubicBezTo>
                <a:cubicBezTo>
                  <a:pt x="1" y="5136"/>
                  <a:pt x="158" y="5545"/>
                  <a:pt x="474" y="5829"/>
                </a:cubicBezTo>
                <a:cubicBezTo>
                  <a:pt x="789" y="6144"/>
                  <a:pt x="1167" y="6302"/>
                  <a:pt x="1608" y="6302"/>
                </a:cubicBezTo>
                <a:lnTo>
                  <a:pt x="1639" y="6302"/>
                </a:lnTo>
                <a:cubicBezTo>
                  <a:pt x="1954" y="6302"/>
                  <a:pt x="2269" y="6175"/>
                  <a:pt x="2553" y="5986"/>
                </a:cubicBezTo>
                <a:lnTo>
                  <a:pt x="1482" y="4915"/>
                </a:lnTo>
                <a:cubicBezTo>
                  <a:pt x="1356" y="4789"/>
                  <a:pt x="1356" y="4569"/>
                  <a:pt x="1482" y="4443"/>
                </a:cubicBezTo>
                <a:cubicBezTo>
                  <a:pt x="1545" y="4395"/>
                  <a:pt x="1631" y="4372"/>
                  <a:pt x="1718" y="4372"/>
                </a:cubicBezTo>
                <a:cubicBezTo>
                  <a:pt x="1805" y="4372"/>
                  <a:pt x="1891" y="4395"/>
                  <a:pt x="1954" y="4443"/>
                </a:cubicBezTo>
                <a:lnTo>
                  <a:pt x="3025" y="5514"/>
                </a:lnTo>
                <a:lnTo>
                  <a:pt x="3498" y="5010"/>
                </a:lnTo>
                <a:lnTo>
                  <a:pt x="2521" y="4002"/>
                </a:lnTo>
                <a:cubicBezTo>
                  <a:pt x="2395" y="3907"/>
                  <a:pt x="2395" y="3655"/>
                  <a:pt x="2521" y="3561"/>
                </a:cubicBezTo>
                <a:cubicBezTo>
                  <a:pt x="2569" y="3498"/>
                  <a:pt x="2655" y="3466"/>
                  <a:pt x="2746" y="3466"/>
                </a:cubicBezTo>
                <a:cubicBezTo>
                  <a:pt x="2836" y="3466"/>
                  <a:pt x="2931" y="3498"/>
                  <a:pt x="2994" y="3561"/>
                </a:cubicBezTo>
                <a:lnTo>
                  <a:pt x="3939" y="4474"/>
                </a:lnTo>
                <a:lnTo>
                  <a:pt x="4412" y="3970"/>
                </a:lnTo>
                <a:lnTo>
                  <a:pt x="3530" y="3120"/>
                </a:lnTo>
                <a:cubicBezTo>
                  <a:pt x="3403" y="2994"/>
                  <a:pt x="3403" y="2773"/>
                  <a:pt x="3530" y="2647"/>
                </a:cubicBezTo>
                <a:cubicBezTo>
                  <a:pt x="3593" y="2584"/>
                  <a:pt x="3679" y="2552"/>
                  <a:pt x="3766" y="2552"/>
                </a:cubicBezTo>
                <a:cubicBezTo>
                  <a:pt x="3852" y="2552"/>
                  <a:pt x="3939" y="2584"/>
                  <a:pt x="4002" y="2647"/>
                </a:cubicBezTo>
                <a:lnTo>
                  <a:pt x="4884" y="3498"/>
                </a:lnTo>
                <a:lnTo>
                  <a:pt x="5357" y="2994"/>
                </a:lnTo>
                <a:lnTo>
                  <a:pt x="4601" y="2237"/>
                </a:lnTo>
                <a:cubicBezTo>
                  <a:pt x="4475" y="2111"/>
                  <a:pt x="4475" y="1891"/>
                  <a:pt x="4601" y="1765"/>
                </a:cubicBezTo>
                <a:cubicBezTo>
                  <a:pt x="4671" y="1624"/>
                  <a:pt x="4771" y="1562"/>
                  <a:pt x="4867" y="1562"/>
                </a:cubicBezTo>
                <a:cubicBezTo>
                  <a:pt x="4944" y="1562"/>
                  <a:pt x="5018" y="1601"/>
                  <a:pt x="5073" y="1670"/>
                </a:cubicBezTo>
                <a:lnTo>
                  <a:pt x="5829" y="2395"/>
                </a:lnTo>
                <a:lnTo>
                  <a:pt x="6302" y="1891"/>
                </a:lnTo>
                <a:lnTo>
                  <a:pt x="441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1" name="Google Shape;4251;p26"/>
          <p:cNvSpPr/>
          <p:nvPr/>
        </p:nvSpPr>
        <p:spPr>
          <a:xfrm>
            <a:off x="8568872" y="1478138"/>
            <a:ext cx="91045" cy="112780"/>
          </a:xfrm>
          <a:custGeom>
            <a:rect b="b" l="l" r="r" t="t"/>
            <a:pathLst>
              <a:path extrusionOk="0" h="3435" w="2773">
                <a:moveTo>
                  <a:pt x="0" y="1"/>
                </a:moveTo>
                <a:lnTo>
                  <a:pt x="0" y="3435"/>
                </a:lnTo>
                <a:lnTo>
                  <a:pt x="2773" y="3435"/>
                </a:lnTo>
                <a:lnTo>
                  <a:pt x="2773" y="2741"/>
                </a:lnTo>
                <a:lnTo>
                  <a:pt x="1040" y="2741"/>
                </a:lnTo>
                <a:cubicBezTo>
                  <a:pt x="851" y="2741"/>
                  <a:pt x="693" y="2584"/>
                  <a:pt x="693" y="2395"/>
                </a:cubicBezTo>
                <a:cubicBezTo>
                  <a:pt x="693" y="2206"/>
                  <a:pt x="851" y="2048"/>
                  <a:pt x="1040" y="2048"/>
                </a:cubicBezTo>
                <a:lnTo>
                  <a:pt x="2773" y="2048"/>
                </a:lnTo>
                <a:lnTo>
                  <a:pt x="2773" y="1324"/>
                </a:lnTo>
                <a:lnTo>
                  <a:pt x="1040" y="1324"/>
                </a:lnTo>
                <a:cubicBezTo>
                  <a:pt x="851" y="1324"/>
                  <a:pt x="693" y="1166"/>
                  <a:pt x="693" y="977"/>
                </a:cubicBezTo>
                <a:cubicBezTo>
                  <a:pt x="693" y="851"/>
                  <a:pt x="851" y="694"/>
                  <a:pt x="1040" y="694"/>
                </a:cubicBezTo>
                <a:lnTo>
                  <a:pt x="2773" y="694"/>
                </a:lnTo>
                <a:lnTo>
                  <a:pt x="277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2" name="Google Shape;4252;p26"/>
          <p:cNvSpPr/>
          <p:nvPr/>
        </p:nvSpPr>
        <p:spPr>
          <a:xfrm>
            <a:off x="8433345" y="1295072"/>
            <a:ext cx="251398" cy="389984"/>
          </a:xfrm>
          <a:custGeom>
            <a:rect b="b" l="l" r="r" t="t"/>
            <a:pathLst>
              <a:path extrusionOk="0" h="11878" w="7657">
                <a:moveTo>
                  <a:pt x="2049" y="693"/>
                </a:moveTo>
                <a:lnTo>
                  <a:pt x="2049" y="2773"/>
                </a:lnTo>
                <a:lnTo>
                  <a:pt x="1356" y="2773"/>
                </a:lnTo>
                <a:lnTo>
                  <a:pt x="1356" y="693"/>
                </a:lnTo>
                <a:close/>
                <a:moveTo>
                  <a:pt x="3435" y="693"/>
                </a:moveTo>
                <a:lnTo>
                  <a:pt x="3435" y="2773"/>
                </a:lnTo>
                <a:lnTo>
                  <a:pt x="2710" y="2773"/>
                </a:lnTo>
                <a:lnTo>
                  <a:pt x="2710" y="693"/>
                </a:lnTo>
                <a:close/>
                <a:moveTo>
                  <a:pt x="4821" y="693"/>
                </a:moveTo>
                <a:lnTo>
                  <a:pt x="4821" y="2773"/>
                </a:lnTo>
                <a:lnTo>
                  <a:pt x="4097" y="2773"/>
                </a:lnTo>
                <a:lnTo>
                  <a:pt x="4097" y="693"/>
                </a:lnTo>
                <a:close/>
                <a:moveTo>
                  <a:pt x="6176" y="693"/>
                </a:moveTo>
                <a:lnTo>
                  <a:pt x="6176" y="2773"/>
                </a:lnTo>
                <a:lnTo>
                  <a:pt x="5483" y="2773"/>
                </a:lnTo>
                <a:lnTo>
                  <a:pt x="5483" y="693"/>
                </a:lnTo>
                <a:close/>
                <a:moveTo>
                  <a:pt x="1041" y="0"/>
                </a:moveTo>
                <a:cubicBezTo>
                  <a:pt x="442" y="0"/>
                  <a:pt x="1" y="473"/>
                  <a:pt x="1" y="1040"/>
                </a:cubicBezTo>
                <a:lnTo>
                  <a:pt x="1" y="3119"/>
                </a:lnTo>
                <a:cubicBezTo>
                  <a:pt x="1" y="3308"/>
                  <a:pt x="158" y="3466"/>
                  <a:pt x="379" y="3466"/>
                </a:cubicBezTo>
                <a:lnTo>
                  <a:pt x="726" y="3466"/>
                </a:lnTo>
                <a:lnTo>
                  <a:pt x="726" y="4883"/>
                </a:lnTo>
                <a:lnTo>
                  <a:pt x="2458" y="4883"/>
                </a:lnTo>
                <a:cubicBezTo>
                  <a:pt x="2647" y="4883"/>
                  <a:pt x="2805" y="5041"/>
                  <a:pt x="2805" y="5262"/>
                </a:cubicBezTo>
                <a:lnTo>
                  <a:pt x="2805" y="9420"/>
                </a:lnTo>
                <a:cubicBezTo>
                  <a:pt x="2805" y="9609"/>
                  <a:pt x="2647" y="9767"/>
                  <a:pt x="2458" y="9767"/>
                </a:cubicBezTo>
                <a:lnTo>
                  <a:pt x="2112" y="9767"/>
                </a:lnTo>
                <a:cubicBezTo>
                  <a:pt x="2112" y="10523"/>
                  <a:pt x="1797" y="11247"/>
                  <a:pt x="1261" y="11751"/>
                </a:cubicBezTo>
                <a:cubicBezTo>
                  <a:pt x="1419" y="11815"/>
                  <a:pt x="1576" y="11878"/>
                  <a:pt x="1734" y="11878"/>
                </a:cubicBezTo>
                <a:lnTo>
                  <a:pt x="5924" y="11878"/>
                </a:lnTo>
                <a:cubicBezTo>
                  <a:pt x="6522" y="11878"/>
                  <a:pt x="6932" y="11405"/>
                  <a:pt x="6932" y="10838"/>
                </a:cubicBezTo>
                <a:lnTo>
                  <a:pt x="6932" y="9798"/>
                </a:lnTo>
                <a:lnTo>
                  <a:pt x="3813" y="9798"/>
                </a:lnTo>
                <a:cubicBezTo>
                  <a:pt x="3624" y="9798"/>
                  <a:pt x="3467" y="9672"/>
                  <a:pt x="3467" y="9452"/>
                </a:cubicBezTo>
                <a:lnTo>
                  <a:pt x="3467" y="5293"/>
                </a:lnTo>
                <a:cubicBezTo>
                  <a:pt x="3467" y="5104"/>
                  <a:pt x="3624" y="4946"/>
                  <a:pt x="3813" y="4946"/>
                </a:cubicBezTo>
                <a:lnTo>
                  <a:pt x="6932" y="4946"/>
                </a:lnTo>
                <a:lnTo>
                  <a:pt x="6932" y="3529"/>
                </a:lnTo>
                <a:lnTo>
                  <a:pt x="7310" y="3529"/>
                </a:lnTo>
                <a:cubicBezTo>
                  <a:pt x="7499" y="3529"/>
                  <a:pt x="7657" y="3371"/>
                  <a:pt x="7657" y="3151"/>
                </a:cubicBezTo>
                <a:lnTo>
                  <a:pt x="7657" y="1040"/>
                </a:lnTo>
                <a:lnTo>
                  <a:pt x="7625" y="1040"/>
                </a:lnTo>
                <a:cubicBezTo>
                  <a:pt x="7625" y="441"/>
                  <a:pt x="7153" y="0"/>
                  <a:pt x="65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3" name="Google Shape;4253;p26"/>
          <p:cNvSpPr/>
          <p:nvPr/>
        </p:nvSpPr>
        <p:spPr>
          <a:xfrm>
            <a:off x="8294765" y="1522625"/>
            <a:ext cx="91045" cy="126208"/>
          </a:xfrm>
          <a:custGeom>
            <a:rect b="b" l="l" r="r" t="t"/>
            <a:pathLst>
              <a:path extrusionOk="0" h="3844" w="2773">
                <a:moveTo>
                  <a:pt x="2143" y="0"/>
                </a:moveTo>
                <a:cubicBezTo>
                  <a:pt x="1008" y="0"/>
                  <a:pt x="63" y="945"/>
                  <a:pt x="63" y="2080"/>
                </a:cubicBezTo>
                <a:cubicBezTo>
                  <a:pt x="0" y="2804"/>
                  <a:pt x="378" y="3434"/>
                  <a:pt x="914" y="3844"/>
                </a:cubicBezTo>
                <a:cubicBezTo>
                  <a:pt x="788" y="3529"/>
                  <a:pt x="725" y="3151"/>
                  <a:pt x="725" y="2804"/>
                </a:cubicBezTo>
                <a:cubicBezTo>
                  <a:pt x="725" y="1544"/>
                  <a:pt x="1576" y="473"/>
                  <a:pt x="2773" y="126"/>
                </a:cubicBezTo>
                <a:cubicBezTo>
                  <a:pt x="2584" y="63"/>
                  <a:pt x="2332" y="0"/>
                  <a:pt x="21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4" name="Google Shape;4254;p26"/>
          <p:cNvSpPr/>
          <p:nvPr/>
        </p:nvSpPr>
        <p:spPr>
          <a:xfrm>
            <a:off x="8340269" y="1546393"/>
            <a:ext cx="137601" cy="136583"/>
          </a:xfrm>
          <a:custGeom>
            <a:rect b="b" l="l" r="r" t="t"/>
            <a:pathLst>
              <a:path extrusionOk="0" h="4160" w="4191">
                <a:moveTo>
                  <a:pt x="2080" y="694"/>
                </a:moveTo>
                <a:cubicBezTo>
                  <a:pt x="2836" y="694"/>
                  <a:pt x="3466" y="1324"/>
                  <a:pt x="3466" y="2080"/>
                </a:cubicBezTo>
                <a:cubicBezTo>
                  <a:pt x="3466" y="2364"/>
                  <a:pt x="3403" y="2584"/>
                  <a:pt x="3246" y="2836"/>
                </a:cubicBezTo>
                <a:lnTo>
                  <a:pt x="1292" y="915"/>
                </a:lnTo>
                <a:cubicBezTo>
                  <a:pt x="1576" y="788"/>
                  <a:pt x="1828" y="694"/>
                  <a:pt x="2080" y="694"/>
                </a:cubicBezTo>
                <a:close/>
                <a:moveTo>
                  <a:pt x="2111" y="1"/>
                </a:moveTo>
                <a:cubicBezTo>
                  <a:pt x="946" y="1"/>
                  <a:pt x="1" y="946"/>
                  <a:pt x="1" y="2080"/>
                </a:cubicBezTo>
                <a:cubicBezTo>
                  <a:pt x="1" y="3214"/>
                  <a:pt x="946" y="4160"/>
                  <a:pt x="2111" y="4160"/>
                </a:cubicBezTo>
                <a:cubicBezTo>
                  <a:pt x="3246" y="4160"/>
                  <a:pt x="4191" y="3214"/>
                  <a:pt x="4191" y="2080"/>
                </a:cubicBezTo>
                <a:cubicBezTo>
                  <a:pt x="4191" y="946"/>
                  <a:pt x="3246" y="1"/>
                  <a:pt x="211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5" name="Google Shape;4255;p26"/>
          <p:cNvSpPr/>
          <p:nvPr/>
        </p:nvSpPr>
        <p:spPr>
          <a:xfrm>
            <a:off x="8455079" y="1479189"/>
            <a:ext cx="45539" cy="113797"/>
          </a:xfrm>
          <a:custGeom>
            <a:rect b="b" l="l" r="r" t="t"/>
            <a:pathLst>
              <a:path extrusionOk="0" h="3466" w="1387">
                <a:moveTo>
                  <a:pt x="1" y="0"/>
                </a:moveTo>
                <a:lnTo>
                  <a:pt x="1" y="1764"/>
                </a:lnTo>
                <a:cubicBezTo>
                  <a:pt x="631" y="2111"/>
                  <a:pt x="1072" y="2709"/>
                  <a:pt x="1261" y="3466"/>
                </a:cubicBezTo>
                <a:lnTo>
                  <a:pt x="1387" y="3466"/>
                </a:lnTo>
                <a:lnTo>
                  <a:pt x="138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6" name="Google Shape;4256;p26"/>
          <p:cNvSpPr/>
          <p:nvPr/>
        </p:nvSpPr>
        <p:spPr>
          <a:xfrm>
            <a:off x="8478882" y="1994043"/>
            <a:ext cx="22786" cy="22819"/>
          </a:xfrm>
          <a:custGeom>
            <a:rect b="b" l="l" r="r" t="t"/>
            <a:pathLst>
              <a:path extrusionOk="0" h="69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694"/>
                  <a:pt x="347" y="694"/>
                </a:cubicBezTo>
                <a:cubicBezTo>
                  <a:pt x="536" y="694"/>
                  <a:pt x="693" y="537"/>
                  <a:pt x="693" y="347"/>
                </a:cubicBezTo>
                <a:cubicBezTo>
                  <a:pt x="693" y="158"/>
                  <a:pt x="504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7" name="Google Shape;4257;p26"/>
          <p:cNvSpPr/>
          <p:nvPr/>
        </p:nvSpPr>
        <p:spPr>
          <a:xfrm>
            <a:off x="8614376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726"/>
                  <a:pt x="347" y="726"/>
                </a:cubicBezTo>
                <a:lnTo>
                  <a:pt x="1765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6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8" name="Google Shape;4258;p26"/>
          <p:cNvSpPr/>
          <p:nvPr/>
        </p:nvSpPr>
        <p:spPr>
          <a:xfrm>
            <a:off x="8294765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lnTo>
                  <a:pt x="1796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9" name="Google Shape;4259;p26"/>
          <p:cNvSpPr/>
          <p:nvPr/>
        </p:nvSpPr>
        <p:spPr>
          <a:xfrm>
            <a:off x="8477831" y="1810977"/>
            <a:ext cx="22786" cy="69342"/>
          </a:xfrm>
          <a:custGeom>
            <a:rect b="b" l="l" r="r" t="t"/>
            <a:pathLst>
              <a:path extrusionOk="0" h="2112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65"/>
                </a:lnTo>
                <a:cubicBezTo>
                  <a:pt x="1" y="1954"/>
                  <a:pt x="158" y="2111"/>
                  <a:pt x="347" y="2111"/>
                </a:cubicBezTo>
                <a:cubicBezTo>
                  <a:pt x="536" y="2111"/>
                  <a:pt x="694" y="1954"/>
                  <a:pt x="694" y="1765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26"/>
          <p:cNvSpPr/>
          <p:nvPr/>
        </p:nvSpPr>
        <p:spPr>
          <a:xfrm>
            <a:off x="8349593" y="1865805"/>
            <a:ext cx="55881" cy="53812"/>
          </a:xfrm>
          <a:custGeom>
            <a:rect b="b" l="l" r="r" t="t"/>
            <a:pathLst>
              <a:path extrusionOk="0" h="1639" w="1702">
                <a:moveTo>
                  <a:pt x="351" y="0"/>
                </a:moveTo>
                <a:cubicBezTo>
                  <a:pt x="260" y="0"/>
                  <a:pt x="173" y="32"/>
                  <a:pt x="126" y="95"/>
                </a:cubicBezTo>
                <a:cubicBezTo>
                  <a:pt x="0" y="221"/>
                  <a:pt x="0" y="441"/>
                  <a:pt x="126" y="567"/>
                </a:cubicBezTo>
                <a:lnTo>
                  <a:pt x="1103" y="1544"/>
                </a:lnTo>
                <a:cubicBezTo>
                  <a:pt x="1166" y="1607"/>
                  <a:pt x="1252" y="1639"/>
                  <a:pt x="1339" y="1639"/>
                </a:cubicBezTo>
                <a:cubicBezTo>
                  <a:pt x="1426" y="1639"/>
                  <a:pt x="1512" y="1607"/>
                  <a:pt x="1575" y="1544"/>
                </a:cubicBezTo>
                <a:cubicBezTo>
                  <a:pt x="1701" y="1418"/>
                  <a:pt x="1701" y="1198"/>
                  <a:pt x="1575" y="1071"/>
                </a:cubicBezTo>
                <a:lnTo>
                  <a:pt x="599" y="95"/>
                </a:lnTo>
                <a:cubicBezTo>
                  <a:pt x="536" y="32"/>
                  <a:pt x="441" y="0"/>
                  <a:pt x="3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1" name="Google Shape;4261;p26"/>
          <p:cNvSpPr/>
          <p:nvPr/>
        </p:nvSpPr>
        <p:spPr>
          <a:xfrm>
            <a:off x="8574026" y="1865805"/>
            <a:ext cx="56932" cy="53812"/>
          </a:xfrm>
          <a:custGeom>
            <a:rect b="b" l="l" r="r" t="t"/>
            <a:pathLst>
              <a:path extrusionOk="0" h="1639" w="1734">
                <a:moveTo>
                  <a:pt x="1351" y="0"/>
                </a:moveTo>
                <a:cubicBezTo>
                  <a:pt x="1261" y="0"/>
                  <a:pt x="1166" y="32"/>
                  <a:pt x="1103" y="95"/>
                </a:cubicBezTo>
                <a:lnTo>
                  <a:pt x="127" y="1071"/>
                </a:lnTo>
                <a:cubicBezTo>
                  <a:pt x="1" y="1198"/>
                  <a:pt x="1" y="1418"/>
                  <a:pt x="127" y="1544"/>
                </a:cubicBezTo>
                <a:cubicBezTo>
                  <a:pt x="190" y="1607"/>
                  <a:pt x="284" y="1639"/>
                  <a:pt x="375" y="1639"/>
                </a:cubicBezTo>
                <a:cubicBezTo>
                  <a:pt x="465" y="1639"/>
                  <a:pt x="552" y="1607"/>
                  <a:pt x="599" y="1544"/>
                </a:cubicBezTo>
                <a:lnTo>
                  <a:pt x="1576" y="567"/>
                </a:lnTo>
                <a:cubicBezTo>
                  <a:pt x="1733" y="441"/>
                  <a:pt x="1733" y="221"/>
                  <a:pt x="1576" y="95"/>
                </a:cubicBezTo>
                <a:cubicBezTo>
                  <a:pt x="1529" y="32"/>
                  <a:pt x="1442" y="0"/>
                  <a:pt x="13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2" name="Google Shape;4262;p26"/>
          <p:cNvSpPr/>
          <p:nvPr/>
        </p:nvSpPr>
        <p:spPr>
          <a:xfrm>
            <a:off x="8362004" y="2129570"/>
            <a:ext cx="252416" cy="46556"/>
          </a:xfrm>
          <a:custGeom>
            <a:rect b="b" l="l" r="r" t="t"/>
            <a:pathLst>
              <a:path extrusionOk="0" h="1418" w="768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lnTo>
                  <a:pt x="0" y="1071"/>
                </a:lnTo>
                <a:cubicBezTo>
                  <a:pt x="0" y="1260"/>
                  <a:pt x="158" y="1418"/>
                  <a:pt x="378" y="1418"/>
                </a:cubicBezTo>
                <a:lnTo>
                  <a:pt x="7309" y="1418"/>
                </a:lnTo>
                <a:cubicBezTo>
                  <a:pt x="7530" y="1418"/>
                  <a:pt x="7687" y="1260"/>
                  <a:pt x="7687" y="1071"/>
                </a:cubicBezTo>
                <a:lnTo>
                  <a:pt x="7687" y="725"/>
                </a:lnTo>
                <a:cubicBezTo>
                  <a:pt x="7687" y="315"/>
                  <a:pt x="7372" y="0"/>
                  <a:pt x="69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3" name="Google Shape;4263;p26"/>
          <p:cNvSpPr/>
          <p:nvPr/>
        </p:nvSpPr>
        <p:spPr>
          <a:xfrm>
            <a:off x="8386823" y="1904086"/>
            <a:ext cx="201723" cy="203791"/>
          </a:xfrm>
          <a:custGeom>
            <a:rect b="b" l="l" r="r" t="t"/>
            <a:pathLst>
              <a:path extrusionOk="0" h="6207" w="6144">
                <a:moveTo>
                  <a:pt x="3025" y="0"/>
                </a:moveTo>
                <a:cubicBezTo>
                  <a:pt x="1355" y="0"/>
                  <a:pt x="0" y="1355"/>
                  <a:pt x="0" y="3087"/>
                </a:cubicBezTo>
                <a:lnTo>
                  <a:pt x="0" y="6206"/>
                </a:lnTo>
                <a:lnTo>
                  <a:pt x="2773" y="6206"/>
                </a:lnTo>
                <a:lnTo>
                  <a:pt x="2773" y="4064"/>
                </a:lnTo>
                <a:cubicBezTo>
                  <a:pt x="2363" y="3938"/>
                  <a:pt x="2048" y="3560"/>
                  <a:pt x="2048" y="3087"/>
                </a:cubicBezTo>
                <a:cubicBezTo>
                  <a:pt x="2048" y="2489"/>
                  <a:pt x="2521" y="2079"/>
                  <a:pt x="3088" y="2079"/>
                </a:cubicBezTo>
                <a:cubicBezTo>
                  <a:pt x="3655" y="2079"/>
                  <a:pt x="4096" y="2552"/>
                  <a:pt x="4096" y="3087"/>
                </a:cubicBezTo>
                <a:cubicBezTo>
                  <a:pt x="4096" y="3529"/>
                  <a:pt x="3812" y="3938"/>
                  <a:pt x="3403" y="4064"/>
                </a:cubicBezTo>
                <a:lnTo>
                  <a:pt x="3403" y="6206"/>
                </a:lnTo>
                <a:lnTo>
                  <a:pt x="6144" y="6206"/>
                </a:lnTo>
                <a:lnTo>
                  <a:pt x="6144" y="3087"/>
                </a:lnTo>
                <a:cubicBezTo>
                  <a:pt x="6144" y="1355"/>
                  <a:pt x="4726" y="0"/>
                  <a:pt x="30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4" name="Google Shape;4264;p26"/>
          <p:cNvSpPr/>
          <p:nvPr/>
        </p:nvSpPr>
        <p:spPr>
          <a:xfrm>
            <a:off x="8498514" y="2295301"/>
            <a:ext cx="188294" cy="180809"/>
          </a:xfrm>
          <a:custGeom>
            <a:rect b="b" l="l" r="r" t="t"/>
            <a:pathLst>
              <a:path extrusionOk="0" h="5507" w="5735">
                <a:moveTo>
                  <a:pt x="1123" y="1"/>
                </a:moveTo>
                <a:cubicBezTo>
                  <a:pt x="859" y="1"/>
                  <a:pt x="599" y="103"/>
                  <a:pt x="410" y="308"/>
                </a:cubicBezTo>
                <a:cubicBezTo>
                  <a:pt x="1" y="686"/>
                  <a:pt x="1" y="1379"/>
                  <a:pt x="410" y="1757"/>
                </a:cubicBezTo>
                <a:lnTo>
                  <a:pt x="3813" y="5191"/>
                </a:lnTo>
                <a:cubicBezTo>
                  <a:pt x="4033" y="5380"/>
                  <a:pt x="4285" y="5506"/>
                  <a:pt x="4569" y="5506"/>
                </a:cubicBezTo>
                <a:cubicBezTo>
                  <a:pt x="4853" y="5506"/>
                  <a:pt x="5136" y="5380"/>
                  <a:pt x="5325" y="5191"/>
                </a:cubicBezTo>
                <a:cubicBezTo>
                  <a:pt x="5735" y="4781"/>
                  <a:pt x="5735" y="4120"/>
                  <a:pt x="5325" y="3742"/>
                </a:cubicBezTo>
                <a:lnTo>
                  <a:pt x="1860" y="308"/>
                </a:lnTo>
                <a:cubicBezTo>
                  <a:pt x="1655" y="103"/>
                  <a:pt x="1387" y="1"/>
                  <a:pt x="11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5" name="Google Shape;4265;p26"/>
          <p:cNvSpPr/>
          <p:nvPr/>
        </p:nvSpPr>
        <p:spPr>
          <a:xfrm>
            <a:off x="8292697" y="2626040"/>
            <a:ext cx="56932" cy="57949"/>
          </a:xfrm>
          <a:custGeom>
            <a:rect b="b" l="l" r="r" t="t"/>
            <a:pathLst>
              <a:path extrusionOk="0" h="1765" w="1734">
                <a:moveTo>
                  <a:pt x="756" y="0"/>
                </a:moveTo>
                <a:lnTo>
                  <a:pt x="221" y="630"/>
                </a:lnTo>
                <a:cubicBezTo>
                  <a:pt x="95" y="756"/>
                  <a:pt x="0" y="945"/>
                  <a:pt x="0" y="1103"/>
                </a:cubicBezTo>
                <a:cubicBezTo>
                  <a:pt x="0" y="1292"/>
                  <a:pt x="95" y="1449"/>
                  <a:pt x="221" y="1575"/>
                </a:cubicBezTo>
                <a:cubicBezTo>
                  <a:pt x="347" y="1702"/>
                  <a:pt x="536" y="1765"/>
                  <a:pt x="693" y="1765"/>
                </a:cubicBezTo>
                <a:cubicBezTo>
                  <a:pt x="882" y="1765"/>
                  <a:pt x="1040" y="1702"/>
                  <a:pt x="1166" y="1575"/>
                </a:cubicBezTo>
                <a:lnTo>
                  <a:pt x="1733" y="977"/>
                </a:lnTo>
                <a:lnTo>
                  <a:pt x="75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6" name="Google Shape;4266;p26"/>
          <p:cNvSpPr/>
          <p:nvPr/>
        </p:nvSpPr>
        <p:spPr>
          <a:xfrm>
            <a:off x="8337183" y="2369531"/>
            <a:ext cx="271032" cy="273101"/>
          </a:xfrm>
          <a:custGeom>
            <a:rect b="b" l="l" r="r" t="t"/>
            <a:pathLst>
              <a:path extrusionOk="0" h="8318" w="8255">
                <a:moveTo>
                  <a:pt x="4285" y="2457"/>
                </a:moveTo>
                <a:lnTo>
                  <a:pt x="5797" y="3938"/>
                </a:lnTo>
                <a:lnTo>
                  <a:pt x="5261" y="4474"/>
                </a:lnTo>
                <a:cubicBezTo>
                  <a:pt x="4868" y="4868"/>
                  <a:pt x="4342" y="5064"/>
                  <a:pt x="3814" y="5064"/>
                </a:cubicBezTo>
                <a:cubicBezTo>
                  <a:pt x="3708" y="5064"/>
                  <a:pt x="3602" y="5057"/>
                  <a:pt x="3497" y="5041"/>
                </a:cubicBezTo>
                <a:lnTo>
                  <a:pt x="3214" y="5009"/>
                </a:lnTo>
                <a:lnTo>
                  <a:pt x="3182" y="4726"/>
                </a:lnTo>
                <a:cubicBezTo>
                  <a:pt x="3119" y="4096"/>
                  <a:pt x="3308" y="3434"/>
                  <a:pt x="3781" y="2962"/>
                </a:cubicBezTo>
                <a:lnTo>
                  <a:pt x="4285" y="2457"/>
                </a:lnTo>
                <a:close/>
                <a:moveTo>
                  <a:pt x="4789" y="0"/>
                </a:moveTo>
                <a:lnTo>
                  <a:pt x="3056" y="1796"/>
                </a:lnTo>
                <a:cubicBezTo>
                  <a:pt x="2174" y="2678"/>
                  <a:pt x="1733" y="4001"/>
                  <a:pt x="1890" y="5261"/>
                </a:cubicBezTo>
                <a:lnTo>
                  <a:pt x="1922" y="5419"/>
                </a:lnTo>
                <a:lnTo>
                  <a:pt x="0" y="7341"/>
                </a:lnTo>
                <a:lnTo>
                  <a:pt x="977" y="8317"/>
                </a:lnTo>
                <a:lnTo>
                  <a:pt x="2898" y="6396"/>
                </a:lnTo>
                <a:lnTo>
                  <a:pt x="3056" y="6427"/>
                </a:lnTo>
                <a:cubicBezTo>
                  <a:pt x="3214" y="6459"/>
                  <a:pt x="3371" y="6459"/>
                  <a:pt x="3592" y="6459"/>
                </a:cubicBezTo>
                <a:cubicBezTo>
                  <a:pt x="4694" y="6459"/>
                  <a:pt x="5734" y="6049"/>
                  <a:pt x="6522" y="5261"/>
                </a:cubicBezTo>
                <a:lnTo>
                  <a:pt x="8254" y="3466"/>
                </a:lnTo>
                <a:lnTo>
                  <a:pt x="7278" y="2489"/>
                </a:lnTo>
                <a:lnTo>
                  <a:pt x="6301" y="3466"/>
                </a:lnTo>
                <a:lnTo>
                  <a:pt x="4852" y="2016"/>
                </a:lnTo>
                <a:lnTo>
                  <a:pt x="5828" y="1040"/>
                </a:lnTo>
                <a:lnTo>
                  <a:pt x="478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7" name="Google Shape;4267;p26"/>
          <p:cNvSpPr/>
          <p:nvPr/>
        </p:nvSpPr>
        <p:spPr>
          <a:xfrm>
            <a:off x="6899737" y="2825788"/>
            <a:ext cx="251366" cy="46589"/>
          </a:xfrm>
          <a:custGeom>
            <a:rect b="b" l="l" r="r" t="t"/>
            <a:pathLst>
              <a:path extrusionOk="0" h="1419" w="7656">
                <a:moveTo>
                  <a:pt x="1040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1418"/>
                </a:lnTo>
                <a:lnTo>
                  <a:pt x="7656" y="1418"/>
                </a:lnTo>
                <a:lnTo>
                  <a:pt x="7656" y="1040"/>
                </a:lnTo>
                <a:lnTo>
                  <a:pt x="7593" y="1040"/>
                </a:lnTo>
                <a:cubicBezTo>
                  <a:pt x="7593" y="442"/>
                  <a:pt x="7120" y="1"/>
                  <a:pt x="65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8" name="Google Shape;4268;p26"/>
          <p:cNvSpPr/>
          <p:nvPr/>
        </p:nvSpPr>
        <p:spPr>
          <a:xfrm>
            <a:off x="6966974" y="2941649"/>
            <a:ext cx="113797" cy="113797"/>
          </a:xfrm>
          <a:custGeom>
            <a:rect b="b" l="l" r="r" t="t"/>
            <a:pathLst>
              <a:path extrusionOk="0" h="3466" w="3466">
                <a:moveTo>
                  <a:pt x="1386" y="0"/>
                </a:moveTo>
                <a:lnTo>
                  <a:pt x="1386" y="1008"/>
                </a:lnTo>
                <a:cubicBezTo>
                  <a:pt x="1386" y="1197"/>
                  <a:pt x="1229" y="1355"/>
                  <a:pt x="1008" y="1355"/>
                </a:cubicBezTo>
                <a:lnTo>
                  <a:pt x="0" y="1355"/>
                </a:lnTo>
                <a:lnTo>
                  <a:pt x="0" y="2079"/>
                </a:lnTo>
                <a:lnTo>
                  <a:pt x="1008" y="2079"/>
                </a:lnTo>
                <a:cubicBezTo>
                  <a:pt x="1229" y="2079"/>
                  <a:pt x="1386" y="2237"/>
                  <a:pt x="1386" y="2426"/>
                </a:cubicBezTo>
                <a:lnTo>
                  <a:pt x="1386" y="3466"/>
                </a:lnTo>
                <a:lnTo>
                  <a:pt x="2079" y="3466"/>
                </a:lnTo>
                <a:lnTo>
                  <a:pt x="2079" y="2426"/>
                </a:lnTo>
                <a:cubicBezTo>
                  <a:pt x="2079" y="2237"/>
                  <a:pt x="2237" y="2079"/>
                  <a:pt x="2426" y="2079"/>
                </a:cubicBezTo>
                <a:lnTo>
                  <a:pt x="3466" y="2079"/>
                </a:lnTo>
                <a:lnTo>
                  <a:pt x="3466" y="1355"/>
                </a:lnTo>
                <a:lnTo>
                  <a:pt x="2426" y="1355"/>
                </a:lnTo>
                <a:cubicBezTo>
                  <a:pt x="2237" y="1355"/>
                  <a:pt x="2079" y="1197"/>
                  <a:pt x="2079" y="1008"/>
                </a:cubicBezTo>
                <a:lnTo>
                  <a:pt x="20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9" name="Google Shape;4269;p26"/>
          <p:cNvSpPr/>
          <p:nvPr/>
        </p:nvSpPr>
        <p:spPr>
          <a:xfrm>
            <a:off x="6898686" y="3122647"/>
            <a:ext cx="250348" cy="90060"/>
          </a:xfrm>
          <a:custGeom>
            <a:rect b="b" l="l" r="r" t="t"/>
            <a:pathLst>
              <a:path extrusionOk="0" h="2743" w="7625">
                <a:moveTo>
                  <a:pt x="4159" y="694"/>
                </a:moveTo>
                <a:cubicBezTo>
                  <a:pt x="4348" y="694"/>
                  <a:pt x="4506" y="851"/>
                  <a:pt x="4506" y="1040"/>
                </a:cubicBezTo>
                <a:cubicBezTo>
                  <a:pt x="4506" y="1261"/>
                  <a:pt x="4348" y="1418"/>
                  <a:pt x="4159" y="1418"/>
                </a:cubicBezTo>
                <a:lnTo>
                  <a:pt x="3466" y="1418"/>
                </a:lnTo>
                <a:cubicBezTo>
                  <a:pt x="3246" y="1418"/>
                  <a:pt x="3088" y="1261"/>
                  <a:pt x="3088" y="1040"/>
                </a:cubicBezTo>
                <a:cubicBezTo>
                  <a:pt x="3088" y="851"/>
                  <a:pt x="3246" y="694"/>
                  <a:pt x="3466" y="694"/>
                </a:cubicBezTo>
                <a:close/>
                <a:moveTo>
                  <a:pt x="1" y="0"/>
                </a:moveTo>
                <a:lnTo>
                  <a:pt x="1" y="1733"/>
                </a:lnTo>
                <a:cubicBezTo>
                  <a:pt x="1" y="2300"/>
                  <a:pt x="473" y="2741"/>
                  <a:pt x="1009" y="2741"/>
                </a:cubicBezTo>
                <a:lnTo>
                  <a:pt x="6554" y="2741"/>
                </a:lnTo>
                <a:cubicBezTo>
                  <a:pt x="6573" y="2742"/>
                  <a:pt x="6592" y="2743"/>
                  <a:pt x="6610" y="2743"/>
                </a:cubicBezTo>
                <a:cubicBezTo>
                  <a:pt x="7182" y="2743"/>
                  <a:pt x="7625" y="2282"/>
                  <a:pt x="7625" y="1733"/>
                </a:cubicBezTo>
                <a:lnTo>
                  <a:pt x="76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0" name="Google Shape;4270;p26"/>
          <p:cNvSpPr/>
          <p:nvPr/>
        </p:nvSpPr>
        <p:spPr>
          <a:xfrm>
            <a:off x="6898686" y="2895095"/>
            <a:ext cx="250348" cy="204842"/>
          </a:xfrm>
          <a:custGeom>
            <a:rect b="b" l="l" r="r" t="t"/>
            <a:pathLst>
              <a:path extrusionOk="0" h="6239" w="7625">
                <a:moveTo>
                  <a:pt x="4506" y="693"/>
                </a:moveTo>
                <a:cubicBezTo>
                  <a:pt x="4727" y="693"/>
                  <a:pt x="4884" y="851"/>
                  <a:pt x="4884" y="1040"/>
                </a:cubicBezTo>
                <a:lnTo>
                  <a:pt x="4884" y="2080"/>
                </a:lnTo>
                <a:lnTo>
                  <a:pt x="5892" y="2080"/>
                </a:lnTo>
                <a:cubicBezTo>
                  <a:pt x="6081" y="2080"/>
                  <a:pt x="6239" y="2237"/>
                  <a:pt x="6239" y="2426"/>
                </a:cubicBezTo>
                <a:lnTo>
                  <a:pt x="6239" y="3812"/>
                </a:lnTo>
                <a:cubicBezTo>
                  <a:pt x="6239" y="4001"/>
                  <a:pt x="6081" y="4159"/>
                  <a:pt x="5892" y="4159"/>
                </a:cubicBezTo>
                <a:lnTo>
                  <a:pt x="4884" y="4159"/>
                </a:lnTo>
                <a:lnTo>
                  <a:pt x="4884" y="5199"/>
                </a:lnTo>
                <a:cubicBezTo>
                  <a:pt x="4884" y="5388"/>
                  <a:pt x="4727" y="5545"/>
                  <a:pt x="4506" y="5545"/>
                </a:cubicBezTo>
                <a:lnTo>
                  <a:pt x="3151" y="5545"/>
                </a:lnTo>
                <a:cubicBezTo>
                  <a:pt x="2931" y="5545"/>
                  <a:pt x="2773" y="5388"/>
                  <a:pt x="2773" y="5199"/>
                </a:cubicBezTo>
                <a:lnTo>
                  <a:pt x="2773" y="4159"/>
                </a:lnTo>
                <a:lnTo>
                  <a:pt x="1765" y="4159"/>
                </a:lnTo>
                <a:cubicBezTo>
                  <a:pt x="1576" y="4159"/>
                  <a:pt x="1419" y="4001"/>
                  <a:pt x="1419" y="3812"/>
                </a:cubicBezTo>
                <a:lnTo>
                  <a:pt x="1419" y="2426"/>
                </a:lnTo>
                <a:cubicBezTo>
                  <a:pt x="1419" y="2237"/>
                  <a:pt x="1576" y="2080"/>
                  <a:pt x="1765" y="2080"/>
                </a:cubicBezTo>
                <a:lnTo>
                  <a:pt x="2773" y="2080"/>
                </a:lnTo>
                <a:lnTo>
                  <a:pt x="2773" y="1040"/>
                </a:lnTo>
                <a:cubicBezTo>
                  <a:pt x="2773" y="851"/>
                  <a:pt x="2931" y="693"/>
                  <a:pt x="3151" y="693"/>
                </a:cubicBezTo>
                <a:close/>
                <a:moveTo>
                  <a:pt x="1" y="0"/>
                </a:moveTo>
                <a:lnTo>
                  <a:pt x="1" y="6238"/>
                </a:lnTo>
                <a:lnTo>
                  <a:pt x="7625" y="6238"/>
                </a:lnTo>
                <a:lnTo>
                  <a:pt x="76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1" name="Google Shape;4271;p26"/>
          <p:cNvSpPr/>
          <p:nvPr/>
        </p:nvSpPr>
        <p:spPr>
          <a:xfrm>
            <a:off x="6852148" y="3433948"/>
            <a:ext cx="346547" cy="307247"/>
          </a:xfrm>
          <a:custGeom>
            <a:rect b="b" l="l" r="r" t="t"/>
            <a:pathLst>
              <a:path extrusionOk="0" h="9358" w="10555">
                <a:moveTo>
                  <a:pt x="1701" y="3119"/>
                </a:moveTo>
                <a:cubicBezTo>
                  <a:pt x="1890" y="3119"/>
                  <a:pt x="2048" y="3277"/>
                  <a:pt x="2048" y="3466"/>
                </a:cubicBezTo>
                <a:lnTo>
                  <a:pt x="2048" y="4159"/>
                </a:lnTo>
                <a:cubicBezTo>
                  <a:pt x="2048" y="4379"/>
                  <a:pt x="2205" y="4537"/>
                  <a:pt x="2394" y="4537"/>
                </a:cubicBezTo>
                <a:lnTo>
                  <a:pt x="3119" y="4537"/>
                </a:lnTo>
                <a:cubicBezTo>
                  <a:pt x="3308" y="4537"/>
                  <a:pt x="3466" y="4663"/>
                  <a:pt x="3466" y="4883"/>
                </a:cubicBezTo>
                <a:cubicBezTo>
                  <a:pt x="3466" y="5072"/>
                  <a:pt x="3308" y="5230"/>
                  <a:pt x="3119" y="5230"/>
                </a:cubicBezTo>
                <a:lnTo>
                  <a:pt x="2394" y="5230"/>
                </a:lnTo>
                <a:cubicBezTo>
                  <a:pt x="1796" y="5198"/>
                  <a:pt x="1323" y="4726"/>
                  <a:pt x="1323" y="4159"/>
                </a:cubicBezTo>
                <a:lnTo>
                  <a:pt x="1323" y="3466"/>
                </a:lnTo>
                <a:cubicBezTo>
                  <a:pt x="1323" y="3277"/>
                  <a:pt x="1512" y="3119"/>
                  <a:pt x="1701" y="3119"/>
                </a:cubicBezTo>
                <a:close/>
                <a:moveTo>
                  <a:pt x="3781" y="6585"/>
                </a:moveTo>
                <a:lnTo>
                  <a:pt x="3781" y="6931"/>
                </a:lnTo>
                <a:cubicBezTo>
                  <a:pt x="3781" y="7120"/>
                  <a:pt x="3623" y="7278"/>
                  <a:pt x="3434" y="7278"/>
                </a:cubicBezTo>
                <a:cubicBezTo>
                  <a:pt x="3214" y="7278"/>
                  <a:pt x="3056" y="7120"/>
                  <a:pt x="3056" y="6931"/>
                </a:cubicBezTo>
                <a:lnTo>
                  <a:pt x="3056" y="6585"/>
                </a:lnTo>
                <a:close/>
                <a:moveTo>
                  <a:pt x="6900" y="0"/>
                </a:moveTo>
                <a:cubicBezTo>
                  <a:pt x="5986" y="0"/>
                  <a:pt x="5293" y="693"/>
                  <a:pt x="5293" y="1607"/>
                </a:cubicBezTo>
                <a:cubicBezTo>
                  <a:pt x="5293" y="2363"/>
                  <a:pt x="5765" y="2741"/>
                  <a:pt x="6238" y="3182"/>
                </a:cubicBezTo>
                <a:lnTo>
                  <a:pt x="7561" y="4379"/>
                </a:lnTo>
                <a:lnTo>
                  <a:pt x="7561" y="7624"/>
                </a:lnTo>
                <a:cubicBezTo>
                  <a:pt x="7561" y="8223"/>
                  <a:pt x="7089" y="8664"/>
                  <a:pt x="6553" y="8664"/>
                </a:cubicBezTo>
                <a:lnTo>
                  <a:pt x="4820" y="8664"/>
                </a:lnTo>
                <a:cubicBezTo>
                  <a:pt x="4348" y="8664"/>
                  <a:pt x="3938" y="8349"/>
                  <a:pt x="3812" y="7876"/>
                </a:cubicBezTo>
                <a:cubicBezTo>
                  <a:pt x="4222" y="7719"/>
                  <a:pt x="4505" y="7372"/>
                  <a:pt x="4505" y="6931"/>
                </a:cubicBezTo>
                <a:lnTo>
                  <a:pt x="4505" y="6585"/>
                </a:lnTo>
                <a:lnTo>
                  <a:pt x="5198" y="6585"/>
                </a:lnTo>
                <a:cubicBezTo>
                  <a:pt x="6144" y="6585"/>
                  <a:pt x="6931" y="5797"/>
                  <a:pt x="6931" y="4852"/>
                </a:cubicBezTo>
                <a:lnTo>
                  <a:pt x="6931" y="4631"/>
                </a:lnTo>
                <a:lnTo>
                  <a:pt x="5829" y="3686"/>
                </a:lnTo>
                <a:cubicBezTo>
                  <a:pt x="5671" y="3529"/>
                  <a:pt x="5482" y="3371"/>
                  <a:pt x="5293" y="3182"/>
                </a:cubicBezTo>
                <a:cubicBezTo>
                  <a:pt x="4568" y="3151"/>
                  <a:pt x="3875" y="2899"/>
                  <a:pt x="3182" y="2332"/>
                </a:cubicBezTo>
                <a:cubicBezTo>
                  <a:pt x="2720" y="1911"/>
                  <a:pt x="1880" y="1701"/>
                  <a:pt x="1091" y="1701"/>
                </a:cubicBezTo>
                <a:cubicBezTo>
                  <a:pt x="697" y="1701"/>
                  <a:pt x="315" y="1754"/>
                  <a:pt x="0" y="1859"/>
                </a:cubicBezTo>
                <a:lnTo>
                  <a:pt x="0" y="4883"/>
                </a:lnTo>
                <a:cubicBezTo>
                  <a:pt x="0" y="5829"/>
                  <a:pt x="788" y="6616"/>
                  <a:pt x="1733" y="6616"/>
                </a:cubicBezTo>
                <a:lnTo>
                  <a:pt x="2457" y="6616"/>
                </a:lnTo>
                <a:lnTo>
                  <a:pt x="2457" y="6963"/>
                </a:lnTo>
                <a:cubicBezTo>
                  <a:pt x="2394" y="7404"/>
                  <a:pt x="2678" y="7782"/>
                  <a:pt x="3119" y="7908"/>
                </a:cubicBezTo>
                <a:cubicBezTo>
                  <a:pt x="3277" y="8727"/>
                  <a:pt x="3970" y="9357"/>
                  <a:pt x="4820" y="9357"/>
                </a:cubicBezTo>
                <a:lnTo>
                  <a:pt x="6553" y="9357"/>
                </a:lnTo>
                <a:cubicBezTo>
                  <a:pt x="7498" y="9357"/>
                  <a:pt x="8286" y="8569"/>
                  <a:pt x="8286" y="7624"/>
                </a:cubicBezTo>
                <a:lnTo>
                  <a:pt x="8286" y="4379"/>
                </a:lnTo>
                <a:cubicBezTo>
                  <a:pt x="9294" y="3497"/>
                  <a:pt x="9546" y="3277"/>
                  <a:pt x="9546" y="3277"/>
                </a:cubicBezTo>
                <a:cubicBezTo>
                  <a:pt x="9987" y="2867"/>
                  <a:pt x="10554" y="2395"/>
                  <a:pt x="10554" y="1607"/>
                </a:cubicBezTo>
                <a:cubicBezTo>
                  <a:pt x="10554" y="693"/>
                  <a:pt x="9830" y="0"/>
                  <a:pt x="8948" y="0"/>
                </a:cubicBezTo>
                <a:cubicBezTo>
                  <a:pt x="8538" y="0"/>
                  <a:pt x="8191" y="126"/>
                  <a:pt x="7908" y="347"/>
                </a:cubicBezTo>
                <a:cubicBezTo>
                  <a:pt x="7656" y="95"/>
                  <a:pt x="7278" y="0"/>
                  <a:pt x="69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2" name="Google Shape;4272;p26"/>
          <p:cNvSpPr/>
          <p:nvPr/>
        </p:nvSpPr>
        <p:spPr>
          <a:xfrm>
            <a:off x="6851097" y="3353249"/>
            <a:ext cx="207961" cy="160387"/>
          </a:xfrm>
          <a:custGeom>
            <a:rect b="b" l="l" r="r" t="t"/>
            <a:pathLst>
              <a:path extrusionOk="0" h="4885" w="6334">
                <a:moveTo>
                  <a:pt x="3844" y="631"/>
                </a:moveTo>
                <a:cubicBezTo>
                  <a:pt x="4065" y="631"/>
                  <a:pt x="4222" y="788"/>
                  <a:pt x="4222" y="1009"/>
                </a:cubicBezTo>
                <a:lnTo>
                  <a:pt x="4222" y="1387"/>
                </a:lnTo>
                <a:lnTo>
                  <a:pt x="2773" y="1387"/>
                </a:lnTo>
                <a:lnTo>
                  <a:pt x="2773" y="1009"/>
                </a:lnTo>
                <a:cubicBezTo>
                  <a:pt x="2773" y="788"/>
                  <a:pt x="2931" y="631"/>
                  <a:pt x="3151" y="631"/>
                </a:cubicBezTo>
                <a:close/>
                <a:moveTo>
                  <a:pt x="3088" y="1"/>
                </a:moveTo>
                <a:cubicBezTo>
                  <a:pt x="2521" y="1"/>
                  <a:pt x="2080" y="473"/>
                  <a:pt x="2080" y="1040"/>
                </a:cubicBezTo>
                <a:lnTo>
                  <a:pt x="2080" y="1419"/>
                </a:lnTo>
                <a:lnTo>
                  <a:pt x="1733" y="1419"/>
                </a:lnTo>
                <a:cubicBezTo>
                  <a:pt x="788" y="1419"/>
                  <a:pt x="1" y="2206"/>
                  <a:pt x="1" y="3151"/>
                </a:cubicBezTo>
                <a:lnTo>
                  <a:pt x="1" y="3592"/>
                </a:lnTo>
                <a:cubicBezTo>
                  <a:pt x="332" y="3503"/>
                  <a:pt x="705" y="3459"/>
                  <a:pt x="1087" y="3459"/>
                </a:cubicBezTo>
                <a:cubicBezTo>
                  <a:pt x="2048" y="3459"/>
                  <a:pt x="3069" y="3736"/>
                  <a:pt x="3655" y="4254"/>
                </a:cubicBezTo>
                <a:cubicBezTo>
                  <a:pt x="4002" y="4569"/>
                  <a:pt x="4411" y="4758"/>
                  <a:pt x="4789" y="4884"/>
                </a:cubicBezTo>
                <a:cubicBezTo>
                  <a:pt x="4726" y="4664"/>
                  <a:pt x="4632" y="4380"/>
                  <a:pt x="4632" y="4096"/>
                </a:cubicBezTo>
                <a:cubicBezTo>
                  <a:pt x="4632" y="2994"/>
                  <a:pt x="5356" y="2112"/>
                  <a:pt x="6333" y="1860"/>
                </a:cubicBezTo>
                <a:cubicBezTo>
                  <a:pt x="6018" y="1576"/>
                  <a:pt x="5608" y="1419"/>
                  <a:pt x="5199" y="1419"/>
                </a:cubicBezTo>
                <a:lnTo>
                  <a:pt x="4821" y="1419"/>
                </a:lnTo>
                <a:lnTo>
                  <a:pt x="4821" y="1040"/>
                </a:lnTo>
                <a:cubicBezTo>
                  <a:pt x="4821" y="442"/>
                  <a:pt x="4348" y="1"/>
                  <a:pt x="3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3" name="Google Shape;4273;p26"/>
          <p:cNvSpPr/>
          <p:nvPr/>
        </p:nvSpPr>
        <p:spPr>
          <a:xfrm>
            <a:off x="6818507" y="3853401"/>
            <a:ext cx="413788" cy="379708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4" name="Google Shape;4274;p26"/>
          <p:cNvSpPr/>
          <p:nvPr/>
        </p:nvSpPr>
        <p:spPr>
          <a:xfrm>
            <a:off x="8387437" y="4191721"/>
            <a:ext cx="85890" cy="45539"/>
          </a:xfrm>
          <a:custGeom>
            <a:rect b="b" l="l" r="r" t="t"/>
            <a:pathLst>
              <a:path extrusionOk="0" h="1387" w="2616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85" y="1387"/>
                  <a:pt x="2615" y="851"/>
                  <a:pt x="25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5" name="Google Shape;4275;p26"/>
          <p:cNvSpPr/>
          <p:nvPr/>
        </p:nvSpPr>
        <p:spPr>
          <a:xfrm>
            <a:off x="8527067" y="3849491"/>
            <a:ext cx="107625" cy="320577"/>
          </a:xfrm>
          <a:custGeom>
            <a:rect b="b" l="l" r="r" t="t"/>
            <a:pathLst>
              <a:path extrusionOk="0" h="9764" w="3278">
                <a:moveTo>
                  <a:pt x="1198" y="5541"/>
                </a:moveTo>
                <a:cubicBezTo>
                  <a:pt x="1387" y="5604"/>
                  <a:pt x="1544" y="5699"/>
                  <a:pt x="1544" y="5888"/>
                </a:cubicBezTo>
                <a:lnTo>
                  <a:pt x="1576" y="6266"/>
                </a:lnTo>
                <a:lnTo>
                  <a:pt x="788" y="6266"/>
                </a:lnTo>
                <a:lnTo>
                  <a:pt x="788" y="5888"/>
                </a:lnTo>
                <a:cubicBezTo>
                  <a:pt x="788" y="5699"/>
                  <a:pt x="946" y="5541"/>
                  <a:pt x="1198" y="5541"/>
                </a:cubicBezTo>
                <a:close/>
                <a:moveTo>
                  <a:pt x="2885" y="0"/>
                </a:moveTo>
                <a:cubicBezTo>
                  <a:pt x="2798" y="0"/>
                  <a:pt x="2714" y="40"/>
                  <a:pt x="2647" y="123"/>
                </a:cubicBezTo>
                <a:lnTo>
                  <a:pt x="914" y="2202"/>
                </a:lnTo>
                <a:cubicBezTo>
                  <a:pt x="883" y="2296"/>
                  <a:pt x="820" y="2360"/>
                  <a:pt x="820" y="2454"/>
                </a:cubicBezTo>
                <a:lnTo>
                  <a:pt x="820" y="4974"/>
                </a:lnTo>
                <a:cubicBezTo>
                  <a:pt x="442" y="5069"/>
                  <a:pt x="127" y="5478"/>
                  <a:pt x="127" y="5920"/>
                </a:cubicBezTo>
                <a:lnTo>
                  <a:pt x="1" y="9763"/>
                </a:lnTo>
                <a:lnTo>
                  <a:pt x="2458" y="9763"/>
                </a:lnTo>
                <a:lnTo>
                  <a:pt x="2238" y="5857"/>
                </a:lnTo>
                <a:cubicBezTo>
                  <a:pt x="2206" y="5447"/>
                  <a:pt x="1923" y="5069"/>
                  <a:pt x="1513" y="4974"/>
                </a:cubicBezTo>
                <a:lnTo>
                  <a:pt x="1513" y="2549"/>
                </a:lnTo>
                <a:lnTo>
                  <a:pt x="3151" y="595"/>
                </a:lnTo>
                <a:cubicBezTo>
                  <a:pt x="3277" y="375"/>
                  <a:pt x="3277" y="186"/>
                  <a:pt x="3120" y="91"/>
                </a:cubicBezTo>
                <a:cubicBezTo>
                  <a:pt x="3045" y="32"/>
                  <a:pt x="2964" y="0"/>
                  <a:pt x="28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6" name="Google Shape;4276;p26"/>
          <p:cNvSpPr/>
          <p:nvPr/>
        </p:nvSpPr>
        <p:spPr>
          <a:xfrm>
            <a:off x="8370890" y="3849359"/>
            <a:ext cx="114848" cy="320708"/>
          </a:xfrm>
          <a:custGeom>
            <a:rect b="b" l="l" r="r" t="t"/>
            <a:pathLst>
              <a:path extrusionOk="0" h="9768" w="3498">
                <a:moveTo>
                  <a:pt x="1733" y="1355"/>
                </a:moveTo>
                <a:cubicBezTo>
                  <a:pt x="1922" y="1355"/>
                  <a:pt x="2080" y="1513"/>
                  <a:pt x="2080" y="1702"/>
                </a:cubicBezTo>
                <a:cubicBezTo>
                  <a:pt x="2080" y="1922"/>
                  <a:pt x="1922" y="2048"/>
                  <a:pt x="1733" y="2048"/>
                </a:cubicBezTo>
                <a:cubicBezTo>
                  <a:pt x="1544" y="2048"/>
                  <a:pt x="1387" y="1891"/>
                  <a:pt x="1387" y="1702"/>
                </a:cubicBezTo>
                <a:cubicBezTo>
                  <a:pt x="1387" y="1513"/>
                  <a:pt x="1544" y="1355"/>
                  <a:pt x="1733" y="1355"/>
                </a:cubicBezTo>
                <a:close/>
                <a:moveTo>
                  <a:pt x="1765" y="5545"/>
                </a:moveTo>
                <a:cubicBezTo>
                  <a:pt x="1954" y="5608"/>
                  <a:pt x="2111" y="5703"/>
                  <a:pt x="2111" y="5892"/>
                </a:cubicBezTo>
                <a:lnTo>
                  <a:pt x="2174" y="6270"/>
                </a:lnTo>
                <a:lnTo>
                  <a:pt x="1387" y="6270"/>
                </a:lnTo>
                <a:lnTo>
                  <a:pt x="1387" y="5892"/>
                </a:lnTo>
                <a:cubicBezTo>
                  <a:pt x="1387" y="5703"/>
                  <a:pt x="1544" y="5545"/>
                  <a:pt x="1765" y="5545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553"/>
                  <a:pt x="599" y="3277"/>
                  <a:pt x="1387" y="3435"/>
                </a:cubicBezTo>
                <a:lnTo>
                  <a:pt x="1387" y="4947"/>
                </a:lnTo>
                <a:cubicBezTo>
                  <a:pt x="977" y="5073"/>
                  <a:pt x="662" y="5482"/>
                  <a:pt x="662" y="5892"/>
                </a:cubicBezTo>
                <a:lnTo>
                  <a:pt x="536" y="9767"/>
                </a:lnTo>
                <a:lnTo>
                  <a:pt x="2993" y="9767"/>
                </a:lnTo>
                <a:lnTo>
                  <a:pt x="2804" y="5861"/>
                </a:lnTo>
                <a:cubicBezTo>
                  <a:pt x="2741" y="5419"/>
                  <a:pt x="2489" y="5073"/>
                  <a:pt x="2048" y="4947"/>
                </a:cubicBezTo>
                <a:lnTo>
                  <a:pt x="2048" y="3435"/>
                </a:lnTo>
                <a:cubicBezTo>
                  <a:pt x="2836" y="3277"/>
                  <a:pt x="3435" y="2553"/>
                  <a:pt x="3435" y="1733"/>
                </a:cubicBezTo>
                <a:cubicBezTo>
                  <a:pt x="3498" y="757"/>
                  <a:pt x="2710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7" name="Google Shape;4277;p26"/>
          <p:cNvSpPr/>
          <p:nvPr/>
        </p:nvSpPr>
        <p:spPr>
          <a:xfrm>
            <a:off x="8524999" y="4191721"/>
            <a:ext cx="84872" cy="45539"/>
          </a:xfrm>
          <a:custGeom>
            <a:rect b="b" l="l" r="r" t="t"/>
            <a:pathLst>
              <a:path extrusionOk="0" h="1387" w="2585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54" y="1387"/>
                  <a:pt x="2584" y="851"/>
                  <a:pt x="255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8" name="Google Shape;4278;p26"/>
          <p:cNvSpPr/>
          <p:nvPr/>
        </p:nvSpPr>
        <p:spPr>
          <a:xfrm>
            <a:off x="6337368" y="1295597"/>
            <a:ext cx="390017" cy="206910"/>
          </a:xfrm>
          <a:custGeom>
            <a:rect b="b" l="l" r="r" t="t"/>
            <a:pathLst>
              <a:path extrusionOk="0" h="6302" w="11879">
                <a:moveTo>
                  <a:pt x="7688" y="2080"/>
                </a:moveTo>
                <a:lnTo>
                  <a:pt x="7688" y="2836"/>
                </a:lnTo>
                <a:lnTo>
                  <a:pt x="4191" y="2836"/>
                </a:lnTo>
                <a:lnTo>
                  <a:pt x="4191" y="2080"/>
                </a:lnTo>
                <a:close/>
                <a:moveTo>
                  <a:pt x="10177" y="3497"/>
                </a:moveTo>
                <a:cubicBezTo>
                  <a:pt x="10586" y="3497"/>
                  <a:pt x="10996" y="3781"/>
                  <a:pt x="11154" y="4222"/>
                </a:cubicBezTo>
                <a:lnTo>
                  <a:pt x="820" y="4222"/>
                </a:lnTo>
                <a:cubicBezTo>
                  <a:pt x="914" y="3812"/>
                  <a:pt x="1292" y="3497"/>
                  <a:pt x="1765" y="3497"/>
                </a:cubicBezTo>
                <a:close/>
                <a:moveTo>
                  <a:pt x="3844" y="0"/>
                </a:moveTo>
                <a:cubicBezTo>
                  <a:pt x="2899" y="0"/>
                  <a:pt x="2112" y="788"/>
                  <a:pt x="2112" y="1733"/>
                </a:cubicBezTo>
                <a:lnTo>
                  <a:pt x="2112" y="2836"/>
                </a:lnTo>
                <a:lnTo>
                  <a:pt x="1734" y="2836"/>
                </a:lnTo>
                <a:cubicBezTo>
                  <a:pt x="788" y="2836"/>
                  <a:pt x="1" y="3623"/>
                  <a:pt x="1" y="4568"/>
                </a:cubicBezTo>
                <a:lnTo>
                  <a:pt x="1" y="6301"/>
                </a:lnTo>
                <a:lnTo>
                  <a:pt x="1387" y="6301"/>
                </a:lnTo>
                <a:lnTo>
                  <a:pt x="1387" y="5955"/>
                </a:lnTo>
                <a:lnTo>
                  <a:pt x="1418" y="5955"/>
                </a:lnTo>
                <a:cubicBezTo>
                  <a:pt x="1418" y="5734"/>
                  <a:pt x="1576" y="5577"/>
                  <a:pt x="1765" y="5577"/>
                </a:cubicBezTo>
                <a:lnTo>
                  <a:pt x="3151" y="5577"/>
                </a:lnTo>
                <a:cubicBezTo>
                  <a:pt x="3340" y="5577"/>
                  <a:pt x="3529" y="5734"/>
                  <a:pt x="3529" y="5955"/>
                </a:cubicBezTo>
                <a:lnTo>
                  <a:pt x="3529" y="6301"/>
                </a:lnTo>
                <a:lnTo>
                  <a:pt x="8413" y="6301"/>
                </a:lnTo>
                <a:lnTo>
                  <a:pt x="8413" y="5955"/>
                </a:lnTo>
                <a:cubicBezTo>
                  <a:pt x="8413" y="5734"/>
                  <a:pt x="8570" y="5577"/>
                  <a:pt x="8759" y="5577"/>
                </a:cubicBezTo>
                <a:lnTo>
                  <a:pt x="10145" y="5577"/>
                </a:lnTo>
                <a:cubicBezTo>
                  <a:pt x="10334" y="5577"/>
                  <a:pt x="10492" y="5734"/>
                  <a:pt x="10492" y="5955"/>
                </a:cubicBezTo>
                <a:lnTo>
                  <a:pt x="10492" y="6301"/>
                </a:lnTo>
                <a:lnTo>
                  <a:pt x="11878" y="6301"/>
                </a:lnTo>
                <a:lnTo>
                  <a:pt x="11878" y="4568"/>
                </a:lnTo>
                <a:cubicBezTo>
                  <a:pt x="11878" y="3623"/>
                  <a:pt x="11091" y="2836"/>
                  <a:pt x="10145" y="2836"/>
                </a:cubicBezTo>
                <a:lnTo>
                  <a:pt x="9767" y="2836"/>
                </a:lnTo>
                <a:lnTo>
                  <a:pt x="9767" y="1733"/>
                </a:lnTo>
                <a:cubicBezTo>
                  <a:pt x="9767" y="788"/>
                  <a:pt x="8980" y="0"/>
                  <a:pt x="80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9" name="Google Shape;4279;p26"/>
          <p:cNvSpPr/>
          <p:nvPr/>
        </p:nvSpPr>
        <p:spPr>
          <a:xfrm>
            <a:off x="6636295" y="1502465"/>
            <a:ext cx="22786" cy="682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1733"/>
                </a:lnTo>
                <a:cubicBezTo>
                  <a:pt x="1" y="1922"/>
                  <a:pt x="158" y="2079"/>
                  <a:pt x="347" y="2079"/>
                </a:cubicBezTo>
                <a:cubicBezTo>
                  <a:pt x="536" y="2079"/>
                  <a:pt x="694" y="1922"/>
                  <a:pt x="694" y="1733"/>
                </a:cubicBez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0" name="Google Shape;4280;p26"/>
          <p:cNvSpPr/>
          <p:nvPr/>
        </p:nvSpPr>
        <p:spPr>
          <a:xfrm>
            <a:off x="6338419" y="1525217"/>
            <a:ext cx="389984" cy="159303"/>
          </a:xfrm>
          <a:custGeom>
            <a:rect b="b" l="l" r="r" t="t"/>
            <a:pathLst>
              <a:path extrusionOk="0" h="4852" w="11878">
                <a:moveTo>
                  <a:pt x="5923" y="693"/>
                </a:moveTo>
                <a:cubicBezTo>
                  <a:pt x="6112" y="693"/>
                  <a:pt x="6270" y="851"/>
                  <a:pt x="6270" y="1040"/>
                </a:cubicBezTo>
                <a:lnTo>
                  <a:pt x="6270" y="1733"/>
                </a:lnTo>
                <a:lnTo>
                  <a:pt x="6994" y="1733"/>
                </a:lnTo>
                <a:cubicBezTo>
                  <a:pt x="7183" y="1733"/>
                  <a:pt x="7341" y="1891"/>
                  <a:pt x="7341" y="2080"/>
                </a:cubicBezTo>
                <a:cubicBezTo>
                  <a:pt x="7341" y="2300"/>
                  <a:pt x="7183" y="2458"/>
                  <a:pt x="6994" y="2458"/>
                </a:cubicBezTo>
                <a:lnTo>
                  <a:pt x="6270" y="2458"/>
                </a:lnTo>
                <a:lnTo>
                  <a:pt x="6270" y="3151"/>
                </a:lnTo>
                <a:cubicBezTo>
                  <a:pt x="6270" y="3340"/>
                  <a:pt x="6112" y="3497"/>
                  <a:pt x="5923" y="3497"/>
                </a:cubicBezTo>
                <a:cubicBezTo>
                  <a:pt x="5734" y="3497"/>
                  <a:pt x="5577" y="3340"/>
                  <a:pt x="5577" y="3151"/>
                </a:cubicBezTo>
                <a:lnTo>
                  <a:pt x="5577" y="2458"/>
                </a:lnTo>
                <a:lnTo>
                  <a:pt x="4852" y="2458"/>
                </a:lnTo>
                <a:cubicBezTo>
                  <a:pt x="4663" y="2458"/>
                  <a:pt x="4505" y="2300"/>
                  <a:pt x="4505" y="2080"/>
                </a:cubicBezTo>
                <a:cubicBezTo>
                  <a:pt x="4537" y="1891"/>
                  <a:pt x="4695" y="1733"/>
                  <a:pt x="4852" y="1733"/>
                </a:cubicBezTo>
                <a:lnTo>
                  <a:pt x="5577" y="1733"/>
                </a:lnTo>
                <a:lnTo>
                  <a:pt x="5577" y="1040"/>
                </a:lnTo>
                <a:cubicBezTo>
                  <a:pt x="5577" y="851"/>
                  <a:pt x="5734" y="693"/>
                  <a:pt x="5923" y="693"/>
                </a:cubicBezTo>
                <a:close/>
                <a:moveTo>
                  <a:pt x="126" y="0"/>
                </a:moveTo>
                <a:lnTo>
                  <a:pt x="126" y="3119"/>
                </a:lnTo>
                <a:cubicBezTo>
                  <a:pt x="0" y="4064"/>
                  <a:pt x="756" y="4852"/>
                  <a:pt x="1733" y="4852"/>
                </a:cubicBezTo>
                <a:lnTo>
                  <a:pt x="10145" y="4852"/>
                </a:lnTo>
                <a:cubicBezTo>
                  <a:pt x="11090" y="4852"/>
                  <a:pt x="11878" y="4064"/>
                  <a:pt x="11878" y="3119"/>
                </a:cubicBezTo>
                <a:lnTo>
                  <a:pt x="11878" y="0"/>
                </a:lnTo>
                <a:lnTo>
                  <a:pt x="10491" y="0"/>
                </a:lnTo>
                <a:lnTo>
                  <a:pt x="10491" y="1040"/>
                </a:lnTo>
                <a:cubicBezTo>
                  <a:pt x="10491" y="1639"/>
                  <a:pt x="10019" y="2048"/>
                  <a:pt x="9452" y="2048"/>
                </a:cubicBezTo>
                <a:cubicBezTo>
                  <a:pt x="8885" y="2048"/>
                  <a:pt x="8444" y="1576"/>
                  <a:pt x="8444" y="1040"/>
                </a:cubicBezTo>
                <a:lnTo>
                  <a:pt x="8444" y="0"/>
                </a:lnTo>
                <a:lnTo>
                  <a:pt x="3560" y="0"/>
                </a:lnTo>
                <a:lnTo>
                  <a:pt x="3560" y="1040"/>
                </a:lnTo>
                <a:cubicBezTo>
                  <a:pt x="3560" y="1639"/>
                  <a:pt x="3088" y="2048"/>
                  <a:pt x="2521" y="2048"/>
                </a:cubicBezTo>
                <a:cubicBezTo>
                  <a:pt x="1954" y="2048"/>
                  <a:pt x="1513" y="1576"/>
                  <a:pt x="1513" y="1040"/>
                </a:cubicBezTo>
                <a:lnTo>
                  <a:pt x="15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1" name="Google Shape;4281;p26"/>
          <p:cNvSpPr/>
          <p:nvPr/>
        </p:nvSpPr>
        <p:spPr>
          <a:xfrm>
            <a:off x="6405656" y="1502465"/>
            <a:ext cx="23804" cy="68292"/>
          </a:xfrm>
          <a:custGeom>
            <a:rect b="b" l="l" r="r" t="t"/>
            <a:pathLst>
              <a:path extrusionOk="0" h="2080" w="725">
                <a:moveTo>
                  <a:pt x="0" y="0"/>
                </a:moveTo>
                <a:lnTo>
                  <a:pt x="0" y="1733"/>
                </a:lnTo>
                <a:cubicBezTo>
                  <a:pt x="0" y="1922"/>
                  <a:pt x="158" y="2079"/>
                  <a:pt x="378" y="2079"/>
                </a:cubicBezTo>
                <a:cubicBezTo>
                  <a:pt x="567" y="2079"/>
                  <a:pt x="725" y="1922"/>
                  <a:pt x="725" y="1733"/>
                </a:cubicBez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2" name="Google Shape;4282;p26"/>
          <p:cNvSpPr/>
          <p:nvPr/>
        </p:nvSpPr>
        <p:spPr>
          <a:xfrm>
            <a:off x="6399226" y="1864037"/>
            <a:ext cx="274151" cy="227332"/>
          </a:xfrm>
          <a:custGeom>
            <a:rect b="b" l="l" r="r" t="t"/>
            <a:pathLst>
              <a:path extrusionOk="0" h="6924" w="8350">
                <a:moveTo>
                  <a:pt x="4128" y="2733"/>
                </a:moveTo>
                <a:cubicBezTo>
                  <a:pt x="4380" y="3048"/>
                  <a:pt x="4726" y="3269"/>
                  <a:pt x="5167" y="3552"/>
                </a:cubicBezTo>
                <a:lnTo>
                  <a:pt x="5167" y="4497"/>
                </a:lnTo>
                <a:cubicBezTo>
                  <a:pt x="5167" y="4844"/>
                  <a:pt x="5010" y="5159"/>
                  <a:pt x="4695" y="5348"/>
                </a:cubicBezTo>
                <a:cubicBezTo>
                  <a:pt x="4537" y="5474"/>
                  <a:pt x="4325" y="5537"/>
                  <a:pt x="4112" y="5537"/>
                </a:cubicBezTo>
                <a:cubicBezTo>
                  <a:pt x="3899" y="5537"/>
                  <a:pt x="3687" y="5474"/>
                  <a:pt x="3529" y="5348"/>
                </a:cubicBezTo>
                <a:cubicBezTo>
                  <a:pt x="3277" y="5159"/>
                  <a:pt x="3057" y="4844"/>
                  <a:pt x="3057" y="4497"/>
                </a:cubicBezTo>
                <a:lnTo>
                  <a:pt x="3057" y="3552"/>
                </a:lnTo>
                <a:lnTo>
                  <a:pt x="3120" y="3552"/>
                </a:lnTo>
                <a:cubicBezTo>
                  <a:pt x="3529" y="3269"/>
                  <a:pt x="3907" y="2985"/>
                  <a:pt x="4128" y="2733"/>
                </a:cubicBezTo>
                <a:close/>
                <a:moveTo>
                  <a:pt x="4222" y="0"/>
                </a:moveTo>
                <a:cubicBezTo>
                  <a:pt x="3568" y="0"/>
                  <a:pt x="2915" y="166"/>
                  <a:pt x="2363" y="496"/>
                </a:cubicBezTo>
                <a:cubicBezTo>
                  <a:pt x="1702" y="906"/>
                  <a:pt x="1229" y="1473"/>
                  <a:pt x="946" y="2166"/>
                </a:cubicBezTo>
                <a:lnTo>
                  <a:pt x="190" y="4560"/>
                </a:lnTo>
                <a:cubicBezTo>
                  <a:pt x="1" y="5002"/>
                  <a:pt x="64" y="5474"/>
                  <a:pt x="316" y="5915"/>
                </a:cubicBezTo>
                <a:cubicBezTo>
                  <a:pt x="662" y="6514"/>
                  <a:pt x="1324" y="6892"/>
                  <a:pt x="2080" y="6923"/>
                </a:cubicBezTo>
                <a:cubicBezTo>
                  <a:pt x="2363" y="6923"/>
                  <a:pt x="2615" y="6892"/>
                  <a:pt x="2805" y="6766"/>
                </a:cubicBezTo>
                <a:cubicBezTo>
                  <a:pt x="3120" y="6608"/>
                  <a:pt x="3403" y="6419"/>
                  <a:pt x="3561" y="6104"/>
                </a:cubicBezTo>
                <a:cubicBezTo>
                  <a:pt x="3750" y="6199"/>
                  <a:pt x="3939" y="6230"/>
                  <a:pt x="4191" y="6230"/>
                </a:cubicBezTo>
                <a:cubicBezTo>
                  <a:pt x="4380" y="6230"/>
                  <a:pt x="4600" y="6199"/>
                  <a:pt x="4821" y="6104"/>
                </a:cubicBezTo>
                <a:cubicBezTo>
                  <a:pt x="5010" y="6388"/>
                  <a:pt x="5230" y="6608"/>
                  <a:pt x="5545" y="6766"/>
                </a:cubicBezTo>
                <a:cubicBezTo>
                  <a:pt x="5797" y="6892"/>
                  <a:pt x="6018" y="6923"/>
                  <a:pt x="6270" y="6923"/>
                </a:cubicBezTo>
                <a:lnTo>
                  <a:pt x="6302" y="6923"/>
                </a:lnTo>
                <a:cubicBezTo>
                  <a:pt x="7026" y="6892"/>
                  <a:pt x="7688" y="6451"/>
                  <a:pt x="8034" y="5915"/>
                </a:cubicBezTo>
                <a:cubicBezTo>
                  <a:pt x="8318" y="5474"/>
                  <a:pt x="8349" y="5002"/>
                  <a:pt x="8192" y="4623"/>
                </a:cubicBezTo>
                <a:lnTo>
                  <a:pt x="7436" y="2135"/>
                </a:lnTo>
                <a:cubicBezTo>
                  <a:pt x="7184" y="1473"/>
                  <a:pt x="6711" y="906"/>
                  <a:pt x="6081" y="496"/>
                </a:cubicBezTo>
                <a:cubicBezTo>
                  <a:pt x="5530" y="166"/>
                  <a:pt x="4876" y="0"/>
                  <a:pt x="42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3" name="Google Shape;4283;p26"/>
          <p:cNvSpPr/>
          <p:nvPr/>
        </p:nvSpPr>
        <p:spPr>
          <a:xfrm>
            <a:off x="6387866" y="2090275"/>
            <a:ext cx="296871" cy="93146"/>
          </a:xfrm>
          <a:custGeom>
            <a:rect b="b" l="l" r="r" t="t"/>
            <a:pathLst>
              <a:path extrusionOk="0" h="2837" w="9042">
                <a:moveTo>
                  <a:pt x="4159" y="1"/>
                </a:moveTo>
                <a:cubicBezTo>
                  <a:pt x="3970" y="190"/>
                  <a:pt x="3686" y="379"/>
                  <a:pt x="3403" y="505"/>
                </a:cubicBezTo>
                <a:cubicBezTo>
                  <a:pt x="3151" y="631"/>
                  <a:pt x="2772" y="694"/>
                  <a:pt x="2426" y="694"/>
                </a:cubicBezTo>
                <a:cubicBezTo>
                  <a:pt x="1764" y="662"/>
                  <a:pt x="1166" y="442"/>
                  <a:pt x="693" y="32"/>
                </a:cubicBezTo>
                <a:cubicBezTo>
                  <a:pt x="252" y="473"/>
                  <a:pt x="0" y="1072"/>
                  <a:pt x="0" y="1734"/>
                </a:cubicBezTo>
                <a:lnTo>
                  <a:pt x="0" y="2490"/>
                </a:lnTo>
                <a:cubicBezTo>
                  <a:pt x="0" y="2679"/>
                  <a:pt x="158" y="2836"/>
                  <a:pt x="347" y="2836"/>
                </a:cubicBezTo>
                <a:lnTo>
                  <a:pt x="8695" y="2836"/>
                </a:lnTo>
                <a:cubicBezTo>
                  <a:pt x="8884" y="2836"/>
                  <a:pt x="9042" y="2679"/>
                  <a:pt x="9042" y="2490"/>
                </a:cubicBezTo>
                <a:lnTo>
                  <a:pt x="9042" y="1765"/>
                </a:lnTo>
                <a:cubicBezTo>
                  <a:pt x="9042" y="1135"/>
                  <a:pt x="8821" y="505"/>
                  <a:pt x="8349" y="95"/>
                </a:cubicBezTo>
                <a:cubicBezTo>
                  <a:pt x="7876" y="473"/>
                  <a:pt x="7309" y="725"/>
                  <a:pt x="6679" y="757"/>
                </a:cubicBezTo>
                <a:lnTo>
                  <a:pt x="6616" y="757"/>
                </a:lnTo>
                <a:cubicBezTo>
                  <a:pt x="6238" y="757"/>
                  <a:pt x="5891" y="662"/>
                  <a:pt x="5576" y="505"/>
                </a:cubicBezTo>
                <a:cubicBezTo>
                  <a:pt x="5324" y="379"/>
                  <a:pt x="5072" y="221"/>
                  <a:pt x="4883" y="1"/>
                </a:cubicBezTo>
                <a:cubicBezTo>
                  <a:pt x="4757" y="32"/>
                  <a:pt x="4631" y="32"/>
                  <a:pt x="4505" y="32"/>
                </a:cubicBezTo>
                <a:cubicBezTo>
                  <a:pt x="4411" y="32"/>
                  <a:pt x="4285" y="32"/>
                  <a:pt x="41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4" name="Google Shape;4284;p26"/>
          <p:cNvSpPr/>
          <p:nvPr/>
        </p:nvSpPr>
        <p:spPr>
          <a:xfrm>
            <a:off x="6457139" y="1794205"/>
            <a:ext cx="160354" cy="67536"/>
          </a:xfrm>
          <a:custGeom>
            <a:rect b="b" l="l" r="r" t="t"/>
            <a:pathLst>
              <a:path extrusionOk="0" h="2057" w="4884">
                <a:moveTo>
                  <a:pt x="2454" y="1"/>
                </a:moveTo>
                <a:cubicBezTo>
                  <a:pt x="1639" y="1"/>
                  <a:pt x="820" y="339"/>
                  <a:pt x="127" y="1017"/>
                </a:cubicBezTo>
                <a:cubicBezTo>
                  <a:pt x="32" y="1111"/>
                  <a:pt x="1" y="1237"/>
                  <a:pt x="32" y="1332"/>
                </a:cubicBezTo>
                <a:lnTo>
                  <a:pt x="190" y="2056"/>
                </a:lnTo>
                <a:cubicBezTo>
                  <a:pt x="820" y="1647"/>
                  <a:pt x="1608" y="1458"/>
                  <a:pt x="2395" y="1458"/>
                </a:cubicBezTo>
                <a:cubicBezTo>
                  <a:pt x="3183" y="1458"/>
                  <a:pt x="3970" y="1647"/>
                  <a:pt x="4601" y="2056"/>
                </a:cubicBezTo>
                <a:lnTo>
                  <a:pt x="4664" y="2056"/>
                </a:lnTo>
                <a:lnTo>
                  <a:pt x="4853" y="1332"/>
                </a:lnTo>
                <a:cubicBezTo>
                  <a:pt x="4884" y="1237"/>
                  <a:pt x="4853" y="1111"/>
                  <a:pt x="4758" y="1017"/>
                </a:cubicBezTo>
                <a:cubicBezTo>
                  <a:pt x="4081" y="339"/>
                  <a:pt x="3269" y="1"/>
                  <a:pt x="2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5" name="Google Shape;4285;p26"/>
          <p:cNvSpPr/>
          <p:nvPr/>
        </p:nvSpPr>
        <p:spPr>
          <a:xfrm>
            <a:off x="6337368" y="2481353"/>
            <a:ext cx="201756" cy="204842"/>
          </a:xfrm>
          <a:custGeom>
            <a:rect b="b" l="l" r="r" t="t"/>
            <a:pathLst>
              <a:path extrusionOk="0" h="6239" w="6145">
                <a:moveTo>
                  <a:pt x="3183" y="1"/>
                </a:moveTo>
                <a:lnTo>
                  <a:pt x="2490" y="725"/>
                </a:lnTo>
                <a:cubicBezTo>
                  <a:pt x="2206" y="1009"/>
                  <a:pt x="1986" y="1387"/>
                  <a:pt x="1860" y="1828"/>
                </a:cubicBezTo>
                <a:cubicBezTo>
                  <a:pt x="1608" y="2742"/>
                  <a:pt x="1229" y="3435"/>
                  <a:pt x="725" y="4002"/>
                </a:cubicBezTo>
                <a:lnTo>
                  <a:pt x="316" y="4411"/>
                </a:lnTo>
                <a:cubicBezTo>
                  <a:pt x="127" y="4632"/>
                  <a:pt x="1" y="4884"/>
                  <a:pt x="1" y="5167"/>
                </a:cubicBezTo>
                <a:cubicBezTo>
                  <a:pt x="1" y="5451"/>
                  <a:pt x="127" y="5734"/>
                  <a:pt x="316" y="5923"/>
                </a:cubicBezTo>
                <a:cubicBezTo>
                  <a:pt x="505" y="6113"/>
                  <a:pt x="788" y="6239"/>
                  <a:pt x="1072" y="6239"/>
                </a:cubicBezTo>
                <a:cubicBezTo>
                  <a:pt x="1355" y="6113"/>
                  <a:pt x="1608" y="5986"/>
                  <a:pt x="1765" y="5797"/>
                </a:cubicBezTo>
                <a:lnTo>
                  <a:pt x="2206" y="5419"/>
                </a:lnTo>
                <a:cubicBezTo>
                  <a:pt x="2710" y="4884"/>
                  <a:pt x="3435" y="4506"/>
                  <a:pt x="4380" y="4254"/>
                </a:cubicBezTo>
                <a:cubicBezTo>
                  <a:pt x="4664" y="4191"/>
                  <a:pt x="4916" y="4033"/>
                  <a:pt x="5168" y="3876"/>
                </a:cubicBezTo>
                <a:lnTo>
                  <a:pt x="4664" y="3372"/>
                </a:lnTo>
                <a:cubicBezTo>
                  <a:pt x="4537" y="3246"/>
                  <a:pt x="4537" y="2994"/>
                  <a:pt x="4664" y="2899"/>
                </a:cubicBezTo>
                <a:cubicBezTo>
                  <a:pt x="4711" y="2836"/>
                  <a:pt x="4797" y="2805"/>
                  <a:pt x="4888" y="2805"/>
                </a:cubicBezTo>
                <a:cubicBezTo>
                  <a:pt x="4979" y="2805"/>
                  <a:pt x="5073" y="2836"/>
                  <a:pt x="5136" y="2899"/>
                </a:cubicBezTo>
                <a:lnTo>
                  <a:pt x="5672" y="3435"/>
                </a:lnTo>
                <a:lnTo>
                  <a:pt x="6144" y="2962"/>
                </a:lnTo>
                <a:lnTo>
                  <a:pt x="318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6" name="Google Shape;4286;p26"/>
          <p:cNvSpPr/>
          <p:nvPr/>
        </p:nvSpPr>
        <p:spPr>
          <a:xfrm>
            <a:off x="6461502" y="2293100"/>
            <a:ext cx="266895" cy="265878"/>
          </a:xfrm>
          <a:custGeom>
            <a:rect b="b" l="l" r="r" t="t"/>
            <a:pathLst>
              <a:path extrusionOk="0" h="8098" w="8129">
                <a:moveTo>
                  <a:pt x="1891" y="2364"/>
                </a:moveTo>
                <a:cubicBezTo>
                  <a:pt x="1985" y="2364"/>
                  <a:pt x="2048" y="2395"/>
                  <a:pt x="2143" y="2490"/>
                </a:cubicBezTo>
                <a:lnTo>
                  <a:pt x="5545" y="5892"/>
                </a:lnTo>
                <a:cubicBezTo>
                  <a:pt x="5671" y="6018"/>
                  <a:pt x="5671" y="6239"/>
                  <a:pt x="5545" y="6365"/>
                </a:cubicBezTo>
                <a:cubicBezTo>
                  <a:pt x="5498" y="6428"/>
                  <a:pt x="5411" y="6459"/>
                  <a:pt x="5321" y="6459"/>
                </a:cubicBezTo>
                <a:cubicBezTo>
                  <a:pt x="5230" y="6459"/>
                  <a:pt x="5136" y="6428"/>
                  <a:pt x="5073" y="6365"/>
                </a:cubicBezTo>
                <a:lnTo>
                  <a:pt x="1670" y="2962"/>
                </a:lnTo>
                <a:cubicBezTo>
                  <a:pt x="1544" y="2836"/>
                  <a:pt x="1544" y="2647"/>
                  <a:pt x="1670" y="2490"/>
                </a:cubicBezTo>
                <a:cubicBezTo>
                  <a:pt x="1733" y="2395"/>
                  <a:pt x="1828" y="2364"/>
                  <a:pt x="1891" y="2364"/>
                </a:cubicBezTo>
                <a:close/>
                <a:moveTo>
                  <a:pt x="6742" y="1"/>
                </a:moveTo>
                <a:cubicBezTo>
                  <a:pt x="6333" y="1"/>
                  <a:pt x="6018" y="158"/>
                  <a:pt x="5766" y="379"/>
                </a:cubicBezTo>
                <a:lnTo>
                  <a:pt x="4128" y="2017"/>
                </a:lnTo>
                <a:cubicBezTo>
                  <a:pt x="3938" y="2206"/>
                  <a:pt x="3679" y="2301"/>
                  <a:pt x="3415" y="2301"/>
                </a:cubicBezTo>
                <a:cubicBezTo>
                  <a:pt x="3151" y="2301"/>
                  <a:pt x="2883" y="2206"/>
                  <a:pt x="2678" y="2017"/>
                </a:cubicBezTo>
                <a:cubicBezTo>
                  <a:pt x="2489" y="1812"/>
                  <a:pt x="2229" y="1710"/>
                  <a:pt x="1965" y="1710"/>
                </a:cubicBezTo>
                <a:cubicBezTo>
                  <a:pt x="1702" y="1710"/>
                  <a:pt x="1434" y="1812"/>
                  <a:pt x="1229" y="2017"/>
                </a:cubicBezTo>
                <a:cubicBezTo>
                  <a:pt x="851" y="2395"/>
                  <a:pt x="851" y="3057"/>
                  <a:pt x="1229" y="3466"/>
                </a:cubicBezTo>
                <a:lnTo>
                  <a:pt x="1481" y="3687"/>
                </a:lnTo>
                <a:lnTo>
                  <a:pt x="0" y="5167"/>
                </a:lnTo>
                <a:lnTo>
                  <a:pt x="2962" y="8097"/>
                </a:lnTo>
                <a:lnTo>
                  <a:pt x="3403" y="7625"/>
                </a:lnTo>
                <a:lnTo>
                  <a:pt x="2836" y="7089"/>
                </a:lnTo>
                <a:cubicBezTo>
                  <a:pt x="2710" y="6963"/>
                  <a:pt x="2710" y="6743"/>
                  <a:pt x="2836" y="6617"/>
                </a:cubicBezTo>
                <a:cubicBezTo>
                  <a:pt x="2899" y="6554"/>
                  <a:pt x="2985" y="6522"/>
                  <a:pt x="3072" y="6522"/>
                </a:cubicBezTo>
                <a:cubicBezTo>
                  <a:pt x="3159" y="6522"/>
                  <a:pt x="3245" y="6554"/>
                  <a:pt x="3308" y="6617"/>
                </a:cubicBezTo>
                <a:lnTo>
                  <a:pt x="3875" y="7152"/>
                </a:lnTo>
                <a:lnTo>
                  <a:pt x="4380" y="6648"/>
                </a:lnTo>
                <a:lnTo>
                  <a:pt x="4600" y="6900"/>
                </a:lnTo>
                <a:cubicBezTo>
                  <a:pt x="4821" y="7089"/>
                  <a:pt x="5073" y="7215"/>
                  <a:pt x="5356" y="7215"/>
                </a:cubicBezTo>
                <a:cubicBezTo>
                  <a:pt x="5640" y="7215"/>
                  <a:pt x="5923" y="7089"/>
                  <a:pt x="6112" y="6900"/>
                </a:cubicBezTo>
                <a:cubicBezTo>
                  <a:pt x="6490" y="6491"/>
                  <a:pt x="6490" y="5829"/>
                  <a:pt x="6112" y="5420"/>
                </a:cubicBezTo>
                <a:cubicBezTo>
                  <a:pt x="5703" y="5041"/>
                  <a:pt x="5703" y="4380"/>
                  <a:pt x="6112" y="3970"/>
                </a:cubicBezTo>
                <a:lnTo>
                  <a:pt x="7719" y="2364"/>
                </a:lnTo>
                <a:cubicBezTo>
                  <a:pt x="8003" y="2080"/>
                  <a:pt x="8129" y="1733"/>
                  <a:pt x="8129" y="1387"/>
                </a:cubicBezTo>
                <a:cubicBezTo>
                  <a:pt x="8129" y="1009"/>
                  <a:pt x="7971" y="662"/>
                  <a:pt x="7719" y="379"/>
                </a:cubicBezTo>
                <a:cubicBezTo>
                  <a:pt x="7436" y="127"/>
                  <a:pt x="7120" y="1"/>
                  <a:pt x="67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7" name="Google Shape;4287;p26"/>
          <p:cNvSpPr/>
          <p:nvPr/>
        </p:nvSpPr>
        <p:spPr>
          <a:xfrm>
            <a:off x="4890513" y="3076240"/>
            <a:ext cx="162422" cy="137601"/>
          </a:xfrm>
          <a:custGeom>
            <a:rect b="b" l="l" r="r" t="t"/>
            <a:pathLst>
              <a:path extrusionOk="0" h="4191" w="4947">
                <a:moveTo>
                  <a:pt x="3088" y="0"/>
                </a:moveTo>
                <a:cubicBezTo>
                  <a:pt x="2364" y="883"/>
                  <a:pt x="1387" y="2080"/>
                  <a:pt x="127" y="3655"/>
                </a:cubicBezTo>
                <a:cubicBezTo>
                  <a:pt x="1" y="3718"/>
                  <a:pt x="1" y="3875"/>
                  <a:pt x="32" y="4001"/>
                </a:cubicBezTo>
                <a:cubicBezTo>
                  <a:pt x="95" y="4127"/>
                  <a:pt x="253" y="4191"/>
                  <a:pt x="379" y="4191"/>
                </a:cubicBezTo>
                <a:lnTo>
                  <a:pt x="3246" y="4191"/>
                </a:lnTo>
                <a:cubicBezTo>
                  <a:pt x="3372" y="4191"/>
                  <a:pt x="3435" y="4159"/>
                  <a:pt x="3529" y="4096"/>
                </a:cubicBezTo>
                <a:lnTo>
                  <a:pt x="4947" y="2363"/>
                </a:lnTo>
                <a:lnTo>
                  <a:pt x="3466" y="536"/>
                </a:lnTo>
                <a:lnTo>
                  <a:pt x="3120" y="63"/>
                </a:lnTo>
                <a:cubicBezTo>
                  <a:pt x="3120" y="32"/>
                  <a:pt x="3088" y="32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8" name="Google Shape;4288;p26"/>
          <p:cNvSpPr/>
          <p:nvPr/>
        </p:nvSpPr>
        <p:spPr>
          <a:xfrm>
            <a:off x="4952597" y="2824656"/>
            <a:ext cx="289648" cy="389196"/>
          </a:xfrm>
          <a:custGeom>
            <a:rect b="b" l="l" r="r" t="t"/>
            <a:pathLst>
              <a:path extrusionOk="0" h="11854" w="8822">
                <a:moveTo>
                  <a:pt x="3491" y="1"/>
                </a:moveTo>
                <a:cubicBezTo>
                  <a:pt x="3420" y="1"/>
                  <a:pt x="3348" y="3"/>
                  <a:pt x="3277" y="8"/>
                </a:cubicBezTo>
                <a:cubicBezTo>
                  <a:pt x="1481" y="134"/>
                  <a:pt x="0" y="1709"/>
                  <a:pt x="0" y="3568"/>
                </a:cubicBezTo>
                <a:cubicBezTo>
                  <a:pt x="0" y="4733"/>
                  <a:pt x="945" y="6246"/>
                  <a:pt x="1764" y="7285"/>
                </a:cubicBezTo>
                <a:lnTo>
                  <a:pt x="2142" y="7758"/>
                </a:lnTo>
                <a:lnTo>
                  <a:pt x="5324" y="11759"/>
                </a:lnTo>
                <a:cubicBezTo>
                  <a:pt x="5387" y="11822"/>
                  <a:pt x="5482" y="11854"/>
                  <a:pt x="5608" y="11854"/>
                </a:cubicBezTo>
                <a:lnTo>
                  <a:pt x="8475" y="11854"/>
                </a:lnTo>
                <a:cubicBezTo>
                  <a:pt x="8601" y="11854"/>
                  <a:pt x="8695" y="11790"/>
                  <a:pt x="8790" y="11664"/>
                </a:cubicBezTo>
                <a:cubicBezTo>
                  <a:pt x="8821" y="11538"/>
                  <a:pt x="8821" y="11381"/>
                  <a:pt x="8758" y="11318"/>
                </a:cubicBezTo>
                <a:cubicBezTo>
                  <a:pt x="7939" y="10278"/>
                  <a:pt x="7183" y="9302"/>
                  <a:pt x="6459" y="8482"/>
                </a:cubicBezTo>
                <a:cubicBezTo>
                  <a:pt x="6144" y="8073"/>
                  <a:pt x="5828" y="7695"/>
                  <a:pt x="5513" y="7348"/>
                </a:cubicBezTo>
                <a:cubicBezTo>
                  <a:pt x="5387" y="7191"/>
                  <a:pt x="5293" y="7065"/>
                  <a:pt x="5167" y="6907"/>
                </a:cubicBezTo>
                <a:cubicBezTo>
                  <a:pt x="4600" y="6246"/>
                  <a:pt x="4127" y="5647"/>
                  <a:pt x="3749" y="5080"/>
                </a:cubicBezTo>
                <a:cubicBezTo>
                  <a:pt x="3088" y="4198"/>
                  <a:pt x="2646" y="3568"/>
                  <a:pt x="2363" y="3032"/>
                </a:cubicBezTo>
                <a:cubicBezTo>
                  <a:pt x="2174" y="2686"/>
                  <a:pt x="2079" y="2371"/>
                  <a:pt x="2079" y="2182"/>
                </a:cubicBezTo>
                <a:cubicBezTo>
                  <a:pt x="2079" y="1425"/>
                  <a:pt x="2678" y="764"/>
                  <a:pt x="3466" y="764"/>
                </a:cubicBezTo>
                <a:cubicBezTo>
                  <a:pt x="4253" y="764"/>
                  <a:pt x="4852" y="1425"/>
                  <a:pt x="4852" y="2182"/>
                </a:cubicBezTo>
                <a:cubicBezTo>
                  <a:pt x="4852" y="2308"/>
                  <a:pt x="4820" y="2528"/>
                  <a:pt x="4568" y="3001"/>
                </a:cubicBezTo>
                <a:cubicBezTo>
                  <a:pt x="4379" y="3347"/>
                  <a:pt x="4159" y="3757"/>
                  <a:pt x="3907" y="4103"/>
                </a:cubicBezTo>
                <a:cubicBezTo>
                  <a:pt x="4064" y="4292"/>
                  <a:pt x="4190" y="4513"/>
                  <a:pt x="4316" y="4670"/>
                </a:cubicBezTo>
                <a:cubicBezTo>
                  <a:pt x="4694" y="5206"/>
                  <a:pt x="5167" y="5805"/>
                  <a:pt x="5734" y="6435"/>
                </a:cubicBezTo>
                <a:lnTo>
                  <a:pt x="5765" y="6466"/>
                </a:lnTo>
                <a:cubicBezTo>
                  <a:pt x="6396" y="5521"/>
                  <a:pt x="6931" y="4418"/>
                  <a:pt x="6931" y="3505"/>
                </a:cubicBezTo>
                <a:cubicBezTo>
                  <a:pt x="6931" y="1621"/>
                  <a:pt x="5408" y="1"/>
                  <a:pt x="34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9" name="Google Shape;4289;p26"/>
          <p:cNvSpPr/>
          <p:nvPr/>
        </p:nvSpPr>
        <p:spPr>
          <a:xfrm>
            <a:off x="5043604" y="2871440"/>
            <a:ext cx="46589" cy="47607"/>
          </a:xfrm>
          <a:custGeom>
            <a:rect b="b" l="l" r="r" t="t"/>
            <a:pathLst>
              <a:path extrusionOk="0" h="1450" w="1419">
                <a:moveTo>
                  <a:pt x="694" y="0"/>
                </a:moveTo>
                <a:cubicBezTo>
                  <a:pt x="316" y="0"/>
                  <a:pt x="0" y="347"/>
                  <a:pt x="0" y="757"/>
                </a:cubicBezTo>
                <a:cubicBezTo>
                  <a:pt x="0" y="757"/>
                  <a:pt x="0" y="914"/>
                  <a:pt x="190" y="1292"/>
                </a:cubicBezTo>
                <a:cubicBezTo>
                  <a:pt x="221" y="1355"/>
                  <a:pt x="221" y="1418"/>
                  <a:pt x="253" y="1450"/>
                </a:cubicBezTo>
                <a:cubicBezTo>
                  <a:pt x="379" y="1418"/>
                  <a:pt x="536" y="1387"/>
                  <a:pt x="662" y="1387"/>
                </a:cubicBezTo>
                <a:cubicBezTo>
                  <a:pt x="788" y="1387"/>
                  <a:pt x="946" y="1418"/>
                  <a:pt x="1040" y="1450"/>
                </a:cubicBezTo>
                <a:cubicBezTo>
                  <a:pt x="1103" y="1418"/>
                  <a:pt x="1135" y="1355"/>
                  <a:pt x="1135" y="1292"/>
                </a:cubicBezTo>
                <a:cubicBezTo>
                  <a:pt x="1324" y="914"/>
                  <a:pt x="1324" y="757"/>
                  <a:pt x="1324" y="757"/>
                </a:cubicBezTo>
                <a:cubicBezTo>
                  <a:pt x="1418" y="347"/>
                  <a:pt x="1103" y="0"/>
                  <a:pt x="6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26"/>
          <p:cNvSpPr/>
          <p:nvPr/>
        </p:nvSpPr>
        <p:spPr>
          <a:xfrm>
            <a:off x="4938610" y="3365168"/>
            <a:ext cx="226544" cy="136550"/>
          </a:xfrm>
          <a:custGeom>
            <a:rect b="b" l="l" r="r" t="t"/>
            <a:pathLst>
              <a:path extrusionOk="0" h="4159" w="6900">
                <a:moveTo>
                  <a:pt x="4884" y="1166"/>
                </a:moveTo>
                <a:lnTo>
                  <a:pt x="5797" y="2079"/>
                </a:lnTo>
                <a:lnTo>
                  <a:pt x="4884" y="2079"/>
                </a:lnTo>
                <a:lnTo>
                  <a:pt x="4884" y="1166"/>
                </a:lnTo>
                <a:close/>
                <a:moveTo>
                  <a:pt x="379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151"/>
                </a:lnTo>
                <a:cubicBezTo>
                  <a:pt x="284" y="2899"/>
                  <a:pt x="631" y="2804"/>
                  <a:pt x="1040" y="2804"/>
                </a:cubicBezTo>
                <a:lnTo>
                  <a:pt x="4065" y="2804"/>
                </a:lnTo>
                <a:cubicBezTo>
                  <a:pt x="4726" y="2804"/>
                  <a:pt x="5325" y="3151"/>
                  <a:pt x="5608" y="3718"/>
                </a:cubicBezTo>
                <a:lnTo>
                  <a:pt x="5797" y="4159"/>
                </a:lnTo>
                <a:lnTo>
                  <a:pt x="6900" y="4159"/>
                </a:lnTo>
                <a:lnTo>
                  <a:pt x="6900" y="2426"/>
                </a:lnTo>
                <a:cubicBezTo>
                  <a:pt x="6900" y="2394"/>
                  <a:pt x="6869" y="2237"/>
                  <a:pt x="6774" y="2205"/>
                </a:cubicBezTo>
                <a:lnTo>
                  <a:pt x="4695" y="126"/>
                </a:lnTo>
                <a:cubicBezTo>
                  <a:pt x="4726" y="32"/>
                  <a:pt x="4632" y="0"/>
                  <a:pt x="45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26"/>
          <p:cNvSpPr/>
          <p:nvPr/>
        </p:nvSpPr>
        <p:spPr>
          <a:xfrm>
            <a:off x="4870355" y="3476859"/>
            <a:ext cx="392053" cy="252416"/>
          </a:xfrm>
          <a:custGeom>
            <a:rect b="b" l="l" r="r" t="t"/>
            <a:pathLst>
              <a:path extrusionOk="0" h="7688" w="11941">
                <a:moveTo>
                  <a:pt x="10838" y="3529"/>
                </a:moveTo>
                <a:cubicBezTo>
                  <a:pt x="10964" y="3529"/>
                  <a:pt x="11027" y="3561"/>
                  <a:pt x="11121" y="3655"/>
                </a:cubicBezTo>
                <a:cubicBezTo>
                  <a:pt x="11184" y="3718"/>
                  <a:pt x="11184" y="3813"/>
                  <a:pt x="11184" y="3907"/>
                </a:cubicBezTo>
                <a:lnTo>
                  <a:pt x="10901" y="5703"/>
                </a:lnTo>
                <a:lnTo>
                  <a:pt x="10365" y="3529"/>
                </a:lnTo>
                <a:close/>
                <a:moveTo>
                  <a:pt x="5227" y="2768"/>
                </a:moveTo>
                <a:cubicBezTo>
                  <a:pt x="5400" y="2768"/>
                  <a:pt x="5580" y="2884"/>
                  <a:pt x="5608" y="3025"/>
                </a:cubicBezTo>
                <a:lnTo>
                  <a:pt x="5892" y="4159"/>
                </a:lnTo>
                <a:lnTo>
                  <a:pt x="7341" y="4159"/>
                </a:lnTo>
                <a:cubicBezTo>
                  <a:pt x="7530" y="4159"/>
                  <a:pt x="7687" y="4317"/>
                  <a:pt x="7687" y="4506"/>
                </a:cubicBezTo>
                <a:cubicBezTo>
                  <a:pt x="7687" y="4758"/>
                  <a:pt x="7530" y="4915"/>
                  <a:pt x="7341" y="4915"/>
                </a:cubicBezTo>
                <a:lnTo>
                  <a:pt x="6018" y="4915"/>
                </a:lnTo>
                <a:lnTo>
                  <a:pt x="6270" y="5829"/>
                </a:lnTo>
                <a:cubicBezTo>
                  <a:pt x="6301" y="6050"/>
                  <a:pt x="6175" y="6207"/>
                  <a:pt x="6018" y="6270"/>
                </a:cubicBezTo>
                <a:lnTo>
                  <a:pt x="5955" y="6270"/>
                </a:lnTo>
                <a:cubicBezTo>
                  <a:pt x="5797" y="6270"/>
                  <a:pt x="5640" y="6176"/>
                  <a:pt x="5608" y="6018"/>
                </a:cubicBezTo>
                <a:lnTo>
                  <a:pt x="5324" y="4852"/>
                </a:lnTo>
                <a:lnTo>
                  <a:pt x="3875" y="4852"/>
                </a:lnTo>
                <a:cubicBezTo>
                  <a:pt x="3686" y="4852"/>
                  <a:pt x="3529" y="4695"/>
                  <a:pt x="3529" y="4506"/>
                </a:cubicBezTo>
                <a:cubicBezTo>
                  <a:pt x="3529" y="4317"/>
                  <a:pt x="3686" y="4159"/>
                  <a:pt x="3875" y="4159"/>
                </a:cubicBezTo>
                <a:lnTo>
                  <a:pt x="5167" y="4159"/>
                </a:lnTo>
                <a:lnTo>
                  <a:pt x="4946" y="3214"/>
                </a:lnTo>
                <a:cubicBezTo>
                  <a:pt x="4883" y="3025"/>
                  <a:pt x="5009" y="2868"/>
                  <a:pt x="5167" y="2773"/>
                </a:cubicBezTo>
                <a:cubicBezTo>
                  <a:pt x="5187" y="2770"/>
                  <a:pt x="5207" y="2768"/>
                  <a:pt x="5227" y="2768"/>
                </a:cubicBezTo>
                <a:close/>
                <a:moveTo>
                  <a:pt x="3151" y="1"/>
                </a:moveTo>
                <a:cubicBezTo>
                  <a:pt x="2584" y="1"/>
                  <a:pt x="2142" y="473"/>
                  <a:pt x="2142" y="1040"/>
                </a:cubicBezTo>
                <a:lnTo>
                  <a:pt x="2142" y="1387"/>
                </a:lnTo>
                <a:lnTo>
                  <a:pt x="1103" y="1387"/>
                </a:lnTo>
                <a:cubicBezTo>
                  <a:pt x="788" y="1387"/>
                  <a:pt x="473" y="1544"/>
                  <a:pt x="284" y="1796"/>
                </a:cubicBezTo>
                <a:cubicBezTo>
                  <a:pt x="95" y="2017"/>
                  <a:pt x="0" y="2332"/>
                  <a:pt x="95" y="2679"/>
                </a:cubicBezTo>
                <a:lnTo>
                  <a:pt x="1166" y="6869"/>
                </a:lnTo>
                <a:cubicBezTo>
                  <a:pt x="1260" y="7341"/>
                  <a:pt x="1701" y="7656"/>
                  <a:pt x="2174" y="7656"/>
                </a:cubicBezTo>
                <a:lnTo>
                  <a:pt x="10995" y="7688"/>
                </a:lnTo>
                <a:cubicBezTo>
                  <a:pt x="11153" y="7688"/>
                  <a:pt x="11310" y="7593"/>
                  <a:pt x="11342" y="7436"/>
                </a:cubicBezTo>
                <a:lnTo>
                  <a:pt x="11909" y="4033"/>
                </a:lnTo>
                <a:cubicBezTo>
                  <a:pt x="11941" y="3718"/>
                  <a:pt x="11846" y="3435"/>
                  <a:pt x="11657" y="3214"/>
                </a:cubicBezTo>
                <a:cubicBezTo>
                  <a:pt x="11468" y="2962"/>
                  <a:pt x="11184" y="2868"/>
                  <a:pt x="10869" y="2868"/>
                </a:cubicBezTo>
                <a:lnTo>
                  <a:pt x="10208" y="2868"/>
                </a:lnTo>
                <a:lnTo>
                  <a:pt x="10050" y="2269"/>
                </a:lnTo>
                <a:cubicBezTo>
                  <a:pt x="9924" y="1796"/>
                  <a:pt x="9546" y="1450"/>
                  <a:pt x="9042" y="1450"/>
                </a:cubicBezTo>
                <a:lnTo>
                  <a:pt x="7530" y="1450"/>
                </a:lnTo>
                <a:lnTo>
                  <a:pt x="7120" y="599"/>
                </a:lnTo>
                <a:cubicBezTo>
                  <a:pt x="6963" y="253"/>
                  <a:pt x="6585" y="1"/>
                  <a:pt x="61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26"/>
          <p:cNvSpPr/>
          <p:nvPr/>
        </p:nvSpPr>
        <p:spPr>
          <a:xfrm>
            <a:off x="5065322" y="3849688"/>
            <a:ext cx="197586" cy="195912"/>
          </a:xfrm>
          <a:custGeom>
            <a:rect b="b" l="l" r="r" t="t"/>
            <a:pathLst>
              <a:path extrusionOk="0" h="5967" w="6018">
                <a:moveTo>
                  <a:pt x="3836" y="0"/>
                </a:moveTo>
                <a:cubicBezTo>
                  <a:pt x="3278" y="0"/>
                  <a:pt x="2726" y="214"/>
                  <a:pt x="2332" y="642"/>
                </a:cubicBezTo>
                <a:lnTo>
                  <a:pt x="1891" y="1083"/>
                </a:lnTo>
                <a:lnTo>
                  <a:pt x="2458" y="1619"/>
                </a:lnTo>
                <a:cubicBezTo>
                  <a:pt x="2552" y="1745"/>
                  <a:pt x="2552" y="1966"/>
                  <a:pt x="2458" y="2092"/>
                </a:cubicBezTo>
                <a:cubicBezTo>
                  <a:pt x="2363" y="2186"/>
                  <a:pt x="2300" y="2218"/>
                  <a:pt x="2206" y="2218"/>
                </a:cubicBezTo>
                <a:cubicBezTo>
                  <a:pt x="2143" y="2218"/>
                  <a:pt x="2017" y="2186"/>
                  <a:pt x="1985" y="2092"/>
                </a:cubicBezTo>
                <a:lnTo>
                  <a:pt x="1418" y="1556"/>
                </a:lnTo>
                <a:lnTo>
                  <a:pt x="946" y="2029"/>
                </a:lnTo>
                <a:lnTo>
                  <a:pt x="1513" y="2564"/>
                </a:lnTo>
                <a:cubicBezTo>
                  <a:pt x="1607" y="2690"/>
                  <a:pt x="1607" y="2911"/>
                  <a:pt x="1513" y="3037"/>
                </a:cubicBezTo>
                <a:cubicBezTo>
                  <a:pt x="1418" y="3131"/>
                  <a:pt x="1355" y="3163"/>
                  <a:pt x="1261" y="3163"/>
                </a:cubicBezTo>
                <a:cubicBezTo>
                  <a:pt x="1198" y="3163"/>
                  <a:pt x="1072" y="3131"/>
                  <a:pt x="1040" y="3037"/>
                </a:cubicBezTo>
                <a:lnTo>
                  <a:pt x="473" y="2501"/>
                </a:lnTo>
                <a:lnTo>
                  <a:pt x="1" y="3005"/>
                </a:lnTo>
                <a:lnTo>
                  <a:pt x="2962" y="5967"/>
                </a:lnTo>
                <a:lnTo>
                  <a:pt x="5388" y="3478"/>
                </a:lnTo>
                <a:cubicBezTo>
                  <a:pt x="5829" y="3037"/>
                  <a:pt x="6018" y="2501"/>
                  <a:pt x="5987" y="1903"/>
                </a:cubicBezTo>
                <a:cubicBezTo>
                  <a:pt x="5892" y="1398"/>
                  <a:pt x="5640" y="831"/>
                  <a:pt x="5167" y="453"/>
                </a:cubicBezTo>
                <a:cubicBezTo>
                  <a:pt x="4779" y="151"/>
                  <a:pt x="4305" y="0"/>
                  <a:pt x="38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26"/>
          <p:cNvSpPr/>
          <p:nvPr/>
        </p:nvSpPr>
        <p:spPr>
          <a:xfrm>
            <a:off x="4869846" y="3964892"/>
            <a:ext cx="274119" cy="272050"/>
          </a:xfrm>
          <a:custGeom>
            <a:rect b="b" l="l" r="r" t="t"/>
            <a:pathLst>
              <a:path extrusionOk="0" h="8286" w="8349">
                <a:moveTo>
                  <a:pt x="5419" y="0"/>
                </a:moveTo>
                <a:lnTo>
                  <a:pt x="4883" y="567"/>
                </a:lnTo>
                <a:lnTo>
                  <a:pt x="5450" y="1103"/>
                </a:lnTo>
                <a:cubicBezTo>
                  <a:pt x="5545" y="1229"/>
                  <a:pt x="5545" y="1449"/>
                  <a:pt x="5450" y="1575"/>
                </a:cubicBezTo>
                <a:cubicBezTo>
                  <a:pt x="5356" y="1670"/>
                  <a:pt x="5293" y="1702"/>
                  <a:pt x="5198" y="1702"/>
                </a:cubicBezTo>
                <a:cubicBezTo>
                  <a:pt x="5135" y="1702"/>
                  <a:pt x="5009" y="1670"/>
                  <a:pt x="4978" y="1575"/>
                </a:cubicBezTo>
                <a:lnTo>
                  <a:pt x="4411" y="1040"/>
                </a:lnTo>
                <a:lnTo>
                  <a:pt x="3938" y="1512"/>
                </a:lnTo>
                <a:lnTo>
                  <a:pt x="4505" y="2048"/>
                </a:lnTo>
                <a:cubicBezTo>
                  <a:pt x="4631" y="2174"/>
                  <a:pt x="4631" y="2395"/>
                  <a:pt x="4505" y="2521"/>
                </a:cubicBezTo>
                <a:cubicBezTo>
                  <a:pt x="4411" y="2615"/>
                  <a:pt x="4348" y="2647"/>
                  <a:pt x="4253" y="2647"/>
                </a:cubicBezTo>
                <a:cubicBezTo>
                  <a:pt x="4190" y="2647"/>
                  <a:pt x="4064" y="2615"/>
                  <a:pt x="4033" y="2521"/>
                </a:cubicBezTo>
                <a:lnTo>
                  <a:pt x="3466" y="1985"/>
                </a:lnTo>
                <a:lnTo>
                  <a:pt x="3214" y="2237"/>
                </a:lnTo>
                <a:cubicBezTo>
                  <a:pt x="2773" y="2678"/>
                  <a:pt x="2458" y="3277"/>
                  <a:pt x="2363" y="3907"/>
                </a:cubicBezTo>
                <a:cubicBezTo>
                  <a:pt x="2300" y="4379"/>
                  <a:pt x="2111" y="4852"/>
                  <a:pt x="1733" y="5167"/>
                </a:cubicBezTo>
                <a:lnTo>
                  <a:pt x="410" y="6490"/>
                </a:lnTo>
                <a:cubicBezTo>
                  <a:pt x="0" y="6900"/>
                  <a:pt x="0" y="7561"/>
                  <a:pt x="410" y="7971"/>
                </a:cubicBezTo>
                <a:cubicBezTo>
                  <a:pt x="599" y="8160"/>
                  <a:pt x="882" y="8286"/>
                  <a:pt x="1166" y="8286"/>
                </a:cubicBezTo>
                <a:cubicBezTo>
                  <a:pt x="1418" y="8286"/>
                  <a:pt x="1701" y="8160"/>
                  <a:pt x="1890" y="7971"/>
                </a:cubicBezTo>
                <a:lnTo>
                  <a:pt x="3245" y="6616"/>
                </a:lnTo>
                <a:cubicBezTo>
                  <a:pt x="3592" y="6270"/>
                  <a:pt x="4033" y="6081"/>
                  <a:pt x="4505" y="5986"/>
                </a:cubicBezTo>
                <a:cubicBezTo>
                  <a:pt x="5135" y="5923"/>
                  <a:pt x="5734" y="5608"/>
                  <a:pt x="6144" y="5167"/>
                </a:cubicBezTo>
                <a:lnTo>
                  <a:pt x="8349" y="2962"/>
                </a:lnTo>
                <a:lnTo>
                  <a:pt x="541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26"/>
          <p:cNvSpPr/>
          <p:nvPr/>
        </p:nvSpPr>
        <p:spPr>
          <a:xfrm>
            <a:off x="7484577" y="2871309"/>
            <a:ext cx="69309" cy="70393"/>
          </a:xfrm>
          <a:custGeom>
            <a:rect b="b" l="l" r="r" t="t"/>
            <a:pathLst>
              <a:path extrusionOk="0" h="2144" w="2111">
                <a:moveTo>
                  <a:pt x="1040" y="1"/>
                </a:moveTo>
                <a:cubicBezTo>
                  <a:pt x="851" y="1"/>
                  <a:pt x="693" y="158"/>
                  <a:pt x="693" y="347"/>
                </a:cubicBezTo>
                <a:lnTo>
                  <a:pt x="693" y="725"/>
                </a:lnTo>
                <a:lnTo>
                  <a:pt x="347" y="725"/>
                </a:lnTo>
                <a:cubicBezTo>
                  <a:pt x="158" y="725"/>
                  <a:pt x="0" y="883"/>
                  <a:pt x="0" y="1072"/>
                </a:cubicBezTo>
                <a:cubicBezTo>
                  <a:pt x="0" y="1261"/>
                  <a:pt x="158" y="1418"/>
                  <a:pt x="347" y="1418"/>
                </a:cubicBezTo>
                <a:lnTo>
                  <a:pt x="693" y="1418"/>
                </a:lnTo>
                <a:lnTo>
                  <a:pt x="693" y="1765"/>
                </a:lnTo>
                <a:cubicBezTo>
                  <a:pt x="693" y="1986"/>
                  <a:pt x="851" y="2143"/>
                  <a:pt x="1040" y="2143"/>
                </a:cubicBezTo>
                <a:cubicBezTo>
                  <a:pt x="1260" y="2143"/>
                  <a:pt x="1418" y="1986"/>
                  <a:pt x="1418" y="1765"/>
                </a:cubicBezTo>
                <a:lnTo>
                  <a:pt x="1418" y="1418"/>
                </a:lnTo>
                <a:lnTo>
                  <a:pt x="1764" y="1418"/>
                </a:lnTo>
                <a:cubicBezTo>
                  <a:pt x="1953" y="1418"/>
                  <a:pt x="2111" y="1261"/>
                  <a:pt x="2111" y="1072"/>
                </a:cubicBezTo>
                <a:cubicBezTo>
                  <a:pt x="2111" y="883"/>
                  <a:pt x="1953" y="725"/>
                  <a:pt x="1764" y="725"/>
                </a:cubicBezTo>
                <a:lnTo>
                  <a:pt x="1418" y="725"/>
                </a:lnTo>
                <a:lnTo>
                  <a:pt x="1418" y="347"/>
                </a:ln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26"/>
          <p:cNvSpPr/>
          <p:nvPr/>
        </p:nvSpPr>
        <p:spPr>
          <a:xfrm>
            <a:off x="7325282" y="2981982"/>
            <a:ext cx="45539" cy="227595"/>
          </a:xfrm>
          <a:custGeom>
            <a:rect b="b" l="l" r="r" t="t"/>
            <a:pathLst>
              <a:path extrusionOk="0" h="6932" w="1387">
                <a:moveTo>
                  <a:pt x="1008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6585"/>
                </a:lnTo>
                <a:cubicBezTo>
                  <a:pt x="0" y="6774"/>
                  <a:pt x="158" y="6932"/>
                  <a:pt x="347" y="6932"/>
                </a:cubicBezTo>
                <a:lnTo>
                  <a:pt x="1386" y="6932"/>
                </a:lnTo>
                <a:lnTo>
                  <a:pt x="1386" y="4285"/>
                </a:lnTo>
                <a:lnTo>
                  <a:pt x="662" y="4285"/>
                </a:lnTo>
                <a:lnTo>
                  <a:pt x="662" y="3561"/>
                </a:lnTo>
                <a:lnTo>
                  <a:pt x="1386" y="3561"/>
                </a:lnTo>
                <a:lnTo>
                  <a:pt x="1386" y="2868"/>
                </a:lnTo>
                <a:lnTo>
                  <a:pt x="662" y="2868"/>
                </a:lnTo>
                <a:lnTo>
                  <a:pt x="662" y="2143"/>
                </a:lnTo>
                <a:lnTo>
                  <a:pt x="1386" y="2143"/>
                </a:lnTo>
                <a:lnTo>
                  <a:pt x="1386" y="1418"/>
                </a:lnTo>
                <a:lnTo>
                  <a:pt x="662" y="1418"/>
                </a:lnTo>
                <a:lnTo>
                  <a:pt x="662" y="1072"/>
                </a:lnTo>
                <a:cubicBezTo>
                  <a:pt x="662" y="883"/>
                  <a:pt x="819" y="725"/>
                  <a:pt x="1008" y="725"/>
                </a:cubicBezTo>
                <a:lnTo>
                  <a:pt x="1386" y="725"/>
                </a:lnTo>
                <a:lnTo>
                  <a:pt x="138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26"/>
          <p:cNvSpPr/>
          <p:nvPr/>
        </p:nvSpPr>
        <p:spPr>
          <a:xfrm>
            <a:off x="7667643" y="2985101"/>
            <a:ext cx="45539" cy="227595"/>
          </a:xfrm>
          <a:custGeom>
            <a:rect b="b" l="l" r="r" t="t"/>
            <a:pathLst>
              <a:path extrusionOk="0" h="6932" w="1387">
                <a:moveTo>
                  <a:pt x="0" y="0"/>
                </a:moveTo>
                <a:lnTo>
                  <a:pt x="0" y="725"/>
                </a:lnTo>
                <a:lnTo>
                  <a:pt x="347" y="725"/>
                </a:lnTo>
                <a:cubicBezTo>
                  <a:pt x="568" y="725"/>
                  <a:pt x="725" y="882"/>
                  <a:pt x="725" y="1071"/>
                </a:cubicBezTo>
                <a:lnTo>
                  <a:pt x="725" y="1418"/>
                </a:lnTo>
                <a:lnTo>
                  <a:pt x="0" y="1418"/>
                </a:lnTo>
                <a:lnTo>
                  <a:pt x="0" y="2143"/>
                </a:lnTo>
                <a:lnTo>
                  <a:pt x="725" y="2143"/>
                </a:lnTo>
                <a:lnTo>
                  <a:pt x="725" y="2836"/>
                </a:lnTo>
                <a:lnTo>
                  <a:pt x="0" y="2836"/>
                </a:lnTo>
                <a:lnTo>
                  <a:pt x="0" y="3560"/>
                </a:lnTo>
                <a:lnTo>
                  <a:pt x="725" y="3560"/>
                </a:lnTo>
                <a:lnTo>
                  <a:pt x="725" y="4253"/>
                </a:lnTo>
                <a:lnTo>
                  <a:pt x="0" y="4253"/>
                </a:lnTo>
                <a:lnTo>
                  <a:pt x="0" y="6931"/>
                </a:lnTo>
                <a:lnTo>
                  <a:pt x="1040" y="6931"/>
                </a:lnTo>
                <a:cubicBezTo>
                  <a:pt x="1229" y="6931"/>
                  <a:pt x="1387" y="6774"/>
                  <a:pt x="1387" y="6585"/>
                </a:cubicBezTo>
                <a:lnTo>
                  <a:pt x="1387" y="1040"/>
                </a:lnTo>
                <a:cubicBezTo>
                  <a:pt x="1387" y="441"/>
                  <a:pt x="914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26"/>
          <p:cNvSpPr/>
          <p:nvPr/>
        </p:nvSpPr>
        <p:spPr>
          <a:xfrm>
            <a:off x="7394588" y="2824787"/>
            <a:ext cx="251366" cy="388934"/>
          </a:xfrm>
          <a:custGeom>
            <a:rect b="b" l="l" r="r" t="t"/>
            <a:pathLst>
              <a:path extrusionOk="0" h="11846" w="7656">
                <a:moveTo>
                  <a:pt x="5545" y="662"/>
                </a:moveTo>
                <a:lnTo>
                  <a:pt x="5545" y="1764"/>
                </a:lnTo>
                <a:lnTo>
                  <a:pt x="5545" y="4222"/>
                </a:lnTo>
                <a:lnTo>
                  <a:pt x="2079" y="4222"/>
                </a:lnTo>
                <a:lnTo>
                  <a:pt x="2079" y="1764"/>
                </a:lnTo>
                <a:lnTo>
                  <a:pt x="2079" y="662"/>
                </a:lnTo>
                <a:close/>
                <a:moveTo>
                  <a:pt x="3434" y="4883"/>
                </a:moveTo>
                <a:lnTo>
                  <a:pt x="3434" y="5608"/>
                </a:lnTo>
                <a:lnTo>
                  <a:pt x="2079" y="5608"/>
                </a:lnTo>
                <a:lnTo>
                  <a:pt x="2079" y="4883"/>
                </a:lnTo>
                <a:close/>
                <a:moveTo>
                  <a:pt x="5513" y="4883"/>
                </a:moveTo>
                <a:lnTo>
                  <a:pt x="5513" y="5608"/>
                </a:lnTo>
                <a:lnTo>
                  <a:pt x="4159" y="5608"/>
                </a:lnTo>
                <a:lnTo>
                  <a:pt x="4159" y="4883"/>
                </a:lnTo>
                <a:close/>
                <a:moveTo>
                  <a:pt x="3434" y="6301"/>
                </a:moveTo>
                <a:lnTo>
                  <a:pt x="3434" y="7026"/>
                </a:lnTo>
                <a:lnTo>
                  <a:pt x="2079" y="7026"/>
                </a:lnTo>
                <a:lnTo>
                  <a:pt x="2079" y="6301"/>
                </a:lnTo>
                <a:close/>
                <a:moveTo>
                  <a:pt x="5513" y="6301"/>
                </a:moveTo>
                <a:lnTo>
                  <a:pt x="5513" y="7026"/>
                </a:lnTo>
                <a:lnTo>
                  <a:pt x="4159" y="7026"/>
                </a:lnTo>
                <a:lnTo>
                  <a:pt x="4159" y="6301"/>
                </a:lnTo>
                <a:close/>
                <a:moveTo>
                  <a:pt x="3434" y="7687"/>
                </a:moveTo>
                <a:lnTo>
                  <a:pt x="3434" y="8380"/>
                </a:lnTo>
                <a:lnTo>
                  <a:pt x="2079" y="8380"/>
                </a:lnTo>
                <a:lnTo>
                  <a:pt x="2079" y="7687"/>
                </a:lnTo>
                <a:close/>
                <a:moveTo>
                  <a:pt x="5513" y="7687"/>
                </a:moveTo>
                <a:lnTo>
                  <a:pt x="5513" y="8380"/>
                </a:lnTo>
                <a:lnTo>
                  <a:pt x="4159" y="8380"/>
                </a:lnTo>
                <a:lnTo>
                  <a:pt x="4159" y="7687"/>
                </a:lnTo>
                <a:close/>
                <a:moveTo>
                  <a:pt x="1733" y="0"/>
                </a:moveTo>
                <a:cubicBezTo>
                  <a:pt x="1544" y="0"/>
                  <a:pt x="1386" y="158"/>
                  <a:pt x="1386" y="347"/>
                </a:cubicBezTo>
                <a:lnTo>
                  <a:pt x="1386" y="1449"/>
                </a:lnTo>
                <a:lnTo>
                  <a:pt x="1040" y="1449"/>
                </a:lnTo>
                <a:cubicBezTo>
                  <a:pt x="441" y="1449"/>
                  <a:pt x="0" y="1922"/>
                  <a:pt x="0" y="2489"/>
                </a:cubicBezTo>
                <a:lnTo>
                  <a:pt x="0" y="11846"/>
                </a:lnTo>
                <a:lnTo>
                  <a:pt x="2804" y="11846"/>
                </a:lnTo>
                <a:lnTo>
                  <a:pt x="2804" y="10491"/>
                </a:lnTo>
                <a:lnTo>
                  <a:pt x="4883" y="10491"/>
                </a:lnTo>
                <a:cubicBezTo>
                  <a:pt x="4852" y="10586"/>
                  <a:pt x="4852" y="11688"/>
                  <a:pt x="4852" y="11846"/>
                </a:cubicBezTo>
                <a:lnTo>
                  <a:pt x="7656" y="11846"/>
                </a:lnTo>
                <a:lnTo>
                  <a:pt x="7656" y="2489"/>
                </a:lnTo>
                <a:cubicBezTo>
                  <a:pt x="7656" y="1890"/>
                  <a:pt x="7183" y="1449"/>
                  <a:pt x="6616" y="1449"/>
                </a:cubicBezTo>
                <a:lnTo>
                  <a:pt x="6270" y="1449"/>
                </a:lnTo>
                <a:lnTo>
                  <a:pt x="6270" y="347"/>
                </a:lnTo>
                <a:cubicBezTo>
                  <a:pt x="6270" y="158"/>
                  <a:pt x="6112" y="0"/>
                  <a:pt x="5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26"/>
          <p:cNvSpPr/>
          <p:nvPr/>
        </p:nvSpPr>
        <p:spPr>
          <a:xfrm>
            <a:off x="7323184" y="3352111"/>
            <a:ext cx="393104" cy="39011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26"/>
          <p:cNvSpPr/>
          <p:nvPr/>
        </p:nvSpPr>
        <p:spPr>
          <a:xfrm>
            <a:off x="7324757" y="3923311"/>
            <a:ext cx="388967" cy="254485"/>
          </a:xfrm>
          <a:custGeom>
            <a:rect b="b" l="l" r="r" t="t"/>
            <a:pathLst>
              <a:path extrusionOk="0" h="7751" w="11847">
                <a:moveTo>
                  <a:pt x="10838" y="2993"/>
                </a:moveTo>
                <a:cubicBezTo>
                  <a:pt x="11027" y="2993"/>
                  <a:pt x="11185" y="3119"/>
                  <a:pt x="11185" y="3340"/>
                </a:cubicBezTo>
                <a:cubicBezTo>
                  <a:pt x="11153" y="3403"/>
                  <a:pt x="11153" y="3497"/>
                  <a:pt x="11059" y="3529"/>
                </a:cubicBezTo>
                <a:cubicBezTo>
                  <a:pt x="10996" y="3592"/>
                  <a:pt x="10901" y="3687"/>
                  <a:pt x="10806" y="3687"/>
                </a:cubicBezTo>
                <a:lnTo>
                  <a:pt x="1040" y="3687"/>
                </a:lnTo>
                <a:cubicBezTo>
                  <a:pt x="914" y="3687"/>
                  <a:pt x="819" y="3655"/>
                  <a:pt x="756" y="3529"/>
                </a:cubicBezTo>
                <a:cubicBezTo>
                  <a:pt x="725" y="3497"/>
                  <a:pt x="662" y="3403"/>
                  <a:pt x="662" y="3340"/>
                </a:cubicBezTo>
                <a:cubicBezTo>
                  <a:pt x="662" y="3119"/>
                  <a:pt x="819" y="2993"/>
                  <a:pt x="1040" y="2993"/>
                </a:cubicBezTo>
                <a:close/>
                <a:moveTo>
                  <a:pt x="9735" y="4411"/>
                </a:moveTo>
                <a:cubicBezTo>
                  <a:pt x="9641" y="4947"/>
                  <a:pt x="9357" y="5671"/>
                  <a:pt x="8507" y="6364"/>
                </a:cubicBezTo>
                <a:cubicBezTo>
                  <a:pt x="8444" y="6396"/>
                  <a:pt x="8349" y="6459"/>
                  <a:pt x="8318" y="6459"/>
                </a:cubicBezTo>
                <a:cubicBezTo>
                  <a:pt x="8192" y="6459"/>
                  <a:pt x="8129" y="6396"/>
                  <a:pt x="8034" y="6333"/>
                </a:cubicBezTo>
                <a:cubicBezTo>
                  <a:pt x="7908" y="6175"/>
                  <a:pt x="7971" y="5986"/>
                  <a:pt x="8066" y="5860"/>
                </a:cubicBezTo>
                <a:cubicBezTo>
                  <a:pt x="8696" y="5356"/>
                  <a:pt x="8948" y="4821"/>
                  <a:pt x="9011" y="4411"/>
                </a:cubicBezTo>
                <a:close/>
                <a:moveTo>
                  <a:pt x="3497" y="0"/>
                </a:moveTo>
                <a:cubicBezTo>
                  <a:pt x="3434" y="95"/>
                  <a:pt x="3340" y="221"/>
                  <a:pt x="3214" y="347"/>
                </a:cubicBezTo>
                <a:lnTo>
                  <a:pt x="2237" y="1324"/>
                </a:lnTo>
                <a:cubicBezTo>
                  <a:pt x="2111" y="1450"/>
                  <a:pt x="1985" y="1576"/>
                  <a:pt x="1765" y="1639"/>
                </a:cubicBezTo>
                <a:lnTo>
                  <a:pt x="2174" y="2237"/>
                </a:lnTo>
                <a:lnTo>
                  <a:pt x="1040" y="2237"/>
                </a:lnTo>
                <a:cubicBezTo>
                  <a:pt x="441" y="2237"/>
                  <a:pt x="0" y="2710"/>
                  <a:pt x="0" y="3245"/>
                </a:cubicBezTo>
                <a:cubicBezTo>
                  <a:pt x="0" y="3497"/>
                  <a:pt x="63" y="3687"/>
                  <a:pt x="189" y="3876"/>
                </a:cubicBezTo>
                <a:cubicBezTo>
                  <a:pt x="315" y="4096"/>
                  <a:pt x="504" y="4191"/>
                  <a:pt x="756" y="4254"/>
                </a:cubicBezTo>
                <a:cubicBezTo>
                  <a:pt x="945" y="6018"/>
                  <a:pt x="1765" y="6932"/>
                  <a:pt x="2930" y="7719"/>
                </a:cubicBezTo>
                <a:cubicBezTo>
                  <a:pt x="2962" y="7751"/>
                  <a:pt x="3025" y="7751"/>
                  <a:pt x="3119" y="7751"/>
                </a:cubicBezTo>
                <a:lnTo>
                  <a:pt x="8696" y="7751"/>
                </a:lnTo>
                <a:cubicBezTo>
                  <a:pt x="8790" y="7751"/>
                  <a:pt x="8822" y="7719"/>
                  <a:pt x="8916" y="7719"/>
                </a:cubicBezTo>
                <a:cubicBezTo>
                  <a:pt x="10239" y="6805"/>
                  <a:pt x="10932" y="5671"/>
                  <a:pt x="11090" y="4254"/>
                </a:cubicBezTo>
                <a:cubicBezTo>
                  <a:pt x="11311" y="4159"/>
                  <a:pt x="11500" y="4033"/>
                  <a:pt x="11626" y="3876"/>
                </a:cubicBezTo>
                <a:cubicBezTo>
                  <a:pt x="11752" y="3687"/>
                  <a:pt x="11815" y="3497"/>
                  <a:pt x="11815" y="3245"/>
                </a:cubicBezTo>
                <a:cubicBezTo>
                  <a:pt x="11846" y="2741"/>
                  <a:pt x="11374" y="2269"/>
                  <a:pt x="10775" y="2269"/>
                </a:cubicBezTo>
                <a:lnTo>
                  <a:pt x="10712" y="2269"/>
                </a:lnTo>
                <a:cubicBezTo>
                  <a:pt x="10996" y="1733"/>
                  <a:pt x="11153" y="1135"/>
                  <a:pt x="11153" y="536"/>
                </a:cubicBezTo>
                <a:cubicBezTo>
                  <a:pt x="11153" y="347"/>
                  <a:pt x="10996" y="189"/>
                  <a:pt x="10775" y="189"/>
                </a:cubicBezTo>
                <a:cubicBezTo>
                  <a:pt x="9326" y="189"/>
                  <a:pt x="8034" y="1009"/>
                  <a:pt x="7404" y="2269"/>
                </a:cubicBezTo>
                <a:lnTo>
                  <a:pt x="6301" y="2269"/>
                </a:lnTo>
                <a:lnTo>
                  <a:pt x="349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26"/>
          <p:cNvSpPr/>
          <p:nvPr/>
        </p:nvSpPr>
        <p:spPr>
          <a:xfrm>
            <a:off x="7324757" y="3860210"/>
            <a:ext cx="101387" cy="101420"/>
          </a:xfrm>
          <a:custGeom>
            <a:rect b="b" l="l" r="r" t="t"/>
            <a:pathLst>
              <a:path extrusionOk="0" h="3089" w="3088">
                <a:moveTo>
                  <a:pt x="2009" y="1"/>
                </a:moveTo>
                <a:cubicBezTo>
                  <a:pt x="1733" y="1"/>
                  <a:pt x="1465" y="95"/>
                  <a:pt x="1292" y="284"/>
                </a:cubicBezTo>
                <a:lnTo>
                  <a:pt x="315" y="1292"/>
                </a:lnTo>
                <a:cubicBezTo>
                  <a:pt x="126" y="1481"/>
                  <a:pt x="0" y="1765"/>
                  <a:pt x="0" y="2017"/>
                </a:cubicBezTo>
                <a:cubicBezTo>
                  <a:pt x="0" y="2301"/>
                  <a:pt x="126" y="2584"/>
                  <a:pt x="315" y="2773"/>
                </a:cubicBezTo>
                <a:cubicBezTo>
                  <a:pt x="504" y="2962"/>
                  <a:pt x="756" y="3088"/>
                  <a:pt x="1040" y="3088"/>
                </a:cubicBezTo>
                <a:cubicBezTo>
                  <a:pt x="1292" y="3088"/>
                  <a:pt x="1576" y="2962"/>
                  <a:pt x="1765" y="2773"/>
                </a:cubicBezTo>
                <a:lnTo>
                  <a:pt x="2773" y="1796"/>
                </a:lnTo>
                <a:cubicBezTo>
                  <a:pt x="2962" y="1576"/>
                  <a:pt x="3088" y="1324"/>
                  <a:pt x="3088" y="1040"/>
                </a:cubicBezTo>
                <a:cubicBezTo>
                  <a:pt x="3088" y="757"/>
                  <a:pt x="2962" y="505"/>
                  <a:pt x="2773" y="284"/>
                </a:cubicBezTo>
                <a:cubicBezTo>
                  <a:pt x="2568" y="95"/>
                  <a:pt x="2284" y="1"/>
                  <a:pt x="2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26"/>
          <p:cNvSpPr/>
          <p:nvPr/>
        </p:nvSpPr>
        <p:spPr>
          <a:xfrm>
            <a:off x="7418884" y="4203621"/>
            <a:ext cx="201723" cy="22786"/>
          </a:xfrm>
          <a:custGeom>
            <a:rect b="b" l="l" r="r" t="t"/>
            <a:pathLst>
              <a:path extrusionOk="0" h="694" w="6144">
                <a:moveTo>
                  <a:pt x="0" y="0"/>
                </a:moveTo>
                <a:cubicBezTo>
                  <a:pt x="158" y="378"/>
                  <a:pt x="536" y="693"/>
                  <a:pt x="1008" y="693"/>
                </a:cubicBezTo>
                <a:lnTo>
                  <a:pt x="5167" y="693"/>
                </a:lnTo>
                <a:cubicBezTo>
                  <a:pt x="5608" y="693"/>
                  <a:pt x="5986" y="441"/>
                  <a:pt x="61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26"/>
          <p:cNvSpPr/>
          <p:nvPr/>
        </p:nvSpPr>
        <p:spPr>
          <a:xfrm>
            <a:off x="6353394" y="4336393"/>
            <a:ext cx="387916" cy="386898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26"/>
          <p:cNvSpPr/>
          <p:nvPr/>
        </p:nvSpPr>
        <p:spPr>
          <a:xfrm>
            <a:off x="7066503" y="1295729"/>
            <a:ext cx="151029" cy="149749"/>
          </a:xfrm>
          <a:custGeom>
            <a:rect b="b" l="l" r="r" t="t"/>
            <a:pathLst>
              <a:path extrusionOk="0" h="4561" w="4600"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78"/>
                  <a:pt x="378" y="1756"/>
                </a:cubicBezTo>
                <a:lnTo>
                  <a:pt x="2773" y="4245"/>
                </a:lnTo>
                <a:cubicBezTo>
                  <a:pt x="2962" y="4434"/>
                  <a:pt x="3245" y="4560"/>
                  <a:pt x="3529" y="4560"/>
                </a:cubicBezTo>
                <a:cubicBezTo>
                  <a:pt x="3812" y="4560"/>
                  <a:pt x="4064" y="4434"/>
                  <a:pt x="4285" y="4245"/>
                </a:cubicBezTo>
                <a:cubicBezTo>
                  <a:pt x="4474" y="4056"/>
                  <a:pt x="4600" y="3773"/>
                  <a:pt x="4600" y="3489"/>
                </a:cubicBezTo>
                <a:cubicBezTo>
                  <a:pt x="4600" y="3206"/>
                  <a:pt x="4474" y="2954"/>
                  <a:pt x="4285" y="2733"/>
                </a:cubicBezTo>
                <a:lnTo>
                  <a:pt x="1828" y="307"/>
                </a:ln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26"/>
          <p:cNvSpPr/>
          <p:nvPr/>
        </p:nvSpPr>
        <p:spPr>
          <a:xfrm>
            <a:off x="6827559" y="1493010"/>
            <a:ext cx="221390" cy="191381"/>
          </a:xfrm>
          <a:custGeom>
            <a:rect b="b" l="l" r="r" t="t"/>
            <a:pathLst>
              <a:path extrusionOk="0" h="5829" w="6743">
                <a:moveTo>
                  <a:pt x="3797" y="2167"/>
                </a:moveTo>
                <a:cubicBezTo>
                  <a:pt x="3884" y="2167"/>
                  <a:pt x="3970" y="2190"/>
                  <a:pt x="4033" y="2237"/>
                </a:cubicBezTo>
                <a:cubicBezTo>
                  <a:pt x="4159" y="2363"/>
                  <a:pt x="4159" y="2616"/>
                  <a:pt x="4033" y="2710"/>
                </a:cubicBezTo>
                <a:cubicBezTo>
                  <a:pt x="3970" y="2773"/>
                  <a:pt x="3884" y="2805"/>
                  <a:pt x="3797" y="2805"/>
                </a:cubicBezTo>
                <a:cubicBezTo>
                  <a:pt x="3710" y="2805"/>
                  <a:pt x="3624" y="2773"/>
                  <a:pt x="3561" y="2710"/>
                </a:cubicBezTo>
                <a:cubicBezTo>
                  <a:pt x="3435" y="2616"/>
                  <a:pt x="3435" y="2363"/>
                  <a:pt x="3561" y="2237"/>
                </a:cubicBezTo>
                <a:cubicBezTo>
                  <a:pt x="3624" y="2190"/>
                  <a:pt x="3710" y="2167"/>
                  <a:pt x="3797" y="2167"/>
                </a:cubicBezTo>
                <a:close/>
                <a:moveTo>
                  <a:pt x="2336" y="2639"/>
                </a:moveTo>
                <a:cubicBezTo>
                  <a:pt x="2426" y="2639"/>
                  <a:pt x="2521" y="2663"/>
                  <a:pt x="2584" y="2710"/>
                </a:cubicBezTo>
                <a:cubicBezTo>
                  <a:pt x="2679" y="2836"/>
                  <a:pt x="2679" y="3057"/>
                  <a:pt x="2584" y="3183"/>
                </a:cubicBezTo>
                <a:cubicBezTo>
                  <a:pt x="2521" y="3246"/>
                  <a:pt x="2426" y="3277"/>
                  <a:pt x="2336" y="3277"/>
                </a:cubicBezTo>
                <a:cubicBezTo>
                  <a:pt x="2245" y="3277"/>
                  <a:pt x="2159" y="3246"/>
                  <a:pt x="2111" y="3183"/>
                </a:cubicBezTo>
                <a:cubicBezTo>
                  <a:pt x="1985" y="3057"/>
                  <a:pt x="1985" y="2868"/>
                  <a:pt x="2111" y="2710"/>
                </a:cubicBezTo>
                <a:cubicBezTo>
                  <a:pt x="2159" y="2663"/>
                  <a:pt x="2245" y="2639"/>
                  <a:pt x="2336" y="2639"/>
                </a:cubicBezTo>
                <a:close/>
                <a:moveTo>
                  <a:pt x="2931" y="1"/>
                </a:moveTo>
                <a:lnTo>
                  <a:pt x="599" y="2332"/>
                </a:lnTo>
                <a:cubicBezTo>
                  <a:pt x="221" y="2710"/>
                  <a:pt x="1" y="3214"/>
                  <a:pt x="1" y="3781"/>
                </a:cubicBezTo>
                <a:cubicBezTo>
                  <a:pt x="1" y="4317"/>
                  <a:pt x="221" y="4852"/>
                  <a:pt x="599" y="5230"/>
                </a:cubicBezTo>
                <a:cubicBezTo>
                  <a:pt x="1009" y="5608"/>
                  <a:pt x="1513" y="5829"/>
                  <a:pt x="2048" y="5829"/>
                </a:cubicBezTo>
                <a:cubicBezTo>
                  <a:pt x="2616" y="5829"/>
                  <a:pt x="3120" y="5640"/>
                  <a:pt x="3529" y="5230"/>
                </a:cubicBezTo>
                <a:lnTo>
                  <a:pt x="6743" y="2048"/>
                </a:lnTo>
                <a:cubicBezTo>
                  <a:pt x="6743" y="2017"/>
                  <a:pt x="6711" y="1954"/>
                  <a:pt x="6711" y="1922"/>
                </a:cubicBezTo>
                <a:cubicBezTo>
                  <a:pt x="6396" y="1418"/>
                  <a:pt x="5829" y="1103"/>
                  <a:pt x="5136" y="1103"/>
                </a:cubicBezTo>
                <a:lnTo>
                  <a:pt x="5104" y="1103"/>
                </a:lnTo>
                <a:cubicBezTo>
                  <a:pt x="5075" y="1104"/>
                  <a:pt x="5045" y="1105"/>
                  <a:pt x="5016" y="1105"/>
                </a:cubicBezTo>
                <a:cubicBezTo>
                  <a:pt x="4168" y="1105"/>
                  <a:pt x="3387" y="670"/>
                  <a:pt x="29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26"/>
          <p:cNvSpPr/>
          <p:nvPr/>
        </p:nvSpPr>
        <p:spPr>
          <a:xfrm>
            <a:off x="6941351" y="1362704"/>
            <a:ext cx="208979" cy="181038"/>
          </a:xfrm>
          <a:custGeom>
            <a:rect b="b" l="l" r="r" t="t"/>
            <a:pathLst>
              <a:path extrusionOk="0" h="5514" w="6365">
                <a:moveTo>
                  <a:pt x="3403" y="0"/>
                </a:moveTo>
                <a:lnTo>
                  <a:pt x="2678" y="693"/>
                </a:lnTo>
                <a:lnTo>
                  <a:pt x="2300" y="1103"/>
                </a:lnTo>
                <a:lnTo>
                  <a:pt x="3056" y="1859"/>
                </a:lnTo>
                <a:cubicBezTo>
                  <a:pt x="3151" y="1953"/>
                  <a:pt x="3151" y="2205"/>
                  <a:pt x="3056" y="2331"/>
                </a:cubicBezTo>
                <a:cubicBezTo>
                  <a:pt x="2962" y="2394"/>
                  <a:pt x="2899" y="2426"/>
                  <a:pt x="2804" y="2426"/>
                </a:cubicBezTo>
                <a:cubicBezTo>
                  <a:pt x="2741" y="2426"/>
                  <a:pt x="2615" y="2394"/>
                  <a:pt x="2584" y="2331"/>
                </a:cubicBezTo>
                <a:lnTo>
                  <a:pt x="1827" y="1575"/>
                </a:lnTo>
                <a:lnTo>
                  <a:pt x="1355" y="2048"/>
                </a:lnTo>
                <a:lnTo>
                  <a:pt x="2111" y="2804"/>
                </a:lnTo>
                <a:cubicBezTo>
                  <a:pt x="2205" y="2898"/>
                  <a:pt x="2205" y="3150"/>
                  <a:pt x="2111" y="3277"/>
                </a:cubicBezTo>
                <a:cubicBezTo>
                  <a:pt x="2016" y="3340"/>
                  <a:pt x="1953" y="3371"/>
                  <a:pt x="1859" y="3371"/>
                </a:cubicBezTo>
                <a:cubicBezTo>
                  <a:pt x="1796" y="3371"/>
                  <a:pt x="1670" y="3340"/>
                  <a:pt x="1638" y="3277"/>
                </a:cubicBezTo>
                <a:lnTo>
                  <a:pt x="882" y="2520"/>
                </a:lnTo>
                <a:lnTo>
                  <a:pt x="0" y="3371"/>
                </a:lnTo>
                <a:cubicBezTo>
                  <a:pt x="0" y="3403"/>
                  <a:pt x="63" y="3466"/>
                  <a:pt x="63" y="3497"/>
                </a:cubicBezTo>
                <a:cubicBezTo>
                  <a:pt x="364" y="4068"/>
                  <a:pt x="894" y="4381"/>
                  <a:pt x="1490" y="4381"/>
                </a:cubicBezTo>
                <a:cubicBezTo>
                  <a:pt x="1518" y="4381"/>
                  <a:pt x="1547" y="4381"/>
                  <a:pt x="1575" y="4379"/>
                </a:cubicBezTo>
                <a:cubicBezTo>
                  <a:pt x="1890" y="4379"/>
                  <a:pt x="2174" y="4411"/>
                  <a:pt x="2458" y="4474"/>
                </a:cubicBezTo>
                <a:cubicBezTo>
                  <a:pt x="2993" y="4631"/>
                  <a:pt x="3529" y="5009"/>
                  <a:pt x="3781" y="5513"/>
                </a:cubicBezTo>
                <a:lnTo>
                  <a:pt x="6364" y="2961"/>
                </a:lnTo>
                <a:lnTo>
                  <a:pt x="340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26"/>
          <p:cNvSpPr/>
          <p:nvPr/>
        </p:nvSpPr>
        <p:spPr>
          <a:xfrm>
            <a:off x="6852436" y="1799529"/>
            <a:ext cx="341360" cy="387949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26"/>
          <p:cNvSpPr/>
          <p:nvPr/>
        </p:nvSpPr>
        <p:spPr>
          <a:xfrm>
            <a:off x="6832221" y="2330331"/>
            <a:ext cx="227595" cy="204842"/>
          </a:xfrm>
          <a:custGeom>
            <a:rect b="b" l="l" r="r" t="t"/>
            <a:pathLst>
              <a:path extrusionOk="0" h="6239" w="6932">
                <a:moveTo>
                  <a:pt x="3340" y="2364"/>
                </a:moveTo>
                <a:cubicBezTo>
                  <a:pt x="3529" y="2364"/>
                  <a:pt x="3686" y="2521"/>
                  <a:pt x="3686" y="2710"/>
                </a:cubicBezTo>
                <a:lnTo>
                  <a:pt x="3686" y="3435"/>
                </a:lnTo>
                <a:lnTo>
                  <a:pt x="4411" y="3435"/>
                </a:lnTo>
                <a:cubicBezTo>
                  <a:pt x="4600" y="3435"/>
                  <a:pt x="4757" y="3592"/>
                  <a:pt x="4757" y="3782"/>
                </a:cubicBezTo>
                <a:cubicBezTo>
                  <a:pt x="4757" y="3971"/>
                  <a:pt x="4600" y="4128"/>
                  <a:pt x="4411" y="4128"/>
                </a:cubicBezTo>
                <a:lnTo>
                  <a:pt x="3686" y="4128"/>
                </a:lnTo>
                <a:lnTo>
                  <a:pt x="3686" y="4853"/>
                </a:lnTo>
                <a:cubicBezTo>
                  <a:pt x="3686" y="5042"/>
                  <a:pt x="3529" y="5199"/>
                  <a:pt x="3340" y="5199"/>
                </a:cubicBezTo>
                <a:cubicBezTo>
                  <a:pt x="3151" y="5199"/>
                  <a:pt x="2993" y="5042"/>
                  <a:pt x="2993" y="4853"/>
                </a:cubicBezTo>
                <a:lnTo>
                  <a:pt x="2993" y="4128"/>
                </a:lnTo>
                <a:lnTo>
                  <a:pt x="2268" y="4128"/>
                </a:lnTo>
                <a:cubicBezTo>
                  <a:pt x="2079" y="4128"/>
                  <a:pt x="1922" y="3971"/>
                  <a:pt x="1922" y="3782"/>
                </a:cubicBezTo>
                <a:cubicBezTo>
                  <a:pt x="1922" y="3592"/>
                  <a:pt x="2079" y="3435"/>
                  <a:pt x="2268" y="3435"/>
                </a:cubicBezTo>
                <a:lnTo>
                  <a:pt x="2993" y="3435"/>
                </a:lnTo>
                <a:lnTo>
                  <a:pt x="2993" y="2710"/>
                </a:lnTo>
                <a:cubicBezTo>
                  <a:pt x="2993" y="2521"/>
                  <a:pt x="3151" y="2364"/>
                  <a:pt x="3340" y="2364"/>
                </a:cubicBezTo>
                <a:close/>
                <a:moveTo>
                  <a:pt x="3434" y="1"/>
                </a:moveTo>
                <a:cubicBezTo>
                  <a:pt x="2836" y="1"/>
                  <a:pt x="2394" y="474"/>
                  <a:pt x="2394" y="1041"/>
                </a:cubicBezTo>
                <a:lnTo>
                  <a:pt x="2394" y="1387"/>
                </a:lnTo>
                <a:lnTo>
                  <a:pt x="1008" y="1387"/>
                </a:lnTo>
                <a:cubicBezTo>
                  <a:pt x="441" y="1387"/>
                  <a:pt x="0" y="1860"/>
                  <a:pt x="0" y="2395"/>
                </a:cubicBezTo>
                <a:lnTo>
                  <a:pt x="0" y="6239"/>
                </a:lnTo>
                <a:lnTo>
                  <a:pt x="6931" y="6239"/>
                </a:lnTo>
                <a:lnTo>
                  <a:pt x="6931" y="2395"/>
                </a:lnTo>
                <a:lnTo>
                  <a:pt x="6837" y="2395"/>
                </a:lnTo>
                <a:cubicBezTo>
                  <a:pt x="6837" y="1828"/>
                  <a:pt x="6364" y="1387"/>
                  <a:pt x="5829" y="1387"/>
                </a:cubicBezTo>
                <a:lnTo>
                  <a:pt x="4442" y="1387"/>
                </a:lnTo>
                <a:lnTo>
                  <a:pt x="4442" y="1041"/>
                </a:lnTo>
                <a:cubicBezTo>
                  <a:pt x="4442" y="442"/>
                  <a:pt x="3970" y="1"/>
                  <a:pt x="343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26"/>
          <p:cNvSpPr/>
          <p:nvPr/>
        </p:nvSpPr>
        <p:spPr>
          <a:xfrm>
            <a:off x="6828084" y="2556865"/>
            <a:ext cx="228613" cy="92095"/>
          </a:xfrm>
          <a:custGeom>
            <a:rect b="b" l="l" r="r" t="t"/>
            <a:pathLst>
              <a:path extrusionOk="0" h="2805" w="6963">
                <a:moveTo>
                  <a:pt x="2457" y="1418"/>
                </a:moveTo>
                <a:cubicBezTo>
                  <a:pt x="2647" y="1418"/>
                  <a:pt x="2804" y="1576"/>
                  <a:pt x="2804" y="1765"/>
                </a:cubicBezTo>
                <a:cubicBezTo>
                  <a:pt x="2804" y="1954"/>
                  <a:pt x="2647" y="2111"/>
                  <a:pt x="2457" y="2111"/>
                </a:cubicBezTo>
                <a:cubicBezTo>
                  <a:pt x="2237" y="2111"/>
                  <a:pt x="2079" y="1954"/>
                  <a:pt x="2079" y="1765"/>
                </a:cubicBezTo>
                <a:cubicBezTo>
                  <a:pt x="2079" y="1576"/>
                  <a:pt x="2237" y="1418"/>
                  <a:pt x="2457" y="1418"/>
                </a:cubicBezTo>
                <a:close/>
                <a:moveTo>
                  <a:pt x="32" y="0"/>
                </a:moveTo>
                <a:lnTo>
                  <a:pt x="32" y="1009"/>
                </a:lnTo>
                <a:cubicBezTo>
                  <a:pt x="0" y="1607"/>
                  <a:pt x="473" y="2080"/>
                  <a:pt x="1071" y="2080"/>
                </a:cubicBezTo>
                <a:lnTo>
                  <a:pt x="1449" y="2080"/>
                </a:lnTo>
                <a:cubicBezTo>
                  <a:pt x="1607" y="2489"/>
                  <a:pt x="1985" y="2804"/>
                  <a:pt x="2457" y="2804"/>
                </a:cubicBezTo>
                <a:cubicBezTo>
                  <a:pt x="2867" y="2804"/>
                  <a:pt x="3277" y="2521"/>
                  <a:pt x="3434" y="2080"/>
                </a:cubicBezTo>
                <a:lnTo>
                  <a:pt x="6963" y="2080"/>
                </a:lnTo>
                <a:lnTo>
                  <a:pt x="696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26"/>
          <p:cNvSpPr/>
          <p:nvPr/>
        </p:nvSpPr>
        <p:spPr>
          <a:xfrm>
            <a:off x="7079405" y="2396551"/>
            <a:ext cx="137601" cy="252416"/>
          </a:xfrm>
          <a:custGeom>
            <a:rect b="b" l="l" r="r" t="t"/>
            <a:pathLst>
              <a:path extrusionOk="0" h="7688" w="4191">
                <a:moveTo>
                  <a:pt x="1513" y="693"/>
                </a:moveTo>
                <a:cubicBezTo>
                  <a:pt x="1954" y="693"/>
                  <a:pt x="2364" y="977"/>
                  <a:pt x="2521" y="1386"/>
                </a:cubicBezTo>
                <a:lnTo>
                  <a:pt x="3372" y="3497"/>
                </a:lnTo>
                <a:lnTo>
                  <a:pt x="1765" y="3497"/>
                </a:lnTo>
                <a:cubicBezTo>
                  <a:pt x="1576" y="3497"/>
                  <a:pt x="1419" y="3340"/>
                  <a:pt x="1419" y="3151"/>
                </a:cubicBezTo>
                <a:lnTo>
                  <a:pt x="1419" y="693"/>
                </a:lnTo>
                <a:close/>
                <a:moveTo>
                  <a:pt x="1765" y="6270"/>
                </a:moveTo>
                <a:cubicBezTo>
                  <a:pt x="1954" y="6270"/>
                  <a:pt x="2112" y="6427"/>
                  <a:pt x="2112" y="6616"/>
                </a:cubicBezTo>
                <a:cubicBezTo>
                  <a:pt x="2112" y="6805"/>
                  <a:pt x="1954" y="6963"/>
                  <a:pt x="1765" y="6963"/>
                </a:cubicBezTo>
                <a:cubicBezTo>
                  <a:pt x="1576" y="6963"/>
                  <a:pt x="1419" y="6805"/>
                  <a:pt x="1419" y="6616"/>
                </a:cubicBezTo>
                <a:cubicBezTo>
                  <a:pt x="1419" y="6427"/>
                  <a:pt x="1576" y="6270"/>
                  <a:pt x="1765" y="6270"/>
                </a:cubicBezTo>
                <a:close/>
                <a:moveTo>
                  <a:pt x="1" y="0"/>
                </a:moveTo>
                <a:lnTo>
                  <a:pt x="1" y="6963"/>
                </a:lnTo>
                <a:lnTo>
                  <a:pt x="788" y="6963"/>
                </a:lnTo>
                <a:cubicBezTo>
                  <a:pt x="946" y="7372"/>
                  <a:pt x="1293" y="7687"/>
                  <a:pt x="1765" y="7687"/>
                </a:cubicBezTo>
                <a:cubicBezTo>
                  <a:pt x="2206" y="7687"/>
                  <a:pt x="2584" y="7404"/>
                  <a:pt x="2742" y="6963"/>
                </a:cubicBezTo>
                <a:lnTo>
                  <a:pt x="3151" y="6963"/>
                </a:lnTo>
                <a:cubicBezTo>
                  <a:pt x="3718" y="6963"/>
                  <a:pt x="4159" y="6490"/>
                  <a:pt x="4159" y="5955"/>
                </a:cubicBezTo>
                <a:lnTo>
                  <a:pt x="4159" y="5577"/>
                </a:lnTo>
                <a:lnTo>
                  <a:pt x="3151" y="5577"/>
                </a:lnTo>
                <a:cubicBezTo>
                  <a:pt x="2931" y="5577"/>
                  <a:pt x="2773" y="5419"/>
                  <a:pt x="2773" y="5230"/>
                </a:cubicBezTo>
                <a:cubicBezTo>
                  <a:pt x="2773" y="5041"/>
                  <a:pt x="2994" y="4883"/>
                  <a:pt x="3183" y="4883"/>
                </a:cubicBezTo>
                <a:lnTo>
                  <a:pt x="4191" y="4883"/>
                </a:lnTo>
                <a:lnTo>
                  <a:pt x="4191" y="4096"/>
                </a:lnTo>
                <a:cubicBezTo>
                  <a:pt x="4191" y="3970"/>
                  <a:pt x="4159" y="3812"/>
                  <a:pt x="4159" y="3686"/>
                </a:cubicBezTo>
                <a:cubicBezTo>
                  <a:pt x="4096" y="3466"/>
                  <a:pt x="3246" y="1386"/>
                  <a:pt x="3151" y="1103"/>
                </a:cubicBezTo>
                <a:cubicBezTo>
                  <a:pt x="2868" y="410"/>
                  <a:pt x="2238" y="0"/>
                  <a:pt x="154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26"/>
          <p:cNvSpPr/>
          <p:nvPr/>
        </p:nvSpPr>
        <p:spPr>
          <a:xfrm>
            <a:off x="5494406" y="2823737"/>
            <a:ext cx="114520" cy="160879"/>
          </a:xfrm>
          <a:custGeom>
            <a:rect b="b" l="l" r="r" t="t"/>
            <a:pathLst>
              <a:path extrusionOk="0" h="4900" w="3488">
                <a:moveTo>
                  <a:pt x="1408" y="1"/>
                </a:moveTo>
                <a:lnTo>
                  <a:pt x="1408" y="1922"/>
                </a:lnTo>
                <a:cubicBezTo>
                  <a:pt x="1408" y="2647"/>
                  <a:pt x="998" y="3277"/>
                  <a:pt x="463" y="3561"/>
                </a:cubicBezTo>
                <a:cubicBezTo>
                  <a:pt x="211" y="3655"/>
                  <a:pt x="53" y="3907"/>
                  <a:pt x="22" y="4128"/>
                </a:cubicBezTo>
                <a:cubicBezTo>
                  <a:pt x="1" y="4609"/>
                  <a:pt x="369" y="4896"/>
                  <a:pt x="738" y="4896"/>
                </a:cubicBezTo>
                <a:cubicBezTo>
                  <a:pt x="925" y="4896"/>
                  <a:pt x="1113" y="4822"/>
                  <a:pt x="1250" y="4663"/>
                </a:cubicBezTo>
                <a:cubicBezTo>
                  <a:pt x="1361" y="4506"/>
                  <a:pt x="1557" y="4427"/>
                  <a:pt x="1754" y="4427"/>
                </a:cubicBezTo>
                <a:cubicBezTo>
                  <a:pt x="1951" y="4427"/>
                  <a:pt x="2148" y="4506"/>
                  <a:pt x="2258" y="4663"/>
                </a:cubicBezTo>
                <a:cubicBezTo>
                  <a:pt x="2411" y="4826"/>
                  <a:pt x="2604" y="4899"/>
                  <a:pt x="2792" y="4899"/>
                </a:cubicBezTo>
                <a:cubicBezTo>
                  <a:pt x="3149" y="4899"/>
                  <a:pt x="3487" y="4635"/>
                  <a:pt x="3487" y="4222"/>
                </a:cubicBezTo>
                <a:cubicBezTo>
                  <a:pt x="3487" y="3939"/>
                  <a:pt x="3330" y="3718"/>
                  <a:pt x="3109" y="3592"/>
                </a:cubicBezTo>
                <a:cubicBezTo>
                  <a:pt x="2479" y="3277"/>
                  <a:pt x="2101" y="2710"/>
                  <a:pt x="2101" y="2143"/>
                </a:cubicBezTo>
                <a:lnTo>
                  <a:pt x="2101" y="32"/>
                </a:lnTo>
                <a:cubicBezTo>
                  <a:pt x="2006" y="32"/>
                  <a:pt x="1880" y="1"/>
                  <a:pt x="17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26"/>
          <p:cNvSpPr/>
          <p:nvPr/>
        </p:nvSpPr>
        <p:spPr>
          <a:xfrm>
            <a:off x="5356484" y="2827874"/>
            <a:ext cx="387949" cy="382761"/>
          </a:xfrm>
          <a:custGeom>
            <a:rect b="b" l="l" r="r" t="t"/>
            <a:pathLst>
              <a:path extrusionOk="0" h="11658" w="11816">
                <a:moveTo>
                  <a:pt x="4884" y="1"/>
                </a:moveTo>
                <a:cubicBezTo>
                  <a:pt x="2143" y="505"/>
                  <a:pt x="1" y="2899"/>
                  <a:pt x="1" y="5829"/>
                </a:cubicBezTo>
                <a:cubicBezTo>
                  <a:pt x="1" y="8696"/>
                  <a:pt x="2143" y="11153"/>
                  <a:pt x="4884" y="11657"/>
                </a:cubicBezTo>
                <a:lnTo>
                  <a:pt x="4884" y="9799"/>
                </a:lnTo>
                <a:cubicBezTo>
                  <a:pt x="4884" y="9358"/>
                  <a:pt x="4664" y="8980"/>
                  <a:pt x="4349" y="8822"/>
                </a:cubicBezTo>
                <a:cubicBezTo>
                  <a:pt x="3876" y="8633"/>
                  <a:pt x="3561" y="8160"/>
                  <a:pt x="3530" y="7625"/>
                </a:cubicBezTo>
                <a:cubicBezTo>
                  <a:pt x="3446" y="6731"/>
                  <a:pt x="4186" y="6180"/>
                  <a:pt x="4925" y="6180"/>
                </a:cubicBezTo>
                <a:cubicBezTo>
                  <a:pt x="5306" y="6180"/>
                  <a:pt x="5687" y="6327"/>
                  <a:pt x="5955" y="6648"/>
                </a:cubicBezTo>
                <a:cubicBezTo>
                  <a:pt x="6188" y="6316"/>
                  <a:pt x="6553" y="6163"/>
                  <a:pt x="6929" y="6163"/>
                </a:cubicBezTo>
                <a:cubicBezTo>
                  <a:pt x="7621" y="6163"/>
                  <a:pt x="8350" y="6684"/>
                  <a:pt x="8350" y="7562"/>
                </a:cubicBezTo>
                <a:cubicBezTo>
                  <a:pt x="8350" y="8066"/>
                  <a:pt x="8035" y="8570"/>
                  <a:pt x="7562" y="8822"/>
                </a:cubicBezTo>
                <a:cubicBezTo>
                  <a:pt x="7184" y="9011"/>
                  <a:pt x="6995" y="9326"/>
                  <a:pt x="6995" y="9641"/>
                </a:cubicBezTo>
                <a:lnTo>
                  <a:pt x="6995" y="11657"/>
                </a:lnTo>
                <a:cubicBezTo>
                  <a:pt x="9736" y="11153"/>
                  <a:pt x="11815" y="8728"/>
                  <a:pt x="11815" y="5829"/>
                </a:cubicBezTo>
                <a:cubicBezTo>
                  <a:pt x="11815" y="2899"/>
                  <a:pt x="9736" y="505"/>
                  <a:pt x="6995" y="1"/>
                </a:cubicBezTo>
                <a:lnTo>
                  <a:pt x="6995" y="2017"/>
                </a:lnTo>
                <a:cubicBezTo>
                  <a:pt x="6995" y="2364"/>
                  <a:pt x="7216" y="2679"/>
                  <a:pt x="7562" y="2836"/>
                </a:cubicBezTo>
                <a:cubicBezTo>
                  <a:pt x="8035" y="3057"/>
                  <a:pt x="8350" y="3529"/>
                  <a:pt x="8350" y="4096"/>
                </a:cubicBezTo>
                <a:cubicBezTo>
                  <a:pt x="8350" y="4945"/>
                  <a:pt x="7656" y="5495"/>
                  <a:pt x="6948" y="5495"/>
                </a:cubicBezTo>
                <a:cubicBezTo>
                  <a:pt x="6578" y="5495"/>
                  <a:pt x="6205" y="5345"/>
                  <a:pt x="5924" y="5010"/>
                </a:cubicBezTo>
                <a:cubicBezTo>
                  <a:pt x="5691" y="5321"/>
                  <a:pt x="5310" y="5471"/>
                  <a:pt x="4919" y="5471"/>
                </a:cubicBezTo>
                <a:cubicBezTo>
                  <a:pt x="4200" y="5471"/>
                  <a:pt x="3448" y="4961"/>
                  <a:pt x="3530" y="4002"/>
                </a:cubicBezTo>
                <a:cubicBezTo>
                  <a:pt x="3561" y="3498"/>
                  <a:pt x="3876" y="3057"/>
                  <a:pt x="4349" y="2836"/>
                </a:cubicBezTo>
                <a:cubicBezTo>
                  <a:pt x="4664" y="2679"/>
                  <a:pt x="4884" y="2269"/>
                  <a:pt x="4884" y="1859"/>
                </a:cubicBezTo>
                <a:lnTo>
                  <a:pt x="488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26"/>
          <p:cNvSpPr/>
          <p:nvPr/>
        </p:nvSpPr>
        <p:spPr>
          <a:xfrm>
            <a:off x="5494406" y="3053423"/>
            <a:ext cx="114520" cy="161339"/>
          </a:xfrm>
          <a:custGeom>
            <a:rect b="b" l="l" r="r" t="t"/>
            <a:pathLst>
              <a:path extrusionOk="0" h="4914" w="3488">
                <a:moveTo>
                  <a:pt x="2777" y="1"/>
                </a:moveTo>
                <a:cubicBezTo>
                  <a:pt x="2589" y="1"/>
                  <a:pt x="2399" y="77"/>
                  <a:pt x="2258" y="251"/>
                </a:cubicBezTo>
                <a:cubicBezTo>
                  <a:pt x="2148" y="408"/>
                  <a:pt x="1951" y="487"/>
                  <a:pt x="1754" y="487"/>
                </a:cubicBezTo>
                <a:cubicBezTo>
                  <a:pt x="1557" y="487"/>
                  <a:pt x="1361" y="408"/>
                  <a:pt x="1250" y="251"/>
                </a:cubicBezTo>
                <a:cubicBezTo>
                  <a:pt x="1122" y="91"/>
                  <a:pt x="936" y="17"/>
                  <a:pt x="748" y="17"/>
                </a:cubicBezTo>
                <a:cubicBezTo>
                  <a:pt x="379" y="17"/>
                  <a:pt x="1" y="297"/>
                  <a:pt x="22" y="755"/>
                </a:cubicBezTo>
                <a:cubicBezTo>
                  <a:pt x="22" y="1007"/>
                  <a:pt x="242" y="1227"/>
                  <a:pt x="463" y="1353"/>
                </a:cubicBezTo>
                <a:cubicBezTo>
                  <a:pt x="1061" y="1637"/>
                  <a:pt x="1408" y="2267"/>
                  <a:pt x="1408" y="2960"/>
                </a:cubicBezTo>
                <a:lnTo>
                  <a:pt x="1408" y="4914"/>
                </a:lnTo>
                <a:cubicBezTo>
                  <a:pt x="1534" y="4851"/>
                  <a:pt x="1660" y="4851"/>
                  <a:pt x="1754" y="4851"/>
                </a:cubicBezTo>
                <a:lnTo>
                  <a:pt x="2101" y="4851"/>
                </a:lnTo>
                <a:lnTo>
                  <a:pt x="2101" y="2771"/>
                </a:lnTo>
                <a:cubicBezTo>
                  <a:pt x="2101" y="2141"/>
                  <a:pt x="2479" y="1606"/>
                  <a:pt x="3109" y="1322"/>
                </a:cubicBezTo>
                <a:cubicBezTo>
                  <a:pt x="3330" y="1196"/>
                  <a:pt x="3487" y="975"/>
                  <a:pt x="3487" y="692"/>
                </a:cubicBezTo>
                <a:cubicBezTo>
                  <a:pt x="3487" y="279"/>
                  <a:pt x="3135" y="1"/>
                  <a:pt x="27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26"/>
          <p:cNvSpPr/>
          <p:nvPr/>
        </p:nvSpPr>
        <p:spPr>
          <a:xfrm>
            <a:off x="5493028" y="3397753"/>
            <a:ext cx="22786" cy="22786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cubicBezTo>
                  <a:pt x="536" y="693"/>
                  <a:pt x="694" y="536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26"/>
          <p:cNvSpPr/>
          <p:nvPr/>
        </p:nvSpPr>
        <p:spPr>
          <a:xfrm>
            <a:off x="5425790" y="3512562"/>
            <a:ext cx="68324" cy="68292"/>
          </a:xfrm>
          <a:custGeom>
            <a:rect b="b" l="l" r="r" t="t"/>
            <a:pathLst>
              <a:path extrusionOk="0" h="2080" w="2081">
                <a:moveTo>
                  <a:pt x="1" y="0"/>
                </a:moveTo>
                <a:lnTo>
                  <a:pt x="1" y="2080"/>
                </a:lnTo>
                <a:lnTo>
                  <a:pt x="2080" y="2080"/>
                </a:ln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26"/>
          <p:cNvSpPr/>
          <p:nvPr/>
        </p:nvSpPr>
        <p:spPr>
          <a:xfrm>
            <a:off x="5356484" y="3353267"/>
            <a:ext cx="294836" cy="387916"/>
          </a:xfrm>
          <a:custGeom>
            <a:rect b="b" l="l" r="r" t="t"/>
            <a:pathLst>
              <a:path extrusionOk="0" h="11815" w="8980">
                <a:moveTo>
                  <a:pt x="4538" y="694"/>
                </a:moveTo>
                <a:cubicBezTo>
                  <a:pt x="5136" y="694"/>
                  <a:pt x="5577" y="1166"/>
                  <a:pt x="5577" y="1702"/>
                </a:cubicBezTo>
                <a:cubicBezTo>
                  <a:pt x="5577" y="1891"/>
                  <a:pt x="5735" y="2048"/>
                  <a:pt x="5924" y="2048"/>
                </a:cubicBezTo>
                <a:lnTo>
                  <a:pt x="6649" y="2048"/>
                </a:lnTo>
                <a:cubicBezTo>
                  <a:pt x="6838" y="2048"/>
                  <a:pt x="6995" y="2206"/>
                  <a:pt x="6995" y="2426"/>
                </a:cubicBezTo>
                <a:lnTo>
                  <a:pt x="6995" y="2773"/>
                </a:lnTo>
                <a:lnTo>
                  <a:pt x="2143" y="2773"/>
                </a:lnTo>
                <a:lnTo>
                  <a:pt x="2143" y="2426"/>
                </a:lnTo>
                <a:lnTo>
                  <a:pt x="2112" y="2426"/>
                </a:lnTo>
                <a:cubicBezTo>
                  <a:pt x="2112" y="2206"/>
                  <a:pt x="2269" y="2048"/>
                  <a:pt x="2458" y="2048"/>
                </a:cubicBezTo>
                <a:lnTo>
                  <a:pt x="3183" y="2048"/>
                </a:lnTo>
                <a:cubicBezTo>
                  <a:pt x="3372" y="2048"/>
                  <a:pt x="3530" y="1891"/>
                  <a:pt x="3530" y="1702"/>
                </a:cubicBezTo>
                <a:cubicBezTo>
                  <a:pt x="3530" y="1103"/>
                  <a:pt x="4002" y="694"/>
                  <a:pt x="4538" y="694"/>
                </a:cubicBezTo>
                <a:close/>
                <a:moveTo>
                  <a:pt x="7310" y="4159"/>
                </a:moveTo>
                <a:cubicBezTo>
                  <a:pt x="7499" y="4159"/>
                  <a:pt x="7657" y="4317"/>
                  <a:pt x="7657" y="4506"/>
                </a:cubicBezTo>
                <a:cubicBezTo>
                  <a:pt x="7657" y="4695"/>
                  <a:pt x="7499" y="4852"/>
                  <a:pt x="7310" y="4852"/>
                </a:cubicBezTo>
                <a:lnTo>
                  <a:pt x="5924" y="4852"/>
                </a:lnTo>
                <a:cubicBezTo>
                  <a:pt x="5735" y="4852"/>
                  <a:pt x="5577" y="4695"/>
                  <a:pt x="5577" y="4506"/>
                </a:cubicBezTo>
                <a:cubicBezTo>
                  <a:pt x="5577" y="4317"/>
                  <a:pt x="5735" y="4159"/>
                  <a:pt x="5924" y="4159"/>
                </a:cubicBezTo>
                <a:close/>
                <a:moveTo>
                  <a:pt x="7310" y="5514"/>
                </a:moveTo>
                <a:cubicBezTo>
                  <a:pt x="7499" y="5514"/>
                  <a:pt x="7657" y="5671"/>
                  <a:pt x="7657" y="5892"/>
                </a:cubicBezTo>
                <a:cubicBezTo>
                  <a:pt x="7657" y="6081"/>
                  <a:pt x="7499" y="6238"/>
                  <a:pt x="7310" y="6238"/>
                </a:cubicBezTo>
                <a:lnTo>
                  <a:pt x="5924" y="6238"/>
                </a:lnTo>
                <a:cubicBezTo>
                  <a:pt x="5735" y="6238"/>
                  <a:pt x="5577" y="6081"/>
                  <a:pt x="5577" y="5892"/>
                </a:cubicBezTo>
                <a:cubicBezTo>
                  <a:pt x="5577" y="5671"/>
                  <a:pt x="5735" y="5514"/>
                  <a:pt x="5924" y="5514"/>
                </a:cubicBezTo>
                <a:close/>
                <a:moveTo>
                  <a:pt x="4506" y="4159"/>
                </a:moveTo>
                <a:cubicBezTo>
                  <a:pt x="4695" y="4159"/>
                  <a:pt x="4853" y="4317"/>
                  <a:pt x="4853" y="4506"/>
                </a:cubicBezTo>
                <a:lnTo>
                  <a:pt x="4853" y="7247"/>
                </a:lnTo>
                <a:cubicBezTo>
                  <a:pt x="4853" y="7467"/>
                  <a:pt x="4695" y="7593"/>
                  <a:pt x="4506" y="7593"/>
                </a:cubicBezTo>
                <a:lnTo>
                  <a:pt x="1734" y="7593"/>
                </a:lnTo>
                <a:cubicBezTo>
                  <a:pt x="1545" y="7593"/>
                  <a:pt x="1387" y="7467"/>
                  <a:pt x="1387" y="7247"/>
                </a:cubicBezTo>
                <a:lnTo>
                  <a:pt x="1387" y="4506"/>
                </a:lnTo>
                <a:cubicBezTo>
                  <a:pt x="1387" y="4317"/>
                  <a:pt x="1545" y="4159"/>
                  <a:pt x="1734" y="4159"/>
                </a:cubicBezTo>
                <a:close/>
                <a:moveTo>
                  <a:pt x="7310" y="6900"/>
                </a:moveTo>
                <a:cubicBezTo>
                  <a:pt x="7499" y="6900"/>
                  <a:pt x="7657" y="7058"/>
                  <a:pt x="7657" y="7247"/>
                </a:cubicBezTo>
                <a:cubicBezTo>
                  <a:pt x="7657" y="7467"/>
                  <a:pt x="7499" y="7593"/>
                  <a:pt x="7310" y="7593"/>
                </a:cubicBezTo>
                <a:lnTo>
                  <a:pt x="5924" y="7593"/>
                </a:lnTo>
                <a:cubicBezTo>
                  <a:pt x="5735" y="7593"/>
                  <a:pt x="5577" y="7467"/>
                  <a:pt x="5577" y="7247"/>
                </a:cubicBezTo>
                <a:cubicBezTo>
                  <a:pt x="5577" y="7058"/>
                  <a:pt x="5735" y="6900"/>
                  <a:pt x="5924" y="6900"/>
                </a:cubicBezTo>
                <a:close/>
                <a:moveTo>
                  <a:pt x="7310" y="8318"/>
                </a:moveTo>
                <a:cubicBezTo>
                  <a:pt x="7499" y="8318"/>
                  <a:pt x="7657" y="8475"/>
                  <a:pt x="7657" y="8664"/>
                </a:cubicBezTo>
                <a:cubicBezTo>
                  <a:pt x="7657" y="8853"/>
                  <a:pt x="7499" y="9011"/>
                  <a:pt x="7310" y="9011"/>
                </a:cubicBezTo>
                <a:lnTo>
                  <a:pt x="1734" y="9011"/>
                </a:lnTo>
                <a:cubicBezTo>
                  <a:pt x="1545" y="9011"/>
                  <a:pt x="1387" y="8853"/>
                  <a:pt x="1387" y="8664"/>
                </a:cubicBezTo>
                <a:cubicBezTo>
                  <a:pt x="1387" y="8475"/>
                  <a:pt x="1545" y="8318"/>
                  <a:pt x="1734" y="8318"/>
                </a:cubicBezTo>
                <a:close/>
                <a:moveTo>
                  <a:pt x="7310" y="9704"/>
                </a:moveTo>
                <a:cubicBezTo>
                  <a:pt x="7499" y="9704"/>
                  <a:pt x="7657" y="9861"/>
                  <a:pt x="7657" y="10050"/>
                </a:cubicBezTo>
                <a:cubicBezTo>
                  <a:pt x="7657" y="10240"/>
                  <a:pt x="7499" y="10397"/>
                  <a:pt x="7310" y="10397"/>
                </a:cubicBezTo>
                <a:lnTo>
                  <a:pt x="1734" y="10397"/>
                </a:lnTo>
                <a:cubicBezTo>
                  <a:pt x="1545" y="10397"/>
                  <a:pt x="1387" y="10240"/>
                  <a:pt x="1387" y="10050"/>
                </a:cubicBezTo>
                <a:cubicBezTo>
                  <a:pt x="1387" y="9861"/>
                  <a:pt x="1545" y="9704"/>
                  <a:pt x="1734" y="9704"/>
                </a:cubicBezTo>
                <a:close/>
                <a:moveTo>
                  <a:pt x="4506" y="0"/>
                </a:moveTo>
                <a:cubicBezTo>
                  <a:pt x="3687" y="0"/>
                  <a:pt x="2962" y="599"/>
                  <a:pt x="2805" y="1387"/>
                </a:cubicBezTo>
                <a:lnTo>
                  <a:pt x="2427" y="1387"/>
                </a:lnTo>
                <a:cubicBezTo>
                  <a:pt x="1986" y="1387"/>
                  <a:pt x="1576" y="1670"/>
                  <a:pt x="1419" y="2080"/>
                </a:cubicBezTo>
                <a:lnTo>
                  <a:pt x="1041" y="2080"/>
                </a:lnTo>
                <a:cubicBezTo>
                  <a:pt x="442" y="2080"/>
                  <a:pt x="1" y="2552"/>
                  <a:pt x="1" y="3119"/>
                </a:cubicBezTo>
                <a:lnTo>
                  <a:pt x="1" y="10807"/>
                </a:lnTo>
                <a:cubicBezTo>
                  <a:pt x="1" y="11342"/>
                  <a:pt x="474" y="11815"/>
                  <a:pt x="1041" y="11815"/>
                </a:cubicBezTo>
                <a:lnTo>
                  <a:pt x="7972" y="11815"/>
                </a:lnTo>
                <a:cubicBezTo>
                  <a:pt x="8570" y="11815"/>
                  <a:pt x="8980" y="11342"/>
                  <a:pt x="8980" y="10807"/>
                </a:cubicBezTo>
                <a:lnTo>
                  <a:pt x="8980" y="3119"/>
                </a:lnTo>
                <a:cubicBezTo>
                  <a:pt x="8980" y="2521"/>
                  <a:pt x="8507" y="2080"/>
                  <a:pt x="7972" y="2080"/>
                </a:cubicBezTo>
                <a:lnTo>
                  <a:pt x="7562" y="2080"/>
                </a:lnTo>
                <a:cubicBezTo>
                  <a:pt x="7405" y="1702"/>
                  <a:pt x="7058" y="1387"/>
                  <a:pt x="6585" y="1387"/>
                </a:cubicBezTo>
                <a:lnTo>
                  <a:pt x="6207" y="1387"/>
                </a:lnTo>
                <a:cubicBezTo>
                  <a:pt x="6050" y="599"/>
                  <a:pt x="5325" y="0"/>
                  <a:pt x="45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26"/>
          <p:cNvSpPr/>
          <p:nvPr/>
        </p:nvSpPr>
        <p:spPr>
          <a:xfrm>
            <a:off x="5675075" y="3399558"/>
            <a:ext cx="69342" cy="250610"/>
          </a:xfrm>
          <a:custGeom>
            <a:rect b="b" l="l" r="r" t="t"/>
            <a:pathLst>
              <a:path extrusionOk="0" h="7633" w="2112">
                <a:moveTo>
                  <a:pt x="1060" y="0"/>
                </a:moveTo>
                <a:cubicBezTo>
                  <a:pt x="930" y="0"/>
                  <a:pt x="804" y="55"/>
                  <a:pt x="757" y="166"/>
                </a:cubicBezTo>
                <a:lnTo>
                  <a:pt x="32" y="1552"/>
                </a:lnTo>
                <a:cubicBezTo>
                  <a:pt x="0" y="1583"/>
                  <a:pt x="0" y="1678"/>
                  <a:pt x="0" y="1709"/>
                </a:cubicBezTo>
                <a:lnTo>
                  <a:pt x="0" y="7632"/>
                </a:lnTo>
                <a:lnTo>
                  <a:pt x="2080" y="7632"/>
                </a:lnTo>
                <a:lnTo>
                  <a:pt x="2080" y="1709"/>
                </a:lnTo>
                <a:lnTo>
                  <a:pt x="2111" y="1709"/>
                </a:lnTo>
                <a:cubicBezTo>
                  <a:pt x="2111" y="1678"/>
                  <a:pt x="2111" y="1583"/>
                  <a:pt x="2080" y="1552"/>
                </a:cubicBezTo>
                <a:lnTo>
                  <a:pt x="1387" y="166"/>
                </a:lnTo>
                <a:cubicBezTo>
                  <a:pt x="1324" y="55"/>
                  <a:pt x="1190" y="0"/>
                  <a:pt x="10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26"/>
          <p:cNvSpPr/>
          <p:nvPr/>
        </p:nvSpPr>
        <p:spPr>
          <a:xfrm>
            <a:off x="5676093" y="3669757"/>
            <a:ext cx="68324" cy="70393"/>
          </a:xfrm>
          <a:custGeom>
            <a:rect b="b" l="l" r="r" t="t"/>
            <a:pathLst>
              <a:path extrusionOk="0" h="2144" w="2081">
                <a:moveTo>
                  <a:pt x="1" y="1"/>
                </a:moveTo>
                <a:lnTo>
                  <a:pt x="1" y="1104"/>
                </a:lnTo>
                <a:lnTo>
                  <a:pt x="64" y="1104"/>
                </a:lnTo>
                <a:cubicBezTo>
                  <a:pt x="64" y="1702"/>
                  <a:pt x="505" y="2143"/>
                  <a:pt x="1072" y="2143"/>
                </a:cubicBezTo>
                <a:cubicBezTo>
                  <a:pt x="1671" y="2143"/>
                  <a:pt x="2080" y="1671"/>
                  <a:pt x="2080" y="1104"/>
                </a:cubicBez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26"/>
          <p:cNvSpPr/>
          <p:nvPr/>
        </p:nvSpPr>
        <p:spPr>
          <a:xfrm>
            <a:off x="5356501" y="3909936"/>
            <a:ext cx="388967" cy="266633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26"/>
          <p:cNvSpPr/>
          <p:nvPr/>
        </p:nvSpPr>
        <p:spPr>
          <a:xfrm>
            <a:off x="7886305" y="2960281"/>
            <a:ext cx="252449" cy="138619"/>
          </a:xfrm>
          <a:custGeom>
            <a:rect b="b" l="l" r="r" t="t"/>
            <a:pathLst>
              <a:path extrusionOk="0" h="4222" w="7689">
                <a:moveTo>
                  <a:pt x="3151" y="0"/>
                </a:moveTo>
                <a:lnTo>
                  <a:pt x="2616" y="1260"/>
                </a:lnTo>
                <a:cubicBezTo>
                  <a:pt x="2584" y="1386"/>
                  <a:pt x="2427" y="1481"/>
                  <a:pt x="2301" y="1481"/>
                </a:cubicBezTo>
                <a:lnTo>
                  <a:pt x="1" y="1481"/>
                </a:lnTo>
                <a:lnTo>
                  <a:pt x="1" y="4222"/>
                </a:lnTo>
                <a:lnTo>
                  <a:pt x="7688" y="4222"/>
                </a:lnTo>
                <a:lnTo>
                  <a:pt x="7688" y="1481"/>
                </a:lnTo>
                <a:lnTo>
                  <a:pt x="5672" y="1481"/>
                </a:lnTo>
                <a:lnTo>
                  <a:pt x="4884" y="3371"/>
                </a:lnTo>
                <a:cubicBezTo>
                  <a:pt x="4827" y="3513"/>
                  <a:pt x="4713" y="3578"/>
                  <a:pt x="4593" y="3578"/>
                </a:cubicBezTo>
                <a:cubicBezTo>
                  <a:pt x="4447" y="3578"/>
                  <a:pt x="4292" y="3481"/>
                  <a:pt x="4223" y="3308"/>
                </a:cubicBezTo>
                <a:lnTo>
                  <a:pt x="315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26"/>
          <p:cNvSpPr/>
          <p:nvPr/>
        </p:nvSpPr>
        <p:spPr>
          <a:xfrm>
            <a:off x="7885287" y="2893043"/>
            <a:ext cx="252416" cy="139669"/>
          </a:xfrm>
          <a:custGeom>
            <a:rect b="b" l="l" r="r" t="t"/>
            <a:pathLst>
              <a:path extrusionOk="0" h="4254" w="7688">
                <a:moveTo>
                  <a:pt x="0" y="0"/>
                </a:moveTo>
                <a:lnTo>
                  <a:pt x="0" y="2836"/>
                </a:lnTo>
                <a:lnTo>
                  <a:pt x="2111" y="2836"/>
                </a:lnTo>
                <a:lnTo>
                  <a:pt x="2962" y="945"/>
                </a:lnTo>
                <a:cubicBezTo>
                  <a:pt x="3020" y="800"/>
                  <a:pt x="3138" y="735"/>
                  <a:pt x="3258" y="735"/>
                </a:cubicBezTo>
                <a:cubicBezTo>
                  <a:pt x="3399" y="735"/>
                  <a:pt x="3541" y="824"/>
                  <a:pt x="3592" y="977"/>
                </a:cubicBezTo>
                <a:lnTo>
                  <a:pt x="4632" y="4253"/>
                </a:lnTo>
                <a:lnTo>
                  <a:pt x="5104" y="3056"/>
                </a:lnTo>
                <a:cubicBezTo>
                  <a:pt x="5167" y="2930"/>
                  <a:pt x="5325" y="2836"/>
                  <a:pt x="5419" y="2836"/>
                </a:cubicBezTo>
                <a:lnTo>
                  <a:pt x="7688" y="2836"/>
                </a:lnTo>
                <a:lnTo>
                  <a:pt x="768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26"/>
          <p:cNvSpPr/>
          <p:nvPr/>
        </p:nvSpPr>
        <p:spPr>
          <a:xfrm>
            <a:off x="7817032" y="2824787"/>
            <a:ext cx="388934" cy="388934"/>
          </a:xfrm>
          <a:custGeom>
            <a:rect b="b" l="l" r="r" t="t"/>
            <a:pathLst>
              <a:path extrusionOk="0" h="11846" w="11846">
                <a:moveTo>
                  <a:pt x="10113" y="1386"/>
                </a:moveTo>
                <a:cubicBezTo>
                  <a:pt x="10302" y="1386"/>
                  <a:pt x="10460" y="1544"/>
                  <a:pt x="10460" y="1733"/>
                </a:cubicBezTo>
                <a:lnTo>
                  <a:pt x="10460" y="8758"/>
                </a:lnTo>
                <a:cubicBezTo>
                  <a:pt x="10460" y="8947"/>
                  <a:pt x="10302" y="9105"/>
                  <a:pt x="10113" y="9105"/>
                </a:cubicBezTo>
                <a:lnTo>
                  <a:pt x="1733" y="9105"/>
                </a:lnTo>
                <a:cubicBezTo>
                  <a:pt x="1512" y="9105"/>
                  <a:pt x="1355" y="8947"/>
                  <a:pt x="1355" y="8758"/>
                </a:cubicBezTo>
                <a:lnTo>
                  <a:pt x="1355" y="1733"/>
                </a:lnTo>
                <a:cubicBezTo>
                  <a:pt x="1355" y="1544"/>
                  <a:pt x="1512" y="1386"/>
                  <a:pt x="1733" y="1386"/>
                </a:cubicBezTo>
                <a:close/>
                <a:moveTo>
                  <a:pt x="2426" y="9767"/>
                </a:moveTo>
                <a:cubicBezTo>
                  <a:pt x="2615" y="9767"/>
                  <a:pt x="2804" y="9924"/>
                  <a:pt x="2804" y="10113"/>
                </a:cubicBezTo>
                <a:cubicBezTo>
                  <a:pt x="2804" y="10334"/>
                  <a:pt x="2615" y="10491"/>
                  <a:pt x="2426" y="10491"/>
                </a:cubicBezTo>
                <a:cubicBezTo>
                  <a:pt x="2237" y="10491"/>
                  <a:pt x="2079" y="10334"/>
                  <a:pt x="2079" y="10113"/>
                </a:cubicBezTo>
                <a:cubicBezTo>
                  <a:pt x="2079" y="9924"/>
                  <a:pt x="2237" y="9767"/>
                  <a:pt x="2426" y="9767"/>
                </a:cubicBezTo>
                <a:close/>
                <a:moveTo>
                  <a:pt x="3844" y="9767"/>
                </a:moveTo>
                <a:cubicBezTo>
                  <a:pt x="4033" y="9767"/>
                  <a:pt x="4190" y="9924"/>
                  <a:pt x="4190" y="10113"/>
                </a:cubicBezTo>
                <a:cubicBezTo>
                  <a:pt x="4190" y="10334"/>
                  <a:pt x="4001" y="10491"/>
                  <a:pt x="3844" y="10491"/>
                </a:cubicBezTo>
                <a:cubicBezTo>
                  <a:pt x="3655" y="10491"/>
                  <a:pt x="3497" y="10334"/>
                  <a:pt x="3497" y="10113"/>
                </a:cubicBezTo>
                <a:cubicBezTo>
                  <a:pt x="3497" y="9924"/>
                  <a:pt x="3655" y="9767"/>
                  <a:pt x="3844" y="9767"/>
                </a:cubicBezTo>
                <a:close/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10113"/>
                </a:lnTo>
                <a:cubicBezTo>
                  <a:pt x="0" y="11058"/>
                  <a:pt x="788" y="11846"/>
                  <a:pt x="1733" y="11846"/>
                </a:cubicBezTo>
                <a:lnTo>
                  <a:pt x="10113" y="11846"/>
                </a:lnTo>
                <a:cubicBezTo>
                  <a:pt x="11058" y="11846"/>
                  <a:pt x="11846" y="11058"/>
                  <a:pt x="11846" y="10113"/>
                </a:cubicBezTo>
                <a:lnTo>
                  <a:pt x="11846" y="1733"/>
                </a:lnTo>
                <a:cubicBezTo>
                  <a:pt x="11846" y="788"/>
                  <a:pt x="11058" y="0"/>
                  <a:pt x="10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26"/>
          <p:cNvSpPr/>
          <p:nvPr/>
        </p:nvSpPr>
        <p:spPr>
          <a:xfrm>
            <a:off x="7863531" y="3353194"/>
            <a:ext cx="296904" cy="387949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26"/>
          <p:cNvSpPr/>
          <p:nvPr/>
        </p:nvSpPr>
        <p:spPr>
          <a:xfrm>
            <a:off x="7999587" y="3941925"/>
            <a:ext cx="23836" cy="22786"/>
          </a:xfrm>
          <a:custGeom>
            <a:rect b="b" l="l" r="r" t="t"/>
            <a:pathLst>
              <a:path extrusionOk="0" h="694" w="726">
                <a:moveTo>
                  <a:pt x="0" y="0"/>
                </a:moveTo>
                <a:lnTo>
                  <a:pt x="0" y="694"/>
                </a:lnTo>
                <a:lnTo>
                  <a:pt x="725" y="694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26"/>
          <p:cNvSpPr/>
          <p:nvPr/>
        </p:nvSpPr>
        <p:spPr>
          <a:xfrm>
            <a:off x="7999587" y="3986411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26"/>
          <p:cNvSpPr/>
          <p:nvPr/>
        </p:nvSpPr>
        <p:spPr>
          <a:xfrm>
            <a:off x="7999587" y="4078469"/>
            <a:ext cx="23836" cy="45539"/>
          </a:xfrm>
          <a:custGeom>
            <a:rect b="b" l="l" r="r" t="t"/>
            <a:pathLst>
              <a:path extrusionOk="0" h="1387" w="726">
                <a:moveTo>
                  <a:pt x="0" y="0"/>
                </a:moveTo>
                <a:lnTo>
                  <a:pt x="0" y="1040"/>
                </a:lnTo>
                <a:cubicBezTo>
                  <a:pt x="0" y="1229"/>
                  <a:pt x="158" y="1386"/>
                  <a:pt x="379" y="1386"/>
                </a:cubicBezTo>
                <a:cubicBezTo>
                  <a:pt x="568" y="1386"/>
                  <a:pt x="725" y="1229"/>
                  <a:pt x="725" y="1040"/>
                </a:cubicBez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26"/>
          <p:cNvSpPr/>
          <p:nvPr/>
        </p:nvSpPr>
        <p:spPr>
          <a:xfrm>
            <a:off x="8046142" y="3918122"/>
            <a:ext cx="69309" cy="35229"/>
          </a:xfrm>
          <a:custGeom>
            <a:rect b="b" l="l" r="r" t="t"/>
            <a:pathLst>
              <a:path extrusionOk="0" h="1073" w="2111">
                <a:moveTo>
                  <a:pt x="0" y="1"/>
                </a:moveTo>
                <a:lnTo>
                  <a:pt x="0" y="725"/>
                </a:lnTo>
                <a:lnTo>
                  <a:pt x="1040" y="725"/>
                </a:lnTo>
                <a:cubicBezTo>
                  <a:pt x="1386" y="725"/>
                  <a:pt x="1701" y="883"/>
                  <a:pt x="1985" y="1072"/>
                </a:cubicBezTo>
                <a:cubicBezTo>
                  <a:pt x="2048" y="946"/>
                  <a:pt x="2111" y="851"/>
                  <a:pt x="2111" y="725"/>
                </a:cubicBezTo>
                <a:cubicBezTo>
                  <a:pt x="2111" y="316"/>
                  <a:pt x="1764" y="1"/>
                  <a:pt x="13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26"/>
          <p:cNvSpPr/>
          <p:nvPr/>
        </p:nvSpPr>
        <p:spPr>
          <a:xfrm>
            <a:off x="7999587" y="3895371"/>
            <a:ext cx="23836" cy="22786"/>
          </a:xfrm>
          <a:custGeom>
            <a:rect b="b" l="l" r="r" t="t"/>
            <a:pathLst>
              <a:path extrusionOk="0" h="694" w="726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694"/>
                </a:lnTo>
                <a:lnTo>
                  <a:pt x="725" y="694"/>
                </a:lnTo>
                <a:lnTo>
                  <a:pt x="725" y="347"/>
                </a:ln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26"/>
          <p:cNvSpPr/>
          <p:nvPr/>
        </p:nvSpPr>
        <p:spPr>
          <a:xfrm>
            <a:off x="7999587" y="4031915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26"/>
          <p:cNvSpPr/>
          <p:nvPr/>
        </p:nvSpPr>
        <p:spPr>
          <a:xfrm>
            <a:off x="7817540" y="3848849"/>
            <a:ext cx="387916" cy="388934"/>
          </a:xfrm>
          <a:custGeom>
            <a:rect b="b" l="l" r="r" t="t"/>
            <a:pathLst>
              <a:path extrusionOk="0" h="11846" w="11815">
                <a:moveTo>
                  <a:pt x="5892" y="725"/>
                </a:moveTo>
                <a:cubicBezTo>
                  <a:pt x="6333" y="725"/>
                  <a:pt x="6743" y="1008"/>
                  <a:pt x="6900" y="1449"/>
                </a:cubicBezTo>
                <a:lnTo>
                  <a:pt x="8349" y="1449"/>
                </a:lnTo>
                <a:cubicBezTo>
                  <a:pt x="9106" y="1449"/>
                  <a:pt x="9736" y="2079"/>
                  <a:pt x="9736" y="2835"/>
                </a:cubicBezTo>
                <a:cubicBezTo>
                  <a:pt x="9736" y="3214"/>
                  <a:pt x="9578" y="3529"/>
                  <a:pt x="9295" y="3812"/>
                </a:cubicBezTo>
                <a:cubicBezTo>
                  <a:pt x="9326" y="3938"/>
                  <a:pt x="9358" y="4096"/>
                  <a:pt x="9358" y="4190"/>
                </a:cubicBezTo>
                <a:cubicBezTo>
                  <a:pt x="9358" y="4600"/>
                  <a:pt x="9200" y="4915"/>
                  <a:pt x="8948" y="5198"/>
                </a:cubicBezTo>
                <a:cubicBezTo>
                  <a:pt x="8980" y="5324"/>
                  <a:pt x="9011" y="5450"/>
                  <a:pt x="9011" y="5576"/>
                </a:cubicBezTo>
                <a:cubicBezTo>
                  <a:pt x="9011" y="6333"/>
                  <a:pt x="8381" y="6963"/>
                  <a:pt x="7625" y="6963"/>
                </a:cubicBezTo>
                <a:cubicBezTo>
                  <a:pt x="7436" y="6963"/>
                  <a:pt x="7278" y="6805"/>
                  <a:pt x="7278" y="6616"/>
                </a:cubicBezTo>
                <a:cubicBezTo>
                  <a:pt x="7278" y="6427"/>
                  <a:pt x="7436" y="6269"/>
                  <a:pt x="7625" y="6269"/>
                </a:cubicBezTo>
                <a:cubicBezTo>
                  <a:pt x="8034" y="6269"/>
                  <a:pt x="8349" y="5954"/>
                  <a:pt x="8349" y="5545"/>
                </a:cubicBezTo>
                <a:cubicBezTo>
                  <a:pt x="8349" y="5167"/>
                  <a:pt x="8034" y="4852"/>
                  <a:pt x="7625" y="4852"/>
                </a:cubicBezTo>
                <a:lnTo>
                  <a:pt x="6932" y="4852"/>
                </a:lnTo>
                <a:lnTo>
                  <a:pt x="6932" y="7593"/>
                </a:lnTo>
                <a:lnTo>
                  <a:pt x="7940" y="7593"/>
                </a:lnTo>
                <a:cubicBezTo>
                  <a:pt x="8538" y="7593"/>
                  <a:pt x="8980" y="8065"/>
                  <a:pt x="8980" y="8632"/>
                </a:cubicBezTo>
                <a:cubicBezTo>
                  <a:pt x="8980" y="9105"/>
                  <a:pt x="8664" y="9514"/>
                  <a:pt x="8192" y="9609"/>
                </a:cubicBezTo>
                <a:cubicBezTo>
                  <a:pt x="7562" y="9767"/>
                  <a:pt x="7058" y="10145"/>
                  <a:pt x="6680" y="10586"/>
                </a:cubicBezTo>
                <a:cubicBezTo>
                  <a:pt x="6459" y="10869"/>
                  <a:pt x="6176" y="11027"/>
                  <a:pt x="5861" y="11027"/>
                </a:cubicBezTo>
                <a:cubicBezTo>
                  <a:pt x="5545" y="11027"/>
                  <a:pt x="5230" y="10869"/>
                  <a:pt x="5041" y="10586"/>
                </a:cubicBezTo>
                <a:cubicBezTo>
                  <a:pt x="4695" y="10113"/>
                  <a:pt x="4128" y="9767"/>
                  <a:pt x="3529" y="9609"/>
                </a:cubicBezTo>
                <a:cubicBezTo>
                  <a:pt x="3057" y="9483"/>
                  <a:pt x="2742" y="9042"/>
                  <a:pt x="2742" y="8569"/>
                </a:cubicBezTo>
                <a:cubicBezTo>
                  <a:pt x="2742" y="8002"/>
                  <a:pt x="3214" y="7561"/>
                  <a:pt x="3781" y="7561"/>
                </a:cubicBezTo>
                <a:lnTo>
                  <a:pt x="4789" y="7561"/>
                </a:lnTo>
                <a:lnTo>
                  <a:pt x="4789" y="4789"/>
                </a:lnTo>
                <a:lnTo>
                  <a:pt x="4096" y="4789"/>
                </a:lnTo>
                <a:cubicBezTo>
                  <a:pt x="3687" y="4789"/>
                  <a:pt x="3372" y="5104"/>
                  <a:pt x="3372" y="5513"/>
                </a:cubicBezTo>
                <a:cubicBezTo>
                  <a:pt x="3372" y="5891"/>
                  <a:pt x="3687" y="6206"/>
                  <a:pt x="4096" y="6206"/>
                </a:cubicBezTo>
                <a:cubicBezTo>
                  <a:pt x="4285" y="6206"/>
                  <a:pt x="4443" y="6364"/>
                  <a:pt x="4443" y="6553"/>
                </a:cubicBezTo>
                <a:cubicBezTo>
                  <a:pt x="4443" y="6774"/>
                  <a:pt x="4285" y="6931"/>
                  <a:pt x="4096" y="6931"/>
                </a:cubicBezTo>
                <a:cubicBezTo>
                  <a:pt x="3340" y="6931"/>
                  <a:pt x="2710" y="6301"/>
                  <a:pt x="2710" y="5545"/>
                </a:cubicBezTo>
                <a:cubicBezTo>
                  <a:pt x="2710" y="5387"/>
                  <a:pt x="2742" y="5261"/>
                  <a:pt x="2805" y="5135"/>
                </a:cubicBezTo>
                <a:cubicBezTo>
                  <a:pt x="2521" y="4883"/>
                  <a:pt x="2363" y="4568"/>
                  <a:pt x="2363" y="4159"/>
                </a:cubicBezTo>
                <a:cubicBezTo>
                  <a:pt x="2363" y="4001"/>
                  <a:pt x="2395" y="3875"/>
                  <a:pt x="2426" y="3781"/>
                </a:cubicBezTo>
                <a:cubicBezTo>
                  <a:pt x="2174" y="3497"/>
                  <a:pt x="2017" y="3182"/>
                  <a:pt x="2017" y="2772"/>
                </a:cubicBezTo>
                <a:cubicBezTo>
                  <a:pt x="2080" y="2048"/>
                  <a:pt x="2710" y="1449"/>
                  <a:pt x="3466" y="1449"/>
                </a:cubicBezTo>
                <a:lnTo>
                  <a:pt x="4915" y="1449"/>
                </a:lnTo>
                <a:cubicBezTo>
                  <a:pt x="5073" y="1040"/>
                  <a:pt x="5419" y="725"/>
                  <a:pt x="5892" y="725"/>
                </a:cubicBezTo>
                <a:close/>
                <a:moveTo>
                  <a:pt x="1009" y="0"/>
                </a:moveTo>
                <a:cubicBezTo>
                  <a:pt x="473" y="32"/>
                  <a:pt x="1" y="504"/>
                  <a:pt x="1" y="1040"/>
                </a:cubicBezTo>
                <a:lnTo>
                  <a:pt x="1" y="10838"/>
                </a:lnTo>
                <a:cubicBezTo>
                  <a:pt x="1" y="11405"/>
                  <a:pt x="473" y="11846"/>
                  <a:pt x="1009" y="11846"/>
                </a:cubicBezTo>
                <a:lnTo>
                  <a:pt x="10807" y="11846"/>
                </a:lnTo>
                <a:cubicBezTo>
                  <a:pt x="11374" y="11846"/>
                  <a:pt x="11815" y="11373"/>
                  <a:pt x="11815" y="10775"/>
                </a:cubicBezTo>
                <a:lnTo>
                  <a:pt x="11815" y="1071"/>
                </a:lnTo>
                <a:cubicBezTo>
                  <a:pt x="11815" y="504"/>
                  <a:pt x="11342" y="32"/>
                  <a:pt x="10807" y="32"/>
                </a:cubicBezTo>
                <a:lnTo>
                  <a:pt x="100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26"/>
          <p:cNvSpPr/>
          <p:nvPr/>
        </p:nvSpPr>
        <p:spPr>
          <a:xfrm>
            <a:off x="8046142" y="3963659"/>
            <a:ext cx="56899" cy="35196"/>
          </a:xfrm>
          <a:custGeom>
            <a:rect b="b" l="l" r="r" t="t"/>
            <a:pathLst>
              <a:path extrusionOk="0" h="1072" w="1733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cubicBezTo>
                  <a:pt x="748" y="722"/>
                  <a:pt x="772" y="721"/>
                  <a:pt x="795" y="721"/>
                </a:cubicBezTo>
                <a:cubicBezTo>
                  <a:pt x="1086" y="721"/>
                  <a:pt x="1374" y="896"/>
                  <a:pt x="1607" y="1071"/>
                </a:cubicBezTo>
                <a:cubicBezTo>
                  <a:pt x="1701" y="945"/>
                  <a:pt x="1733" y="819"/>
                  <a:pt x="1733" y="725"/>
                </a:cubicBezTo>
                <a:cubicBezTo>
                  <a:pt x="1733" y="315"/>
                  <a:pt x="1418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26"/>
          <p:cNvSpPr/>
          <p:nvPr/>
        </p:nvSpPr>
        <p:spPr>
          <a:xfrm>
            <a:off x="7931332" y="4123973"/>
            <a:ext cx="159303" cy="68292"/>
          </a:xfrm>
          <a:custGeom>
            <a:rect b="b" l="l" r="r" t="t"/>
            <a:pathLst>
              <a:path extrusionOk="0" h="2080" w="4852">
                <a:moveTo>
                  <a:pt x="315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662"/>
                  <a:pt x="284" y="693"/>
                </a:cubicBezTo>
                <a:cubicBezTo>
                  <a:pt x="1008" y="914"/>
                  <a:pt x="1701" y="1355"/>
                  <a:pt x="2174" y="1922"/>
                </a:cubicBezTo>
                <a:cubicBezTo>
                  <a:pt x="2205" y="2017"/>
                  <a:pt x="2269" y="2080"/>
                  <a:pt x="2426" y="2080"/>
                </a:cubicBezTo>
                <a:cubicBezTo>
                  <a:pt x="2584" y="2080"/>
                  <a:pt x="2678" y="2017"/>
                  <a:pt x="2710" y="1922"/>
                </a:cubicBezTo>
                <a:cubicBezTo>
                  <a:pt x="3151" y="1355"/>
                  <a:pt x="3812" y="882"/>
                  <a:pt x="4568" y="662"/>
                </a:cubicBezTo>
                <a:cubicBezTo>
                  <a:pt x="4726" y="630"/>
                  <a:pt x="4852" y="504"/>
                  <a:pt x="4852" y="347"/>
                </a:cubicBezTo>
                <a:cubicBezTo>
                  <a:pt x="4852" y="158"/>
                  <a:pt x="4694" y="0"/>
                  <a:pt x="4474" y="0"/>
                </a:cubicBezTo>
                <a:lnTo>
                  <a:pt x="3371" y="0"/>
                </a:lnTo>
                <a:cubicBezTo>
                  <a:pt x="3214" y="410"/>
                  <a:pt x="2867" y="725"/>
                  <a:pt x="2395" y="725"/>
                </a:cubicBezTo>
                <a:cubicBezTo>
                  <a:pt x="1922" y="725"/>
                  <a:pt x="1575" y="441"/>
                  <a:pt x="14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26"/>
          <p:cNvSpPr/>
          <p:nvPr/>
        </p:nvSpPr>
        <p:spPr>
          <a:xfrm>
            <a:off x="7907529" y="3918122"/>
            <a:ext cx="69342" cy="35229"/>
          </a:xfrm>
          <a:custGeom>
            <a:rect b="b" l="l" r="r" t="t"/>
            <a:pathLst>
              <a:path extrusionOk="0" h="1073" w="2112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851"/>
                  <a:pt x="64" y="978"/>
                  <a:pt x="127" y="1072"/>
                </a:cubicBezTo>
                <a:cubicBezTo>
                  <a:pt x="410" y="883"/>
                  <a:pt x="725" y="725"/>
                  <a:pt x="1072" y="725"/>
                </a:cubicBezTo>
                <a:lnTo>
                  <a:pt x="2111" y="725"/>
                </a:lnTo>
                <a:lnTo>
                  <a:pt x="211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26"/>
          <p:cNvSpPr/>
          <p:nvPr/>
        </p:nvSpPr>
        <p:spPr>
          <a:xfrm>
            <a:off x="7920990" y="3964677"/>
            <a:ext cx="57949" cy="35196"/>
          </a:xfrm>
          <a:custGeom>
            <a:rect b="b" l="l" r="r" t="t"/>
            <a:pathLst>
              <a:path extrusionOk="0" h="1072" w="1765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851"/>
                  <a:pt x="32" y="1009"/>
                  <a:pt x="126" y="1072"/>
                </a:cubicBezTo>
                <a:cubicBezTo>
                  <a:pt x="347" y="820"/>
                  <a:pt x="693" y="725"/>
                  <a:pt x="1071" y="725"/>
                </a:cubicBezTo>
                <a:lnTo>
                  <a:pt x="1764" y="725"/>
                </a:lnTo>
                <a:lnTo>
                  <a:pt x="176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4" name="Google Shape;4334;p26"/>
          <p:cNvSpPr/>
          <p:nvPr/>
        </p:nvSpPr>
        <p:spPr>
          <a:xfrm>
            <a:off x="6799252" y="4334842"/>
            <a:ext cx="390017" cy="389984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5" name="Google Shape;4335;p26"/>
          <p:cNvSpPr txBox="1"/>
          <p:nvPr/>
        </p:nvSpPr>
        <p:spPr>
          <a:xfrm>
            <a:off x="444156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Montserrat"/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Educational Icons</a:t>
            </a:r>
            <a:endParaRPr b="1" i="0" sz="2400" u="none" cap="none" strike="noStrike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336" name="Google Shape;4336;p26"/>
          <p:cNvSpPr txBox="1"/>
          <p:nvPr/>
        </p:nvSpPr>
        <p:spPr>
          <a:xfrm>
            <a:off x="4863207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Montserrat"/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Medical Icons</a:t>
            </a:r>
            <a:endParaRPr b="1" i="0" sz="2400" u="none" cap="none" strike="noStrike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40" name="Shape 4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" name="Google Shape;4341;p27"/>
          <p:cNvSpPr/>
          <p:nvPr/>
        </p:nvSpPr>
        <p:spPr>
          <a:xfrm>
            <a:off x="670325" y="1260428"/>
            <a:ext cx="66152" cy="261444"/>
          </a:xfrm>
          <a:custGeom>
            <a:rect b="b" l="l" r="r" t="t"/>
            <a:pathLst>
              <a:path extrusionOk="0" h="8098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8097"/>
                </a:lnTo>
                <a:cubicBezTo>
                  <a:pt x="348" y="7782"/>
                  <a:pt x="820" y="7562"/>
                  <a:pt x="1387" y="7562"/>
                </a:cubicBezTo>
                <a:lnTo>
                  <a:pt x="2049" y="7562"/>
                </a:lnTo>
                <a:lnTo>
                  <a:pt x="204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2" name="Google Shape;4342;p27"/>
          <p:cNvSpPr/>
          <p:nvPr/>
        </p:nvSpPr>
        <p:spPr>
          <a:xfrm>
            <a:off x="670325" y="1525910"/>
            <a:ext cx="313326" cy="88525"/>
          </a:xfrm>
          <a:custGeom>
            <a:rect b="b" l="l" r="r" t="t"/>
            <a:pathLst>
              <a:path extrusionOk="0" h="2742" w="9705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00" y="2741"/>
                  <a:pt x="1356" y="2741"/>
                </a:cubicBezTo>
                <a:lnTo>
                  <a:pt x="4758" y="2741"/>
                </a:lnTo>
                <a:lnTo>
                  <a:pt x="4758" y="1733"/>
                </a:lnTo>
                <a:lnTo>
                  <a:pt x="1702" y="1733"/>
                </a:lnTo>
                <a:cubicBezTo>
                  <a:pt x="1513" y="1733"/>
                  <a:pt x="1356" y="1575"/>
                  <a:pt x="1356" y="1355"/>
                </a:cubicBezTo>
                <a:cubicBezTo>
                  <a:pt x="1356" y="1166"/>
                  <a:pt x="1513" y="1008"/>
                  <a:pt x="1702" y="1008"/>
                </a:cubicBezTo>
                <a:lnTo>
                  <a:pt x="9232" y="1008"/>
                </a:lnTo>
                <a:cubicBezTo>
                  <a:pt x="9263" y="851"/>
                  <a:pt x="9326" y="662"/>
                  <a:pt x="9452" y="536"/>
                </a:cubicBezTo>
                <a:cubicBezTo>
                  <a:pt x="9704" y="221"/>
                  <a:pt x="9484" y="0"/>
                  <a:pt x="92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3" name="Google Shape;4343;p27"/>
          <p:cNvSpPr/>
          <p:nvPr/>
        </p:nvSpPr>
        <p:spPr>
          <a:xfrm>
            <a:off x="912432" y="1581827"/>
            <a:ext cx="71221" cy="32608"/>
          </a:xfrm>
          <a:custGeom>
            <a:rect b="b" l="l" r="r" t="t"/>
            <a:pathLst>
              <a:path extrusionOk="0" h="1010" w="2206">
                <a:moveTo>
                  <a:pt x="0" y="1"/>
                </a:moveTo>
                <a:lnTo>
                  <a:pt x="0" y="1009"/>
                </a:lnTo>
                <a:lnTo>
                  <a:pt x="1670" y="1009"/>
                </a:lnTo>
                <a:cubicBezTo>
                  <a:pt x="1953" y="1009"/>
                  <a:pt x="2205" y="788"/>
                  <a:pt x="1953" y="505"/>
                </a:cubicBezTo>
                <a:cubicBezTo>
                  <a:pt x="1827" y="347"/>
                  <a:pt x="1764" y="190"/>
                  <a:pt x="16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4" name="Google Shape;4344;p27"/>
          <p:cNvSpPr/>
          <p:nvPr/>
        </p:nvSpPr>
        <p:spPr>
          <a:xfrm>
            <a:off x="813769" y="1393669"/>
            <a:ext cx="108865" cy="44779"/>
          </a:xfrm>
          <a:custGeom>
            <a:rect b="b" l="l" r="r" t="t"/>
            <a:pathLst>
              <a:path extrusionOk="0" h="1387" w="3372">
                <a:moveTo>
                  <a:pt x="1701" y="0"/>
                </a:moveTo>
                <a:cubicBezTo>
                  <a:pt x="882" y="0"/>
                  <a:pt x="221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521" y="0"/>
                  <a:pt x="170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5" name="Google Shape;4345;p27"/>
          <p:cNvSpPr/>
          <p:nvPr/>
        </p:nvSpPr>
        <p:spPr>
          <a:xfrm>
            <a:off x="847313" y="1327549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316" y="1"/>
                  <a:pt x="1" y="284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cubicBezTo>
                  <a:pt x="1040" y="1324"/>
                  <a:pt x="1324" y="1040"/>
                  <a:pt x="1324" y="662"/>
                </a:cubicBezTo>
                <a:cubicBezTo>
                  <a:pt x="1324" y="284"/>
                  <a:pt x="1040" y="1"/>
                  <a:pt x="6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6" name="Google Shape;4346;p27"/>
          <p:cNvSpPr/>
          <p:nvPr/>
        </p:nvSpPr>
        <p:spPr>
          <a:xfrm>
            <a:off x="757818" y="1260428"/>
            <a:ext cx="221766" cy="244139"/>
          </a:xfrm>
          <a:custGeom>
            <a:rect b="b" l="l" r="r" t="t"/>
            <a:pathLst>
              <a:path extrusionOk="0" h="7562" w="6869">
                <a:moveTo>
                  <a:pt x="3434" y="1355"/>
                </a:moveTo>
                <a:cubicBezTo>
                  <a:pt x="4191" y="1355"/>
                  <a:pt x="4821" y="1985"/>
                  <a:pt x="4821" y="2741"/>
                </a:cubicBezTo>
                <a:cubicBezTo>
                  <a:pt x="4821" y="3088"/>
                  <a:pt x="4663" y="3403"/>
                  <a:pt x="4474" y="3655"/>
                </a:cubicBezTo>
                <a:cubicBezTo>
                  <a:pt x="5293" y="4033"/>
                  <a:pt x="5829" y="4852"/>
                  <a:pt x="5829" y="5829"/>
                </a:cubicBezTo>
                <a:cubicBezTo>
                  <a:pt x="5829" y="6018"/>
                  <a:pt x="5671" y="6175"/>
                  <a:pt x="5482" y="6175"/>
                </a:cubicBezTo>
                <a:lnTo>
                  <a:pt x="1387" y="6175"/>
                </a:lnTo>
                <a:cubicBezTo>
                  <a:pt x="1198" y="6175"/>
                  <a:pt x="1040" y="6018"/>
                  <a:pt x="1040" y="5829"/>
                </a:cubicBezTo>
                <a:cubicBezTo>
                  <a:pt x="1040" y="4852"/>
                  <a:pt x="1576" y="4033"/>
                  <a:pt x="2426" y="3655"/>
                </a:cubicBezTo>
                <a:cubicBezTo>
                  <a:pt x="2174" y="3403"/>
                  <a:pt x="2048" y="3088"/>
                  <a:pt x="2048" y="2741"/>
                </a:cubicBezTo>
                <a:cubicBezTo>
                  <a:pt x="2048" y="1985"/>
                  <a:pt x="2678" y="1355"/>
                  <a:pt x="3434" y="1355"/>
                </a:cubicBezTo>
                <a:close/>
                <a:moveTo>
                  <a:pt x="0" y="0"/>
                </a:moveTo>
                <a:lnTo>
                  <a:pt x="0" y="7562"/>
                </a:lnTo>
                <a:lnTo>
                  <a:pt x="6868" y="7562"/>
                </a:lnTo>
                <a:lnTo>
                  <a:pt x="6868" y="1009"/>
                </a:lnTo>
                <a:cubicBezTo>
                  <a:pt x="6868" y="473"/>
                  <a:pt x="6396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7" name="Google Shape;4347;p27"/>
          <p:cNvSpPr/>
          <p:nvPr/>
        </p:nvSpPr>
        <p:spPr>
          <a:xfrm>
            <a:off x="847313" y="1581827"/>
            <a:ext cx="44779" cy="54981"/>
          </a:xfrm>
          <a:custGeom>
            <a:rect b="b" l="l" r="r" t="t"/>
            <a:pathLst>
              <a:path extrusionOk="0" h="1703" w="1387">
                <a:moveTo>
                  <a:pt x="1" y="1"/>
                </a:moveTo>
                <a:lnTo>
                  <a:pt x="1" y="1702"/>
                </a:lnTo>
                <a:lnTo>
                  <a:pt x="505" y="1387"/>
                </a:lnTo>
                <a:cubicBezTo>
                  <a:pt x="536" y="1324"/>
                  <a:pt x="631" y="1324"/>
                  <a:pt x="694" y="1324"/>
                </a:cubicBezTo>
                <a:cubicBezTo>
                  <a:pt x="711" y="1316"/>
                  <a:pt x="725" y="1312"/>
                  <a:pt x="739" y="1312"/>
                </a:cubicBezTo>
                <a:cubicBezTo>
                  <a:pt x="776" y="1312"/>
                  <a:pt x="805" y="1341"/>
                  <a:pt x="851" y="1387"/>
                </a:cubicBezTo>
                <a:lnTo>
                  <a:pt x="1387" y="1702"/>
                </a:lnTo>
                <a:lnTo>
                  <a:pt x="138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8" name="Google Shape;4348;p27"/>
          <p:cNvSpPr/>
          <p:nvPr/>
        </p:nvSpPr>
        <p:spPr>
          <a:xfrm>
            <a:off x="725259" y="1796074"/>
            <a:ext cx="200425" cy="184121"/>
          </a:xfrm>
          <a:custGeom>
            <a:rect b="b" l="l" r="r" t="t"/>
            <a:pathLst>
              <a:path extrusionOk="0" h="5703" w="6208">
                <a:moveTo>
                  <a:pt x="3088" y="693"/>
                </a:moveTo>
                <a:cubicBezTo>
                  <a:pt x="3655" y="693"/>
                  <a:pt x="4128" y="1166"/>
                  <a:pt x="4128" y="1733"/>
                </a:cubicBezTo>
                <a:cubicBezTo>
                  <a:pt x="4128" y="2174"/>
                  <a:pt x="3844" y="2552"/>
                  <a:pt x="3466" y="2710"/>
                </a:cubicBezTo>
                <a:lnTo>
                  <a:pt x="3466" y="3119"/>
                </a:lnTo>
                <a:cubicBezTo>
                  <a:pt x="3466" y="3308"/>
                  <a:pt x="3309" y="3466"/>
                  <a:pt x="3088" y="3466"/>
                </a:cubicBezTo>
                <a:cubicBezTo>
                  <a:pt x="2899" y="3466"/>
                  <a:pt x="2742" y="3308"/>
                  <a:pt x="2742" y="3119"/>
                </a:cubicBezTo>
                <a:lnTo>
                  <a:pt x="2742" y="2710"/>
                </a:lnTo>
                <a:cubicBezTo>
                  <a:pt x="2742" y="2426"/>
                  <a:pt x="2931" y="2174"/>
                  <a:pt x="3214" y="2080"/>
                </a:cubicBezTo>
                <a:cubicBezTo>
                  <a:pt x="3340" y="2048"/>
                  <a:pt x="3466" y="1891"/>
                  <a:pt x="3466" y="1765"/>
                </a:cubicBezTo>
                <a:cubicBezTo>
                  <a:pt x="3466" y="1576"/>
                  <a:pt x="3309" y="1418"/>
                  <a:pt x="3088" y="1418"/>
                </a:cubicBezTo>
                <a:cubicBezTo>
                  <a:pt x="2899" y="1418"/>
                  <a:pt x="2742" y="1576"/>
                  <a:pt x="2742" y="1765"/>
                </a:cubicBezTo>
                <a:cubicBezTo>
                  <a:pt x="2742" y="1954"/>
                  <a:pt x="2584" y="2111"/>
                  <a:pt x="2395" y="2111"/>
                </a:cubicBezTo>
                <a:cubicBezTo>
                  <a:pt x="2206" y="2111"/>
                  <a:pt x="2049" y="1954"/>
                  <a:pt x="2049" y="1765"/>
                </a:cubicBezTo>
                <a:cubicBezTo>
                  <a:pt x="2080" y="1166"/>
                  <a:pt x="2553" y="693"/>
                  <a:pt x="3088" y="693"/>
                </a:cubicBezTo>
                <a:close/>
                <a:moveTo>
                  <a:pt x="3088" y="3781"/>
                </a:moveTo>
                <a:cubicBezTo>
                  <a:pt x="3309" y="3781"/>
                  <a:pt x="3466" y="3938"/>
                  <a:pt x="3466" y="4127"/>
                </a:cubicBezTo>
                <a:cubicBezTo>
                  <a:pt x="3466" y="4317"/>
                  <a:pt x="3309" y="4474"/>
                  <a:pt x="3088" y="4474"/>
                </a:cubicBezTo>
                <a:cubicBezTo>
                  <a:pt x="2899" y="4474"/>
                  <a:pt x="2742" y="4317"/>
                  <a:pt x="2742" y="4127"/>
                </a:cubicBezTo>
                <a:cubicBezTo>
                  <a:pt x="2742" y="3938"/>
                  <a:pt x="2899" y="3781"/>
                  <a:pt x="3088" y="3781"/>
                </a:cubicBezTo>
                <a:close/>
                <a:moveTo>
                  <a:pt x="347" y="0"/>
                </a:moveTo>
                <a:cubicBezTo>
                  <a:pt x="158" y="32"/>
                  <a:pt x="1" y="189"/>
                  <a:pt x="1" y="347"/>
                </a:cubicBezTo>
                <a:lnTo>
                  <a:pt x="1" y="5010"/>
                </a:lnTo>
                <a:lnTo>
                  <a:pt x="694" y="5703"/>
                </a:lnTo>
                <a:cubicBezTo>
                  <a:pt x="1371" y="5088"/>
                  <a:pt x="2238" y="4781"/>
                  <a:pt x="3104" y="4781"/>
                </a:cubicBezTo>
                <a:cubicBezTo>
                  <a:pt x="3970" y="4781"/>
                  <a:pt x="4837" y="5088"/>
                  <a:pt x="5514" y="5703"/>
                </a:cubicBezTo>
                <a:lnTo>
                  <a:pt x="6207" y="5010"/>
                </a:lnTo>
                <a:lnTo>
                  <a:pt x="6207" y="347"/>
                </a:lnTo>
                <a:cubicBezTo>
                  <a:pt x="6207" y="158"/>
                  <a:pt x="6050" y="0"/>
                  <a:pt x="58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9" name="Google Shape;4349;p27"/>
          <p:cNvSpPr/>
          <p:nvPr/>
        </p:nvSpPr>
        <p:spPr>
          <a:xfrm>
            <a:off x="920552" y="1901840"/>
            <a:ext cx="94627" cy="185154"/>
          </a:xfrm>
          <a:custGeom>
            <a:rect b="b" l="l" r="r" t="t"/>
            <a:pathLst>
              <a:path extrusionOk="0" h="5735" w="2931">
                <a:moveTo>
                  <a:pt x="2931" y="1"/>
                </a:moveTo>
                <a:lnTo>
                  <a:pt x="1" y="2899"/>
                </a:lnTo>
                <a:lnTo>
                  <a:pt x="2805" y="5735"/>
                </a:lnTo>
                <a:cubicBezTo>
                  <a:pt x="2868" y="5609"/>
                  <a:pt x="2931" y="5451"/>
                  <a:pt x="2931" y="5294"/>
                </a:cubicBezTo>
                <a:lnTo>
                  <a:pt x="293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0" name="Google Shape;4350;p27"/>
          <p:cNvSpPr/>
          <p:nvPr/>
        </p:nvSpPr>
        <p:spPr>
          <a:xfrm>
            <a:off x="655071" y="1972028"/>
            <a:ext cx="339767" cy="134306"/>
          </a:xfrm>
          <a:custGeom>
            <a:rect b="b" l="l" r="r" t="t"/>
            <a:pathLst>
              <a:path extrusionOk="0" h="4160" w="10524">
                <a:moveTo>
                  <a:pt x="5235" y="1"/>
                </a:moveTo>
                <a:cubicBezTo>
                  <a:pt x="4482" y="1"/>
                  <a:pt x="3734" y="284"/>
                  <a:pt x="3183" y="851"/>
                </a:cubicBezTo>
                <a:lnTo>
                  <a:pt x="1" y="4033"/>
                </a:lnTo>
                <a:cubicBezTo>
                  <a:pt x="158" y="4128"/>
                  <a:pt x="316" y="4159"/>
                  <a:pt x="473" y="4159"/>
                </a:cubicBezTo>
                <a:lnTo>
                  <a:pt x="10082" y="4159"/>
                </a:lnTo>
                <a:cubicBezTo>
                  <a:pt x="10240" y="4159"/>
                  <a:pt x="10398" y="4128"/>
                  <a:pt x="10524" y="4033"/>
                </a:cubicBezTo>
                <a:lnTo>
                  <a:pt x="7310" y="851"/>
                </a:lnTo>
                <a:cubicBezTo>
                  <a:pt x="6743" y="284"/>
                  <a:pt x="5987" y="1"/>
                  <a:pt x="52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1" name="Google Shape;4351;p27"/>
          <p:cNvSpPr/>
          <p:nvPr/>
        </p:nvSpPr>
        <p:spPr>
          <a:xfrm>
            <a:off x="648969" y="1825583"/>
            <a:ext cx="53948" cy="109866"/>
          </a:xfrm>
          <a:custGeom>
            <a:rect b="b" l="l" r="r" t="t"/>
            <a:pathLst>
              <a:path extrusionOk="0" h="3403" w="1671">
                <a:moveTo>
                  <a:pt x="1671" y="0"/>
                </a:moveTo>
                <a:lnTo>
                  <a:pt x="1" y="1701"/>
                </a:lnTo>
                <a:lnTo>
                  <a:pt x="1671" y="3403"/>
                </a:lnTo>
                <a:lnTo>
                  <a:pt x="167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2" name="Google Shape;4352;p27"/>
          <p:cNvSpPr/>
          <p:nvPr/>
        </p:nvSpPr>
        <p:spPr>
          <a:xfrm>
            <a:off x="946994" y="1825583"/>
            <a:ext cx="55982" cy="109866"/>
          </a:xfrm>
          <a:custGeom>
            <a:rect b="b" l="l" r="r" t="t"/>
            <a:pathLst>
              <a:path extrusionOk="0" h="3403" w="1734">
                <a:moveTo>
                  <a:pt x="1" y="0"/>
                </a:moveTo>
                <a:lnTo>
                  <a:pt x="1" y="3403"/>
                </a:lnTo>
                <a:lnTo>
                  <a:pt x="1734" y="1701"/>
                </a:lnTo>
                <a:lnTo>
                  <a:pt x="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3" name="Google Shape;4353;p27"/>
          <p:cNvSpPr/>
          <p:nvPr/>
        </p:nvSpPr>
        <p:spPr>
          <a:xfrm>
            <a:off x="754768" y="1729695"/>
            <a:ext cx="143442" cy="46071"/>
          </a:xfrm>
          <a:custGeom>
            <a:rect b="b" l="l" r="r" t="t"/>
            <a:pathLst>
              <a:path extrusionOk="0" h="1427" w="4443">
                <a:moveTo>
                  <a:pt x="2182" y="1"/>
                </a:moveTo>
                <a:cubicBezTo>
                  <a:pt x="1686" y="1"/>
                  <a:pt x="1198" y="182"/>
                  <a:pt x="851" y="544"/>
                </a:cubicBezTo>
                <a:lnTo>
                  <a:pt x="0" y="1426"/>
                </a:lnTo>
                <a:lnTo>
                  <a:pt x="4443" y="1426"/>
                </a:lnTo>
                <a:lnTo>
                  <a:pt x="3560" y="544"/>
                </a:lnTo>
                <a:cubicBezTo>
                  <a:pt x="3182" y="182"/>
                  <a:pt x="2678" y="1"/>
                  <a:pt x="21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4" name="Google Shape;4354;p27"/>
          <p:cNvSpPr/>
          <p:nvPr/>
        </p:nvSpPr>
        <p:spPr>
          <a:xfrm>
            <a:off x="638799" y="1901840"/>
            <a:ext cx="93627" cy="185154"/>
          </a:xfrm>
          <a:custGeom>
            <a:rect b="b" l="l" r="r" t="t"/>
            <a:pathLst>
              <a:path extrusionOk="0" h="5735" w="2900">
                <a:moveTo>
                  <a:pt x="1" y="1"/>
                </a:moveTo>
                <a:lnTo>
                  <a:pt x="1" y="5294"/>
                </a:lnTo>
                <a:cubicBezTo>
                  <a:pt x="1" y="5451"/>
                  <a:pt x="32" y="5609"/>
                  <a:pt x="95" y="5735"/>
                </a:cubicBezTo>
                <a:lnTo>
                  <a:pt x="2899" y="2899"/>
                </a:lnTo>
                <a:lnTo>
                  <a:pt x="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5" name="Google Shape;4355;p27"/>
          <p:cNvSpPr/>
          <p:nvPr/>
        </p:nvSpPr>
        <p:spPr>
          <a:xfrm>
            <a:off x="637121" y="2193235"/>
            <a:ext cx="378412" cy="376379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6" name="Google Shape;4356;p27"/>
          <p:cNvSpPr/>
          <p:nvPr/>
        </p:nvSpPr>
        <p:spPr>
          <a:xfrm>
            <a:off x="3215493" y="1372328"/>
            <a:ext cx="165848" cy="64086"/>
          </a:xfrm>
          <a:custGeom>
            <a:rect b="b" l="l" r="r" t="t"/>
            <a:pathLst>
              <a:path extrusionOk="0" h="1985" w="5137">
                <a:moveTo>
                  <a:pt x="473" y="0"/>
                </a:moveTo>
                <a:cubicBezTo>
                  <a:pt x="316" y="0"/>
                  <a:pt x="158" y="32"/>
                  <a:pt x="1" y="126"/>
                </a:cubicBezTo>
                <a:lnTo>
                  <a:pt x="2521" y="1985"/>
                </a:lnTo>
                <a:lnTo>
                  <a:pt x="5136" y="158"/>
                </a:lnTo>
                <a:cubicBezTo>
                  <a:pt x="4979" y="32"/>
                  <a:pt x="4790" y="0"/>
                  <a:pt x="45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7" name="Google Shape;4357;p27"/>
          <p:cNvSpPr/>
          <p:nvPr/>
        </p:nvSpPr>
        <p:spPr>
          <a:xfrm>
            <a:off x="3198221" y="1391635"/>
            <a:ext cx="198359" cy="133272"/>
          </a:xfrm>
          <a:custGeom>
            <a:rect b="b" l="l" r="r" t="t"/>
            <a:pathLst>
              <a:path extrusionOk="0" h="4128" w="6144">
                <a:moveTo>
                  <a:pt x="63" y="1"/>
                </a:moveTo>
                <a:cubicBezTo>
                  <a:pt x="32" y="127"/>
                  <a:pt x="0" y="284"/>
                  <a:pt x="0" y="379"/>
                </a:cubicBezTo>
                <a:lnTo>
                  <a:pt x="0" y="3120"/>
                </a:lnTo>
                <a:cubicBezTo>
                  <a:pt x="0" y="3655"/>
                  <a:pt x="473" y="4128"/>
                  <a:pt x="1040" y="4128"/>
                </a:cubicBezTo>
                <a:lnTo>
                  <a:pt x="5136" y="4128"/>
                </a:lnTo>
                <a:cubicBezTo>
                  <a:pt x="5671" y="4128"/>
                  <a:pt x="6144" y="3655"/>
                  <a:pt x="6144" y="3120"/>
                </a:cubicBezTo>
                <a:lnTo>
                  <a:pt x="6144" y="379"/>
                </a:lnTo>
                <a:cubicBezTo>
                  <a:pt x="6144" y="284"/>
                  <a:pt x="6112" y="190"/>
                  <a:pt x="6112" y="64"/>
                </a:cubicBezTo>
                <a:lnTo>
                  <a:pt x="3277" y="2048"/>
                </a:lnTo>
                <a:cubicBezTo>
                  <a:pt x="3214" y="2080"/>
                  <a:pt x="3151" y="2080"/>
                  <a:pt x="3056" y="2080"/>
                </a:cubicBezTo>
                <a:cubicBezTo>
                  <a:pt x="2993" y="2080"/>
                  <a:pt x="2962" y="2080"/>
                  <a:pt x="2867" y="2048"/>
                </a:cubicBezTo>
                <a:lnTo>
                  <a:pt x="6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8" name="Google Shape;4358;p27"/>
          <p:cNvSpPr/>
          <p:nvPr/>
        </p:nvSpPr>
        <p:spPr>
          <a:xfrm>
            <a:off x="3020200" y="1327549"/>
            <a:ext cx="244139" cy="243138"/>
          </a:xfrm>
          <a:custGeom>
            <a:rect b="b" l="l" r="r" t="t"/>
            <a:pathLst>
              <a:path extrusionOk="0" h="7531" w="7562">
                <a:moveTo>
                  <a:pt x="3781" y="2017"/>
                </a:moveTo>
                <a:cubicBezTo>
                  <a:pt x="3970" y="2017"/>
                  <a:pt x="4128" y="2175"/>
                  <a:pt x="4128" y="2364"/>
                </a:cubicBezTo>
                <a:cubicBezTo>
                  <a:pt x="4128" y="2584"/>
                  <a:pt x="3970" y="2742"/>
                  <a:pt x="3781" y="2742"/>
                </a:cubicBezTo>
                <a:lnTo>
                  <a:pt x="1702" y="2742"/>
                </a:lnTo>
                <a:cubicBezTo>
                  <a:pt x="1482" y="2742"/>
                  <a:pt x="1324" y="2584"/>
                  <a:pt x="1324" y="2364"/>
                </a:cubicBezTo>
                <a:cubicBezTo>
                  <a:pt x="1324" y="2175"/>
                  <a:pt x="1482" y="2017"/>
                  <a:pt x="1702" y="2017"/>
                </a:cubicBezTo>
                <a:close/>
                <a:moveTo>
                  <a:pt x="3057" y="3403"/>
                </a:moveTo>
                <a:cubicBezTo>
                  <a:pt x="3277" y="3403"/>
                  <a:pt x="3435" y="3561"/>
                  <a:pt x="3435" y="3750"/>
                </a:cubicBezTo>
                <a:cubicBezTo>
                  <a:pt x="3466" y="3939"/>
                  <a:pt x="3277" y="4096"/>
                  <a:pt x="3057" y="4096"/>
                </a:cubicBezTo>
                <a:lnTo>
                  <a:pt x="1702" y="4096"/>
                </a:lnTo>
                <a:cubicBezTo>
                  <a:pt x="1482" y="4096"/>
                  <a:pt x="1324" y="3939"/>
                  <a:pt x="1324" y="3750"/>
                </a:cubicBezTo>
                <a:cubicBezTo>
                  <a:pt x="1324" y="3561"/>
                  <a:pt x="1482" y="3403"/>
                  <a:pt x="1702" y="3403"/>
                </a:cubicBezTo>
                <a:close/>
                <a:moveTo>
                  <a:pt x="2395" y="4790"/>
                </a:moveTo>
                <a:cubicBezTo>
                  <a:pt x="2584" y="4790"/>
                  <a:pt x="2742" y="4947"/>
                  <a:pt x="2742" y="5136"/>
                </a:cubicBezTo>
                <a:cubicBezTo>
                  <a:pt x="2742" y="5325"/>
                  <a:pt x="2584" y="5483"/>
                  <a:pt x="2395" y="5483"/>
                </a:cubicBezTo>
                <a:lnTo>
                  <a:pt x="1702" y="5483"/>
                </a:lnTo>
                <a:cubicBezTo>
                  <a:pt x="1482" y="5483"/>
                  <a:pt x="1324" y="5325"/>
                  <a:pt x="1324" y="5136"/>
                </a:cubicBezTo>
                <a:cubicBezTo>
                  <a:pt x="1324" y="4947"/>
                  <a:pt x="1482" y="4790"/>
                  <a:pt x="1702" y="4790"/>
                </a:cubicBezTo>
                <a:close/>
                <a:moveTo>
                  <a:pt x="1" y="1"/>
                </a:moveTo>
                <a:lnTo>
                  <a:pt x="1" y="7530"/>
                </a:lnTo>
                <a:lnTo>
                  <a:pt x="7562" y="7530"/>
                </a:lnTo>
                <a:lnTo>
                  <a:pt x="7562" y="6837"/>
                </a:lnTo>
                <a:lnTo>
                  <a:pt x="6522" y="6837"/>
                </a:lnTo>
                <a:cubicBezTo>
                  <a:pt x="5577" y="6837"/>
                  <a:pt x="4853" y="6081"/>
                  <a:pt x="4853" y="5136"/>
                </a:cubicBezTo>
                <a:lnTo>
                  <a:pt x="4853" y="2395"/>
                </a:lnTo>
                <a:cubicBezTo>
                  <a:pt x="4853" y="1450"/>
                  <a:pt x="5577" y="725"/>
                  <a:pt x="6522" y="725"/>
                </a:cubicBezTo>
                <a:lnTo>
                  <a:pt x="7562" y="725"/>
                </a:lnTo>
                <a:lnTo>
                  <a:pt x="756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9" name="Google Shape;4359;p27"/>
          <p:cNvSpPr/>
          <p:nvPr/>
        </p:nvSpPr>
        <p:spPr>
          <a:xfrm>
            <a:off x="3020200" y="1260427"/>
            <a:ext cx="244139" cy="44779"/>
          </a:xfrm>
          <a:custGeom>
            <a:rect b="b" l="l" r="r" t="t"/>
            <a:pathLst>
              <a:path extrusionOk="0" h="1387" w="7562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62" y="1387"/>
                </a:lnTo>
                <a:lnTo>
                  <a:pt x="7562" y="1040"/>
                </a:lnTo>
                <a:cubicBezTo>
                  <a:pt x="7562" y="473"/>
                  <a:pt x="7089" y="1"/>
                  <a:pt x="652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0" name="Google Shape;4360;p27"/>
          <p:cNvSpPr/>
          <p:nvPr/>
        </p:nvSpPr>
        <p:spPr>
          <a:xfrm>
            <a:off x="3020200" y="1592029"/>
            <a:ext cx="244139" cy="44779"/>
          </a:xfrm>
          <a:custGeom>
            <a:rect b="b" l="l" r="r" t="t"/>
            <a:pathLst>
              <a:path extrusionOk="0" h="1387" w="7562">
                <a:moveTo>
                  <a:pt x="1" y="0"/>
                </a:moveTo>
                <a:lnTo>
                  <a:pt x="1" y="347"/>
                </a:lnTo>
                <a:cubicBezTo>
                  <a:pt x="1" y="945"/>
                  <a:pt x="442" y="1386"/>
                  <a:pt x="1009" y="1386"/>
                </a:cubicBezTo>
                <a:lnTo>
                  <a:pt x="6522" y="1386"/>
                </a:lnTo>
                <a:cubicBezTo>
                  <a:pt x="7089" y="1386"/>
                  <a:pt x="7562" y="914"/>
                  <a:pt x="7562" y="347"/>
                </a:cubicBezTo>
                <a:lnTo>
                  <a:pt x="75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1" name="Google Shape;4361;p27"/>
          <p:cNvSpPr/>
          <p:nvPr/>
        </p:nvSpPr>
        <p:spPr>
          <a:xfrm>
            <a:off x="3242436" y="1729453"/>
            <a:ext cx="133272" cy="199134"/>
          </a:xfrm>
          <a:custGeom>
            <a:rect b="b" l="l" r="r" t="t"/>
            <a:pathLst>
              <a:path extrusionOk="0" h="6168" w="4128">
                <a:moveTo>
                  <a:pt x="2426" y="1"/>
                </a:moveTo>
                <a:cubicBezTo>
                  <a:pt x="2286" y="1"/>
                  <a:pt x="2136" y="77"/>
                  <a:pt x="2112" y="244"/>
                </a:cubicBezTo>
                <a:lnTo>
                  <a:pt x="64" y="5064"/>
                </a:lnTo>
                <a:cubicBezTo>
                  <a:pt x="1" y="5222"/>
                  <a:pt x="64" y="5474"/>
                  <a:pt x="253" y="5506"/>
                </a:cubicBezTo>
                <a:cubicBezTo>
                  <a:pt x="295" y="5531"/>
                  <a:pt x="342" y="5543"/>
                  <a:pt x="389" y="5543"/>
                </a:cubicBezTo>
                <a:cubicBezTo>
                  <a:pt x="517" y="5543"/>
                  <a:pt x="648" y="5455"/>
                  <a:pt x="694" y="5317"/>
                </a:cubicBezTo>
                <a:lnTo>
                  <a:pt x="1261" y="4025"/>
                </a:lnTo>
                <a:cubicBezTo>
                  <a:pt x="1419" y="4088"/>
                  <a:pt x="1576" y="4119"/>
                  <a:pt x="1765" y="4119"/>
                </a:cubicBezTo>
                <a:cubicBezTo>
                  <a:pt x="1891" y="4119"/>
                  <a:pt x="1986" y="4088"/>
                  <a:pt x="2112" y="4056"/>
                </a:cubicBezTo>
                <a:lnTo>
                  <a:pt x="2112" y="4844"/>
                </a:lnTo>
                <a:cubicBezTo>
                  <a:pt x="1450" y="4970"/>
                  <a:pt x="946" y="5506"/>
                  <a:pt x="789" y="6167"/>
                </a:cubicBezTo>
                <a:lnTo>
                  <a:pt x="4128" y="6167"/>
                </a:lnTo>
                <a:cubicBezTo>
                  <a:pt x="4002" y="5506"/>
                  <a:pt x="3466" y="5001"/>
                  <a:pt x="2773" y="4844"/>
                </a:cubicBezTo>
                <a:lnTo>
                  <a:pt x="2773" y="3143"/>
                </a:lnTo>
                <a:cubicBezTo>
                  <a:pt x="2773" y="2670"/>
                  <a:pt x="2458" y="2324"/>
                  <a:pt x="2080" y="2166"/>
                </a:cubicBezTo>
                <a:lnTo>
                  <a:pt x="2773" y="496"/>
                </a:lnTo>
                <a:cubicBezTo>
                  <a:pt x="2773" y="307"/>
                  <a:pt x="2710" y="118"/>
                  <a:pt x="2553" y="24"/>
                </a:cubicBezTo>
                <a:cubicBezTo>
                  <a:pt x="2515" y="8"/>
                  <a:pt x="2471" y="1"/>
                  <a:pt x="24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2" name="Google Shape;4362;p27"/>
          <p:cNvSpPr/>
          <p:nvPr/>
        </p:nvSpPr>
        <p:spPr>
          <a:xfrm>
            <a:off x="3019699" y="1864470"/>
            <a:ext cx="200393" cy="242105"/>
          </a:xfrm>
          <a:custGeom>
            <a:rect b="b" l="l" r="r" t="t"/>
            <a:pathLst>
              <a:path extrusionOk="0" h="7499" w="6207">
                <a:moveTo>
                  <a:pt x="693" y="0"/>
                </a:moveTo>
                <a:cubicBezTo>
                  <a:pt x="315" y="0"/>
                  <a:pt x="0" y="315"/>
                  <a:pt x="0" y="662"/>
                </a:cubicBezTo>
                <a:lnTo>
                  <a:pt x="0" y="6490"/>
                </a:lnTo>
                <a:cubicBezTo>
                  <a:pt x="32" y="7026"/>
                  <a:pt x="504" y="7498"/>
                  <a:pt x="1103" y="7498"/>
                </a:cubicBezTo>
                <a:lnTo>
                  <a:pt x="6207" y="7498"/>
                </a:lnTo>
                <a:lnTo>
                  <a:pt x="6207" y="5797"/>
                </a:lnTo>
                <a:cubicBezTo>
                  <a:pt x="6207" y="5608"/>
                  <a:pt x="6049" y="5451"/>
                  <a:pt x="5860" y="5451"/>
                </a:cubicBezTo>
                <a:lnTo>
                  <a:pt x="1765" y="5451"/>
                </a:lnTo>
                <a:cubicBezTo>
                  <a:pt x="1576" y="5451"/>
                  <a:pt x="1418" y="5293"/>
                  <a:pt x="1418" y="5104"/>
                </a:cubicBezTo>
                <a:lnTo>
                  <a:pt x="1418" y="662"/>
                </a:lnTo>
                <a:cubicBezTo>
                  <a:pt x="1418" y="252"/>
                  <a:pt x="1103" y="0"/>
                  <a:pt x="69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3" name="Google Shape;4363;p27"/>
          <p:cNvSpPr/>
          <p:nvPr/>
        </p:nvSpPr>
        <p:spPr>
          <a:xfrm>
            <a:off x="3108193" y="1774943"/>
            <a:ext cx="66120" cy="6615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6" y="2049"/>
                  <a:pt x="2048" y="1576"/>
                  <a:pt x="2048" y="1041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4" name="Google Shape;4364;p27"/>
          <p:cNvSpPr/>
          <p:nvPr/>
        </p:nvSpPr>
        <p:spPr>
          <a:xfrm>
            <a:off x="3086821" y="1864114"/>
            <a:ext cx="201426" cy="241427"/>
          </a:xfrm>
          <a:custGeom>
            <a:rect b="b" l="l" r="r" t="t"/>
            <a:pathLst>
              <a:path extrusionOk="0" h="7478" w="6239">
                <a:moveTo>
                  <a:pt x="1641" y="1"/>
                </a:moveTo>
                <a:cubicBezTo>
                  <a:pt x="1242" y="1"/>
                  <a:pt x="819" y="205"/>
                  <a:pt x="568" y="484"/>
                </a:cubicBezTo>
                <a:cubicBezTo>
                  <a:pt x="190" y="799"/>
                  <a:pt x="1" y="1209"/>
                  <a:pt x="1" y="1681"/>
                </a:cubicBezTo>
                <a:lnTo>
                  <a:pt x="1" y="4769"/>
                </a:lnTo>
                <a:lnTo>
                  <a:pt x="2679" y="4769"/>
                </a:lnTo>
                <a:cubicBezTo>
                  <a:pt x="2521" y="4359"/>
                  <a:pt x="2175" y="4107"/>
                  <a:pt x="1702" y="4107"/>
                </a:cubicBezTo>
                <a:lnTo>
                  <a:pt x="1040" y="4107"/>
                </a:lnTo>
                <a:cubicBezTo>
                  <a:pt x="820" y="4107"/>
                  <a:pt x="662" y="3949"/>
                  <a:pt x="662" y="3729"/>
                </a:cubicBezTo>
                <a:lnTo>
                  <a:pt x="662" y="2374"/>
                </a:lnTo>
                <a:cubicBezTo>
                  <a:pt x="662" y="2154"/>
                  <a:pt x="820" y="1996"/>
                  <a:pt x="1040" y="1996"/>
                </a:cubicBezTo>
                <a:cubicBezTo>
                  <a:pt x="1229" y="1996"/>
                  <a:pt x="1387" y="2154"/>
                  <a:pt x="1387" y="2374"/>
                </a:cubicBezTo>
                <a:lnTo>
                  <a:pt x="1387" y="3382"/>
                </a:lnTo>
                <a:lnTo>
                  <a:pt x="1733" y="3382"/>
                </a:lnTo>
                <a:cubicBezTo>
                  <a:pt x="2553" y="3382"/>
                  <a:pt x="3277" y="3981"/>
                  <a:pt x="3435" y="4769"/>
                </a:cubicBezTo>
                <a:lnTo>
                  <a:pt x="3813" y="4769"/>
                </a:lnTo>
                <a:cubicBezTo>
                  <a:pt x="4380" y="4769"/>
                  <a:pt x="4852" y="5241"/>
                  <a:pt x="4852" y="5777"/>
                </a:cubicBezTo>
                <a:lnTo>
                  <a:pt x="4852" y="7478"/>
                </a:lnTo>
                <a:lnTo>
                  <a:pt x="6239" y="7478"/>
                </a:lnTo>
                <a:lnTo>
                  <a:pt x="6239" y="5084"/>
                </a:lnTo>
                <a:cubicBezTo>
                  <a:pt x="6176" y="4580"/>
                  <a:pt x="5703" y="4107"/>
                  <a:pt x="5168" y="4107"/>
                </a:cubicBezTo>
                <a:lnTo>
                  <a:pt x="3781" y="4107"/>
                </a:lnTo>
                <a:cubicBezTo>
                  <a:pt x="3592" y="4107"/>
                  <a:pt x="3435" y="3949"/>
                  <a:pt x="3435" y="3729"/>
                </a:cubicBezTo>
                <a:lnTo>
                  <a:pt x="3435" y="1807"/>
                </a:lnTo>
                <a:cubicBezTo>
                  <a:pt x="3435" y="862"/>
                  <a:pt x="2710" y="43"/>
                  <a:pt x="1796" y="11"/>
                </a:cubicBezTo>
                <a:cubicBezTo>
                  <a:pt x="1745" y="4"/>
                  <a:pt x="1694" y="1"/>
                  <a:pt x="16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5" name="Google Shape;4365;p27"/>
          <p:cNvSpPr/>
          <p:nvPr/>
        </p:nvSpPr>
        <p:spPr>
          <a:xfrm>
            <a:off x="3220062" y="1951931"/>
            <a:ext cx="177019" cy="42745"/>
          </a:xfrm>
          <a:custGeom>
            <a:rect b="b" l="l" r="r" t="t"/>
            <a:pathLst>
              <a:path extrusionOk="0" h="1324" w="5483">
                <a:moveTo>
                  <a:pt x="1" y="1"/>
                </a:moveTo>
                <a:lnTo>
                  <a:pt x="1" y="662"/>
                </a:lnTo>
                <a:lnTo>
                  <a:pt x="1041" y="662"/>
                </a:lnTo>
                <a:cubicBezTo>
                  <a:pt x="1576" y="662"/>
                  <a:pt x="2080" y="946"/>
                  <a:pt x="2395" y="1324"/>
                </a:cubicBezTo>
                <a:lnTo>
                  <a:pt x="5136" y="1324"/>
                </a:lnTo>
                <a:cubicBezTo>
                  <a:pt x="5325" y="1324"/>
                  <a:pt x="5483" y="1166"/>
                  <a:pt x="5483" y="977"/>
                </a:cubicBezTo>
                <a:lnTo>
                  <a:pt x="5483" y="316"/>
                </a:lnTo>
                <a:cubicBezTo>
                  <a:pt x="5483" y="158"/>
                  <a:pt x="5325" y="1"/>
                  <a:pt x="51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6" name="Google Shape;4366;p27"/>
          <p:cNvSpPr/>
          <p:nvPr/>
        </p:nvSpPr>
        <p:spPr>
          <a:xfrm>
            <a:off x="3087337" y="2260787"/>
            <a:ext cx="241104" cy="241104"/>
          </a:xfrm>
          <a:custGeom>
            <a:rect b="b" l="l" r="r" t="t"/>
            <a:pathLst>
              <a:path extrusionOk="0" h="7468" w="7468">
                <a:moveTo>
                  <a:pt x="5861" y="2017"/>
                </a:moveTo>
                <a:cubicBezTo>
                  <a:pt x="6050" y="2017"/>
                  <a:pt x="6207" y="2143"/>
                  <a:pt x="6207" y="2364"/>
                </a:cubicBezTo>
                <a:lnTo>
                  <a:pt x="6207" y="3750"/>
                </a:lnTo>
                <a:lnTo>
                  <a:pt x="6207" y="5104"/>
                </a:lnTo>
                <a:cubicBezTo>
                  <a:pt x="6207" y="5325"/>
                  <a:pt x="6050" y="5451"/>
                  <a:pt x="5861" y="5451"/>
                </a:cubicBezTo>
                <a:cubicBezTo>
                  <a:pt x="5672" y="5451"/>
                  <a:pt x="5514" y="5325"/>
                  <a:pt x="5514" y="5104"/>
                </a:cubicBezTo>
                <a:lnTo>
                  <a:pt x="5514" y="4096"/>
                </a:lnTo>
                <a:lnTo>
                  <a:pt x="4474" y="4096"/>
                </a:lnTo>
                <a:cubicBezTo>
                  <a:pt x="4285" y="4096"/>
                  <a:pt x="4128" y="3939"/>
                  <a:pt x="4128" y="3750"/>
                </a:cubicBezTo>
                <a:lnTo>
                  <a:pt x="4128" y="2364"/>
                </a:lnTo>
                <a:cubicBezTo>
                  <a:pt x="4128" y="2143"/>
                  <a:pt x="4285" y="2017"/>
                  <a:pt x="4474" y="2017"/>
                </a:cubicBezTo>
                <a:cubicBezTo>
                  <a:pt x="4695" y="2017"/>
                  <a:pt x="4852" y="2143"/>
                  <a:pt x="4852" y="2364"/>
                </a:cubicBezTo>
                <a:lnTo>
                  <a:pt x="4852" y="3372"/>
                </a:lnTo>
                <a:lnTo>
                  <a:pt x="5514" y="3372"/>
                </a:lnTo>
                <a:lnTo>
                  <a:pt x="5514" y="2364"/>
                </a:lnTo>
                <a:cubicBezTo>
                  <a:pt x="5514" y="2143"/>
                  <a:pt x="5672" y="2017"/>
                  <a:pt x="5861" y="2017"/>
                </a:cubicBezTo>
                <a:close/>
                <a:moveTo>
                  <a:pt x="2332" y="2017"/>
                </a:moveTo>
                <a:cubicBezTo>
                  <a:pt x="2868" y="2017"/>
                  <a:pt x="3340" y="2490"/>
                  <a:pt x="3340" y="3025"/>
                </a:cubicBezTo>
                <a:lnTo>
                  <a:pt x="3340" y="3309"/>
                </a:lnTo>
                <a:lnTo>
                  <a:pt x="3435" y="3309"/>
                </a:lnTo>
                <a:cubicBezTo>
                  <a:pt x="3435" y="3687"/>
                  <a:pt x="3183" y="4065"/>
                  <a:pt x="2868" y="4222"/>
                </a:cubicBezTo>
                <a:lnTo>
                  <a:pt x="2238" y="4537"/>
                </a:lnTo>
                <a:cubicBezTo>
                  <a:pt x="2175" y="4569"/>
                  <a:pt x="2080" y="4632"/>
                  <a:pt x="2049" y="4758"/>
                </a:cubicBezTo>
                <a:lnTo>
                  <a:pt x="3057" y="4758"/>
                </a:lnTo>
                <a:cubicBezTo>
                  <a:pt x="3277" y="4758"/>
                  <a:pt x="3435" y="4915"/>
                  <a:pt x="3435" y="5104"/>
                </a:cubicBezTo>
                <a:cubicBezTo>
                  <a:pt x="3435" y="5325"/>
                  <a:pt x="3277" y="5483"/>
                  <a:pt x="3057" y="5483"/>
                </a:cubicBezTo>
                <a:lnTo>
                  <a:pt x="1702" y="5483"/>
                </a:lnTo>
                <a:cubicBezTo>
                  <a:pt x="1481" y="5483"/>
                  <a:pt x="1324" y="5325"/>
                  <a:pt x="1324" y="5104"/>
                </a:cubicBezTo>
                <a:lnTo>
                  <a:pt x="1324" y="4852"/>
                </a:lnTo>
                <a:cubicBezTo>
                  <a:pt x="1324" y="4443"/>
                  <a:pt x="1576" y="4096"/>
                  <a:pt x="1891" y="3939"/>
                </a:cubicBezTo>
                <a:lnTo>
                  <a:pt x="2521" y="3624"/>
                </a:lnTo>
                <a:cubicBezTo>
                  <a:pt x="2647" y="3592"/>
                  <a:pt x="2710" y="3466"/>
                  <a:pt x="2710" y="3309"/>
                </a:cubicBezTo>
                <a:lnTo>
                  <a:pt x="2710" y="3025"/>
                </a:lnTo>
                <a:cubicBezTo>
                  <a:pt x="2710" y="2836"/>
                  <a:pt x="2553" y="2679"/>
                  <a:pt x="2364" y="2679"/>
                </a:cubicBezTo>
                <a:cubicBezTo>
                  <a:pt x="2175" y="2679"/>
                  <a:pt x="2017" y="2836"/>
                  <a:pt x="2017" y="3025"/>
                </a:cubicBezTo>
                <a:cubicBezTo>
                  <a:pt x="2017" y="3214"/>
                  <a:pt x="1859" y="3372"/>
                  <a:pt x="1639" y="3372"/>
                </a:cubicBezTo>
                <a:cubicBezTo>
                  <a:pt x="1450" y="3372"/>
                  <a:pt x="1292" y="3214"/>
                  <a:pt x="1292" y="3025"/>
                </a:cubicBezTo>
                <a:cubicBezTo>
                  <a:pt x="1292" y="2490"/>
                  <a:pt x="1765" y="2017"/>
                  <a:pt x="2332" y="2017"/>
                </a:cubicBezTo>
                <a:close/>
                <a:moveTo>
                  <a:pt x="3214" y="1"/>
                </a:moveTo>
                <a:cubicBezTo>
                  <a:pt x="3214" y="127"/>
                  <a:pt x="3183" y="284"/>
                  <a:pt x="3120" y="379"/>
                </a:cubicBezTo>
                <a:cubicBezTo>
                  <a:pt x="2962" y="662"/>
                  <a:pt x="2679" y="914"/>
                  <a:pt x="2364" y="946"/>
                </a:cubicBezTo>
                <a:lnTo>
                  <a:pt x="1009" y="1135"/>
                </a:lnTo>
                <a:cubicBezTo>
                  <a:pt x="473" y="1733"/>
                  <a:pt x="64" y="2521"/>
                  <a:pt x="1" y="3372"/>
                </a:cubicBezTo>
                <a:lnTo>
                  <a:pt x="316" y="3372"/>
                </a:lnTo>
                <a:cubicBezTo>
                  <a:pt x="505" y="3372"/>
                  <a:pt x="662" y="3529"/>
                  <a:pt x="662" y="3750"/>
                </a:cubicBezTo>
                <a:cubicBezTo>
                  <a:pt x="662" y="3939"/>
                  <a:pt x="505" y="4096"/>
                  <a:pt x="316" y="4096"/>
                </a:cubicBezTo>
                <a:lnTo>
                  <a:pt x="1" y="4096"/>
                </a:lnTo>
                <a:cubicBezTo>
                  <a:pt x="158" y="5892"/>
                  <a:pt x="1607" y="7310"/>
                  <a:pt x="3372" y="7467"/>
                </a:cubicBezTo>
                <a:lnTo>
                  <a:pt x="3372" y="7121"/>
                </a:lnTo>
                <a:cubicBezTo>
                  <a:pt x="3372" y="6932"/>
                  <a:pt x="3529" y="6774"/>
                  <a:pt x="3750" y="6774"/>
                </a:cubicBezTo>
                <a:cubicBezTo>
                  <a:pt x="3939" y="6774"/>
                  <a:pt x="4096" y="6932"/>
                  <a:pt x="4096" y="7121"/>
                </a:cubicBezTo>
                <a:lnTo>
                  <a:pt x="4096" y="7436"/>
                </a:lnTo>
                <a:lnTo>
                  <a:pt x="4254" y="7436"/>
                </a:lnTo>
                <a:cubicBezTo>
                  <a:pt x="4254" y="7373"/>
                  <a:pt x="4285" y="7278"/>
                  <a:pt x="4317" y="7215"/>
                </a:cubicBezTo>
                <a:cubicBezTo>
                  <a:pt x="4443" y="6900"/>
                  <a:pt x="4758" y="6648"/>
                  <a:pt x="5073" y="6617"/>
                </a:cubicBezTo>
                <a:lnTo>
                  <a:pt x="6491" y="6333"/>
                </a:lnTo>
                <a:cubicBezTo>
                  <a:pt x="7089" y="5703"/>
                  <a:pt x="7404" y="5010"/>
                  <a:pt x="7467" y="4096"/>
                </a:cubicBezTo>
                <a:lnTo>
                  <a:pt x="7152" y="4096"/>
                </a:lnTo>
                <a:cubicBezTo>
                  <a:pt x="6963" y="4096"/>
                  <a:pt x="6806" y="3939"/>
                  <a:pt x="6806" y="3750"/>
                </a:cubicBezTo>
                <a:cubicBezTo>
                  <a:pt x="6806" y="3529"/>
                  <a:pt x="6963" y="3372"/>
                  <a:pt x="7152" y="3372"/>
                </a:cubicBezTo>
                <a:lnTo>
                  <a:pt x="7467" y="3372"/>
                </a:lnTo>
                <a:cubicBezTo>
                  <a:pt x="7310" y="1576"/>
                  <a:pt x="5861" y="158"/>
                  <a:pt x="4096" y="1"/>
                </a:cubicBezTo>
                <a:lnTo>
                  <a:pt x="4096" y="316"/>
                </a:lnTo>
                <a:cubicBezTo>
                  <a:pt x="4096" y="505"/>
                  <a:pt x="3939" y="662"/>
                  <a:pt x="3750" y="662"/>
                </a:cubicBezTo>
                <a:cubicBezTo>
                  <a:pt x="3529" y="662"/>
                  <a:pt x="3372" y="505"/>
                  <a:pt x="3372" y="316"/>
                </a:cubicBezTo>
                <a:lnTo>
                  <a:pt x="337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7" name="Google Shape;4367;p27"/>
          <p:cNvSpPr/>
          <p:nvPr/>
        </p:nvSpPr>
        <p:spPr>
          <a:xfrm>
            <a:off x="3097507" y="2192633"/>
            <a:ext cx="300089" cy="319428"/>
          </a:xfrm>
          <a:custGeom>
            <a:rect b="b" l="l" r="r" t="t"/>
            <a:pathLst>
              <a:path extrusionOk="0" h="9894" w="9295">
                <a:moveTo>
                  <a:pt x="3466" y="1"/>
                </a:moveTo>
                <a:cubicBezTo>
                  <a:pt x="2490" y="1"/>
                  <a:pt x="1450" y="316"/>
                  <a:pt x="1103" y="536"/>
                </a:cubicBezTo>
                <a:lnTo>
                  <a:pt x="1040" y="410"/>
                </a:lnTo>
                <a:cubicBezTo>
                  <a:pt x="970" y="340"/>
                  <a:pt x="881" y="304"/>
                  <a:pt x="788" y="304"/>
                </a:cubicBezTo>
                <a:cubicBezTo>
                  <a:pt x="757" y="304"/>
                  <a:pt x="725" y="308"/>
                  <a:pt x="694" y="316"/>
                </a:cubicBezTo>
                <a:cubicBezTo>
                  <a:pt x="599" y="379"/>
                  <a:pt x="505" y="473"/>
                  <a:pt x="473" y="568"/>
                </a:cubicBezTo>
                <a:cubicBezTo>
                  <a:pt x="347" y="1041"/>
                  <a:pt x="442" y="726"/>
                  <a:pt x="32" y="2143"/>
                </a:cubicBezTo>
                <a:cubicBezTo>
                  <a:pt x="1" y="2269"/>
                  <a:pt x="32" y="2395"/>
                  <a:pt x="127" y="2458"/>
                </a:cubicBezTo>
                <a:cubicBezTo>
                  <a:pt x="253" y="2584"/>
                  <a:pt x="316" y="2584"/>
                  <a:pt x="473" y="2584"/>
                </a:cubicBezTo>
                <a:lnTo>
                  <a:pt x="2049" y="2332"/>
                </a:lnTo>
                <a:cubicBezTo>
                  <a:pt x="2238" y="2301"/>
                  <a:pt x="2395" y="2080"/>
                  <a:pt x="2332" y="1860"/>
                </a:cubicBezTo>
                <a:lnTo>
                  <a:pt x="2206" y="1545"/>
                </a:lnTo>
                <a:cubicBezTo>
                  <a:pt x="2647" y="1450"/>
                  <a:pt x="3057" y="1356"/>
                  <a:pt x="3529" y="1356"/>
                </a:cubicBezTo>
                <a:cubicBezTo>
                  <a:pt x="5987" y="1356"/>
                  <a:pt x="8003" y="3372"/>
                  <a:pt x="8003" y="5798"/>
                </a:cubicBezTo>
                <a:cubicBezTo>
                  <a:pt x="8003" y="6806"/>
                  <a:pt x="7688" y="7657"/>
                  <a:pt x="7152" y="8413"/>
                </a:cubicBezTo>
                <a:cubicBezTo>
                  <a:pt x="7278" y="8444"/>
                  <a:pt x="7404" y="8539"/>
                  <a:pt x="7530" y="8633"/>
                </a:cubicBezTo>
                <a:cubicBezTo>
                  <a:pt x="7751" y="8885"/>
                  <a:pt x="7845" y="9232"/>
                  <a:pt x="7751" y="9578"/>
                </a:cubicBezTo>
                <a:lnTo>
                  <a:pt x="7593" y="9893"/>
                </a:lnTo>
                <a:cubicBezTo>
                  <a:pt x="8633" y="8854"/>
                  <a:pt x="9295" y="7436"/>
                  <a:pt x="9295" y="5861"/>
                </a:cubicBezTo>
                <a:cubicBezTo>
                  <a:pt x="9295" y="2616"/>
                  <a:pt x="6648" y="1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8" name="Google Shape;4368;p27"/>
          <p:cNvSpPr/>
          <p:nvPr/>
        </p:nvSpPr>
        <p:spPr>
          <a:xfrm>
            <a:off x="3019183" y="2246550"/>
            <a:ext cx="306191" cy="323496"/>
          </a:xfrm>
          <a:custGeom>
            <a:rect b="b" l="l" r="r" t="t"/>
            <a:pathLst>
              <a:path extrusionOk="0" h="10020" w="9484">
                <a:moveTo>
                  <a:pt x="1797" y="1"/>
                </a:moveTo>
                <a:lnTo>
                  <a:pt x="1797" y="1"/>
                </a:lnTo>
                <a:cubicBezTo>
                  <a:pt x="694" y="1072"/>
                  <a:pt x="1" y="2521"/>
                  <a:pt x="1" y="4191"/>
                </a:cubicBezTo>
                <a:cubicBezTo>
                  <a:pt x="64" y="7373"/>
                  <a:pt x="2647" y="10019"/>
                  <a:pt x="5892" y="10019"/>
                </a:cubicBezTo>
                <a:cubicBezTo>
                  <a:pt x="6239" y="10019"/>
                  <a:pt x="7972" y="9736"/>
                  <a:pt x="8224" y="9547"/>
                </a:cubicBezTo>
                <a:cubicBezTo>
                  <a:pt x="8255" y="9547"/>
                  <a:pt x="8287" y="9484"/>
                  <a:pt x="8350" y="9484"/>
                </a:cubicBezTo>
                <a:lnTo>
                  <a:pt x="8507" y="9641"/>
                </a:lnTo>
                <a:cubicBezTo>
                  <a:pt x="8576" y="9710"/>
                  <a:pt x="8661" y="9741"/>
                  <a:pt x="8743" y="9741"/>
                </a:cubicBezTo>
                <a:cubicBezTo>
                  <a:pt x="8887" y="9741"/>
                  <a:pt x="9023" y="9644"/>
                  <a:pt x="9043" y="9484"/>
                </a:cubicBezTo>
                <a:lnTo>
                  <a:pt x="9169" y="9011"/>
                </a:lnTo>
                <a:lnTo>
                  <a:pt x="9452" y="7814"/>
                </a:lnTo>
                <a:cubicBezTo>
                  <a:pt x="9484" y="7688"/>
                  <a:pt x="9452" y="7562"/>
                  <a:pt x="9358" y="7467"/>
                </a:cubicBezTo>
                <a:cubicBezTo>
                  <a:pt x="9278" y="7407"/>
                  <a:pt x="9211" y="7385"/>
                  <a:pt x="9132" y="7385"/>
                </a:cubicBezTo>
                <a:cubicBezTo>
                  <a:pt x="9087" y="7385"/>
                  <a:pt x="9037" y="7393"/>
                  <a:pt x="8980" y="7404"/>
                </a:cubicBezTo>
                <a:lnTo>
                  <a:pt x="7310" y="7719"/>
                </a:lnTo>
                <a:cubicBezTo>
                  <a:pt x="7089" y="7751"/>
                  <a:pt x="6963" y="8034"/>
                  <a:pt x="7089" y="8223"/>
                </a:cubicBezTo>
                <a:lnTo>
                  <a:pt x="7184" y="8444"/>
                </a:lnTo>
                <a:cubicBezTo>
                  <a:pt x="6774" y="8538"/>
                  <a:pt x="6333" y="8633"/>
                  <a:pt x="5861" y="8633"/>
                </a:cubicBezTo>
                <a:cubicBezTo>
                  <a:pt x="3403" y="8633"/>
                  <a:pt x="1419" y="6648"/>
                  <a:pt x="1419" y="4191"/>
                </a:cubicBezTo>
                <a:cubicBezTo>
                  <a:pt x="1419" y="3183"/>
                  <a:pt x="1734" y="2269"/>
                  <a:pt x="2269" y="1544"/>
                </a:cubicBezTo>
                <a:cubicBezTo>
                  <a:pt x="2143" y="1481"/>
                  <a:pt x="2049" y="1418"/>
                  <a:pt x="1954" y="1292"/>
                </a:cubicBezTo>
                <a:cubicBezTo>
                  <a:pt x="1734" y="1009"/>
                  <a:pt x="1639" y="662"/>
                  <a:pt x="1734" y="316"/>
                </a:cubicBezTo>
                <a:lnTo>
                  <a:pt x="179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9" name="Google Shape;4369;p27"/>
          <p:cNvSpPr/>
          <p:nvPr/>
        </p:nvSpPr>
        <p:spPr>
          <a:xfrm>
            <a:off x="1584370" y="2808099"/>
            <a:ext cx="376379" cy="198391"/>
          </a:xfrm>
          <a:custGeom>
            <a:rect b="b" l="l" r="r" t="t"/>
            <a:pathLst>
              <a:path extrusionOk="0" h="6145" w="11658">
                <a:moveTo>
                  <a:pt x="5829" y="694"/>
                </a:moveTo>
                <a:cubicBezTo>
                  <a:pt x="7184" y="694"/>
                  <a:pt x="8255" y="1734"/>
                  <a:pt x="8255" y="3088"/>
                </a:cubicBezTo>
                <a:cubicBezTo>
                  <a:pt x="8255" y="4412"/>
                  <a:pt x="7153" y="5483"/>
                  <a:pt x="5829" y="5483"/>
                </a:cubicBezTo>
                <a:cubicBezTo>
                  <a:pt x="4506" y="5483"/>
                  <a:pt x="3435" y="4412"/>
                  <a:pt x="3435" y="3088"/>
                </a:cubicBezTo>
                <a:cubicBezTo>
                  <a:pt x="3435" y="1734"/>
                  <a:pt x="4506" y="694"/>
                  <a:pt x="5829" y="694"/>
                </a:cubicBezTo>
                <a:close/>
                <a:moveTo>
                  <a:pt x="1" y="1"/>
                </a:moveTo>
                <a:lnTo>
                  <a:pt x="1" y="6144"/>
                </a:lnTo>
                <a:lnTo>
                  <a:pt x="11658" y="6144"/>
                </a:lnTo>
                <a:lnTo>
                  <a:pt x="1165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0" name="Google Shape;4370;p27"/>
          <p:cNvSpPr/>
          <p:nvPr/>
        </p:nvSpPr>
        <p:spPr>
          <a:xfrm>
            <a:off x="1718645" y="2852879"/>
            <a:ext cx="108865" cy="109866"/>
          </a:xfrm>
          <a:custGeom>
            <a:rect b="b" l="l" r="r" t="t"/>
            <a:pathLst>
              <a:path extrusionOk="0" h="3403" w="3372">
                <a:moveTo>
                  <a:pt x="1670" y="662"/>
                </a:moveTo>
                <a:cubicBezTo>
                  <a:pt x="1891" y="662"/>
                  <a:pt x="2048" y="819"/>
                  <a:pt x="2048" y="1040"/>
                </a:cubicBezTo>
                <a:lnTo>
                  <a:pt x="2048" y="1386"/>
                </a:lnTo>
                <a:lnTo>
                  <a:pt x="2395" y="1386"/>
                </a:lnTo>
                <a:cubicBezTo>
                  <a:pt x="2584" y="1386"/>
                  <a:pt x="2741" y="1544"/>
                  <a:pt x="2741" y="1733"/>
                </a:cubicBezTo>
                <a:cubicBezTo>
                  <a:pt x="2710" y="1890"/>
                  <a:pt x="2552" y="2048"/>
                  <a:pt x="2363" y="2048"/>
                </a:cubicBezTo>
                <a:lnTo>
                  <a:pt x="1670" y="2048"/>
                </a:lnTo>
                <a:cubicBezTo>
                  <a:pt x="1481" y="2048"/>
                  <a:pt x="1324" y="1890"/>
                  <a:pt x="1324" y="1701"/>
                </a:cubicBezTo>
                <a:lnTo>
                  <a:pt x="1324" y="1040"/>
                </a:lnTo>
                <a:cubicBezTo>
                  <a:pt x="1324" y="819"/>
                  <a:pt x="1481" y="662"/>
                  <a:pt x="1670" y="662"/>
                </a:cubicBezTo>
                <a:close/>
                <a:moveTo>
                  <a:pt x="1670" y="0"/>
                </a:moveTo>
                <a:cubicBezTo>
                  <a:pt x="725" y="0"/>
                  <a:pt x="1" y="756"/>
                  <a:pt x="1" y="1701"/>
                </a:cubicBezTo>
                <a:cubicBezTo>
                  <a:pt x="1" y="2646"/>
                  <a:pt x="725" y="3403"/>
                  <a:pt x="1670" y="3403"/>
                </a:cubicBezTo>
                <a:cubicBezTo>
                  <a:pt x="2615" y="3403"/>
                  <a:pt x="3372" y="2646"/>
                  <a:pt x="3372" y="1701"/>
                </a:cubicBezTo>
                <a:cubicBezTo>
                  <a:pt x="3372" y="756"/>
                  <a:pt x="2615" y="0"/>
                  <a:pt x="16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1" name="Google Shape;4371;p27"/>
          <p:cNvSpPr/>
          <p:nvPr/>
        </p:nvSpPr>
        <p:spPr>
          <a:xfrm>
            <a:off x="1584370" y="3029835"/>
            <a:ext cx="376379" cy="44812"/>
          </a:xfrm>
          <a:custGeom>
            <a:rect b="b" l="l" r="r" t="t"/>
            <a:pathLst>
              <a:path extrusionOk="0" h="1388" w="11658">
                <a:moveTo>
                  <a:pt x="1" y="1"/>
                </a:moveTo>
                <a:lnTo>
                  <a:pt x="1" y="347"/>
                </a:lnTo>
                <a:cubicBezTo>
                  <a:pt x="1" y="915"/>
                  <a:pt x="442" y="1387"/>
                  <a:pt x="1041" y="1387"/>
                </a:cubicBezTo>
                <a:lnTo>
                  <a:pt x="10650" y="1387"/>
                </a:lnTo>
                <a:cubicBezTo>
                  <a:pt x="11217" y="1387"/>
                  <a:pt x="11658" y="915"/>
                  <a:pt x="11658" y="347"/>
                </a:cubicBezTo>
                <a:lnTo>
                  <a:pt x="1165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2" name="Google Shape;4372;p27"/>
          <p:cNvSpPr/>
          <p:nvPr/>
        </p:nvSpPr>
        <p:spPr>
          <a:xfrm>
            <a:off x="1579301" y="2696231"/>
            <a:ext cx="381447" cy="90559"/>
          </a:xfrm>
          <a:custGeom>
            <a:rect b="b" l="l" r="r" t="t"/>
            <a:pathLst>
              <a:path extrusionOk="0" h="2805" w="11815">
                <a:moveTo>
                  <a:pt x="1733" y="0"/>
                </a:moveTo>
                <a:cubicBezTo>
                  <a:pt x="1544" y="0"/>
                  <a:pt x="1387" y="158"/>
                  <a:pt x="1387" y="378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73" y="725"/>
                  <a:pt x="0" y="1197"/>
                  <a:pt x="0" y="1733"/>
                </a:cubicBezTo>
                <a:lnTo>
                  <a:pt x="0" y="2804"/>
                </a:lnTo>
                <a:lnTo>
                  <a:pt x="11657" y="2804"/>
                </a:lnTo>
                <a:lnTo>
                  <a:pt x="11657" y="1733"/>
                </a:lnTo>
                <a:lnTo>
                  <a:pt x="11815" y="1733"/>
                </a:lnTo>
                <a:cubicBezTo>
                  <a:pt x="11815" y="1197"/>
                  <a:pt x="11374" y="725"/>
                  <a:pt x="10807" y="725"/>
                </a:cubicBezTo>
                <a:lnTo>
                  <a:pt x="10460" y="725"/>
                </a:lnTo>
                <a:lnTo>
                  <a:pt x="10460" y="378"/>
                </a:lnTo>
                <a:cubicBezTo>
                  <a:pt x="10460" y="158"/>
                  <a:pt x="10303" y="0"/>
                  <a:pt x="10082" y="0"/>
                </a:cubicBezTo>
                <a:cubicBezTo>
                  <a:pt x="9893" y="0"/>
                  <a:pt x="9735" y="158"/>
                  <a:pt x="9735" y="378"/>
                </a:cubicBezTo>
                <a:lnTo>
                  <a:pt x="9735" y="725"/>
                </a:lnTo>
                <a:lnTo>
                  <a:pt x="8349" y="725"/>
                </a:lnTo>
                <a:lnTo>
                  <a:pt x="8349" y="378"/>
                </a:lnTo>
                <a:cubicBezTo>
                  <a:pt x="8349" y="158"/>
                  <a:pt x="8192" y="0"/>
                  <a:pt x="8003" y="0"/>
                </a:cubicBezTo>
                <a:cubicBezTo>
                  <a:pt x="7814" y="0"/>
                  <a:pt x="7656" y="158"/>
                  <a:pt x="7656" y="378"/>
                </a:cubicBezTo>
                <a:lnTo>
                  <a:pt x="7656" y="725"/>
                </a:lnTo>
                <a:lnTo>
                  <a:pt x="6270" y="725"/>
                </a:lnTo>
                <a:lnTo>
                  <a:pt x="6270" y="378"/>
                </a:lnTo>
                <a:cubicBezTo>
                  <a:pt x="6270" y="158"/>
                  <a:pt x="6112" y="0"/>
                  <a:pt x="5923" y="0"/>
                </a:cubicBezTo>
                <a:cubicBezTo>
                  <a:pt x="5734" y="0"/>
                  <a:pt x="5577" y="158"/>
                  <a:pt x="5577" y="378"/>
                </a:cubicBezTo>
                <a:lnTo>
                  <a:pt x="5577" y="725"/>
                </a:lnTo>
                <a:lnTo>
                  <a:pt x="4191" y="725"/>
                </a:lnTo>
                <a:lnTo>
                  <a:pt x="4191" y="378"/>
                </a:lnTo>
                <a:cubicBezTo>
                  <a:pt x="4191" y="158"/>
                  <a:pt x="4033" y="0"/>
                  <a:pt x="3844" y="0"/>
                </a:cubicBezTo>
                <a:cubicBezTo>
                  <a:pt x="3623" y="0"/>
                  <a:pt x="3466" y="158"/>
                  <a:pt x="3466" y="378"/>
                </a:cubicBezTo>
                <a:lnTo>
                  <a:pt x="3466" y="725"/>
                </a:lnTo>
                <a:lnTo>
                  <a:pt x="2111" y="725"/>
                </a:lnTo>
                <a:lnTo>
                  <a:pt x="2111" y="378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3" name="Google Shape;4373;p27"/>
          <p:cNvSpPr/>
          <p:nvPr/>
        </p:nvSpPr>
        <p:spPr>
          <a:xfrm>
            <a:off x="1576158" y="3197580"/>
            <a:ext cx="386548" cy="377670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4" name="Google Shape;4374;p27"/>
          <p:cNvSpPr/>
          <p:nvPr/>
        </p:nvSpPr>
        <p:spPr>
          <a:xfrm>
            <a:off x="1581243" y="3692566"/>
            <a:ext cx="376379" cy="37737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5" name="Google Shape;4375;p27"/>
          <p:cNvSpPr/>
          <p:nvPr/>
        </p:nvSpPr>
        <p:spPr>
          <a:xfrm>
            <a:off x="3984785" y="2697247"/>
            <a:ext cx="333665" cy="156195"/>
          </a:xfrm>
          <a:custGeom>
            <a:rect b="b" l="l" r="r" t="t"/>
            <a:pathLst>
              <a:path extrusionOk="0" h="4838" w="10335"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2458"/>
                </a:lnTo>
                <a:cubicBezTo>
                  <a:pt x="1" y="2993"/>
                  <a:pt x="473" y="3466"/>
                  <a:pt x="1040" y="3466"/>
                </a:cubicBezTo>
                <a:lnTo>
                  <a:pt x="2048" y="3466"/>
                </a:lnTo>
                <a:lnTo>
                  <a:pt x="2048" y="4505"/>
                </a:lnTo>
                <a:cubicBezTo>
                  <a:pt x="2048" y="4663"/>
                  <a:pt x="2143" y="4757"/>
                  <a:pt x="2269" y="4820"/>
                </a:cubicBezTo>
                <a:cubicBezTo>
                  <a:pt x="2300" y="4831"/>
                  <a:pt x="2339" y="4838"/>
                  <a:pt x="2380" y="4838"/>
                </a:cubicBezTo>
                <a:cubicBezTo>
                  <a:pt x="2461" y="4838"/>
                  <a:pt x="2552" y="4810"/>
                  <a:pt x="2615" y="4726"/>
                </a:cubicBezTo>
                <a:lnTo>
                  <a:pt x="3876" y="3466"/>
                </a:lnTo>
                <a:lnTo>
                  <a:pt x="6365" y="3466"/>
                </a:lnTo>
                <a:lnTo>
                  <a:pt x="7625" y="4726"/>
                </a:lnTo>
                <a:cubicBezTo>
                  <a:pt x="7688" y="4810"/>
                  <a:pt x="7765" y="4838"/>
                  <a:pt x="7846" y="4838"/>
                </a:cubicBezTo>
                <a:cubicBezTo>
                  <a:pt x="7887" y="4838"/>
                  <a:pt x="7929" y="4831"/>
                  <a:pt x="7971" y="4820"/>
                </a:cubicBezTo>
                <a:cubicBezTo>
                  <a:pt x="8097" y="4789"/>
                  <a:pt x="8160" y="4631"/>
                  <a:pt x="8160" y="4505"/>
                </a:cubicBezTo>
                <a:lnTo>
                  <a:pt x="8160" y="3466"/>
                </a:lnTo>
                <a:lnTo>
                  <a:pt x="9231" y="3466"/>
                </a:lnTo>
                <a:cubicBezTo>
                  <a:pt x="9862" y="3466"/>
                  <a:pt x="10334" y="2993"/>
                  <a:pt x="10334" y="2458"/>
                </a:cubicBezTo>
                <a:lnTo>
                  <a:pt x="10334" y="1071"/>
                </a:lnTo>
                <a:cubicBezTo>
                  <a:pt x="10334" y="536"/>
                  <a:pt x="9862" y="0"/>
                  <a:pt x="92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6" name="Google Shape;4376;p27"/>
          <p:cNvSpPr/>
          <p:nvPr/>
        </p:nvSpPr>
        <p:spPr>
          <a:xfrm>
            <a:off x="4007158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599" y="1"/>
                  <a:pt x="1" y="631"/>
                  <a:pt x="1" y="1387"/>
                </a:cubicBezTo>
                <a:cubicBezTo>
                  <a:pt x="1" y="2143"/>
                  <a:pt x="599" y="2773"/>
                  <a:pt x="1387" y="2773"/>
                </a:cubicBezTo>
                <a:cubicBezTo>
                  <a:pt x="2143" y="2773"/>
                  <a:pt x="2742" y="2143"/>
                  <a:pt x="2742" y="1387"/>
                </a:cubicBezTo>
                <a:cubicBezTo>
                  <a:pt x="2742" y="631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7" name="Google Shape;4377;p27"/>
          <p:cNvSpPr/>
          <p:nvPr/>
        </p:nvSpPr>
        <p:spPr>
          <a:xfrm>
            <a:off x="3962411" y="2986103"/>
            <a:ext cx="177019" cy="87525"/>
          </a:xfrm>
          <a:custGeom>
            <a:rect b="b" l="l" r="r" t="t"/>
            <a:pathLst>
              <a:path extrusionOk="0" h="2711" w="5483">
                <a:moveTo>
                  <a:pt x="2741" y="1"/>
                </a:moveTo>
                <a:cubicBezTo>
                  <a:pt x="1387" y="1"/>
                  <a:pt x="221" y="1040"/>
                  <a:pt x="32" y="2332"/>
                </a:cubicBezTo>
                <a:cubicBezTo>
                  <a:pt x="0" y="2521"/>
                  <a:pt x="158" y="2710"/>
                  <a:pt x="378" y="2710"/>
                </a:cubicBezTo>
                <a:lnTo>
                  <a:pt x="5104" y="2710"/>
                </a:lnTo>
                <a:cubicBezTo>
                  <a:pt x="5325" y="2710"/>
                  <a:pt x="5482" y="2521"/>
                  <a:pt x="5482" y="2332"/>
                </a:cubicBezTo>
                <a:cubicBezTo>
                  <a:pt x="5262" y="977"/>
                  <a:pt x="4128" y="1"/>
                  <a:pt x="27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8" name="Google Shape;4378;p27"/>
          <p:cNvSpPr/>
          <p:nvPr/>
        </p:nvSpPr>
        <p:spPr>
          <a:xfrm>
            <a:off x="4206520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87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9" name="Google Shape;4379;p27"/>
          <p:cNvSpPr/>
          <p:nvPr/>
        </p:nvSpPr>
        <p:spPr>
          <a:xfrm>
            <a:off x="4161773" y="2986103"/>
            <a:ext cx="178019" cy="87525"/>
          </a:xfrm>
          <a:custGeom>
            <a:rect b="b" l="l" r="r" t="t"/>
            <a:pathLst>
              <a:path extrusionOk="0" h="2711" w="5514">
                <a:moveTo>
                  <a:pt x="2773" y="1"/>
                </a:moveTo>
                <a:cubicBezTo>
                  <a:pt x="1387" y="1"/>
                  <a:pt x="252" y="1040"/>
                  <a:pt x="32" y="2332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67" y="2710"/>
                </a:lnTo>
                <a:cubicBezTo>
                  <a:pt x="5356" y="2710"/>
                  <a:pt x="5514" y="2521"/>
                  <a:pt x="5514" y="2332"/>
                </a:cubicBezTo>
                <a:cubicBezTo>
                  <a:pt x="5293" y="977"/>
                  <a:pt x="4128" y="1"/>
                  <a:pt x="277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0" name="Google Shape;4380;p27"/>
          <p:cNvSpPr/>
          <p:nvPr/>
        </p:nvSpPr>
        <p:spPr>
          <a:xfrm>
            <a:off x="1201626" y="1392829"/>
            <a:ext cx="199392" cy="111028"/>
          </a:xfrm>
          <a:custGeom>
            <a:rect b="b" l="l" r="r" t="t"/>
            <a:pathLst>
              <a:path extrusionOk="0" h="3439" w="6176">
                <a:moveTo>
                  <a:pt x="4433" y="0"/>
                </a:moveTo>
                <a:cubicBezTo>
                  <a:pt x="4393" y="0"/>
                  <a:pt x="4354" y="8"/>
                  <a:pt x="4317" y="26"/>
                </a:cubicBezTo>
                <a:cubicBezTo>
                  <a:pt x="4191" y="58"/>
                  <a:pt x="4128" y="216"/>
                  <a:pt x="4128" y="342"/>
                </a:cubicBezTo>
                <a:lnTo>
                  <a:pt x="4128" y="1003"/>
                </a:lnTo>
                <a:lnTo>
                  <a:pt x="2048" y="1003"/>
                </a:lnTo>
                <a:lnTo>
                  <a:pt x="2048" y="342"/>
                </a:lnTo>
                <a:cubicBezTo>
                  <a:pt x="2048" y="184"/>
                  <a:pt x="1954" y="58"/>
                  <a:pt x="1828" y="26"/>
                </a:cubicBezTo>
                <a:cubicBezTo>
                  <a:pt x="1793" y="15"/>
                  <a:pt x="1750" y="8"/>
                  <a:pt x="1705" y="8"/>
                </a:cubicBezTo>
                <a:cubicBezTo>
                  <a:pt x="1626" y="8"/>
                  <a:pt x="1541" y="30"/>
                  <a:pt x="1481" y="89"/>
                </a:cubicBezTo>
                <a:lnTo>
                  <a:pt x="95" y="1476"/>
                </a:lnTo>
                <a:cubicBezTo>
                  <a:pt x="0" y="1602"/>
                  <a:pt x="0" y="1822"/>
                  <a:pt x="95" y="1948"/>
                </a:cubicBezTo>
                <a:lnTo>
                  <a:pt x="1481" y="3334"/>
                </a:lnTo>
                <a:cubicBezTo>
                  <a:pt x="1548" y="3379"/>
                  <a:pt x="1646" y="3424"/>
                  <a:pt x="1732" y="3424"/>
                </a:cubicBezTo>
                <a:cubicBezTo>
                  <a:pt x="1767" y="3424"/>
                  <a:pt x="1800" y="3416"/>
                  <a:pt x="1828" y="3398"/>
                </a:cubicBezTo>
                <a:cubicBezTo>
                  <a:pt x="1954" y="3366"/>
                  <a:pt x="2048" y="3208"/>
                  <a:pt x="2048" y="3082"/>
                </a:cubicBezTo>
                <a:lnTo>
                  <a:pt x="2048" y="2421"/>
                </a:lnTo>
                <a:lnTo>
                  <a:pt x="4128" y="2421"/>
                </a:lnTo>
                <a:lnTo>
                  <a:pt x="4128" y="3082"/>
                </a:lnTo>
                <a:cubicBezTo>
                  <a:pt x="4128" y="3240"/>
                  <a:pt x="4191" y="3366"/>
                  <a:pt x="4317" y="3398"/>
                </a:cubicBezTo>
                <a:cubicBezTo>
                  <a:pt x="4369" y="3424"/>
                  <a:pt x="4426" y="3439"/>
                  <a:pt x="4483" y="3439"/>
                </a:cubicBezTo>
                <a:cubicBezTo>
                  <a:pt x="4562" y="3439"/>
                  <a:pt x="4639" y="3408"/>
                  <a:pt x="4695" y="3334"/>
                </a:cubicBezTo>
                <a:lnTo>
                  <a:pt x="6049" y="1948"/>
                </a:lnTo>
                <a:cubicBezTo>
                  <a:pt x="6175" y="1822"/>
                  <a:pt x="6175" y="1602"/>
                  <a:pt x="6049" y="1476"/>
                </a:cubicBezTo>
                <a:lnTo>
                  <a:pt x="4695" y="89"/>
                </a:lnTo>
                <a:cubicBezTo>
                  <a:pt x="4628" y="45"/>
                  <a:pt x="4530" y="0"/>
                  <a:pt x="44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1" name="Google Shape;4381;p27"/>
          <p:cNvSpPr/>
          <p:nvPr/>
        </p:nvSpPr>
        <p:spPr>
          <a:xfrm>
            <a:off x="1202627" y="1260428"/>
            <a:ext cx="44812" cy="133272"/>
          </a:xfrm>
          <a:custGeom>
            <a:rect b="b" l="l" r="r" t="t"/>
            <a:pathLst>
              <a:path extrusionOk="0" h="4128" w="1388">
                <a:moveTo>
                  <a:pt x="1" y="0"/>
                </a:moveTo>
                <a:lnTo>
                  <a:pt x="1" y="4127"/>
                </a:lnTo>
                <a:lnTo>
                  <a:pt x="348" y="4127"/>
                </a:lnTo>
                <a:cubicBezTo>
                  <a:pt x="915" y="4127"/>
                  <a:pt x="1387" y="3655"/>
                  <a:pt x="1387" y="3088"/>
                </a:cubicBezTo>
                <a:lnTo>
                  <a:pt x="1387" y="1009"/>
                </a:lnTo>
                <a:cubicBezTo>
                  <a:pt x="1387" y="473"/>
                  <a:pt x="915" y="0"/>
                  <a:pt x="34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2" name="Google Shape;4382;p27"/>
          <p:cNvSpPr/>
          <p:nvPr/>
        </p:nvSpPr>
        <p:spPr>
          <a:xfrm>
            <a:off x="1202627" y="1502502"/>
            <a:ext cx="44812" cy="133337"/>
          </a:xfrm>
          <a:custGeom>
            <a:rect b="b" l="l" r="r" t="t"/>
            <a:pathLst>
              <a:path extrusionOk="0" h="4130" w="1388">
                <a:moveTo>
                  <a:pt x="1" y="1"/>
                </a:moveTo>
                <a:lnTo>
                  <a:pt x="1" y="4128"/>
                </a:lnTo>
                <a:lnTo>
                  <a:pt x="348" y="4128"/>
                </a:lnTo>
                <a:cubicBezTo>
                  <a:pt x="367" y="4129"/>
                  <a:pt x="386" y="4129"/>
                  <a:pt x="405" y="4129"/>
                </a:cubicBezTo>
                <a:cubicBezTo>
                  <a:pt x="946" y="4129"/>
                  <a:pt x="1387" y="3698"/>
                  <a:pt x="1387" y="3119"/>
                </a:cubicBezTo>
                <a:lnTo>
                  <a:pt x="1387" y="1040"/>
                </a:lnTo>
                <a:cubicBezTo>
                  <a:pt x="1387" y="473"/>
                  <a:pt x="915" y="1"/>
                  <a:pt x="34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3" name="Google Shape;4383;p27"/>
          <p:cNvSpPr/>
          <p:nvPr/>
        </p:nvSpPr>
        <p:spPr>
          <a:xfrm>
            <a:off x="1359275" y="1260428"/>
            <a:ext cx="43778" cy="133272"/>
          </a:xfrm>
          <a:custGeom>
            <a:rect b="b" l="l" r="r" t="t"/>
            <a:pathLst>
              <a:path extrusionOk="0" h="4128" w="1356"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3088"/>
                </a:lnTo>
                <a:cubicBezTo>
                  <a:pt x="1" y="3655"/>
                  <a:pt x="410" y="4127"/>
                  <a:pt x="1009" y="4127"/>
                </a:cubicBezTo>
                <a:lnTo>
                  <a:pt x="1355" y="4127"/>
                </a:lnTo>
                <a:lnTo>
                  <a:pt x="135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4" name="Google Shape;4384;p27"/>
          <p:cNvSpPr/>
          <p:nvPr/>
        </p:nvSpPr>
        <p:spPr>
          <a:xfrm>
            <a:off x="1425395" y="1261428"/>
            <a:ext cx="66152" cy="375378"/>
          </a:xfrm>
          <a:custGeom>
            <a:rect b="b" l="l" r="r" t="t"/>
            <a:pathLst>
              <a:path extrusionOk="0" h="11627" w="2049">
                <a:moveTo>
                  <a:pt x="1" y="1"/>
                </a:moveTo>
                <a:lnTo>
                  <a:pt x="1" y="11626"/>
                </a:lnTo>
                <a:cubicBezTo>
                  <a:pt x="1135" y="11469"/>
                  <a:pt x="2048" y="10460"/>
                  <a:pt x="2048" y="9263"/>
                </a:cubicBezTo>
                <a:lnTo>
                  <a:pt x="2048" y="2395"/>
                </a:lnTo>
                <a:cubicBezTo>
                  <a:pt x="2048" y="1167"/>
                  <a:pt x="1135" y="158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5" name="Google Shape;4385;p27"/>
          <p:cNvSpPr/>
          <p:nvPr/>
        </p:nvSpPr>
        <p:spPr>
          <a:xfrm>
            <a:off x="1359275" y="1502502"/>
            <a:ext cx="43778" cy="134306"/>
          </a:xfrm>
          <a:custGeom>
            <a:rect b="b" l="l" r="r" t="t"/>
            <a:pathLst>
              <a:path extrusionOk="0" h="4160" w="1356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3119"/>
                </a:lnTo>
                <a:cubicBezTo>
                  <a:pt x="1" y="3718"/>
                  <a:pt x="410" y="4159"/>
                  <a:pt x="1009" y="4159"/>
                </a:cubicBezTo>
                <a:lnTo>
                  <a:pt x="1355" y="4159"/>
                </a:lnTo>
                <a:lnTo>
                  <a:pt x="135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6" name="Google Shape;4386;p27"/>
          <p:cNvSpPr/>
          <p:nvPr/>
        </p:nvSpPr>
        <p:spPr>
          <a:xfrm>
            <a:off x="1115166" y="1260427"/>
            <a:ext cx="66152" cy="374345"/>
          </a:xfrm>
          <a:custGeom>
            <a:rect b="b" l="l" r="r" t="t"/>
            <a:pathLst>
              <a:path extrusionOk="0" h="11595" w="2049">
                <a:moveTo>
                  <a:pt x="2048" y="0"/>
                </a:moveTo>
                <a:cubicBezTo>
                  <a:pt x="883" y="158"/>
                  <a:pt x="1" y="1166"/>
                  <a:pt x="1" y="2363"/>
                </a:cubicBezTo>
                <a:lnTo>
                  <a:pt x="1" y="9200"/>
                </a:lnTo>
                <a:cubicBezTo>
                  <a:pt x="1" y="10460"/>
                  <a:pt x="851" y="11437"/>
                  <a:pt x="2048" y="11594"/>
                </a:cubicBezTo>
                <a:lnTo>
                  <a:pt x="20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7" name="Google Shape;4387;p27"/>
          <p:cNvSpPr/>
          <p:nvPr/>
        </p:nvSpPr>
        <p:spPr>
          <a:xfrm>
            <a:off x="1114666" y="1973448"/>
            <a:ext cx="377379" cy="132239"/>
          </a:xfrm>
          <a:custGeom>
            <a:rect b="b" l="l" r="r" t="t"/>
            <a:pathLst>
              <a:path extrusionOk="0" h="4096" w="11689">
                <a:moveTo>
                  <a:pt x="1701" y="0"/>
                </a:moveTo>
                <a:cubicBezTo>
                  <a:pt x="1040" y="0"/>
                  <a:pt x="473" y="315"/>
                  <a:pt x="63" y="819"/>
                </a:cubicBezTo>
                <a:cubicBezTo>
                  <a:pt x="0" y="945"/>
                  <a:pt x="0" y="1040"/>
                  <a:pt x="32" y="1166"/>
                </a:cubicBezTo>
                <a:cubicBezTo>
                  <a:pt x="63" y="1292"/>
                  <a:pt x="189" y="1355"/>
                  <a:pt x="347" y="1355"/>
                </a:cubicBezTo>
                <a:lnTo>
                  <a:pt x="1008" y="1355"/>
                </a:lnTo>
                <a:cubicBezTo>
                  <a:pt x="1418" y="1355"/>
                  <a:pt x="1670" y="1670"/>
                  <a:pt x="1670" y="2048"/>
                </a:cubicBezTo>
                <a:cubicBezTo>
                  <a:pt x="1670" y="2426"/>
                  <a:pt x="1355" y="2710"/>
                  <a:pt x="1008" y="2710"/>
                </a:cubicBezTo>
                <a:lnTo>
                  <a:pt x="347" y="2710"/>
                </a:lnTo>
                <a:cubicBezTo>
                  <a:pt x="221" y="2710"/>
                  <a:pt x="95" y="2773"/>
                  <a:pt x="32" y="2899"/>
                </a:cubicBezTo>
                <a:cubicBezTo>
                  <a:pt x="0" y="3025"/>
                  <a:pt x="0" y="3151"/>
                  <a:pt x="63" y="3245"/>
                </a:cubicBezTo>
                <a:cubicBezTo>
                  <a:pt x="410" y="3781"/>
                  <a:pt x="1040" y="4096"/>
                  <a:pt x="1701" y="4096"/>
                </a:cubicBezTo>
                <a:cubicBezTo>
                  <a:pt x="2615" y="4096"/>
                  <a:pt x="3371" y="3497"/>
                  <a:pt x="3655" y="2710"/>
                </a:cubicBezTo>
                <a:lnTo>
                  <a:pt x="8065" y="2710"/>
                </a:lnTo>
                <a:cubicBezTo>
                  <a:pt x="8317" y="3497"/>
                  <a:pt x="9073" y="4096"/>
                  <a:pt x="9987" y="4096"/>
                </a:cubicBezTo>
                <a:cubicBezTo>
                  <a:pt x="10649" y="4096"/>
                  <a:pt x="11247" y="3781"/>
                  <a:pt x="11594" y="3245"/>
                </a:cubicBezTo>
                <a:cubicBezTo>
                  <a:pt x="11688" y="3119"/>
                  <a:pt x="11688" y="3025"/>
                  <a:pt x="11625" y="2899"/>
                </a:cubicBezTo>
                <a:cubicBezTo>
                  <a:pt x="11594" y="2773"/>
                  <a:pt x="11468" y="2710"/>
                  <a:pt x="11310" y="2710"/>
                </a:cubicBezTo>
                <a:lnTo>
                  <a:pt x="10649" y="2710"/>
                </a:lnTo>
                <a:cubicBezTo>
                  <a:pt x="10271" y="2710"/>
                  <a:pt x="9987" y="2395"/>
                  <a:pt x="9987" y="2048"/>
                </a:cubicBezTo>
                <a:cubicBezTo>
                  <a:pt x="9987" y="1670"/>
                  <a:pt x="10302" y="1355"/>
                  <a:pt x="10649" y="1355"/>
                </a:cubicBezTo>
                <a:lnTo>
                  <a:pt x="11310" y="1355"/>
                </a:lnTo>
                <a:cubicBezTo>
                  <a:pt x="11436" y="1355"/>
                  <a:pt x="11562" y="1292"/>
                  <a:pt x="11625" y="1166"/>
                </a:cubicBezTo>
                <a:cubicBezTo>
                  <a:pt x="11688" y="1040"/>
                  <a:pt x="11688" y="945"/>
                  <a:pt x="11594" y="819"/>
                </a:cubicBezTo>
                <a:cubicBezTo>
                  <a:pt x="11247" y="315"/>
                  <a:pt x="10649" y="0"/>
                  <a:pt x="9987" y="0"/>
                </a:cubicBezTo>
                <a:cubicBezTo>
                  <a:pt x="9073" y="0"/>
                  <a:pt x="8349" y="567"/>
                  <a:pt x="8065" y="1355"/>
                </a:cubicBezTo>
                <a:lnTo>
                  <a:pt x="3655" y="1355"/>
                </a:lnTo>
                <a:cubicBezTo>
                  <a:pt x="3371" y="567"/>
                  <a:pt x="2615" y="0"/>
                  <a:pt x="170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8" name="Google Shape;4388;p27"/>
          <p:cNvSpPr/>
          <p:nvPr/>
        </p:nvSpPr>
        <p:spPr>
          <a:xfrm>
            <a:off x="1258077" y="1730340"/>
            <a:ext cx="88525" cy="88525"/>
          </a:xfrm>
          <a:custGeom>
            <a:rect b="b" l="l" r="r" t="t"/>
            <a:pathLst>
              <a:path extrusionOk="0" h="2742" w="2742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1"/>
                  <a:pt x="630" y="2741"/>
                  <a:pt x="1355" y="2741"/>
                </a:cubicBezTo>
                <a:cubicBezTo>
                  <a:pt x="2111" y="2741"/>
                  <a:pt x="2741" y="2111"/>
                  <a:pt x="2741" y="1387"/>
                </a:cubicBezTo>
                <a:cubicBezTo>
                  <a:pt x="2741" y="631"/>
                  <a:pt x="2111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9" name="Google Shape;4389;p27"/>
          <p:cNvSpPr/>
          <p:nvPr/>
        </p:nvSpPr>
        <p:spPr>
          <a:xfrm>
            <a:off x="1214330" y="1841208"/>
            <a:ext cx="175986" cy="154645"/>
          </a:xfrm>
          <a:custGeom>
            <a:rect b="b" l="l" r="r" t="t"/>
            <a:pathLst>
              <a:path extrusionOk="0" h="4790" w="5451">
                <a:moveTo>
                  <a:pt x="2710" y="1"/>
                </a:moveTo>
                <a:cubicBezTo>
                  <a:pt x="1387" y="1"/>
                  <a:pt x="253" y="1009"/>
                  <a:pt x="32" y="2300"/>
                </a:cubicBezTo>
                <a:cubicBezTo>
                  <a:pt x="1" y="2521"/>
                  <a:pt x="158" y="2710"/>
                  <a:pt x="410" y="2710"/>
                </a:cubicBezTo>
                <a:lnTo>
                  <a:pt x="2395" y="2710"/>
                </a:lnTo>
                <a:lnTo>
                  <a:pt x="2395" y="4789"/>
                </a:lnTo>
                <a:lnTo>
                  <a:pt x="3088" y="4789"/>
                </a:lnTo>
                <a:lnTo>
                  <a:pt x="3088" y="2710"/>
                </a:lnTo>
                <a:lnTo>
                  <a:pt x="5073" y="2710"/>
                </a:lnTo>
                <a:cubicBezTo>
                  <a:pt x="5293" y="2710"/>
                  <a:pt x="5451" y="2521"/>
                  <a:pt x="5451" y="2300"/>
                </a:cubicBezTo>
                <a:cubicBezTo>
                  <a:pt x="5230" y="977"/>
                  <a:pt x="4096" y="1"/>
                  <a:pt x="27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0" name="Google Shape;4390;p27"/>
          <p:cNvSpPr/>
          <p:nvPr/>
        </p:nvSpPr>
        <p:spPr>
          <a:xfrm>
            <a:off x="1314527" y="2458616"/>
            <a:ext cx="108865" cy="109898"/>
          </a:xfrm>
          <a:custGeom>
            <a:rect b="b" l="l" r="r" t="t"/>
            <a:pathLst>
              <a:path extrusionOk="0" h="3404" w="3372">
                <a:moveTo>
                  <a:pt x="3025" y="1"/>
                </a:moveTo>
                <a:cubicBezTo>
                  <a:pt x="2836" y="1"/>
                  <a:pt x="2678" y="159"/>
                  <a:pt x="2678" y="348"/>
                </a:cubicBezTo>
                <a:lnTo>
                  <a:pt x="2678" y="1041"/>
                </a:lnTo>
                <a:cubicBezTo>
                  <a:pt x="2678" y="1576"/>
                  <a:pt x="2206" y="2049"/>
                  <a:pt x="1639" y="2049"/>
                </a:cubicBezTo>
                <a:lnTo>
                  <a:pt x="1103" y="2049"/>
                </a:lnTo>
                <a:lnTo>
                  <a:pt x="1229" y="1923"/>
                </a:lnTo>
                <a:cubicBezTo>
                  <a:pt x="1387" y="1860"/>
                  <a:pt x="1387" y="1608"/>
                  <a:pt x="1261" y="1513"/>
                </a:cubicBezTo>
                <a:cubicBezTo>
                  <a:pt x="1198" y="1450"/>
                  <a:pt x="1111" y="1419"/>
                  <a:pt x="1024" y="1419"/>
                </a:cubicBezTo>
                <a:cubicBezTo>
                  <a:pt x="938" y="1419"/>
                  <a:pt x="851" y="1450"/>
                  <a:pt x="788" y="1513"/>
                </a:cubicBezTo>
                <a:lnTo>
                  <a:pt x="127" y="2175"/>
                </a:lnTo>
                <a:cubicBezTo>
                  <a:pt x="1" y="2301"/>
                  <a:pt x="1" y="2521"/>
                  <a:pt x="127" y="2647"/>
                </a:cubicBezTo>
                <a:lnTo>
                  <a:pt x="788" y="3309"/>
                </a:lnTo>
                <a:cubicBezTo>
                  <a:pt x="851" y="3372"/>
                  <a:pt x="938" y="3404"/>
                  <a:pt x="1024" y="3404"/>
                </a:cubicBezTo>
                <a:cubicBezTo>
                  <a:pt x="1111" y="3404"/>
                  <a:pt x="1198" y="3372"/>
                  <a:pt x="1261" y="3309"/>
                </a:cubicBezTo>
                <a:cubicBezTo>
                  <a:pt x="1387" y="3183"/>
                  <a:pt x="1387" y="2962"/>
                  <a:pt x="1261" y="2836"/>
                </a:cubicBezTo>
                <a:lnTo>
                  <a:pt x="1135" y="2710"/>
                </a:lnTo>
                <a:lnTo>
                  <a:pt x="1702" y="2710"/>
                </a:lnTo>
                <a:cubicBezTo>
                  <a:pt x="2647" y="2710"/>
                  <a:pt x="3372" y="1986"/>
                  <a:pt x="3372" y="1041"/>
                </a:cubicBezTo>
                <a:lnTo>
                  <a:pt x="3372" y="348"/>
                </a:lnTo>
                <a:cubicBezTo>
                  <a:pt x="3372" y="159"/>
                  <a:pt x="3214" y="1"/>
                  <a:pt x="30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1" name="Google Shape;4391;p27"/>
          <p:cNvSpPr/>
          <p:nvPr/>
        </p:nvSpPr>
        <p:spPr>
          <a:xfrm>
            <a:off x="1182287" y="2195201"/>
            <a:ext cx="108865" cy="109866"/>
          </a:xfrm>
          <a:custGeom>
            <a:rect b="b" l="l" r="r" t="t"/>
            <a:pathLst>
              <a:path extrusionOk="0" h="3403" w="3372">
                <a:moveTo>
                  <a:pt x="2360" y="0"/>
                </a:moveTo>
                <a:cubicBezTo>
                  <a:pt x="2269" y="0"/>
                  <a:pt x="2175" y="32"/>
                  <a:pt x="2112" y="95"/>
                </a:cubicBezTo>
                <a:cubicBezTo>
                  <a:pt x="2017" y="221"/>
                  <a:pt x="2017" y="441"/>
                  <a:pt x="2112" y="567"/>
                </a:cubicBezTo>
                <a:lnTo>
                  <a:pt x="2238" y="693"/>
                </a:lnTo>
                <a:lnTo>
                  <a:pt x="1702" y="693"/>
                </a:lnTo>
                <a:cubicBezTo>
                  <a:pt x="757" y="693"/>
                  <a:pt x="1" y="1418"/>
                  <a:pt x="1" y="2363"/>
                </a:cubicBezTo>
                <a:lnTo>
                  <a:pt x="1" y="3056"/>
                </a:lnTo>
                <a:cubicBezTo>
                  <a:pt x="1" y="3245"/>
                  <a:pt x="158" y="3403"/>
                  <a:pt x="347" y="3403"/>
                </a:cubicBezTo>
                <a:cubicBezTo>
                  <a:pt x="536" y="3403"/>
                  <a:pt x="694" y="3245"/>
                  <a:pt x="694" y="3056"/>
                </a:cubicBezTo>
                <a:lnTo>
                  <a:pt x="694" y="2332"/>
                </a:lnTo>
                <a:cubicBezTo>
                  <a:pt x="694" y="1796"/>
                  <a:pt x="1167" y="1292"/>
                  <a:pt x="1734" y="1292"/>
                </a:cubicBezTo>
                <a:lnTo>
                  <a:pt x="2269" y="1292"/>
                </a:lnTo>
                <a:lnTo>
                  <a:pt x="2175" y="1418"/>
                </a:lnTo>
                <a:cubicBezTo>
                  <a:pt x="2017" y="1544"/>
                  <a:pt x="2017" y="1733"/>
                  <a:pt x="2112" y="1891"/>
                </a:cubicBezTo>
                <a:cubicBezTo>
                  <a:pt x="2175" y="1954"/>
                  <a:pt x="2269" y="1985"/>
                  <a:pt x="2360" y="1985"/>
                </a:cubicBezTo>
                <a:cubicBezTo>
                  <a:pt x="2450" y="1985"/>
                  <a:pt x="2537" y="1954"/>
                  <a:pt x="2584" y="1891"/>
                </a:cubicBezTo>
                <a:lnTo>
                  <a:pt x="3277" y="1229"/>
                </a:lnTo>
                <a:cubicBezTo>
                  <a:pt x="3372" y="1103"/>
                  <a:pt x="3372" y="882"/>
                  <a:pt x="3277" y="756"/>
                </a:cubicBezTo>
                <a:lnTo>
                  <a:pt x="2584" y="95"/>
                </a:lnTo>
                <a:cubicBezTo>
                  <a:pt x="2537" y="32"/>
                  <a:pt x="2450" y="0"/>
                  <a:pt x="23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2" name="Google Shape;4392;p27"/>
          <p:cNvSpPr/>
          <p:nvPr/>
        </p:nvSpPr>
        <p:spPr>
          <a:xfrm>
            <a:off x="1115166" y="2325375"/>
            <a:ext cx="177019" cy="45812"/>
          </a:xfrm>
          <a:custGeom>
            <a:rect b="b" l="l" r="r" t="t"/>
            <a:pathLst>
              <a:path extrusionOk="0" h="1419" w="5483">
                <a:moveTo>
                  <a:pt x="1009" y="1"/>
                </a:moveTo>
                <a:cubicBezTo>
                  <a:pt x="473" y="1"/>
                  <a:pt x="1" y="473"/>
                  <a:pt x="1" y="1072"/>
                </a:cubicBezTo>
                <a:lnTo>
                  <a:pt x="1" y="1419"/>
                </a:lnTo>
                <a:lnTo>
                  <a:pt x="5482" y="1419"/>
                </a:lnTo>
                <a:lnTo>
                  <a:pt x="5482" y="1072"/>
                </a:lnTo>
                <a:lnTo>
                  <a:pt x="5451" y="1072"/>
                </a:lnTo>
                <a:cubicBezTo>
                  <a:pt x="5451" y="505"/>
                  <a:pt x="5010" y="1"/>
                  <a:pt x="444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3" name="Google Shape;4393;p27"/>
          <p:cNvSpPr/>
          <p:nvPr/>
        </p:nvSpPr>
        <p:spPr>
          <a:xfrm>
            <a:off x="1115166" y="2392528"/>
            <a:ext cx="175986" cy="110899"/>
          </a:xfrm>
          <a:custGeom>
            <a:rect b="b" l="l" r="r" t="t"/>
            <a:pathLst>
              <a:path extrusionOk="0" h="3435" w="5451">
                <a:moveTo>
                  <a:pt x="1" y="0"/>
                </a:moveTo>
                <a:lnTo>
                  <a:pt x="1" y="3434"/>
                </a:lnTo>
                <a:lnTo>
                  <a:pt x="5451" y="3434"/>
                </a:lnTo>
                <a:lnTo>
                  <a:pt x="545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4" name="Google Shape;4394;p27"/>
          <p:cNvSpPr/>
          <p:nvPr/>
        </p:nvSpPr>
        <p:spPr>
          <a:xfrm>
            <a:off x="1115166" y="2524736"/>
            <a:ext cx="175986" cy="44779"/>
          </a:xfrm>
          <a:custGeom>
            <a:rect b="b" l="l" r="r" t="t"/>
            <a:pathLst>
              <a:path extrusionOk="0" h="1387" w="5451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10" y="1387"/>
                  <a:pt x="1009" y="1387"/>
                </a:cubicBezTo>
                <a:lnTo>
                  <a:pt x="4443" y="1387"/>
                </a:lnTo>
                <a:cubicBezTo>
                  <a:pt x="4978" y="1387"/>
                  <a:pt x="5451" y="914"/>
                  <a:pt x="5451" y="347"/>
                </a:cubicBezTo>
                <a:lnTo>
                  <a:pt x="545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5" name="Google Shape;4395;p27"/>
          <p:cNvSpPr/>
          <p:nvPr/>
        </p:nvSpPr>
        <p:spPr>
          <a:xfrm>
            <a:off x="1314527" y="2193167"/>
            <a:ext cx="177019" cy="43746"/>
          </a:xfrm>
          <a:custGeom>
            <a:rect b="b" l="l" r="r" t="t"/>
            <a:pathLst>
              <a:path extrusionOk="0" h="1355" w="5483"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1355"/>
                </a:lnTo>
                <a:lnTo>
                  <a:pt x="5482" y="1355"/>
                </a:lnTo>
                <a:lnTo>
                  <a:pt x="5482" y="1008"/>
                </a:lnTo>
                <a:cubicBezTo>
                  <a:pt x="5482" y="473"/>
                  <a:pt x="5010" y="0"/>
                  <a:pt x="44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6" name="Google Shape;4396;p27"/>
          <p:cNvSpPr/>
          <p:nvPr/>
        </p:nvSpPr>
        <p:spPr>
          <a:xfrm>
            <a:off x="1313527" y="2259287"/>
            <a:ext cx="175986" cy="110899"/>
          </a:xfrm>
          <a:custGeom>
            <a:rect b="b" l="l" r="r" t="t"/>
            <a:pathLst>
              <a:path extrusionOk="0" h="3435" w="5451">
                <a:moveTo>
                  <a:pt x="0" y="0"/>
                </a:moveTo>
                <a:lnTo>
                  <a:pt x="0" y="3434"/>
                </a:lnTo>
                <a:lnTo>
                  <a:pt x="5450" y="3434"/>
                </a:lnTo>
                <a:lnTo>
                  <a:pt x="545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7" name="Google Shape;4397;p27"/>
          <p:cNvSpPr/>
          <p:nvPr/>
        </p:nvSpPr>
        <p:spPr>
          <a:xfrm>
            <a:off x="1313527" y="2392528"/>
            <a:ext cx="175986" cy="45780"/>
          </a:xfrm>
          <a:custGeom>
            <a:rect b="b" l="l" r="r" t="t"/>
            <a:pathLst>
              <a:path extrusionOk="0" h="1418" w="5451">
                <a:moveTo>
                  <a:pt x="0" y="0"/>
                </a:moveTo>
                <a:lnTo>
                  <a:pt x="0" y="347"/>
                </a:lnTo>
                <a:cubicBezTo>
                  <a:pt x="0" y="914"/>
                  <a:pt x="473" y="1418"/>
                  <a:pt x="1008" y="1418"/>
                </a:cubicBezTo>
                <a:lnTo>
                  <a:pt x="4442" y="1418"/>
                </a:lnTo>
                <a:cubicBezTo>
                  <a:pt x="4978" y="1418"/>
                  <a:pt x="5450" y="945"/>
                  <a:pt x="5450" y="347"/>
                </a:cubicBezTo>
                <a:lnTo>
                  <a:pt x="545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8" name="Google Shape;4398;p27"/>
          <p:cNvSpPr/>
          <p:nvPr/>
        </p:nvSpPr>
        <p:spPr>
          <a:xfrm>
            <a:off x="3738643" y="1304659"/>
            <a:ext cx="108865" cy="109898"/>
          </a:xfrm>
          <a:custGeom>
            <a:rect b="b" l="l" r="r" t="t"/>
            <a:pathLst>
              <a:path extrusionOk="0" h="3404" w="337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09" y="694"/>
                </a:lnTo>
                <a:cubicBezTo>
                  <a:pt x="1576" y="694"/>
                  <a:pt x="2049" y="1166"/>
                  <a:pt x="2049" y="1733"/>
                </a:cubicBezTo>
                <a:lnTo>
                  <a:pt x="2049" y="2269"/>
                </a:lnTo>
                <a:lnTo>
                  <a:pt x="1923" y="2175"/>
                </a:lnTo>
                <a:cubicBezTo>
                  <a:pt x="1860" y="2112"/>
                  <a:pt x="1773" y="2080"/>
                  <a:pt x="1686" y="2080"/>
                </a:cubicBezTo>
                <a:cubicBezTo>
                  <a:pt x="1600" y="2080"/>
                  <a:pt x="1513" y="2112"/>
                  <a:pt x="1450" y="2175"/>
                </a:cubicBezTo>
                <a:cubicBezTo>
                  <a:pt x="1324" y="2269"/>
                  <a:pt x="1324" y="2521"/>
                  <a:pt x="1450" y="2647"/>
                </a:cubicBezTo>
                <a:lnTo>
                  <a:pt x="2112" y="3309"/>
                </a:lnTo>
                <a:cubicBezTo>
                  <a:pt x="2175" y="3372"/>
                  <a:pt x="2269" y="3403"/>
                  <a:pt x="2360" y="3403"/>
                </a:cubicBezTo>
                <a:cubicBezTo>
                  <a:pt x="2450" y="3403"/>
                  <a:pt x="2537" y="3372"/>
                  <a:pt x="2584" y="3309"/>
                </a:cubicBezTo>
                <a:lnTo>
                  <a:pt x="3277" y="2647"/>
                </a:lnTo>
                <a:cubicBezTo>
                  <a:pt x="3372" y="2521"/>
                  <a:pt x="3372" y="2269"/>
                  <a:pt x="3277" y="2175"/>
                </a:cubicBezTo>
                <a:cubicBezTo>
                  <a:pt x="3214" y="2112"/>
                  <a:pt x="3120" y="2080"/>
                  <a:pt x="3029" y="2080"/>
                </a:cubicBezTo>
                <a:cubicBezTo>
                  <a:pt x="2939" y="2080"/>
                  <a:pt x="2852" y="2112"/>
                  <a:pt x="2805" y="2175"/>
                </a:cubicBezTo>
                <a:lnTo>
                  <a:pt x="2679" y="2269"/>
                </a:lnTo>
                <a:lnTo>
                  <a:pt x="2679" y="1733"/>
                </a:lnTo>
                <a:cubicBezTo>
                  <a:pt x="2742" y="788"/>
                  <a:pt x="1954" y="1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9" name="Google Shape;4399;p27"/>
          <p:cNvSpPr/>
          <p:nvPr/>
        </p:nvSpPr>
        <p:spPr>
          <a:xfrm>
            <a:off x="3585062" y="1526394"/>
            <a:ext cx="109866" cy="109898"/>
          </a:xfrm>
          <a:custGeom>
            <a:rect b="b" l="l" r="r" t="t"/>
            <a:pathLst>
              <a:path extrusionOk="0" h="3404" w="3403">
                <a:moveTo>
                  <a:pt x="1013" y="1"/>
                </a:moveTo>
                <a:cubicBezTo>
                  <a:pt x="922" y="1"/>
                  <a:pt x="835" y="32"/>
                  <a:pt x="788" y="95"/>
                </a:cubicBezTo>
                <a:lnTo>
                  <a:pt x="127" y="757"/>
                </a:lnTo>
                <a:cubicBezTo>
                  <a:pt x="1" y="883"/>
                  <a:pt x="1" y="1135"/>
                  <a:pt x="127" y="1229"/>
                </a:cubicBezTo>
                <a:cubicBezTo>
                  <a:pt x="174" y="1292"/>
                  <a:pt x="260" y="1324"/>
                  <a:pt x="351" y="1324"/>
                </a:cubicBezTo>
                <a:cubicBezTo>
                  <a:pt x="442" y="1324"/>
                  <a:pt x="536" y="1292"/>
                  <a:pt x="599" y="1229"/>
                </a:cubicBezTo>
                <a:lnTo>
                  <a:pt x="694" y="1135"/>
                </a:lnTo>
                <a:lnTo>
                  <a:pt x="694" y="1671"/>
                </a:lnTo>
                <a:cubicBezTo>
                  <a:pt x="694" y="2616"/>
                  <a:pt x="1450" y="3372"/>
                  <a:pt x="2395" y="3372"/>
                </a:cubicBezTo>
                <a:lnTo>
                  <a:pt x="3057" y="3372"/>
                </a:lnTo>
                <a:lnTo>
                  <a:pt x="3057" y="3403"/>
                </a:lnTo>
                <a:cubicBezTo>
                  <a:pt x="3246" y="3403"/>
                  <a:pt x="3403" y="3246"/>
                  <a:pt x="3403" y="3057"/>
                </a:cubicBezTo>
                <a:cubicBezTo>
                  <a:pt x="3403" y="2868"/>
                  <a:pt x="3246" y="2710"/>
                  <a:pt x="3057" y="2710"/>
                </a:cubicBezTo>
                <a:lnTo>
                  <a:pt x="2363" y="2710"/>
                </a:lnTo>
                <a:cubicBezTo>
                  <a:pt x="1796" y="2710"/>
                  <a:pt x="1324" y="2238"/>
                  <a:pt x="1324" y="1671"/>
                </a:cubicBezTo>
                <a:lnTo>
                  <a:pt x="1324" y="1135"/>
                </a:lnTo>
                <a:lnTo>
                  <a:pt x="1450" y="1229"/>
                </a:lnTo>
                <a:cubicBezTo>
                  <a:pt x="1513" y="1292"/>
                  <a:pt x="1599" y="1324"/>
                  <a:pt x="1686" y="1324"/>
                </a:cubicBezTo>
                <a:cubicBezTo>
                  <a:pt x="1773" y="1324"/>
                  <a:pt x="1859" y="1292"/>
                  <a:pt x="1922" y="1229"/>
                </a:cubicBezTo>
                <a:cubicBezTo>
                  <a:pt x="2048" y="1135"/>
                  <a:pt x="2048" y="883"/>
                  <a:pt x="1922" y="757"/>
                </a:cubicBezTo>
                <a:lnTo>
                  <a:pt x="1261" y="95"/>
                </a:lnTo>
                <a:cubicBezTo>
                  <a:pt x="1198" y="32"/>
                  <a:pt x="1103" y="1"/>
                  <a:pt x="10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0" name="Google Shape;4400;p27"/>
          <p:cNvSpPr/>
          <p:nvPr/>
        </p:nvSpPr>
        <p:spPr>
          <a:xfrm>
            <a:off x="3494534" y="1260944"/>
            <a:ext cx="266513" cy="198359"/>
          </a:xfrm>
          <a:custGeom>
            <a:rect b="b" l="l" r="r" t="t"/>
            <a:pathLst>
              <a:path extrusionOk="0" h="6144" w="8255">
                <a:moveTo>
                  <a:pt x="4191" y="0"/>
                </a:moveTo>
                <a:cubicBezTo>
                  <a:pt x="2300" y="0"/>
                  <a:pt x="757" y="1544"/>
                  <a:pt x="757" y="3434"/>
                </a:cubicBezTo>
                <a:lnTo>
                  <a:pt x="757" y="3529"/>
                </a:lnTo>
                <a:cubicBezTo>
                  <a:pt x="347" y="3686"/>
                  <a:pt x="95" y="4033"/>
                  <a:pt x="95" y="4474"/>
                </a:cubicBezTo>
                <a:lnTo>
                  <a:pt x="95" y="5135"/>
                </a:lnTo>
                <a:cubicBezTo>
                  <a:pt x="1" y="5671"/>
                  <a:pt x="473" y="6143"/>
                  <a:pt x="1009" y="6143"/>
                </a:cubicBezTo>
                <a:cubicBezTo>
                  <a:pt x="1135" y="6143"/>
                  <a:pt x="1261" y="6112"/>
                  <a:pt x="1387" y="6080"/>
                </a:cubicBezTo>
                <a:lnTo>
                  <a:pt x="1387" y="3403"/>
                </a:lnTo>
                <a:cubicBezTo>
                  <a:pt x="1387" y="1890"/>
                  <a:pt x="2647" y="630"/>
                  <a:pt x="4128" y="630"/>
                </a:cubicBezTo>
                <a:cubicBezTo>
                  <a:pt x="5640" y="630"/>
                  <a:pt x="6900" y="1890"/>
                  <a:pt x="6900" y="3403"/>
                </a:cubicBezTo>
                <a:lnTo>
                  <a:pt x="6900" y="6080"/>
                </a:lnTo>
                <a:cubicBezTo>
                  <a:pt x="6995" y="6112"/>
                  <a:pt x="7121" y="6143"/>
                  <a:pt x="7247" y="6143"/>
                </a:cubicBezTo>
                <a:cubicBezTo>
                  <a:pt x="7782" y="6143"/>
                  <a:pt x="8255" y="5671"/>
                  <a:pt x="8255" y="5135"/>
                </a:cubicBezTo>
                <a:lnTo>
                  <a:pt x="8255" y="4474"/>
                </a:lnTo>
                <a:cubicBezTo>
                  <a:pt x="8255" y="4033"/>
                  <a:pt x="8003" y="3623"/>
                  <a:pt x="7593" y="3529"/>
                </a:cubicBezTo>
                <a:lnTo>
                  <a:pt x="7593" y="3434"/>
                </a:lnTo>
                <a:cubicBezTo>
                  <a:pt x="7593" y="1544"/>
                  <a:pt x="6050" y="0"/>
                  <a:pt x="419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1" name="Google Shape;4401;p27"/>
          <p:cNvSpPr/>
          <p:nvPr/>
        </p:nvSpPr>
        <p:spPr>
          <a:xfrm>
            <a:off x="3561656" y="1327032"/>
            <a:ext cx="135306" cy="67508"/>
          </a:xfrm>
          <a:custGeom>
            <a:rect b="b" l="l" r="r" t="t"/>
            <a:pathLst>
              <a:path extrusionOk="0" h="2091" w="4191">
                <a:moveTo>
                  <a:pt x="1734" y="1"/>
                </a:moveTo>
                <a:cubicBezTo>
                  <a:pt x="789" y="1"/>
                  <a:pt x="1" y="757"/>
                  <a:pt x="1" y="1702"/>
                </a:cubicBezTo>
                <a:lnTo>
                  <a:pt x="1" y="2049"/>
                </a:lnTo>
                <a:lnTo>
                  <a:pt x="1230" y="2049"/>
                </a:lnTo>
                <a:cubicBezTo>
                  <a:pt x="1545" y="2049"/>
                  <a:pt x="1891" y="2049"/>
                  <a:pt x="2017" y="1986"/>
                </a:cubicBezTo>
                <a:cubicBezTo>
                  <a:pt x="2049" y="1954"/>
                  <a:pt x="2080" y="1828"/>
                  <a:pt x="2080" y="1734"/>
                </a:cubicBezTo>
                <a:cubicBezTo>
                  <a:pt x="2080" y="1545"/>
                  <a:pt x="2238" y="1387"/>
                  <a:pt x="2458" y="1387"/>
                </a:cubicBezTo>
                <a:cubicBezTo>
                  <a:pt x="2647" y="1387"/>
                  <a:pt x="2805" y="1545"/>
                  <a:pt x="2805" y="1734"/>
                </a:cubicBezTo>
                <a:cubicBezTo>
                  <a:pt x="2805" y="1828"/>
                  <a:pt x="2805" y="1954"/>
                  <a:pt x="2868" y="1986"/>
                </a:cubicBezTo>
                <a:cubicBezTo>
                  <a:pt x="2942" y="2059"/>
                  <a:pt x="3091" y="2090"/>
                  <a:pt x="3266" y="2090"/>
                </a:cubicBezTo>
                <a:cubicBezTo>
                  <a:pt x="3389" y="2090"/>
                  <a:pt x="3525" y="2075"/>
                  <a:pt x="3656" y="2049"/>
                </a:cubicBezTo>
                <a:lnTo>
                  <a:pt x="4191" y="2049"/>
                </a:lnTo>
                <a:lnTo>
                  <a:pt x="4191" y="1702"/>
                </a:lnTo>
                <a:lnTo>
                  <a:pt x="4128" y="1702"/>
                </a:lnTo>
                <a:cubicBezTo>
                  <a:pt x="4128" y="757"/>
                  <a:pt x="3340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2" name="Google Shape;4402;p27"/>
          <p:cNvSpPr/>
          <p:nvPr/>
        </p:nvSpPr>
        <p:spPr>
          <a:xfrm>
            <a:off x="3561656" y="1407390"/>
            <a:ext cx="135306" cy="95660"/>
          </a:xfrm>
          <a:custGeom>
            <a:rect b="b" l="l" r="r" t="t"/>
            <a:pathLst>
              <a:path extrusionOk="0" h="2963" w="4191">
                <a:moveTo>
                  <a:pt x="2395" y="1"/>
                </a:moveTo>
                <a:cubicBezTo>
                  <a:pt x="2080" y="253"/>
                  <a:pt x="1671" y="253"/>
                  <a:pt x="1230" y="253"/>
                </a:cubicBezTo>
                <a:lnTo>
                  <a:pt x="1" y="253"/>
                </a:lnTo>
                <a:lnTo>
                  <a:pt x="1" y="914"/>
                </a:lnTo>
                <a:cubicBezTo>
                  <a:pt x="1" y="2049"/>
                  <a:pt x="946" y="2962"/>
                  <a:pt x="2112" y="2962"/>
                </a:cubicBezTo>
                <a:cubicBezTo>
                  <a:pt x="3246" y="2962"/>
                  <a:pt x="4191" y="2049"/>
                  <a:pt x="4191" y="914"/>
                </a:cubicBezTo>
                <a:lnTo>
                  <a:pt x="4191" y="253"/>
                </a:lnTo>
                <a:lnTo>
                  <a:pt x="3466" y="253"/>
                </a:lnTo>
                <a:cubicBezTo>
                  <a:pt x="3088" y="253"/>
                  <a:pt x="2679" y="190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3" name="Google Shape;4403;p27"/>
          <p:cNvSpPr/>
          <p:nvPr/>
        </p:nvSpPr>
        <p:spPr>
          <a:xfrm>
            <a:off x="3739677" y="1459273"/>
            <a:ext cx="135306" cy="67476"/>
          </a:xfrm>
          <a:custGeom>
            <a:rect b="b" l="l" r="r" t="t"/>
            <a:pathLst>
              <a:path extrusionOk="0" h="2090" w="4191">
                <a:moveTo>
                  <a:pt x="1702" y="0"/>
                </a:moveTo>
                <a:cubicBezTo>
                  <a:pt x="756" y="0"/>
                  <a:pt x="0" y="757"/>
                  <a:pt x="0" y="1702"/>
                </a:cubicBezTo>
                <a:lnTo>
                  <a:pt x="0" y="2048"/>
                </a:lnTo>
                <a:lnTo>
                  <a:pt x="1229" y="2048"/>
                </a:lnTo>
                <a:cubicBezTo>
                  <a:pt x="1544" y="2048"/>
                  <a:pt x="1891" y="2048"/>
                  <a:pt x="2017" y="1985"/>
                </a:cubicBezTo>
                <a:cubicBezTo>
                  <a:pt x="2048" y="1954"/>
                  <a:pt x="2080" y="1828"/>
                  <a:pt x="2080" y="1733"/>
                </a:cubicBezTo>
                <a:cubicBezTo>
                  <a:pt x="2080" y="1544"/>
                  <a:pt x="2237" y="1387"/>
                  <a:pt x="2458" y="1387"/>
                </a:cubicBezTo>
                <a:cubicBezTo>
                  <a:pt x="2647" y="1387"/>
                  <a:pt x="2804" y="1544"/>
                  <a:pt x="2804" y="1733"/>
                </a:cubicBezTo>
                <a:cubicBezTo>
                  <a:pt x="2804" y="1828"/>
                  <a:pt x="2804" y="1954"/>
                  <a:pt x="2867" y="1985"/>
                </a:cubicBezTo>
                <a:cubicBezTo>
                  <a:pt x="2941" y="2059"/>
                  <a:pt x="3091" y="2090"/>
                  <a:pt x="3265" y="2090"/>
                </a:cubicBezTo>
                <a:cubicBezTo>
                  <a:pt x="3388" y="2090"/>
                  <a:pt x="3524" y="2074"/>
                  <a:pt x="3655" y="2048"/>
                </a:cubicBezTo>
                <a:lnTo>
                  <a:pt x="4190" y="2048"/>
                </a:lnTo>
                <a:lnTo>
                  <a:pt x="4190" y="1702"/>
                </a:lnTo>
                <a:cubicBezTo>
                  <a:pt x="4096" y="757"/>
                  <a:pt x="3308" y="0"/>
                  <a:pt x="23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4" name="Google Shape;4404;p27"/>
          <p:cNvSpPr/>
          <p:nvPr/>
        </p:nvSpPr>
        <p:spPr>
          <a:xfrm>
            <a:off x="3738643" y="1539631"/>
            <a:ext cx="132272" cy="96661"/>
          </a:xfrm>
          <a:custGeom>
            <a:rect b="b" l="l" r="r" t="t"/>
            <a:pathLst>
              <a:path extrusionOk="0" h="2994" w="4097">
                <a:moveTo>
                  <a:pt x="2395" y="0"/>
                </a:moveTo>
                <a:cubicBezTo>
                  <a:pt x="2080" y="252"/>
                  <a:pt x="1639" y="252"/>
                  <a:pt x="1230" y="252"/>
                </a:cubicBezTo>
                <a:lnTo>
                  <a:pt x="1" y="252"/>
                </a:lnTo>
                <a:lnTo>
                  <a:pt x="1" y="914"/>
                </a:lnTo>
                <a:cubicBezTo>
                  <a:pt x="1" y="2048"/>
                  <a:pt x="914" y="2993"/>
                  <a:pt x="2049" y="2993"/>
                </a:cubicBezTo>
                <a:cubicBezTo>
                  <a:pt x="3183" y="2993"/>
                  <a:pt x="4096" y="2048"/>
                  <a:pt x="4096" y="914"/>
                </a:cubicBezTo>
                <a:lnTo>
                  <a:pt x="4096" y="252"/>
                </a:lnTo>
                <a:lnTo>
                  <a:pt x="3435" y="252"/>
                </a:lnTo>
                <a:cubicBezTo>
                  <a:pt x="3025" y="252"/>
                  <a:pt x="2679" y="189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5" name="Google Shape;4405;p27"/>
          <p:cNvSpPr/>
          <p:nvPr/>
        </p:nvSpPr>
        <p:spPr>
          <a:xfrm>
            <a:off x="3495566" y="1926651"/>
            <a:ext cx="183088" cy="180053"/>
          </a:xfrm>
          <a:custGeom>
            <a:rect b="b" l="l" r="r" t="t"/>
            <a:pathLst>
              <a:path extrusionOk="0" h="5577" w="5671">
                <a:moveTo>
                  <a:pt x="4190" y="1"/>
                </a:moveTo>
                <a:cubicBezTo>
                  <a:pt x="4001" y="316"/>
                  <a:pt x="3970" y="725"/>
                  <a:pt x="4127" y="1040"/>
                </a:cubicBezTo>
                <a:lnTo>
                  <a:pt x="3497" y="1670"/>
                </a:lnTo>
                <a:cubicBezTo>
                  <a:pt x="3345" y="1589"/>
                  <a:pt x="3194" y="1550"/>
                  <a:pt x="3047" y="1550"/>
                </a:cubicBezTo>
                <a:cubicBezTo>
                  <a:pt x="2797" y="1550"/>
                  <a:pt x="2561" y="1661"/>
                  <a:pt x="2363" y="1859"/>
                </a:cubicBezTo>
                <a:lnTo>
                  <a:pt x="378" y="3813"/>
                </a:lnTo>
                <a:cubicBezTo>
                  <a:pt x="0" y="4222"/>
                  <a:pt x="0" y="4884"/>
                  <a:pt x="378" y="5293"/>
                </a:cubicBezTo>
                <a:cubicBezTo>
                  <a:pt x="583" y="5482"/>
                  <a:pt x="851" y="5577"/>
                  <a:pt x="1115" y="5577"/>
                </a:cubicBezTo>
                <a:cubicBezTo>
                  <a:pt x="1378" y="5577"/>
                  <a:pt x="1638" y="5482"/>
                  <a:pt x="1827" y="5293"/>
                </a:cubicBezTo>
                <a:lnTo>
                  <a:pt x="3812" y="3309"/>
                </a:lnTo>
                <a:cubicBezTo>
                  <a:pt x="4096" y="3025"/>
                  <a:pt x="4190" y="2553"/>
                  <a:pt x="4001" y="2143"/>
                </a:cubicBezTo>
                <a:lnTo>
                  <a:pt x="4631" y="1513"/>
                </a:lnTo>
                <a:cubicBezTo>
                  <a:pt x="4789" y="1576"/>
                  <a:pt x="4915" y="1607"/>
                  <a:pt x="5072" y="1607"/>
                </a:cubicBezTo>
                <a:cubicBezTo>
                  <a:pt x="5261" y="1607"/>
                  <a:pt x="5450" y="1544"/>
                  <a:pt x="5671" y="1418"/>
                </a:cubicBezTo>
                <a:cubicBezTo>
                  <a:pt x="5041" y="1040"/>
                  <a:pt x="4568" y="568"/>
                  <a:pt x="419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6" name="Google Shape;4406;p27"/>
          <p:cNvSpPr/>
          <p:nvPr/>
        </p:nvSpPr>
        <p:spPr>
          <a:xfrm>
            <a:off x="3630842" y="1729323"/>
            <a:ext cx="243106" cy="242105"/>
          </a:xfrm>
          <a:custGeom>
            <a:rect b="b" l="l" r="r" t="t"/>
            <a:pathLst>
              <a:path extrusionOk="0" h="7499" w="7530">
                <a:moveTo>
                  <a:pt x="3718" y="1387"/>
                </a:moveTo>
                <a:cubicBezTo>
                  <a:pt x="4253" y="1387"/>
                  <a:pt x="4726" y="1859"/>
                  <a:pt x="4726" y="2427"/>
                </a:cubicBezTo>
                <a:cubicBezTo>
                  <a:pt x="4789" y="2805"/>
                  <a:pt x="4505" y="3214"/>
                  <a:pt x="4096" y="3372"/>
                </a:cubicBezTo>
                <a:lnTo>
                  <a:pt x="4096" y="3750"/>
                </a:lnTo>
                <a:cubicBezTo>
                  <a:pt x="4096" y="3939"/>
                  <a:pt x="3938" y="4096"/>
                  <a:pt x="3749" y="4096"/>
                </a:cubicBezTo>
                <a:cubicBezTo>
                  <a:pt x="3560" y="4096"/>
                  <a:pt x="3403" y="3939"/>
                  <a:pt x="3403" y="3750"/>
                </a:cubicBezTo>
                <a:lnTo>
                  <a:pt x="3403" y="3372"/>
                </a:lnTo>
                <a:cubicBezTo>
                  <a:pt x="3403" y="3088"/>
                  <a:pt x="3592" y="2805"/>
                  <a:pt x="3875" y="2742"/>
                </a:cubicBezTo>
                <a:cubicBezTo>
                  <a:pt x="4001" y="2679"/>
                  <a:pt x="4096" y="2521"/>
                  <a:pt x="4096" y="2427"/>
                </a:cubicBezTo>
                <a:cubicBezTo>
                  <a:pt x="4096" y="2206"/>
                  <a:pt x="3938" y="2049"/>
                  <a:pt x="3749" y="2049"/>
                </a:cubicBezTo>
                <a:cubicBezTo>
                  <a:pt x="3560" y="2049"/>
                  <a:pt x="3403" y="2206"/>
                  <a:pt x="3403" y="2427"/>
                </a:cubicBezTo>
                <a:cubicBezTo>
                  <a:pt x="3403" y="2616"/>
                  <a:pt x="3245" y="2773"/>
                  <a:pt x="3056" y="2773"/>
                </a:cubicBezTo>
                <a:cubicBezTo>
                  <a:pt x="2836" y="2773"/>
                  <a:pt x="2678" y="2616"/>
                  <a:pt x="2678" y="2427"/>
                </a:cubicBezTo>
                <a:cubicBezTo>
                  <a:pt x="2678" y="1859"/>
                  <a:pt x="3151" y="1387"/>
                  <a:pt x="3718" y="1387"/>
                </a:cubicBezTo>
                <a:close/>
                <a:moveTo>
                  <a:pt x="3749" y="4726"/>
                </a:moveTo>
                <a:cubicBezTo>
                  <a:pt x="3938" y="4726"/>
                  <a:pt x="4096" y="4884"/>
                  <a:pt x="4096" y="5104"/>
                </a:cubicBezTo>
                <a:cubicBezTo>
                  <a:pt x="4096" y="5294"/>
                  <a:pt x="3938" y="5451"/>
                  <a:pt x="3749" y="5451"/>
                </a:cubicBezTo>
                <a:cubicBezTo>
                  <a:pt x="3560" y="5451"/>
                  <a:pt x="3403" y="5294"/>
                  <a:pt x="3403" y="5104"/>
                </a:cubicBezTo>
                <a:cubicBezTo>
                  <a:pt x="3403" y="4884"/>
                  <a:pt x="3560" y="4726"/>
                  <a:pt x="3749" y="4726"/>
                </a:cubicBezTo>
                <a:close/>
                <a:moveTo>
                  <a:pt x="3749" y="1"/>
                </a:moveTo>
                <a:cubicBezTo>
                  <a:pt x="1670" y="1"/>
                  <a:pt x="0" y="1702"/>
                  <a:pt x="0" y="3750"/>
                </a:cubicBezTo>
                <a:cubicBezTo>
                  <a:pt x="0" y="5829"/>
                  <a:pt x="1702" y="7499"/>
                  <a:pt x="3749" y="7499"/>
                </a:cubicBezTo>
                <a:cubicBezTo>
                  <a:pt x="5829" y="7499"/>
                  <a:pt x="7498" y="5798"/>
                  <a:pt x="7498" y="3750"/>
                </a:cubicBezTo>
                <a:cubicBezTo>
                  <a:pt x="7530" y="1670"/>
                  <a:pt x="5829" y="1"/>
                  <a:pt x="37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7" name="Google Shape;4407;p27"/>
          <p:cNvSpPr/>
          <p:nvPr/>
        </p:nvSpPr>
        <p:spPr>
          <a:xfrm>
            <a:off x="3620171" y="2192133"/>
            <a:ext cx="127171" cy="91560"/>
          </a:xfrm>
          <a:custGeom>
            <a:rect b="b" l="l" r="r" t="t"/>
            <a:pathLst>
              <a:path extrusionOk="0" h="2836" w="3939">
                <a:moveTo>
                  <a:pt x="1985" y="0"/>
                </a:moveTo>
                <a:cubicBezTo>
                  <a:pt x="1260" y="0"/>
                  <a:pt x="473" y="946"/>
                  <a:pt x="0" y="2521"/>
                </a:cubicBezTo>
                <a:cubicBezTo>
                  <a:pt x="158" y="2615"/>
                  <a:pt x="284" y="2710"/>
                  <a:pt x="410" y="2836"/>
                </a:cubicBezTo>
                <a:cubicBezTo>
                  <a:pt x="914" y="2773"/>
                  <a:pt x="1481" y="2773"/>
                  <a:pt x="1985" y="2773"/>
                </a:cubicBezTo>
                <a:cubicBezTo>
                  <a:pt x="2489" y="2773"/>
                  <a:pt x="3056" y="2804"/>
                  <a:pt x="3560" y="2836"/>
                </a:cubicBezTo>
                <a:cubicBezTo>
                  <a:pt x="3623" y="2678"/>
                  <a:pt x="3781" y="2584"/>
                  <a:pt x="3938" y="2521"/>
                </a:cubicBezTo>
                <a:cubicBezTo>
                  <a:pt x="3529" y="946"/>
                  <a:pt x="2741" y="0"/>
                  <a:pt x="19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8" name="Google Shape;4408;p27"/>
          <p:cNvSpPr/>
          <p:nvPr/>
        </p:nvSpPr>
        <p:spPr>
          <a:xfrm>
            <a:off x="3496067" y="2317238"/>
            <a:ext cx="91560" cy="127171"/>
          </a:xfrm>
          <a:custGeom>
            <a:rect b="b" l="l" r="r" t="t"/>
            <a:pathLst>
              <a:path extrusionOk="0" h="3939" w="2836">
                <a:moveTo>
                  <a:pt x="2521" y="0"/>
                </a:moveTo>
                <a:cubicBezTo>
                  <a:pt x="946" y="473"/>
                  <a:pt x="32" y="1229"/>
                  <a:pt x="32" y="1954"/>
                </a:cubicBezTo>
                <a:cubicBezTo>
                  <a:pt x="1" y="2710"/>
                  <a:pt x="946" y="3466"/>
                  <a:pt x="2521" y="3939"/>
                </a:cubicBezTo>
                <a:cubicBezTo>
                  <a:pt x="2584" y="3781"/>
                  <a:pt x="2710" y="3655"/>
                  <a:pt x="2836" y="3529"/>
                </a:cubicBezTo>
                <a:cubicBezTo>
                  <a:pt x="2773" y="3025"/>
                  <a:pt x="2773" y="2521"/>
                  <a:pt x="2773" y="1954"/>
                </a:cubicBezTo>
                <a:cubicBezTo>
                  <a:pt x="2773" y="1418"/>
                  <a:pt x="2805" y="914"/>
                  <a:pt x="2836" y="379"/>
                </a:cubicBezTo>
                <a:cubicBezTo>
                  <a:pt x="2679" y="316"/>
                  <a:pt x="2553" y="158"/>
                  <a:pt x="25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9" name="Google Shape;4409;p27"/>
          <p:cNvSpPr/>
          <p:nvPr/>
        </p:nvSpPr>
        <p:spPr>
          <a:xfrm>
            <a:off x="3781889" y="2318240"/>
            <a:ext cx="91560" cy="67185"/>
          </a:xfrm>
          <a:custGeom>
            <a:rect b="b" l="l" r="r" t="t"/>
            <a:pathLst>
              <a:path extrusionOk="0" h="2081" w="2836">
                <a:moveTo>
                  <a:pt x="316" y="1"/>
                </a:moveTo>
                <a:cubicBezTo>
                  <a:pt x="253" y="159"/>
                  <a:pt x="127" y="285"/>
                  <a:pt x="1" y="379"/>
                </a:cubicBezTo>
                <a:cubicBezTo>
                  <a:pt x="32" y="600"/>
                  <a:pt x="32" y="789"/>
                  <a:pt x="32" y="978"/>
                </a:cubicBezTo>
                <a:cubicBezTo>
                  <a:pt x="158" y="978"/>
                  <a:pt x="284" y="946"/>
                  <a:pt x="442" y="946"/>
                </a:cubicBezTo>
                <a:cubicBezTo>
                  <a:pt x="1387" y="946"/>
                  <a:pt x="2237" y="1387"/>
                  <a:pt x="2804" y="2080"/>
                </a:cubicBezTo>
                <a:lnTo>
                  <a:pt x="2804" y="1954"/>
                </a:lnTo>
                <a:cubicBezTo>
                  <a:pt x="2836" y="1230"/>
                  <a:pt x="1891" y="474"/>
                  <a:pt x="31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0" name="Google Shape;4410;p27"/>
          <p:cNvSpPr/>
          <p:nvPr/>
        </p:nvSpPr>
        <p:spPr>
          <a:xfrm>
            <a:off x="3620171" y="2476922"/>
            <a:ext cx="111900" cy="91593"/>
          </a:xfrm>
          <a:custGeom>
            <a:rect b="b" l="l" r="r" t="t"/>
            <a:pathLst>
              <a:path extrusionOk="0" h="2837" w="3466">
                <a:moveTo>
                  <a:pt x="410" y="1"/>
                </a:moveTo>
                <a:cubicBezTo>
                  <a:pt x="315" y="158"/>
                  <a:pt x="158" y="284"/>
                  <a:pt x="0" y="316"/>
                </a:cubicBezTo>
                <a:cubicBezTo>
                  <a:pt x="473" y="1891"/>
                  <a:pt x="1260" y="2836"/>
                  <a:pt x="1985" y="2836"/>
                </a:cubicBezTo>
                <a:cubicBezTo>
                  <a:pt x="2489" y="2836"/>
                  <a:pt x="3056" y="2364"/>
                  <a:pt x="3466" y="1544"/>
                </a:cubicBezTo>
                <a:lnTo>
                  <a:pt x="3119" y="1072"/>
                </a:lnTo>
                <a:cubicBezTo>
                  <a:pt x="2836" y="851"/>
                  <a:pt x="2678" y="473"/>
                  <a:pt x="2521" y="95"/>
                </a:cubicBezTo>
                <a:lnTo>
                  <a:pt x="1985" y="95"/>
                </a:lnTo>
                <a:cubicBezTo>
                  <a:pt x="1418" y="95"/>
                  <a:pt x="882" y="64"/>
                  <a:pt x="4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1" name="Google Shape;4411;p27"/>
          <p:cNvSpPr/>
          <p:nvPr/>
        </p:nvSpPr>
        <p:spPr>
          <a:xfrm>
            <a:off x="3607967" y="2303001"/>
            <a:ext cx="153612" cy="155646"/>
          </a:xfrm>
          <a:custGeom>
            <a:rect b="b" l="l" r="r" t="t"/>
            <a:pathLst>
              <a:path extrusionOk="0" h="4821" w="4758">
                <a:moveTo>
                  <a:pt x="2395" y="0"/>
                </a:moveTo>
                <a:cubicBezTo>
                  <a:pt x="1922" y="0"/>
                  <a:pt x="1418" y="32"/>
                  <a:pt x="1008" y="95"/>
                </a:cubicBezTo>
                <a:cubicBezTo>
                  <a:pt x="977" y="599"/>
                  <a:pt x="599" y="977"/>
                  <a:pt x="63" y="1040"/>
                </a:cubicBezTo>
                <a:cubicBezTo>
                  <a:pt x="32" y="1450"/>
                  <a:pt x="0" y="1922"/>
                  <a:pt x="0" y="2395"/>
                </a:cubicBezTo>
                <a:cubicBezTo>
                  <a:pt x="0" y="2867"/>
                  <a:pt x="32" y="3340"/>
                  <a:pt x="63" y="3781"/>
                </a:cubicBezTo>
                <a:cubicBezTo>
                  <a:pt x="599" y="3812"/>
                  <a:pt x="977" y="4222"/>
                  <a:pt x="1008" y="4726"/>
                </a:cubicBezTo>
                <a:cubicBezTo>
                  <a:pt x="1449" y="4758"/>
                  <a:pt x="1922" y="4821"/>
                  <a:pt x="2395" y="4821"/>
                </a:cubicBezTo>
                <a:lnTo>
                  <a:pt x="2804" y="4821"/>
                </a:lnTo>
                <a:cubicBezTo>
                  <a:pt x="2804" y="4695"/>
                  <a:pt x="2741" y="4569"/>
                  <a:pt x="2741" y="4506"/>
                </a:cubicBezTo>
                <a:cubicBezTo>
                  <a:pt x="2741" y="3151"/>
                  <a:pt x="3592" y="2017"/>
                  <a:pt x="4757" y="1576"/>
                </a:cubicBezTo>
                <a:cubicBezTo>
                  <a:pt x="4757" y="1387"/>
                  <a:pt x="4726" y="1229"/>
                  <a:pt x="4726" y="1040"/>
                </a:cubicBezTo>
                <a:cubicBezTo>
                  <a:pt x="4222" y="977"/>
                  <a:pt x="3812" y="599"/>
                  <a:pt x="3781" y="95"/>
                </a:cubicBezTo>
                <a:cubicBezTo>
                  <a:pt x="3340" y="32"/>
                  <a:pt x="2867" y="0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2" name="Google Shape;4412;p27"/>
          <p:cNvSpPr/>
          <p:nvPr/>
        </p:nvSpPr>
        <p:spPr>
          <a:xfrm>
            <a:off x="3503201" y="2431174"/>
            <a:ext cx="130205" cy="130205"/>
          </a:xfrm>
          <a:custGeom>
            <a:rect b="b" l="l" r="r" t="t"/>
            <a:pathLst>
              <a:path extrusionOk="0" h="4033" w="4033">
                <a:moveTo>
                  <a:pt x="0" y="0"/>
                </a:moveTo>
                <a:lnTo>
                  <a:pt x="0" y="0"/>
                </a:lnTo>
                <a:cubicBezTo>
                  <a:pt x="567" y="1953"/>
                  <a:pt x="2111" y="3466"/>
                  <a:pt x="4033" y="4033"/>
                </a:cubicBezTo>
                <a:cubicBezTo>
                  <a:pt x="3592" y="3466"/>
                  <a:pt x="3245" y="2741"/>
                  <a:pt x="2962" y="1827"/>
                </a:cubicBezTo>
                <a:cubicBezTo>
                  <a:pt x="2584" y="1733"/>
                  <a:pt x="2300" y="1481"/>
                  <a:pt x="2206" y="1071"/>
                </a:cubicBezTo>
                <a:cubicBezTo>
                  <a:pt x="1323" y="851"/>
                  <a:pt x="567" y="441"/>
                  <a:pt x="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3" name="Google Shape;4413;p27"/>
          <p:cNvSpPr/>
          <p:nvPr/>
        </p:nvSpPr>
        <p:spPr>
          <a:xfrm>
            <a:off x="3736108" y="2201270"/>
            <a:ext cx="130238" cy="129237"/>
          </a:xfrm>
          <a:custGeom>
            <a:rect b="b" l="l" r="r" t="t"/>
            <a:pathLst>
              <a:path extrusionOk="0" h="4003" w="4034">
                <a:moveTo>
                  <a:pt x="1" y="1"/>
                </a:moveTo>
                <a:lnTo>
                  <a:pt x="1" y="1"/>
                </a:lnTo>
                <a:cubicBezTo>
                  <a:pt x="442" y="537"/>
                  <a:pt x="788" y="1293"/>
                  <a:pt x="1072" y="2206"/>
                </a:cubicBezTo>
                <a:cubicBezTo>
                  <a:pt x="1419" y="2238"/>
                  <a:pt x="1734" y="2553"/>
                  <a:pt x="1828" y="2962"/>
                </a:cubicBezTo>
                <a:cubicBezTo>
                  <a:pt x="2710" y="3183"/>
                  <a:pt x="3466" y="3592"/>
                  <a:pt x="4033" y="4002"/>
                </a:cubicBezTo>
                <a:cubicBezTo>
                  <a:pt x="3466" y="2080"/>
                  <a:pt x="1923" y="537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4" name="Google Shape;4414;p27"/>
          <p:cNvSpPr/>
          <p:nvPr/>
        </p:nvSpPr>
        <p:spPr>
          <a:xfrm>
            <a:off x="3503201" y="2200269"/>
            <a:ext cx="130205" cy="129205"/>
          </a:xfrm>
          <a:custGeom>
            <a:rect b="b" l="l" r="r" t="t"/>
            <a:pathLst>
              <a:path extrusionOk="0" h="4002" w="4033">
                <a:moveTo>
                  <a:pt x="4033" y="0"/>
                </a:moveTo>
                <a:lnTo>
                  <a:pt x="4033" y="0"/>
                </a:lnTo>
                <a:cubicBezTo>
                  <a:pt x="2111" y="536"/>
                  <a:pt x="567" y="2080"/>
                  <a:pt x="0" y="4002"/>
                </a:cubicBezTo>
                <a:cubicBezTo>
                  <a:pt x="567" y="3592"/>
                  <a:pt x="1323" y="3214"/>
                  <a:pt x="2206" y="2962"/>
                </a:cubicBezTo>
                <a:cubicBezTo>
                  <a:pt x="2300" y="2552"/>
                  <a:pt x="2615" y="2269"/>
                  <a:pt x="2962" y="2206"/>
                </a:cubicBezTo>
                <a:cubicBezTo>
                  <a:pt x="3214" y="1292"/>
                  <a:pt x="3592" y="505"/>
                  <a:pt x="40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5" name="Google Shape;4415;p27"/>
          <p:cNvSpPr/>
          <p:nvPr/>
        </p:nvSpPr>
        <p:spPr>
          <a:xfrm>
            <a:off x="3718835" y="2370122"/>
            <a:ext cx="154613" cy="200425"/>
          </a:xfrm>
          <a:custGeom>
            <a:rect b="b" l="l" r="r" t="t"/>
            <a:pathLst>
              <a:path extrusionOk="0" h="6208" w="4789">
                <a:moveTo>
                  <a:pt x="2395" y="1355"/>
                </a:moveTo>
                <a:cubicBezTo>
                  <a:pt x="2930" y="1355"/>
                  <a:pt x="3403" y="1828"/>
                  <a:pt x="3403" y="2364"/>
                </a:cubicBezTo>
                <a:cubicBezTo>
                  <a:pt x="3403" y="2962"/>
                  <a:pt x="2930" y="3403"/>
                  <a:pt x="2395" y="3403"/>
                </a:cubicBezTo>
                <a:cubicBezTo>
                  <a:pt x="1827" y="3403"/>
                  <a:pt x="1355" y="2931"/>
                  <a:pt x="1355" y="2364"/>
                </a:cubicBezTo>
                <a:cubicBezTo>
                  <a:pt x="1355" y="1828"/>
                  <a:pt x="1827" y="1355"/>
                  <a:pt x="2395" y="1355"/>
                </a:cubicBezTo>
                <a:close/>
                <a:moveTo>
                  <a:pt x="2395" y="1"/>
                </a:moveTo>
                <a:cubicBezTo>
                  <a:pt x="1040" y="1"/>
                  <a:pt x="0" y="1072"/>
                  <a:pt x="0" y="2427"/>
                </a:cubicBezTo>
                <a:cubicBezTo>
                  <a:pt x="0" y="2994"/>
                  <a:pt x="221" y="3592"/>
                  <a:pt x="630" y="4002"/>
                </a:cubicBezTo>
                <a:lnTo>
                  <a:pt x="2111" y="6050"/>
                </a:lnTo>
                <a:cubicBezTo>
                  <a:pt x="2206" y="6113"/>
                  <a:pt x="2269" y="6207"/>
                  <a:pt x="2395" y="6207"/>
                </a:cubicBezTo>
                <a:cubicBezTo>
                  <a:pt x="2521" y="6207"/>
                  <a:pt x="2584" y="6144"/>
                  <a:pt x="2678" y="6050"/>
                </a:cubicBezTo>
                <a:lnTo>
                  <a:pt x="4442" y="3592"/>
                </a:lnTo>
                <a:cubicBezTo>
                  <a:pt x="4663" y="3246"/>
                  <a:pt x="4757" y="2805"/>
                  <a:pt x="4757" y="2364"/>
                </a:cubicBezTo>
                <a:cubicBezTo>
                  <a:pt x="4789" y="1072"/>
                  <a:pt x="3686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6" name="Google Shape;4416;p27"/>
          <p:cNvSpPr/>
          <p:nvPr/>
        </p:nvSpPr>
        <p:spPr>
          <a:xfrm>
            <a:off x="3784955" y="2436242"/>
            <a:ext cx="22406" cy="23439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7" name="Google Shape;4417;p27"/>
          <p:cNvSpPr/>
          <p:nvPr/>
        </p:nvSpPr>
        <p:spPr>
          <a:xfrm>
            <a:off x="2116616" y="2696327"/>
            <a:ext cx="264479" cy="198359"/>
          </a:xfrm>
          <a:custGeom>
            <a:rect b="b" l="l" r="r" t="t"/>
            <a:pathLst>
              <a:path extrusionOk="0" h="6144" w="8192">
                <a:moveTo>
                  <a:pt x="4096" y="0"/>
                </a:moveTo>
                <a:cubicBezTo>
                  <a:pt x="2206" y="0"/>
                  <a:pt x="662" y="1544"/>
                  <a:pt x="662" y="3434"/>
                </a:cubicBezTo>
                <a:lnTo>
                  <a:pt x="662" y="3497"/>
                </a:lnTo>
                <a:cubicBezTo>
                  <a:pt x="252" y="3655"/>
                  <a:pt x="0" y="4033"/>
                  <a:pt x="0" y="4442"/>
                </a:cubicBezTo>
                <a:lnTo>
                  <a:pt x="0" y="5136"/>
                </a:lnTo>
                <a:cubicBezTo>
                  <a:pt x="0" y="5671"/>
                  <a:pt x="473" y="6144"/>
                  <a:pt x="1009" y="6144"/>
                </a:cubicBezTo>
                <a:cubicBezTo>
                  <a:pt x="1135" y="6144"/>
                  <a:pt x="1261" y="6112"/>
                  <a:pt x="1387" y="6081"/>
                </a:cubicBezTo>
                <a:lnTo>
                  <a:pt x="1387" y="3403"/>
                </a:lnTo>
                <a:cubicBezTo>
                  <a:pt x="1387" y="1891"/>
                  <a:pt x="2584" y="630"/>
                  <a:pt x="4096" y="630"/>
                </a:cubicBezTo>
                <a:cubicBezTo>
                  <a:pt x="5577" y="630"/>
                  <a:pt x="6806" y="1891"/>
                  <a:pt x="6806" y="3403"/>
                </a:cubicBezTo>
                <a:lnTo>
                  <a:pt x="6806" y="6081"/>
                </a:lnTo>
                <a:cubicBezTo>
                  <a:pt x="6932" y="6112"/>
                  <a:pt x="7058" y="6144"/>
                  <a:pt x="7152" y="6144"/>
                </a:cubicBezTo>
                <a:cubicBezTo>
                  <a:pt x="7719" y="6144"/>
                  <a:pt x="8192" y="5671"/>
                  <a:pt x="8192" y="5136"/>
                </a:cubicBezTo>
                <a:lnTo>
                  <a:pt x="8192" y="4442"/>
                </a:lnTo>
                <a:cubicBezTo>
                  <a:pt x="8192" y="4033"/>
                  <a:pt x="7908" y="3623"/>
                  <a:pt x="7530" y="3497"/>
                </a:cubicBezTo>
                <a:lnTo>
                  <a:pt x="7530" y="3434"/>
                </a:lnTo>
                <a:cubicBezTo>
                  <a:pt x="7467" y="1576"/>
                  <a:pt x="5986" y="0"/>
                  <a:pt x="40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8" name="Google Shape;4418;p27"/>
          <p:cNvSpPr/>
          <p:nvPr/>
        </p:nvSpPr>
        <p:spPr>
          <a:xfrm>
            <a:off x="2184770" y="2763449"/>
            <a:ext cx="131239" cy="67734"/>
          </a:xfrm>
          <a:custGeom>
            <a:rect b="b" l="l" r="r" t="t"/>
            <a:pathLst>
              <a:path extrusionOk="0" h="2098" w="4065">
                <a:moveTo>
                  <a:pt x="1702" y="1"/>
                </a:moveTo>
                <a:cubicBezTo>
                  <a:pt x="756" y="1"/>
                  <a:pt x="0" y="757"/>
                  <a:pt x="0" y="1702"/>
                </a:cubicBezTo>
                <a:lnTo>
                  <a:pt x="0" y="2080"/>
                </a:lnTo>
                <a:lnTo>
                  <a:pt x="1229" y="2080"/>
                </a:lnTo>
                <a:cubicBezTo>
                  <a:pt x="1418" y="2080"/>
                  <a:pt x="1765" y="2080"/>
                  <a:pt x="1891" y="1985"/>
                </a:cubicBezTo>
                <a:cubicBezTo>
                  <a:pt x="1922" y="1954"/>
                  <a:pt x="1985" y="1828"/>
                  <a:pt x="1985" y="1765"/>
                </a:cubicBezTo>
                <a:cubicBezTo>
                  <a:pt x="1985" y="1544"/>
                  <a:pt x="2143" y="1387"/>
                  <a:pt x="2332" y="1387"/>
                </a:cubicBezTo>
                <a:cubicBezTo>
                  <a:pt x="2521" y="1387"/>
                  <a:pt x="2678" y="1544"/>
                  <a:pt x="2678" y="1765"/>
                </a:cubicBezTo>
                <a:cubicBezTo>
                  <a:pt x="2678" y="1828"/>
                  <a:pt x="2678" y="1954"/>
                  <a:pt x="2773" y="1985"/>
                </a:cubicBezTo>
                <a:cubicBezTo>
                  <a:pt x="2836" y="2069"/>
                  <a:pt x="3025" y="2097"/>
                  <a:pt x="3237" y="2097"/>
                </a:cubicBezTo>
                <a:cubicBezTo>
                  <a:pt x="3343" y="2097"/>
                  <a:pt x="3455" y="2090"/>
                  <a:pt x="3560" y="2080"/>
                </a:cubicBezTo>
                <a:lnTo>
                  <a:pt x="4064" y="2080"/>
                </a:lnTo>
                <a:lnTo>
                  <a:pt x="4064" y="1702"/>
                </a:lnTo>
                <a:cubicBezTo>
                  <a:pt x="4064" y="757"/>
                  <a:pt x="3308" y="1"/>
                  <a:pt x="23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9" name="Google Shape;4419;p27"/>
          <p:cNvSpPr/>
          <p:nvPr/>
        </p:nvSpPr>
        <p:spPr>
          <a:xfrm>
            <a:off x="2182736" y="2845841"/>
            <a:ext cx="132239" cy="94627"/>
          </a:xfrm>
          <a:custGeom>
            <a:rect b="b" l="l" r="r" t="t"/>
            <a:pathLst>
              <a:path extrusionOk="0" h="2931" w="4096">
                <a:moveTo>
                  <a:pt x="2395" y="1"/>
                </a:moveTo>
                <a:cubicBezTo>
                  <a:pt x="2080" y="221"/>
                  <a:pt x="1639" y="221"/>
                  <a:pt x="1197" y="221"/>
                </a:cubicBezTo>
                <a:lnTo>
                  <a:pt x="0" y="221"/>
                </a:lnTo>
                <a:lnTo>
                  <a:pt x="0" y="883"/>
                </a:lnTo>
                <a:cubicBezTo>
                  <a:pt x="0" y="2048"/>
                  <a:pt x="914" y="2930"/>
                  <a:pt x="2048" y="2930"/>
                </a:cubicBezTo>
                <a:cubicBezTo>
                  <a:pt x="3182" y="2930"/>
                  <a:pt x="4096" y="2048"/>
                  <a:pt x="4096" y="883"/>
                </a:cubicBezTo>
                <a:lnTo>
                  <a:pt x="4096" y="221"/>
                </a:lnTo>
                <a:lnTo>
                  <a:pt x="3403" y="221"/>
                </a:lnTo>
                <a:cubicBezTo>
                  <a:pt x="3025" y="221"/>
                  <a:pt x="2678" y="190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0" name="Google Shape;4420;p27"/>
          <p:cNvSpPr/>
          <p:nvPr/>
        </p:nvSpPr>
        <p:spPr>
          <a:xfrm>
            <a:off x="2062699" y="2946539"/>
            <a:ext cx="375345" cy="128010"/>
          </a:xfrm>
          <a:custGeom>
            <a:rect b="b" l="l" r="r" t="t"/>
            <a:pathLst>
              <a:path extrusionOk="0" h="3965" w="11626">
                <a:moveTo>
                  <a:pt x="2092" y="0"/>
                </a:moveTo>
                <a:cubicBezTo>
                  <a:pt x="1962" y="0"/>
                  <a:pt x="1828" y="63"/>
                  <a:pt x="1765" y="190"/>
                </a:cubicBezTo>
                <a:lnTo>
                  <a:pt x="1355" y="1072"/>
                </a:lnTo>
                <a:lnTo>
                  <a:pt x="316" y="1229"/>
                </a:lnTo>
                <a:cubicBezTo>
                  <a:pt x="190" y="1229"/>
                  <a:pt x="95" y="1355"/>
                  <a:pt x="64" y="1481"/>
                </a:cubicBezTo>
                <a:cubicBezTo>
                  <a:pt x="1" y="1607"/>
                  <a:pt x="64" y="1765"/>
                  <a:pt x="127" y="1828"/>
                </a:cubicBezTo>
                <a:lnTo>
                  <a:pt x="883" y="2552"/>
                </a:lnTo>
                <a:lnTo>
                  <a:pt x="725" y="3561"/>
                </a:lnTo>
                <a:cubicBezTo>
                  <a:pt x="694" y="3687"/>
                  <a:pt x="757" y="3844"/>
                  <a:pt x="851" y="3876"/>
                </a:cubicBezTo>
                <a:cubicBezTo>
                  <a:pt x="903" y="3928"/>
                  <a:pt x="965" y="3951"/>
                  <a:pt x="1031" y="3951"/>
                </a:cubicBezTo>
                <a:cubicBezTo>
                  <a:pt x="1085" y="3951"/>
                  <a:pt x="1141" y="3935"/>
                  <a:pt x="1198" y="3907"/>
                </a:cubicBezTo>
                <a:lnTo>
                  <a:pt x="2112" y="3435"/>
                </a:lnTo>
                <a:lnTo>
                  <a:pt x="2994" y="3907"/>
                </a:lnTo>
                <a:cubicBezTo>
                  <a:pt x="3046" y="3947"/>
                  <a:pt x="3099" y="3964"/>
                  <a:pt x="3152" y="3964"/>
                </a:cubicBezTo>
                <a:cubicBezTo>
                  <a:pt x="3225" y="3964"/>
                  <a:pt x="3298" y="3930"/>
                  <a:pt x="3372" y="3876"/>
                </a:cubicBezTo>
                <a:cubicBezTo>
                  <a:pt x="3466" y="3813"/>
                  <a:pt x="3529" y="3687"/>
                  <a:pt x="3466" y="3561"/>
                </a:cubicBezTo>
                <a:lnTo>
                  <a:pt x="3309" y="2552"/>
                </a:lnTo>
                <a:lnTo>
                  <a:pt x="4002" y="1891"/>
                </a:lnTo>
                <a:lnTo>
                  <a:pt x="4663" y="2552"/>
                </a:lnTo>
                <a:lnTo>
                  <a:pt x="4506" y="3561"/>
                </a:lnTo>
                <a:cubicBezTo>
                  <a:pt x="4474" y="3687"/>
                  <a:pt x="4537" y="3844"/>
                  <a:pt x="4632" y="3876"/>
                </a:cubicBezTo>
                <a:cubicBezTo>
                  <a:pt x="4684" y="3928"/>
                  <a:pt x="4746" y="3951"/>
                  <a:pt x="4811" y="3951"/>
                </a:cubicBezTo>
                <a:cubicBezTo>
                  <a:pt x="4865" y="3951"/>
                  <a:pt x="4922" y="3935"/>
                  <a:pt x="4978" y="3907"/>
                </a:cubicBezTo>
                <a:lnTo>
                  <a:pt x="5892" y="3435"/>
                </a:lnTo>
                <a:lnTo>
                  <a:pt x="6774" y="3907"/>
                </a:lnTo>
                <a:cubicBezTo>
                  <a:pt x="6827" y="3947"/>
                  <a:pt x="6880" y="3964"/>
                  <a:pt x="6933" y="3964"/>
                </a:cubicBezTo>
                <a:cubicBezTo>
                  <a:pt x="7006" y="3964"/>
                  <a:pt x="7079" y="3930"/>
                  <a:pt x="7152" y="3876"/>
                </a:cubicBezTo>
                <a:cubicBezTo>
                  <a:pt x="7247" y="3813"/>
                  <a:pt x="7310" y="3687"/>
                  <a:pt x="7247" y="3561"/>
                </a:cubicBezTo>
                <a:lnTo>
                  <a:pt x="7089" y="2552"/>
                </a:lnTo>
                <a:lnTo>
                  <a:pt x="7782" y="1891"/>
                </a:lnTo>
                <a:lnTo>
                  <a:pt x="8444" y="2552"/>
                </a:lnTo>
                <a:lnTo>
                  <a:pt x="8286" y="3561"/>
                </a:lnTo>
                <a:cubicBezTo>
                  <a:pt x="8255" y="3687"/>
                  <a:pt x="8318" y="3844"/>
                  <a:pt x="8413" y="3876"/>
                </a:cubicBezTo>
                <a:cubicBezTo>
                  <a:pt x="8465" y="3928"/>
                  <a:pt x="8526" y="3951"/>
                  <a:pt x="8592" y="3951"/>
                </a:cubicBezTo>
                <a:cubicBezTo>
                  <a:pt x="8646" y="3951"/>
                  <a:pt x="8702" y="3935"/>
                  <a:pt x="8759" y="3907"/>
                </a:cubicBezTo>
                <a:lnTo>
                  <a:pt x="9673" y="3435"/>
                </a:lnTo>
                <a:lnTo>
                  <a:pt x="10555" y="3907"/>
                </a:lnTo>
                <a:cubicBezTo>
                  <a:pt x="10608" y="3947"/>
                  <a:pt x="10660" y="3964"/>
                  <a:pt x="10713" y="3964"/>
                </a:cubicBezTo>
                <a:cubicBezTo>
                  <a:pt x="10786" y="3964"/>
                  <a:pt x="10860" y="3930"/>
                  <a:pt x="10933" y="3876"/>
                </a:cubicBezTo>
                <a:cubicBezTo>
                  <a:pt x="11027" y="3813"/>
                  <a:pt x="11090" y="3687"/>
                  <a:pt x="11027" y="3561"/>
                </a:cubicBezTo>
                <a:lnTo>
                  <a:pt x="10870" y="2552"/>
                </a:lnTo>
                <a:lnTo>
                  <a:pt x="11626" y="1828"/>
                </a:lnTo>
                <a:cubicBezTo>
                  <a:pt x="11532" y="1702"/>
                  <a:pt x="11595" y="1607"/>
                  <a:pt x="11532" y="1481"/>
                </a:cubicBezTo>
                <a:cubicBezTo>
                  <a:pt x="11500" y="1355"/>
                  <a:pt x="11374" y="1292"/>
                  <a:pt x="11279" y="1229"/>
                </a:cubicBezTo>
                <a:lnTo>
                  <a:pt x="10240" y="1072"/>
                </a:lnTo>
                <a:lnTo>
                  <a:pt x="9799" y="190"/>
                </a:lnTo>
                <a:cubicBezTo>
                  <a:pt x="9751" y="63"/>
                  <a:pt x="9625" y="0"/>
                  <a:pt x="9495" y="0"/>
                </a:cubicBezTo>
                <a:cubicBezTo>
                  <a:pt x="9366" y="0"/>
                  <a:pt x="9232" y="63"/>
                  <a:pt x="9169" y="190"/>
                </a:cubicBezTo>
                <a:lnTo>
                  <a:pt x="8759" y="1072"/>
                </a:lnTo>
                <a:lnTo>
                  <a:pt x="7782" y="1229"/>
                </a:lnTo>
                <a:cubicBezTo>
                  <a:pt x="7719" y="1229"/>
                  <a:pt x="7688" y="1292"/>
                  <a:pt x="7656" y="1292"/>
                </a:cubicBezTo>
                <a:cubicBezTo>
                  <a:pt x="7593" y="1229"/>
                  <a:pt x="7562" y="1229"/>
                  <a:pt x="7530" y="1229"/>
                </a:cubicBezTo>
                <a:lnTo>
                  <a:pt x="6554" y="1072"/>
                </a:lnTo>
                <a:lnTo>
                  <a:pt x="6113" y="190"/>
                </a:lnTo>
                <a:cubicBezTo>
                  <a:pt x="6050" y="63"/>
                  <a:pt x="5924" y="0"/>
                  <a:pt x="5798" y="0"/>
                </a:cubicBezTo>
                <a:cubicBezTo>
                  <a:pt x="5672" y="0"/>
                  <a:pt x="5546" y="63"/>
                  <a:pt x="5483" y="190"/>
                </a:cubicBezTo>
                <a:lnTo>
                  <a:pt x="5041" y="1072"/>
                </a:lnTo>
                <a:lnTo>
                  <a:pt x="4065" y="1229"/>
                </a:lnTo>
                <a:cubicBezTo>
                  <a:pt x="4033" y="1229"/>
                  <a:pt x="4002" y="1292"/>
                  <a:pt x="3939" y="1292"/>
                </a:cubicBezTo>
                <a:cubicBezTo>
                  <a:pt x="3907" y="1229"/>
                  <a:pt x="3876" y="1229"/>
                  <a:pt x="3813" y="1229"/>
                </a:cubicBezTo>
                <a:lnTo>
                  <a:pt x="2836" y="1072"/>
                </a:lnTo>
                <a:lnTo>
                  <a:pt x="2395" y="190"/>
                </a:lnTo>
                <a:cubicBezTo>
                  <a:pt x="2348" y="63"/>
                  <a:pt x="2222" y="0"/>
                  <a:pt x="20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1" name="Google Shape;4421;p27"/>
          <p:cNvSpPr/>
          <p:nvPr/>
        </p:nvSpPr>
        <p:spPr>
          <a:xfrm>
            <a:off x="2393785" y="3255116"/>
            <a:ext cx="44779" cy="43778"/>
          </a:xfrm>
          <a:custGeom>
            <a:rect b="b" l="l" r="r" t="t"/>
            <a:pathLst>
              <a:path extrusionOk="0" h="1356" w="1387">
                <a:moveTo>
                  <a:pt x="0" y="1"/>
                </a:moveTo>
                <a:lnTo>
                  <a:pt x="0" y="1355"/>
                </a:lnTo>
                <a:lnTo>
                  <a:pt x="662" y="1355"/>
                </a:lnTo>
                <a:cubicBezTo>
                  <a:pt x="1071" y="1355"/>
                  <a:pt x="1324" y="1040"/>
                  <a:pt x="1324" y="694"/>
                </a:cubicBezTo>
                <a:cubicBezTo>
                  <a:pt x="1387" y="316"/>
                  <a:pt x="1071" y="1"/>
                  <a:pt x="6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2" name="Google Shape;4422;p27"/>
          <p:cNvSpPr/>
          <p:nvPr/>
        </p:nvSpPr>
        <p:spPr>
          <a:xfrm>
            <a:off x="2258510" y="3297442"/>
            <a:ext cx="180053" cy="92529"/>
          </a:xfrm>
          <a:custGeom>
            <a:rect b="b" l="l" r="r" t="t"/>
            <a:pathLst>
              <a:path extrusionOk="0" h="2866" w="5577">
                <a:moveTo>
                  <a:pt x="1438" y="1"/>
                </a:moveTo>
                <a:cubicBezTo>
                  <a:pt x="1338" y="1"/>
                  <a:pt x="1235" y="30"/>
                  <a:pt x="1166" y="76"/>
                </a:cubicBezTo>
                <a:lnTo>
                  <a:pt x="126" y="1179"/>
                </a:lnTo>
                <a:cubicBezTo>
                  <a:pt x="0" y="1305"/>
                  <a:pt x="0" y="1525"/>
                  <a:pt x="126" y="1651"/>
                </a:cubicBezTo>
                <a:lnTo>
                  <a:pt x="1166" y="2754"/>
                </a:lnTo>
                <a:cubicBezTo>
                  <a:pt x="1208" y="2838"/>
                  <a:pt x="1292" y="2866"/>
                  <a:pt x="1390" y="2866"/>
                </a:cubicBezTo>
                <a:cubicBezTo>
                  <a:pt x="1439" y="2866"/>
                  <a:pt x="1491" y="2859"/>
                  <a:pt x="1544" y="2848"/>
                </a:cubicBezTo>
                <a:cubicBezTo>
                  <a:pt x="1670" y="2817"/>
                  <a:pt x="1796" y="2659"/>
                  <a:pt x="1796" y="2533"/>
                </a:cubicBezTo>
                <a:lnTo>
                  <a:pt x="1796" y="2124"/>
                </a:lnTo>
                <a:lnTo>
                  <a:pt x="4190" y="2124"/>
                </a:lnTo>
                <a:cubicBezTo>
                  <a:pt x="4946" y="2124"/>
                  <a:pt x="5577" y="1494"/>
                  <a:pt x="5577" y="769"/>
                </a:cubicBezTo>
                <a:lnTo>
                  <a:pt x="5577" y="549"/>
                </a:lnTo>
                <a:cubicBezTo>
                  <a:pt x="5356" y="675"/>
                  <a:pt x="5135" y="769"/>
                  <a:pt x="4883" y="769"/>
                </a:cubicBezTo>
                <a:cubicBezTo>
                  <a:pt x="3686" y="738"/>
                  <a:pt x="2930" y="738"/>
                  <a:pt x="1796" y="738"/>
                </a:cubicBezTo>
                <a:lnTo>
                  <a:pt x="1796" y="328"/>
                </a:lnTo>
                <a:cubicBezTo>
                  <a:pt x="1796" y="170"/>
                  <a:pt x="1701" y="44"/>
                  <a:pt x="1544" y="13"/>
                </a:cubicBezTo>
                <a:cubicBezTo>
                  <a:pt x="1510" y="5"/>
                  <a:pt x="1474" y="1"/>
                  <a:pt x="14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3" name="Google Shape;4423;p27"/>
          <p:cNvSpPr/>
          <p:nvPr/>
        </p:nvSpPr>
        <p:spPr>
          <a:xfrm>
            <a:off x="2062183" y="3321236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253" y="1"/>
                  <a:pt x="1" y="316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lnTo>
                  <a:pt x="1324" y="1324"/>
                </a:lnTo>
                <a:lnTo>
                  <a:pt x="132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4" name="Google Shape;4424;p27"/>
          <p:cNvSpPr/>
          <p:nvPr/>
        </p:nvSpPr>
        <p:spPr>
          <a:xfrm>
            <a:off x="2062183" y="3361593"/>
            <a:ext cx="179053" cy="93304"/>
          </a:xfrm>
          <a:custGeom>
            <a:rect b="b" l="l" r="r" t="t"/>
            <a:pathLst>
              <a:path extrusionOk="0" h="2890" w="5546">
                <a:moveTo>
                  <a:pt x="4193" y="1"/>
                </a:moveTo>
                <a:cubicBezTo>
                  <a:pt x="4132" y="1"/>
                  <a:pt x="4067" y="16"/>
                  <a:pt x="4002" y="42"/>
                </a:cubicBezTo>
                <a:cubicBezTo>
                  <a:pt x="3876" y="74"/>
                  <a:pt x="3781" y="231"/>
                  <a:pt x="3781" y="357"/>
                </a:cubicBezTo>
                <a:lnTo>
                  <a:pt x="3781" y="735"/>
                </a:lnTo>
                <a:lnTo>
                  <a:pt x="662" y="735"/>
                </a:lnTo>
                <a:cubicBezTo>
                  <a:pt x="410" y="735"/>
                  <a:pt x="190" y="672"/>
                  <a:pt x="1" y="546"/>
                </a:cubicBezTo>
                <a:lnTo>
                  <a:pt x="1" y="767"/>
                </a:lnTo>
                <a:cubicBezTo>
                  <a:pt x="1" y="1523"/>
                  <a:pt x="631" y="2153"/>
                  <a:pt x="1355" y="2153"/>
                </a:cubicBezTo>
                <a:lnTo>
                  <a:pt x="3781" y="2153"/>
                </a:lnTo>
                <a:lnTo>
                  <a:pt x="3781" y="2563"/>
                </a:lnTo>
                <a:cubicBezTo>
                  <a:pt x="3781" y="2720"/>
                  <a:pt x="3844" y="2815"/>
                  <a:pt x="4002" y="2878"/>
                </a:cubicBezTo>
                <a:cubicBezTo>
                  <a:pt x="4033" y="2886"/>
                  <a:pt x="4067" y="2890"/>
                  <a:pt x="4101" y="2890"/>
                </a:cubicBezTo>
                <a:cubicBezTo>
                  <a:pt x="4205" y="2890"/>
                  <a:pt x="4317" y="2854"/>
                  <a:pt x="4411" y="2783"/>
                </a:cubicBezTo>
                <a:lnTo>
                  <a:pt x="5420" y="1681"/>
                </a:lnTo>
                <a:cubicBezTo>
                  <a:pt x="5546" y="1555"/>
                  <a:pt x="5546" y="1365"/>
                  <a:pt x="5420" y="1208"/>
                </a:cubicBezTo>
                <a:lnTo>
                  <a:pt x="4411" y="105"/>
                </a:lnTo>
                <a:cubicBezTo>
                  <a:pt x="4356" y="31"/>
                  <a:pt x="4279" y="1"/>
                  <a:pt x="419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5" name="Google Shape;4425;p27"/>
          <p:cNvSpPr/>
          <p:nvPr/>
        </p:nvSpPr>
        <p:spPr>
          <a:xfrm>
            <a:off x="2128303" y="3507362"/>
            <a:ext cx="242105" cy="68186"/>
          </a:xfrm>
          <a:custGeom>
            <a:rect b="b" l="l" r="r" t="t"/>
            <a:pathLst>
              <a:path extrusionOk="0" h="2112" w="7499">
                <a:moveTo>
                  <a:pt x="1" y="1"/>
                </a:moveTo>
                <a:lnTo>
                  <a:pt x="1" y="1072"/>
                </a:lnTo>
                <a:cubicBezTo>
                  <a:pt x="1" y="1639"/>
                  <a:pt x="473" y="2112"/>
                  <a:pt x="1009" y="2112"/>
                </a:cubicBezTo>
                <a:lnTo>
                  <a:pt x="6491" y="2112"/>
                </a:lnTo>
                <a:cubicBezTo>
                  <a:pt x="7026" y="2112"/>
                  <a:pt x="7499" y="1639"/>
                  <a:pt x="7499" y="1072"/>
                </a:cubicBezTo>
                <a:lnTo>
                  <a:pt x="749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6" name="Google Shape;4426;p27"/>
          <p:cNvSpPr/>
          <p:nvPr/>
        </p:nvSpPr>
        <p:spPr>
          <a:xfrm>
            <a:off x="2128303" y="3197132"/>
            <a:ext cx="242105" cy="45812"/>
          </a:xfrm>
          <a:custGeom>
            <a:rect b="b" l="l" r="r" t="t"/>
            <a:pathLst>
              <a:path extrusionOk="0" h="1419" w="7499">
                <a:moveTo>
                  <a:pt x="1009" y="1"/>
                </a:moveTo>
                <a:cubicBezTo>
                  <a:pt x="473" y="1"/>
                  <a:pt x="1" y="474"/>
                  <a:pt x="1" y="1072"/>
                </a:cubicBezTo>
                <a:lnTo>
                  <a:pt x="1" y="1419"/>
                </a:lnTo>
                <a:lnTo>
                  <a:pt x="7499" y="1419"/>
                </a:lnTo>
                <a:lnTo>
                  <a:pt x="7499" y="1072"/>
                </a:lnTo>
                <a:cubicBezTo>
                  <a:pt x="7499" y="537"/>
                  <a:pt x="7026" y="1"/>
                  <a:pt x="64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7" name="Google Shape;4427;p27"/>
          <p:cNvSpPr/>
          <p:nvPr/>
        </p:nvSpPr>
        <p:spPr>
          <a:xfrm>
            <a:off x="2129336" y="3264285"/>
            <a:ext cx="243106" cy="222767"/>
          </a:xfrm>
          <a:custGeom>
            <a:rect b="b" l="l" r="r" t="t"/>
            <a:pathLst>
              <a:path extrusionOk="0" h="6900" w="7530">
                <a:moveTo>
                  <a:pt x="0" y="0"/>
                </a:moveTo>
                <a:lnTo>
                  <a:pt x="0" y="3088"/>
                </a:lnTo>
                <a:lnTo>
                  <a:pt x="1071" y="3088"/>
                </a:lnTo>
                <a:cubicBezTo>
                  <a:pt x="1134" y="2773"/>
                  <a:pt x="1386" y="2552"/>
                  <a:pt x="1701" y="2426"/>
                </a:cubicBezTo>
                <a:cubicBezTo>
                  <a:pt x="1822" y="2376"/>
                  <a:pt x="1952" y="2351"/>
                  <a:pt x="2083" y="2351"/>
                </a:cubicBezTo>
                <a:cubicBezTo>
                  <a:pt x="2361" y="2351"/>
                  <a:pt x="2642" y="2464"/>
                  <a:pt x="2835" y="2678"/>
                </a:cubicBezTo>
                <a:lnTo>
                  <a:pt x="3844" y="3781"/>
                </a:lnTo>
                <a:cubicBezTo>
                  <a:pt x="4222" y="4190"/>
                  <a:pt x="4222" y="4789"/>
                  <a:pt x="3844" y="5167"/>
                </a:cubicBezTo>
                <a:lnTo>
                  <a:pt x="2835" y="6270"/>
                </a:lnTo>
                <a:cubicBezTo>
                  <a:pt x="2635" y="6493"/>
                  <a:pt x="2339" y="6621"/>
                  <a:pt x="2050" y="6621"/>
                </a:cubicBezTo>
                <a:cubicBezTo>
                  <a:pt x="1930" y="6621"/>
                  <a:pt x="1812" y="6599"/>
                  <a:pt x="1701" y="6553"/>
                </a:cubicBezTo>
                <a:cubicBezTo>
                  <a:pt x="1386" y="6427"/>
                  <a:pt x="1134" y="6144"/>
                  <a:pt x="1071" y="5892"/>
                </a:cubicBezTo>
                <a:lnTo>
                  <a:pt x="0" y="5892"/>
                </a:lnTo>
                <a:lnTo>
                  <a:pt x="0" y="6900"/>
                </a:lnTo>
                <a:lnTo>
                  <a:pt x="7530" y="6900"/>
                </a:lnTo>
                <a:lnTo>
                  <a:pt x="7530" y="3844"/>
                </a:lnTo>
                <a:lnTo>
                  <a:pt x="6459" y="3844"/>
                </a:lnTo>
                <a:cubicBezTo>
                  <a:pt x="6364" y="4159"/>
                  <a:pt x="6143" y="4379"/>
                  <a:pt x="5828" y="4505"/>
                </a:cubicBezTo>
                <a:cubicBezTo>
                  <a:pt x="5709" y="4551"/>
                  <a:pt x="5589" y="4573"/>
                  <a:pt x="5472" y="4573"/>
                </a:cubicBezTo>
                <a:cubicBezTo>
                  <a:pt x="5188" y="4573"/>
                  <a:pt x="4917" y="4445"/>
                  <a:pt x="4694" y="4222"/>
                </a:cubicBezTo>
                <a:lnTo>
                  <a:pt x="3655" y="3119"/>
                </a:lnTo>
                <a:cubicBezTo>
                  <a:pt x="3308" y="2741"/>
                  <a:pt x="3308" y="2143"/>
                  <a:pt x="3655" y="1765"/>
                </a:cubicBezTo>
                <a:lnTo>
                  <a:pt x="4694" y="630"/>
                </a:lnTo>
                <a:cubicBezTo>
                  <a:pt x="4866" y="416"/>
                  <a:pt x="5140" y="304"/>
                  <a:pt x="5427" y="304"/>
                </a:cubicBezTo>
                <a:cubicBezTo>
                  <a:pt x="5561" y="304"/>
                  <a:pt x="5698" y="328"/>
                  <a:pt x="5828" y="378"/>
                </a:cubicBezTo>
                <a:cubicBezTo>
                  <a:pt x="6143" y="504"/>
                  <a:pt x="6364" y="756"/>
                  <a:pt x="6459" y="1040"/>
                </a:cubicBezTo>
                <a:lnTo>
                  <a:pt x="7530" y="1040"/>
                </a:lnTo>
                <a:lnTo>
                  <a:pt x="753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8" name="Google Shape;4428;p27"/>
          <p:cNvSpPr/>
          <p:nvPr/>
        </p:nvSpPr>
        <p:spPr>
          <a:xfrm>
            <a:off x="2055580" y="3693257"/>
            <a:ext cx="389583" cy="377799"/>
          </a:xfrm>
          <a:custGeom>
            <a:rect b="b" l="l" r="r" t="t"/>
            <a:pathLst>
              <a:path extrusionOk="0" h="11702" w="12067">
                <a:moveTo>
                  <a:pt x="2558" y="0"/>
                </a:moveTo>
                <a:cubicBezTo>
                  <a:pt x="2357" y="0"/>
                  <a:pt x="2155" y="24"/>
                  <a:pt x="1954" y="70"/>
                </a:cubicBezTo>
                <a:cubicBezTo>
                  <a:pt x="1828" y="102"/>
                  <a:pt x="1733" y="196"/>
                  <a:pt x="1702" y="322"/>
                </a:cubicBezTo>
                <a:cubicBezTo>
                  <a:pt x="1670" y="448"/>
                  <a:pt x="1702" y="543"/>
                  <a:pt x="1796" y="637"/>
                </a:cubicBezTo>
                <a:lnTo>
                  <a:pt x="2679" y="1551"/>
                </a:lnTo>
                <a:cubicBezTo>
                  <a:pt x="2962" y="1803"/>
                  <a:pt x="2962" y="2244"/>
                  <a:pt x="2679" y="2528"/>
                </a:cubicBezTo>
                <a:cubicBezTo>
                  <a:pt x="2553" y="2669"/>
                  <a:pt x="2379" y="2740"/>
                  <a:pt x="2202" y="2740"/>
                </a:cubicBezTo>
                <a:cubicBezTo>
                  <a:pt x="2025" y="2740"/>
                  <a:pt x="1844" y="2669"/>
                  <a:pt x="1702" y="2528"/>
                </a:cubicBezTo>
                <a:lnTo>
                  <a:pt x="788" y="1614"/>
                </a:lnTo>
                <a:cubicBezTo>
                  <a:pt x="744" y="1569"/>
                  <a:pt x="668" y="1525"/>
                  <a:pt x="582" y="1525"/>
                </a:cubicBezTo>
                <a:cubicBezTo>
                  <a:pt x="547" y="1525"/>
                  <a:pt x="510" y="1532"/>
                  <a:pt x="473" y="1551"/>
                </a:cubicBezTo>
                <a:cubicBezTo>
                  <a:pt x="347" y="1582"/>
                  <a:pt x="284" y="1645"/>
                  <a:pt x="253" y="1771"/>
                </a:cubicBezTo>
                <a:cubicBezTo>
                  <a:pt x="1" y="2591"/>
                  <a:pt x="253" y="3473"/>
                  <a:pt x="883" y="4103"/>
                </a:cubicBezTo>
                <a:cubicBezTo>
                  <a:pt x="1366" y="4494"/>
                  <a:pt x="1932" y="4750"/>
                  <a:pt x="2619" y="4750"/>
                </a:cubicBezTo>
                <a:cubicBezTo>
                  <a:pt x="2874" y="4750"/>
                  <a:pt x="3145" y="4715"/>
                  <a:pt x="3435" y="4638"/>
                </a:cubicBezTo>
                <a:lnTo>
                  <a:pt x="7247" y="8482"/>
                </a:lnTo>
                <a:cubicBezTo>
                  <a:pt x="6963" y="9522"/>
                  <a:pt x="7215" y="10372"/>
                  <a:pt x="7814" y="10971"/>
                </a:cubicBezTo>
                <a:cubicBezTo>
                  <a:pt x="8291" y="11472"/>
                  <a:pt x="8895" y="11702"/>
                  <a:pt x="9516" y="11702"/>
                </a:cubicBezTo>
                <a:cubicBezTo>
                  <a:pt x="9714" y="11702"/>
                  <a:pt x="9915" y="11678"/>
                  <a:pt x="10114" y="11632"/>
                </a:cubicBezTo>
                <a:cubicBezTo>
                  <a:pt x="10240" y="11569"/>
                  <a:pt x="10334" y="11506"/>
                  <a:pt x="10366" y="11380"/>
                </a:cubicBezTo>
                <a:cubicBezTo>
                  <a:pt x="10397" y="11254"/>
                  <a:pt x="10366" y="11128"/>
                  <a:pt x="10271" y="11065"/>
                </a:cubicBezTo>
                <a:lnTo>
                  <a:pt x="9389" y="10152"/>
                </a:lnTo>
                <a:cubicBezTo>
                  <a:pt x="9106" y="9868"/>
                  <a:pt x="9106" y="9459"/>
                  <a:pt x="9389" y="9175"/>
                </a:cubicBezTo>
                <a:cubicBezTo>
                  <a:pt x="9515" y="9033"/>
                  <a:pt x="9688" y="8962"/>
                  <a:pt x="9866" y="8962"/>
                </a:cubicBezTo>
                <a:cubicBezTo>
                  <a:pt x="10043" y="8962"/>
                  <a:pt x="10224" y="9033"/>
                  <a:pt x="10366" y="9175"/>
                </a:cubicBezTo>
                <a:lnTo>
                  <a:pt x="11279" y="10089"/>
                </a:lnTo>
                <a:cubicBezTo>
                  <a:pt x="11326" y="10135"/>
                  <a:pt x="11405" y="10164"/>
                  <a:pt x="11494" y="10164"/>
                </a:cubicBezTo>
                <a:cubicBezTo>
                  <a:pt x="11527" y="10164"/>
                  <a:pt x="11561" y="10160"/>
                  <a:pt x="11594" y="10152"/>
                </a:cubicBezTo>
                <a:cubicBezTo>
                  <a:pt x="11720" y="10120"/>
                  <a:pt x="11783" y="10026"/>
                  <a:pt x="11815" y="9931"/>
                </a:cubicBezTo>
                <a:cubicBezTo>
                  <a:pt x="12067" y="9081"/>
                  <a:pt x="11815" y="8230"/>
                  <a:pt x="11185" y="7600"/>
                </a:cubicBezTo>
                <a:cubicBezTo>
                  <a:pt x="10778" y="7170"/>
                  <a:pt x="10224" y="6903"/>
                  <a:pt x="9537" y="6903"/>
                </a:cubicBezTo>
                <a:cubicBezTo>
                  <a:pt x="9266" y="6903"/>
                  <a:pt x="8975" y="6944"/>
                  <a:pt x="8665" y="7033"/>
                </a:cubicBezTo>
                <a:lnTo>
                  <a:pt x="4852" y="3221"/>
                </a:lnTo>
                <a:lnTo>
                  <a:pt x="4884" y="3032"/>
                </a:lnTo>
                <a:cubicBezTo>
                  <a:pt x="5136" y="2213"/>
                  <a:pt x="4884" y="1330"/>
                  <a:pt x="4254" y="700"/>
                </a:cubicBezTo>
                <a:cubicBezTo>
                  <a:pt x="3778" y="225"/>
                  <a:pt x="3177" y="0"/>
                  <a:pt x="2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9" name="Google Shape;4429;p27"/>
          <p:cNvSpPr/>
          <p:nvPr/>
        </p:nvSpPr>
        <p:spPr>
          <a:xfrm>
            <a:off x="2056613" y="3888776"/>
            <a:ext cx="186155" cy="181571"/>
          </a:xfrm>
          <a:custGeom>
            <a:rect b="b" l="l" r="r" t="t"/>
            <a:pathLst>
              <a:path extrusionOk="0" h="5624" w="5766">
                <a:moveTo>
                  <a:pt x="4080" y="1504"/>
                </a:moveTo>
                <a:cubicBezTo>
                  <a:pt x="4167" y="1504"/>
                  <a:pt x="4253" y="1528"/>
                  <a:pt x="4316" y="1575"/>
                </a:cubicBezTo>
                <a:cubicBezTo>
                  <a:pt x="4442" y="1701"/>
                  <a:pt x="4442" y="1953"/>
                  <a:pt x="4316" y="2048"/>
                </a:cubicBezTo>
                <a:lnTo>
                  <a:pt x="2205" y="4159"/>
                </a:lnTo>
                <a:cubicBezTo>
                  <a:pt x="2158" y="4206"/>
                  <a:pt x="2072" y="4230"/>
                  <a:pt x="1985" y="4230"/>
                </a:cubicBezTo>
                <a:cubicBezTo>
                  <a:pt x="1898" y="4230"/>
                  <a:pt x="1812" y="4206"/>
                  <a:pt x="1764" y="4159"/>
                </a:cubicBezTo>
                <a:cubicBezTo>
                  <a:pt x="1638" y="4033"/>
                  <a:pt x="1638" y="3781"/>
                  <a:pt x="1764" y="3686"/>
                </a:cubicBezTo>
                <a:lnTo>
                  <a:pt x="3844" y="1575"/>
                </a:lnTo>
                <a:cubicBezTo>
                  <a:pt x="3907" y="1528"/>
                  <a:pt x="3993" y="1504"/>
                  <a:pt x="4080" y="1504"/>
                </a:cubicBezTo>
                <a:close/>
                <a:moveTo>
                  <a:pt x="3844" y="0"/>
                </a:moveTo>
                <a:lnTo>
                  <a:pt x="567" y="3277"/>
                </a:lnTo>
                <a:cubicBezTo>
                  <a:pt x="0" y="3844"/>
                  <a:pt x="0" y="4694"/>
                  <a:pt x="567" y="5198"/>
                </a:cubicBezTo>
                <a:cubicBezTo>
                  <a:pt x="835" y="5482"/>
                  <a:pt x="1189" y="5624"/>
                  <a:pt x="1540" y="5624"/>
                </a:cubicBezTo>
                <a:cubicBezTo>
                  <a:pt x="1890" y="5624"/>
                  <a:pt x="2237" y="5482"/>
                  <a:pt x="2489" y="5198"/>
                </a:cubicBezTo>
                <a:lnTo>
                  <a:pt x="5766" y="1953"/>
                </a:lnTo>
                <a:lnTo>
                  <a:pt x="384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0" name="Google Shape;4430;p27"/>
          <p:cNvSpPr/>
          <p:nvPr/>
        </p:nvSpPr>
        <p:spPr>
          <a:xfrm>
            <a:off x="2274280" y="3691287"/>
            <a:ext cx="166817" cy="164944"/>
          </a:xfrm>
          <a:custGeom>
            <a:rect b="b" l="l" r="r" t="t"/>
            <a:pathLst>
              <a:path extrusionOk="0" h="5109" w="5167">
                <a:moveTo>
                  <a:pt x="4249" y="1"/>
                </a:moveTo>
                <a:cubicBezTo>
                  <a:pt x="4179" y="1"/>
                  <a:pt x="4106" y="24"/>
                  <a:pt x="4033" y="68"/>
                </a:cubicBezTo>
                <a:lnTo>
                  <a:pt x="2206" y="1171"/>
                </a:lnTo>
                <a:cubicBezTo>
                  <a:pt x="2017" y="1265"/>
                  <a:pt x="1985" y="1549"/>
                  <a:pt x="2143" y="1706"/>
                </a:cubicBezTo>
                <a:lnTo>
                  <a:pt x="2300" y="1864"/>
                </a:lnTo>
                <a:lnTo>
                  <a:pt x="0" y="4164"/>
                </a:lnTo>
                <a:lnTo>
                  <a:pt x="945" y="5109"/>
                </a:lnTo>
                <a:lnTo>
                  <a:pt x="3245" y="2809"/>
                </a:lnTo>
                <a:lnTo>
                  <a:pt x="3434" y="2998"/>
                </a:lnTo>
                <a:cubicBezTo>
                  <a:pt x="3502" y="3066"/>
                  <a:pt x="3594" y="3099"/>
                  <a:pt x="3684" y="3099"/>
                </a:cubicBezTo>
                <a:cubicBezTo>
                  <a:pt x="3802" y="3099"/>
                  <a:pt x="3916" y="3042"/>
                  <a:pt x="3970" y="2935"/>
                </a:cubicBezTo>
                <a:lnTo>
                  <a:pt x="5073" y="1108"/>
                </a:lnTo>
                <a:cubicBezTo>
                  <a:pt x="5167" y="1013"/>
                  <a:pt x="5167" y="793"/>
                  <a:pt x="5041" y="698"/>
                </a:cubicBezTo>
                <a:lnTo>
                  <a:pt x="4474" y="100"/>
                </a:lnTo>
                <a:cubicBezTo>
                  <a:pt x="4406" y="32"/>
                  <a:pt x="4330" y="1"/>
                  <a:pt x="42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1" name="Google Shape;4431;p27"/>
          <p:cNvSpPr/>
          <p:nvPr/>
        </p:nvSpPr>
        <p:spPr>
          <a:xfrm>
            <a:off x="3962395" y="3243429"/>
            <a:ext cx="178052" cy="330598"/>
          </a:xfrm>
          <a:custGeom>
            <a:rect b="b" l="l" r="r" t="t"/>
            <a:pathLst>
              <a:path extrusionOk="0" h="10240" w="5515">
                <a:moveTo>
                  <a:pt x="662" y="0"/>
                </a:moveTo>
                <a:cubicBezTo>
                  <a:pt x="284" y="0"/>
                  <a:pt x="1" y="315"/>
                  <a:pt x="1" y="662"/>
                </a:cubicBezTo>
                <a:lnTo>
                  <a:pt x="1" y="4411"/>
                </a:lnTo>
                <a:cubicBezTo>
                  <a:pt x="1" y="4632"/>
                  <a:pt x="64" y="4884"/>
                  <a:pt x="190" y="5073"/>
                </a:cubicBezTo>
                <a:lnTo>
                  <a:pt x="1639" y="7467"/>
                </a:lnTo>
                <a:cubicBezTo>
                  <a:pt x="1891" y="7877"/>
                  <a:pt x="2049" y="8097"/>
                  <a:pt x="2049" y="8538"/>
                </a:cubicBezTo>
                <a:lnTo>
                  <a:pt x="2049" y="9861"/>
                </a:lnTo>
                <a:cubicBezTo>
                  <a:pt x="2049" y="10082"/>
                  <a:pt x="2206" y="10239"/>
                  <a:pt x="2395" y="10239"/>
                </a:cubicBezTo>
                <a:lnTo>
                  <a:pt x="5514" y="10239"/>
                </a:lnTo>
                <a:lnTo>
                  <a:pt x="5514" y="6364"/>
                </a:lnTo>
                <a:cubicBezTo>
                  <a:pt x="5514" y="5986"/>
                  <a:pt x="5357" y="5671"/>
                  <a:pt x="5168" y="5419"/>
                </a:cubicBezTo>
                <a:cubicBezTo>
                  <a:pt x="5167" y="5420"/>
                  <a:pt x="5165" y="5421"/>
                  <a:pt x="5163" y="5421"/>
                </a:cubicBezTo>
                <a:cubicBezTo>
                  <a:pt x="5042" y="5421"/>
                  <a:pt x="3214" y="3623"/>
                  <a:pt x="3183" y="3592"/>
                </a:cubicBezTo>
                <a:cubicBezTo>
                  <a:pt x="3041" y="3432"/>
                  <a:pt x="2828" y="3332"/>
                  <a:pt x="2613" y="3332"/>
                </a:cubicBezTo>
                <a:cubicBezTo>
                  <a:pt x="2448" y="3332"/>
                  <a:pt x="2280" y="3392"/>
                  <a:pt x="2143" y="3529"/>
                </a:cubicBezTo>
                <a:cubicBezTo>
                  <a:pt x="1891" y="3812"/>
                  <a:pt x="1923" y="4285"/>
                  <a:pt x="2112" y="4442"/>
                </a:cubicBezTo>
                <a:lnTo>
                  <a:pt x="3970" y="6301"/>
                </a:lnTo>
                <a:cubicBezTo>
                  <a:pt x="4097" y="6427"/>
                  <a:pt x="4097" y="6648"/>
                  <a:pt x="3970" y="6774"/>
                </a:cubicBezTo>
                <a:cubicBezTo>
                  <a:pt x="3907" y="6821"/>
                  <a:pt x="3821" y="6845"/>
                  <a:pt x="3734" y="6845"/>
                </a:cubicBezTo>
                <a:cubicBezTo>
                  <a:pt x="3648" y="6845"/>
                  <a:pt x="3561" y="6821"/>
                  <a:pt x="3498" y="6774"/>
                </a:cubicBezTo>
                <a:lnTo>
                  <a:pt x="1639" y="4915"/>
                </a:lnTo>
                <a:cubicBezTo>
                  <a:pt x="1450" y="4726"/>
                  <a:pt x="1324" y="4442"/>
                  <a:pt x="1324" y="4190"/>
                </a:cubicBezTo>
                <a:lnTo>
                  <a:pt x="1324" y="662"/>
                </a:lnTo>
                <a:cubicBezTo>
                  <a:pt x="1324" y="252"/>
                  <a:pt x="1009" y="0"/>
                  <a:pt x="6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2" name="Google Shape;4432;p27"/>
          <p:cNvSpPr/>
          <p:nvPr/>
        </p:nvSpPr>
        <p:spPr>
          <a:xfrm>
            <a:off x="4162790" y="3243429"/>
            <a:ext cx="177019" cy="331599"/>
          </a:xfrm>
          <a:custGeom>
            <a:rect b="b" l="l" r="r" t="t"/>
            <a:pathLst>
              <a:path extrusionOk="0" h="10271" w="5483">
                <a:moveTo>
                  <a:pt x="4758" y="0"/>
                </a:moveTo>
                <a:cubicBezTo>
                  <a:pt x="4380" y="0"/>
                  <a:pt x="4096" y="315"/>
                  <a:pt x="4096" y="662"/>
                </a:cubicBezTo>
                <a:lnTo>
                  <a:pt x="4096" y="4190"/>
                </a:lnTo>
                <a:cubicBezTo>
                  <a:pt x="4096" y="4474"/>
                  <a:pt x="3970" y="4758"/>
                  <a:pt x="3781" y="4915"/>
                </a:cubicBezTo>
                <a:lnTo>
                  <a:pt x="1922" y="6774"/>
                </a:lnTo>
                <a:cubicBezTo>
                  <a:pt x="1875" y="6821"/>
                  <a:pt x="1788" y="6845"/>
                  <a:pt x="1698" y="6845"/>
                </a:cubicBezTo>
                <a:cubicBezTo>
                  <a:pt x="1607" y="6845"/>
                  <a:pt x="1513" y="6821"/>
                  <a:pt x="1450" y="6774"/>
                </a:cubicBezTo>
                <a:cubicBezTo>
                  <a:pt x="1355" y="6648"/>
                  <a:pt x="1355" y="6427"/>
                  <a:pt x="1450" y="6301"/>
                </a:cubicBezTo>
                <a:lnTo>
                  <a:pt x="3308" y="4442"/>
                </a:lnTo>
                <a:cubicBezTo>
                  <a:pt x="3497" y="4285"/>
                  <a:pt x="3560" y="3812"/>
                  <a:pt x="3277" y="3529"/>
                </a:cubicBezTo>
                <a:cubicBezTo>
                  <a:pt x="3140" y="3392"/>
                  <a:pt x="2972" y="3332"/>
                  <a:pt x="2807" y="3332"/>
                </a:cubicBezTo>
                <a:cubicBezTo>
                  <a:pt x="2592" y="3332"/>
                  <a:pt x="2379" y="3432"/>
                  <a:pt x="2237" y="3592"/>
                </a:cubicBezTo>
                <a:cubicBezTo>
                  <a:pt x="2237" y="3592"/>
                  <a:pt x="347" y="5419"/>
                  <a:pt x="347" y="5482"/>
                </a:cubicBezTo>
                <a:cubicBezTo>
                  <a:pt x="158" y="5671"/>
                  <a:pt x="0" y="6018"/>
                  <a:pt x="0" y="6427"/>
                </a:cubicBezTo>
                <a:lnTo>
                  <a:pt x="0" y="8129"/>
                </a:lnTo>
                <a:lnTo>
                  <a:pt x="0" y="8412"/>
                </a:lnTo>
                <a:lnTo>
                  <a:pt x="0" y="10271"/>
                </a:lnTo>
                <a:lnTo>
                  <a:pt x="3088" y="10271"/>
                </a:lnTo>
                <a:cubicBezTo>
                  <a:pt x="3277" y="10271"/>
                  <a:pt x="3434" y="10113"/>
                  <a:pt x="3434" y="9924"/>
                </a:cubicBezTo>
                <a:lnTo>
                  <a:pt x="3434" y="8570"/>
                </a:lnTo>
                <a:cubicBezTo>
                  <a:pt x="3434" y="8129"/>
                  <a:pt x="3623" y="7908"/>
                  <a:pt x="3812" y="7530"/>
                </a:cubicBezTo>
                <a:lnTo>
                  <a:pt x="5293" y="5104"/>
                </a:lnTo>
                <a:cubicBezTo>
                  <a:pt x="5388" y="4915"/>
                  <a:pt x="5482" y="4663"/>
                  <a:pt x="5482" y="4411"/>
                </a:cubicBezTo>
                <a:lnTo>
                  <a:pt x="5482" y="662"/>
                </a:lnTo>
                <a:cubicBezTo>
                  <a:pt x="5451" y="284"/>
                  <a:pt x="5136" y="0"/>
                  <a:pt x="47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3" name="Google Shape;4433;p27"/>
          <p:cNvSpPr/>
          <p:nvPr/>
        </p:nvSpPr>
        <p:spPr>
          <a:xfrm>
            <a:off x="4239080" y="3285142"/>
            <a:ext cx="33576" cy="48847"/>
          </a:xfrm>
          <a:custGeom>
            <a:rect b="b" l="l" r="r" t="t"/>
            <a:pathLst>
              <a:path extrusionOk="0" h="1513" w="1040">
                <a:moveTo>
                  <a:pt x="504" y="0"/>
                </a:moveTo>
                <a:cubicBezTo>
                  <a:pt x="252" y="32"/>
                  <a:pt x="0" y="284"/>
                  <a:pt x="0" y="567"/>
                </a:cubicBezTo>
                <a:lnTo>
                  <a:pt x="0" y="1418"/>
                </a:lnTo>
                <a:cubicBezTo>
                  <a:pt x="126" y="1386"/>
                  <a:pt x="252" y="1355"/>
                  <a:pt x="410" y="1355"/>
                </a:cubicBezTo>
                <a:cubicBezTo>
                  <a:pt x="630" y="1355"/>
                  <a:pt x="819" y="1386"/>
                  <a:pt x="1040" y="1512"/>
                </a:cubicBezTo>
                <a:lnTo>
                  <a:pt x="1040" y="504"/>
                </a:lnTo>
                <a:cubicBezTo>
                  <a:pt x="1040" y="252"/>
                  <a:pt x="788" y="0"/>
                  <a:pt x="5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4" name="Google Shape;4434;p27"/>
          <p:cNvSpPr/>
          <p:nvPr/>
        </p:nvSpPr>
        <p:spPr>
          <a:xfrm>
            <a:off x="4028515" y="3287853"/>
            <a:ext cx="32576" cy="47136"/>
          </a:xfrm>
          <a:custGeom>
            <a:rect b="b" l="l" r="r" t="t"/>
            <a:pathLst>
              <a:path extrusionOk="0" h="1460" w="1009">
                <a:moveTo>
                  <a:pt x="418" y="1"/>
                </a:moveTo>
                <a:cubicBezTo>
                  <a:pt x="177" y="1"/>
                  <a:pt x="1" y="229"/>
                  <a:pt x="1" y="483"/>
                </a:cubicBezTo>
                <a:lnTo>
                  <a:pt x="1" y="1460"/>
                </a:lnTo>
                <a:cubicBezTo>
                  <a:pt x="190" y="1334"/>
                  <a:pt x="379" y="1302"/>
                  <a:pt x="631" y="1302"/>
                </a:cubicBezTo>
                <a:cubicBezTo>
                  <a:pt x="725" y="1302"/>
                  <a:pt x="883" y="1334"/>
                  <a:pt x="1009" y="1365"/>
                </a:cubicBezTo>
                <a:lnTo>
                  <a:pt x="1009" y="515"/>
                </a:lnTo>
                <a:cubicBezTo>
                  <a:pt x="1009" y="231"/>
                  <a:pt x="788" y="11"/>
                  <a:pt x="505" y="11"/>
                </a:cubicBezTo>
                <a:cubicBezTo>
                  <a:pt x="475" y="4"/>
                  <a:pt x="446" y="1"/>
                  <a:pt x="4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5" name="Google Shape;4435;p27"/>
          <p:cNvSpPr/>
          <p:nvPr/>
        </p:nvSpPr>
        <p:spPr>
          <a:xfrm>
            <a:off x="4105838" y="3197648"/>
            <a:ext cx="88493" cy="88525"/>
          </a:xfrm>
          <a:custGeom>
            <a:rect b="b" l="l" r="r" t="t"/>
            <a:pathLst>
              <a:path extrusionOk="0" h="2742" w="2741">
                <a:moveTo>
                  <a:pt x="1386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74"/>
                  <a:pt x="630" y="2742"/>
                  <a:pt x="1386" y="2742"/>
                </a:cubicBezTo>
                <a:cubicBezTo>
                  <a:pt x="2111" y="2742"/>
                  <a:pt x="2741" y="2111"/>
                  <a:pt x="2741" y="1387"/>
                </a:cubicBezTo>
                <a:cubicBezTo>
                  <a:pt x="2741" y="631"/>
                  <a:pt x="2111" y="1"/>
                  <a:pt x="13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6" name="Google Shape;4436;p27"/>
          <p:cNvSpPr/>
          <p:nvPr/>
        </p:nvSpPr>
        <p:spPr>
          <a:xfrm>
            <a:off x="4080397" y="3308516"/>
            <a:ext cx="139374" cy="88525"/>
          </a:xfrm>
          <a:custGeom>
            <a:rect b="b" l="l" r="r" t="t"/>
            <a:pathLst>
              <a:path extrusionOk="0" h="2742" w="4317">
                <a:moveTo>
                  <a:pt x="2174" y="1"/>
                </a:moveTo>
                <a:cubicBezTo>
                  <a:pt x="1292" y="1"/>
                  <a:pt x="505" y="379"/>
                  <a:pt x="0" y="1040"/>
                </a:cubicBezTo>
                <a:lnTo>
                  <a:pt x="32" y="1103"/>
                </a:lnTo>
                <a:cubicBezTo>
                  <a:pt x="946" y="1985"/>
                  <a:pt x="1450" y="2458"/>
                  <a:pt x="1702" y="2742"/>
                </a:cubicBezTo>
                <a:lnTo>
                  <a:pt x="2647" y="2742"/>
                </a:lnTo>
                <a:lnTo>
                  <a:pt x="4254" y="1135"/>
                </a:lnTo>
                <a:lnTo>
                  <a:pt x="4317" y="1040"/>
                </a:lnTo>
                <a:cubicBezTo>
                  <a:pt x="3813" y="410"/>
                  <a:pt x="3025" y="1"/>
                  <a:pt x="21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7" name="Google Shape;4437;p27"/>
          <p:cNvSpPr/>
          <p:nvPr/>
        </p:nvSpPr>
        <p:spPr>
          <a:xfrm>
            <a:off x="1740563" y="1260427"/>
            <a:ext cx="221733" cy="221152"/>
          </a:xfrm>
          <a:custGeom>
            <a:rect b="b" l="l" r="r" t="t"/>
            <a:pathLst>
              <a:path extrusionOk="0" h="6850" w="6868">
                <a:moveTo>
                  <a:pt x="3466" y="1355"/>
                </a:moveTo>
                <a:cubicBezTo>
                  <a:pt x="4222" y="1355"/>
                  <a:pt x="4852" y="1985"/>
                  <a:pt x="4852" y="2741"/>
                </a:cubicBezTo>
                <a:lnTo>
                  <a:pt x="4852" y="4127"/>
                </a:lnTo>
                <a:cubicBezTo>
                  <a:pt x="4852" y="4348"/>
                  <a:pt x="4757" y="4600"/>
                  <a:pt x="4631" y="4821"/>
                </a:cubicBezTo>
                <a:lnTo>
                  <a:pt x="4726" y="4915"/>
                </a:lnTo>
                <a:cubicBezTo>
                  <a:pt x="4852" y="5041"/>
                  <a:pt x="4852" y="5262"/>
                  <a:pt x="4726" y="5388"/>
                </a:cubicBezTo>
                <a:cubicBezTo>
                  <a:pt x="4663" y="5451"/>
                  <a:pt x="4576" y="5482"/>
                  <a:pt x="4489" y="5482"/>
                </a:cubicBezTo>
                <a:cubicBezTo>
                  <a:pt x="4403" y="5482"/>
                  <a:pt x="4316" y="5451"/>
                  <a:pt x="4253" y="5388"/>
                </a:cubicBezTo>
                <a:lnTo>
                  <a:pt x="4190" y="5293"/>
                </a:lnTo>
                <a:cubicBezTo>
                  <a:pt x="3970" y="5419"/>
                  <a:pt x="3749" y="5514"/>
                  <a:pt x="3466" y="5514"/>
                </a:cubicBezTo>
                <a:cubicBezTo>
                  <a:pt x="2709" y="5514"/>
                  <a:pt x="2079" y="4884"/>
                  <a:pt x="2079" y="4127"/>
                </a:cubicBezTo>
                <a:lnTo>
                  <a:pt x="2079" y="2741"/>
                </a:lnTo>
                <a:cubicBezTo>
                  <a:pt x="2079" y="1985"/>
                  <a:pt x="2709" y="1355"/>
                  <a:pt x="3466" y="1355"/>
                </a:cubicBezTo>
                <a:close/>
                <a:moveTo>
                  <a:pt x="3466" y="0"/>
                </a:moveTo>
                <a:cubicBezTo>
                  <a:pt x="1575" y="0"/>
                  <a:pt x="32" y="1576"/>
                  <a:pt x="32" y="3403"/>
                </a:cubicBezTo>
                <a:cubicBezTo>
                  <a:pt x="32" y="4001"/>
                  <a:pt x="189" y="4569"/>
                  <a:pt x="473" y="5104"/>
                </a:cubicBezTo>
                <a:lnTo>
                  <a:pt x="32" y="6396"/>
                </a:lnTo>
                <a:cubicBezTo>
                  <a:pt x="0" y="6522"/>
                  <a:pt x="32" y="6679"/>
                  <a:pt x="126" y="6774"/>
                </a:cubicBezTo>
                <a:cubicBezTo>
                  <a:pt x="172" y="6820"/>
                  <a:pt x="269" y="6849"/>
                  <a:pt x="367" y="6849"/>
                </a:cubicBezTo>
                <a:cubicBezTo>
                  <a:pt x="403" y="6849"/>
                  <a:pt x="439" y="6845"/>
                  <a:pt x="473" y="6837"/>
                </a:cubicBezTo>
                <a:lnTo>
                  <a:pt x="1764" y="6396"/>
                </a:lnTo>
                <a:cubicBezTo>
                  <a:pt x="2300" y="6679"/>
                  <a:pt x="2867" y="6837"/>
                  <a:pt x="3466" y="6837"/>
                </a:cubicBezTo>
                <a:cubicBezTo>
                  <a:pt x="5356" y="6837"/>
                  <a:pt x="6868" y="5293"/>
                  <a:pt x="6868" y="3403"/>
                </a:cubicBezTo>
                <a:cubicBezTo>
                  <a:pt x="6868" y="1513"/>
                  <a:pt x="5356" y="0"/>
                  <a:pt x="346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8" name="Google Shape;4438;p27"/>
          <p:cNvSpPr/>
          <p:nvPr/>
        </p:nvSpPr>
        <p:spPr>
          <a:xfrm>
            <a:off x="1831059" y="1327549"/>
            <a:ext cx="42778" cy="87525"/>
          </a:xfrm>
          <a:custGeom>
            <a:rect b="b" l="l" r="r" t="t"/>
            <a:pathLst>
              <a:path extrusionOk="0" h="2711" w="1325">
                <a:moveTo>
                  <a:pt x="663" y="1"/>
                </a:moveTo>
                <a:cubicBezTo>
                  <a:pt x="253" y="1"/>
                  <a:pt x="1" y="316"/>
                  <a:pt x="1" y="662"/>
                </a:cubicBezTo>
                <a:lnTo>
                  <a:pt x="1" y="2048"/>
                </a:lnTo>
                <a:cubicBezTo>
                  <a:pt x="1" y="2427"/>
                  <a:pt x="316" y="2710"/>
                  <a:pt x="663" y="2710"/>
                </a:cubicBezTo>
                <a:cubicBezTo>
                  <a:pt x="694" y="2710"/>
                  <a:pt x="789" y="2710"/>
                  <a:pt x="820" y="2679"/>
                </a:cubicBezTo>
                <a:lnTo>
                  <a:pt x="757" y="2584"/>
                </a:lnTo>
                <a:cubicBezTo>
                  <a:pt x="631" y="2490"/>
                  <a:pt x="631" y="2238"/>
                  <a:pt x="757" y="2111"/>
                </a:cubicBezTo>
                <a:cubicBezTo>
                  <a:pt x="804" y="2064"/>
                  <a:pt x="891" y="2041"/>
                  <a:pt x="978" y="2041"/>
                </a:cubicBezTo>
                <a:cubicBezTo>
                  <a:pt x="1064" y="2041"/>
                  <a:pt x="1151" y="2064"/>
                  <a:pt x="1198" y="2111"/>
                </a:cubicBezTo>
                <a:lnTo>
                  <a:pt x="1293" y="2206"/>
                </a:lnTo>
                <a:cubicBezTo>
                  <a:pt x="1293" y="2175"/>
                  <a:pt x="1324" y="2080"/>
                  <a:pt x="1324" y="2048"/>
                </a:cubicBezTo>
                <a:lnTo>
                  <a:pt x="1324" y="662"/>
                </a:lnTo>
                <a:cubicBezTo>
                  <a:pt x="1324" y="284"/>
                  <a:pt x="1041" y="1"/>
                  <a:pt x="6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9" name="Google Shape;4439;p27"/>
          <p:cNvSpPr/>
          <p:nvPr/>
        </p:nvSpPr>
        <p:spPr>
          <a:xfrm>
            <a:off x="1640867" y="1436382"/>
            <a:ext cx="89526" cy="89559"/>
          </a:xfrm>
          <a:custGeom>
            <a:rect b="b" l="l" r="r" t="t"/>
            <a:pathLst>
              <a:path extrusionOk="0" h="2774" w="2773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64" y="2143"/>
                  <a:pt x="631" y="2773"/>
                  <a:pt x="1387" y="2773"/>
                </a:cubicBezTo>
                <a:cubicBezTo>
                  <a:pt x="2143" y="2773"/>
                  <a:pt x="2773" y="2143"/>
                  <a:pt x="2773" y="1387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0" name="Google Shape;4440;p27"/>
          <p:cNvSpPr/>
          <p:nvPr/>
        </p:nvSpPr>
        <p:spPr>
          <a:xfrm>
            <a:off x="1598153" y="1547250"/>
            <a:ext cx="177019" cy="89559"/>
          </a:xfrm>
          <a:custGeom>
            <a:rect b="b" l="l" r="r" t="t"/>
            <a:pathLst>
              <a:path extrusionOk="0" h="2774" w="5483">
                <a:moveTo>
                  <a:pt x="2741" y="1"/>
                </a:moveTo>
                <a:cubicBezTo>
                  <a:pt x="1387" y="1"/>
                  <a:pt x="221" y="1040"/>
                  <a:pt x="32" y="2364"/>
                </a:cubicBezTo>
                <a:cubicBezTo>
                  <a:pt x="0" y="2553"/>
                  <a:pt x="158" y="2773"/>
                  <a:pt x="347" y="2773"/>
                </a:cubicBezTo>
                <a:lnTo>
                  <a:pt x="5104" y="2773"/>
                </a:lnTo>
                <a:cubicBezTo>
                  <a:pt x="5325" y="2773"/>
                  <a:pt x="5482" y="2553"/>
                  <a:pt x="5482" y="2364"/>
                </a:cubicBezTo>
                <a:cubicBezTo>
                  <a:pt x="5262" y="1040"/>
                  <a:pt x="4127" y="1"/>
                  <a:pt x="27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1" name="Google Shape;4441;p27"/>
          <p:cNvSpPr/>
          <p:nvPr/>
        </p:nvSpPr>
        <p:spPr>
          <a:xfrm>
            <a:off x="1591534" y="1818544"/>
            <a:ext cx="265480" cy="287433"/>
          </a:xfrm>
          <a:custGeom>
            <a:rect b="b" l="l" r="r" t="t"/>
            <a:pathLst>
              <a:path extrusionOk="0" h="8903" w="8223">
                <a:moveTo>
                  <a:pt x="2080" y="2710"/>
                </a:moveTo>
                <a:cubicBezTo>
                  <a:pt x="2458" y="2710"/>
                  <a:pt x="2741" y="3056"/>
                  <a:pt x="2741" y="3403"/>
                </a:cubicBezTo>
                <a:cubicBezTo>
                  <a:pt x="2741" y="3781"/>
                  <a:pt x="2426" y="4065"/>
                  <a:pt x="2080" y="4065"/>
                </a:cubicBezTo>
                <a:cubicBezTo>
                  <a:pt x="1733" y="4065"/>
                  <a:pt x="1418" y="3750"/>
                  <a:pt x="1418" y="3403"/>
                </a:cubicBezTo>
                <a:cubicBezTo>
                  <a:pt x="1418" y="3056"/>
                  <a:pt x="1670" y="2710"/>
                  <a:pt x="2080" y="2710"/>
                </a:cubicBezTo>
                <a:close/>
                <a:moveTo>
                  <a:pt x="4127" y="2710"/>
                </a:moveTo>
                <a:cubicBezTo>
                  <a:pt x="4506" y="2710"/>
                  <a:pt x="4789" y="3056"/>
                  <a:pt x="4789" y="3403"/>
                </a:cubicBezTo>
                <a:cubicBezTo>
                  <a:pt x="4789" y="3781"/>
                  <a:pt x="4474" y="4065"/>
                  <a:pt x="4127" y="4065"/>
                </a:cubicBezTo>
                <a:cubicBezTo>
                  <a:pt x="3718" y="4065"/>
                  <a:pt x="3466" y="3750"/>
                  <a:pt x="3466" y="3403"/>
                </a:cubicBezTo>
                <a:cubicBezTo>
                  <a:pt x="3466" y="3056"/>
                  <a:pt x="3718" y="2710"/>
                  <a:pt x="4127" y="2710"/>
                </a:cubicBezTo>
                <a:close/>
                <a:moveTo>
                  <a:pt x="6207" y="2710"/>
                </a:moveTo>
                <a:cubicBezTo>
                  <a:pt x="6616" y="2710"/>
                  <a:pt x="6868" y="3056"/>
                  <a:pt x="6868" y="3403"/>
                </a:cubicBezTo>
                <a:cubicBezTo>
                  <a:pt x="6868" y="3781"/>
                  <a:pt x="6553" y="4065"/>
                  <a:pt x="6207" y="4065"/>
                </a:cubicBezTo>
                <a:cubicBezTo>
                  <a:pt x="5829" y="4065"/>
                  <a:pt x="5545" y="3750"/>
                  <a:pt x="5545" y="3403"/>
                </a:cubicBezTo>
                <a:cubicBezTo>
                  <a:pt x="5514" y="3056"/>
                  <a:pt x="5829" y="2710"/>
                  <a:pt x="6207" y="2710"/>
                </a:cubicBezTo>
                <a:close/>
                <a:moveTo>
                  <a:pt x="1733" y="0"/>
                </a:moveTo>
                <a:cubicBezTo>
                  <a:pt x="788" y="0"/>
                  <a:pt x="0" y="757"/>
                  <a:pt x="0" y="1702"/>
                </a:cubicBezTo>
                <a:lnTo>
                  <a:pt x="0" y="5136"/>
                </a:lnTo>
                <a:cubicBezTo>
                  <a:pt x="0" y="5955"/>
                  <a:pt x="630" y="6616"/>
                  <a:pt x="1418" y="6774"/>
                </a:cubicBezTo>
                <a:lnTo>
                  <a:pt x="1418" y="8570"/>
                </a:lnTo>
                <a:cubicBezTo>
                  <a:pt x="1418" y="8696"/>
                  <a:pt x="1481" y="8822"/>
                  <a:pt x="1607" y="8885"/>
                </a:cubicBezTo>
                <a:cubicBezTo>
                  <a:pt x="1649" y="8895"/>
                  <a:pt x="1695" y="8902"/>
                  <a:pt x="1739" y="8902"/>
                </a:cubicBezTo>
                <a:cubicBezTo>
                  <a:pt x="1828" y="8902"/>
                  <a:pt x="1912" y="8874"/>
                  <a:pt x="1954" y="8790"/>
                </a:cubicBezTo>
                <a:lnTo>
                  <a:pt x="3938" y="6837"/>
                </a:lnTo>
                <a:lnTo>
                  <a:pt x="6522" y="6837"/>
                </a:lnTo>
                <a:cubicBezTo>
                  <a:pt x="7467" y="6837"/>
                  <a:pt x="8223" y="6081"/>
                  <a:pt x="8223" y="5136"/>
                </a:cubicBezTo>
                <a:lnTo>
                  <a:pt x="8223" y="1702"/>
                </a:lnTo>
                <a:cubicBezTo>
                  <a:pt x="8223" y="757"/>
                  <a:pt x="7467" y="0"/>
                  <a:pt x="65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2" name="Google Shape;4442;p27"/>
          <p:cNvSpPr/>
          <p:nvPr/>
        </p:nvSpPr>
        <p:spPr>
          <a:xfrm>
            <a:off x="1681029" y="1730050"/>
            <a:ext cx="287885" cy="286465"/>
          </a:xfrm>
          <a:custGeom>
            <a:rect b="b" l="l" r="r" t="t"/>
            <a:pathLst>
              <a:path extrusionOk="0" h="8873" w="8917">
                <a:moveTo>
                  <a:pt x="1702" y="1"/>
                </a:moveTo>
                <a:cubicBezTo>
                  <a:pt x="757" y="1"/>
                  <a:pt x="1" y="725"/>
                  <a:pt x="1" y="1702"/>
                </a:cubicBezTo>
                <a:lnTo>
                  <a:pt x="1" y="2048"/>
                </a:lnTo>
                <a:lnTo>
                  <a:pt x="3781" y="2048"/>
                </a:lnTo>
                <a:cubicBezTo>
                  <a:pt x="5136" y="2048"/>
                  <a:pt x="6207" y="3088"/>
                  <a:pt x="6207" y="4443"/>
                </a:cubicBezTo>
                <a:lnTo>
                  <a:pt x="6207" y="7877"/>
                </a:lnTo>
                <a:lnTo>
                  <a:pt x="6207" y="8003"/>
                </a:lnTo>
                <a:lnTo>
                  <a:pt x="6995" y="8790"/>
                </a:lnTo>
                <a:cubicBezTo>
                  <a:pt x="7055" y="8850"/>
                  <a:pt x="7127" y="8872"/>
                  <a:pt x="7205" y="8872"/>
                </a:cubicBezTo>
                <a:cubicBezTo>
                  <a:pt x="7249" y="8872"/>
                  <a:pt x="7295" y="8865"/>
                  <a:pt x="7341" y="8853"/>
                </a:cubicBezTo>
                <a:cubicBezTo>
                  <a:pt x="7467" y="8822"/>
                  <a:pt x="7530" y="8664"/>
                  <a:pt x="7530" y="8538"/>
                </a:cubicBezTo>
                <a:lnTo>
                  <a:pt x="7530" y="6806"/>
                </a:lnTo>
                <a:cubicBezTo>
                  <a:pt x="8318" y="6648"/>
                  <a:pt x="8917" y="5955"/>
                  <a:pt x="8917" y="5104"/>
                </a:cubicBezTo>
                <a:lnTo>
                  <a:pt x="8917" y="1702"/>
                </a:lnTo>
                <a:cubicBezTo>
                  <a:pt x="8917" y="725"/>
                  <a:pt x="8129" y="1"/>
                  <a:pt x="71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3" name="Google Shape;4443;p27"/>
          <p:cNvSpPr/>
          <p:nvPr/>
        </p:nvSpPr>
        <p:spPr>
          <a:xfrm>
            <a:off x="1636298" y="2193167"/>
            <a:ext cx="287853" cy="376346"/>
          </a:xfrm>
          <a:custGeom>
            <a:rect b="b" l="l" r="r" t="t"/>
            <a:pathLst>
              <a:path extrusionOk="0" h="11657" w="8916">
                <a:moveTo>
                  <a:pt x="4474" y="1418"/>
                </a:moveTo>
                <a:cubicBezTo>
                  <a:pt x="6143" y="1418"/>
                  <a:pt x="7530" y="2804"/>
                  <a:pt x="7530" y="4474"/>
                </a:cubicBezTo>
                <a:cubicBezTo>
                  <a:pt x="7561" y="6175"/>
                  <a:pt x="6143" y="7561"/>
                  <a:pt x="4474" y="7561"/>
                </a:cubicBezTo>
                <a:cubicBezTo>
                  <a:pt x="2772" y="7561"/>
                  <a:pt x="1386" y="6175"/>
                  <a:pt x="1386" y="4474"/>
                </a:cubicBezTo>
                <a:cubicBezTo>
                  <a:pt x="1386" y="2804"/>
                  <a:pt x="2772" y="1418"/>
                  <a:pt x="4474" y="1418"/>
                </a:cubicBezTo>
                <a:close/>
                <a:moveTo>
                  <a:pt x="4474" y="0"/>
                </a:moveTo>
                <a:cubicBezTo>
                  <a:pt x="2016" y="0"/>
                  <a:pt x="0" y="2017"/>
                  <a:pt x="0" y="4442"/>
                </a:cubicBezTo>
                <a:cubicBezTo>
                  <a:pt x="0" y="5419"/>
                  <a:pt x="315" y="6333"/>
                  <a:pt x="914" y="7120"/>
                </a:cubicBezTo>
                <a:lnTo>
                  <a:pt x="4190" y="11531"/>
                </a:lnTo>
                <a:cubicBezTo>
                  <a:pt x="4253" y="11626"/>
                  <a:pt x="4348" y="11657"/>
                  <a:pt x="4474" y="11657"/>
                </a:cubicBezTo>
                <a:cubicBezTo>
                  <a:pt x="4568" y="11657"/>
                  <a:pt x="4663" y="11626"/>
                  <a:pt x="4726" y="11531"/>
                </a:cubicBezTo>
                <a:lnTo>
                  <a:pt x="8002" y="7120"/>
                </a:lnTo>
                <a:cubicBezTo>
                  <a:pt x="8601" y="6333"/>
                  <a:pt x="8916" y="5419"/>
                  <a:pt x="8916" y="4442"/>
                </a:cubicBezTo>
                <a:cubicBezTo>
                  <a:pt x="8916" y="2017"/>
                  <a:pt x="6931" y="0"/>
                  <a:pt x="44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4" name="Google Shape;4444;p27"/>
          <p:cNvSpPr/>
          <p:nvPr/>
        </p:nvSpPr>
        <p:spPr>
          <a:xfrm>
            <a:off x="1702385" y="2260288"/>
            <a:ext cx="155646" cy="155646"/>
          </a:xfrm>
          <a:custGeom>
            <a:rect b="b" l="l" r="r" t="t"/>
            <a:pathLst>
              <a:path extrusionOk="0" h="4821" w="4821">
                <a:moveTo>
                  <a:pt x="2427" y="662"/>
                </a:moveTo>
                <a:cubicBezTo>
                  <a:pt x="2616" y="662"/>
                  <a:pt x="2773" y="820"/>
                  <a:pt x="2773" y="1040"/>
                </a:cubicBezTo>
                <a:cubicBezTo>
                  <a:pt x="2773" y="1229"/>
                  <a:pt x="2616" y="1387"/>
                  <a:pt x="2427" y="1387"/>
                </a:cubicBezTo>
                <a:cubicBezTo>
                  <a:pt x="2206" y="1387"/>
                  <a:pt x="2049" y="1229"/>
                  <a:pt x="2049" y="1040"/>
                </a:cubicBezTo>
                <a:cubicBezTo>
                  <a:pt x="2049" y="820"/>
                  <a:pt x="2206" y="662"/>
                  <a:pt x="2427" y="662"/>
                </a:cubicBezTo>
                <a:close/>
                <a:moveTo>
                  <a:pt x="2427" y="2017"/>
                </a:moveTo>
                <a:cubicBezTo>
                  <a:pt x="2616" y="2017"/>
                  <a:pt x="2773" y="2174"/>
                  <a:pt x="2773" y="2363"/>
                </a:cubicBezTo>
                <a:lnTo>
                  <a:pt x="2773" y="3750"/>
                </a:lnTo>
                <a:cubicBezTo>
                  <a:pt x="2773" y="3939"/>
                  <a:pt x="2616" y="4096"/>
                  <a:pt x="2427" y="4096"/>
                </a:cubicBezTo>
                <a:cubicBezTo>
                  <a:pt x="2206" y="4096"/>
                  <a:pt x="2049" y="3939"/>
                  <a:pt x="2049" y="3750"/>
                </a:cubicBezTo>
                <a:lnTo>
                  <a:pt x="2049" y="2363"/>
                </a:lnTo>
                <a:cubicBezTo>
                  <a:pt x="2049" y="2174"/>
                  <a:pt x="2206" y="2017"/>
                  <a:pt x="2427" y="2017"/>
                </a:cubicBezTo>
                <a:close/>
                <a:moveTo>
                  <a:pt x="2427" y="1"/>
                </a:moveTo>
                <a:cubicBezTo>
                  <a:pt x="1072" y="1"/>
                  <a:pt x="1" y="1072"/>
                  <a:pt x="1" y="2395"/>
                </a:cubicBezTo>
                <a:cubicBezTo>
                  <a:pt x="1" y="3750"/>
                  <a:pt x="1072" y="4821"/>
                  <a:pt x="2427" y="4821"/>
                </a:cubicBezTo>
                <a:cubicBezTo>
                  <a:pt x="3750" y="4821"/>
                  <a:pt x="4821" y="3750"/>
                  <a:pt x="4821" y="2395"/>
                </a:cubicBezTo>
                <a:cubicBezTo>
                  <a:pt x="4821" y="1072"/>
                  <a:pt x="3750" y="1"/>
                  <a:pt x="24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5" name="Google Shape;4445;p27"/>
          <p:cNvSpPr/>
          <p:nvPr/>
        </p:nvSpPr>
        <p:spPr>
          <a:xfrm>
            <a:off x="4241025" y="1536338"/>
            <a:ext cx="42745" cy="43778"/>
          </a:xfrm>
          <a:custGeom>
            <a:rect b="b" l="l" r="r" t="t"/>
            <a:pathLst>
              <a:path extrusionOk="0" h="1356" w="1324">
                <a:moveTo>
                  <a:pt x="662" y="0"/>
                </a:moveTo>
                <a:cubicBezTo>
                  <a:pt x="284" y="0"/>
                  <a:pt x="1" y="315"/>
                  <a:pt x="1" y="693"/>
                </a:cubicBezTo>
                <a:cubicBezTo>
                  <a:pt x="1" y="1040"/>
                  <a:pt x="284" y="1355"/>
                  <a:pt x="662" y="1355"/>
                </a:cubicBezTo>
                <a:cubicBezTo>
                  <a:pt x="1040" y="1355"/>
                  <a:pt x="1324" y="1040"/>
                  <a:pt x="1324" y="693"/>
                </a:cubicBezTo>
                <a:cubicBezTo>
                  <a:pt x="1324" y="315"/>
                  <a:pt x="1040" y="0"/>
                  <a:pt x="6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6" name="Google Shape;4446;p27"/>
          <p:cNvSpPr/>
          <p:nvPr/>
        </p:nvSpPr>
        <p:spPr>
          <a:xfrm>
            <a:off x="4129157" y="1260686"/>
            <a:ext cx="22406" cy="133272"/>
          </a:xfrm>
          <a:custGeom>
            <a:rect b="b" l="l" r="r" t="t"/>
            <a:pathLst>
              <a:path extrusionOk="0" h="4128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4128"/>
                </a:lnTo>
                <a:cubicBezTo>
                  <a:pt x="95" y="4096"/>
                  <a:pt x="221" y="4096"/>
                  <a:pt x="347" y="4096"/>
                </a:cubicBezTo>
                <a:cubicBezTo>
                  <a:pt x="473" y="4096"/>
                  <a:pt x="567" y="4096"/>
                  <a:pt x="693" y="412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7" name="Google Shape;4447;p27"/>
          <p:cNvSpPr/>
          <p:nvPr/>
        </p:nvSpPr>
        <p:spPr>
          <a:xfrm>
            <a:off x="4106783" y="1416140"/>
            <a:ext cx="66120" cy="66313"/>
          </a:xfrm>
          <a:custGeom>
            <a:rect b="b" l="l" r="r" t="t"/>
            <a:pathLst>
              <a:path extrusionOk="0" h="2054" w="2048">
                <a:moveTo>
                  <a:pt x="938" y="0"/>
                </a:moveTo>
                <a:cubicBezTo>
                  <a:pt x="417" y="0"/>
                  <a:pt x="0" y="451"/>
                  <a:pt x="0" y="1014"/>
                </a:cubicBezTo>
                <a:cubicBezTo>
                  <a:pt x="0" y="1549"/>
                  <a:pt x="473" y="2054"/>
                  <a:pt x="1040" y="2054"/>
                </a:cubicBezTo>
                <a:cubicBezTo>
                  <a:pt x="1575" y="2054"/>
                  <a:pt x="2048" y="1581"/>
                  <a:pt x="2048" y="1014"/>
                </a:cubicBezTo>
                <a:cubicBezTo>
                  <a:pt x="2048" y="447"/>
                  <a:pt x="1575" y="6"/>
                  <a:pt x="1040" y="6"/>
                </a:cubicBezTo>
                <a:cubicBezTo>
                  <a:pt x="1006" y="2"/>
                  <a:pt x="972" y="0"/>
                  <a:pt x="9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8" name="Google Shape;4448;p27"/>
          <p:cNvSpPr/>
          <p:nvPr/>
        </p:nvSpPr>
        <p:spPr>
          <a:xfrm>
            <a:off x="4042697" y="1489556"/>
            <a:ext cx="206495" cy="147510"/>
          </a:xfrm>
          <a:custGeom>
            <a:rect b="b" l="l" r="r" t="t"/>
            <a:pathLst>
              <a:path extrusionOk="0" h="4569" w="6396">
                <a:moveTo>
                  <a:pt x="1954" y="0"/>
                </a:moveTo>
                <a:lnTo>
                  <a:pt x="0" y="2520"/>
                </a:lnTo>
                <a:lnTo>
                  <a:pt x="0" y="4222"/>
                </a:lnTo>
                <a:cubicBezTo>
                  <a:pt x="0" y="4411"/>
                  <a:pt x="158" y="4568"/>
                  <a:pt x="347" y="4568"/>
                </a:cubicBezTo>
                <a:lnTo>
                  <a:pt x="3781" y="4568"/>
                </a:lnTo>
                <a:cubicBezTo>
                  <a:pt x="3970" y="4568"/>
                  <a:pt x="4127" y="4411"/>
                  <a:pt x="4127" y="4222"/>
                </a:cubicBezTo>
                <a:lnTo>
                  <a:pt x="4127" y="3875"/>
                </a:lnTo>
                <a:lnTo>
                  <a:pt x="5136" y="3875"/>
                </a:lnTo>
                <a:cubicBezTo>
                  <a:pt x="5577" y="3844"/>
                  <a:pt x="6018" y="3718"/>
                  <a:pt x="6396" y="3434"/>
                </a:cubicBezTo>
                <a:cubicBezTo>
                  <a:pt x="5986" y="3277"/>
                  <a:pt x="5608" y="2930"/>
                  <a:pt x="5514" y="2489"/>
                </a:cubicBezTo>
                <a:lnTo>
                  <a:pt x="4442" y="2489"/>
                </a:lnTo>
                <a:cubicBezTo>
                  <a:pt x="3497" y="2489"/>
                  <a:pt x="2741" y="1733"/>
                  <a:pt x="2741" y="788"/>
                </a:cubicBezTo>
                <a:lnTo>
                  <a:pt x="2741" y="410"/>
                </a:lnTo>
                <a:cubicBezTo>
                  <a:pt x="2426" y="315"/>
                  <a:pt x="2206" y="189"/>
                  <a:pt x="19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9" name="Google Shape;4449;p27"/>
          <p:cNvSpPr/>
          <p:nvPr/>
        </p:nvSpPr>
        <p:spPr>
          <a:xfrm>
            <a:off x="4150497" y="1370553"/>
            <a:ext cx="164815" cy="179020"/>
          </a:xfrm>
          <a:custGeom>
            <a:rect b="b" l="l" r="r" t="t"/>
            <a:pathLst>
              <a:path extrusionOk="0" h="5545" w="5105">
                <a:moveTo>
                  <a:pt x="4128" y="0"/>
                </a:moveTo>
                <a:lnTo>
                  <a:pt x="694" y="662"/>
                </a:lnTo>
                <a:lnTo>
                  <a:pt x="694" y="1040"/>
                </a:lnTo>
                <a:cubicBezTo>
                  <a:pt x="1103" y="1355"/>
                  <a:pt x="1387" y="1827"/>
                  <a:pt x="1387" y="2426"/>
                </a:cubicBezTo>
                <a:cubicBezTo>
                  <a:pt x="1387" y="3245"/>
                  <a:pt x="788" y="3938"/>
                  <a:pt x="1" y="4127"/>
                </a:cubicBezTo>
                <a:lnTo>
                  <a:pt x="1" y="4505"/>
                </a:lnTo>
                <a:cubicBezTo>
                  <a:pt x="1" y="5072"/>
                  <a:pt x="473" y="5545"/>
                  <a:pt x="1009" y="5545"/>
                </a:cubicBezTo>
                <a:lnTo>
                  <a:pt x="2080" y="5545"/>
                </a:lnTo>
                <a:cubicBezTo>
                  <a:pt x="2238" y="4946"/>
                  <a:pt x="2742" y="4505"/>
                  <a:pt x="3372" y="4505"/>
                </a:cubicBezTo>
                <a:cubicBezTo>
                  <a:pt x="3624" y="4505"/>
                  <a:pt x="3844" y="4600"/>
                  <a:pt x="4065" y="4726"/>
                </a:cubicBezTo>
                <a:lnTo>
                  <a:pt x="4065" y="4127"/>
                </a:lnTo>
                <a:lnTo>
                  <a:pt x="4128" y="4127"/>
                </a:lnTo>
                <a:cubicBezTo>
                  <a:pt x="4443" y="4064"/>
                  <a:pt x="4758" y="3938"/>
                  <a:pt x="4916" y="3655"/>
                </a:cubicBezTo>
                <a:cubicBezTo>
                  <a:pt x="5105" y="3340"/>
                  <a:pt x="5105" y="2993"/>
                  <a:pt x="4947" y="2678"/>
                </a:cubicBezTo>
                <a:lnTo>
                  <a:pt x="4128" y="1008"/>
                </a:lnTo>
                <a:lnTo>
                  <a:pt x="412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0" name="Google Shape;4450;p27"/>
          <p:cNvSpPr/>
          <p:nvPr/>
        </p:nvSpPr>
        <p:spPr>
          <a:xfrm>
            <a:off x="4174905" y="1260170"/>
            <a:ext cx="157712" cy="108381"/>
          </a:xfrm>
          <a:custGeom>
            <a:rect b="b" l="l" r="r" t="t"/>
            <a:pathLst>
              <a:path extrusionOk="0" h="3357" w="4885">
                <a:moveTo>
                  <a:pt x="3376" y="1"/>
                </a:moveTo>
                <a:cubicBezTo>
                  <a:pt x="3025" y="1"/>
                  <a:pt x="2679" y="143"/>
                  <a:pt x="2427" y="426"/>
                </a:cubicBezTo>
                <a:lnTo>
                  <a:pt x="2143" y="678"/>
                </a:lnTo>
                <a:lnTo>
                  <a:pt x="1" y="678"/>
                </a:lnTo>
                <a:lnTo>
                  <a:pt x="1" y="3356"/>
                </a:lnTo>
                <a:lnTo>
                  <a:pt x="4191" y="2537"/>
                </a:lnTo>
                <a:lnTo>
                  <a:pt x="4349" y="2379"/>
                </a:lnTo>
                <a:cubicBezTo>
                  <a:pt x="4884" y="1844"/>
                  <a:pt x="4884" y="962"/>
                  <a:pt x="4349" y="426"/>
                </a:cubicBezTo>
                <a:cubicBezTo>
                  <a:pt x="4081" y="143"/>
                  <a:pt x="3726" y="1"/>
                  <a:pt x="337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1" name="Google Shape;4451;p27"/>
          <p:cNvSpPr/>
          <p:nvPr/>
        </p:nvSpPr>
        <p:spPr>
          <a:xfrm>
            <a:off x="3974543" y="1284093"/>
            <a:ext cx="132239" cy="256343"/>
          </a:xfrm>
          <a:custGeom>
            <a:rect b="b" l="l" r="r" t="t"/>
            <a:pathLst>
              <a:path extrusionOk="0" h="7940" w="4096">
                <a:moveTo>
                  <a:pt x="4096" y="0"/>
                </a:moveTo>
                <a:cubicBezTo>
                  <a:pt x="1828" y="95"/>
                  <a:pt x="0" y="1985"/>
                  <a:pt x="0" y="4316"/>
                </a:cubicBezTo>
                <a:cubicBezTo>
                  <a:pt x="0" y="5766"/>
                  <a:pt x="757" y="7120"/>
                  <a:pt x="1954" y="7939"/>
                </a:cubicBezTo>
                <a:lnTo>
                  <a:pt x="3592" y="5829"/>
                </a:lnTo>
                <a:cubicBezTo>
                  <a:pt x="3466" y="5576"/>
                  <a:pt x="3434" y="5356"/>
                  <a:pt x="3434" y="5104"/>
                </a:cubicBezTo>
                <a:cubicBezTo>
                  <a:pt x="3434" y="4568"/>
                  <a:pt x="3718" y="4033"/>
                  <a:pt x="4096" y="3718"/>
                </a:cubicBezTo>
                <a:lnTo>
                  <a:pt x="409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2" name="Google Shape;4452;p27"/>
          <p:cNvSpPr/>
          <p:nvPr/>
        </p:nvSpPr>
        <p:spPr>
          <a:xfrm>
            <a:off x="4187125" y="1729824"/>
            <a:ext cx="154645" cy="155646"/>
          </a:xfrm>
          <a:custGeom>
            <a:rect b="b" l="l" r="r" t="t"/>
            <a:pathLst>
              <a:path extrusionOk="0" h="4821" w="4790">
                <a:moveTo>
                  <a:pt x="2395" y="631"/>
                </a:moveTo>
                <a:cubicBezTo>
                  <a:pt x="2584" y="631"/>
                  <a:pt x="2742" y="788"/>
                  <a:pt x="2742" y="1009"/>
                </a:cubicBezTo>
                <a:lnTo>
                  <a:pt x="2742" y="2017"/>
                </a:lnTo>
                <a:lnTo>
                  <a:pt x="3782" y="2017"/>
                </a:lnTo>
                <a:cubicBezTo>
                  <a:pt x="3971" y="2017"/>
                  <a:pt x="4128" y="2175"/>
                  <a:pt x="4128" y="2364"/>
                </a:cubicBezTo>
                <a:cubicBezTo>
                  <a:pt x="4128" y="2584"/>
                  <a:pt x="3971" y="2742"/>
                  <a:pt x="3782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64"/>
                </a:cubicBezTo>
                <a:lnTo>
                  <a:pt x="2049" y="1009"/>
                </a:lnTo>
                <a:cubicBezTo>
                  <a:pt x="2049" y="788"/>
                  <a:pt x="2206" y="631"/>
                  <a:pt x="2395" y="631"/>
                </a:cubicBezTo>
                <a:close/>
                <a:moveTo>
                  <a:pt x="2395" y="1"/>
                </a:moveTo>
                <a:cubicBezTo>
                  <a:pt x="1041" y="1"/>
                  <a:pt x="1" y="1072"/>
                  <a:pt x="1" y="2427"/>
                </a:cubicBezTo>
                <a:cubicBezTo>
                  <a:pt x="1" y="3750"/>
                  <a:pt x="1041" y="4821"/>
                  <a:pt x="2395" y="4821"/>
                </a:cubicBezTo>
                <a:cubicBezTo>
                  <a:pt x="3719" y="4821"/>
                  <a:pt x="4790" y="3750"/>
                  <a:pt x="4790" y="2427"/>
                </a:cubicBezTo>
                <a:cubicBezTo>
                  <a:pt x="4790" y="1072"/>
                  <a:pt x="3719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3" name="Google Shape;4453;p27"/>
          <p:cNvSpPr/>
          <p:nvPr/>
        </p:nvSpPr>
        <p:spPr>
          <a:xfrm>
            <a:off x="3965390" y="2039052"/>
            <a:ext cx="311292" cy="67153"/>
          </a:xfrm>
          <a:custGeom>
            <a:rect b="b" l="l" r="r" t="t"/>
            <a:pathLst>
              <a:path extrusionOk="0" h="2080" w="9642">
                <a:moveTo>
                  <a:pt x="32" y="0"/>
                </a:moveTo>
                <a:lnTo>
                  <a:pt x="32" y="1764"/>
                </a:lnTo>
                <a:cubicBezTo>
                  <a:pt x="1" y="1922"/>
                  <a:pt x="158" y="2079"/>
                  <a:pt x="347" y="2079"/>
                </a:cubicBezTo>
                <a:lnTo>
                  <a:pt x="9295" y="2079"/>
                </a:lnTo>
                <a:cubicBezTo>
                  <a:pt x="9484" y="2079"/>
                  <a:pt x="9641" y="1922"/>
                  <a:pt x="9641" y="1733"/>
                </a:cubicBezTo>
                <a:lnTo>
                  <a:pt x="9641" y="1040"/>
                </a:lnTo>
                <a:cubicBezTo>
                  <a:pt x="9641" y="473"/>
                  <a:pt x="9169" y="0"/>
                  <a:pt x="86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4" name="Google Shape;4454;p27"/>
          <p:cNvSpPr/>
          <p:nvPr/>
        </p:nvSpPr>
        <p:spPr>
          <a:xfrm>
            <a:off x="4097630" y="1949525"/>
            <a:ext cx="133272" cy="67185"/>
          </a:xfrm>
          <a:custGeom>
            <a:rect b="b" l="l" r="r" t="t"/>
            <a:pathLst>
              <a:path extrusionOk="0" h="2081" w="4128">
                <a:moveTo>
                  <a:pt x="1040" y="1"/>
                </a:moveTo>
                <a:cubicBezTo>
                  <a:pt x="473" y="1"/>
                  <a:pt x="1" y="505"/>
                  <a:pt x="1" y="1040"/>
                </a:cubicBezTo>
                <a:lnTo>
                  <a:pt x="1" y="2080"/>
                </a:lnTo>
                <a:lnTo>
                  <a:pt x="4128" y="2080"/>
                </a:lnTo>
                <a:lnTo>
                  <a:pt x="4128" y="1040"/>
                </a:lnTo>
                <a:cubicBezTo>
                  <a:pt x="4128" y="505"/>
                  <a:pt x="3687" y="1"/>
                  <a:pt x="31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5" name="Google Shape;4455;p27"/>
          <p:cNvSpPr/>
          <p:nvPr/>
        </p:nvSpPr>
        <p:spPr>
          <a:xfrm>
            <a:off x="4009136" y="1794944"/>
            <a:ext cx="88525" cy="89526"/>
          </a:xfrm>
          <a:custGeom>
            <a:rect b="b" l="l" r="r" t="t"/>
            <a:pathLst>
              <a:path extrusionOk="0" h="2773" w="2742">
                <a:moveTo>
                  <a:pt x="1387" y="0"/>
                </a:moveTo>
                <a:cubicBezTo>
                  <a:pt x="599" y="0"/>
                  <a:pt x="1" y="630"/>
                  <a:pt x="1" y="1386"/>
                </a:cubicBezTo>
                <a:cubicBezTo>
                  <a:pt x="1" y="2142"/>
                  <a:pt x="599" y="2772"/>
                  <a:pt x="1387" y="2772"/>
                </a:cubicBezTo>
                <a:cubicBezTo>
                  <a:pt x="2143" y="2772"/>
                  <a:pt x="2742" y="2142"/>
                  <a:pt x="2742" y="1386"/>
                </a:cubicBezTo>
                <a:cubicBezTo>
                  <a:pt x="2742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6" name="Google Shape;4456;p27"/>
          <p:cNvSpPr/>
          <p:nvPr/>
        </p:nvSpPr>
        <p:spPr>
          <a:xfrm>
            <a:off x="3965390" y="1906263"/>
            <a:ext cx="150577" cy="110447"/>
          </a:xfrm>
          <a:custGeom>
            <a:rect b="b" l="l" r="r" t="t"/>
            <a:pathLst>
              <a:path extrusionOk="0" h="3421" w="4664">
                <a:moveTo>
                  <a:pt x="2788" y="1"/>
                </a:moveTo>
                <a:cubicBezTo>
                  <a:pt x="2690" y="1"/>
                  <a:pt x="2591" y="6"/>
                  <a:pt x="2490" y="18"/>
                </a:cubicBezTo>
                <a:cubicBezTo>
                  <a:pt x="1072" y="144"/>
                  <a:pt x="1" y="1435"/>
                  <a:pt x="1" y="2853"/>
                </a:cubicBezTo>
                <a:lnTo>
                  <a:pt x="1" y="3105"/>
                </a:lnTo>
                <a:cubicBezTo>
                  <a:pt x="1" y="3263"/>
                  <a:pt x="158" y="3420"/>
                  <a:pt x="347" y="3420"/>
                </a:cubicBezTo>
                <a:lnTo>
                  <a:pt x="3435" y="3420"/>
                </a:lnTo>
                <a:lnTo>
                  <a:pt x="3435" y="2380"/>
                </a:lnTo>
                <a:cubicBezTo>
                  <a:pt x="3435" y="1624"/>
                  <a:pt x="3939" y="963"/>
                  <a:pt x="4664" y="774"/>
                </a:cubicBezTo>
                <a:cubicBezTo>
                  <a:pt x="4164" y="302"/>
                  <a:pt x="3517" y="1"/>
                  <a:pt x="27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7" name="Google Shape;4457;p27"/>
          <p:cNvSpPr/>
          <p:nvPr/>
        </p:nvSpPr>
        <p:spPr>
          <a:xfrm>
            <a:off x="4083392" y="2258253"/>
            <a:ext cx="258377" cy="312293"/>
          </a:xfrm>
          <a:custGeom>
            <a:rect b="b" l="l" r="r" t="t"/>
            <a:pathLst>
              <a:path extrusionOk="0" h="9673" w="8003">
                <a:moveTo>
                  <a:pt x="2300" y="0"/>
                </a:moveTo>
                <a:cubicBezTo>
                  <a:pt x="2017" y="0"/>
                  <a:pt x="1796" y="252"/>
                  <a:pt x="1796" y="536"/>
                </a:cubicBezTo>
                <a:lnTo>
                  <a:pt x="1796" y="2962"/>
                </a:lnTo>
                <a:lnTo>
                  <a:pt x="694" y="4064"/>
                </a:lnTo>
                <a:cubicBezTo>
                  <a:pt x="95" y="4663"/>
                  <a:pt x="0" y="5640"/>
                  <a:pt x="536" y="6301"/>
                </a:cubicBezTo>
                <a:lnTo>
                  <a:pt x="1576" y="7719"/>
                </a:lnTo>
                <a:cubicBezTo>
                  <a:pt x="1702" y="7876"/>
                  <a:pt x="1796" y="8128"/>
                  <a:pt x="1796" y="8349"/>
                </a:cubicBezTo>
                <a:lnTo>
                  <a:pt x="1796" y="9294"/>
                </a:lnTo>
                <a:cubicBezTo>
                  <a:pt x="1796" y="9515"/>
                  <a:pt x="1954" y="9672"/>
                  <a:pt x="2143" y="9672"/>
                </a:cubicBezTo>
                <a:lnTo>
                  <a:pt x="6932" y="9672"/>
                </a:lnTo>
                <a:cubicBezTo>
                  <a:pt x="7152" y="9672"/>
                  <a:pt x="7310" y="9515"/>
                  <a:pt x="7310" y="9294"/>
                </a:cubicBezTo>
                <a:lnTo>
                  <a:pt x="7310" y="8349"/>
                </a:lnTo>
                <a:cubicBezTo>
                  <a:pt x="7310" y="8128"/>
                  <a:pt x="7373" y="7939"/>
                  <a:pt x="7530" y="7782"/>
                </a:cubicBezTo>
                <a:cubicBezTo>
                  <a:pt x="7814" y="7498"/>
                  <a:pt x="7971" y="7089"/>
                  <a:pt x="7971" y="6711"/>
                </a:cubicBezTo>
                <a:lnTo>
                  <a:pt x="7971" y="3938"/>
                </a:lnTo>
                <a:cubicBezTo>
                  <a:pt x="8003" y="3686"/>
                  <a:pt x="7782" y="3434"/>
                  <a:pt x="7499" y="3434"/>
                </a:cubicBezTo>
                <a:cubicBezTo>
                  <a:pt x="7215" y="3434"/>
                  <a:pt x="6995" y="3686"/>
                  <a:pt x="6995" y="3938"/>
                </a:cubicBezTo>
                <a:lnTo>
                  <a:pt x="6995" y="4474"/>
                </a:lnTo>
                <a:cubicBezTo>
                  <a:pt x="6995" y="4663"/>
                  <a:pt x="6837" y="4820"/>
                  <a:pt x="6617" y="4820"/>
                </a:cubicBezTo>
                <a:cubicBezTo>
                  <a:pt x="6427" y="4820"/>
                  <a:pt x="6270" y="4663"/>
                  <a:pt x="6270" y="4474"/>
                </a:cubicBezTo>
                <a:lnTo>
                  <a:pt x="6270" y="3277"/>
                </a:lnTo>
                <a:cubicBezTo>
                  <a:pt x="6270" y="2993"/>
                  <a:pt x="6049" y="2773"/>
                  <a:pt x="5766" y="2773"/>
                </a:cubicBezTo>
                <a:cubicBezTo>
                  <a:pt x="5482" y="2773"/>
                  <a:pt x="5262" y="2993"/>
                  <a:pt x="5262" y="3277"/>
                </a:cubicBezTo>
                <a:lnTo>
                  <a:pt x="5262" y="4474"/>
                </a:lnTo>
                <a:cubicBezTo>
                  <a:pt x="5262" y="4663"/>
                  <a:pt x="5104" y="4820"/>
                  <a:pt x="4884" y="4820"/>
                </a:cubicBezTo>
                <a:cubicBezTo>
                  <a:pt x="4695" y="4820"/>
                  <a:pt x="4537" y="4663"/>
                  <a:pt x="4537" y="4474"/>
                </a:cubicBezTo>
                <a:lnTo>
                  <a:pt x="4537" y="1890"/>
                </a:lnTo>
                <a:cubicBezTo>
                  <a:pt x="4537" y="1638"/>
                  <a:pt x="4317" y="1386"/>
                  <a:pt x="4033" y="1386"/>
                </a:cubicBezTo>
                <a:cubicBezTo>
                  <a:pt x="3750" y="1386"/>
                  <a:pt x="3529" y="1638"/>
                  <a:pt x="3529" y="1890"/>
                </a:cubicBezTo>
                <a:lnTo>
                  <a:pt x="3529" y="4474"/>
                </a:lnTo>
                <a:cubicBezTo>
                  <a:pt x="3529" y="4663"/>
                  <a:pt x="3371" y="4820"/>
                  <a:pt x="3151" y="4820"/>
                </a:cubicBezTo>
                <a:cubicBezTo>
                  <a:pt x="2962" y="4820"/>
                  <a:pt x="2804" y="4663"/>
                  <a:pt x="2804" y="4474"/>
                </a:cubicBezTo>
                <a:lnTo>
                  <a:pt x="2804" y="4159"/>
                </a:lnTo>
                <a:lnTo>
                  <a:pt x="2804" y="536"/>
                </a:lnTo>
                <a:cubicBezTo>
                  <a:pt x="2804" y="252"/>
                  <a:pt x="2584" y="0"/>
                  <a:pt x="23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8" name="Google Shape;4458;p27"/>
          <p:cNvSpPr/>
          <p:nvPr/>
        </p:nvSpPr>
        <p:spPr>
          <a:xfrm>
            <a:off x="4299026" y="2215508"/>
            <a:ext cx="42745" cy="136340"/>
          </a:xfrm>
          <a:custGeom>
            <a:rect b="b" l="l" r="r" t="t"/>
            <a:pathLst>
              <a:path extrusionOk="0" h="4223" w="1324">
                <a:moveTo>
                  <a:pt x="1" y="1"/>
                </a:moveTo>
                <a:lnTo>
                  <a:pt x="1" y="3782"/>
                </a:lnTo>
                <a:cubicBezTo>
                  <a:pt x="95" y="3908"/>
                  <a:pt x="221" y="4065"/>
                  <a:pt x="253" y="4223"/>
                </a:cubicBezTo>
                <a:cubicBezTo>
                  <a:pt x="410" y="4128"/>
                  <a:pt x="631" y="4065"/>
                  <a:pt x="820" y="4065"/>
                </a:cubicBezTo>
                <a:cubicBezTo>
                  <a:pt x="1009" y="4065"/>
                  <a:pt x="1166" y="4097"/>
                  <a:pt x="1324" y="4160"/>
                </a:cubicBezTo>
                <a:lnTo>
                  <a:pt x="1324" y="285"/>
                </a:lnTo>
                <a:cubicBezTo>
                  <a:pt x="1324" y="127"/>
                  <a:pt x="1166" y="1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9" name="Google Shape;4459;p27"/>
          <p:cNvSpPr/>
          <p:nvPr/>
        </p:nvSpPr>
        <p:spPr>
          <a:xfrm>
            <a:off x="3965390" y="2214507"/>
            <a:ext cx="124136" cy="265512"/>
          </a:xfrm>
          <a:custGeom>
            <a:rect b="b" l="l" r="r" t="t"/>
            <a:pathLst>
              <a:path extrusionOk="0" h="8224" w="3845">
                <a:moveTo>
                  <a:pt x="379" y="0"/>
                </a:moveTo>
                <a:cubicBezTo>
                  <a:pt x="158" y="0"/>
                  <a:pt x="1" y="127"/>
                  <a:pt x="1" y="347"/>
                </a:cubicBezTo>
                <a:lnTo>
                  <a:pt x="1" y="7877"/>
                </a:lnTo>
                <a:cubicBezTo>
                  <a:pt x="1" y="8066"/>
                  <a:pt x="158" y="8223"/>
                  <a:pt x="347" y="8223"/>
                </a:cubicBezTo>
                <a:lnTo>
                  <a:pt x="3844" y="8223"/>
                </a:lnTo>
                <a:lnTo>
                  <a:pt x="3718" y="8066"/>
                </a:lnTo>
                <a:cubicBezTo>
                  <a:pt x="3435" y="7719"/>
                  <a:pt x="3277" y="7278"/>
                  <a:pt x="3246" y="6837"/>
                </a:cubicBezTo>
                <a:lnTo>
                  <a:pt x="2458" y="6837"/>
                </a:lnTo>
                <a:cubicBezTo>
                  <a:pt x="1891" y="6837"/>
                  <a:pt x="1419" y="6364"/>
                  <a:pt x="1419" y="5829"/>
                </a:cubicBezTo>
                <a:lnTo>
                  <a:pt x="141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0" name="Google Shape;4460;p27"/>
          <p:cNvSpPr/>
          <p:nvPr/>
        </p:nvSpPr>
        <p:spPr>
          <a:xfrm>
            <a:off x="4031510" y="2192133"/>
            <a:ext cx="244139" cy="221766"/>
          </a:xfrm>
          <a:custGeom>
            <a:rect b="b" l="l" r="r" t="t"/>
            <a:pathLst>
              <a:path extrusionOk="0" h="6869" w="7562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6522"/>
                </a:lnTo>
                <a:cubicBezTo>
                  <a:pt x="1" y="6711"/>
                  <a:pt x="158" y="6868"/>
                  <a:pt x="379" y="6868"/>
                </a:cubicBezTo>
                <a:lnTo>
                  <a:pt x="1198" y="6868"/>
                </a:lnTo>
                <a:cubicBezTo>
                  <a:pt x="1261" y="6427"/>
                  <a:pt x="1513" y="5986"/>
                  <a:pt x="1828" y="5640"/>
                </a:cubicBezTo>
                <a:lnTo>
                  <a:pt x="2742" y="4726"/>
                </a:lnTo>
                <a:lnTo>
                  <a:pt x="2742" y="2584"/>
                </a:lnTo>
                <a:cubicBezTo>
                  <a:pt x="2742" y="1891"/>
                  <a:pt x="3277" y="1387"/>
                  <a:pt x="3907" y="1387"/>
                </a:cubicBezTo>
                <a:cubicBezTo>
                  <a:pt x="4537" y="1387"/>
                  <a:pt x="5105" y="1922"/>
                  <a:pt x="5105" y="2584"/>
                </a:cubicBezTo>
                <a:lnTo>
                  <a:pt x="5105" y="2836"/>
                </a:lnTo>
                <a:cubicBezTo>
                  <a:pt x="5262" y="2773"/>
                  <a:pt x="5420" y="2710"/>
                  <a:pt x="5609" y="2710"/>
                </a:cubicBezTo>
                <a:cubicBezTo>
                  <a:pt x="6270" y="2710"/>
                  <a:pt x="6774" y="3277"/>
                  <a:pt x="6774" y="3907"/>
                </a:cubicBezTo>
                <a:lnTo>
                  <a:pt x="6774" y="4191"/>
                </a:lnTo>
                <a:cubicBezTo>
                  <a:pt x="7058" y="4159"/>
                  <a:pt x="7215" y="4096"/>
                  <a:pt x="7404" y="4096"/>
                </a:cubicBezTo>
                <a:cubicBezTo>
                  <a:pt x="7499" y="4096"/>
                  <a:pt x="7530" y="4096"/>
                  <a:pt x="7562" y="4159"/>
                </a:cubicBezTo>
                <a:lnTo>
                  <a:pt x="7562" y="347"/>
                </a:lnTo>
                <a:cubicBezTo>
                  <a:pt x="7562" y="158"/>
                  <a:pt x="7404" y="0"/>
                  <a:pt x="7215" y="0"/>
                </a:cubicBezTo>
                <a:lnTo>
                  <a:pt x="5168" y="0"/>
                </a:lnTo>
                <a:cubicBezTo>
                  <a:pt x="4600" y="0"/>
                  <a:pt x="4096" y="284"/>
                  <a:pt x="3781" y="725"/>
                </a:cubicBezTo>
                <a:cubicBezTo>
                  <a:pt x="3466" y="284"/>
                  <a:pt x="2994" y="0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1" name="Google Shape;4461;p27"/>
          <p:cNvSpPr/>
          <p:nvPr/>
        </p:nvSpPr>
        <p:spPr>
          <a:xfrm>
            <a:off x="2715521" y="2807614"/>
            <a:ext cx="133272" cy="23407"/>
          </a:xfrm>
          <a:custGeom>
            <a:rect b="b" l="l" r="r" t="t"/>
            <a:pathLst>
              <a:path extrusionOk="0" h="725" w="4128">
                <a:moveTo>
                  <a:pt x="1" y="0"/>
                </a:moveTo>
                <a:lnTo>
                  <a:pt x="1" y="725"/>
                </a:lnTo>
                <a:lnTo>
                  <a:pt x="4128" y="725"/>
                </a:lnTo>
                <a:lnTo>
                  <a:pt x="412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2" name="Google Shape;4462;p27"/>
          <p:cNvSpPr/>
          <p:nvPr/>
        </p:nvSpPr>
        <p:spPr>
          <a:xfrm>
            <a:off x="2647367" y="2741494"/>
            <a:ext cx="266545" cy="285851"/>
          </a:xfrm>
          <a:custGeom>
            <a:rect b="b" l="l" r="r" t="t"/>
            <a:pathLst>
              <a:path extrusionOk="0" h="8854" w="8256">
                <a:moveTo>
                  <a:pt x="6554" y="1387"/>
                </a:moveTo>
                <a:cubicBezTo>
                  <a:pt x="6743" y="1387"/>
                  <a:pt x="6901" y="1544"/>
                  <a:pt x="6901" y="1733"/>
                </a:cubicBezTo>
                <a:lnTo>
                  <a:pt x="6901" y="3119"/>
                </a:lnTo>
                <a:cubicBezTo>
                  <a:pt x="6901" y="3309"/>
                  <a:pt x="6743" y="3466"/>
                  <a:pt x="6554" y="3466"/>
                </a:cubicBezTo>
                <a:lnTo>
                  <a:pt x="1734" y="3466"/>
                </a:lnTo>
                <a:cubicBezTo>
                  <a:pt x="1545" y="3466"/>
                  <a:pt x="1387" y="3309"/>
                  <a:pt x="1387" y="3119"/>
                </a:cubicBezTo>
                <a:lnTo>
                  <a:pt x="1387" y="1733"/>
                </a:lnTo>
                <a:cubicBezTo>
                  <a:pt x="1387" y="1544"/>
                  <a:pt x="1545" y="1387"/>
                  <a:pt x="1734" y="1387"/>
                </a:cubicBezTo>
                <a:close/>
                <a:moveTo>
                  <a:pt x="2427" y="4096"/>
                </a:moveTo>
                <a:cubicBezTo>
                  <a:pt x="2616" y="4096"/>
                  <a:pt x="2773" y="4254"/>
                  <a:pt x="2773" y="4443"/>
                </a:cubicBezTo>
                <a:cubicBezTo>
                  <a:pt x="2773" y="4663"/>
                  <a:pt x="2616" y="4821"/>
                  <a:pt x="2427" y="4821"/>
                </a:cubicBezTo>
                <a:lnTo>
                  <a:pt x="1734" y="4821"/>
                </a:lnTo>
                <a:cubicBezTo>
                  <a:pt x="1545" y="4821"/>
                  <a:pt x="1387" y="4663"/>
                  <a:pt x="1387" y="4443"/>
                </a:cubicBezTo>
                <a:cubicBezTo>
                  <a:pt x="1387" y="4254"/>
                  <a:pt x="1545" y="4096"/>
                  <a:pt x="1734" y="4096"/>
                </a:cubicBezTo>
                <a:close/>
                <a:moveTo>
                  <a:pt x="4475" y="4096"/>
                </a:moveTo>
                <a:cubicBezTo>
                  <a:pt x="4664" y="4096"/>
                  <a:pt x="4821" y="4254"/>
                  <a:pt x="4821" y="4443"/>
                </a:cubicBezTo>
                <a:cubicBezTo>
                  <a:pt x="4821" y="4663"/>
                  <a:pt x="4664" y="4821"/>
                  <a:pt x="4475" y="4821"/>
                </a:cubicBezTo>
                <a:lnTo>
                  <a:pt x="3782" y="4821"/>
                </a:lnTo>
                <a:cubicBezTo>
                  <a:pt x="3593" y="4821"/>
                  <a:pt x="3435" y="4663"/>
                  <a:pt x="3435" y="4443"/>
                </a:cubicBezTo>
                <a:cubicBezTo>
                  <a:pt x="3435" y="4254"/>
                  <a:pt x="3593" y="4096"/>
                  <a:pt x="3782" y="4096"/>
                </a:cubicBezTo>
                <a:close/>
                <a:moveTo>
                  <a:pt x="6554" y="4096"/>
                </a:moveTo>
                <a:cubicBezTo>
                  <a:pt x="6743" y="4096"/>
                  <a:pt x="6901" y="4254"/>
                  <a:pt x="6901" y="4443"/>
                </a:cubicBezTo>
                <a:cubicBezTo>
                  <a:pt x="6901" y="4663"/>
                  <a:pt x="6743" y="4821"/>
                  <a:pt x="6554" y="4821"/>
                </a:cubicBezTo>
                <a:lnTo>
                  <a:pt x="5892" y="4821"/>
                </a:lnTo>
                <a:cubicBezTo>
                  <a:pt x="5672" y="4821"/>
                  <a:pt x="5514" y="4663"/>
                  <a:pt x="5514" y="4443"/>
                </a:cubicBezTo>
                <a:cubicBezTo>
                  <a:pt x="5514" y="4254"/>
                  <a:pt x="5672" y="4096"/>
                  <a:pt x="5892" y="4096"/>
                </a:cubicBezTo>
                <a:close/>
                <a:moveTo>
                  <a:pt x="2427" y="5482"/>
                </a:moveTo>
                <a:cubicBezTo>
                  <a:pt x="2616" y="5482"/>
                  <a:pt x="2773" y="5640"/>
                  <a:pt x="2773" y="5829"/>
                </a:cubicBezTo>
                <a:cubicBezTo>
                  <a:pt x="2773" y="6018"/>
                  <a:pt x="2616" y="6175"/>
                  <a:pt x="2427" y="6175"/>
                </a:cubicBezTo>
                <a:lnTo>
                  <a:pt x="1734" y="6175"/>
                </a:lnTo>
                <a:cubicBezTo>
                  <a:pt x="1545" y="6175"/>
                  <a:pt x="1387" y="6018"/>
                  <a:pt x="1387" y="5829"/>
                </a:cubicBezTo>
                <a:cubicBezTo>
                  <a:pt x="1387" y="5640"/>
                  <a:pt x="1545" y="5482"/>
                  <a:pt x="1734" y="5482"/>
                </a:cubicBezTo>
                <a:close/>
                <a:moveTo>
                  <a:pt x="4475" y="5482"/>
                </a:moveTo>
                <a:cubicBezTo>
                  <a:pt x="4664" y="5482"/>
                  <a:pt x="4821" y="5640"/>
                  <a:pt x="4821" y="5829"/>
                </a:cubicBezTo>
                <a:cubicBezTo>
                  <a:pt x="4821" y="6018"/>
                  <a:pt x="4664" y="6175"/>
                  <a:pt x="4475" y="6175"/>
                </a:cubicBezTo>
                <a:lnTo>
                  <a:pt x="3782" y="6175"/>
                </a:lnTo>
                <a:cubicBezTo>
                  <a:pt x="3593" y="6175"/>
                  <a:pt x="3435" y="6018"/>
                  <a:pt x="3435" y="5829"/>
                </a:cubicBezTo>
                <a:cubicBezTo>
                  <a:pt x="3435" y="5640"/>
                  <a:pt x="3593" y="5482"/>
                  <a:pt x="3782" y="5482"/>
                </a:cubicBezTo>
                <a:close/>
                <a:moveTo>
                  <a:pt x="6554" y="5482"/>
                </a:moveTo>
                <a:cubicBezTo>
                  <a:pt x="6743" y="5482"/>
                  <a:pt x="6901" y="5640"/>
                  <a:pt x="6901" y="5829"/>
                </a:cubicBezTo>
                <a:cubicBezTo>
                  <a:pt x="6901" y="6018"/>
                  <a:pt x="6743" y="6175"/>
                  <a:pt x="6554" y="6175"/>
                </a:cubicBezTo>
                <a:lnTo>
                  <a:pt x="5892" y="6175"/>
                </a:lnTo>
                <a:cubicBezTo>
                  <a:pt x="5672" y="6175"/>
                  <a:pt x="5514" y="6018"/>
                  <a:pt x="5514" y="5829"/>
                </a:cubicBezTo>
                <a:cubicBezTo>
                  <a:pt x="5514" y="5640"/>
                  <a:pt x="5672" y="5482"/>
                  <a:pt x="5892" y="5482"/>
                </a:cubicBezTo>
                <a:close/>
                <a:moveTo>
                  <a:pt x="2427" y="6869"/>
                </a:moveTo>
                <a:cubicBezTo>
                  <a:pt x="2616" y="6869"/>
                  <a:pt x="2773" y="7026"/>
                  <a:pt x="2773" y="7215"/>
                </a:cubicBezTo>
                <a:cubicBezTo>
                  <a:pt x="2773" y="7404"/>
                  <a:pt x="2616" y="7562"/>
                  <a:pt x="2427" y="7562"/>
                </a:cubicBezTo>
                <a:lnTo>
                  <a:pt x="1734" y="7562"/>
                </a:lnTo>
                <a:cubicBezTo>
                  <a:pt x="1545" y="7562"/>
                  <a:pt x="1387" y="7404"/>
                  <a:pt x="1387" y="7215"/>
                </a:cubicBezTo>
                <a:cubicBezTo>
                  <a:pt x="1387" y="7026"/>
                  <a:pt x="1545" y="6869"/>
                  <a:pt x="1734" y="6869"/>
                </a:cubicBezTo>
                <a:close/>
                <a:moveTo>
                  <a:pt x="4475" y="6869"/>
                </a:moveTo>
                <a:cubicBezTo>
                  <a:pt x="4664" y="6869"/>
                  <a:pt x="4821" y="7026"/>
                  <a:pt x="4821" y="7215"/>
                </a:cubicBezTo>
                <a:cubicBezTo>
                  <a:pt x="4821" y="7404"/>
                  <a:pt x="4664" y="7562"/>
                  <a:pt x="4475" y="7562"/>
                </a:cubicBezTo>
                <a:lnTo>
                  <a:pt x="3782" y="7562"/>
                </a:lnTo>
                <a:cubicBezTo>
                  <a:pt x="3593" y="7562"/>
                  <a:pt x="3435" y="7404"/>
                  <a:pt x="3435" y="7215"/>
                </a:cubicBezTo>
                <a:cubicBezTo>
                  <a:pt x="3435" y="7026"/>
                  <a:pt x="3593" y="6869"/>
                  <a:pt x="3782" y="6869"/>
                </a:cubicBezTo>
                <a:close/>
                <a:moveTo>
                  <a:pt x="6554" y="6869"/>
                </a:moveTo>
                <a:cubicBezTo>
                  <a:pt x="6743" y="6869"/>
                  <a:pt x="6901" y="7026"/>
                  <a:pt x="6901" y="7215"/>
                </a:cubicBezTo>
                <a:cubicBezTo>
                  <a:pt x="6901" y="7404"/>
                  <a:pt x="6743" y="7562"/>
                  <a:pt x="6554" y="7562"/>
                </a:cubicBezTo>
                <a:lnTo>
                  <a:pt x="5892" y="7562"/>
                </a:lnTo>
                <a:cubicBezTo>
                  <a:pt x="5672" y="7562"/>
                  <a:pt x="5514" y="7404"/>
                  <a:pt x="5514" y="7215"/>
                </a:cubicBezTo>
                <a:cubicBezTo>
                  <a:pt x="5514" y="7026"/>
                  <a:pt x="5672" y="6869"/>
                  <a:pt x="5892" y="6869"/>
                </a:cubicBezTo>
                <a:close/>
                <a:moveTo>
                  <a:pt x="694" y="1"/>
                </a:moveTo>
                <a:lnTo>
                  <a:pt x="694" y="95"/>
                </a:lnTo>
                <a:cubicBezTo>
                  <a:pt x="694" y="631"/>
                  <a:pt x="442" y="1198"/>
                  <a:pt x="64" y="1576"/>
                </a:cubicBezTo>
                <a:lnTo>
                  <a:pt x="1" y="1607"/>
                </a:lnTo>
                <a:lnTo>
                  <a:pt x="1" y="5860"/>
                </a:lnTo>
                <a:lnTo>
                  <a:pt x="64" y="5923"/>
                </a:lnTo>
                <a:cubicBezTo>
                  <a:pt x="442" y="6301"/>
                  <a:pt x="694" y="6869"/>
                  <a:pt x="694" y="7404"/>
                </a:cubicBezTo>
                <a:cubicBezTo>
                  <a:pt x="694" y="7971"/>
                  <a:pt x="442" y="8475"/>
                  <a:pt x="95" y="8853"/>
                </a:cubicBezTo>
                <a:lnTo>
                  <a:pt x="7184" y="8853"/>
                </a:lnTo>
                <a:cubicBezTo>
                  <a:pt x="7720" y="8853"/>
                  <a:pt x="8192" y="8381"/>
                  <a:pt x="8192" y="7845"/>
                </a:cubicBezTo>
                <a:lnTo>
                  <a:pt x="8192" y="946"/>
                </a:lnTo>
                <a:cubicBezTo>
                  <a:pt x="8255" y="473"/>
                  <a:pt x="7814" y="1"/>
                  <a:pt x="721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3" name="Google Shape;4463;p27"/>
          <p:cNvSpPr/>
          <p:nvPr/>
        </p:nvSpPr>
        <p:spPr>
          <a:xfrm>
            <a:off x="2537533" y="2695713"/>
            <a:ext cx="111900" cy="334666"/>
          </a:xfrm>
          <a:custGeom>
            <a:rect b="b" l="l" r="r" t="t"/>
            <a:pathLst>
              <a:path extrusionOk="0" h="10366" w="3466">
                <a:moveTo>
                  <a:pt x="1450" y="1"/>
                </a:moveTo>
                <a:cubicBezTo>
                  <a:pt x="662" y="1"/>
                  <a:pt x="0" y="662"/>
                  <a:pt x="0" y="1450"/>
                </a:cubicBezTo>
                <a:cubicBezTo>
                  <a:pt x="0" y="1860"/>
                  <a:pt x="158" y="2206"/>
                  <a:pt x="410" y="2490"/>
                </a:cubicBezTo>
                <a:lnTo>
                  <a:pt x="694" y="2773"/>
                </a:lnTo>
                <a:lnTo>
                  <a:pt x="694" y="7593"/>
                </a:lnTo>
                <a:lnTo>
                  <a:pt x="410" y="7877"/>
                </a:lnTo>
                <a:cubicBezTo>
                  <a:pt x="158" y="8161"/>
                  <a:pt x="0" y="8507"/>
                  <a:pt x="0" y="8917"/>
                </a:cubicBezTo>
                <a:cubicBezTo>
                  <a:pt x="0" y="9704"/>
                  <a:pt x="662" y="10366"/>
                  <a:pt x="1450" y="10366"/>
                </a:cubicBezTo>
                <a:lnTo>
                  <a:pt x="1985" y="10366"/>
                </a:lnTo>
                <a:cubicBezTo>
                  <a:pt x="2773" y="10366"/>
                  <a:pt x="3466" y="9704"/>
                  <a:pt x="3466" y="8917"/>
                </a:cubicBezTo>
                <a:cubicBezTo>
                  <a:pt x="3466" y="8507"/>
                  <a:pt x="3308" y="8161"/>
                  <a:pt x="3025" y="7877"/>
                </a:cubicBezTo>
                <a:lnTo>
                  <a:pt x="2741" y="7593"/>
                </a:lnTo>
                <a:lnTo>
                  <a:pt x="2741" y="2773"/>
                </a:lnTo>
                <a:lnTo>
                  <a:pt x="3025" y="2490"/>
                </a:lnTo>
                <a:cubicBezTo>
                  <a:pt x="3308" y="2206"/>
                  <a:pt x="3466" y="1860"/>
                  <a:pt x="3466" y="1450"/>
                </a:cubicBezTo>
                <a:cubicBezTo>
                  <a:pt x="3466" y="662"/>
                  <a:pt x="2773" y="1"/>
                  <a:pt x="19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4" name="Google Shape;4464;p27"/>
          <p:cNvSpPr/>
          <p:nvPr/>
        </p:nvSpPr>
        <p:spPr>
          <a:xfrm>
            <a:off x="2593483" y="3052724"/>
            <a:ext cx="120036" cy="22438"/>
          </a:xfrm>
          <a:custGeom>
            <a:rect b="b" l="l" r="r" t="t"/>
            <a:pathLst>
              <a:path extrusionOk="0" h="695" w="3718">
                <a:moveTo>
                  <a:pt x="0" y="1"/>
                </a:moveTo>
                <a:cubicBezTo>
                  <a:pt x="0" y="379"/>
                  <a:pt x="315" y="694"/>
                  <a:pt x="662" y="694"/>
                </a:cubicBezTo>
                <a:lnTo>
                  <a:pt x="3056" y="694"/>
                </a:lnTo>
                <a:cubicBezTo>
                  <a:pt x="3466" y="694"/>
                  <a:pt x="3718" y="379"/>
                  <a:pt x="37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5" name="Google Shape;4465;p27"/>
          <p:cNvSpPr/>
          <p:nvPr/>
        </p:nvSpPr>
        <p:spPr>
          <a:xfrm>
            <a:off x="2537032" y="3462098"/>
            <a:ext cx="200393" cy="44779"/>
          </a:xfrm>
          <a:custGeom>
            <a:rect b="b" l="l" r="r" t="t"/>
            <a:pathLst>
              <a:path extrusionOk="0" h="1387" w="6207">
                <a:moveTo>
                  <a:pt x="32" y="1"/>
                </a:moveTo>
                <a:lnTo>
                  <a:pt x="32" y="1040"/>
                </a:lnTo>
                <a:cubicBezTo>
                  <a:pt x="0" y="1292"/>
                  <a:pt x="158" y="1387"/>
                  <a:pt x="347" y="1387"/>
                </a:cubicBezTo>
                <a:lnTo>
                  <a:pt x="6207" y="1387"/>
                </a:lnTo>
                <a:lnTo>
                  <a:pt x="620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6" name="Google Shape;4466;p27"/>
          <p:cNvSpPr/>
          <p:nvPr/>
        </p:nvSpPr>
        <p:spPr>
          <a:xfrm>
            <a:off x="2537033" y="3197649"/>
            <a:ext cx="237004" cy="243138"/>
          </a:xfrm>
          <a:custGeom>
            <a:rect b="b" l="l" r="r" t="t"/>
            <a:pathLst>
              <a:path extrusionOk="0" h="7531" w="7341">
                <a:moveTo>
                  <a:pt x="4474" y="0"/>
                </a:moveTo>
                <a:cubicBezTo>
                  <a:pt x="3939" y="0"/>
                  <a:pt x="3466" y="473"/>
                  <a:pt x="3466" y="1040"/>
                </a:cubicBezTo>
                <a:cubicBezTo>
                  <a:pt x="3466" y="1576"/>
                  <a:pt x="3939" y="2080"/>
                  <a:pt x="4474" y="2080"/>
                </a:cubicBezTo>
                <a:cubicBezTo>
                  <a:pt x="4600" y="2080"/>
                  <a:pt x="4726" y="2017"/>
                  <a:pt x="4852" y="1985"/>
                </a:cubicBezTo>
                <a:lnTo>
                  <a:pt x="4852" y="2773"/>
                </a:lnTo>
                <a:lnTo>
                  <a:pt x="2741" y="2773"/>
                </a:lnTo>
                <a:cubicBezTo>
                  <a:pt x="1261" y="2773"/>
                  <a:pt x="0" y="4002"/>
                  <a:pt x="0" y="5482"/>
                </a:cubicBezTo>
                <a:lnTo>
                  <a:pt x="0" y="7530"/>
                </a:lnTo>
                <a:lnTo>
                  <a:pt x="6175" y="7530"/>
                </a:lnTo>
                <a:lnTo>
                  <a:pt x="6175" y="5167"/>
                </a:lnTo>
                <a:cubicBezTo>
                  <a:pt x="6175" y="4191"/>
                  <a:pt x="6648" y="3372"/>
                  <a:pt x="7341" y="2773"/>
                </a:cubicBezTo>
                <a:lnTo>
                  <a:pt x="5514" y="2773"/>
                </a:lnTo>
                <a:lnTo>
                  <a:pt x="5514" y="1040"/>
                </a:lnTo>
                <a:cubicBezTo>
                  <a:pt x="5514" y="505"/>
                  <a:pt x="5041" y="0"/>
                  <a:pt x="44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7" name="Google Shape;4467;p27"/>
          <p:cNvSpPr/>
          <p:nvPr/>
        </p:nvSpPr>
        <p:spPr>
          <a:xfrm>
            <a:off x="2648901" y="3529251"/>
            <a:ext cx="67185" cy="45780"/>
          </a:xfrm>
          <a:custGeom>
            <a:rect b="b" l="l" r="r" t="t"/>
            <a:pathLst>
              <a:path extrusionOk="0" h="1418" w="2081">
                <a:moveTo>
                  <a:pt x="32" y="0"/>
                </a:moveTo>
                <a:lnTo>
                  <a:pt x="32" y="1040"/>
                </a:lnTo>
                <a:lnTo>
                  <a:pt x="1" y="1040"/>
                </a:lnTo>
                <a:cubicBezTo>
                  <a:pt x="1" y="1260"/>
                  <a:pt x="159" y="1418"/>
                  <a:pt x="348" y="1418"/>
                </a:cubicBezTo>
                <a:lnTo>
                  <a:pt x="1734" y="1418"/>
                </a:lnTo>
                <a:cubicBezTo>
                  <a:pt x="1923" y="1418"/>
                  <a:pt x="2080" y="1260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8" name="Google Shape;4468;p27"/>
          <p:cNvSpPr/>
          <p:nvPr/>
        </p:nvSpPr>
        <p:spPr>
          <a:xfrm>
            <a:off x="2758768" y="3287143"/>
            <a:ext cx="155646" cy="221766"/>
          </a:xfrm>
          <a:custGeom>
            <a:rect b="b" l="l" r="r" t="t"/>
            <a:pathLst>
              <a:path extrusionOk="0" h="6869" w="4821">
                <a:moveTo>
                  <a:pt x="3435" y="2017"/>
                </a:moveTo>
                <a:cubicBezTo>
                  <a:pt x="3624" y="2017"/>
                  <a:pt x="3781" y="2175"/>
                  <a:pt x="3781" y="2364"/>
                </a:cubicBezTo>
                <a:cubicBezTo>
                  <a:pt x="3750" y="2553"/>
                  <a:pt x="3592" y="2710"/>
                  <a:pt x="3435" y="2710"/>
                </a:cubicBezTo>
                <a:lnTo>
                  <a:pt x="1387" y="2710"/>
                </a:lnTo>
                <a:cubicBezTo>
                  <a:pt x="1198" y="2710"/>
                  <a:pt x="1040" y="2553"/>
                  <a:pt x="1040" y="2364"/>
                </a:cubicBezTo>
                <a:cubicBezTo>
                  <a:pt x="1040" y="2175"/>
                  <a:pt x="1198" y="2017"/>
                  <a:pt x="1387" y="2017"/>
                </a:cubicBezTo>
                <a:close/>
                <a:moveTo>
                  <a:pt x="3088" y="4128"/>
                </a:moveTo>
                <a:cubicBezTo>
                  <a:pt x="3466" y="4128"/>
                  <a:pt x="3750" y="4443"/>
                  <a:pt x="3750" y="4821"/>
                </a:cubicBezTo>
                <a:cubicBezTo>
                  <a:pt x="3750" y="5168"/>
                  <a:pt x="3466" y="5483"/>
                  <a:pt x="3088" y="5483"/>
                </a:cubicBezTo>
                <a:lnTo>
                  <a:pt x="1702" y="5483"/>
                </a:lnTo>
                <a:cubicBezTo>
                  <a:pt x="1324" y="5483"/>
                  <a:pt x="1040" y="5168"/>
                  <a:pt x="1040" y="4821"/>
                </a:cubicBezTo>
                <a:cubicBezTo>
                  <a:pt x="1040" y="4412"/>
                  <a:pt x="1355" y="4128"/>
                  <a:pt x="1702" y="4128"/>
                </a:cubicBezTo>
                <a:close/>
                <a:moveTo>
                  <a:pt x="2426" y="1"/>
                </a:moveTo>
                <a:cubicBezTo>
                  <a:pt x="1072" y="1"/>
                  <a:pt x="1" y="1072"/>
                  <a:pt x="1" y="2395"/>
                </a:cubicBezTo>
                <a:lnTo>
                  <a:pt x="1" y="6869"/>
                </a:lnTo>
                <a:lnTo>
                  <a:pt x="4474" y="6869"/>
                </a:lnTo>
                <a:cubicBezTo>
                  <a:pt x="4663" y="6869"/>
                  <a:pt x="4821" y="6711"/>
                  <a:pt x="4821" y="6491"/>
                </a:cubicBezTo>
                <a:lnTo>
                  <a:pt x="4821" y="2395"/>
                </a:lnTo>
                <a:cubicBezTo>
                  <a:pt x="4789" y="1072"/>
                  <a:pt x="3718" y="1"/>
                  <a:pt x="24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9" name="Google Shape;4469;p27"/>
          <p:cNvSpPr/>
          <p:nvPr/>
        </p:nvSpPr>
        <p:spPr>
          <a:xfrm>
            <a:off x="2535499" y="3691465"/>
            <a:ext cx="380446" cy="379413"/>
          </a:xfrm>
          <a:custGeom>
            <a:rect b="b" l="l" r="r" t="t"/>
            <a:pathLst>
              <a:path extrusionOk="0" h="11752" w="11784">
                <a:moveTo>
                  <a:pt x="5199" y="1"/>
                </a:moveTo>
                <a:cubicBezTo>
                  <a:pt x="5042" y="1"/>
                  <a:pt x="4916" y="127"/>
                  <a:pt x="4884" y="284"/>
                </a:cubicBezTo>
                <a:lnTo>
                  <a:pt x="4727" y="883"/>
                </a:lnTo>
                <a:cubicBezTo>
                  <a:pt x="4191" y="977"/>
                  <a:pt x="3655" y="1229"/>
                  <a:pt x="3151" y="1513"/>
                </a:cubicBezTo>
                <a:lnTo>
                  <a:pt x="2647" y="1229"/>
                </a:lnTo>
                <a:cubicBezTo>
                  <a:pt x="2599" y="1205"/>
                  <a:pt x="2542" y="1195"/>
                  <a:pt x="2482" y="1195"/>
                </a:cubicBezTo>
                <a:cubicBezTo>
                  <a:pt x="2386" y="1195"/>
                  <a:pt x="2284" y="1222"/>
                  <a:pt x="2206" y="1261"/>
                </a:cubicBezTo>
                <a:lnTo>
                  <a:pt x="1261" y="2206"/>
                </a:lnTo>
                <a:cubicBezTo>
                  <a:pt x="1135" y="2332"/>
                  <a:pt x="1135" y="2490"/>
                  <a:pt x="1230" y="2647"/>
                </a:cubicBezTo>
                <a:lnTo>
                  <a:pt x="1513" y="3151"/>
                </a:lnTo>
                <a:cubicBezTo>
                  <a:pt x="1198" y="3624"/>
                  <a:pt x="978" y="4191"/>
                  <a:pt x="883" y="4726"/>
                </a:cubicBezTo>
                <a:lnTo>
                  <a:pt x="284" y="4884"/>
                </a:lnTo>
                <a:cubicBezTo>
                  <a:pt x="127" y="4947"/>
                  <a:pt x="1" y="5041"/>
                  <a:pt x="1" y="5199"/>
                </a:cubicBezTo>
                <a:lnTo>
                  <a:pt x="1" y="6585"/>
                </a:lnTo>
                <a:cubicBezTo>
                  <a:pt x="1" y="6743"/>
                  <a:pt x="127" y="6869"/>
                  <a:pt x="284" y="6900"/>
                </a:cubicBezTo>
                <a:lnTo>
                  <a:pt x="883" y="7058"/>
                </a:lnTo>
                <a:cubicBezTo>
                  <a:pt x="946" y="7404"/>
                  <a:pt x="1072" y="7782"/>
                  <a:pt x="1230" y="8129"/>
                </a:cubicBezTo>
                <a:cubicBezTo>
                  <a:pt x="1504" y="7854"/>
                  <a:pt x="2843" y="6486"/>
                  <a:pt x="2841" y="6486"/>
                </a:cubicBezTo>
                <a:lnTo>
                  <a:pt x="2841" y="6486"/>
                </a:lnTo>
                <a:cubicBezTo>
                  <a:pt x="2841" y="6486"/>
                  <a:pt x="2839" y="6488"/>
                  <a:pt x="2836" y="6491"/>
                </a:cubicBezTo>
                <a:cubicBezTo>
                  <a:pt x="2836" y="6459"/>
                  <a:pt x="2805" y="6050"/>
                  <a:pt x="2805" y="5955"/>
                </a:cubicBezTo>
                <a:cubicBezTo>
                  <a:pt x="2773" y="4222"/>
                  <a:pt x="4191" y="2836"/>
                  <a:pt x="5861" y="2836"/>
                </a:cubicBezTo>
                <a:cubicBezTo>
                  <a:pt x="7562" y="2836"/>
                  <a:pt x="8948" y="4222"/>
                  <a:pt x="8948" y="5924"/>
                </a:cubicBezTo>
                <a:cubicBezTo>
                  <a:pt x="8948" y="7499"/>
                  <a:pt x="7751" y="8822"/>
                  <a:pt x="6113" y="8948"/>
                </a:cubicBezTo>
                <a:cubicBezTo>
                  <a:pt x="6066" y="8948"/>
                  <a:pt x="5963" y="8956"/>
                  <a:pt x="5821" y="8956"/>
                </a:cubicBezTo>
                <a:cubicBezTo>
                  <a:pt x="5680" y="8956"/>
                  <a:pt x="5499" y="8948"/>
                  <a:pt x="5294" y="8917"/>
                </a:cubicBezTo>
                <a:lnTo>
                  <a:pt x="3655" y="10523"/>
                </a:lnTo>
                <a:cubicBezTo>
                  <a:pt x="4034" y="10681"/>
                  <a:pt x="4349" y="10807"/>
                  <a:pt x="4727" y="10870"/>
                </a:cubicBezTo>
                <a:lnTo>
                  <a:pt x="4884" y="11468"/>
                </a:lnTo>
                <a:cubicBezTo>
                  <a:pt x="4916" y="11626"/>
                  <a:pt x="5042" y="11752"/>
                  <a:pt x="5199" y="11752"/>
                </a:cubicBezTo>
                <a:lnTo>
                  <a:pt x="6585" y="11752"/>
                </a:lnTo>
                <a:cubicBezTo>
                  <a:pt x="6743" y="11752"/>
                  <a:pt x="6869" y="11626"/>
                  <a:pt x="6901" y="11468"/>
                </a:cubicBezTo>
                <a:lnTo>
                  <a:pt x="7058" y="10870"/>
                </a:lnTo>
                <a:cubicBezTo>
                  <a:pt x="7594" y="10775"/>
                  <a:pt x="8129" y="10523"/>
                  <a:pt x="8633" y="10240"/>
                </a:cubicBezTo>
                <a:lnTo>
                  <a:pt x="9137" y="10523"/>
                </a:lnTo>
                <a:cubicBezTo>
                  <a:pt x="9185" y="10547"/>
                  <a:pt x="9243" y="10558"/>
                  <a:pt x="9302" y="10558"/>
                </a:cubicBezTo>
                <a:cubicBezTo>
                  <a:pt x="9399" y="10558"/>
                  <a:pt x="9501" y="10531"/>
                  <a:pt x="9578" y="10492"/>
                </a:cubicBezTo>
                <a:lnTo>
                  <a:pt x="10524" y="9547"/>
                </a:lnTo>
                <a:cubicBezTo>
                  <a:pt x="10650" y="9421"/>
                  <a:pt x="10650" y="9263"/>
                  <a:pt x="10555" y="9106"/>
                </a:cubicBezTo>
                <a:lnTo>
                  <a:pt x="10303" y="8601"/>
                </a:lnTo>
                <a:cubicBezTo>
                  <a:pt x="10618" y="8129"/>
                  <a:pt x="10807" y="7562"/>
                  <a:pt x="10933" y="7026"/>
                </a:cubicBezTo>
                <a:lnTo>
                  <a:pt x="11500" y="6869"/>
                </a:lnTo>
                <a:cubicBezTo>
                  <a:pt x="11658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752" y="5041"/>
                  <a:pt x="11658" y="4915"/>
                  <a:pt x="11500" y="4884"/>
                </a:cubicBezTo>
                <a:lnTo>
                  <a:pt x="10902" y="4726"/>
                </a:lnTo>
                <a:cubicBezTo>
                  <a:pt x="10807" y="4191"/>
                  <a:pt x="10555" y="3687"/>
                  <a:pt x="10272" y="3151"/>
                </a:cubicBezTo>
                <a:lnTo>
                  <a:pt x="10555" y="2647"/>
                </a:lnTo>
                <a:cubicBezTo>
                  <a:pt x="10650" y="2521"/>
                  <a:pt x="10587" y="2332"/>
                  <a:pt x="10524" y="2206"/>
                </a:cubicBezTo>
                <a:lnTo>
                  <a:pt x="9578" y="1261"/>
                </a:lnTo>
                <a:cubicBezTo>
                  <a:pt x="9509" y="1209"/>
                  <a:pt x="9430" y="1185"/>
                  <a:pt x="9347" y="1185"/>
                </a:cubicBezTo>
                <a:cubicBezTo>
                  <a:pt x="9279" y="1185"/>
                  <a:pt x="9208" y="1201"/>
                  <a:pt x="9137" y="1229"/>
                </a:cubicBezTo>
                <a:lnTo>
                  <a:pt x="8633" y="1513"/>
                </a:lnTo>
                <a:cubicBezTo>
                  <a:pt x="8161" y="1198"/>
                  <a:pt x="7594" y="977"/>
                  <a:pt x="7058" y="883"/>
                </a:cubicBezTo>
                <a:lnTo>
                  <a:pt x="6901" y="284"/>
                </a:lnTo>
                <a:cubicBezTo>
                  <a:pt x="6869" y="127"/>
                  <a:pt x="6743" y="1"/>
                  <a:pt x="65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0" name="Google Shape;4470;p27"/>
          <p:cNvSpPr/>
          <p:nvPr/>
        </p:nvSpPr>
        <p:spPr>
          <a:xfrm>
            <a:off x="2535499" y="3805109"/>
            <a:ext cx="277716" cy="264769"/>
          </a:xfrm>
          <a:custGeom>
            <a:rect b="b" l="l" r="r" t="t"/>
            <a:pathLst>
              <a:path extrusionOk="0" h="8201" w="8602">
                <a:moveTo>
                  <a:pt x="5939" y="0"/>
                </a:moveTo>
                <a:cubicBezTo>
                  <a:pt x="4729" y="0"/>
                  <a:pt x="3750" y="854"/>
                  <a:pt x="3561" y="1963"/>
                </a:cubicBezTo>
                <a:cubicBezTo>
                  <a:pt x="3466" y="2404"/>
                  <a:pt x="3498" y="2813"/>
                  <a:pt x="3624" y="3223"/>
                </a:cubicBezTo>
                <a:lnTo>
                  <a:pt x="410" y="6468"/>
                </a:lnTo>
                <a:cubicBezTo>
                  <a:pt x="1" y="6846"/>
                  <a:pt x="1" y="7507"/>
                  <a:pt x="410" y="7917"/>
                </a:cubicBezTo>
                <a:cubicBezTo>
                  <a:pt x="600" y="8106"/>
                  <a:pt x="852" y="8200"/>
                  <a:pt x="1111" y="8200"/>
                </a:cubicBezTo>
                <a:cubicBezTo>
                  <a:pt x="1371" y="8200"/>
                  <a:pt x="1639" y="8106"/>
                  <a:pt x="1860" y="7917"/>
                </a:cubicBezTo>
                <a:lnTo>
                  <a:pt x="5136" y="4640"/>
                </a:lnTo>
                <a:cubicBezTo>
                  <a:pt x="5388" y="4735"/>
                  <a:pt x="5664" y="4782"/>
                  <a:pt x="5947" y="4782"/>
                </a:cubicBezTo>
                <a:cubicBezTo>
                  <a:pt x="6231" y="4782"/>
                  <a:pt x="6522" y="4735"/>
                  <a:pt x="6806" y="4640"/>
                </a:cubicBezTo>
                <a:cubicBezTo>
                  <a:pt x="7846" y="4294"/>
                  <a:pt x="8602" y="3065"/>
                  <a:pt x="8224" y="1773"/>
                </a:cubicBezTo>
                <a:cubicBezTo>
                  <a:pt x="8192" y="1647"/>
                  <a:pt x="8129" y="1553"/>
                  <a:pt x="8003" y="1521"/>
                </a:cubicBezTo>
                <a:cubicBezTo>
                  <a:pt x="7972" y="1514"/>
                  <a:pt x="7942" y="1510"/>
                  <a:pt x="7914" y="1510"/>
                </a:cubicBezTo>
                <a:cubicBezTo>
                  <a:pt x="7830" y="1510"/>
                  <a:pt x="7759" y="1545"/>
                  <a:pt x="7688" y="1616"/>
                </a:cubicBezTo>
                <a:lnTo>
                  <a:pt x="6901" y="2404"/>
                </a:lnTo>
                <a:cubicBezTo>
                  <a:pt x="6759" y="2530"/>
                  <a:pt x="6578" y="2593"/>
                  <a:pt x="6400" y="2593"/>
                </a:cubicBezTo>
                <a:cubicBezTo>
                  <a:pt x="6223" y="2593"/>
                  <a:pt x="6050" y="2530"/>
                  <a:pt x="5924" y="2404"/>
                </a:cubicBezTo>
                <a:cubicBezTo>
                  <a:pt x="5640" y="2120"/>
                  <a:pt x="5640" y="1679"/>
                  <a:pt x="5924" y="1395"/>
                </a:cubicBezTo>
                <a:lnTo>
                  <a:pt x="6711" y="608"/>
                </a:lnTo>
                <a:cubicBezTo>
                  <a:pt x="6774" y="545"/>
                  <a:pt x="6806" y="419"/>
                  <a:pt x="6774" y="293"/>
                </a:cubicBezTo>
                <a:cubicBezTo>
                  <a:pt x="6743" y="198"/>
                  <a:pt x="6648" y="104"/>
                  <a:pt x="6554" y="72"/>
                </a:cubicBezTo>
                <a:cubicBezTo>
                  <a:pt x="6344" y="23"/>
                  <a:pt x="6139" y="0"/>
                  <a:pt x="593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1" name="Google Shape;4471;p27"/>
          <p:cNvSpPr/>
          <p:nvPr/>
        </p:nvSpPr>
        <p:spPr>
          <a:xfrm>
            <a:off x="4183613" y="3782008"/>
            <a:ext cx="155678" cy="155194"/>
          </a:xfrm>
          <a:custGeom>
            <a:rect b="b" l="l" r="r" t="t"/>
            <a:pathLst>
              <a:path extrusionOk="0" h="4807" w="4822">
                <a:moveTo>
                  <a:pt x="1041" y="0"/>
                </a:moveTo>
                <a:cubicBezTo>
                  <a:pt x="474" y="0"/>
                  <a:pt x="1" y="473"/>
                  <a:pt x="1" y="1040"/>
                </a:cubicBezTo>
                <a:lnTo>
                  <a:pt x="1" y="2426"/>
                </a:lnTo>
                <a:cubicBezTo>
                  <a:pt x="1" y="2962"/>
                  <a:pt x="474" y="3434"/>
                  <a:pt x="1041" y="3434"/>
                </a:cubicBezTo>
                <a:lnTo>
                  <a:pt x="1387" y="3434"/>
                </a:lnTo>
                <a:lnTo>
                  <a:pt x="1387" y="4474"/>
                </a:lnTo>
                <a:cubicBezTo>
                  <a:pt x="1387" y="4631"/>
                  <a:pt x="1482" y="4726"/>
                  <a:pt x="1576" y="4789"/>
                </a:cubicBezTo>
                <a:cubicBezTo>
                  <a:pt x="1618" y="4799"/>
                  <a:pt x="1664" y="4806"/>
                  <a:pt x="1709" y="4806"/>
                </a:cubicBezTo>
                <a:cubicBezTo>
                  <a:pt x="1800" y="4806"/>
                  <a:pt x="1891" y="4778"/>
                  <a:pt x="1954" y="4694"/>
                </a:cubicBezTo>
                <a:lnTo>
                  <a:pt x="3214" y="3434"/>
                </a:lnTo>
                <a:lnTo>
                  <a:pt x="3750" y="3434"/>
                </a:lnTo>
                <a:cubicBezTo>
                  <a:pt x="4317" y="3434"/>
                  <a:pt x="4790" y="2962"/>
                  <a:pt x="4790" y="2426"/>
                </a:cubicBezTo>
                <a:lnTo>
                  <a:pt x="4790" y="1040"/>
                </a:lnTo>
                <a:cubicBezTo>
                  <a:pt x="4821" y="473"/>
                  <a:pt x="4380" y="0"/>
                  <a:pt x="37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2" name="Google Shape;4472;p27"/>
          <p:cNvSpPr/>
          <p:nvPr/>
        </p:nvSpPr>
        <p:spPr>
          <a:xfrm>
            <a:off x="3962911" y="3782008"/>
            <a:ext cx="154645" cy="155194"/>
          </a:xfrm>
          <a:custGeom>
            <a:rect b="b" l="l" r="r" t="t"/>
            <a:pathLst>
              <a:path extrusionOk="0" h="4807" w="4790">
                <a:moveTo>
                  <a:pt x="1009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2395"/>
                </a:lnTo>
                <a:cubicBezTo>
                  <a:pt x="0" y="2962"/>
                  <a:pt x="473" y="3434"/>
                  <a:pt x="1009" y="3434"/>
                </a:cubicBezTo>
                <a:lnTo>
                  <a:pt x="1576" y="3434"/>
                </a:lnTo>
                <a:lnTo>
                  <a:pt x="2836" y="4694"/>
                </a:lnTo>
                <a:cubicBezTo>
                  <a:pt x="2920" y="4778"/>
                  <a:pt x="3018" y="4806"/>
                  <a:pt x="3102" y="4806"/>
                </a:cubicBezTo>
                <a:cubicBezTo>
                  <a:pt x="3144" y="4806"/>
                  <a:pt x="3182" y="4799"/>
                  <a:pt x="3214" y="4789"/>
                </a:cubicBezTo>
                <a:cubicBezTo>
                  <a:pt x="3340" y="4726"/>
                  <a:pt x="3434" y="4568"/>
                  <a:pt x="3434" y="4474"/>
                </a:cubicBezTo>
                <a:lnTo>
                  <a:pt x="3434" y="3434"/>
                </a:lnTo>
                <a:lnTo>
                  <a:pt x="3781" y="3434"/>
                </a:lnTo>
                <a:cubicBezTo>
                  <a:pt x="4348" y="3434"/>
                  <a:pt x="4789" y="2962"/>
                  <a:pt x="4789" y="2395"/>
                </a:cubicBezTo>
                <a:lnTo>
                  <a:pt x="4789" y="1040"/>
                </a:lnTo>
                <a:cubicBezTo>
                  <a:pt x="4789" y="473"/>
                  <a:pt x="4348" y="0"/>
                  <a:pt x="37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3" name="Google Shape;4473;p27"/>
          <p:cNvSpPr/>
          <p:nvPr/>
        </p:nvSpPr>
        <p:spPr>
          <a:xfrm>
            <a:off x="4030032" y="4002710"/>
            <a:ext cx="243138" cy="67153"/>
          </a:xfrm>
          <a:custGeom>
            <a:rect b="b" l="l" r="r" t="t"/>
            <a:pathLst>
              <a:path extrusionOk="0" h="2080" w="7531">
                <a:moveTo>
                  <a:pt x="1" y="1"/>
                </a:moveTo>
                <a:lnTo>
                  <a:pt x="1" y="1040"/>
                </a:lnTo>
                <a:cubicBezTo>
                  <a:pt x="1" y="1607"/>
                  <a:pt x="473" y="2080"/>
                  <a:pt x="1040" y="2080"/>
                </a:cubicBezTo>
                <a:lnTo>
                  <a:pt x="6491" y="2080"/>
                </a:lnTo>
                <a:cubicBezTo>
                  <a:pt x="7058" y="2080"/>
                  <a:pt x="7530" y="1607"/>
                  <a:pt x="7530" y="1040"/>
                </a:cubicBezTo>
                <a:lnTo>
                  <a:pt x="753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4" name="Google Shape;4474;p27"/>
          <p:cNvSpPr/>
          <p:nvPr/>
        </p:nvSpPr>
        <p:spPr>
          <a:xfrm>
            <a:off x="4030032" y="3692481"/>
            <a:ext cx="243138" cy="44779"/>
          </a:xfrm>
          <a:custGeom>
            <a:rect b="b" l="l" r="r" t="t"/>
            <a:pathLst>
              <a:path extrusionOk="0" h="1387" w="7531">
                <a:moveTo>
                  <a:pt x="1040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30" y="1387"/>
                </a:lnTo>
                <a:lnTo>
                  <a:pt x="7530" y="1040"/>
                </a:lnTo>
                <a:cubicBezTo>
                  <a:pt x="7530" y="505"/>
                  <a:pt x="7058" y="1"/>
                  <a:pt x="64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5" name="Google Shape;4475;p27"/>
          <p:cNvSpPr/>
          <p:nvPr/>
        </p:nvSpPr>
        <p:spPr>
          <a:xfrm>
            <a:off x="4029031" y="3759635"/>
            <a:ext cx="243106" cy="220733"/>
          </a:xfrm>
          <a:custGeom>
            <a:rect b="b" l="l" r="r" t="t"/>
            <a:pathLst>
              <a:path extrusionOk="0" h="6837" w="7530">
                <a:moveTo>
                  <a:pt x="1733" y="0"/>
                </a:moveTo>
                <a:cubicBezTo>
                  <a:pt x="2678" y="0"/>
                  <a:pt x="3434" y="756"/>
                  <a:pt x="3434" y="1701"/>
                </a:cubicBezTo>
                <a:lnTo>
                  <a:pt x="3434" y="3056"/>
                </a:lnTo>
                <a:cubicBezTo>
                  <a:pt x="3434" y="3907"/>
                  <a:pt x="2836" y="4568"/>
                  <a:pt x="2048" y="4757"/>
                </a:cubicBezTo>
                <a:lnTo>
                  <a:pt x="2048" y="5167"/>
                </a:lnTo>
                <a:cubicBezTo>
                  <a:pt x="2048" y="5576"/>
                  <a:pt x="1828" y="5954"/>
                  <a:pt x="1418" y="6112"/>
                </a:cubicBezTo>
                <a:cubicBezTo>
                  <a:pt x="1307" y="6162"/>
                  <a:pt x="1184" y="6187"/>
                  <a:pt x="1058" y="6187"/>
                </a:cubicBezTo>
                <a:cubicBezTo>
                  <a:pt x="789" y="6187"/>
                  <a:pt x="508" y="6075"/>
                  <a:pt x="315" y="5860"/>
                </a:cubicBezTo>
                <a:lnTo>
                  <a:pt x="0" y="5545"/>
                </a:lnTo>
                <a:lnTo>
                  <a:pt x="0" y="6837"/>
                </a:lnTo>
                <a:lnTo>
                  <a:pt x="7530" y="6837"/>
                </a:lnTo>
                <a:lnTo>
                  <a:pt x="7530" y="5545"/>
                </a:lnTo>
                <a:lnTo>
                  <a:pt x="7215" y="5860"/>
                </a:lnTo>
                <a:cubicBezTo>
                  <a:pt x="7022" y="6075"/>
                  <a:pt x="6756" y="6187"/>
                  <a:pt x="6496" y="6187"/>
                </a:cubicBezTo>
                <a:cubicBezTo>
                  <a:pt x="6374" y="6187"/>
                  <a:pt x="6254" y="6162"/>
                  <a:pt x="6144" y="6112"/>
                </a:cubicBezTo>
                <a:cubicBezTo>
                  <a:pt x="5734" y="5954"/>
                  <a:pt x="5514" y="5576"/>
                  <a:pt x="5514" y="5167"/>
                </a:cubicBezTo>
                <a:lnTo>
                  <a:pt x="5514" y="4757"/>
                </a:lnTo>
                <a:cubicBezTo>
                  <a:pt x="4726" y="4600"/>
                  <a:pt x="4127" y="3907"/>
                  <a:pt x="4127" y="3056"/>
                </a:cubicBezTo>
                <a:lnTo>
                  <a:pt x="4127" y="1701"/>
                </a:lnTo>
                <a:cubicBezTo>
                  <a:pt x="4127" y="756"/>
                  <a:pt x="4884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6" name="Google Shape;4476;p27"/>
          <p:cNvSpPr/>
          <p:nvPr/>
        </p:nvSpPr>
        <p:spPr>
          <a:xfrm>
            <a:off x="2158430" y="1818318"/>
            <a:ext cx="196325" cy="197358"/>
          </a:xfrm>
          <a:custGeom>
            <a:rect b="b" l="l" r="r" t="t"/>
            <a:pathLst>
              <a:path extrusionOk="0" h="6113" w="6081">
                <a:moveTo>
                  <a:pt x="3025" y="1387"/>
                </a:moveTo>
                <a:cubicBezTo>
                  <a:pt x="3970" y="1387"/>
                  <a:pt x="4726" y="2143"/>
                  <a:pt x="4726" y="3088"/>
                </a:cubicBezTo>
                <a:cubicBezTo>
                  <a:pt x="4726" y="4033"/>
                  <a:pt x="3970" y="4789"/>
                  <a:pt x="3025" y="4789"/>
                </a:cubicBezTo>
                <a:cubicBezTo>
                  <a:pt x="2080" y="4789"/>
                  <a:pt x="1324" y="4033"/>
                  <a:pt x="1324" y="3088"/>
                </a:cubicBezTo>
                <a:cubicBezTo>
                  <a:pt x="1324" y="2143"/>
                  <a:pt x="2080" y="1387"/>
                  <a:pt x="3025" y="1387"/>
                </a:cubicBezTo>
                <a:close/>
                <a:moveTo>
                  <a:pt x="2710" y="0"/>
                </a:moveTo>
                <a:lnTo>
                  <a:pt x="2710" y="442"/>
                </a:lnTo>
                <a:cubicBezTo>
                  <a:pt x="2710" y="599"/>
                  <a:pt x="2584" y="725"/>
                  <a:pt x="2426" y="757"/>
                </a:cubicBezTo>
                <a:cubicBezTo>
                  <a:pt x="2237" y="788"/>
                  <a:pt x="2017" y="914"/>
                  <a:pt x="1859" y="1009"/>
                </a:cubicBezTo>
                <a:cubicBezTo>
                  <a:pt x="1815" y="1031"/>
                  <a:pt x="1762" y="1041"/>
                  <a:pt x="1707" y="1041"/>
                </a:cubicBezTo>
                <a:cubicBezTo>
                  <a:pt x="1607" y="1041"/>
                  <a:pt x="1500" y="1007"/>
                  <a:pt x="1418" y="946"/>
                </a:cubicBezTo>
                <a:lnTo>
                  <a:pt x="1103" y="631"/>
                </a:lnTo>
                <a:lnTo>
                  <a:pt x="631" y="1103"/>
                </a:lnTo>
                <a:lnTo>
                  <a:pt x="946" y="1418"/>
                </a:lnTo>
                <a:cubicBezTo>
                  <a:pt x="1072" y="1544"/>
                  <a:pt x="1072" y="1702"/>
                  <a:pt x="977" y="1859"/>
                </a:cubicBezTo>
                <a:cubicBezTo>
                  <a:pt x="851" y="2048"/>
                  <a:pt x="788" y="2269"/>
                  <a:pt x="757" y="2458"/>
                </a:cubicBezTo>
                <a:cubicBezTo>
                  <a:pt x="694" y="2615"/>
                  <a:pt x="599" y="2710"/>
                  <a:pt x="442" y="2710"/>
                </a:cubicBezTo>
                <a:lnTo>
                  <a:pt x="1" y="2710"/>
                </a:lnTo>
                <a:lnTo>
                  <a:pt x="1" y="3403"/>
                </a:lnTo>
                <a:lnTo>
                  <a:pt x="442" y="3403"/>
                </a:lnTo>
                <a:cubicBezTo>
                  <a:pt x="599" y="3403"/>
                  <a:pt x="694" y="3498"/>
                  <a:pt x="757" y="3655"/>
                </a:cubicBezTo>
                <a:cubicBezTo>
                  <a:pt x="788" y="3876"/>
                  <a:pt x="914" y="4096"/>
                  <a:pt x="977" y="4254"/>
                </a:cubicBezTo>
                <a:cubicBezTo>
                  <a:pt x="1072" y="4380"/>
                  <a:pt x="1009" y="4569"/>
                  <a:pt x="946" y="4695"/>
                </a:cubicBezTo>
                <a:lnTo>
                  <a:pt x="631" y="5010"/>
                </a:lnTo>
                <a:lnTo>
                  <a:pt x="1103" y="5482"/>
                </a:lnTo>
                <a:lnTo>
                  <a:pt x="1418" y="5167"/>
                </a:lnTo>
                <a:cubicBezTo>
                  <a:pt x="1486" y="5100"/>
                  <a:pt x="1562" y="5068"/>
                  <a:pt x="1643" y="5068"/>
                </a:cubicBezTo>
                <a:cubicBezTo>
                  <a:pt x="1713" y="5068"/>
                  <a:pt x="1786" y="5092"/>
                  <a:pt x="1859" y="5136"/>
                </a:cubicBezTo>
                <a:cubicBezTo>
                  <a:pt x="2048" y="5230"/>
                  <a:pt x="2237" y="5325"/>
                  <a:pt x="2426" y="5356"/>
                </a:cubicBezTo>
                <a:cubicBezTo>
                  <a:pt x="2584" y="5419"/>
                  <a:pt x="2710" y="5514"/>
                  <a:pt x="2710" y="5671"/>
                </a:cubicBezTo>
                <a:lnTo>
                  <a:pt x="2710" y="6112"/>
                </a:lnTo>
                <a:lnTo>
                  <a:pt x="3372" y="6112"/>
                </a:lnTo>
                <a:lnTo>
                  <a:pt x="3372" y="5734"/>
                </a:lnTo>
                <a:cubicBezTo>
                  <a:pt x="3372" y="5577"/>
                  <a:pt x="3498" y="5451"/>
                  <a:pt x="3655" y="5419"/>
                </a:cubicBezTo>
                <a:cubicBezTo>
                  <a:pt x="3844" y="5356"/>
                  <a:pt x="4096" y="5262"/>
                  <a:pt x="4254" y="5167"/>
                </a:cubicBezTo>
                <a:cubicBezTo>
                  <a:pt x="4300" y="5133"/>
                  <a:pt x="4355" y="5119"/>
                  <a:pt x="4410" y="5119"/>
                </a:cubicBezTo>
                <a:cubicBezTo>
                  <a:pt x="4506" y="5119"/>
                  <a:pt x="4603" y="5159"/>
                  <a:pt x="4663" y="5199"/>
                </a:cubicBezTo>
                <a:lnTo>
                  <a:pt x="5010" y="5514"/>
                </a:lnTo>
                <a:lnTo>
                  <a:pt x="5451" y="5041"/>
                </a:lnTo>
                <a:lnTo>
                  <a:pt x="5136" y="4726"/>
                </a:lnTo>
                <a:cubicBezTo>
                  <a:pt x="5041" y="4632"/>
                  <a:pt x="5041" y="4474"/>
                  <a:pt x="5104" y="4285"/>
                </a:cubicBezTo>
                <a:cubicBezTo>
                  <a:pt x="5230" y="4096"/>
                  <a:pt x="5293" y="3907"/>
                  <a:pt x="5356" y="3718"/>
                </a:cubicBezTo>
                <a:cubicBezTo>
                  <a:pt x="5388" y="3561"/>
                  <a:pt x="5514" y="3434"/>
                  <a:pt x="5671" y="3434"/>
                </a:cubicBezTo>
                <a:lnTo>
                  <a:pt x="6081" y="3434"/>
                </a:lnTo>
                <a:lnTo>
                  <a:pt x="6081" y="2773"/>
                </a:lnTo>
                <a:lnTo>
                  <a:pt x="5671" y="2773"/>
                </a:lnTo>
                <a:cubicBezTo>
                  <a:pt x="5514" y="2710"/>
                  <a:pt x="5388" y="2615"/>
                  <a:pt x="5356" y="2458"/>
                </a:cubicBezTo>
                <a:cubicBezTo>
                  <a:pt x="5293" y="2269"/>
                  <a:pt x="5199" y="2017"/>
                  <a:pt x="5104" y="1859"/>
                </a:cubicBezTo>
                <a:cubicBezTo>
                  <a:pt x="5041" y="1733"/>
                  <a:pt x="5073" y="1544"/>
                  <a:pt x="5136" y="1418"/>
                </a:cubicBezTo>
                <a:lnTo>
                  <a:pt x="5451" y="1103"/>
                </a:lnTo>
                <a:lnTo>
                  <a:pt x="5010" y="631"/>
                </a:lnTo>
                <a:lnTo>
                  <a:pt x="4663" y="946"/>
                </a:lnTo>
                <a:cubicBezTo>
                  <a:pt x="4608" y="1019"/>
                  <a:pt x="4531" y="1050"/>
                  <a:pt x="4445" y="1050"/>
                </a:cubicBezTo>
                <a:cubicBezTo>
                  <a:pt x="4384" y="1050"/>
                  <a:pt x="4319" y="1035"/>
                  <a:pt x="4254" y="1009"/>
                </a:cubicBezTo>
                <a:cubicBezTo>
                  <a:pt x="4033" y="883"/>
                  <a:pt x="3844" y="788"/>
                  <a:pt x="3655" y="757"/>
                </a:cubicBezTo>
                <a:cubicBezTo>
                  <a:pt x="3498" y="725"/>
                  <a:pt x="3372" y="599"/>
                  <a:pt x="3372" y="442"/>
                </a:cubicBezTo>
                <a:lnTo>
                  <a:pt x="337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7" name="Google Shape;4477;p27"/>
          <p:cNvSpPr/>
          <p:nvPr/>
        </p:nvSpPr>
        <p:spPr>
          <a:xfrm>
            <a:off x="2067902" y="1729824"/>
            <a:ext cx="376379" cy="376379"/>
          </a:xfrm>
          <a:custGeom>
            <a:rect b="b" l="l" r="r" t="t"/>
            <a:pathLst>
              <a:path extrusionOk="0" h="11658" w="11658">
                <a:moveTo>
                  <a:pt x="6522" y="2048"/>
                </a:moveTo>
                <a:cubicBezTo>
                  <a:pt x="6743" y="2048"/>
                  <a:pt x="6900" y="2206"/>
                  <a:pt x="6900" y="2395"/>
                </a:cubicBezTo>
                <a:lnTo>
                  <a:pt x="6900" y="2899"/>
                </a:lnTo>
                <a:cubicBezTo>
                  <a:pt x="6995" y="2962"/>
                  <a:pt x="7089" y="2994"/>
                  <a:pt x="7152" y="3025"/>
                </a:cubicBezTo>
                <a:lnTo>
                  <a:pt x="7530" y="2678"/>
                </a:lnTo>
                <a:cubicBezTo>
                  <a:pt x="7578" y="2615"/>
                  <a:pt x="7664" y="2584"/>
                  <a:pt x="7755" y="2584"/>
                </a:cubicBezTo>
                <a:cubicBezTo>
                  <a:pt x="7845" y="2584"/>
                  <a:pt x="7940" y="2615"/>
                  <a:pt x="8003" y="2678"/>
                </a:cubicBezTo>
                <a:lnTo>
                  <a:pt x="8979" y="3655"/>
                </a:lnTo>
                <a:cubicBezTo>
                  <a:pt x="9106" y="3781"/>
                  <a:pt x="9106" y="4002"/>
                  <a:pt x="8979" y="4128"/>
                </a:cubicBezTo>
                <a:lnTo>
                  <a:pt x="8633" y="4474"/>
                </a:lnTo>
                <a:cubicBezTo>
                  <a:pt x="8664" y="4569"/>
                  <a:pt x="8696" y="4695"/>
                  <a:pt x="8727" y="4758"/>
                </a:cubicBezTo>
                <a:lnTo>
                  <a:pt x="9263" y="4758"/>
                </a:lnTo>
                <a:cubicBezTo>
                  <a:pt x="9452" y="4758"/>
                  <a:pt x="9610" y="4915"/>
                  <a:pt x="9610" y="5104"/>
                </a:cubicBezTo>
                <a:lnTo>
                  <a:pt x="9610" y="6491"/>
                </a:lnTo>
                <a:cubicBezTo>
                  <a:pt x="9610" y="6680"/>
                  <a:pt x="9452" y="6837"/>
                  <a:pt x="9263" y="6837"/>
                </a:cubicBezTo>
                <a:lnTo>
                  <a:pt x="8727" y="6837"/>
                </a:lnTo>
                <a:cubicBezTo>
                  <a:pt x="8696" y="6963"/>
                  <a:pt x="8664" y="7026"/>
                  <a:pt x="8633" y="7121"/>
                </a:cubicBezTo>
                <a:lnTo>
                  <a:pt x="8979" y="7467"/>
                </a:lnTo>
                <a:cubicBezTo>
                  <a:pt x="9106" y="7593"/>
                  <a:pt x="9106" y="7814"/>
                  <a:pt x="8979" y="7940"/>
                </a:cubicBezTo>
                <a:lnTo>
                  <a:pt x="8003" y="8916"/>
                </a:lnTo>
                <a:cubicBezTo>
                  <a:pt x="7940" y="8979"/>
                  <a:pt x="7845" y="9011"/>
                  <a:pt x="7755" y="9011"/>
                </a:cubicBezTo>
                <a:cubicBezTo>
                  <a:pt x="7664" y="9011"/>
                  <a:pt x="7578" y="8979"/>
                  <a:pt x="7530" y="8916"/>
                </a:cubicBezTo>
                <a:lnTo>
                  <a:pt x="7152" y="8570"/>
                </a:lnTo>
                <a:cubicBezTo>
                  <a:pt x="7089" y="8601"/>
                  <a:pt x="6963" y="8664"/>
                  <a:pt x="6900" y="8696"/>
                </a:cubicBezTo>
                <a:lnTo>
                  <a:pt x="6900" y="9200"/>
                </a:lnTo>
                <a:cubicBezTo>
                  <a:pt x="6900" y="9389"/>
                  <a:pt x="6743" y="9547"/>
                  <a:pt x="6522" y="9547"/>
                </a:cubicBezTo>
                <a:lnTo>
                  <a:pt x="5167" y="9547"/>
                </a:lnTo>
                <a:cubicBezTo>
                  <a:pt x="4947" y="9547"/>
                  <a:pt x="4789" y="9389"/>
                  <a:pt x="4789" y="9200"/>
                </a:cubicBezTo>
                <a:lnTo>
                  <a:pt x="4789" y="8696"/>
                </a:lnTo>
                <a:cubicBezTo>
                  <a:pt x="4695" y="8664"/>
                  <a:pt x="4600" y="8601"/>
                  <a:pt x="4537" y="8570"/>
                </a:cubicBezTo>
                <a:lnTo>
                  <a:pt x="4159" y="8916"/>
                </a:lnTo>
                <a:cubicBezTo>
                  <a:pt x="4112" y="8979"/>
                  <a:pt x="4025" y="9011"/>
                  <a:pt x="3935" y="9011"/>
                </a:cubicBezTo>
                <a:cubicBezTo>
                  <a:pt x="3844" y="9011"/>
                  <a:pt x="3750" y="8979"/>
                  <a:pt x="3687" y="8916"/>
                </a:cubicBezTo>
                <a:lnTo>
                  <a:pt x="2710" y="7940"/>
                </a:lnTo>
                <a:cubicBezTo>
                  <a:pt x="2584" y="7814"/>
                  <a:pt x="2584" y="7593"/>
                  <a:pt x="2710" y="7467"/>
                </a:cubicBezTo>
                <a:lnTo>
                  <a:pt x="3057" y="7121"/>
                </a:lnTo>
                <a:cubicBezTo>
                  <a:pt x="3025" y="7026"/>
                  <a:pt x="2994" y="6932"/>
                  <a:pt x="2962" y="6837"/>
                </a:cubicBezTo>
                <a:lnTo>
                  <a:pt x="2426" y="6837"/>
                </a:lnTo>
                <a:cubicBezTo>
                  <a:pt x="2237" y="6837"/>
                  <a:pt x="2080" y="6680"/>
                  <a:pt x="2080" y="6491"/>
                </a:cubicBezTo>
                <a:lnTo>
                  <a:pt x="2080" y="5104"/>
                </a:lnTo>
                <a:cubicBezTo>
                  <a:pt x="2080" y="4915"/>
                  <a:pt x="2237" y="4758"/>
                  <a:pt x="2426" y="4758"/>
                </a:cubicBezTo>
                <a:lnTo>
                  <a:pt x="2962" y="4758"/>
                </a:lnTo>
                <a:cubicBezTo>
                  <a:pt x="2994" y="4632"/>
                  <a:pt x="3025" y="4569"/>
                  <a:pt x="3057" y="4474"/>
                </a:cubicBezTo>
                <a:lnTo>
                  <a:pt x="2710" y="4128"/>
                </a:lnTo>
                <a:cubicBezTo>
                  <a:pt x="2584" y="4002"/>
                  <a:pt x="2584" y="3781"/>
                  <a:pt x="2710" y="3655"/>
                </a:cubicBezTo>
                <a:lnTo>
                  <a:pt x="3687" y="2678"/>
                </a:lnTo>
                <a:cubicBezTo>
                  <a:pt x="3750" y="2615"/>
                  <a:pt x="3844" y="2584"/>
                  <a:pt x="3935" y="2584"/>
                </a:cubicBezTo>
                <a:cubicBezTo>
                  <a:pt x="4025" y="2584"/>
                  <a:pt x="4112" y="2615"/>
                  <a:pt x="4159" y="2678"/>
                </a:cubicBezTo>
                <a:lnTo>
                  <a:pt x="4537" y="3025"/>
                </a:lnTo>
                <a:cubicBezTo>
                  <a:pt x="4600" y="2994"/>
                  <a:pt x="4726" y="2962"/>
                  <a:pt x="4789" y="2899"/>
                </a:cubicBezTo>
                <a:lnTo>
                  <a:pt x="4789" y="2395"/>
                </a:lnTo>
                <a:cubicBezTo>
                  <a:pt x="4789" y="2206"/>
                  <a:pt x="4947" y="2048"/>
                  <a:pt x="5167" y="2048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1" y="6837"/>
                  <a:pt x="284" y="7877"/>
                  <a:pt x="820" y="8790"/>
                </a:cubicBezTo>
                <a:lnTo>
                  <a:pt x="32" y="11185"/>
                </a:lnTo>
                <a:cubicBezTo>
                  <a:pt x="1" y="11311"/>
                  <a:pt x="32" y="11468"/>
                  <a:pt x="127" y="11531"/>
                </a:cubicBezTo>
                <a:cubicBezTo>
                  <a:pt x="174" y="11602"/>
                  <a:pt x="274" y="11638"/>
                  <a:pt x="375" y="11638"/>
                </a:cubicBezTo>
                <a:cubicBezTo>
                  <a:pt x="408" y="11638"/>
                  <a:pt x="442" y="11634"/>
                  <a:pt x="473" y="11626"/>
                </a:cubicBezTo>
                <a:lnTo>
                  <a:pt x="2868" y="10838"/>
                </a:lnTo>
                <a:cubicBezTo>
                  <a:pt x="3781" y="11374"/>
                  <a:pt x="4789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584"/>
                  <a:pt x="9011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8" name="Google Shape;4478;p27"/>
          <p:cNvSpPr/>
          <p:nvPr/>
        </p:nvSpPr>
        <p:spPr>
          <a:xfrm>
            <a:off x="2222516" y="1884438"/>
            <a:ext cx="66152" cy="66152"/>
          </a:xfrm>
          <a:custGeom>
            <a:rect b="b" l="l" r="r" t="t"/>
            <a:pathLst>
              <a:path extrusionOk="0" h="2049" w="2049"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6" y="2048"/>
                  <a:pt x="2048" y="1576"/>
                  <a:pt x="2048" y="1040"/>
                </a:cubicBezTo>
                <a:cubicBezTo>
                  <a:pt x="2048" y="441"/>
                  <a:pt x="1576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9" name="Google Shape;4479;p27"/>
          <p:cNvSpPr/>
          <p:nvPr/>
        </p:nvSpPr>
        <p:spPr>
          <a:xfrm>
            <a:off x="2067263" y="2193251"/>
            <a:ext cx="376379" cy="376346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0" name="Google Shape;4480;p27"/>
          <p:cNvSpPr/>
          <p:nvPr/>
        </p:nvSpPr>
        <p:spPr>
          <a:xfrm>
            <a:off x="636320" y="2697779"/>
            <a:ext cx="89526" cy="376346"/>
          </a:xfrm>
          <a:custGeom>
            <a:rect b="b" l="l" r="r" t="t"/>
            <a:pathLst>
              <a:path extrusionOk="0" h="11657" w="2773">
                <a:moveTo>
                  <a:pt x="1733" y="0"/>
                </a:moveTo>
                <a:cubicBezTo>
                  <a:pt x="1198" y="0"/>
                  <a:pt x="725" y="473"/>
                  <a:pt x="725" y="1040"/>
                </a:cubicBezTo>
                <a:lnTo>
                  <a:pt x="725" y="1386"/>
                </a:lnTo>
                <a:lnTo>
                  <a:pt x="347" y="1386"/>
                </a:lnTo>
                <a:cubicBezTo>
                  <a:pt x="158" y="1386"/>
                  <a:pt x="1" y="1544"/>
                  <a:pt x="1" y="1733"/>
                </a:cubicBezTo>
                <a:cubicBezTo>
                  <a:pt x="1" y="1922"/>
                  <a:pt x="158" y="2079"/>
                  <a:pt x="347" y="2079"/>
                </a:cubicBezTo>
                <a:lnTo>
                  <a:pt x="725" y="2079"/>
                </a:lnTo>
                <a:lnTo>
                  <a:pt x="725" y="3466"/>
                </a:lnTo>
                <a:lnTo>
                  <a:pt x="347" y="3466"/>
                </a:lnTo>
                <a:cubicBezTo>
                  <a:pt x="158" y="3466"/>
                  <a:pt x="1" y="3623"/>
                  <a:pt x="1" y="3812"/>
                </a:cubicBezTo>
                <a:cubicBezTo>
                  <a:pt x="1" y="4033"/>
                  <a:pt x="158" y="4190"/>
                  <a:pt x="347" y="4190"/>
                </a:cubicBezTo>
                <a:lnTo>
                  <a:pt x="725" y="4190"/>
                </a:lnTo>
                <a:lnTo>
                  <a:pt x="725" y="5608"/>
                </a:lnTo>
                <a:lnTo>
                  <a:pt x="347" y="5608"/>
                </a:lnTo>
                <a:cubicBezTo>
                  <a:pt x="158" y="5608"/>
                  <a:pt x="1" y="5765"/>
                  <a:pt x="1" y="5954"/>
                </a:cubicBezTo>
                <a:cubicBezTo>
                  <a:pt x="1" y="6143"/>
                  <a:pt x="158" y="6301"/>
                  <a:pt x="347" y="6301"/>
                </a:cubicBezTo>
                <a:lnTo>
                  <a:pt x="725" y="6301"/>
                </a:lnTo>
                <a:lnTo>
                  <a:pt x="725" y="7687"/>
                </a:lnTo>
                <a:lnTo>
                  <a:pt x="347" y="7687"/>
                </a:lnTo>
                <a:cubicBezTo>
                  <a:pt x="158" y="7687"/>
                  <a:pt x="1" y="7845"/>
                  <a:pt x="1" y="8034"/>
                </a:cubicBezTo>
                <a:cubicBezTo>
                  <a:pt x="1" y="8223"/>
                  <a:pt x="158" y="8380"/>
                  <a:pt x="347" y="8380"/>
                </a:cubicBezTo>
                <a:lnTo>
                  <a:pt x="725" y="8380"/>
                </a:lnTo>
                <a:lnTo>
                  <a:pt x="725" y="9767"/>
                </a:lnTo>
                <a:lnTo>
                  <a:pt x="347" y="9767"/>
                </a:lnTo>
                <a:lnTo>
                  <a:pt x="347" y="9577"/>
                </a:lnTo>
                <a:cubicBezTo>
                  <a:pt x="158" y="9577"/>
                  <a:pt x="1" y="9735"/>
                  <a:pt x="1" y="9924"/>
                </a:cubicBezTo>
                <a:cubicBezTo>
                  <a:pt x="1" y="10113"/>
                  <a:pt x="158" y="10271"/>
                  <a:pt x="347" y="10271"/>
                </a:cubicBezTo>
                <a:lnTo>
                  <a:pt x="725" y="10271"/>
                </a:lnTo>
                <a:lnTo>
                  <a:pt x="725" y="10649"/>
                </a:lnTo>
                <a:cubicBezTo>
                  <a:pt x="725" y="11184"/>
                  <a:pt x="1198" y="11657"/>
                  <a:pt x="1733" y="11657"/>
                </a:cubicBezTo>
                <a:lnTo>
                  <a:pt x="2773" y="11657"/>
                </a:lnTo>
                <a:lnTo>
                  <a:pt x="277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1" name="Google Shape;4481;p27"/>
          <p:cNvSpPr/>
          <p:nvPr/>
        </p:nvSpPr>
        <p:spPr>
          <a:xfrm>
            <a:off x="748221" y="2696746"/>
            <a:ext cx="199392" cy="376379"/>
          </a:xfrm>
          <a:custGeom>
            <a:rect b="b" l="l" r="r" t="t"/>
            <a:pathLst>
              <a:path extrusionOk="0" h="11658" w="6176">
                <a:moveTo>
                  <a:pt x="4096" y="2048"/>
                </a:moveTo>
                <a:cubicBezTo>
                  <a:pt x="4285" y="2048"/>
                  <a:pt x="4442" y="2206"/>
                  <a:pt x="4442" y="2395"/>
                </a:cubicBezTo>
                <a:lnTo>
                  <a:pt x="4442" y="3750"/>
                </a:lnTo>
                <a:cubicBezTo>
                  <a:pt x="4442" y="3939"/>
                  <a:pt x="4285" y="4096"/>
                  <a:pt x="4096" y="4096"/>
                </a:cubicBezTo>
                <a:lnTo>
                  <a:pt x="3088" y="4096"/>
                </a:lnTo>
                <a:lnTo>
                  <a:pt x="3088" y="7562"/>
                </a:lnTo>
                <a:lnTo>
                  <a:pt x="4096" y="7562"/>
                </a:lnTo>
                <a:cubicBezTo>
                  <a:pt x="4285" y="7562"/>
                  <a:pt x="4442" y="7719"/>
                  <a:pt x="4442" y="7908"/>
                </a:cubicBezTo>
                <a:lnTo>
                  <a:pt x="4442" y="9294"/>
                </a:lnTo>
                <a:cubicBezTo>
                  <a:pt x="4442" y="9483"/>
                  <a:pt x="4285" y="9641"/>
                  <a:pt x="4096" y="9641"/>
                </a:cubicBezTo>
                <a:lnTo>
                  <a:pt x="3088" y="9641"/>
                </a:lnTo>
                <a:cubicBezTo>
                  <a:pt x="2332" y="9641"/>
                  <a:pt x="1701" y="9011"/>
                  <a:pt x="1701" y="8255"/>
                </a:cubicBezTo>
                <a:lnTo>
                  <a:pt x="1701" y="3435"/>
                </a:lnTo>
                <a:cubicBezTo>
                  <a:pt x="1701" y="2678"/>
                  <a:pt x="2332" y="2048"/>
                  <a:pt x="3088" y="2048"/>
                </a:cubicBezTo>
                <a:close/>
                <a:moveTo>
                  <a:pt x="0" y="1"/>
                </a:moveTo>
                <a:lnTo>
                  <a:pt x="0" y="11657"/>
                </a:lnTo>
                <a:lnTo>
                  <a:pt x="5167" y="11657"/>
                </a:lnTo>
                <a:cubicBezTo>
                  <a:pt x="5703" y="11657"/>
                  <a:pt x="6175" y="11185"/>
                  <a:pt x="6175" y="10618"/>
                </a:cubicBezTo>
                <a:lnTo>
                  <a:pt x="6175" y="1009"/>
                </a:lnTo>
                <a:cubicBezTo>
                  <a:pt x="6175" y="473"/>
                  <a:pt x="5703" y="1"/>
                  <a:pt x="51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2" name="Google Shape;4482;p27"/>
          <p:cNvSpPr/>
          <p:nvPr/>
        </p:nvSpPr>
        <p:spPr>
          <a:xfrm>
            <a:off x="969956" y="2741493"/>
            <a:ext cx="43746" cy="66152"/>
          </a:xfrm>
          <a:custGeom>
            <a:rect b="b" l="l" r="r" t="t"/>
            <a:pathLst>
              <a:path extrusionOk="0" h="2049" w="1355">
                <a:moveTo>
                  <a:pt x="0" y="1"/>
                </a:moveTo>
                <a:lnTo>
                  <a:pt x="0" y="2049"/>
                </a:lnTo>
                <a:lnTo>
                  <a:pt x="1355" y="2049"/>
                </a:lnTo>
                <a:lnTo>
                  <a:pt x="1355" y="347"/>
                </a:lnTo>
                <a:cubicBezTo>
                  <a:pt x="1355" y="158"/>
                  <a:pt x="1197" y="1"/>
                  <a:pt x="10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3" name="Google Shape;4483;p27"/>
          <p:cNvSpPr/>
          <p:nvPr/>
        </p:nvSpPr>
        <p:spPr>
          <a:xfrm>
            <a:off x="969956" y="2828987"/>
            <a:ext cx="43746" cy="45780"/>
          </a:xfrm>
          <a:custGeom>
            <a:rect b="b" l="l" r="r" t="t"/>
            <a:pathLst>
              <a:path extrusionOk="0" h="1418" w="1355">
                <a:moveTo>
                  <a:pt x="0" y="0"/>
                </a:moveTo>
                <a:lnTo>
                  <a:pt x="0" y="1418"/>
                </a:lnTo>
                <a:lnTo>
                  <a:pt x="1355" y="1418"/>
                </a:lnTo>
                <a:lnTo>
                  <a:pt x="135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4" name="Google Shape;4484;p27"/>
          <p:cNvSpPr/>
          <p:nvPr/>
        </p:nvSpPr>
        <p:spPr>
          <a:xfrm>
            <a:off x="969956" y="2896108"/>
            <a:ext cx="43746" cy="66152"/>
          </a:xfrm>
          <a:custGeom>
            <a:rect b="b" l="l" r="r" t="t"/>
            <a:pathLst>
              <a:path extrusionOk="0" h="2049" w="1355">
                <a:moveTo>
                  <a:pt x="0" y="0"/>
                </a:moveTo>
                <a:lnTo>
                  <a:pt x="0" y="2048"/>
                </a:lnTo>
                <a:lnTo>
                  <a:pt x="1008" y="2048"/>
                </a:lnTo>
                <a:cubicBezTo>
                  <a:pt x="1197" y="2048"/>
                  <a:pt x="1355" y="1891"/>
                  <a:pt x="1355" y="1702"/>
                </a:cubicBezTo>
                <a:lnTo>
                  <a:pt x="135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5" name="Google Shape;4485;p27"/>
          <p:cNvSpPr/>
          <p:nvPr/>
        </p:nvSpPr>
        <p:spPr>
          <a:xfrm>
            <a:off x="635804" y="3530751"/>
            <a:ext cx="378412" cy="43778"/>
          </a:xfrm>
          <a:custGeom>
            <a:rect b="b" l="l" r="r" t="t"/>
            <a:pathLst>
              <a:path extrusionOk="0" h="1356" w="11721">
                <a:moveTo>
                  <a:pt x="662" y="1"/>
                </a:moveTo>
                <a:cubicBezTo>
                  <a:pt x="284" y="1"/>
                  <a:pt x="1" y="316"/>
                  <a:pt x="1" y="662"/>
                </a:cubicBezTo>
                <a:lnTo>
                  <a:pt x="1" y="1009"/>
                </a:lnTo>
                <a:cubicBezTo>
                  <a:pt x="1" y="1198"/>
                  <a:pt x="158" y="1355"/>
                  <a:pt x="347" y="1355"/>
                </a:cubicBezTo>
                <a:lnTo>
                  <a:pt x="11342" y="1355"/>
                </a:lnTo>
                <a:cubicBezTo>
                  <a:pt x="11563" y="1355"/>
                  <a:pt x="11720" y="1198"/>
                  <a:pt x="11720" y="1009"/>
                </a:cubicBezTo>
                <a:lnTo>
                  <a:pt x="11720" y="694"/>
                </a:lnTo>
                <a:cubicBezTo>
                  <a:pt x="11689" y="316"/>
                  <a:pt x="11374" y="1"/>
                  <a:pt x="109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6" name="Google Shape;4486;p27"/>
          <p:cNvSpPr/>
          <p:nvPr/>
        </p:nvSpPr>
        <p:spPr>
          <a:xfrm>
            <a:off x="708025" y="3375137"/>
            <a:ext cx="232969" cy="67153"/>
          </a:xfrm>
          <a:custGeom>
            <a:rect b="b" l="l" r="r" t="t"/>
            <a:pathLst>
              <a:path extrusionOk="0" h="2080" w="7216">
                <a:moveTo>
                  <a:pt x="757" y="1"/>
                </a:moveTo>
                <a:lnTo>
                  <a:pt x="0" y="2080"/>
                </a:lnTo>
                <a:lnTo>
                  <a:pt x="7215" y="2080"/>
                </a:lnTo>
                <a:lnTo>
                  <a:pt x="652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7" name="Google Shape;4487;p27"/>
          <p:cNvSpPr/>
          <p:nvPr/>
        </p:nvSpPr>
        <p:spPr>
          <a:xfrm>
            <a:off x="684619" y="3464631"/>
            <a:ext cx="280783" cy="43778"/>
          </a:xfrm>
          <a:custGeom>
            <a:rect b="b" l="l" r="r" t="t"/>
            <a:pathLst>
              <a:path extrusionOk="0" h="1356" w="8697">
                <a:moveTo>
                  <a:pt x="505" y="1"/>
                </a:moveTo>
                <a:lnTo>
                  <a:pt x="1" y="1356"/>
                </a:lnTo>
                <a:lnTo>
                  <a:pt x="8696" y="1356"/>
                </a:lnTo>
                <a:lnTo>
                  <a:pt x="822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8" name="Google Shape;4488;p27"/>
          <p:cNvSpPr/>
          <p:nvPr/>
        </p:nvSpPr>
        <p:spPr>
          <a:xfrm>
            <a:off x="772112" y="3198149"/>
            <a:ext cx="106831" cy="68186"/>
          </a:xfrm>
          <a:custGeom>
            <a:rect b="b" l="l" r="r" t="t"/>
            <a:pathLst>
              <a:path extrusionOk="0" h="2112" w="3309">
                <a:moveTo>
                  <a:pt x="1639" y="1"/>
                </a:moveTo>
                <a:cubicBezTo>
                  <a:pt x="1103" y="1"/>
                  <a:pt x="599" y="379"/>
                  <a:pt x="441" y="883"/>
                </a:cubicBezTo>
                <a:lnTo>
                  <a:pt x="0" y="2112"/>
                </a:lnTo>
                <a:lnTo>
                  <a:pt x="3308" y="2112"/>
                </a:lnTo>
                <a:lnTo>
                  <a:pt x="2867" y="883"/>
                </a:lnTo>
                <a:cubicBezTo>
                  <a:pt x="2678" y="316"/>
                  <a:pt x="2206" y="1"/>
                  <a:pt x="16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9" name="Google Shape;4489;p27"/>
          <p:cNvSpPr/>
          <p:nvPr/>
        </p:nvSpPr>
        <p:spPr>
          <a:xfrm>
            <a:off x="740570" y="3287675"/>
            <a:ext cx="169884" cy="66120"/>
          </a:xfrm>
          <a:custGeom>
            <a:rect b="b" l="l" r="r" t="t"/>
            <a:pathLst>
              <a:path extrusionOk="0" h="2048" w="5262">
                <a:moveTo>
                  <a:pt x="694" y="0"/>
                </a:moveTo>
                <a:lnTo>
                  <a:pt x="1" y="2048"/>
                </a:lnTo>
                <a:lnTo>
                  <a:pt x="5262" y="2048"/>
                </a:lnTo>
                <a:lnTo>
                  <a:pt x="450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0" name="Google Shape;4490;p27"/>
          <p:cNvSpPr/>
          <p:nvPr/>
        </p:nvSpPr>
        <p:spPr>
          <a:xfrm>
            <a:off x="636320" y="3691964"/>
            <a:ext cx="89526" cy="377379"/>
          </a:xfrm>
          <a:custGeom>
            <a:rect b="b" l="l" r="r" t="t"/>
            <a:pathLst>
              <a:path extrusionOk="0" h="11689" w="2773">
                <a:moveTo>
                  <a:pt x="1418" y="0"/>
                </a:moveTo>
                <a:cubicBezTo>
                  <a:pt x="1072" y="0"/>
                  <a:pt x="757" y="315"/>
                  <a:pt x="757" y="662"/>
                </a:cubicBezTo>
                <a:lnTo>
                  <a:pt x="757" y="9578"/>
                </a:lnTo>
                <a:cubicBezTo>
                  <a:pt x="757" y="9830"/>
                  <a:pt x="914" y="10050"/>
                  <a:pt x="1103" y="10176"/>
                </a:cubicBezTo>
                <a:lnTo>
                  <a:pt x="1103" y="10996"/>
                </a:lnTo>
                <a:lnTo>
                  <a:pt x="347" y="10996"/>
                </a:lnTo>
                <a:cubicBezTo>
                  <a:pt x="158" y="10996"/>
                  <a:pt x="1" y="11153"/>
                  <a:pt x="1" y="11342"/>
                </a:cubicBezTo>
                <a:cubicBezTo>
                  <a:pt x="1" y="11531"/>
                  <a:pt x="158" y="11689"/>
                  <a:pt x="347" y="11689"/>
                </a:cubicBezTo>
                <a:lnTo>
                  <a:pt x="2395" y="11689"/>
                </a:lnTo>
                <a:cubicBezTo>
                  <a:pt x="2616" y="11689"/>
                  <a:pt x="2773" y="11531"/>
                  <a:pt x="2773" y="11342"/>
                </a:cubicBezTo>
                <a:cubicBezTo>
                  <a:pt x="2773" y="11153"/>
                  <a:pt x="2616" y="10996"/>
                  <a:pt x="2395" y="10996"/>
                </a:cubicBezTo>
                <a:lnTo>
                  <a:pt x="1733" y="10996"/>
                </a:lnTo>
                <a:lnTo>
                  <a:pt x="1733" y="10176"/>
                </a:lnTo>
                <a:cubicBezTo>
                  <a:pt x="1922" y="10050"/>
                  <a:pt x="2080" y="9861"/>
                  <a:pt x="2080" y="9578"/>
                </a:cubicBezTo>
                <a:lnTo>
                  <a:pt x="2080" y="662"/>
                </a:lnTo>
                <a:cubicBezTo>
                  <a:pt x="2080" y="284"/>
                  <a:pt x="1765" y="0"/>
                  <a:pt x="14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1" name="Google Shape;4491;p27"/>
          <p:cNvSpPr/>
          <p:nvPr/>
        </p:nvSpPr>
        <p:spPr>
          <a:xfrm>
            <a:off x="903836" y="3837409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190"/>
                  <a:pt x="3182" y="1"/>
                  <a:pt x="28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2" name="Google Shape;4492;p27"/>
          <p:cNvSpPr/>
          <p:nvPr/>
        </p:nvSpPr>
        <p:spPr>
          <a:xfrm>
            <a:off x="903836" y="3892326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221"/>
                  <a:pt x="3182" y="1"/>
                  <a:pt x="28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3" name="Google Shape;4493;p27"/>
          <p:cNvSpPr/>
          <p:nvPr/>
        </p:nvSpPr>
        <p:spPr>
          <a:xfrm>
            <a:off x="903836" y="3946243"/>
            <a:ext cx="87492" cy="33609"/>
          </a:xfrm>
          <a:custGeom>
            <a:rect b="b" l="l" r="r" t="t"/>
            <a:pathLst>
              <a:path extrusionOk="0" h="1041" w="2710">
                <a:moveTo>
                  <a:pt x="505" y="1"/>
                </a:moveTo>
                <a:cubicBezTo>
                  <a:pt x="221" y="1"/>
                  <a:pt x="0" y="253"/>
                  <a:pt x="0" y="536"/>
                </a:cubicBezTo>
                <a:cubicBezTo>
                  <a:pt x="0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58" y="1040"/>
                  <a:pt x="2710" y="788"/>
                  <a:pt x="2710" y="536"/>
                </a:cubicBezTo>
                <a:cubicBezTo>
                  <a:pt x="2710" y="253"/>
                  <a:pt x="2521" y="1"/>
                  <a:pt x="220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4" name="Google Shape;4494;p27"/>
          <p:cNvSpPr/>
          <p:nvPr/>
        </p:nvSpPr>
        <p:spPr>
          <a:xfrm>
            <a:off x="860090" y="3691964"/>
            <a:ext cx="66152" cy="67153"/>
          </a:xfrm>
          <a:custGeom>
            <a:rect b="b" l="l" r="r" t="t"/>
            <a:pathLst>
              <a:path extrusionOk="0" h="2080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2080"/>
                </a:lnTo>
                <a:lnTo>
                  <a:pt x="2049" y="2080"/>
                </a:lnTo>
                <a:lnTo>
                  <a:pt x="204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5" name="Google Shape;4495;p27"/>
          <p:cNvSpPr/>
          <p:nvPr/>
        </p:nvSpPr>
        <p:spPr>
          <a:xfrm>
            <a:off x="946550" y="3691964"/>
            <a:ext cx="44779" cy="71221"/>
          </a:xfrm>
          <a:custGeom>
            <a:rect b="b" l="l" r="r" t="t"/>
            <a:pathLst>
              <a:path extrusionOk="0" h="2206" w="1387">
                <a:moveTo>
                  <a:pt x="1" y="0"/>
                </a:moveTo>
                <a:lnTo>
                  <a:pt x="1" y="2111"/>
                </a:lnTo>
                <a:lnTo>
                  <a:pt x="883" y="2111"/>
                </a:lnTo>
                <a:cubicBezTo>
                  <a:pt x="1072" y="2111"/>
                  <a:pt x="1261" y="2143"/>
                  <a:pt x="1387" y="2206"/>
                </a:cubicBezTo>
                <a:lnTo>
                  <a:pt x="1387" y="1040"/>
                </a:lnTo>
                <a:cubicBezTo>
                  <a:pt x="1387" y="473"/>
                  <a:pt x="914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6" name="Google Shape;4496;p27"/>
          <p:cNvSpPr/>
          <p:nvPr/>
        </p:nvSpPr>
        <p:spPr>
          <a:xfrm>
            <a:off x="723814" y="3781459"/>
            <a:ext cx="267514" cy="198391"/>
          </a:xfrm>
          <a:custGeom>
            <a:rect b="b" l="l" r="r" t="t"/>
            <a:pathLst>
              <a:path extrusionOk="0" h="6145" w="8286">
                <a:moveTo>
                  <a:pt x="0" y="1"/>
                </a:moveTo>
                <a:lnTo>
                  <a:pt x="0" y="6144"/>
                </a:lnTo>
                <a:lnTo>
                  <a:pt x="378" y="6144"/>
                </a:lnTo>
                <a:cubicBezTo>
                  <a:pt x="756" y="6144"/>
                  <a:pt x="1071" y="5892"/>
                  <a:pt x="1260" y="5577"/>
                </a:cubicBezTo>
                <a:lnTo>
                  <a:pt x="2016" y="5955"/>
                </a:lnTo>
                <a:cubicBezTo>
                  <a:pt x="2268" y="6050"/>
                  <a:pt x="2552" y="6144"/>
                  <a:pt x="2773" y="6144"/>
                </a:cubicBezTo>
                <a:lnTo>
                  <a:pt x="3497" y="6144"/>
                </a:lnTo>
                <a:lnTo>
                  <a:pt x="3497" y="3057"/>
                </a:lnTo>
                <a:cubicBezTo>
                  <a:pt x="3214" y="3309"/>
                  <a:pt x="2867" y="3435"/>
                  <a:pt x="2457" y="3435"/>
                </a:cubicBezTo>
                <a:cubicBezTo>
                  <a:pt x="2268" y="3435"/>
                  <a:pt x="2111" y="3277"/>
                  <a:pt x="2111" y="3057"/>
                </a:cubicBezTo>
                <a:cubicBezTo>
                  <a:pt x="2111" y="2868"/>
                  <a:pt x="2268" y="2710"/>
                  <a:pt x="2457" y="2710"/>
                </a:cubicBezTo>
                <a:cubicBezTo>
                  <a:pt x="3025" y="2710"/>
                  <a:pt x="3497" y="2238"/>
                  <a:pt x="3497" y="1702"/>
                </a:cubicBezTo>
                <a:lnTo>
                  <a:pt x="3497" y="1009"/>
                </a:lnTo>
                <a:lnTo>
                  <a:pt x="7782" y="1009"/>
                </a:lnTo>
                <a:cubicBezTo>
                  <a:pt x="8065" y="1009"/>
                  <a:pt x="8286" y="788"/>
                  <a:pt x="8286" y="505"/>
                </a:cubicBezTo>
                <a:cubicBezTo>
                  <a:pt x="8286" y="221"/>
                  <a:pt x="8065" y="1"/>
                  <a:pt x="7782" y="1"/>
                </a:cubicBezTo>
                <a:lnTo>
                  <a:pt x="3560" y="1"/>
                </a:lnTo>
                <a:cubicBezTo>
                  <a:pt x="3308" y="1"/>
                  <a:pt x="2899" y="158"/>
                  <a:pt x="2583" y="442"/>
                </a:cubicBezTo>
                <a:cubicBezTo>
                  <a:pt x="2426" y="599"/>
                  <a:pt x="2205" y="662"/>
                  <a:pt x="1985" y="662"/>
                </a:cubicBezTo>
                <a:lnTo>
                  <a:pt x="1323" y="662"/>
                </a:lnTo>
                <a:cubicBezTo>
                  <a:pt x="1166" y="284"/>
                  <a:pt x="788" y="1"/>
                  <a:pt x="3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7" name="Google Shape;4497;p27"/>
          <p:cNvSpPr/>
          <p:nvPr/>
        </p:nvSpPr>
        <p:spPr>
          <a:xfrm>
            <a:off x="859089" y="3835375"/>
            <a:ext cx="66120" cy="233969"/>
          </a:xfrm>
          <a:custGeom>
            <a:rect b="b" l="l" r="r" t="t"/>
            <a:pathLst>
              <a:path extrusionOk="0" h="7247" w="2048">
                <a:moveTo>
                  <a:pt x="0" y="1"/>
                </a:moveTo>
                <a:lnTo>
                  <a:pt x="0" y="64"/>
                </a:lnTo>
                <a:lnTo>
                  <a:pt x="0" y="5514"/>
                </a:lnTo>
                <a:cubicBezTo>
                  <a:pt x="0" y="6459"/>
                  <a:pt x="756" y="7247"/>
                  <a:pt x="1701" y="7247"/>
                </a:cubicBezTo>
                <a:lnTo>
                  <a:pt x="2048" y="7247"/>
                </a:lnTo>
                <a:lnTo>
                  <a:pt x="2048" y="5167"/>
                </a:lnTo>
                <a:lnTo>
                  <a:pt x="1891" y="5167"/>
                </a:lnTo>
                <a:cubicBezTo>
                  <a:pt x="1229" y="5167"/>
                  <a:pt x="725" y="4632"/>
                  <a:pt x="725" y="4002"/>
                </a:cubicBezTo>
                <a:cubicBezTo>
                  <a:pt x="725" y="3624"/>
                  <a:pt x="882" y="3372"/>
                  <a:pt x="1071" y="3120"/>
                </a:cubicBezTo>
                <a:cubicBezTo>
                  <a:pt x="819" y="2899"/>
                  <a:pt x="725" y="2615"/>
                  <a:pt x="725" y="2269"/>
                </a:cubicBezTo>
                <a:cubicBezTo>
                  <a:pt x="725" y="1922"/>
                  <a:pt x="882" y="1639"/>
                  <a:pt x="1071" y="1387"/>
                </a:cubicBezTo>
                <a:cubicBezTo>
                  <a:pt x="819" y="1166"/>
                  <a:pt x="725" y="883"/>
                  <a:pt x="725" y="536"/>
                </a:cubicBezTo>
                <a:cubicBezTo>
                  <a:pt x="725" y="316"/>
                  <a:pt x="756" y="190"/>
                  <a:pt x="8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8" name="Google Shape;4498;p27"/>
          <p:cNvSpPr/>
          <p:nvPr/>
        </p:nvSpPr>
        <p:spPr>
          <a:xfrm>
            <a:off x="947583" y="3999126"/>
            <a:ext cx="44779" cy="71253"/>
          </a:xfrm>
          <a:custGeom>
            <a:rect b="b" l="l" r="r" t="t"/>
            <a:pathLst>
              <a:path extrusionOk="0" h="2207" w="1387">
                <a:moveTo>
                  <a:pt x="1386" y="1"/>
                </a:moveTo>
                <a:cubicBezTo>
                  <a:pt x="1229" y="64"/>
                  <a:pt x="1071" y="95"/>
                  <a:pt x="882" y="95"/>
                </a:cubicBezTo>
                <a:lnTo>
                  <a:pt x="0" y="95"/>
                </a:lnTo>
                <a:lnTo>
                  <a:pt x="0" y="2206"/>
                </a:lnTo>
                <a:lnTo>
                  <a:pt x="378" y="2206"/>
                </a:lnTo>
                <a:cubicBezTo>
                  <a:pt x="914" y="2206"/>
                  <a:pt x="1386" y="1734"/>
                  <a:pt x="1386" y="1167"/>
                </a:cubicBezTo>
                <a:lnTo>
                  <a:pt x="138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9" name="Google Shape;4499;p27"/>
          <p:cNvSpPr/>
          <p:nvPr/>
        </p:nvSpPr>
        <p:spPr>
          <a:xfrm>
            <a:off x="3086729" y="2697119"/>
            <a:ext cx="133272" cy="44037"/>
          </a:xfrm>
          <a:custGeom>
            <a:rect b="b" l="l" r="r" t="t"/>
            <a:pathLst>
              <a:path extrusionOk="0" h="1364" w="4128">
                <a:moveTo>
                  <a:pt x="645" y="0"/>
                </a:moveTo>
                <a:cubicBezTo>
                  <a:pt x="263" y="0"/>
                  <a:pt x="0" y="296"/>
                  <a:pt x="0" y="670"/>
                </a:cubicBezTo>
                <a:lnTo>
                  <a:pt x="0" y="1016"/>
                </a:lnTo>
                <a:cubicBezTo>
                  <a:pt x="0" y="1205"/>
                  <a:pt x="158" y="1363"/>
                  <a:pt x="347" y="1363"/>
                </a:cubicBezTo>
                <a:lnTo>
                  <a:pt x="3781" y="1363"/>
                </a:lnTo>
                <a:cubicBezTo>
                  <a:pt x="3970" y="1363"/>
                  <a:pt x="4127" y="1205"/>
                  <a:pt x="4127" y="1016"/>
                </a:cubicBezTo>
                <a:lnTo>
                  <a:pt x="4127" y="670"/>
                </a:lnTo>
                <a:cubicBezTo>
                  <a:pt x="4127" y="260"/>
                  <a:pt x="3812" y="8"/>
                  <a:pt x="3466" y="8"/>
                </a:cubicBezTo>
                <a:lnTo>
                  <a:pt x="756" y="8"/>
                </a:lnTo>
                <a:cubicBezTo>
                  <a:pt x="718" y="3"/>
                  <a:pt x="681" y="0"/>
                  <a:pt x="64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0" name="Google Shape;4500;p27"/>
          <p:cNvSpPr/>
          <p:nvPr/>
        </p:nvSpPr>
        <p:spPr>
          <a:xfrm>
            <a:off x="3075527" y="2893672"/>
            <a:ext cx="21373" cy="23439"/>
          </a:xfrm>
          <a:custGeom>
            <a:rect b="b" l="l" r="r" t="t"/>
            <a:pathLst>
              <a:path extrusionOk="0" h="726" w="662">
                <a:moveTo>
                  <a:pt x="1" y="1"/>
                </a:moveTo>
                <a:lnTo>
                  <a:pt x="1" y="725"/>
                </a:lnTo>
                <a:lnTo>
                  <a:pt x="662" y="725"/>
                </a:lnTo>
                <a:lnTo>
                  <a:pt x="66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1" name="Google Shape;4501;p27"/>
          <p:cNvSpPr/>
          <p:nvPr/>
        </p:nvSpPr>
        <p:spPr>
          <a:xfrm>
            <a:off x="3075527" y="2806211"/>
            <a:ext cx="21373" cy="21373"/>
          </a:xfrm>
          <a:custGeom>
            <a:rect b="b" l="l" r="r" t="t"/>
            <a:pathLst>
              <a:path extrusionOk="0" h="662" w="662">
                <a:moveTo>
                  <a:pt x="1" y="0"/>
                </a:moveTo>
                <a:lnTo>
                  <a:pt x="1" y="662"/>
                </a:lnTo>
                <a:lnTo>
                  <a:pt x="662" y="662"/>
                </a:lnTo>
                <a:lnTo>
                  <a:pt x="6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2" name="Google Shape;4502;p27"/>
          <p:cNvSpPr/>
          <p:nvPr/>
        </p:nvSpPr>
        <p:spPr>
          <a:xfrm>
            <a:off x="3075527" y="2984199"/>
            <a:ext cx="21373" cy="21405"/>
          </a:xfrm>
          <a:custGeom>
            <a:rect b="b" l="l" r="r" t="t"/>
            <a:pathLst>
              <a:path extrusionOk="0" h="663" w="662">
                <a:moveTo>
                  <a:pt x="1" y="1"/>
                </a:moveTo>
                <a:lnTo>
                  <a:pt x="1" y="662"/>
                </a:lnTo>
                <a:lnTo>
                  <a:pt x="662" y="662"/>
                </a:lnTo>
                <a:lnTo>
                  <a:pt x="66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3" name="Google Shape;4503;p27"/>
          <p:cNvSpPr/>
          <p:nvPr/>
        </p:nvSpPr>
        <p:spPr>
          <a:xfrm>
            <a:off x="3008405" y="2718717"/>
            <a:ext cx="287853" cy="355038"/>
          </a:xfrm>
          <a:custGeom>
            <a:rect b="b" l="l" r="r" t="t"/>
            <a:pathLst>
              <a:path extrusionOk="0" h="10997" w="8916">
                <a:moveTo>
                  <a:pt x="7183" y="2049"/>
                </a:moveTo>
                <a:cubicBezTo>
                  <a:pt x="7404" y="2049"/>
                  <a:pt x="7561" y="2206"/>
                  <a:pt x="7561" y="2395"/>
                </a:cubicBezTo>
                <a:cubicBezTo>
                  <a:pt x="7561" y="2584"/>
                  <a:pt x="7404" y="2742"/>
                  <a:pt x="7183" y="2742"/>
                </a:cubicBezTo>
                <a:lnTo>
                  <a:pt x="4474" y="2742"/>
                </a:lnTo>
                <a:cubicBezTo>
                  <a:pt x="4285" y="2742"/>
                  <a:pt x="4127" y="2584"/>
                  <a:pt x="4127" y="2395"/>
                </a:cubicBezTo>
                <a:cubicBezTo>
                  <a:pt x="4127" y="2206"/>
                  <a:pt x="4285" y="2049"/>
                  <a:pt x="4474" y="2049"/>
                </a:cubicBezTo>
                <a:close/>
                <a:moveTo>
                  <a:pt x="3151" y="2017"/>
                </a:moveTo>
                <a:cubicBezTo>
                  <a:pt x="3340" y="2017"/>
                  <a:pt x="3497" y="2175"/>
                  <a:pt x="3497" y="2364"/>
                </a:cubicBezTo>
                <a:lnTo>
                  <a:pt x="3497" y="3750"/>
                </a:lnTo>
                <a:cubicBezTo>
                  <a:pt x="3497" y="3939"/>
                  <a:pt x="3340" y="4097"/>
                  <a:pt x="3151" y="4097"/>
                </a:cubicBezTo>
                <a:lnTo>
                  <a:pt x="1764" y="4097"/>
                </a:lnTo>
                <a:cubicBezTo>
                  <a:pt x="1575" y="4097"/>
                  <a:pt x="1418" y="3939"/>
                  <a:pt x="1418" y="3750"/>
                </a:cubicBezTo>
                <a:lnTo>
                  <a:pt x="1418" y="2364"/>
                </a:lnTo>
                <a:cubicBezTo>
                  <a:pt x="1418" y="2175"/>
                  <a:pt x="1575" y="2017"/>
                  <a:pt x="1764" y="2017"/>
                </a:cubicBezTo>
                <a:close/>
                <a:moveTo>
                  <a:pt x="5860" y="3372"/>
                </a:moveTo>
                <a:cubicBezTo>
                  <a:pt x="6049" y="3372"/>
                  <a:pt x="6207" y="3529"/>
                  <a:pt x="6207" y="3750"/>
                </a:cubicBezTo>
                <a:cubicBezTo>
                  <a:pt x="6207" y="3939"/>
                  <a:pt x="6049" y="4097"/>
                  <a:pt x="5860" y="4097"/>
                </a:cubicBezTo>
                <a:lnTo>
                  <a:pt x="4474" y="4097"/>
                </a:lnTo>
                <a:cubicBezTo>
                  <a:pt x="4285" y="4097"/>
                  <a:pt x="4127" y="3939"/>
                  <a:pt x="4127" y="3750"/>
                </a:cubicBezTo>
                <a:cubicBezTo>
                  <a:pt x="4127" y="3529"/>
                  <a:pt x="4285" y="3372"/>
                  <a:pt x="4474" y="3372"/>
                </a:cubicBezTo>
                <a:close/>
                <a:moveTo>
                  <a:pt x="7183" y="4758"/>
                </a:moveTo>
                <a:cubicBezTo>
                  <a:pt x="7404" y="4758"/>
                  <a:pt x="7561" y="4916"/>
                  <a:pt x="7561" y="5105"/>
                </a:cubicBezTo>
                <a:cubicBezTo>
                  <a:pt x="7561" y="5325"/>
                  <a:pt x="7404" y="5483"/>
                  <a:pt x="7183" y="5483"/>
                </a:cubicBezTo>
                <a:lnTo>
                  <a:pt x="4474" y="5483"/>
                </a:lnTo>
                <a:cubicBezTo>
                  <a:pt x="4285" y="5483"/>
                  <a:pt x="4127" y="5325"/>
                  <a:pt x="4127" y="5105"/>
                </a:cubicBezTo>
                <a:cubicBezTo>
                  <a:pt x="4127" y="4916"/>
                  <a:pt x="4285" y="4758"/>
                  <a:pt x="4474" y="4758"/>
                </a:cubicBezTo>
                <a:close/>
                <a:moveTo>
                  <a:pt x="3151" y="4758"/>
                </a:moveTo>
                <a:cubicBezTo>
                  <a:pt x="3340" y="4758"/>
                  <a:pt x="3497" y="4916"/>
                  <a:pt x="3497" y="5105"/>
                </a:cubicBezTo>
                <a:lnTo>
                  <a:pt x="3497" y="6491"/>
                </a:lnTo>
                <a:cubicBezTo>
                  <a:pt x="3497" y="6680"/>
                  <a:pt x="3340" y="6837"/>
                  <a:pt x="3151" y="6837"/>
                </a:cubicBezTo>
                <a:lnTo>
                  <a:pt x="1764" y="6837"/>
                </a:lnTo>
                <a:cubicBezTo>
                  <a:pt x="1575" y="6837"/>
                  <a:pt x="1418" y="6680"/>
                  <a:pt x="1418" y="6491"/>
                </a:cubicBezTo>
                <a:lnTo>
                  <a:pt x="1418" y="5105"/>
                </a:lnTo>
                <a:cubicBezTo>
                  <a:pt x="1418" y="4916"/>
                  <a:pt x="1575" y="4758"/>
                  <a:pt x="1764" y="4758"/>
                </a:cubicBezTo>
                <a:close/>
                <a:moveTo>
                  <a:pt x="5860" y="6144"/>
                </a:moveTo>
                <a:cubicBezTo>
                  <a:pt x="6049" y="6144"/>
                  <a:pt x="6207" y="6302"/>
                  <a:pt x="6207" y="6491"/>
                </a:cubicBezTo>
                <a:cubicBezTo>
                  <a:pt x="6207" y="6680"/>
                  <a:pt x="6049" y="6837"/>
                  <a:pt x="5860" y="6837"/>
                </a:cubicBezTo>
                <a:lnTo>
                  <a:pt x="4474" y="6837"/>
                </a:lnTo>
                <a:cubicBezTo>
                  <a:pt x="4285" y="6837"/>
                  <a:pt x="4127" y="6680"/>
                  <a:pt x="4127" y="6491"/>
                </a:cubicBezTo>
                <a:cubicBezTo>
                  <a:pt x="4127" y="6302"/>
                  <a:pt x="4285" y="6144"/>
                  <a:pt x="4474" y="6144"/>
                </a:cubicBezTo>
                <a:close/>
                <a:moveTo>
                  <a:pt x="7183" y="7562"/>
                </a:moveTo>
                <a:cubicBezTo>
                  <a:pt x="7404" y="7562"/>
                  <a:pt x="7561" y="7720"/>
                  <a:pt x="7561" y="7909"/>
                </a:cubicBezTo>
                <a:cubicBezTo>
                  <a:pt x="7561" y="8098"/>
                  <a:pt x="7404" y="8255"/>
                  <a:pt x="7183" y="8255"/>
                </a:cubicBezTo>
                <a:lnTo>
                  <a:pt x="4474" y="8255"/>
                </a:lnTo>
                <a:cubicBezTo>
                  <a:pt x="4285" y="8255"/>
                  <a:pt x="4127" y="8098"/>
                  <a:pt x="4127" y="7909"/>
                </a:cubicBezTo>
                <a:cubicBezTo>
                  <a:pt x="4127" y="7720"/>
                  <a:pt x="4285" y="7562"/>
                  <a:pt x="4474" y="7562"/>
                </a:cubicBezTo>
                <a:close/>
                <a:moveTo>
                  <a:pt x="3151" y="7531"/>
                </a:moveTo>
                <a:cubicBezTo>
                  <a:pt x="3340" y="7531"/>
                  <a:pt x="3497" y="7657"/>
                  <a:pt x="3497" y="7877"/>
                </a:cubicBezTo>
                <a:lnTo>
                  <a:pt x="3497" y="9232"/>
                </a:lnTo>
                <a:cubicBezTo>
                  <a:pt x="3497" y="9452"/>
                  <a:pt x="3340" y="9610"/>
                  <a:pt x="3151" y="9610"/>
                </a:cubicBezTo>
                <a:lnTo>
                  <a:pt x="1764" y="9610"/>
                </a:lnTo>
                <a:cubicBezTo>
                  <a:pt x="1575" y="9610"/>
                  <a:pt x="1418" y="9452"/>
                  <a:pt x="1418" y="9232"/>
                </a:cubicBezTo>
                <a:lnTo>
                  <a:pt x="1418" y="7877"/>
                </a:lnTo>
                <a:cubicBezTo>
                  <a:pt x="1418" y="7657"/>
                  <a:pt x="1575" y="7531"/>
                  <a:pt x="1764" y="7531"/>
                </a:cubicBezTo>
                <a:close/>
                <a:moveTo>
                  <a:pt x="5860" y="8885"/>
                </a:moveTo>
                <a:cubicBezTo>
                  <a:pt x="6049" y="8885"/>
                  <a:pt x="6207" y="9043"/>
                  <a:pt x="6207" y="9232"/>
                </a:cubicBezTo>
                <a:cubicBezTo>
                  <a:pt x="6207" y="9452"/>
                  <a:pt x="6049" y="9610"/>
                  <a:pt x="5860" y="9610"/>
                </a:cubicBezTo>
                <a:lnTo>
                  <a:pt x="4474" y="9610"/>
                </a:lnTo>
                <a:cubicBezTo>
                  <a:pt x="4285" y="9610"/>
                  <a:pt x="4127" y="9452"/>
                  <a:pt x="4127" y="9232"/>
                </a:cubicBezTo>
                <a:cubicBezTo>
                  <a:pt x="4127" y="9043"/>
                  <a:pt x="4285" y="8885"/>
                  <a:pt x="4474" y="8885"/>
                </a:cubicBezTo>
                <a:close/>
                <a:moveTo>
                  <a:pt x="1040" y="1"/>
                </a:moveTo>
                <a:cubicBezTo>
                  <a:pt x="504" y="1"/>
                  <a:pt x="0" y="473"/>
                  <a:pt x="0" y="1009"/>
                </a:cubicBezTo>
                <a:lnTo>
                  <a:pt x="0" y="9956"/>
                </a:lnTo>
                <a:cubicBezTo>
                  <a:pt x="32" y="10524"/>
                  <a:pt x="504" y="10996"/>
                  <a:pt x="1040" y="10996"/>
                </a:cubicBezTo>
                <a:lnTo>
                  <a:pt x="7908" y="10996"/>
                </a:lnTo>
                <a:cubicBezTo>
                  <a:pt x="8444" y="10996"/>
                  <a:pt x="8916" y="10524"/>
                  <a:pt x="8916" y="9956"/>
                </a:cubicBezTo>
                <a:lnTo>
                  <a:pt x="8916" y="1009"/>
                </a:lnTo>
                <a:cubicBezTo>
                  <a:pt x="8916" y="473"/>
                  <a:pt x="8444" y="1"/>
                  <a:pt x="7908" y="1"/>
                </a:cubicBezTo>
                <a:lnTo>
                  <a:pt x="7183" y="1"/>
                </a:lnTo>
                <a:lnTo>
                  <a:pt x="7183" y="347"/>
                </a:lnTo>
                <a:cubicBezTo>
                  <a:pt x="7183" y="915"/>
                  <a:pt x="6711" y="1387"/>
                  <a:pt x="6175" y="1387"/>
                </a:cubicBezTo>
                <a:lnTo>
                  <a:pt x="2741" y="1387"/>
                </a:lnTo>
                <a:cubicBezTo>
                  <a:pt x="2206" y="1387"/>
                  <a:pt x="1733" y="915"/>
                  <a:pt x="1733" y="347"/>
                </a:cubicBezTo>
                <a:lnTo>
                  <a:pt x="173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4" name="Google Shape;4504;p27"/>
          <p:cNvSpPr/>
          <p:nvPr/>
        </p:nvSpPr>
        <p:spPr>
          <a:xfrm>
            <a:off x="3319636" y="2827551"/>
            <a:ext cx="66152" cy="134306"/>
          </a:xfrm>
          <a:custGeom>
            <a:rect b="b" l="l" r="r" t="t"/>
            <a:pathLst>
              <a:path extrusionOk="0" h="4160" w="2049">
                <a:moveTo>
                  <a:pt x="1" y="1"/>
                </a:moveTo>
                <a:lnTo>
                  <a:pt x="1" y="4160"/>
                </a:lnTo>
                <a:lnTo>
                  <a:pt x="2049" y="4160"/>
                </a:lnTo>
                <a:lnTo>
                  <a:pt x="204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5" name="Google Shape;4505;p27"/>
          <p:cNvSpPr/>
          <p:nvPr/>
        </p:nvSpPr>
        <p:spPr>
          <a:xfrm>
            <a:off x="3319636" y="2740091"/>
            <a:ext cx="66152" cy="66152"/>
          </a:xfrm>
          <a:custGeom>
            <a:rect b="b" l="l" r="r" t="t"/>
            <a:pathLst>
              <a:path extrusionOk="0" h="2049" w="2049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2048"/>
                </a:lnTo>
                <a:lnTo>
                  <a:pt x="2049" y="2048"/>
                </a:lnTo>
                <a:lnTo>
                  <a:pt x="2049" y="1040"/>
                </a:lnTo>
                <a:cubicBezTo>
                  <a:pt x="2049" y="473"/>
                  <a:pt x="1576" y="1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6" name="Google Shape;4506;p27"/>
          <p:cNvSpPr/>
          <p:nvPr/>
        </p:nvSpPr>
        <p:spPr>
          <a:xfrm>
            <a:off x="3321670" y="2984199"/>
            <a:ext cx="60050" cy="66152"/>
          </a:xfrm>
          <a:custGeom>
            <a:rect b="b" l="l" r="r" t="t"/>
            <a:pathLst>
              <a:path extrusionOk="0" h="2049" w="1860">
                <a:moveTo>
                  <a:pt x="1" y="1"/>
                </a:moveTo>
                <a:lnTo>
                  <a:pt x="599" y="1796"/>
                </a:lnTo>
                <a:cubicBezTo>
                  <a:pt x="694" y="1985"/>
                  <a:pt x="788" y="2048"/>
                  <a:pt x="946" y="2048"/>
                </a:cubicBezTo>
                <a:cubicBezTo>
                  <a:pt x="1103" y="2048"/>
                  <a:pt x="1229" y="1985"/>
                  <a:pt x="1261" y="1796"/>
                </a:cubicBezTo>
                <a:lnTo>
                  <a:pt x="186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7" name="Google Shape;4507;p27"/>
          <p:cNvSpPr/>
          <p:nvPr/>
        </p:nvSpPr>
        <p:spPr>
          <a:xfrm>
            <a:off x="3114704" y="3447069"/>
            <a:ext cx="10202" cy="16304"/>
          </a:xfrm>
          <a:custGeom>
            <a:rect b="b" l="l" r="r" t="t"/>
            <a:pathLst>
              <a:path extrusionOk="0" h="505" w="316">
                <a:moveTo>
                  <a:pt x="158" y="1"/>
                </a:moveTo>
                <a:lnTo>
                  <a:pt x="0" y="505"/>
                </a:lnTo>
                <a:lnTo>
                  <a:pt x="315" y="505"/>
                </a:lnTo>
                <a:lnTo>
                  <a:pt x="15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8" name="Google Shape;4508;p27"/>
          <p:cNvSpPr/>
          <p:nvPr/>
        </p:nvSpPr>
        <p:spPr>
          <a:xfrm>
            <a:off x="3008906" y="3351472"/>
            <a:ext cx="221766" cy="223348"/>
          </a:xfrm>
          <a:custGeom>
            <a:rect b="b" l="l" r="r" t="t"/>
            <a:pathLst>
              <a:path extrusionOk="0" h="6918" w="6869">
                <a:moveTo>
                  <a:pt x="3427" y="1449"/>
                </a:moveTo>
                <a:cubicBezTo>
                  <a:pt x="3569" y="1449"/>
                  <a:pt x="3718" y="1512"/>
                  <a:pt x="3781" y="1638"/>
                </a:cubicBezTo>
                <a:lnTo>
                  <a:pt x="4317" y="3466"/>
                </a:lnTo>
                <a:lnTo>
                  <a:pt x="4474" y="3466"/>
                </a:lnTo>
                <a:cubicBezTo>
                  <a:pt x="4695" y="3466"/>
                  <a:pt x="4852" y="3623"/>
                  <a:pt x="4852" y="3812"/>
                </a:cubicBezTo>
                <a:cubicBezTo>
                  <a:pt x="4852" y="3970"/>
                  <a:pt x="4726" y="4127"/>
                  <a:pt x="4537" y="4127"/>
                </a:cubicBezTo>
                <a:lnTo>
                  <a:pt x="4789" y="5072"/>
                </a:lnTo>
                <a:cubicBezTo>
                  <a:pt x="4852" y="5262"/>
                  <a:pt x="4758" y="5419"/>
                  <a:pt x="4569" y="5514"/>
                </a:cubicBezTo>
                <a:cubicBezTo>
                  <a:pt x="4545" y="5518"/>
                  <a:pt x="4521" y="5520"/>
                  <a:pt x="4498" y="5520"/>
                </a:cubicBezTo>
                <a:cubicBezTo>
                  <a:pt x="4341" y="5520"/>
                  <a:pt x="4210" y="5427"/>
                  <a:pt x="4128" y="5262"/>
                </a:cubicBezTo>
                <a:lnTo>
                  <a:pt x="3781" y="4127"/>
                </a:lnTo>
                <a:lnTo>
                  <a:pt x="3057" y="4127"/>
                </a:lnTo>
                <a:lnTo>
                  <a:pt x="2710" y="5262"/>
                </a:lnTo>
                <a:cubicBezTo>
                  <a:pt x="2683" y="5427"/>
                  <a:pt x="2535" y="5520"/>
                  <a:pt x="2351" y="5520"/>
                </a:cubicBezTo>
                <a:cubicBezTo>
                  <a:pt x="2325" y="5520"/>
                  <a:pt x="2297" y="5518"/>
                  <a:pt x="2269" y="5514"/>
                </a:cubicBezTo>
                <a:cubicBezTo>
                  <a:pt x="2080" y="5451"/>
                  <a:pt x="2017" y="5262"/>
                  <a:pt x="2049" y="5072"/>
                </a:cubicBezTo>
                <a:lnTo>
                  <a:pt x="2332" y="4127"/>
                </a:lnTo>
                <a:cubicBezTo>
                  <a:pt x="2175" y="4096"/>
                  <a:pt x="2017" y="3970"/>
                  <a:pt x="2017" y="3812"/>
                </a:cubicBezTo>
                <a:cubicBezTo>
                  <a:pt x="2049" y="3623"/>
                  <a:pt x="2206" y="3466"/>
                  <a:pt x="2395" y="3466"/>
                </a:cubicBezTo>
                <a:lnTo>
                  <a:pt x="2553" y="3466"/>
                </a:lnTo>
                <a:lnTo>
                  <a:pt x="3120" y="1638"/>
                </a:lnTo>
                <a:cubicBezTo>
                  <a:pt x="3151" y="1512"/>
                  <a:pt x="3285" y="1449"/>
                  <a:pt x="3427" y="1449"/>
                </a:cubicBezTo>
                <a:close/>
                <a:moveTo>
                  <a:pt x="3435" y="0"/>
                </a:moveTo>
                <a:cubicBezTo>
                  <a:pt x="1544" y="0"/>
                  <a:pt x="1" y="1544"/>
                  <a:pt x="1" y="3434"/>
                </a:cubicBezTo>
                <a:cubicBezTo>
                  <a:pt x="1" y="5356"/>
                  <a:pt x="1544" y="6900"/>
                  <a:pt x="3435" y="6900"/>
                </a:cubicBezTo>
                <a:cubicBezTo>
                  <a:pt x="4065" y="6900"/>
                  <a:pt x="4632" y="6742"/>
                  <a:pt x="5168" y="6427"/>
                </a:cubicBezTo>
                <a:lnTo>
                  <a:pt x="6365" y="6900"/>
                </a:lnTo>
                <a:cubicBezTo>
                  <a:pt x="6407" y="6910"/>
                  <a:pt x="6449" y="6917"/>
                  <a:pt x="6491" y="6917"/>
                </a:cubicBezTo>
                <a:cubicBezTo>
                  <a:pt x="6575" y="6917"/>
                  <a:pt x="6659" y="6889"/>
                  <a:pt x="6743" y="6805"/>
                </a:cubicBezTo>
                <a:cubicBezTo>
                  <a:pt x="6806" y="6742"/>
                  <a:pt x="6869" y="6616"/>
                  <a:pt x="6869" y="6459"/>
                </a:cubicBezTo>
                <a:lnTo>
                  <a:pt x="6491" y="5009"/>
                </a:lnTo>
                <a:cubicBezTo>
                  <a:pt x="6743" y="4537"/>
                  <a:pt x="6869" y="4001"/>
                  <a:pt x="6869" y="3466"/>
                </a:cubicBezTo>
                <a:cubicBezTo>
                  <a:pt x="6869" y="3119"/>
                  <a:pt x="6774" y="2804"/>
                  <a:pt x="6711" y="2489"/>
                </a:cubicBezTo>
                <a:cubicBezTo>
                  <a:pt x="6617" y="2426"/>
                  <a:pt x="6491" y="2395"/>
                  <a:pt x="6428" y="2363"/>
                </a:cubicBezTo>
                <a:lnTo>
                  <a:pt x="5514" y="2710"/>
                </a:lnTo>
                <a:cubicBezTo>
                  <a:pt x="5389" y="2755"/>
                  <a:pt x="5256" y="2780"/>
                  <a:pt x="5125" y="2780"/>
                </a:cubicBezTo>
                <a:cubicBezTo>
                  <a:pt x="4892" y="2780"/>
                  <a:pt x="4667" y="2702"/>
                  <a:pt x="4506" y="2521"/>
                </a:cubicBezTo>
                <a:cubicBezTo>
                  <a:pt x="4222" y="2269"/>
                  <a:pt x="4096" y="1891"/>
                  <a:pt x="4159" y="1481"/>
                </a:cubicBezTo>
                <a:lnTo>
                  <a:pt x="4443" y="221"/>
                </a:lnTo>
                <a:cubicBezTo>
                  <a:pt x="4443" y="189"/>
                  <a:pt x="4443" y="189"/>
                  <a:pt x="4411" y="158"/>
                </a:cubicBezTo>
                <a:cubicBezTo>
                  <a:pt x="4096" y="63"/>
                  <a:pt x="3781" y="0"/>
                  <a:pt x="34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9" name="Google Shape;4509;p27"/>
          <p:cNvSpPr/>
          <p:nvPr/>
        </p:nvSpPr>
        <p:spPr>
          <a:xfrm>
            <a:off x="3264218" y="3286353"/>
            <a:ext cx="20372" cy="33609"/>
          </a:xfrm>
          <a:custGeom>
            <a:rect b="b" l="l" r="r" t="t"/>
            <a:pathLst>
              <a:path extrusionOk="0" h="1041" w="631">
                <a:moveTo>
                  <a:pt x="0" y="1"/>
                </a:moveTo>
                <a:cubicBezTo>
                  <a:pt x="32" y="410"/>
                  <a:pt x="126" y="694"/>
                  <a:pt x="315" y="1041"/>
                </a:cubicBezTo>
                <a:cubicBezTo>
                  <a:pt x="473" y="694"/>
                  <a:pt x="599" y="347"/>
                  <a:pt x="6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0" name="Google Shape;4510;p27"/>
          <p:cNvSpPr/>
          <p:nvPr/>
        </p:nvSpPr>
        <p:spPr>
          <a:xfrm>
            <a:off x="3162487" y="3197859"/>
            <a:ext cx="222799" cy="222637"/>
          </a:xfrm>
          <a:custGeom>
            <a:rect b="b" l="l" r="r" t="t"/>
            <a:pathLst>
              <a:path extrusionOk="0" h="6896" w="6901">
                <a:moveTo>
                  <a:pt x="3435" y="1356"/>
                </a:moveTo>
                <a:cubicBezTo>
                  <a:pt x="3624" y="1356"/>
                  <a:pt x="3782" y="1513"/>
                  <a:pt x="3782" y="1734"/>
                </a:cubicBezTo>
                <a:lnTo>
                  <a:pt x="3782" y="2080"/>
                </a:lnTo>
                <a:lnTo>
                  <a:pt x="4821" y="2080"/>
                </a:lnTo>
                <a:cubicBezTo>
                  <a:pt x="5010" y="2080"/>
                  <a:pt x="5168" y="2238"/>
                  <a:pt x="5168" y="2427"/>
                </a:cubicBezTo>
                <a:cubicBezTo>
                  <a:pt x="5168" y="2616"/>
                  <a:pt x="5010" y="2742"/>
                  <a:pt x="4821" y="2742"/>
                </a:cubicBezTo>
                <a:lnTo>
                  <a:pt x="4412" y="2742"/>
                </a:lnTo>
                <a:cubicBezTo>
                  <a:pt x="4380" y="3341"/>
                  <a:pt x="4191" y="3876"/>
                  <a:pt x="3876" y="4412"/>
                </a:cubicBezTo>
                <a:cubicBezTo>
                  <a:pt x="3908" y="4443"/>
                  <a:pt x="3908" y="4475"/>
                  <a:pt x="3939" y="4506"/>
                </a:cubicBezTo>
                <a:lnTo>
                  <a:pt x="4349" y="4916"/>
                </a:lnTo>
                <a:cubicBezTo>
                  <a:pt x="4443" y="5042"/>
                  <a:pt x="4443" y="5262"/>
                  <a:pt x="4349" y="5388"/>
                </a:cubicBezTo>
                <a:cubicBezTo>
                  <a:pt x="4286" y="5451"/>
                  <a:pt x="4191" y="5483"/>
                  <a:pt x="4101" y="5483"/>
                </a:cubicBezTo>
                <a:cubicBezTo>
                  <a:pt x="4010" y="5483"/>
                  <a:pt x="3923" y="5451"/>
                  <a:pt x="3876" y="5388"/>
                </a:cubicBezTo>
                <a:lnTo>
                  <a:pt x="3466" y="4979"/>
                </a:lnTo>
                <a:lnTo>
                  <a:pt x="3435" y="4947"/>
                </a:lnTo>
                <a:lnTo>
                  <a:pt x="3403" y="4979"/>
                </a:lnTo>
                <a:lnTo>
                  <a:pt x="2994" y="5388"/>
                </a:lnTo>
                <a:cubicBezTo>
                  <a:pt x="2931" y="5451"/>
                  <a:pt x="2844" y="5483"/>
                  <a:pt x="2758" y="5483"/>
                </a:cubicBezTo>
                <a:cubicBezTo>
                  <a:pt x="2671" y="5483"/>
                  <a:pt x="2584" y="5451"/>
                  <a:pt x="2521" y="5388"/>
                </a:cubicBezTo>
                <a:cubicBezTo>
                  <a:pt x="2395" y="5262"/>
                  <a:pt x="2395" y="5042"/>
                  <a:pt x="2521" y="4916"/>
                </a:cubicBezTo>
                <a:lnTo>
                  <a:pt x="2931" y="4506"/>
                </a:lnTo>
                <a:cubicBezTo>
                  <a:pt x="2962" y="4475"/>
                  <a:pt x="2962" y="4443"/>
                  <a:pt x="2994" y="4412"/>
                </a:cubicBezTo>
                <a:cubicBezTo>
                  <a:pt x="2679" y="3939"/>
                  <a:pt x="2490" y="3341"/>
                  <a:pt x="2458" y="2742"/>
                </a:cubicBezTo>
                <a:lnTo>
                  <a:pt x="2049" y="2742"/>
                </a:lnTo>
                <a:cubicBezTo>
                  <a:pt x="1860" y="2742"/>
                  <a:pt x="1702" y="2584"/>
                  <a:pt x="1702" y="2395"/>
                </a:cubicBezTo>
                <a:cubicBezTo>
                  <a:pt x="1702" y="2206"/>
                  <a:pt x="1860" y="2049"/>
                  <a:pt x="2049" y="2049"/>
                </a:cubicBezTo>
                <a:lnTo>
                  <a:pt x="3088" y="2049"/>
                </a:lnTo>
                <a:lnTo>
                  <a:pt x="3088" y="1734"/>
                </a:lnTo>
                <a:cubicBezTo>
                  <a:pt x="3088" y="1513"/>
                  <a:pt x="3246" y="1356"/>
                  <a:pt x="3435" y="1356"/>
                </a:cubicBezTo>
                <a:close/>
                <a:moveTo>
                  <a:pt x="3466" y="1"/>
                </a:moveTo>
                <a:cubicBezTo>
                  <a:pt x="1576" y="1"/>
                  <a:pt x="32" y="1576"/>
                  <a:pt x="32" y="3467"/>
                </a:cubicBezTo>
                <a:cubicBezTo>
                  <a:pt x="32" y="3971"/>
                  <a:pt x="158" y="4506"/>
                  <a:pt x="411" y="4979"/>
                </a:cubicBezTo>
                <a:lnTo>
                  <a:pt x="32" y="6459"/>
                </a:lnTo>
                <a:cubicBezTo>
                  <a:pt x="1" y="6554"/>
                  <a:pt x="32" y="6680"/>
                  <a:pt x="158" y="6806"/>
                </a:cubicBezTo>
                <a:cubicBezTo>
                  <a:pt x="225" y="6851"/>
                  <a:pt x="324" y="6895"/>
                  <a:pt x="420" y="6895"/>
                </a:cubicBezTo>
                <a:cubicBezTo>
                  <a:pt x="460" y="6895"/>
                  <a:pt x="500" y="6887"/>
                  <a:pt x="537" y="6869"/>
                </a:cubicBezTo>
                <a:lnTo>
                  <a:pt x="1734" y="6396"/>
                </a:lnTo>
                <a:cubicBezTo>
                  <a:pt x="2269" y="6712"/>
                  <a:pt x="2899" y="6869"/>
                  <a:pt x="3466" y="6869"/>
                </a:cubicBezTo>
                <a:cubicBezTo>
                  <a:pt x="5357" y="6869"/>
                  <a:pt x="6901" y="5357"/>
                  <a:pt x="6901" y="3435"/>
                </a:cubicBezTo>
                <a:cubicBezTo>
                  <a:pt x="6901" y="1576"/>
                  <a:pt x="5325" y="1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1" name="Google Shape;4511;p27"/>
          <p:cNvSpPr/>
          <p:nvPr/>
        </p:nvSpPr>
        <p:spPr>
          <a:xfrm>
            <a:off x="2146227" y="1502502"/>
            <a:ext cx="108865" cy="44779"/>
          </a:xfrm>
          <a:custGeom>
            <a:rect b="b" l="l" r="r" t="t"/>
            <a:pathLst>
              <a:path extrusionOk="0" h="1387" w="3372">
                <a:moveTo>
                  <a:pt x="1670" y="1"/>
                </a:moveTo>
                <a:cubicBezTo>
                  <a:pt x="883" y="1"/>
                  <a:pt x="158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489" y="1"/>
                  <a:pt x="16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2" name="Google Shape;4512;p27"/>
          <p:cNvSpPr/>
          <p:nvPr/>
        </p:nvSpPr>
        <p:spPr>
          <a:xfrm>
            <a:off x="2232687" y="1449619"/>
            <a:ext cx="89526" cy="97662"/>
          </a:xfrm>
          <a:custGeom>
            <a:rect b="b" l="l" r="r" t="t"/>
            <a:pathLst>
              <a:path extrusionOk="0" h="3025" w="2773">
                <a:moveTo>
                  <a:pt x="2111" y="0"/>
                </a:moveTo>
                <a:lnTo>
                  <a:pt x="1387" y="221"/>
                </a:lnTo>
                <a:cubicBezTo>
                  <a:pt x="1298" y="265"/>
                  <a:pt x="1179" y="290"/>
                  <a:pt x="1049" y="290"/>
                </a:cubicBezTo>
                <a:cubicBezTo>
                  <a:pt x="808" y="290"/>
                  <a:pt x="531" y="205"/>
                  <a:pt x="347" y="0"/>
                </a:cubicBezTo>
                <a:lnTo>
                  <a:pt x="347" y="0"/>
                </a:lnTo>
                <a:cubicBezTo>
                  <a:pt x="378" y="63"/>
                  <a:pt x="378" y="189"/>
                  <a:pt x="378" y="315"/>
                </a:cubicBezTo>
                <a:cubicBezTo>
                  <a:pt x="378" y="662"/>
                  <a:pt x="221" y="977"/>
                  <a:pt x="0" y="1229"/>
                </a:cubicBezTo>
                <a:cubicBezTo>
                  <a:pt x="725" y="1575"/>
                  <a:pt x="1229" y="2237"/>
                  <a:pt x="1355" y="3025"/>
                </a:cubicBezTo>
                <a:lnTo>
                  <a:pt x="2773" y="3025"/>
                </a:lnTo>
                <a:lnTo>
                  <a:pt x="2773" y="221"/>
                </a:lnTo>
                <a:cubicBezTo>
                  <a:pt x="2521" y="189"/>
                  <a:pt x="2300" y="126"/>
                  <a:pt x="21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3" name="Google Shape;4513;p27"/>
          <p:cNvSpPr/>
          <p:nvPr/>
        </p:nvSpPr>
        <p:spPr>
          <a:xfrm>
            <a:off x="2082140" y="1326548"/>
            <a:ext cx="162781" cy="220733"/>
          </a:xfrm>
          <a:custGeom>
            <a:rect b="b" l="l" r="r" t="t"/>
            <a:pathLst>
              <a:path extrusionOk="0" h="6837" w="5042">
                <a:moveTo>
                  <a:pt x="1" y="0"/>
                </a:moveTo>
                <a:lnTo>
                  <a:pt x="1" y="6837"/>
                </a:lnTo>
                <a:lnTo>
                  <a:pt x="1418" y="6837"/>
                </a:lnTo>
                <a:cubicBezTo>
                  <a:pt x="1450" y="6018"/>
                  <a:pt x="1954" y="5356"/>
                  <a:pt x="2679" y="4978"/>
                </a:cubicBezTo>
                <a:cubicBezTo>
                  <a:pt x="2427" y="4757"/>
                  <a:pt x="2301" y="4442"/>
                  <a:pt x="2301" y="4064"/>
                </a:cubicBezTo>
                <a:cubicBezTo>
                  <a:pt x="2301" y="3340"/>
                  <a:pt x="2931" y="2710"/>
                  <a:pt x="3687" y="2710"/>
                </a:cubicBezTo>
                <a:cubicBezTo>
                  <a:pt x="4128" y="2710"/>
                  <a:pt x="4474" y="2899"/>
                  <a:pt x="4758" y="3214"/>
                </a:cubicBezTo>
                <a:cubicBezTo>
                  <a:pt x="4726" y="3056"/>
                  <a:pt x="4758" y="2899"/>
                  <a:pt x="4789" y="2741"/>
                </a:cubicBezTo>
                <a:lnTo>
                  <a:pt x="5041" y="2016"/>
                </a:lnTo>
                <a:cubicBezTo>
                  <a:pt x="4821" y="1607"/>
                  <a:pt x="4758" y="1134"/>
                  <a:pt x="4758" y="662"/>
                </a:cubicBezTo>
                <a:cubicBezTo>
                  <a:pt x="4758" y="410"/>
                  <a:pt x="4789" y="189"/>
                  <a:pt x="48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4" name="Google Shape;4514;p27"/>
          <p:cNvSpPr/>
          <p:nvPr/>
        </p:nvSpPr>
        <p:spPr>
          <a:xfrm>
            <a:off x="2179804" y="1436382"/>
            <a:ext cx="43746" cy="43778"/>
          </a:xfrm>
          <a:custGeom>
            <a:rect b="b" l="l" r="r" t="t"/>
            <a:pathLst>
              <a:path extrusionOk="0" h="1356" w="1355">
                <a:moveTo>
                  <a:pt x="662" y="1"/>
                </a:moveTo>
                <a:cubicBezTo>
                  <a:pt x="315" y="1"/>
                  <a:pt x="0" y="316"/>
                  <a:pt x="0" y="694"/>
                </a:cubicBezTo>
                <a:cubicBezTo>
                  <a:pt x="0" y="1040"/>
                  <a:pt x="315" y="1355"/>
                  <a:pt x="662" y="1355"/>
                </a:cubicBezTo>
                <a:cubicBezTo>
                  <a:pt x="1040" y="1355"/>
                  <a:pt x="1355" y="1040"/>
                  <a:pt x="1355" y="694"/>
                </a:cubicBezTo>
                <a:cubicBezTo>
                  <a:pt x="1355" y="316"/>
                  <a:pt x="1040" y="1"/>
                  <a:pt x="6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5" name="Google Shape;4515;p27"/>
          <p:cNvSpPr/>
          <p:nvPr/>
        </p:nvSpPr>
        <p:spPr>
          <a:xfrm>
            <a:off x="2256062" y="1260977"/>
            <a:ext cx="177019" cy="175437"/>
          </a:xfrm>
          <a:custGeom>
            <a:rect b="b" l="l" r="r" t="t"/>
            <a:pathLst>
              <a:path extrusionOk="0" h="5434" w="5483">
                <a:moveTo>
                  <a:pt x="2710" y="992"/>
                </a:moveTo>
                <a:cubicBezTo>
                  <a:pt x="2899" y="992"/>
                  <a:pt x="3057" y="1149"/>
                  <a:pt x="3057" y="1338"/>
                </a:cubicBezTo>
                <a:cubicBezTo>
                  <a:pt x="3057" y="1559"/>
                  <a:pt x="2899" y="1716"/>
                  <a:pt x="2710" y="1716"/>
                </a:cubicBezTo>
                <a:cubicBezTo>
                  <a:pt x="2521" y="1716"/>
                  <a:pt x="2364" y="1559"/>
                  <a:pt x="2364" y="1338"/>
                </a:cubicBezTo>
                <a:cubicBezTo>
                  <a:pt x="2395" y="1149"/>
                  <a:pt x="2553" y="992"/>
                  <a:pt x="2710" y="992"/>
                </a:cubicBezTo>
                <a:close/>
                <a:moveTo>
                  <a:pt x="2742" y="2346"/>
                </a:moveTo>
                <a:cubicBezTo>
                  <a:pt x="2962" y="2346"/>
                  <a:pt x="3120" y="2504"/>
                  <a:pt x="3120" y="2693"/>
                </a:cubicBezTo>
                <a:lnTo>
                  <a:pt x="3120" y="4079"/>
                </a:lnTo>
                <a:cubicBezTo>
                  <a:pt x="3120" y="4268"/>
                  <a:pt x="2962" y="4426"/>
                  <a:pt x="2742" y="4426"/>
                </a:cubicBezTo>
                <a:cubicBezTo>
                  <a:pt x="2553" y="4426"/>
                  <a:pt x="2395" y="4268"/>
                  <a:pt x="2395" y="4079"/>
                </a:cubicBezTo>
                <a:lnTo>
                  <a:pt x="2395" y="2693"/>
                </a:lnTo>
                <a:cubicBezTo>
                  <a:pt x="2395" y="2504"/>
                  <a:pt x="2553" y="2346"/>
                  <a:pt x="2742" y="2346"/>
                </a:cubicBezTo>
                <a:close/>
                <a:moveTo>
                  <a:pt x="2646" y="0"/>
                </a:moveTo>
                <a:cubicBezTo>
                  <a:pt x="1359" y="0"/>
                  <a:pt x="1" y="1099"/>
                  <a:pt x="1" y="2724"/>
                </a:cubicBezTo>
                <a:cubicBezTo>
                  <a:pt x="1" y="3197"/>
                  <a:pt x="127" y="3638"/>
                  <a:pt x="348" y="4016"/>
                </a:cubicBezTo>
                <a:lnTo>
                  <a:pt x="33" y="4961"/>
                </a:lnTo>
                <a:cubicBezTo>
                  <a:pt x="1" y="5087"/>
                  <a:pt x="33" y="5245"/>
                  <a:pt x="127" y="5339"/>
                </a:cubicBezTo>
                <a:cubicBezTo>
                  <a:pt x="167" y="5399"/>
                  <a:pt x="245" y="5421"/>
                  <a:pt x="329" y="5421"/>
                </a:cubicBezTo>
                <a:cubicBezTo>
                  <a:pt x="377" y="5421"/>
                  <a:pt x="427" y="5414"/>
                  <a:pt x="474" y="5402"/>
                </a:cubicBezTo>
                <a:lnTo>
                  <a:pt x="1419" y="5087"/>
                </a:lnTo>
                <a:cubicBezTo>
                  <a:pt x="1797" y="5339"/>
                  <a:pt x="2238" y="5434"/>
                  <a:pt x="2742" y="5434"/>
                </a:cubicBezTo>
                <a:cubicBezTo>
                  <a:pt x="4254" y="5434"/>
                  <a:pt x="5483" y="4237"/>
                  <a:pt x="5483" y="2724"/>
                </a:cubicBezTo>
                <a:cubicBezTo>
                  <a:pt x="5483" y="1275"/>
                  <a:pt x="4317" y="78"/>
                  <a:pt x="2899" y="15"/>
                </a:cubicBezTo>
                <a:cubicBezTo>
                  <a:pt x="2815" y="5"/>
                  <a:pt x="2731" y="0"/>
                  <a:pt x="26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6" name="Google Shape;4516;p27"/>
          <p:cNvSpPr/>
          <p:nvPr/>
        </p:nvSpPr>
        <p:spPr>
          <a:xfrm>
            <a:off x="2079106" y="1568623"/>
            <a:ext cx="243106" cy="68186"/>
          </a:xfrm>
          <a:custGeom>
            <a:rect b="b" l="l" r="r" t="t"/>
            <a:pathLst>
              <a:path extrusionOk="0" h="2112" w="7530">
                <a:moveTo>
                  <a:pt x="0" y="0"/>
                </a:moveTo>
                <a:lnTo>
                  <a:pt x="0" y="1071"/>
                </a:lnTo>
                <a:cubicBezTo>
                  <a:pt x="0" y="1670"/>
                  <a:pt x="473" y="2111"/>
                  <a:pt x="1040" y="2111"/>
                </a:cubicBezTo>
                <a:lnTo>
                  <a:pt x="6490" y="2111"/>
                </a:lnTo>
                <a:cubicBezTo>
                  <a:pt x="7057" y="2111"/>
                  <a:pt x="7530" y="1639"/>
                  <a:pt x="7530" y="1071"/>
                </a:cubicBezTo>
                <a:lnTo>
                  <a:pt x="753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7" name="Google Shape;4517;p27"/>
          <p:cNvSpPr/>
          <p:nvPr/>
        </p:nvSpPr>
        <p:spPr>
          <a:xfrm>
            <a:off x="2080106" y="1260427"/>
            <a:ext cx="198359" cy="43778"/>
          </a:xfrm>
          <a:custGeom>
            <a:rect b="b" l="l" r="r" t="t"/>
            <a:pathLst>
              <a:path extrusionOk="0" h="1356" w="6144">
                <a:moveTo>
                  <a:pt x="1040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1355"/>
                </a:lnTo>
                <a:lnTo>
                  <a:pt x="5104" y="1355"/>
                </a:lnTo>
                <a:cubicBezTo>
                  <a:pt x="5293" y="819"/>
                  <a:pt x="5672" y="347"/>
                  <a:pt x="61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8" name="Google Shape;4518;p27"/>
          <p:cNvSpPr/>
          <p:nvPr/>
        </p:nvSpPr>
        <p:spPr>
          <a:xfrm>
            <a:off x="3008906" y="3692997"/>
            <a:ext cx="376379" cy="376346"/>
          </a:xfrm>
          <a:custGeom>
            <a:rect b="b" l="l" r="r" t="t"/>
            <a:pathLst>
              <a:path extrusionOk="0" h="11657" w="11658">
                <a:moveTo>
                  <a:pt x="5829" y="0"/>
                </a:moveTo>
                <a:cubicBezTo>
                  <a:pt x="3372" y="0"/>
                  <a:pt x="1261" y="1796"/>
                  <a:pt x="788" y="4159"/>
                </a:cubicBezTo>
                <a:cubicBezTo>
                  <a:pt x="347" y="4285"/>
                  <a:pt x="1" y="4694"/>
                  <a:pt x="1" y="5167"/>
                </a:cubicBezTo>
                <a:lnTo>
                  <a:pt x="1" y="7876"/>
                </a:lnTo>
                <a:cubicBezTo>
                  <a:pt x="1" y="8412"/>
                  <a:pt x="473" y="8885"/>
                  <a:pt x="1009" y="8885"/>
                </a:cubicBezTo>
                <a:lnTo>
                  <a:pt x="1702" y="8885"/>
                </a:lnTo>
                <a:cubicBezTo>
                  <a:pt x="1891" y="8885"/>
                  <a:pt x="2049" y="8727"/>
                  <a:pt x="2049" y="8538"/>
                </a:cubicBezTo>
                <a:lnTo>
                  <a:pt x="2049" y="4442"/>
                </a:lnTo>
                <a:cubicBezTo>
                  <a:pt x="2049" y="4253"/>
                  <a:pt x="1891" y="4096"/>
                  <a:pt x="1702" y="4096"/>
                </a:cubicBezTo>
                <a:lnTo>
                  <a:pt x="1481" y="4096"/>
                </a:lnTo>
                <a:cubicBezTo>
                  <a:pt x="1954" y="2111"/>
                  <a:pt x="3781" y="630"/>
                  <a:pt x="5829" y="630"/>
                </a:cubicBezTo>
                <a:cubicBezTo>
                  <a:pt x="7877" y="630"/>
                  <a:pt x="9673" y="2111"/>
                  <a:pt x="10145" y="4096"/>
                </a:cubicBezTo>
                <a:lnTo>
                  <a:pt x="9956" y="4096"/>
                </a:lnTo>
                <a:cubicBezTo>
                  <a:pt x="9767" y="4096"/>
                  <a:pt x="9610" y="4253"/>
                  <a:pt x="9610" y="4442"/>
                </a:cubicBezTo>
                <a:lnTo>
                  <a:pt x="9610" y="8538"/>
                </a:lnTo>
                <a:cubicBezTo>
                  <a:pt x="9610" y="8727"/>
                  <a:pt x="9767" y="8885"/>
                  <a:pt x="9956" y="8885"/>
                </a:cubicBezTo>
                <a:lnTo>
                  <a:pt x="10271" y="8885"/>
                </a:lnTo>
                <a:cubicBezTo>
                  <a:pt x="10114" y="9672"/>
                  <a:pt x="9421" y="10271"/>
                  <a:pt x="8570" y="10271"/>
                </a:cubicBezTo>
                <a:lnTo>
                  <a:pt x="6774" y="10271"/>
                </a:lnTo>
                <a:cubicBezTo>
                  <a:pt x="6617" y="9893"/>
                  <a:pt x="6270" y="9609"/>
                  <a:pt x="5829" y="9609"/>
                </a:cubicBezTo>
                <a:cubicBezTo>
                  <a:pt x="5262" y="9609"/>
                  <a:pt x="4789" y="10082"/>
                  <a:pt x="4789" y="10617"/>
                </a:cubicBezTo>
                <a:cubicBezTo>
                  <a:pt x="4789" y="11184"/>
                  <a:pt x="5262" y="11657"/>
                  <a:pt x="5829" y="11657"/>
                </a:cubicBezTo>
                <a:cubicBezTo>
                  <a:pt x="6270" y="11657"/>
                  <a:pt x="6648" y="11373"/>
                  <a:pt x="6774" y="10995"/>
                </a:cubicBezTo>
                <a:lnTo>
                  <a:pt x="8570" y="10995"/>
                </a:lnTo>
                <a:cubicBezTo>
                  <a:pt x="9799" y="10995"/>
                  <a:pt x="10775" y="10082"/>
                  <a:pt x="10933" y="8885"/>
                </a:cubicBezTo>
                <a:cubicBezTo>
                  <a:pt x="11342" y="8790"/>
                  <a:pt x="11658" y="8380"/>
                  <a:pt x="11658" y="7908"/>
                </a:cubicBezTo>
                <a:lnTo>
                  <a:pt x="11658" y="5198"/>
                </a:lnTo>
                <a:cubicBezTo>
                  <a:pt x="11658" y="4694"/>
                  <a:pt x="11311" y="4253"/>
                  <a:pt x="10870" y="4159"/>
                </a:cubicBezTo>
                <a:cubicBezTo>
                  <a:pt x="10397" y="1796"/>
                  <a:pt x="8255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9" name="Google Shape;4519;p27"/>
          <p:cNvSpPr/>
          <p:nvPr/>
        </p:nvSpPr>
        <p:spPr>
          <a:xfrm>
            <a:off x="3096398" y="3781491"/>
            <a:ext cx="202427" cy="199198"/>
          </a:xfrm>
          <a:custGeom>
            <a:rect b="b" l="l" r="r" t="t"/>
            <a:pathLst>
              <a:path extrusionOk="0" h="6170" w="6270">
                <a:moveTo>
                  <a:pt x="3119" y="1386"/>
                </a:moveTo>
                <a:cubicBezTo>
                  <a:pt x="3308" y="1386"/>
                  <a:pt x="3466" y="1544"/>
                  <a:pt x="3466" y="1733"/>
                </a:cubicBezTo>
                <a:cubicBezTo>
                  <a:pt x="3466" y="1953"/>
                  <a:pt x="3308" y="2079"/>
                  <a:pt x="3119" y="2079"/>
                </a:cubicBezTo>
                <a:cubicBezTo>
                  <a:pt x="2930" y="2079"/>
                  <a:pt x="2773" y="1953"/>
                  <a:pt x="2773" y="1733"/>
                </a:cubicBezTo>
                <a:cubicBezTo>
                  <a:pt x="2773" y="1544"/>
                  <a:pt x="2930" y="1386"/>
                  <a:pt x="3119" y="1386"/>
                </a:cubicBezTo>
                <a:close/>
                <a:moveTo>
                  <a:pt x="3119" y="2741"/>
                </a:moveTo>
                <a:cubicBezTo>
                  <a:pt x="3308" y="2741"/>
                  <a:pt x="3466" y="2867"/>
                  <a:pt x="3466" y="3088"/>
                </a:cubicBezTo>
                <a:lnTo>
                  <a:pt x="3466" y="4474"/>
                </a:lnTo>
                <a:cubicBezTo>
                  <a:pt x="3466" y="4663"/>
                  <a:pt x="3308" y="4820"/>
                  <a:pt x="3119" y="4820"/>
                </a:cubicBezTo>
                <a:cubicBezTo>
                  <a:pt x="2930" y="4820"/>
                  <a:pt x="2773" y="4663"/>
                  <a:pt x="2773" y="4474"/>
                </a:cubicBezTo>
                <a:lnTo>
                  <a:pt x="2773" y="3088"/>
                </a:lnTo>
                <a:cubicBezTo>
                  <a:pt x="2773" y="2867"/>
                  <a:pt x="2930" y="2741"/>
                  <a:pt x="3119" y="2741"/>
                </a:cubicBezTo>
                <a:close/>
                <a:moveTo>
                  <a:pt x="3151" y="0"/>
                </a:moveTo>
                <a:cubicBezTo>
                  <a:pt x="1449" y="0"/>
                  <a:pt x="63" y="1386"/>
                  <a:pt x="63" y="3088"/>
                </a:cubicBezTo>
                <a:cubicBezTo>
                  <a:pt x="63" y="3592"/>
                  <a:pt x="158" y="4096"/>
                  <a:pt x="441" y="4568"/>
                </a:cubicBezTo>
                <a:lnTo>
                  <a:pt x="63" y="5734"/>
                </a:lnTo>
                <a:cubicBezTo>
                  <a:pt x="0" y="5828"/>
                  <a:pt x="0" y="5955"/>
                  <a:pt x="126" y="6081"/>
                </a:cubicBezTo>
                <a:cubicBezTo>
                  <a:pt x="171" y="6125"/>
                  <a:pt x="263" y="6170"/>
                  <a:pt x="357" y="6170"/>
                </a:cubicBezTo>
                <a:cubicBezTo>
                  <a:pt x="396" y="6170"/>
                  <a:pt x="436" y="6162"/>
                  <a:pt x="473" y="6144"/>
                </a:cubicBezTo>
                <a:lnTo>
                  <a:pt x="1638" y="5765"/>
                </a:lnTo>
                <a:cubicBezTo>
                  <a:pt x="2079" y="6049"/>
                  <a:pt x="2615" y="6144"/>
                  <a:pt x="3151" y="6144"/>
                </a:cubicBezTo>
                <a:cubicBezTo>
                  <a:pt x="4852" y="6144"/>
                  <a:pt x="6270" y="4789"/>
                  <a:pt x="6270" y="3088"/>
                </a:cubicBezTo>
                <a:cubicBezTo>
                  <a:pt x="6270" y="1386"/>
                  <a:pt x="4852" y="0"/>
                  <a:pt x="31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0" name="Google Shape;4520;p27"/>
          <p:cNvSpPr/>
          <p:nvPr/>
        </p:nvSpPr>
        <p:spPr>
          <a:xfrm>
            <a:off x="2198388" y="4402079"/>
            <a:ext cx="241104" cy="43778"/>
          </a:xfrm>
          <a:custGeom>
            <a:rect b="b" l="l" r="r" t="t"/>
            <a:pathLst>
              <a:path extrusionOk="0" h="1356" w="7468">
                <a:moveTo>
                  <a:pt x="568" y="1"/>
                </a:moveTo>
                <a:cubicBezTo>
                  <a:pt x="568" y="505"/>
                  <a:pt x="379" y="977"/>
                  <a:pt x="1" y="1356"/>
                </a:cubicBezTo>
                <a:lnTo>
                  <a:pt x="7467" y="1356"/>
                </a:lnTo>
                <a:lnTo>
                  <a:pt x="746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1" name="Google Shape;4521;p27"/>
          <p:cNvSpPr/>
          <p:nvPr/>
        </p:nvSpPr>
        <p:spPr>
          <a:xfrm>
            <a:off x="2217727" y="4468199"/>
            <a:ext cx="222767" cy="88525"/>
          </a:xfrm>
          <a:custGeom>
            <a:rect b="b" l="l" r="r" t="t"/>
            <a:pathLst>
              <a:path extrusionOk="0" h="2742" w="6900">
                <a:moveTo>
                  <a:pt x="0" y="1"/>
                </a:moveTo>
                <a:cubicBezTo>
                  <a:pt x="662" y="505"/>
                  <a:pt x="1134" y="1292"/>
                  <a:pt x="1292" y="2237"/>
                </a:cubicBezTo>
                <a:cubicBezTo>
                  <a:pt x="1355" y="2395"/>
                  <a:pt x="1292" y="2584"/>
                  <a:pt x="1260" y="2742"/>
                </a:cubicBezTo>
                <a:lnTo>
                  <a:pt x="6553" y="2742"/>
                </a:lnTo>
                <a:cubicBezTo>
                  <a:pt x="6742" y="2742"/>
                  <a:pt x="6900" y="2584"/>
                  <a:pt x="6900" y="2395"/>
                </a:cubicBezTo>
                <a:lnTo>
                  <a:pt x="690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2" name="Google Shape;4522;p27"/>
          <p:cNvSpPr/>
          <p:nvPr/>
        </p:nvSpPr>
        <p:spPr>
          <a:xfrm>
            <a:off x="2305188" y="4179343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74"/>
                  <a:pt x="2773" y="1386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3" name="Google Shape;4523;p27"/>
          <p:cNvSpPr/>
          <p:nvPr/>
        </p:nvSpPr>
        <p:spPr>
          <a:xfrm>
            <a:off x="2261441" y="4290211"/>
            <a:ext cx="178052" cy="88525"/>
          </a:xfrm>
          <a:custGeom>
            <a:rect b="b" l="l" r="r" t="t"/>
            <a:pathLst>
              <a:path extrusionOk="0" h="2742" w="5515">
                <a:moveTo>
                  <a:pt x="2773" y="0"/>
                </a:moveTo>
                <a:cubicBezTo>
                  <a:pt x="1419" y="0"/>
                  <a:pt x="221" y="1040"/>
                  <a:pt x="32" y="2363"/>
                </a:cubicBezTo>
                <a:cubicBezTo>
                  <a:pt x="1" y="2552"/>
                  <a:pt x="158" y="2741"/>
                  <a:pt x="379" y="2741"/>
                </a:cubicBezTo>
                <a:lnTo>
                  <a:pt x="5136" y="2741"/>
                </a:lnTo>
                <a:cubicBezTo>
                  <a:pt x="5357" y="2741"/>
                  <a:pt x="5514" y="2552"/>
                  <a:pt x="5514" y="2363"/>
                </a:cubicBezTo>
                <a:cubicBezTo>
                  <a:pt x="5294" y="1008"/>
                  <a:pt x="4160" y="0"/>
                  <a:pt x="27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4" name="Google Shape;4524;p27"/>
          <p:cNvSpPr/>
          <p:nvPr/>
        </p:nvSpPr>
        <p:spPr>
          <a:xfrm>
            <a:off x="2105826" y="4357331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1"/>
                </a:moveTo>
                <a:cubicBezTo>
                  <a:pt x="631" y="1"/>
                  <a:pt x="1" y="599"/>
                  <a:pt x="1" y="1387"/>
                </a:cubicBezTo>
                <a:cubicBezTo>
                  <a:pt x="1" y="2143"/>
                  <a:pt x="631" y="2742"/>
                  <a:pt x="1387" y="2742"/>
                </a:cubicBezTo>
                <a:cubicBezTo>
                  <a:pt x="2143" y="2742"/>
                  <a:pt x="2773" y="2143"/>
                  <a:pt x="2773" y="1387"/>
                </a:cubicBez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5" name="Google Shape;4525;p27"/>
          <p:cNvSpPr/>
          <p:nvPr/>
        </p:nvSpPr>
        <p:spPr>
          <a:xfrm>
            <a:off x="2061079" y="4468199"/>
            <a:ext cx="177019" cy="87525"/>
          </a:xfrm>
          <a:custGeom>
            <a:rect b="b" l="l" r="r" t="t"/>
            <a:pathLst>
              <a:path extrusionOk="0" h="2711" w="5483">
                <a:moveTo>
                  <a:pt x="2773" y="1"/>
                </a:moveTo>
                <a:cubicBezTo>
                  <a:pt x="1387" y="1"/>
                  <a:pt x="252" y="1009"/>
                  <a:pt x="63" y="2300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36" y="2710"/>
                </a:lnTo>
                <a:cubicBezTo>
                  <a:pt x="5325" y="2710"/>
                  <a:pt x="5482" y="2521"/>
                  <a:pt x="5482" y="2300"/>
                </a:cubicBezTo>
                <a:cubicBezTo>
                  <a:pt x="5293" y="1009"/>
                  <a:pt x="4159" y="1"/>
                  <a:pt x="277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6" name="Google Shape;4526;p27"/>
          <p:cNvSpPr/>
          <p:nvPr/>
        </p:nvSpPr>
        <p:spPr>
          <a:xfrm>
            <a:off x="2707111" y="1260155"/>
            <a:ext cx="208529" cy="208529"/>
          </a:xfrm>
          <a:custGeom>
            <a:rect b="b" l="l" r="r" t="t"/>
            <a:pathLst>
              <a:path extrusionOk="0" h="6459" w="6459">
                <a:moveTo>
                  <a:pt x="3718" y="0"/>
                </a:moveTo>
                <a:cubicBezTo>
                  <a:pt x="3560" y="0"/>
                  <a:pt x="3434" y="63"/>
                  <a:pt x="3403" y="189"/>
                </a:cubicBezTo>
                <a:cubicBezTo>
                  <a:pt x="3340" y="315"/>
                  <a:pt x="3340" y="473"/>
                  <a:pt x="3466" y="536"/>
                </a:cubicBezTo>
                <a:lnTo>
                  <a:pt x="4190" y="1261"/>
                </a:lnTo>
                <a:lnTo>
                  <a:pt x="1260" y="4159"/>
                </a:lnTo>
                <a:lnTo>
                  <a:pt x="567" y="3466"/>
                </a:lnTo>
                <a:cubicBezTo>
                  <a:pt x="496" y="3395"/>
                  <a:pt x="390" y="3360"/>
                  <a:pt x="288" y="3360"/>
                </a:cubicBezTo>
                <a:cubicBezTo>
                  <a:pt x="254" y="3360"/>
                  <a:pt x="221" y="3363"/>
                  <a:pt x="189" y="3371"/>
                </a:cubicBezTo>
                <a:cubicBezTo>
                  <a:pt x="95" y="3403"/>
                  <a:pt x="0" y="3560"/>
                  <a:pt x="0" y="3686"/>
                </a:cubicBezTo>
                <a:lnTo>
                  <a:pt x="0" y="6081"/>
                </a:lnTo>
                <a:cubicBezTo>
                  <a:pt x="0" y="6301"/>
                  <a:pt x="158" y="6459"/>
                  <a:pt x="347" y="6459"/>
                </a:cubicBezTo>
                <a:lnTo>
                  <a:pt x="2773" y="6459"/>
                </a:lnTo>
                <a:cubicBezTo>
                  <a:pt x="2930" y="6459"/>
                  <a:pt x="3025" y="6364"/>
                  <a:pt x="3088" y="6238"/>
                </a:cubicBezTo>
                <a:cubicBezTo>
                  <a:pt x="3119" y="6144"/>
                  <a:pt x="3119" y="5986"/>
                  <a:pt x="2993" y="5892"/>
                </a:cubicBezTo>
                <a:lnTo>
                  <a:pt x="2300" y="5199"/>
                </a:lnTo>
                <a:lnTo>
                  <a:pt x="5198" y="2269"/>
                </a:lnTo>
                <a:lnTo>
                  <a:pt x="5923" y="2993"/>
                </a:lnTo>
                <a:cubicBezTo>
                  <a:pt x="5969" y="3039"/>
                  <a:pt x="6066" y="3069"/>
                  <a:pt x="6164" y="3069"/>
                </a:cubicBezTo>
                <a:cubicBezTo>
                  <a:pt x="6200" y="3069"/>
                  <a:pt x="6236" y="3065"/>
                  <a:pt x="6270" y="3056"/>
                </a:cubicBezTo>
                <a:cubicBezTo>
                  <a:pt x="6396" y="3025"/>
                  <a:pt x="6459" y="2867"/>
                  <a:pt x="6459" y="2741"/>
                </a:cubicBezTo>
                <a:lnTo>
                  <a:pt x="6459" y="347"/>
                </a:lnTo>
                <a:cubicBezTo>
                  <a:pt x="6459" y="158"/>
                  <a:pt x="6301" y="0"/>
                  <a:pt x="611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7" name="Google Shape;4527;p27"/>
          <p:cNvSpPr/>
          <p:nvPr/>
        </p:nvSpPr>
        <p:spPr>
          <a:xfrm>
            <a:off x="2572836" y="1339060"/>
            <a:ext cx="98695" cy="95047"/>
          </a:xfrm>
          <a:custGeom>
            <a:rect b="b" l="l" r="r" t="t"/>
            <a:pathLst>
              <a:path extrusionOk="0" h="2944" w="3057">
                <a:moveTo>
                  <a:pt x="970" y="1"/>
                </a:moveTo>
                <a:cubicBezTo>
                  <a:pt x="685" y="1"/>
                  <a:pt x="405" y="114"/>
                  <a:pt x="221" y="297"/>
                </a:cubicBezTo>
                <a:lnTo>
                  <a:pt x="1" y="549"/>
                </a:lnTo>
                <a:lnTo>
                  <a:pt x="2395" y="2944"/>
                </a:lnTo>
                <a:lnTo>
                  <a:pt x="2678" y="2755"/>
                </a:lnTo>
                <a:cubicBezTo>
                  <a:pt x="3056" y="2345"/>
                  <a:pt x="3056" y="1683"/>
                  <a:pt x="2678" y="1274"/>
                </a:cubicBezTo>
                <a:lnTo>
                  <a:pt x="1670" y="297"/>
                </a:lnTo>
                <a:cubicBezTo>
                  <a:pt x="1478" y="90"/>
                  <a:pt x="1222" y="1"/>
                  <a:pt x="9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8" name="Google Shape;4528;p27"/>
          <p:cNvSpPr/>
          <p:nvPr/>
        </p:nvSpPr>
        <p:spPr>
          <a:xfrm>
            <a:off x="2738621" y="1505813"/>
            <a:ext cx="99728" cy="96112"/>
          </a:xfrm>
          <a:custGeom>
            <a:rect b="b" l="l" r="r" t="t"/>
            <a:pathLst>
              <a:path extrusionOk="0" h="2977" w="3089">
                <a:moveTo>
                  <a:pt x="999" y="0"/>
                </a:moveTo>
                <a:cubicBezTo>
                  <a:pt x="787" y="0"/>
                  <a:pt x="577" y="66"/>
                  <a:pt x="410" y="205"/>
                </a:cubicBezTo>
                <a:cubicBezTo>
                  <a:pt x="379" y="205"/>
                  <a:pt x="316" y="268"/>
                  <a:pt x="284" y="299"/>
                </a:cubicBezTo>
                <a:lnTo>
                  <a:pt x="1" y="583"/>
                </a:lnTo>
                <a:lnTo>
                  <a:pt x="2427" y="2977"/>
                </a:lnTo>
                <a:lnTo>
                  <a:pt x="2679" y="2693"/>
                </a:lnTo>
                <a:cubicBezTo>
                  <a:pt x="3088" y="2315"/>
                  <a:pt x="3088" y="1622"/>
                  <a:pt x="2679" y="1244"/>
                </a:cubicBezTo>
                <a:lnTo>
                  <a:pt x="1734" y="299"/>
                </a:lnTo>
                <a:cubicBezTo>
                  <a:pt x="1540" y="105"/>
                  <a:pt x="1267" y="0"/>
                  <a:pt x="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9" name="Google Shape;4529;p27"/>
          <p:cNvSpPr/>
          <p:nvPr/>
        </p:nvSpPr>
        <p:spPr>
          <a:xfrm>
            <a:off x="2534191" y="1374057"/>
            <a:ext cx="267514" cy="263026"/>
          </a:xfrm>
          <a:custGeom>
            <a:rect b="b" l="l" r="r" t="t"/>
            <a:pathLst>
              <a:path extrusionOk="0" h="8147" w="8286">
                <a:moveTo>
                  <a:pt x="725" y="1"/>
                </a:moveTo>
                <a:cubicBezTo>
                  <a:pt x="95" y="631"/>
                  <a:pt x="0" y="1387"/>
                  <a:pt x="284" y="2017"/>
                </a:cubicBezTo>
                <a:cubicBezTo>
                  <a:pt x="1387" y="4223"/>
                  <a:pt x="3938" y="6774"/>
                  <a:pt x="6270" y="7972"/>
                </a:cubicBezTo>
                <a:cubicBezTo>
                  <a:pt x="6499" y="8086"/>
                  <a:pt x="6745" y="8147"/>
                  <a:pt x="6996" y="8147"/>
                </a:cubicBezTo>
                <a:cubicBezTo>
                  <a:pt x="7434" y="8147"/>
                  <a:pt x="7886" y="7963"/>
                  <a:pt x="8286" y="7562"/>
                </a:cubicBezTo>
                <a:lnTo>
                  <a:pt x="72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0" name="Google Shape;4530;p27"/>
          <p:cNvSpPr/>
          <p:nvPr/>
        </p:nvSpPr>
        <p:spPr>
          <a:xfrm>
            <a:off x="2668433" y="1865003"/>
            <a:ext cx="245172" cy="242589"/>
          </a:xfrm>
          <a:custGeom>
            <a:rect b="b" l="l" r="r" t="t"/>
            <a:pathLst>
              <a:path extrusionOk="0" h="7514" w="7594">
                <a:moveTo>
                  <a:pt x="5487" y="0"/>
                </a:moveTo>
                <a:cubicBezTo>
                  <a:pt x="5380" y="0"/>
                  <a:pt x="5278" y="8"/>
                  <a:pt x="5168" y="24"/>
                </a:cubicBezTo>
                <a:cubicBezTo>
                  <a:pt x="4349" y="181"/>
                  <a:pt x="3656" y="843"/>
                  <a:pt x="3561" y="1630"/>
                </a:cubicBezTo>
                <a:cubicBezTo>
                  <a:pt x="3467" y="2198"/>
                  <a:pt x="3561" y="2513"/>
                  <a:pt x="3719" y="2891"/>
                </a:cubicBezTo>
                <a:lnTo>
                  <a:pt x="285" y="6325"/>
                </a:lnTo>
                <a:cubicBezTo>
                  <a:pt x="1" y="6608"/>
                  <a:pt x="1" y="7049"/>
                  <a:pt x="285" y="7301"/>
                </a:cubicBezTo>
                <a:cubicBezTo>
                  <a:pt x="426" y="7443"/>
                  <a:pt x="600" y="7514"/>
                  <a:pt x="773" y="7514"/>
                </a:cubicBezTo>
                <a:cubicBezTo>
                  <a:pt x="946" y="7514"/>
                  <a:pt x="1119" y="7443"/>
                  <a:pt x="1261" y="7301"/>
                </a:cubicBezTo>
                <a:lnTo>
                  <a:pt x="4695" y="3899"/>
                </a:lnTo>
                <a:cubicBezTo>
                  <a:pt x="5022" y="4016"/>
                  <a:pt x="5280" y="4080"/>
                  <a:pt x="5597" y="4080"/>
                </a:cubicBezTo>
                <a:cubicBezTo>
                  <a:pt x="5708" y="4080"/>
                  <a:pt x="5825" y="4073"/>
                  <a:pt x="5955" y="4056"/>
                </a:cubicBezTo>
                <a:cubicBezTo>
                  <a:pt x="6775" y="3899"/>
                  <a:pt x="7436" y="3206"/>
                  <a:pt x="7562" y="2418"/>
                </a:cubicBezTo>
                <a:cubicBezTo>
                  <a:pt x="7594" y="2198"/>
                  <a:pt x="7594" y="1945"/>
                  <a:pt x="7562" y="1756"/>
                </a:cubicBezTo>
                <a:cubicBezTo>
                  <a:pt x="7562" y="1630"/>
                  <a:pt x="7436" y="1504"/>
                  <a:pt x="7310" y="1473"/>
                </a:cubicBezTo>
                <a:cubicBezTo>
                  <a:pt x="7287" y="1465"/>
                  <a:pt x="7259" y="1461"/>
                  <a:pt x="7229" y="1461"/>
                </a:cubicBezTo>
                <a:cubicBezTo>
                  <a:pt x="7141" y="1461"/>
                  <a:pt x="7034" y="1497"/>
                  <a:pt x="6964" y="1567"/>
                </a:cubicBezTo>
                <a:lnTo>
                  <a:pt x="6491" y="2040"/>
                </a:lnTo>
                <a:cubicBezTo>
                  <a:pt x="6365" y="2166"/>
                  <a:pt x="6192" y="2229"/>
                  <a:pt x="6014" y="2229"/>
                </a:cubicBezTo>
                <a:cubicBezTo>
                  <a:pt x="5837" y="2229"/>
                  <a:pt x="5656" y="2166"/>
                  <a:pt x="5514" y="2040"/>
                </a:cubicBezTo>
                <a:cubicBezTo>
                  <a:pt x="5231" y="1756"/>
                  <a:pt x="5231" y="1315"/>
                  <a:pt x="5514" y="1032"/>
                </a:cubicBezTo>
                <a:lnTo>
                  <a:pt x="6018" y="622"/>
                </a:lnTo>
                <a:cubicBezTo>
                  <a:pt x="6113" y="528"/>
                  <a:pt x="6144" y="370"/>
                  <a:pt x="6113" y="276"/>
                </a:cubicBezTo>
                <a:cubicBezTo>
                  <a:pt x="6050" y="150"/>
                  <a:pt x="5955" y="55"/>
                  <a:pt x="5829" y="24"/>
                </a:cubicBezTo>
                <a:cubicBezTo>
                  <a:pt x="5703" y="8"/>
                  <a:pt x="5593" y="0"/>
                  <a:pt x="54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1" name="Google Shape;4531;p27"/>
          <p:cNvSpPr/>
          <p:nvPr/>
        </p:nvSpPr>
        <p:spPr>
          <a:xfrm>
            <a:off x="2736587" y="1738606"/>
            <a:ext cx="60050" cy="60050"/>
          </a:xfrm>
          <a:custGeom>
            <a:rect b="b" l="l" r="r" t="t"/>
            <a:pathLst>
              <a:path extrusionOk="0" h="1860" w="1860">
                <a:moveTo>
                  <a:pt x="1" y="1"/>
                </a:moveTo>
                <a:lnTo>
                  <a:pt x="1" y="1859"/>
                </a:lnTo>
                <a:lnTo>
                  <a:pt x="1860" y="1859"/>
                </a:lnTo>
                <a:lnTo>
                  <a:pt x="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2" name="Google Shape;4532;p27"/>
          <p:cNvSpPr/>
          <p:nvPr/>
        </p:nvSpPr>
        <p:spPr>
          <a:xfrm>
            <a:off x="2536225" y="1728437"/>
            <a:ext cx="266513" cy="357040"/>
          </a:xfrm>
          <a:custGeom>
            <a:rect b="b" l="l" r="r" t="t"/>
            <a:pathLst>
              <a:path extrusionOk="0" h="11059" w="8255">
                <a:moveTo>
                  <a:pt x="3812" y="1450"/>
                </a:moveTo>
                <a:cubicBezTo>
                  <a:pt x="4001" y="1450"/>
                  <a:pt x="4159" y="1607"/>
                  <a:pt x="4159" y="1796"/>
                </a:cubicBezTo>
                <a:cubicBezTo>
                  <a:pt x="4159" y="2017"/>
                  <a:pt x="4001" y="2174"/>
                  <a:pt x="3812" y="2174"/>
                </a:cubicBezTo>
                <a:cubicBezTo>
                  <a:pt x="3623" y="2174"/>
                  <a:pt x="3466" y="2017"/>
                  <a:pt x="3466" y="1796"/>
                </a:cubicBezTo>
                <a:cubicBezTo>
                  <a:pt x="3466" y="1607"/>
                  <a:pt x="3623" y="1450"/>
                  <a:pt x="3812" y="1450"/>
                </a:cubicBezTo>
                <a:close/>
                <a:moveTo>
                  <a:pt x="3812" y="2836"/>
                </a:moveTo>
                <a:cubicBezTo>
                  <a:pt x="4001" y="2836"/>
                  <a:pt x="4159" y="2993"/>
                  <a:pt x="4159" y="3183"/>
                </a:cubicBezTo>
                <a:lnTo>
                  <a:pt x="4159" y="5293"/>
                </a:lnTo>
                <a:cubicBezTo>
                  <a:pt x="4159" y="5482"/>
                  <a:pt x="4001" y="5640"/>
                  <a:pt x="3812" y="5640"/>
                </a:cubicBezTo>
                <a:cubicBezTo>
                  <a:pt x="3623" y="5640"/>
                  <a:pt x="3466" y="5482"/>
                  <a:pt x="3466" y="5293"/>
                </a:cubicBezTo>
                <a:lnTo>
                  <a:pt x="3466" y="3183"/>
                </a:lnTo>
                <a:cubicBezTo>
                  <a:pt x="3466" y="2993"/>
                  <a:pt x="3623" y="2836"/>
                  <a:pt x="3812" y="2836"/>
                </a:cubicBezTo>
                <a:close/>
                <a:moveTo>
                  <a:pt x="5860" y="6301"/>
                </a:moveTo>
                <a:cubicBezTo>
                  <a:pt x="6049" y="6301"/>
                  <a:pt x="6207" y="6459"/>
                  <a:pt x="6207" y="6648"/>
                </a:cubicBezTo>
                <a:cubicBezTo>
                  <a:pt x="6207" y="6837"/>
                  <a:pt x="6049" y="6995"/>
                  <a:pt x="5860" y="6995"/>
                </a:cubicBezTo>
                <a:lnTo>
                  <a:pt x="1733" y="6995"/>
                </a:lnTo>
                <a:cubicBezTo>
                  <a:pt x="1544" y="6995"/>
                  <a:pt x="1387" y="6837"/>
                  <a:pt x="1387" y="6648"/>
                </a:cubicBezTo>
                <a:cubicBezTo>
                  <a:pt x="1387" y="6459"/>
                  <a:pt x="1544" y="6301"/>
                  <a:pt x="1733" y="6301"/>
                </a:cubicBezTo>
                <a:close/>
                <a:moveTo>
                  <a:pt x="4537" y="7688"/>
                </a:moveTo>
                <a:cubicBezTo>
                  <a:pt x="4726" y="7688"/>
                  <a:pt x="4884" y="7845"/>
                  <a:pt x="4884" y="8034"/>
                </a:cubicBezTo>
                <a:cubicBezTo>
                  <a:pt x="4884" y="8223"/>
                  <a:pt x="4726" y="8381"/>
                  <a:pt x="4537" y="8381"/>
                </a:cubicBezTo>
                <a:lnTo>
                  <a:pt x="1733" y="8381"/>
                </a:lnTo>
                <a:cubicBezTo>
                  <a:pt x="1544" y="8381"/>
                  <a:pt x="1387" y="8223"/>
                  <a:pt x="1387" y="8034"/>
                </a:cubicBezTo>
                <a:cubicBezTo>
                  <a:pt x="1387" y="7845"/>
                  <a:pt x="1544" y="7688"/>
                  <a:pt x="1733" y="768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0681"/>
                </a:lnTo>
                <a:cubicBezTo>
                  <a:pt x="0" y="10964"/>
                  <a:pt x="158" y="11059"/>
                  <a:pt x="347" y="11059"/>
                </a:cubicBezTo>
                <a:lnTo>
                  <a:pt x="3466" y="11059"/>
                </a:lnTo>
                <a:cubicBezTo>
                  <a:pt x="3466" y="10712"/>
                  <a:pt x="3592" y="10366"/>
                  <a:pt x="3844" y="10082"/>
                </a:cubicBezTo>
                <a:lnTo>
                  <a:pt x="4254" y="9704"/>
                </a:lnTo>
                <a:lnTo>
                  <a:pt x="1702" y="9704"/>
                </a:lnTo>
                <a:cubicBezTo>
                  <a:pt x="1481" y="9704"/>
                  <a:pt x="1324" y="9546"/>
                  <a:pt x="1324" y="9326"/>
                </a:cubicBezTo>
                <a:cubicBezTo>
                  <a:pt x="1324" y="9137"/>
                  <a:pt x="1481" y="8979"/>
                  <a:pt x="1702" y="8979"/>
                </a:cubicBezTo>
                <a:lnTo>
                  <a:pt x="4915" y="8979"/>
                </a:lnTo>
                <a:lnTo>
                  <a:pt x="6963" y="6932"/>
                </a:lnTo>
                <a:cubicBezTo>
                  <a:pt x="6900" y="6585"/>
                  <a:pt x="6805" y="6238"/>
                  <a:pt x="6931" y="5703"/>
                </a:cubicBezTo>
                <a:cubicBezTo>
                  <a:pt x="7089" y="4915"/>
                  <a:pt x="7562" y="4254"/>
                  <a:pt x="8255" y="3876"/>
                </a:cubicBezTo>
                <a:lnTo>
                  <a:pt x="8255" y="2773"/>
                </a:lnTo>
                <a:lnTo>
                  <a:pt x="5860" y="2773"/>
                </a:lnTo>
                <a:cubicBezTo>
                  <a:pt x="5671" y="2773"/>
                  <a:pt x="5514" y="2615"/>
                  <a:pt x="5514" y="2395"/>
                </a:cubicBezTo>
                <a:lnTo>
                  <a:pt x="551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3" name="Google Shape;4533;p27"/>
          <p:cNvSpPr/>
          <p:nvPr/>
        </p:nvSpPr>
        <p:spPr>
          <a:xfrm>
            <a:off x="2843903" y="2209180"/>
            <a:ext cx="54949" cy="52399"/>
          </a:xfrm>
          <a:custGeom>
            <a:rect b="b" l="l" r="r" t="t"/>
            <a:pathLst>
              <a:path extrusionOk="0" h="1623" w="1702">
                <a:moveTo>
                  <a:pt x="1352" y="0"/>
                </a:moveTo>
                <a:cubicBezTo>
                  <a:pt x="1261" y="0"/>
                  <a:pt x="1167" y="24"/>
                  <a:pt x="1104" y="71"/>
                </a:cubicBezTo>
                <a:lnTo>
                  <a:pt x="127" y="1079"/>
                </a:lnTo>
                <a:cubicBezTo>
                  <a:pt x="1" y="1205"/>
                  <a:pt x="1" y="1426"/>
                  <a:pt x="127" y="1552"/>
                </a:cubicBezTo>
                <a:cubicBezTo>
                  <a:pt x="190" y="1599"/>
                  <a:pt x="284" y="1623"/>
                  <a:pt x="375" y="1623"/>
                </a:cubicBezTo>
                <a:cubicBezTo>
                  <a:pt x="466" y="1623"/>
                  <a:pt x="552" y="1599"/>
                  <a:pt x="599" y="1552"/>
                </a:cubicBezTo>
                <a:lnTo>
                  <a:pt x="1576" y="544"/>
                </a:lnTo>
                <a:cubicBezTo>
                  <a:pt x="1702" y="449"/>
                  <a:pt x="1702" y="260"/>
                  <a:pt x="1576" y="71"/>
                </a:cubicBezTo>
                <a:cubicBezTo>
                  <a:pt x="1529" y="24"/>
                  <a:pt x="1442" y="0"/>
                  <a:pt x="13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4" name="Google Shape;4534;p27"/>
          <p:cNvSpPr/>
          <p:nvPr/>
        </p:nvSpPr>
        <p:spPr>
          <a:xfrm>
            <a:off x="2690322" y="2197493"/>
            <a:ext cx="221766" cy="216406"/>
          </a:xfrm>
          <a:custGeom>
            <a:rect b="b" l="l" r="r" t="t"/>
            <a:pathLst>
              <a:path extrusionOk="0" h="6703" w="6869">
                <a:moveTo>
                  <a:pt x="772" y="0"/>
                </a:moveTo>
                <a:cubicBezTo>
                  <a:pt x="599" y="0"/>
                  <a:pt x="426" y="71"/>
                  <a:pt x="284" y="213"/>
                </a:cubicBezTo>
                <a:cubicBezTo>
                  <a:pt x="1" y="496"/>
                  <a:pt x="1" y="937"/>
                  <a:pt x="284" y="1189"/>
                </a:cubicBezTo>
                <a:lnTo>
                  <a:pt x="5608" y="6514"/>
                </a:lnTo>
                <a:cubicBezTo>
                  <a:pt x="5734" y="6640"/>
                  <a:pt x="5908" y="6703"/>
                  <a:pt x="6085" y="6703"/>
                </a:cubicBezTo>
                <a:cubicBezTo>
                  <a:pt x="6262" y="6703"/>
                  <a:pt x="6443" y="6640"/>
                  <a:pt x="6585" y="6514"/>
                </a:cubicBezTo>
                <a:cubicBezTo>
                  <a:pt x="6869" y="6230"/>
                  <a:pt x="6869" y="5821"/>
                  <a:pt x="6585" y="5537"/>
                </a:cubicBezTo>
                <a:lnTo>
                  <a:pt x="1261" y="213"/>
                </a:lnTo>
                <a:cubicBezTo>
                  <a:pt x="1119" y="71"/>
                  <a:pt x="946" y="0"/>
                  <a:pt x="7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5" name="Google Shape;4535;p27"/>
          <p:cNvSpPr/>
          <p:nvPr/>
        </p:nvSpPr>
        <p:spPr>
          <a:xfrm>
            <a:off x="2535707" y="2446670"/>
            <a:ext cx="127171" cy="122844"/>
          </a:xfrm>
          <a:custGeom>
            <a:rect b="b" l="l" r="r" t="t"/>
            <a:pathLst>
              <a:path extrusionOk="0" h="3805" w="3939">
                <a:moveTo>
                  <a:pt x="757" y="1"/>
                </a:moveTo>
                <a:cubicBezTo>
                  <a:pt x="576" y="1"/>
                  <a:pt x="395" y="72"/>
                  <a:pt x="253" y="213"/>
                </a:cubicBezTo>
                <a:cubicBezTo>
                  <a:pt x="1" y="497"/>
                  <a:pt x="1" y="938"/>
                  <a:pt x="253" y="1190"/>
                </a:cubicBezTo>
                <a:lnTo>
                  <a:pt x="2679" y="3616"/>
                </a:lnTo>
                <a:cubicBezTo>
                  <a:pt x="2805" y="3742"/>
                  <a:pt x="2978" y="3805"/>
                  <a:pt x="3155" y="3805"/>
                </a:cubicBezTo>
                <a:cubicBezTo>
                  <a:pt x="3332" y="3805"/>
                  <a:pt x="3514" y="3742"/>
                  <a:pt x="3655" y="3616"/>
                </a:cubicBezTo>
                <a:cubicBezTo>
                  <a:pt x="3939" y="3332"/>
                  <a:pt x="3939" y="2891"/>
                  <a:pt x="3655" y="2608"/>
                </a:cubicBezTo>
                <a:lnTo>
                  <a:pt x="1261" y="213"/>
                </a:lnTo>
                <a:cubicBezTo>
                  <a:pt x="1119" y="72"/>
                  <a:pt x="938" y="1"/>
                  <a:pt x="75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6" name="Google Shape;4536;p27"/>
          <p:cNvSpPr/>
          <p:nvPr/>
        </p:nvSpPr>
        <p:spPr>
          <a:xfrm>
            <a:off x="2589624" y="2254186"/>
            <a:ext cx="263478" cy="263478"/>
          </a:xfrm>
          <a:custGeom>
            <a:rect b="b" l="l" r="r" t="t"/>
            <a:pathLst>
              <a:path extrusionOk="0" h="8161" w="8161">
                <a:moveTo>
                  <a:pt x="2994" y="1"/>
                </a:moveTo>
                <a:lnTo>
                  <a:pt x="2489" y="1576"/>
                </a:lnTo>
                <a:cubicBezTo>
                  <a:pt x="1985" y="3088"/>
                  <a:pt x="1166" y="4474"/>
                  <a:pt x="1" y="5703"/>
                </a:cubicBezTo>
                <a:lnTo>
                  <a:pt x="2458" y="8160"/>
                </a:lnTo>
                <a:cubicBezTo>
                  <a:pt x="3687" y="6995"/>
                  <a:pt x="5104" y="6175"/>
                  <a:pt x="6585" y="5671"/>
                </a:cubicBezTo>
                <a:lnTo>
                  <a:pt x="8160" y="5136"/>
                </a:lnTo>
                <a:lnTo>
                  <a:pt x="299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7" name="Google Shape;4537;p27"/>
          <p:cNvSpPr/>
          <p:nvPr/>
        </p:nvSpPr>
        <p:spPr>
          <a:xfrm>
            <a:off x="2801189" y="2193167"/>
            <a:ext cx="22406" cy="43746"/>
          </a:xfrm>
          <a:custGeom>
            <a:rect b="b" l="l" r="r" t="t"/>
            <a:pathLst>
              <a:path extrusionOk="0" h="135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08"/>
                </a:lnTo>
                <a:cubicBezTo>
                  <a:pt x="1" y="1229"/>
                  <a:pt x="158" y="1355"/>
                  <a:pt x="347" y="1355"/>
                </a:cubicBezTo>
                <a:cubicBezTo>
                  <a:pt x="536" y="1355"/>
                  <a:pt x="694" y="1229"/>
                  <a:pt x="694" y="1008"/>
                </a:cubicBez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8" name="Google Shape;4538;p27"/>
          <p:cNvSpPr/>
          <p:nvPr/>
        </p:nvSpPr>
        <p:spPr>
          <a:xfrm>
            <a:off x="2869344" y="2283695"/>
            <a:ext cx="44779" cy="22406"/>
          </a:xfrm>
          <a:custGeom>
            <a:rect b="b" l="l" r="r" t="t"/>
            <a:pathLst>
              <a:path extrusionOk="0" h="694" w="1387">
                <a:moveTo>
                  <a:pt x="379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79" y="693"/>
                </a:cubicBezTo>
                <a:lnTo>
                  <a:pt x="1040" y="693"/>
                </a:lnTo>
                <a:cubicBezTo>
                  <a:pt x="1229" y="693"/>
                  <a:pt x="1387" y="536"/>
                  <a:pt x="1387" y="347"/>
                </a:cubicBezTo>
                <a:cubicBezTo>
                  <a:pt x="1387" y="126"/>
                  <a:pt x="1229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9" name="Google Shape;4539;p27"/>
          <p:cNvSpPr/>
          <p:nvPr/>
        </p:nvSpPr>
        <p:spPr>
          <a:xfrm>
            <a:off x="2700491" y="2447445"/>
            <a:ext cx="150577" cy="88590"/>
          </a:xfrm>
          <a:custGeom>
            <a:rect b="b" l="l" r="r" t="t"/>
            <a:pathLst>
              <a:path extrusionOk="0" h="2744" w="4664">
                <a:moveTo>
                  <a:pt x="4411" y="0"/>
                </a:moveTo>
                <a:lnTo>
                  <a:pt x="3750" y="221"/>
                </a:lnTo>
                <a:cubicBezTo>
                  <a:pt x="3907" y="378"/>
                  <a:pt x="3813" y="631"/>
                  <a:pt x="3624" y="694"/>
                </a:cubicBezTo>
                <a:lnTo>
                  <a:pt x="1072" y="2017"/>
                </a:lnTo>
                <a:cubicBezTo>
                  <a:pt x="1030" y="2038"/>
                  <a:pt x="984" y="2048"/>
                  <a:pt x="938" y="2048"/>
                </a:cubicBezTo>
                <a:cubicBezTo>
                  <a:pt x="844" y="2048"/>
                  <a:pt x="746" y="2006"/>
                  <a:pt x="662" y="1922"/>
                </a:cubicBezTo>
                <a:lnTo>
                  <a:pt x="568" y="1796"/>
                </a:lnTo>
                <a:cubicBezTo>
                  <a:pt x="347" y="1922"/>
                  <a:pt x="190" y="2080"/>
                  <a:pt x="1" y="2237"/>
                </a:cubicBezTo>
                <a:lnTo>
                  <a:pt x="190" y="2426"/>
                </a:lnTo>
                <a:cubicBezTo>
                  <a:pt x="395" y="2632"/>
                  <a:pt x="669" y="2744"/>
                  <a:pt x="947" y="2744"/>
                </a:cubicBezTo>
                <a:cubicBezTo>
                  <a:pt x="1095" y="2744"/>
                  <a:pt x="1245" y="2712"/>
                  <a:pt x="1387" y="2647"/>
                </a:cubicBezTo>
                <a:lnTo>
                  <a:pt x="3939" y="1324"/>
                </a:lnTo>
                <a:cubicBezTo>
                  <a:pt x="4411" y="1103"/>
                  <a:pt x="4663" y="505"/>
                  <a:pt x="4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0" name="Google Shape;4540;p27"/>
          <p:cNvSpPr/>
          <p:nvPr/>
        </p:nvSpPr>
        <p:spPr>
          <a:xfrm>
            <a:off x="1144247" y="2703349"/>
            <a:ext cx="315328" cy="318395"/>
          </a:xfrm>
          <a:custGeom>
            <a:rect b="b" l="l" r="r" t="t"/>
            <a:pathLst>
              <a:path extrusionOk="0" h="9862" w="9767">
                <a:moveTo>
                  <a:pt x="4883" y="1"/>
                </a:moveTo>
                <a:cubicBezTo>
                  <a:pt x="4505" y="1"/>
                  <a:pt x="4222" y="316"/>
                  <a:pt x="4222" y="662"/>
                </a:cubicBezTo>
                <a:lnTo>
                  <a:pt x="4222" y="4128"/>
                </a:lnTo>
                <a:cubicBezTo>
                  <a:pt x="4159" y="4033"/>
                  <a:pt x="2899" y="1859"/>
                  <a:pt x="2772" y="1702"/>
                </a:cubicBezTo>
                <a:cubicBezTo>
                  <a:pt x="2639" y="1479"/>
                  <a:pt x="2394" y="1350"/>
                  <a:pt x="2151" y="1350"/>
                </a:cubicBezTo>
                <a:cubicBezTo>
                  <a:pt x="2051" y="1350"/>
                  <a:pt x="1951" y="1372"/>
                  <a:pt x="1859" y="1418"/>
                </a:cubicBezTo>
                <a:cubicBezTo>
                  <a:pt x="1512" y="1576"/>
                  <a:pt x="1386" y="2017"/>
                  <a:pt x="1544" y="2332"/>
                </a:cubicBezTo>
                <a:cubicBezTo>
                  <a:pt x="1544" y="2363"/>
                  <a:pt x="2804" y="4947"/>
                  <a:pt x="2836" y="4947"/>
                </a:cubicBezTo>
                <a:cubicBezTo>
                  <a:pt x="3434" y="4947"/>
                  <a:pt x="5261" y="4947"/>
                  <a:pt x="5261" y="6617"/>
                </a:cubicBezTo>
                <a:cubicBezTo>
                  <a:pt x="5261" y="6806"/>
                  <a:pt x="5104" y="6963"/>
                  <a:pt x="4883" y="6963"/>
                </a:cubicBezTo>
                <a:cubicBezTo>
                  <a:pt x="4694" y="6963"/>
                  <a:pt x="4537" y="6806"/>
                  <a:pt x="4537" y="6617"/>
                </a:cubicBezTo>
                <a:cubicBezTo>
                  <a:pt x="4537" y="6018"/>
                  <a:pt x="4253" y="5640"/>
                  <a:pt x="3056" y="5608"/>
                </a:cubicBezTo>
                <a:cubicBezTo>
                  <a:pt x="3056" y="5608"/>
                  <a:pt x="1260" y="4254"/>
                  <a:pt x="1197" y="4191"/>
                </a:cubicBezTo>
                <a:cubicBezTo>
                  <a:pt x="1060" y="4084"/>
                  <a:pt x="901" y="4029"/>
                  <a:pt x="745" y="4029"/>
                </a:cubicBezTo>
                <a:cubicBezTo>
                  <a:pt x="578" y="4029"/>
                  <a:pt x="414" y="4092"/>
                  <a:pt x="284" y="4222"/>
                </a:cubicBezTo>
                <a:cubicBezTo>
                  <a:pt x="0" y="4506"/>
                  <a:pt x="0" y="4915"/>
                  <a:pt x="284" y="5199"/>
                </a:cubicBezTo>
                <a:lnTo>
                  <a:pt x="1859" y="6774"/>
                </a:lnTo>
                <a:cubicBezTo>
                  <a:pt x="2048" y="6963"/>
                  <a:pt x="2142" y="7215"/>
                  <a:pt x="2142" y="7436"/>
                </a:cubicBezTo>
                <a:cubicBezTo>
                  <a:pt x="2142" y="8034"/>
                  <a:pt x="2520" y="8538"/>
                  <a:pt x="3088" y="8759"/>
                </a:cubicBezTo>
                <a:cubicBezTo>
                  <a:pt x="3245" y="8790"/>
                  <a:pt x="3371" y="8948"/>
                  <a:pt x="3434" y="9074"/>
                </a:cubicBezTo>
                <a:cubicBezTo>
                  <a:pt x="2426" y="8979"/>
                  <a:pt x="1260" y="8790"/>
                  <a:pt x="1103" y="8475"/>
                </a:cubicBezTo>
                <a:cubicBezTo>
                  <a:pt x="1103" y="8475"/>
                  <a:pt x="1197" y="8349"/>
                  <a:pt x="1638" y="8192"/>
                </a:cubicBezTo>
                <a:cubicBezTo>
                  <a:pt x="1544" y="8003"/>
                  <a:pt x="1481" y="7751"/>
                  <a:pt x="1481" y="7530"/>
                </a:cubicBezTo>
                <a:cubicBezTo>
                  <a:pt x="756" y="7782"/>
                  <a:pt x="441" y="8066"/>
                  <a:pt x="441" y="8475"/>
                </a:cubicBezTo>
                <a:cubicBezTo>
                  <a:pt x="441" y="9641"/>
                  <a:pt x="3718" y="9862"/>
                  <a:pt x="4883" y="9862"/>
                </a:cubicBezTo>
                <a:cubicBezTo>
                  <a:pt x="6081" y="9862"/>
                  <a:pt x="9357" y="9641"/>
                  <a:pt x="9357" y="8475"/>
                </a:cubicBezTo>
                <a:cubicBezTo>
                  <a:pt x="9357" y="8066"/>
                  <a:pt x="8979" y="7751"/>
                  <a:pt x="8317" y="7530"/>
                </a:cubicBezTo>
                <a:cubicBezTo>
                  <a:pt x="8317" y="7782"/>
                  <a:pt x="8286" y="8003"/>
                  <a:pt x="8160" y="8192"/>
                </a:cubicBezTo>
                <a:cubicBezTo>
                  <a:pt x="8286" y="8255"/>
                  <a:pt x="8349" y="8286"/>
                  <a:pt x="8443" y="8318"/>
                </a:cubicBezTo>
                <a:lnTo>
                  <a:pt x="8664" y="8444"/>
                </a:lnTo>
                <a:cubicBezTo>
                  <a:pt x="8475" y="8790"/>
                  <a:pt x="7372" y="8948"/>
                  <a:pt x="6364" y="9074"/>
                </a:cubicBezTo>
                <a:cubicBezTo>
                  <a:pt x="6427" y="8979"/>
                  <a:pt x="6553" y="8885"/>
                  <a:pt x="6711" y="8822"/>
                </a:cubicBezTo>
                <a:cubicBezTo>
                  <a:pt x="7246" y="8633"/>
                  <a:pt x="7656" y="8129"/>
                  <a:pt x="7656" y="7530"/>
                </a:cubicBezTo>
                <a:lnTo>
                  <a:pt x="7656" y="6428"/>
                </a:lnTo>
                <a:lnTo>
                  <a:pt x="9515" y="4569"/>
                </a:lnTo>
                <a:cubicBezTo>
                  <a:pt x="9767" y="4317"/>
                  <a:pt x="9767" y="3876"/>
                  <a:pt x="9515" y="3592"/>
                </a:cubicBezTo>
                <a:cubicBezTo>
                  <a:pt x="9373" y="3450"/>
                  <a:pt x="9192" y="3379"/>
                  <a:pt x="9010" y="3379"/>
                </a:cubicBezTo>
                <a:cubicBezTo>
                  <a:pt x="8829" y="3379"/>
                  <a:pt x="8648" y="3450"/>
                  <a:pt x="8506" y="3592"/>
                </a:cubicBezTo>
                <a:cubicBezTo>
                  <a:pt x="8191" y="3876"/>
                  <a:pt x="7498" y="4411"/>
                  <a:pt x="7026" y="4789"/>
                </a:cubicBezTo>
                <a:cubicBezTo>
                  <a:pt x="7089" y="4663"/>
                  <a:pt x="8191" y="2426"/>
                  <a:pt x="8254" y="2332"/>
                </a:cubicBezTo>
                <a:cubicBezTo>
                  <a:pt x="8412" y="1985"/>
                  <a:pt x="8286" y="1576"/>
                  <a:pt x="7939" y="1418"/>
                </a:cubicBezTo>
                <a:cubicBezTo>
                  <a:pt x="7847" y="1372"/>
                  <a:pt x="7747" y="1350"/>
                  <a:pt x="7647" y="1350"/>
                </a:cubicBezTo>
                <a:cubicBezTo>
                  <a:pt x="7404" y="1350"/>
                  <a:pt x="7159" y="1479"/>
                  <a:pt x="7026" y="1702"/>
                </a:cubicBezTo>
                <a:cubicBezTo>
                  <a:pt x="6900" y="1859"/>
                  <a:pt x="5639" y="4033"/>
                  <a:pt x="5576" y="4128"/>
                </a:cubicBezTo>
                <a:lnTo>
                  <a:pt x="5576" y="662"/>
                </a:lnTo>
                <a:cubicBezTo>
                  <a:pt x="5576" y="284"/>
                  <a:pt x="5261" y="1"/>
                  <a:pt x="488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1" name="Google Shape;4541;p27"/>
          <p:cNvSpPr/>
          <p:nvPr/>
        </p:nvSpPr>
        <p:spPr>
          <a:xfrm>
            <a:off x="1113705" y="2910847"/>
            <a:ext cx="376379" cy="156679"/>
          </a:xfrm>
          <a:custGeom>
            <a:rect b="b" l="l" r="r" t="t"/>
            <a:pathLst>
              <a:path extrusionOk="0" h="4853" w="11658">
                <a:moveTo>
                  <a:pt x="9578" y="1"/>
                </a:moveTo>
                <a:lnTo>
                  <a:pt x="9263" y="316"/>
                </a:lnTo>
                <a:lnTo>
                  <a:pt x="9263" y="631"/>
                </a:lnTo>
                <a:cubicBezTo>
                  <a:pt x="10335" y="1040"/>
                  <a:pt x="10965" y="1576"/>
                  <a:pt x="10965" y="2143"/>
                </a:cubicBezTo>
                <a:cubicBezTo>
                  <a:pt x="10965" y="3119"/>
                  <a:pt x="8885" y="4191"/>
                  <a:pt x="5829" y="4191"/>
                </a:cubicBezTo>
                <a:cubicBezTo>
                  <a:pt x="2805" y="4191"/>
                  <a:pt x="726" y="3119"/>
                  <a:pt x="726" y="2143"/>
                </a:cubicBezTo>
                <a:cubicBezTo>
                  <a:pt x="726" y="1607"/>
                  <a:pt x="1261" y="1103"/>
                  <a:pt x="2175" y="725"/>
                </a:cubicBezTo>
                <a:lnTo>
                  <a:pt x="1671" y="190"/>
                </a:lnTo>
                <a:cubicBezTo>
                  <a:pt x="631" y="725"/>
                  <a:pt x="1" y="1387"/>
                  <a:pt x="1" y="2111"/>
                </a:cubicBezTo>
                <a:cubicBezTo>
                  <a:pt x="1" y="3655"/>
                  <a:pt x="2584" y="4852"/>
                  <a:pt x="5829" y="4852"/>
                </a:cubicBezTo>
                <a:cubicBezTo>
                  <a:pt x="9106" y="4852"/>
                  <a:pt x="11658" y="3624"/>
                  <a:pt x="11658" y="2111"/>
                </a:cubicBezTo>
                <a:cubicBezTo>
                  <a:pt x="11658" y="1261"/>
                  <a:pt x="10870" y="505"/>
                  <a:pt x="957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2" name="Google Shape;4542;p27"/>
          <p:cNvSpPr/>
          <p:nvPr/>
        </p:nvSpPr>
        <p:spPr>
          <a:xfrm>
            <a:off x="1113205" y="3309016"/>
            <a:ext cx="377379" cy="265512"/>
          </a:xfrm>
          <a:custGeom>
            <a:rect b="b" l="l" r="r" t="t"/>
            <a:pathLst>
              <a:path extrusionOk="0" h="8224" w="11689">
                <a:moveTo>
                  <a:pt x="5860" y="1"/>
                </a:moveTo>
                <a:cubicBezTo>
                  <a:pt x="4506" y="1"/>
                  <a:pt x="3340" y="1040"/>
                  <a:pt x="3151" y="2332"/>
                </a:cubicBezTo>
                <a:cubicBezTo>
                  <a:pt x="3119" y="2521"/>
                  <a:pt x="3277" y="2710"/>
                  <a:pt x="3497" y="2710"/>
                </a:cubicBezTo>
                <a:lnTo>
                  <a:pt x="5514" y="2710"/>
                </a:lnTo>
                <a:lnTo>
                  <a:pt x="5514" y="3435"/>
                </a:lnTo>
                <a:lnTo>
                  <a:pt x="2395" y="3435"/>
                </a:lnTo>
                <a:cubicBezTo>
                  <a:pt x="1859" y="3435"/>
                  <a:pt x="1387" y="3907"/>
                  <a:pt x="1387" y="4443"/>
                </a:cubicBezTo>
                <a:lnTo>
                  <a:pt x="1387" y="4852"/>
                </a:lnTo>
                <a:cubicBezTo>
                  <a:pt x="599" y="5010"/>
                  <a:pt x="0" y="5703"/>
                  <a:pt x="0" y="6554"/>
                </a:cubicBezTo>
                <a:cubicBezTo>
                  <a:pt x="0" y="7499"/>
                  <a:pt x="757" y="8223"/>
                  <a:pt x="1702" y="8223"/>
                </a:cubicBezTo>
                <a:cubicBezTo>
                  <a:pt x="2647" y="8223"/>
                  <a:pt x="3403" y="7499"/>
                  <a:pt x="3403" y="6554"/>
                </a:cubicBezTo>
                <a:cubicBezTo>
                  <a:pt x="3403" y="5703"/>
                  <a:pt x="2804" y="5041"/>
                  <a:pt x="2017" y="4852"/>
                </a:cubicBezTo>
                <a:lnTo>
                  <a:pt x="2017" y="4443"/>
                </a:lnTo>
                <a:cubicBezTo>
                  <a:pt x="2017" y="4254"/>
                  <a:pt x="2174" y="4096"/>
                  <a:pt x="2363" y="4096"/>
                </a:cubicBezTo>
                <a:lnTo>
                  <a:pt x="5482" y="4096"/>
                </a:lnTo>
                <a:lnTo>
                  <a:pt x="5482" y="4821"/>
                </a:lnTo>
                <a:cubicBezTo>
                  <a:pt x="4695" y="4978"/>
                  <a:pt x="4096" y="5672"/>
                  <a:pt x="4096" y="6491"/>
                </a:cubicBezTo>
                <a:cubicBezTo>
                  <a:pt x="4096" y="7436"/>
                  <a:pt x="4852" y="8192"/>
                  <a:pt x="5797" y="8192"/>
                </a:cubicBezTo>
                <a:cubicBezTo>
                  <a:pt x="6742" y="8192"/>
                  <a:pt x="7499" y="7436"/>
                  <a:pt x="7499" y="6491"/>
                </a:cubicBezTo>
                <a:cubicBezTo>
                  <a:pt x="7499" y="5672"/>
                  <a:pt x="6900" y="5010"/>
                  <a:pt x="6112" y="4821"/>
                </a:cubicBezTo>
                <a:lnTo>
                  <a:pt x="6112" y="4096"/>
                </a:lnTo>
                <a:lnTo>
                  <a:pt x="9231" y="4096"/>
                </a:lnTo>
                <a:cubicBezTo>
                  <a:pt x="9420" y="4096"/>
                  <a:pt x="9578" y="4254"/>
                  <a:pt x="9578" y="4443"/>
                </a:cubicBezTo>
                <a:lnTo>
                  <a:pt x="9578" y="4852"/>
                </a:lnTo>
                <a:cubicBezTo>
                  <a:pt x="8790" y="5010"/>
                  <a:pt x="8192" y="5703"/>
                  <a:pt x="8192" y="6554"/>
                </a:cubicBezTo>
                <a:cubicBezTo>
                  <a:pt x="8192" y="7499"/>
                  <a:pt x="8948" y="8223"/>
                  <a:pt x="9893" y="8223"/>
                </a:cubicBezTo>
                <a:cubicBezTo>
                  <a:pt x="10838" y="8223"/>
                  <a:pt x="11594" y="7499"/>
                  <a:pt x="11594" y="6554"/>
                </a:cubicBezTo>
                <a:cubicBezTo>
                  <a:pt x="11689" y="5703"/>
                  <a:pt x="11153" y="5010"/>
                  <a:pt x="10366" y="4852"/>
                </a:cubicBezTo>
                <a:lnTo>
                  <a:pt x="10366" y="4443"/>
                </a:lnTo>
                <a:cubicBezTo>
                  <a:pt x="10366" y="3907"/>
                  <a:pt x="9893" y="3435"/>
                  <a:pt x="9326" y="3435"/>
                </a:cubicBezTo>
                <a:lnTo>
                  <a:pt x="6238" y="3435"/>
                </a:lnTo>
                <a:lnTo>
                  <a:pt x="6238" y="2710"/>
                </a:lnTo>
                <a:lnTo>
                  <a:pt x="8223" y="2710"/>
                </a:lnTo>
                <a:cubicBezTo>
                  <a:pt x="8444" y="2710"/>
                  <a:pt x="8601" y="2521"/>
                  <a:pt x="8601" y="2332"/>
                </a:cubicBezTo>
                <a:cubicBezTo>
                  <a:pt x="8381" y="977"/>
                  <a:pt x="7247" y="1"/>
                  <a:pt x="586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3" name="Google Shape;4543;p27"/>
          <p:cNvSpPr/>
          <p:nvPr/>
        </p:nvSpPr>
        <p:spPr>
          <a:xfrm>
            <a:off x="1258650" y="3198149"/>
            <a:ext cx="88525" cy="89559"/>
          </a:xfrm>
          <a:custGeom>
            <a:rect b="b" l="l" r="r" t="t"/>
            <a:pathLst>
              <a:path extrusionOk="0" h="2774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4" name="Google Shape;4544;p27"/>
          <p:cNvSpPr/>
          <p:nvPr/>
        </p:nvSpPr>
        <p:spPr>
          <a:xfrm>
            <a:off x="1224573" y="3692609"/>
            <a:ext cx="275682" cy="277199"/>
          </a:xfrm>
          <a:custGeom>
            <a:rect b="b" l="l" r="r" t="t"/>
            <a:pathLst>
              <a:path extrusionOk="0" h="8586" w="8539">
                <a:moveTo>
                  <a:pt x="5156" y="1"/>
                </a:moveTo>
                <a:cubicBezTo>
                  <a:pt x="4372" y="1"/>
                  <a:pt x="3593" y="308"/>
                  <a:pt x="2994" y="922"/>
                </a:cubicBezTo>
                <a:lnTo>
                  <a:pt x="1450" y="2466"/>
                </a:lnTo>
                <a:cubicBezTo>
                  <a:pt x="1681" y="2417"/>
                  <a:pt x="1916" y="2392"/>
                  <a:pt x="2152" y="2392"/>
                </a:cubicBezTo>
                <a:cubicBezTo>
                  <a:pt x="2529" y="2392"/>
                  <a:pt x="2909" y="2456"/>
                  <a:pt x="3277" y="2592"/>
                </a:cubicBezTo>
                <a:lnTo>
                  <a:pt x="3939" y="1899"/>
                </a:lnTo>
                <a:cubicBezTo>
                  <a:pt x="4270" y="1568"/>
                  <a:pt x="4703" y="1402"/>
                  <a:pt x="5136" y="1402"/>
                </a:cubicBezTo>
                <a:cubicBezTo>
                  <a:pt x="5569" y="1402"/>
                  <a:pt x="6003" y="1568"/>
                  <a:pt x="6333" y="1899"/>
                </a:cubicBezTo>
                <a:cubicBezTo>
                  <a:pt x="7027" y="2592"/>
                  <a:pt x="7027" y="3631"/>
                  <a:pt x="6333" y="4325"/>
                </a:cubicBezTo>
                <a:lnTo>
                  <a:pt x="3939" y="6719"/>
                </a:lnTo>
                <a:cubicBezTo>
                  <a:pt x="3608" y="7050"/>
                  <a:pt x="3175" y="7215"/>
                  <a:pt x="2742" y="7215"/>
                </a:cubicBezTo>
                <a:cubicBezTo>
                  <a:pt x="2309" y="7215"/>
                  <a:pt x="1875" y="7050"/>
                  <a:pt x="1545" y="6719"/>
                </a:cubicBezTo>
                <a:cubicBezTo>
                  <a:pt x="1261" y="6435"/>
                  <a:pt x="1104" y="6089"/>
                  <a:pt x="1072" y="5742"/>
                </a:cubicBezTo>
                <a:lnTo>
                  <a:pt x="1" y="6782"/>
                </a:lnTo>
                <a:cubicBezTo>
                  <a:pt x="158" y="7097"/>
                  <a:pt x="348" y="7381"/>
                  <a:pt x="600" y="7664"/>
                </a:cubicBezTo>
                <a:cubicBezTo>
                  <a:pt x="1214" y="8278"/>
                  <a:pt x="2002" y="8586"/>
                  <a:pt x="2781" y="8586"/>
                </a:cubicBezTo>
                <a:cubicBezTo>
                  <a:pt x="3561" y="8586"/>
                  <a:pt x="4333" y="8278"/>
                  <a:pt x="4916" y="7664"/>
                </a:cubicBezTo>
                <a:lnTo>
                  <a:pt x="7342" y="5270"/>
                </a:lnTo>
                <a:cubicBezTo>
                  <a:pt x="8539" y="4073"/>
                  <a:pt x="8539" y="2151"/>
                  <a:pt x="7342" y="922"/>
                </a:cubicBezTo>
                <a:cubicBezTo>
                  <a:pt x="6727" y="308"/>
                  <a:pt x="5940" y="1"/>
                  <a:pt x="51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5" name="Google Shape;4545;p27"/>
          <p:cNvSpPr/>
          <p:nvPr/>
        </p:nvSpPr>
        <p:spPr>
          <a:xfrm>
            <a:off x="1103536" y="3790240"/>
            <a:ext cx="278749" cy="279491"/>
          </a:xfrm>
          <a:custGeom>
            <a:rect b="b" l="l" r="r" t="t"/>
            <a:pathLst>
              <a:path extrusionOk="0" h="8657" w="8634">
                <a:moveTo>
                  <a:pt x="5865" y="1"/>
                </a:moveTo>
                <a:cubicBezTo>
                  <a:pt x="5081" y="1"/>
                  <a:pt x="4301" y="308"/>
                  <a:pt x="3718" y="922"/>
                </a:cubicBezTo>
                <a:lnTo>
                  <a:pt x="1230" y="3411"/>
                </a:lnTo>
                <a:cubicBezTo>
                  <a:pt x="1" y="4640"/>
                  <a:pt x="1" y="6562"/>
                  <a:pt x="1230" y="7759"/>
                </a:cubicBezTo>
                <a:cubicBezTo>
                  <a:pt x="1844" y="8358"/>
                  <a:pt x="2632" y="8657"/>
                  <a:pt x="3415" y="8657"/>
                </a:cubicBezTo>
                <a:cubicBezTo>
                  <a:pt x="4199" y="8657"/>
                  <a:pt x="4979" y="8358"/>
                  <a:pt x="5577" y="7759"/>
                </a:cubicBezTo>
                <a:lnTo>
                  <a:pt x="7152" y="6184"/>
                </a:lnTo>
                <a:lnTo>
                  <a:pt x="7152" y="6184"/>
                </a:lnTo>
                <a:cubicBezTo>
                  <a:pt x="6938" y="6218"/>
                  <a:pt x="6719" y="6235"/>
                  <a:pt x="6499" y="6235"/>
                </a:cubicBezTo>
                <a:cubicBezTo>
                  <a:pt x="6106" y="6235"/>
                  <a:pt x="5709" y="6179"/>
                  <a:pt x="5325" y="6058"/>
                </a:cubicBezTo>
                <a:lnTo>
                  <a:pt x="4569" y="6814"/>
                </a:lnTo>
                <a:cubicBezTo>
                  <a:pt x="4238" y="7145"/>
                  <a:pt x="3805" y="7310"/>
                  <a:pt x="3372" y="7310"/>
                </a:cubicBezTo>
                <a:cubicBezTo>
                  <a:pt x="2939" y="7310"/>
                  <a:pt x="2505" y="7145"/>
                  <a:pt x="2175" y="6814"/>
                </a:cubicBezTo>
                <a:cubicBezTo>
                  <a:pt x="1513" y="6121"/>
                  <a:pt x="1513" y="5081"/>
                  <a:pt x="2175" y="4388"/>
                </a:cubicBezTo>
                <a:lnTo>
                  <a:pt x="4664" y="1899"/>
                </a:lnTo>
                <a:cubicBezTo>
                  <a:pt x="4994" y="1568"/>
                  <a:pt x="5428" y="1403"/>
                  <a:pt x="5861" y="1403"/>
                </a:cubicBezTo>
                <a:cubicBezTo>
                  <a:pt x="6294" y="1403"/>
                  <a:pt x="6727" y="1568"/>
                  <a:pt x="7058" y="1899"/>
                </a:cubicBezTo>
                <a:cubicBezTo>
                  <a:pt x="7342" y="2183"/>
                  <a:pt x="7499" y="2561"/>
                  <a:pt x="7531" y="2907"/>
                </a:cubicBezTo>
                <a:lnTo>
                  <a:pt x="8287" y="2151"/>
                </a:lnTo>
                <a:lnTo>
                  <a:pt x="8633" y="1805"/>
                </a:lnTo>
                <a:cubicBezTo>
                  <a:pt x="8476" y="1490"/>
                  <a:pt x="8287" y="1206"/>
                  <a:pt x="8035" y="922"/>
                </a:cubicBezTo>
                <a:cubicBezTo>
                  <a:pt x="7436" y="308"/>
                  <a:pt x="6648" y="1"/>
                  <a:pt x="586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6" name="Google Shape;4546;p27"/>
          <p:cNvSpPr/>
          <p:nvPr/>
        </p:nvSpPr>
        <p:spPr>
          <a:xfrm>
            <a:off x="3583364" y="2696747"/>
            <a:ext cx="226834" cy="288886"/>
          </a:xfrm>
          <a:custGeom>
            <a:rect b="b" l="l" r="r" t="t"/>
            <a:pathLst>
              <a:path extrusionOk="0" h="8948" w="7026">
                <a:moveTo>
                  <a:pt x="2363" y="0"/>
                </a:moveTo>
                <a:cubicBezTo>
                  <a:pt x="2143" y="0"/>
                  <a:pt x="1985" y="158"/>
                  <a:pt x="1985" y="378"/>
                </a:cubicBezTo>
                <a:cubicBezTo>
                  <a:pt x="1985" y="567"/>
                  <a:pt x="2143" y="725"/>
                  <a:pt x="2363" y="725"/>
                </a:cubicBezTo>
                <a:lnTo>
                  <a:pt x="2710" y="725"/>
                </a:lnTo>
                <a:lnTo>
                  <a:pt x="2710" y="1576"/>
                </a:lnTo>
                <a:cubicBezTo>
                  <a:pt x="1135" y="2017"/>
                  <a:pt x="0" y="3466"/>
                  <a:pt x="0" y="5199"/>
                </a:cubicBezTo>
                <a:cubicBezTo>
                  <a:pt x="0" y="7278"/>
                  <a:pt x="1670" y="8948"/>
                  <a:pt x="3718" y="8948"/>
                </a:cubicBezTo>
                <a:cubicBezTo>
                  <a:pt x="3970" y="8948"/>
                  <a:pt x="4159" y="8916"/>
                  <a:pt x="4348" y="8853"/>
                </a:cubicBezTo>
                <a:cubicBezTo>
                  <a:pt x="4159" y="8664"/>
                  <a:pt x="4033" y="8381"/>
                  <a:pt x="4033" y="8066"/>
                </a:cubicBezTo>
                <a:cubicBezTo>
                  <a:pt x="4033" y="7877"/>
                  <a:pt x="4096" y="7687"/>
                  <a:pt x="4191" y="7530"/>
                </a:cubicBezTo>
                <a:lnTo>
                  <a:pt x="4191" y="7530"/>
                </a:lnTo>
                <a:cubicBezTo>
                  <a:pt x="4033" y="7561"/>
                  <a:pt x="3876" y="7561"/>
                  <a:pt x="3686" y="7561"/>
                </a:cubicBezTo>
                <a:cubicBezTo>
                  <a:pt x="2363" y="7561"/>
                  <a:pt x="1292" y="6522"/>
                  <a:pt x="1292" y="5167"/>
                </a:cubicBezTo>
                <a:cubicBezTo>
                  <a:pt x="1292" y="3844"/>
                  <a:pt x="2363" y="2773"/>
                  <a:pt x="3686" y="2773"/>
                </a:cubicBezTo>
                <a:cubicBezTo>
                  <a:pt x="4348" y="2773"/>
                  <a:pt x="4978" y="3088"/>
                  <a:pt x="5451" y="3560"/>
                </a:cubicBezTo>
                <a:cubicBezTo>
                  <a:pt x="5608" y="3466"/>
                  <a:pt x="5766" y="3466"/>
                  <a:pt x="5923" y="3466"/>
                </a:cubicBezTo>
                <a:lnTo>
                  <a:pt x="7026" y="3466"/>
                </a:lnTo>
                <a:cubicBezTo>
                  <a:pt x="6553" y="2584"/>
                  <a:pt x="5734" y="1859"/>
                  <a:pt x="4726" y="1576"/>
                </a:cubicBezTo>
                <a:lnTo>
                  <a:pt x="4726" y="725"/>
                </a:lnTo>
                <a:lnTo>
                  <a:pt x="5073" y="725"/>
                </a:lnTo>
                <a:cubicBezTo>
                  <a:pt x="5262" y="725"/>
                  <a:pt x="5419" y="567"/>
                  <a:pt x="5419" y="378"/>
                </a:cubicBezTo>
                <a:cubicBezTo>
                  <a:pt x="5419" y="158"/>
                  <a:pt x="5262" y="0"/>
                  <a:pt x="50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7" name="Google Shape;4547;p27"/>
          <p:cNvSpPr/>
          <p:nvPr/>
        </p:nvSpPr>
        <p:spPr>
          <a:xfrm>
            <a:off x="3647449" y="2807615"/>
            <a:ext cx="68154" cy="67153"/>
          </a:xfrm>
          <a:custGeom>
            <a:rect b="b" l="l" r="r" t="t"/>
            <a:pathLst>
              <a:path extrusionOk="0" h="2080" w="2111">
                <a:moveTo>
                  <a:pt x="1733" y="0"/>
                </a:moveTo>
                <a:cubicBezTo>
                  <a:pt x="1544" y="32"/>
                  <a:pt x="1386" y="158"/>
                  <a:pt x="1386" y="347"/>
                </a:cubicBezTo>
                <a:lnTo>
                  <a:pt x="1386" y="1387"/>
                </a:lnTo>
                <a:lnTo>
                  <a:pt x="378" y="1387"/>
                </a:lnTo>
                <a:cubicBezTo>
                  <a:pt x="158" y="1387"/>
                  <a:pt x="0" y="1544"/>
                  <a:pt x="0" y="1733"/>
                </a:cubicBezTo>
                <a:cubicBezTo>
                  <a:pt x="0" y="1922"/>
                  <a:pt x="158" y="2080"/>
                  <a:pt x="378" y="2080"/>
                </a:cubicBezTo>
                <a:lnTo>
                  <a:pt x="1733" y="2080"/>
                </a:lnTo>
                <a:cubicBezTo>
                  <a:pt x="1954" y="2080"/>
                  <a:pt x="2111" y="1922"/>
                  <a:pt x="2111" y="1733"/>
                </a:cubicBezTo>
                <a:lnTo>
                  <a:pt x="2111" y="347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8" name="Google Shape;4548;p27"/>
          <p:cNvSpPr/>
          <p:nvPr/>
        </p:nvSpPr>
        <p:spPr>
          <a:xfrm>
            <a:off x="3759318" y="2830989"/>
            <a:ext cx="110899" cy="32608"/>
          </a:xfrm>
          <a:custGeom>
            <a:rect b="b" l="l" r="r" t="t"/>
            <a:pathLst>
              <a:path extrusionOk="0" h="1010" w="3435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cubicBezTo>
                  <a:pt x="1" y="789"/>
                  <a:pt x="253" y="1009"/>
                  <a:pt x="536" y="1009"/>
                </a:cubicBezTo>
                <a:lnTo>
                  <a:pt x="2931" y="1009"/>
                </a:lnTo>
                <a:cubicBezTo>
                  <a:pt x="3214" y="1009"/>
                  <a:pt x="3435" y="789"/>
                  <a:pt x="3435" y="505"/>
                </a:cubicBezTo>
                <a:cubicBezTo>
                  <a:pt x="3435" y="221"/>
                  <a:pt x="3214" y="1"/>
                  <a:pt x="29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9" name="Google Shape;4549;p27"/>
          <p:cNvSpPr/>
          <p:nvPr/>
        </p:nvSpPr>
        <p:spPr>
          <a:xfrm>
            <a:off x="3736945" y="2884905"/>
            <a:ext cx="110899" cy="33609"/>
          </a:xfrm>
          <a:custGeom>
            <a:rect b="b" l="l" r="r" t="t"/>
            <a:pathLst>
              <a:path extrusionOk="0" h="1041" w="3435">
                <a:moveTo>
                  <a:pt x="505" y="1"/>
                </a:moveTo>
                <a:cubicBezTo>
                  <a:pt x="221" y="1"/>
                  <a:pt x="1" y="253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899" y="1040"/>
                </a:lnTo>
                <a:cubicBezTo>
                  <a:pt x="3183" y="1040"/>
                  <a:pt x="3435" y="851"/>
                  <a:pt x="3435" y="536"/>
                </a:cubicBezTo>
                <a:cubicBezTo>
                  <a:pt x="3435" y="253"/>
                  <a:pt x="3183" y="1"/>
                  <a:pt x="28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0" name="Google Shape;4550;p27"/>
          <p:cNvSpPr/>
          <p:nvPr/>
        </p:nvSpPr>
        <p:spPr>
          <a:xfrm>
            <a:off x="3736945" y="2940856"/>
            <a:ext cx="87492" cy="33609"/>
          </a:xfrm>
          <a:custGeom>
            <a:rect b="b" l="l" r="r" t="t"/>
            <a:pathLst>
              <a:path extrusionOk="0" h="1041" w="2710">
                <a:moveTo>
                  <a:pt x="505" y="0"/>
                </a:moveTo>
                <a:cubicBezTo>
                  <a:pt x="221" y="0"/>
                  <a:pt x="1" y="252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90" y="1040"/>
                  <a:pt x="2710" y="788"/>
                  <a:pt x="2710" y="536"/>
                </a:cubicBezTo>
                <a:cubicBezTo>
                  <a:pt x="2710" y="252"/>
                  <a:pt x="2490" y="0"/>
                  <a:pt x="22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1" name="Google Shape;4551;p27"/>
          <p:cNvSpPr/>
          <p:nvPr/>
        </p:nvSpPr>
        <p:spPr>
          <a:xfrm>
            <a:off x="3736945" y="2995773"/>
            <a:ext cx="66152" cy="33609"/>
          </a:xfrm>
          <a:custGeom>
            <a:rect b="b" l="l" r="r" t="t"/>
            <a:pathLst>
              <a:path extrusionOk="0" h="1041" w="2049">
                <a:moveTo>
                  <a:pt x="505" y="1"/>
                </a:moveTo>
                <a:cubicBezTo>
                  <a:pt x="221" y="1"/>
                  <a:pt x="1" y="253"/>
                  <a:pt x="1" y="505"/>
                </a:cubicBezTo>
                <a:cubicBezTo>
                  <a:pt x="1" y="788"/>
                  <a:pt x="221" y="1040"/>
                  <a:pt x="505" y="1040"/>
                </a:cubicBezTo>
                <a:lnTo>
                  <a:pt x="1544" y="1040"/>
                </a:lnTo>
                <a:cubicBezTo>
                  <a:pt x="1796" y="1040"/>
                  <a:pt x="2048" y="788"/>
                  <a:pt x="2048" y="505"/>
                </a:cubicBezTo>
                <a:cubicBezTo>
                  <a:pt x="2048" y="253"/>
                  <a:pt x="1796" y="1"/>
                  <a:pt x="154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2" name="Google Shape;4552;p27"/>
          <p:cNvSpPr/>
          <p:nvPr/>
        </p:nvSpPr>
        <p:spPr>
          <a:xfrm>
            <a:off x="3492836" y="2718313"/>
            <a:ext cx="224800" cy="355813"/>
          </a:xfrm>
          <a:custGeom>
            <a:rect b="b" l="l" r="r" t="t"/>
            <a:pathLst>
              <a:path extrusionOk="0" h="11021" w="6963">
                <a:moveTo>
                  <a:pt x="3803" y="0"/>
                </a:moveTo>
                <a:cubicBezTo>
                  <a:pt x="3716" y="0"/>
                  <a:pt x="3637" y="52"/>
                  <a:pt x="3592" y="120"/>
                </a:cubicBezTo>
                <a:lnTo>
                  <a:pt x="1702" y="2231"/>
                </a:lnTo>
                <a:cubicBezTo>
                  <a:pt x="1544" y="2420"/>
                  <a:pt x="1418" y="2640"/>
                  <a:pt x="1418" y="2892"/>
                </a:cubicBezTo>
                <a:lnTo>
                  <a:pt x="1418" y="5917"/>
                </a:lnTo>
                <a:cubicBezTo>
                  <a:pt x="1418" y="6200"/>
                  <a:pt x="1292" y="6421"/>
                  <a:pt x="1103" y="6641"/>
                </a:cubicBezTo>
                <a:lnTo>
                  <a:pt x="126" y="7618"/>
                </a:lnTo>
                <a:cubicBezTo>
                  <a:pt x="0" y="7744"/>
                  <a:pt x="0" y="7965"/>
                  <a:pt x="126" y="8091"/>
                </a:cubicBezTo>
                <a:lnTo>
                  <a:pt x="2867" y="10926"/>
                </a:lnTo>
                <a:cubicBezTo>
                  <a:pt x="2930" y="10989"/>
                  <a:pt x="3017" y="11021"/>
                  <a:pt x="3104" y="11021"/>
                </a:cubicBezTo>
                <a:cubicBezTo>
                  <a:pt x="3190" y="11021"/>
                  <a:pt x="3277" y="10989"/>
                  <a:pt x="3340" y="10926"/>
                </a:cubicBezTo>
                <a:lnTo>
                  <a:pt x="4317" y="9949"/>
                </a:lnTo>
                <a:cubicBezTo>
                  <a:pt x="4537" y="9729"/>
                  <a:pt x="4758" y="9634"/>
                  <a:pt x="5041" y="9634"/>
                </a:cubicBezTo>
                <a:lnTo>
                  <a:pt x="6963" y="9634"/>
                </a:lnTo>
                <a:cubicBezTo>
                  <a:pt x="6900" y="9477"/>
                  <a:pt x="6837" y="9288"/>
                  <a:pt x="6837" y="9099"/>
                </a:cubicBezTo>
                <a:cubicBezTo>
                  <a:pt x="6837" y="9036"/>
                  <a:pt x="6837" y="8973"/>
                  <a:pt x="6900" y="8910"/>
                </a:cubicBezTo>
                <a:cubicBezTo>
                  <a:pt x="6774" y="8910"/>
                  <a:pt x="6648" y="8941"/>
                  <a:pt x="6522" y="8941"/>
                </a:cubicBezTo>
                <a:cubicBezTo>
                  <a:pt x="4096" y="8941"/>
                  <a:pt x="2080" y="6925"/>
                  <a:pt x="2080" y="4499"/>
                </a:cubicBezTo>
                <a:cubicBezTo>
                  <a:pt x="2080" y="2892"/>
                  <a:pt x="2962" y="1475"/>
                  <a:pt x="4254" y="687"/>
                </a:cubicBezTo>
                <a:cubicBezTo>
                  <a:pt x="4254" y="592"/>
                  <a:pt x="4222" y="529"/>
                  <a:pt x="4222" y="498"/>
                </a:cubicBezTo>
                <a:lnTo>
                  <a:pt x="4128" y="246"/>
                </a:lnTo>
                <a:cubicBezTo>
                  <a:pt x="4096" y="120"/>
                  <a:pt x="4002" y="57"/>
                  <a:pt x="3907" y="25"/>
                </a:cubicBezTo>
                <a:cubicBezTo>
                  <a:pt x="3872" y="8"/>
                  <a:pt x="3837" y="0"/>
                  <a:pt x="380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3" name="Google Shape;4553;p27"/>
          <p:cNvSpPr/>
          <p:nvPr/>
        </p:nvSpPr>
        <p:spPr>
          <a:xfrm>
            <a:off x="3649484" y="3331761"/>
            <a:ext cx="220733" cy="242428"/>
          </a:xfrm>
          <a:custGeom>
            <a:rect b="b" l="l" r="r" t="t"/>
            <a:pathLst>
              <a:path extrusionOk="0" h="7509" w="6837">
                <a:moveTo>
                  <a:pt x="5120" y="2079"/>
                </a:moveTo>
                <a:cubicBezTo>
                  <a:pt x="5206" y="2079"/>
                  <a:pt x="5293" y="2111"/>
                  <a:pt x="5356" y="2174"/>
                </a:cubicBezTo>
                <a:cubicBezTo>
                  <a:pt x="5451" y="2268"/>
                  <a:pt x="5451" y="2458"/>
                  <a:pt x="5356" y="2647"/>
                </a:cubicBezTo>
                <a:lnTo>
                  <a:pt x="3308" y="4694"/>
                </a:lnTo>
                <a:cubicBezTo>
                  <a:pt x="3214" y="4757"/>
                  <a:pt x="3151" y="4789"/>
                  <a:pt x="3056" y="4789"/>
                </a:cubicBezTo>
                <a:cubicBezTo>
                  <a:pt x="2993" y="4789"/>
                  <a:pt x="2899" y="4757"/>
                  <a:pt x="2836" y="4694"/>
                </a:cubicBezTo>
                <a:lnTo>
                  <a:pt x="2174" y="4001"/>
                </a:lnTo>
                <a:cubicBezTo>
                  <a:pt x="2048" y="3907"/>
                  <a:pt x="2048" y="3655"/>
                  <a:pt x="2174" y="3529"/>
                </a:cubicBezTo>
                <a:cubicBezTo>
                  <a:pt x="2221" y="3481"/>
                  <a:pt x="2308" y="3458"/>
                  <a:pt x="2399" y="3458"/>
                </a:cubicBezTo>
                <a:cubicBezTo>
                  <a:pt x="2489" y="3458"/>
                  <a:pt x="2584" y="3481"/>
                  <a:pt x="2647" y="3529"/>
                </a:cubicBezTo>
                <a:lnTo>
                  <a:pt x="3056" y="3970"/>
                </a:lnTo>
                <a:lnTo>
                  <a:pt x="4883" y="2174"/>
                </a:lnTo>
                <a:cubicBezTo>
                  <a:pt x="4946" y="2111"/>
                  <a:pt x="5033" y="2079"/>
                  <a:pt x="5120" y="2079"/>
                </a:cubicBezTo>
                <a:close/>
                <a:moveTo>
                  <a:pt x="1701" y="0"/>
                </a:moveTo>
                <a:cubicBezTo>
                  <a:pt x="725" y="0"/>
                  <a:pt x="0" y="756"/>
                  <a:pt x="0" y="1701"/>
                </a:cubicBezTo>
                <a:lnTo>
                  <a:pt x="0" y="4411"/>
                </a:lnTo>
                <a:cubicBezTo>
                  <a:pt x="0" y="5356"/>
                  <a:pt x="725" y="6112"/>
                  <a:pt x="1701" y="6112"/>
                </a:cubicBezTo>
                <a:lnTo>
                  <a:pt x="2048" y="6112"/>
                </a:lnTo>
                <a:lnTo>
                  <a:pt x="2048" y="7152"/>
                </a:lnTo>
                <a:cubicBezTo>
                  <a:pt x="2048" y="7309"/>
                  <a:pt x="2111" y="7435"/>
                  <a:pt x="2237" y="7467"/>
                </a:cubicBezTo>
                <a:cubicBezTo>
                  <a:pt x="2289" y="7493"/>
                  <a:pt x="2347" y="7508"/>
                  <a:pt x="2401" y="7508"/>
                </a:cubicBezTo>
                <a:cubicBezTo>
                  <a:pt x="2477" y="7508"/>
                  <a:pt x="2547" y="7478"/>
                  <a:pt x="2584" y="7404"/>
                </a:cubicBezTo>
                <a:lnTo>
                  <a:pt x="3844" y="6112"/>
                </a:lnTo>
                <a:lnTo>
                  <a:pt x="5073" y="6112"/>
                </a:lnTo>
                <a:cubicBezTo>
                  <a:pt x="6018" y="6112"/>
                  <a:pt x="6805" y="5356"/>
                  <a:pt x="6805" y="4411"/>
                </a:cubicBezTo>
                <a:lnTo>
                  <a:pt x="6805" y="1701"/>
                </a:lnTo>
                <a:cubicBezTo>
                  <a:pt x="6837" y="756"/>
                  <a:pt x="6049" y="0"/>
                  <a:pt x="5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4" name="Google Shape;4554;p27"/>
          <p:cNvSpPr/>
          <p:nvPr/>
        </p:nvSpPr>
        <p:spPr>
          <a:xfrm>
            <a:off x="3492836" y="3198488"/>
            <a:ext cx="243138" cy="264834"/>
          </a:xfrm>
          <a:custGeom>
            <a:rect b="b" l="l" r="r" t="t"/>
            <a:pathLst>
              <a:path extrusionOk="0" h="8203" w="7531">
                <a:moveTo>
                  <a:pt x="3781" y="1356"/>
                </a:moveTo>
                <a:cubicBezTo>
                  <a:pt x="4317" y="1356"/>
                  <a:pt x="4789" y="1828"/>
                  <a:pt x="4789" y="2395"/>
                </a:cubicBezTo>
                <a:cubicBezTo>
                  <a:pt x="4789" y="2710"/>
                  <a:pt x="4632" y="3025"/>
                  <a:pt x="4411" y="3214"/>
                </a:cubicBezTo>
                <a:cubicBezTo>
                  <a:pt x="4254" y="3341"/>
                  <a:pt x="4128" y="3530"/>
                  <a:pt x="4128" y="3782"/>
                </a:cubicBezTo>
                <a:cubicBezTo>
                  <a:pt x="4128" y="3971"/>
                  <a:pt x="3970" y="4128"/>
                  <a:pt x="3781" y="4128"/>
                </a:cubicBezTo>
                <a:cubicBezTo>
                  <a:pt x="3592" y="4128"/>
                  <a:pt x="3434" y="3971"/>
                  <a:pt x="3434" y="3782"/>
                </a:cubicBezTo>
                <a:cubicBezTo>
                  <a:pt x="3434" y="3341"/>
                  <a:pt x="3624" y="2931"/>
                  <a:pt x="3970" y="2679"/>
                </a:cubicBezTo>
                <a:cubicBezTo>
                  <a:pt x="4065" y="2584"/>
                  <a:pt x="4096" y="2521"/>
                  <a:pt x="4096" y="2395"/>
                </a:cubicBezTo>
                <a:cubicBezTo>
                  <a:pt x="4096" y="2206"/>
                  <a:pt x="3939" y="2049"/>
                  <a:pt x="3750" y="2049"/>
                </a:cubicBezTo>
                <a:cubicBezTo>
                  <a:pt x="3529" y="2049"/>
                  <a:pt x="3371" y="2206"/>
                  <a:pt x="3371" y="2395"/>
                </a:cubicBezTo>
                <a:cubicBezTo>
                  <a:pt x="3371" y="2584"/>
                  <a:pt x="3214" y="2742"/>
                  <a:pt x="3025" y="2742"/>
                </a:cubicBezTo>
                <a:cubicBezTo>
                  <a:pt x="2836" y="2742"/>
                  <a:pt x="2678" y="2584"/>
                  <a:pt x="2678" y="2395"/>
                </a:cubicBezTo>
                <a:cubicBezTo>
                  <a:pt x="2741" y="1828"/>
                  <a:pt x="3214" y="1356"/>
                  <a:pt x="3781" y="1356"/>
                </a:cubicBezTo>
                <a:close/>
                <a:moveTo>
                  <a:pt x="3781" y="4758"/>
                </a:moveTo>
                <a:cubicBezTo>
                  <a:pt x="3970" y="4758"/>
                  <a:pt x="4128" y="4916"/>
                  <a:pt x="4128" y="5105"/>
                </a:cubicBezTo>
                <a:cubicBezTo>
                  <a:pt x="4128" y="5294"/>
                  <a:pt x="3970" y="5451"/>
                  <a:pt x="3781" y="5451"/>
                </a:cubicBezTo>
                <a:cubicBezTo>
                  <a:pt x="3592" y="5451"/>
                  <a:pt x="3434" y="5294"/>
                  <a:pt x="3434" y="5105"/>
                </a:cubicBezTo>
                <a:cubicBezTo>
                  <a:pt x="3434" y="4916"/>
                  <a:pt x="3592" y="4758"/>
                  <a:pt x="3781" y="4758"/>
                </a:cubicBezTo>
                <a:close/>
                <a:moveTo>
                  <a:pt x="1733" y="1"/>
                </a:moveTo>
                <a:cubicBezTo>
                  <a:pt x="788" y="1"/>
                  <a:pt x="0" y="789"/>
                  <a:pt x="0" y="1734"/>
                </a:cubicBezTo>
                <a:lnTo>
                  <a:pt x="0" y="5136"/>
                </a:lnTo>
                <a:cubicBezTo>
                  <a:pt x="0" y="5987"/>
                  <a:pt x="631" y="6649"/>
                  <a:pt x="1418" y="6806"/>
                </a:cubicBezTo>
                <a:lnTo>
                  <a:pt x="1418" y="7846"/>
                </a:lnTo>
                <a:cubicBezTo>
                  <a:pt x="1418" y="8003"/>
                  <a:pt x="1481" y="8129"/>
                  <a:pt x="1607" y="8161"/>
                </a:cubicBezTo>
                <a:cubicBezTo>
                  <a:pt x="1659" y="8187"/>
                  <a:pt x="1717" y="8202"/>
                  <a:pt x="1771" y="8202"/>
                </a:cubicBezTo>
                <a:cubicBezTo>
                  <a:pt x="1848" y="8202"/>
                  <a:pt x="1917" y="8172"/>
                  <a:pt x="1954" y="8098"/>
                </a:cubicBezTo>
                <a:lnTo>
                  <a:pt x="3214" y="6838"/>
                </a:lnTo>
                <a:lnTo>
                  <a:pt x="4096" y="6838"/>
                </a:lnTo>
                <a:lnTo>
                  <a:pt x="4096" y="5798"/>
                </a:lnTo>
                <a:cubicBezTo>
                  <a:pt x="4096" y="4475"/>
                  <a:pt x="5167" y="3404"/>
                  <a:pt x="6490" y="3404"/>
                </a:cubicBezTo>
                <a:lnTo>
                  <a:pt x="7530" y="3404"/>
                </a:lnTo>
                <a:lnTo>
                  <a:pt x="7530" y="1734"/>
                </a:lnTo>
                <a:cubicBezTo>
                  <a:pt x="7530" y="789"/>
                  <a:pt x="6774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5" name="Google Shape;4555;p27"/>
          <p:cNvSpPr/>
          <p:nvPr/>
        </p:nvSpPr>
        <p:spPr>
          <a:xfrm>
            <a:off x="3559957" y="3760103"/>
            <a:ext cx="243138" cy="241104"/>
          </a:xfrm>
          <a:custGeom>
            <a:rect b="b" l="l" r="r" t="t"/>
            <a:pathLst>
              <a:path extrusionOk="0" h="7468" w="7531">
                <a:moveTo>
                  <a:pt x="3750" y="663"/>
                </a:moveTo>
                <a:cubicBezTo>
                  <a:pt x="3939" y="663"/>
                  <a:pt x="4096" y="820"/>
                  <a:pt x="4096" y="1009"/>
                </a:cubicBezTo>
                <a:lnTo>
                  <a:pt x="4096" y="3624"/>
                </a:lnTo>
                <a:lnTo>
                  <a:pt x="5357" y="4884"/>
                </a:lnTo>
                <a:cubicBezTo>
                  <a:pt x="5514" y="5042"/>
                  <a:pt x="5514" y="5231"/>
                  <a:pt x="5357" y="5357"/>
                </a:cubicBezTo>
                <a:cubicBezTo>
                  <a:pt x="5294" y="5420"/>
                  <a:pt x="5207" y="5451"/>
                  <a:pt x="5120" y="5451"/>
                </a:cubicBezTo>
                <a:cubicBezTo>
                  <a:pt x="5034" y="5451"/>
                  <a:pt x="4947" y="5420"/>
                  <a:pt x="4884" y="5357"/>
                </a:cubicBezTo>
                <a:lnTo>
                  <a:pt x="3498" y="3971"/>
                </a:lnTo>
                <a:cubicBezTo>
                  <a:pt x="3435" y="3908"/>
                  <a:pt x="3403" y="3813"/>
                  <a:pt x="3403" y="3719"/>
                </a:cubicBezTo>
                <a:lnTo>
                  <a:pt x="3403" y="1009"/>
                </a:lnTo>
                <a:cubicBezTo>
                  <a:pt x="3403" y="820"/>
                  <a:pt x="3561" y="663"/>
                  <a:pt x="3750" y="663"/>
                </a:cubicBezTo>
                <a:close/>
                <a:moveTo>
                  <a:pt x="3750" y="1"/>
                </a:moveTo>
                <a:cubicBezTo>
                  <a:pt x="1671" y="1"/>
                  <a:pt x="1" y="1702"/>
                  <a:pt x="1" y="3750"/>
                </a:cubicBezTo>
                <a:cubicBezTo>
                  <a:pt x="1" y="5829"/>
                  <a:pt x="1702" y="7468"/>
                  <a:pt x="3750" y="7468"/>
                </a:cubicBezTo>
                <a:cubicBezTo>
                  <a:pt x="5798" y="7468"/>
                  <a:pt x="7499" y="5798"/>
                  <a:pt x="7499" y="3750"/>
                </a:cubicBezTo>
                <a:cubicBezTo>
                  <a:pt x="7530" y="1702"/>
                  <a:pt x="5829" y="1"/>
                  <a:pt x="37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6" name="Google Shape;4556;p27"/>
          <p:cNvSpPr/>
          <p:nvPr/>
        </p:nvSpPr>
        <p:spPr>
          <a:xfrm>
            <a:off x="3492836" y="3692981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1355"/>
                </a:moveTo>
                <a:cubicBezTo>
                  <a:pt x="8286" y="1355"/>
                  <a:pt x="10271" y="3372"/>
                  <a:pt x="10271" y="5829"/>
                </a:cubicBezTo>
                <a:cubicBezTo>
                  <a:pt x="10271" y="8286"/>
                  <a:pt x="8318" y="10271"/>
                  <a:pt x="5829" y="10271"/>
                </a:cubicBezTo>
                <a:cubicBezTo>
                  <a:pt x="3403" y="10271"/>
                  <a:pt x="1387" y="8255"/>
                  <a:pt x="1387" y="5829"/>
                </a:cubicBezTo>
                <a:cubicBezTo>
                  <a:pt x="1387" y="3372"/>
                  <a:pt x="3371" y="1355"/>
                  <a:pt x="5829" y="1355"/>
                </a:cubicBezTo>
                <a:close/>
                <a:moveTo>
                  <a:pt x="5829" y="1"/>
                </a:moveTo>
                <a:cubicBezTo>
                  <a:pt x="2647" y="1"/>
                  <a:pt x="0" y="2616"/>
                  <a:pt x="0" y="5829"/>
                </a:cubicBezTo>
                <a:cubicBezTo>
                  <a:pt x="0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89" y="2616"/>
                  <a:pt x="9042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7" name="Google Shape;4557;p27"/>
          <p:cNvSpPr/>
          <p:nvPr/>
        </p:nvSpPr>
        <p:spPr>
          <a:xfrm>
            <a:off x="2538288" y="4179456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8" name="Google Shape;4558;p27"/>
          <p:cNvSpPr txBox="1"/>
          <p:nvPr/>
        </p:nvSpPr>
        <p:spPr>
          <a:xfrm>
            <a:off x="635795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Montserrat"/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Help &amp; Support Icons</a:t>
            </a:r>
            <a:endParaRPr b="1" i="0" sz="2400" u="none" cap="none" strike="noStrike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559" name="Google Shape;4559;p27"/>
          <p:cNvSpPr txBox="1"/>
          <p:nvPr/>
        </p:nvSpPr>
        <p:spPr>
          <a:xfrm>
            <a:off x="4902248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Montserrat"/>
              <a:buNone/>
            </a:pPr>
            <a:r>
              <a:rPr b="1" i="0" lang="en" sz="2400" u="none" cap="none" strike="noStrike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Teamwork Icons</a:t>
            </a:r>
            <a:endParaRPr sz="1100"/>
          </a:p>
        </p:txBody>
      </p:sp>
      <p:sp>
        <p:nvSpPr>
          <p:cNvPr id="4560" name="Google Shape;4560;p27"/>
          <p:cNvSpPr/>
          <p:nvPr/>
        </p:nvSpPr>
        <p:spPr>
          <a:xfrm>
            <a:off x="4947980" y="1400234"/>
            <a:ext cx="112430" cy="109430"/>
          </a:xfrm>
          <a:custGeom>
            <a:rect b="b" l="l" r="r" t="t"/>
            <a:pathLst>
              <a:path extrusionOk="0" h="3466" w="3561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1" name="Google Shape;4561;p27"/>
          <p:cNvSpPr/>
          <p:nvPr/>
        </p:nvSpPr>
        <p:spPr>
          <a:xfrm>
            <a:off x="5080297" y="1269937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2" name="Google Shape;4562;p27"/>
          <p:cNvSpPr/>
          <p:nvPr/>
        </p:nvSpPr>
        <p:spPr>
          <a:xfrm>
            <a:off x="4903243" y="1504673"/>
            <a:ext cx="198970" cy="13727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3" name="Google Shape;4563;p27"/>
          <p:cNvSpPr/>
          <p:nvPr/>
        </p:nvSpPr>
        <p:spPr>
          <a:xfrm>
            <a:off x="4938050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4" name="Google Shape;4564;p27"/>
          <p:cNvSpPr/>
          <p:nvPr/>
        </p:nvSpPr>
        <p:spPr>
          <a:xfrm>
            <a:off x="5013665" y="1738903"/>
            <a:ext cx="155179" cy="131941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5" name="Google Shape;4565;p27"/>
          <p:cNvSpPr/>
          <p:nvPr/>
        </p:nvSpPr>
        <p:spPr>
          <a:xfrm>
            <a:off x="4902248" y="1870210"/>
            <a:ext cx="179079" cy="242508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6" name="Google Shape;4566;p27"/>
          <p:cNvSpPr/>
          <p:nvPr/>
        </p:nvSpPr>
        <p:spPr>
          <a:xfrm>
            <a:off x="5179763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7" name="Google Shape;4567;p27"/>
          <p:cNvSpPr/>
          <p:nvPr/>
        </p:nvSpPr>
        <p:spPr>
          <a:xfrm>
            <a:off x="5101181" y="1871221"/>
            <a:ext cx="179079" cy="243235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8" name="Google Shape;4568;p27"/>
          <p:cNvSpPr/>
          <p:nvPr/>
        </p:nvSpPr>
        <p:spPr>
          <a:xfrm>
            <a:off x="5045459" y="2216688"/>
            <a:ext cx="89571" cy="86572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9" name="Google Shape;4569;p27"/>
          <p:cNvSpPr/>
          <p:nvPr/>
        </p:nvSpPr>
        <p:spPr>
          <a:xfrm>
            <a:off x="4937041" y="2414643"/>
            <a:ext cx="87582" cy="86540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0" name="Google Shape;4570;p27"/>
          <p:cNvSpPr/>
          <p:nvPr/>
        </p:nvSpPr>
        <p:spPr>
          <a:xfrm>
            <a:off x="5157854" y="2415622"/>
            <a:ext cx="86572" cy="86572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1" name="Google Shape;4571;p27"/>
          <p:cNvSpPr/>
          <p:nvPr/>
        </p:nvSpPr>
        <p:spPr>
          <a:xfrm>
            <a:off x="4904238" y="2500171"/>
            <a:ext cx="154200" cy="90550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2" name="Google Shape;4572;p27"/>
          <p:cNvSpPr/>
          <p:nvPr/>
        </p:nvSpPr>
        <p:spPr>
          <a:xfrm>
            <a:off x="5013634" y="2301237"/>
            <a:ext cx="155210" cy="9152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3" name="Google Shape;4573;p27"/>
          <p:cNvSpPr/>
          <p:nvPr/>
        </p:nvSpPr>
        <p:spPr>
          <a:xfrm>
            <a:off x="5124041" y="2500171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4" name="Google Shape;4574;p27"/>
          <p:cNvSpPr/>
          <p:nvPr/>
        </p:nvSpPr>
        <p:spPr>
          <a:xfrm>
            <a:off x="5041481" y="2414643"/>
            <a:ext cx="97527" cy="81583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5" name="Google Shape;4575;p27"/>
          <p:cNvSpPr/>
          <p:nvPr/>
        </p:nvSpPr>
        <p:spPr>
          <a:xfrm>
            <a:off x="7398015" y="1445240"/>
            <a:ext cx="109430" cy="65671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6" name="Google Shape;4576;p27"/>
          <p:cNvSpPr/>
          <p:nvPr/>
        </p:nvSpPr>
        <p:spPr>
          <a:xfrm>
            <a:off x="7429839" y="1379602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7" name="Google Shape;4577;p27"/>
          <p:cNvSpPr/>
          <p:nvPr/>
        </p:nvSpPr>
        <p:spPr>
          <a:xfrm>
            <a:off x="7289598" y="1269670"/>
            <a:ext cx="328259" cy="372555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8" name="Google Shape;4578;p27"/>
          <p:cNvSpPr/>
          <p:nvPr/>
        </p:nvSpPr>
        <p:spPr>
          <a:xfrm>
            <a:off x="7265225" y="1937111"/>
            <a:ext cx="66650" cy="17510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9" name="Google Shape;4579;p27"/>
          <p:cNvSpPr/>
          <p:nvPr/>
        </p:nvSpPr>
        <p:spPr>
          <a:xfrm>
            <a:off x="7332852" y="1741146"/>
            <a:ext cx="240740" cy="202948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0" name="Google Shape;4580;p27"/>
          <p:cNvSpPr/>
          <p:nvPr/>
        </p:nvSpPr>
        <p:spPr>
          <a:xfrm>
            <a:off x="7353752" y="1930639"/>
            <a:ext cx="288478" cy="158683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1" name="Google Shape;4581;p27"/>
          <p:cNvSpPr/>
          <p:nvPr/>
        </p:nvSpPr>
        <p:spPr>
          <a:xfrm>
            <a:off x="7266219" y="2217194"/>
            <a:ext cx="277554" cy="283521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2" name="Google Shape;4582;p27"/>
          <p:cNvSpPr/>
          <p:nvPr/>
        </p:nvSpPr>
        <p:spPr>
          <a:xfrm>
            <a:off x="7399484" y="2303385"/>
            <a:ext cx="241751" cy="110598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3" name="Google Shape;4583;p27"/>
          <p:cNvSpPr/>
          <p:nvPr/>
        </p:nvSpPr>
        <p:spPr>
          <a:xfrm>
            <a:off x="7291066" y="2510621"/>
            <a:ext cx="238751" cy="79594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4" name="Google Shape;4584;p27"/>
          <p:cNvSpPr/>
          <p:nvPr/>
        </p:nvSpPr>
        <p:spPr>
          <a:xfrm>
            <a:off x="7332836" y="2281853"/>
            <a:ext cx="145265" cy="154200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5" name="Google Shape;4585;p27"/>
          <p:cNvSpPr/>
          <p:nvPr/>
        </p:nvSpPr>
        <p:spPr>
          <a:xfrm>
            <a:off x="6034988" y="2910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6" name="Google Shape;4586;p27"/>
          <p:cNvSpPr/>
          <p:nvPr/>
        </p:nvSpPr>
        <p:spPr>
          <a:xfrm>
            <a:off x="6014087" y="2976739"/>
            <a:ext cx="88561" cy="43791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7" name="Google Shape;4587;p27"/>
          <p:cNvSpPr/>
          <p:nvPr/>
        </p:nvSpPr>
        <p:spPr>
          <a:xfrm>
            <a:off x="5959373" y="2867312"/>
            <a:ext cx="197991" cy="219871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8" name="Google Shape;4588;p27"/>
          <p:cNvSpPr/>
          <p:nvPr/>
        </p:nvSpPr>
        <p:spPr>
          <a:xfrm>
            <a:off x="5937494" y="2713147"/>
            <a:ext cx="241751" cy="44801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9" name="Google Shape;4589;p27"/>
          <p:cNvSpPr/>
          <p:nvPr/>
        </p:nvSpPr>
        <p:spPr>
          <a:xfrm>
            <a:off x="5870846" y="2780774"/>
            <a:ext cx="373061" cy="174122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0" name="Google Shape;4590;p27"/>
          <p:cNvSpPr/>
          <p:nvPr/>
        </p:nvSpPr>
        <p:spPr>
          <a:xfrm>
            <a:off x="5868368" y="3203722"/>
            <a:ext cx="378018" cy="283521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1" name="Google Shape;4591;p27"/>
          <p:cNvSpPr/>
          <p:nvPr/>
        </p:nvSpPr>
        <p:spPr>
          <a:xfrm>
            <a:off x="5952917" y="3510061"/>
            <a:ext cx="198970" cy="4382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2" name="Google Shape;4592;p27"/>
          <p:cNvSpPr/>
          <p:nvPr/>
        </p:nvSpPr>
        <p:spPr>
          <a:xfrm>
            <a:off x="6022043" y="3700949"/>
            <a:ext cx="67660" cy="64692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3" name="Google Shape;4593;p27"/>
          <p:cNvSpPr/>
          <p:nvPr/>
        </p:nvSpPr>
        <p:spPr>
          <a:xfrm>
            <a:off x="5934527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4" name="Google Shape;4594;p27"/>
          <p:cNvSpPr/>
          <p:nvPr/>
        </p:nvSpPr>
        <p:spPr>
          <a:xfrm>
            <a:off x="6111581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5" name="Google Shape;4595;p27"/>
          <p:cNvSpPr/>
          <p:nvPr/>
        </p:nvSpPr>
        <p:spPr>
          <a:xfrm>
            <a:off x="5868857" y="3854135"/>
            <a:ext cx="377039" cy="154200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6" name="Google Shape;4596;p27"/>
          <p:cNvSpPr/>
          <p:nvPr/>
        </p:nvSpPr>
        <p:spPr>
          <a:xfrm>
            <a:off x="6080735" y="3995354"/>
            <a:ext cx="131342" cy="78616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7" name="Google Shape;4597;p27"/>
          <p:cNvSpPr/>
          <p:nvPr/>
        </p:nvSpPr>
        <p:spPr>
          <a:xfrm>
            <a:off x="5990219" y="3775553"/>
            <a:ext cx="132320" cy="55725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8" name="Google Shape;4598;p27"/>
          <p:cNvSpPr/>
          <p:nvPr/>
        </p:nvSpPr>
        <p:spPr>
          <a:xfrm>
            <a:off x="5903680" y="3995354"/>
            <a:ext cx="129353" cy="78616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99" name="Google Shape;4599;p27"/>
          <p:cNvSpPr/>
          <p:nvPr/>
        </p:nvSpPr>
        <p:spPr>
          <a:xfrm>
            <a:off x="8435385" y="2915050"/>
            <a:ext cx="86540" cy="106462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0" name="Google Shape;4600;p27"/>
          <p:cNvSpPr/>
          <p:nvPr/>
        </p:nvSpPr>
        <p:spPr>
          <a:xfrm>
            <a:off x="8383640" y="2981697"/>
            <a:ext cx="78616" cy="38834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1" name="Google Shape;4601;p27"/>
          <p:cNvSpPr/>
          <p:nvPr/>
        </p:nvSpPr>
        <p:spPr>
          <a:xfrm>
            <a:off x="8324948" y="2913061"/>
            <a:ext cx="87582" cy="107473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2" name="Google Shape;4602;p27"/>
          <p:cNvSpPr/>
          <p:nvPr/>
        </p:nvSpPr>
        <p:spPr>
          <a:xfrm>
            <a:off x="8303069" y="304237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3" name="Google Shape;4603;p27"/>
          <p:cNvSpPr/>
          <p:nvPr/>
        </p:nvSpPr>
        <p:spPr>
          <a:xfrm>
            <a:off x="8303069" y="271314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4" name="Google Shape;4604;p27"/>
          <p:cNvSpPr/>
          <p:nvPr/>
        </p:nvSpPr>
        <p:spPr>
          <a:xfrm>
            <a:off x="8325958" y="2777807"/>
            <a:ext cx="195971" cy="45022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5" name="Google Shape;4605;p27"/>
          <p:cNvSpPr/>
          <p:nvPr/>
        </p:nvSpPr>
        <p:spPr>
          <a:xfrm>
            <a:off x="8323969" y="2817587"/>
            <a:ext cx="196981" cy="93518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6" name="Google Shape;4606;p27"/>
          <p:cNvSpPr/>
          <p:nvPr/>
        </p:nvSpPr>
        <p:spPr>
          <a:xfrm>
            <a:off x="5377785" y="1268943"/>
            <a:ext cx="264641" cy="330248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7" name="Google Shape;4607;p27"/>
          <p:cNvSpPr/>
          <p:nvPr/>
        </p:nvSpPr>
        <p:spPr>
          <a:xfrm>
            <a:off x="5428521" y="1319647"/>
            <a:ext cx="59735" cy="60714"/>
          </a:xfrm>
          <a:custGeom>
            <a:rect b="b" l="l" r="r" t="t"/>
            <a:pathLst>
              <a:path extrusionOk="0" h="1923" w="1892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8" name="Google Shape;4608;p27"/>
          <p:cNvSpPr/>
          <p:nvPr/>
        </p:nvSpPr>
        <p:spPr>
          <a:xfrm>
            <a:off x="5511080" y="1403217"/>
            <a:ext cx="154200" cy="153221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9" name="Google Shape;4609;p27"/>
          <p:cNvSpPr/>
          <p:nvPr/>
        </p:nvSpPr>
        <p:spPr>
          <a:xfrm>
            <a:off x="5420564" y="1314690"/>
            <a:ext cx="242729" cy="306380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0" name="Google Shape;4610;p27"/>
          <p:cNvSpPr/>
          <p:nvPr/>
        </p:nvSpPr>
        <p:spPr>
          <a:xfrm>
            <a:off x="5640398" y="1530515"/>
            <a:ext cx="114419" cy="112430"/>
          </a:xfrm>
          <a:custGeom>
            <a:rect b="b" l="l" r="r" t="t"/>
            <a:pathLst>
              <a:path extrusionOk="0" h="3561" w="3624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1" name="Google Shape;4611;p27"/>
          <p:cNvSpPr/>
          <p:nvPr/>
        </p:nvSpPr>
        <p:spPr>
          <a:xfrm>
            <a:off x="5400691" y="1741145"/>
            <a:ext cx="262620" cy="371072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2" name="Google Shape;4612;p27"/>
          <p:cNvSpPr/>
          <p:nvPr/>
        </p:nvSpPr>
        <p:spPr>
          <a:xfrm>
            <a:off x="5681174" y="1827683"/>
            <a:ext cx="72648" cy="70659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3" name="Google Shape;4613;p27"/>
          <p:cNvSpPr/>
          <p:nvPr/>
        </p:nvSpPr>
        <p:spPr>
          <a:xfrm>
            <a:off x="5557981" y="1963946"/>
            <a:ext cx="58567" cy="56862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4" name="Google Shape;4614;p27"/>
          <p:cNvSpPr/>
          <p:nvPr/>
        </p:nvSpPr>
        <p:spPr>
          <a:xfrm>
            <a:off x="5588669" y="1868473"/>
            <a:ext cx="123385" cy="123385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5" name="Google Shape;4615;p27"/>
          <p:cNvSpPr/>
          <p:nvPr/>
        </p:nvSpPr>
        <p:spPr>
          <a:xfrm>
            <a:off x="5598614" y="1746133"/>
            <a:ext cx="59704" cy="59704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6" name="Google Shape;4616;p27"/>
          <p:cNvSpPr/>
          <p:nvPr/>
        </p:nvSpPr>
        <p:spPr>
          <a:xfrm>
            <a:off x="5378780" y="2069395"/>
            <a:ext cx="209926" cy="42812"/>
          </a:xfrm>
          <a:custGeom>
            <a:rect b="b" l="l" r="r" t="t"/>
            <a:pathLst>
              <a:path extrusionOk="0" h="1356" w="6649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7" name="Google Shape;4617;p27"/>
          <p:cNvSpPr/>
          <p:nvPr/>
        </p:nvSpPr>
        <p:spPr>
          <a:xfrm>
            <a:off x="5378291" y="2216199"/>
            <a:ext cx="376028" cy="375018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8" name="Google Shape;4618;p27"/>
          <p:cNvSpPr/>
          <p:nvPr/>
        </p:nvSpPr>
        <p:spPr>
          <a:xfrm>
            <a:off x="5521532" y="2436002"/>
            <a:ext cx="91560" cy="65671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9" name="Google Shape;4619;p27"/>
          <p:cNvSpPr/>
          <p:nvPr/>
        </p:nvSpPr>
        <p:spPr>
          <a:xfrm>
            <a:off x="5544421" y="2370364"/>
            <a:ext cx="44801" cy="44801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0" name="Google Shape;4620;p27"/>
          <p:cNvSpPr/>
          <p:nvPr/>
        </p:nvSpPr>
        <p:spPr>
          <a:xfrm>
            <a:off x="5468807" y="2303716"/>
            <a:ext cx="196981" cy="173112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1" name="Google Shape;4621;p27"/>
          <p:cNvSpPr/>
          <p:nvPr/>
        </p:nvSpPr>
        <p:spPr>
          <a:xfrm>
            <a:off x="7891120" y="1269433"/>
            <a:ext cx="86572" cy="87551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2" name="Google Shape;4622;p27"/>
          <p:cNvSpPr/>
          <p:nvPr/>
        </p:nvSpPr>
        <p:spPr>
          <a:xfrm>
            <a:off x="7857306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3" name="Google Shape;4623;p27"/>
          <p:cNvSpPr/>
          <p:nvPr/>
        </p:nvSpPr>
        <p:spPr>
          <a:xfrm>
            <a:off x="7900086" y="1533025"/>
            <a:ext cx="22890" cy="43791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4" name="Google Shape;4624;p27"/>
          <p:cNvSpPr/>
          <p:nvPr/>
        </p:nvSpPr>
        <p:spPr>
          <a:xfrm>
            <a:off x="7813548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5" name="Google Shape;4625;p27"/>
          <p:cNvSpPr/>
          <p:nvPr/>
        </p:nvSpPr>
        <p:spPr>
          <a:xfrm>
            <a:off x="7943845" y="1533025"/>
            <a:ext cx="43791" cy="43791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6" name="Google Shape;4626;p27"/>
          <p:cNvSpPr/>
          <p:nvPr/>
        </p:nvSpPr>
        <p:spPr>
          <a:xfrm>
            <a:off x="7746900" y="1468366"/>
            <a:ext cx="308369" cy="174091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7" name="Google Shape;4627;p27"/>
          <p:cNvSpPr/>
          <p:nvPr/>
        </p:nvSpPr>
        <p:spPr>
          <a:xfrm>
            <a:off x="8077140" y="1512125"/>
            <a:ext cx="43791" cy="86572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8" name="Google Shape;4628;p27"/>
          <p:cNvSpPr/>
          <p:nvPr/>
        </p:nvSpPr>
        <p:spPr>
          <a:xfrm>
            <a:off x="7857306" y="1353982"/>
            <a:ext cx="154200" cy="92539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9" name="Google Shape;4629;p27"/>
          <p:cNvSpPr/>
          <p:nvPr/>
        </p:nvSpPr>
        <p:spPr>
          <a:xfrm>
            <a:off x="7911515" y="1848064"/>
            <a:ext cx="44801" cy="44801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0" name="Google Shape;4630;p27"/>
          <p:cNvSpPr/>
          <p:nvPr/>
        </p:nvSpPr>
        <p:spPr>
          <a:xfrm>
            <a:off x="7892635" y="1914712"/>
            <a:ext cx="84583" cy="42812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1" name="Google Shape;4631;p27"/>
          <p:cNvSpPr/>
          <p:nvPr/>
        </p:nvSpPr>
        <p:spPr>
          <a:xfrm>
            <a:off x="7856801" y="1805315"/>
            <a:ext cx="154232" cy="124364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2" name="Google Shape;4632;p27"/>
          <p:cNvSpPr/>
          <p:nvPr/>
        </p:nvSpPr>
        <p:spPr>
          <a:xfrm>
            <a:off x="7788196" y="1740467"/>
            <a:ext cx="289488" cy="326460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3" name="Google Shape;4633;p27"/>
          <p:cNvSpPr/>
          <p:nvPr/>
        </p:nvSpPr>
        <p:spPr>
          <a:xfrm>
            <a:off x="7769285" y="2004249"/>
            <a:ext cx="329270" cy="10864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4" name="Google Shape;4634;p27"/>
          <p:cNvSpPr/>
          <p:nvPr/>
        </p:nvSpPr>
        <p:spPr>
          <a:xfrm>
            <a:off x="7859312" y="2282359"/>
            <a:ext cx="154200" cy="88561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5" name="Google Shape;4635;p27"/>
          <p:cNvSpPr/>
          <p:nvPr/>
        </p:nvSpPr>
        <p:spPr>
          <a:xfrm>
            <a:off x="7812554" y="2501182"/>
            <a:ext cx="242729" cy="89540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6" name="Google Shape;4636;p27"/>
          <p:cNvSpPr/>
          <p:nvPr/>
        </p:nvSpPr>
        <p:spPr>
          <a:xfrm>
            <a:off x="7893125" y="2216690"/>
            <a:ext cx="86572" cy="44801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7" name="Google Shape;4637;p27"/>
          <p:cNvSpPr/>
          <p:nvPr/>
        </p:nvSpPr>
        <p:spPr>
          <a:xfrm>
            <a:off x="7860322" y="2391755"/>
            <a:ext cx="150222" cy="88561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8" name="Google Shape;4638;p27"/>
          <p:cNvSpPr/>
          <p:nvPr/>
        </p:nvSpPr>
        <p:spPr>
          <a:xfrm>
            <a:off x="6427700" y="2911085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9" name="Google Shape;4639;p27"/>
          <p:cNvSpPr/>
          <p:nvPr/>
        </p:nvSpPr>
        <p:spPr>
          <a:xfrm>
            <a:off x="6406799" y="2977733"/>
            <a:ext cx="87582" cy="43791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0" name="Google Shape;4640;p27"/>
          <p:cNvSpPr/>
          <p:nvPr/>
        </p:nvSpPr>
        <p:spPr>
          <a:xfrm>
            <a:off x="6342172" y="2846426"/>
            <a:ext cx="373029" cy="239762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1" name="Google Shape;4641;p27"/>
          <p:cNvSpPr/>
          <p:nvPr/>
        </p:nvSpPr>
        <p:spPr>
          <a:xfrm>
            <a:off x="6450589" y="2779779"/>
            <a:ext cx="154200" cy="88561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2" name="Google Shape;4642;p27"/>
          <p:cNvSpPr/>
          <p:nvPr/>
        </p:nvSpPr>
        <p:spPr>
          <a:xfrm>
            <a:off x="6472468" y="2714141"/>
            <a:ext cx="109430" cy="44801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3" name="Google Shape;4643;p27"/>
          <p:cNvSpPr/>
          <p:nvPr/>
        </p:nvSpPr>
        <p:spPr>
          <a:xfrm>
            <a:off x="6406814" y="3301689"/>
            <a:ext cx="21911" cy="10946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4" name="Google Shape;4644;p27"/>
          <p:cNvSpPr/>
          <p:nvPr/>
        </p:nvSpPr>
        <p:spPr>
          <a:xfrm>
            <a:off x="6627627" y="3301689"/>
            <a:ext cx="22922" cy="10946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5" name="Google Shape;4645;p27"/>
          <p:cNvSpPr/>
          <p:nvPr/>
        </p:nvSpPr>
        <p:spPr>
          <a:xfrm>
            <a:off x="6406814" y="3432996"/>
            <a:ext cx="21911" cy="131342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6" name="Google Shape;4646;p27"/>
          <p:cNvSpPr/>
          <p:nvPr/>
        </p:nvSpPr>
        <p:spPr>
          <a:xfrm>
            <a:off x="6627627" y="3432996"/>
            <a:ext cx="22922" cy="131342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7" name="Google Shape;4647;p27"/>
          <p:cNvSpPr/>
          <p:nvPr/>
        </p:nvSpPr>
        <p:spPr>
          <a:xfrm>
            <a:off x="6342155" y="3301689"/>
            <a:ext cx="43791" cy="10946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8" name="Google Shape;4648;p27"/>
          <p:cNvSpPr/>
          <p:nvPr/>
        </p:nvSpPr>
        <p:spPr>
          <a:xfrm>
            <a:off x="6451583" y="3301689"/>
            <a:ext cx="154200" cy="10946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9" name="Google Shape;4649;p27"/>
          <p:cNvSpPr/>
          <p:nvPr/>
        </p:nvSpPr>
        <p:spPr>
          <a:xfrm>
            <a:off x="6671385" y="3417083"/>
            <a:ext cx="43823" cy="148233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0" name="Google Shape;4650;p27"/>
          <p:cNvSpPr/>
          <p:nvPr/>
        </p:nvSpPr>
        <p:spPr>
          <a:xfrm>
            <a:off x="6342155" y="3417083"/>
            <a:ext cx="43791" cy="14725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1" name="Google Shape;4651;p27"/>
          <p:cNvSpPr/>
          <p:nvPr/>
        </p:nvSpPr>
        <p:spPr>
          <a:xfrm>
            <a:off x="6517220" y="3432996"/>
            <a:ext cx="21911" cy="22922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2" name="Google Shape;4652;p27"/>
          <p:cNvSpPr/>
          <p:nvPr/>
        </p:nvSpPr>
        <p:spPr>
          <a:xfrm>
            <a:off x="6671385" y="3301689"/>
            <a:ext cx="43823" cy="10946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3" name="Google Shape;4653;p27"/>
          <p:cNvSpPr/>
          <p:nvPr/>
        </p:nvSpPr>
        <p:spPr>
          <a:xfrm>
            <a:off x="6451583" y="3432996"/>
            <a:ext cx="154200" cy="131342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4" name="Google Shape;4654;p27"/>
          <p:cNvSpPr/>
          <p:nvPr/>
        </p:nvSpPr>
        <p:spPr>
          <a:xfrm>
            <a:off x="6450572" y="3192293"/>
            <a:ext cx="154200" cy="87551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5" name="Google Shape;4655;p27"/>
          <p:cNvSpPr/>
          <p:nvPr/>
        </p:nvSpPr>
        <p:spPr>
          <a:xfrm>
            <a:off x="6627153" y="3943167"/>
            <a:ext cx="65671" cy="131310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6" name="Google Shape;4656;p27"/>
          <p:cNvSpPr/>
          <p:nvPr/>
        </p:nvSpPr>
        <p:spPr>
          <a:xfrm>
            <a:off x="6452088" y="3943167"/>
            <a:ext cx="153190" cy="63934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7" name="Google Shape;4657;p27"/>
          <p:cNvSpPr/>
          <p:nvPr/>
        </p:nvSpPr>
        <p:spPr>
          <a:xfrm>
            <a:off x="6452088" y="4013793"/>
            <a:ext cx="153190" cy="60682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8" name="Google Shape;4658;p27"/>
          <p:cNvSpPr/>
          <p:nvPr/>
        </p:nvSpPr>
        <p:spPr>
          <a:xfrm>
            <a:off x="6364540" y="3942157"/>
            <a:ext cx="65702" cy="132320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9" name="Google Shape;4659;p27"/>
          <p:cNvSpPr/>
          <p:nvPr/>
        </p:nvSpPr>
        <p:spPr>
          <a:xfrm>
            <a:off x="6462033" y="3809871"/>
            <a:ext cx="131310" cy="133331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0" name="Google Shape;4660;p27"/>
          <p:cNvSpPr/>
          <p:nvPr/>
        </p:nvSpPr>
        <p:spPr>
          <a:xfrm>
            <a:off x="6406309" y="3700444"/>
            <a:ext cx="240772" cy="219871"/>
          </a:xfrm>
          <a:custGeom>
            <a:rect b="b" l="l" r="r" t="t"/>
            <a:pathLst>
              <a:path extrusionOk="0" h="6964" w="7626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1" name="Google Shape;4661;p27"/>
          <p:cNvSpPr/>
          <p:nvPr/>
        </p:nvSpPr>
        <p:spPr>
          <a:xfrm>
            <a:off x="8237431" y="3366854"/>
            <a:ext cx="373029" cy="197960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2" name="Google Shape;4662;p27"/>
          <p:cNvSpPr/>
          <p:nvPr/>
        </p:nvSpPr>
        <p:spPr>
          <a:xfrm>
            <a:off x="8367727" y="3433502"/>
            <a:ext cx="111419" cy="21911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3" name="Google Shape;4663;p27"/>
          <p:cNvSpPr/>
          <p:nvPr/>
        </p:nvSpPr>
        <p:spPr>
          <a:xfrm>
            <a:off x="8259310" y="3192799"/>
            <a:ext cx="109430" cy="43791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4" name="Google Shape;4664;p27"/>
          <p:cNvSpPr/>
          <p:nvPr/>
        </p:nvSpPr>
        <p:spPr>
          <a:xfrm>
            <a:off x="8258300" y="3257426"/>
            <a:ext cx="109462" cy="87582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5" name="Google Shape;4665;p27"/>
          <p:cNvSpPr/>
          <p:nvPr/>
        </p:nvSpPr>
        <p:spPr>
          <a:xfrm>
            <a:off x="8481101" y="3213668"/>
            <a:ext cx="108452" cy="87582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6" name="Google Shape;4666;p27"/>
          <p:cNvSpPr/>
          <p:nvPr/>
        </p:nvSpPr>
        <p:spPr>
          <a:xfrm>
            <a:off x="8479112" y="3324074"/>
            <a:ext cx="109462" cy="21911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7" name="Google Shape;4667;p27"/>
          <p:cNvSpPr/>
          <p:nvPr/>
        </p:nvSpPr>
        <p:spPr>
          <a:xfrm>
            <a:off x="8389607" y="3236557"/>
            <a:ext cx="67660" cy="109430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8" name="Google Shape;4668;p27"/>
          <p:cNvSpPr/>
          <p:nvPr/>
        </p:nvSpPr>
        <p:spPr>
          <a:xfrm>
            <a:off x="5996819" y="1403217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9" name="Google Shape;4669;p27"/>
          <p:cNvSpPr/>
          <p:nvPr/>
        </p:nvSpPr>
        <p:spPr>
          <a:xfrm>
            <a:off x="5853610" y="1268943"/>
            <a:ext cx="375018" cy="37400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0" name="Google Shape;4670;p27"/>
          <p:cNvSpPr/>
          <p:nvPr/>
        </p:nvSpPr>
        <p:spPr>
          <a:xfrm>
            <a:off x="5966984" y="1487766"/>
            <a:ext cx="147254" cy="66681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1" name="Google Shape;4671;p27"/>
          <p:cNvSpPr/>
          <p:nvPr/>
        </p:nvSpPr>
        <p:spPr>
          <a:xfrm>
            <a:off x="5855127" y="1741277"/>
            <a:ext cx="372050" cy="371040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2" name="Google Shape;4672;p27"/>
          <p:cNvSpPr/>
          <p:nvPr/>
        </p:nvSpPr>
        <p:spPr>
          <a:xfrm>
            <a:off x="5853104" y="2215837"/>
            <a:ext cx="376028" cy="375744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3" name="Google Shape;4673;p27"/>
          <p:cNvSpPr/>
          <p:nvPr/>
        </p:nvSpPr>
        <p:spPr>
          <a:xfrm>
            <a:off x="6029148" y="2350112"/>
            <a:ext cx="21911" cy="65671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4" name="Google Shape;4674;p27"/>
          <p:cNvSpPr/>
          <p:nvPr/>
        </p:nvSpPr>
        <p:spPr>
          <a:xfrm>
            <a:off x="5941631" y="2393870"/>
            <a:ext cx="21911" cy="21911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5" name="Google Shape;4675;p27"/>
          <p:cNvSpPr/>
          <p:nvPr/>
        </p:nvSpPr>
        <p:spPr>
          <a:xfrm>
            <a:off x="6116696" y="2306353"/>
            <a:ext cx="22890" cy="109430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6" name="Google Shape;4676;p27"/>
          <p:cNvSpPr/>
          <p:nvPr/>
        </p:nvSpPr>
        <p:spPr>
          <a:xfrm>
            <a:off x="8272840" y="1269433"/>
            <a:ext cx="284531" cy="262620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7" name="Google Shape;4677;p27"/>
          <p:cNvSpPr/>
          <p:nvPr/>
        </p:nvSpPr>
        <p:spPr>
          <a:xfrm>
            <a:off x="8393223" y="1334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8" name="Google Shape;4678;p27"/>
          <p:cNvSpPr/>
          <p:nvPr/>
        </p:nvSpPr>
        <p:spPr>
          <a:xfrm>
            <a:off x="8339488" y="1553894"/>
            <a:ext cx="153221" cy="44801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9" name="Google Shape;4679;p27"/>
          <p:cNvSpPr/>
          <p:nvPr/>
        </p:nvSpPr>
        <p:spPr>
          <a:xfrm>
            <a:off x="8361367" y="1401718"/>
            <a:ext cx="109462" cy="65671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0" name="Google Shape;4680;p27"/>
          <p:cNvSpPr/>
          <p:nvPr/>
        </p:nvSpPr>
        <p:spPr>
          <a:xfrm>
            <a:off x="8361367" y="1620542"/>
            <a:ext cx="110441" cy="21911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1" name="Google Shape;4681;p27"/>
          <p:cNvSpPr/>
          <p:nvPr/>
        </p:nvSpPr>
        <p:spPr>
          <a:xfrm>
            <a:off x="8218713" y="1739414"/>
            <a:ext cx="392951" cy="374766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2" name="Google Shape;4682;p27"/>
          <p:cNvSpPr/>
          <p:nvPr/>
        </p:nvSpPr>
        <p:spPr>
          <a:xfrm>
            <a:off x="8227093" y="2347507"/>
            <a:ext cx="376028" cy="242729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3" name="Google Shape;4683;p27"/>
          <p:cNvSpPr/>
          <p:nvPr/>
        </p:nvSpPr>
        <p:spPr>
          <a:xfrm>
            <a:off x="8391203" y="2282848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4" name="Google Shape;4684;p27"/>
          <p:cNvSpPr/>
          <p:nvPr/>
        </p:nvSpPr>
        <p:spPr>
          <a:xfrm>
            <a:off x="8315620" y="2217179"/>
            <a:ext cx="195971" cy="171123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5" name="Google Shape;4685;p27"/>
          <p:cNvSpPr/>
          <p:nvPr/>
        </p:nvSpPr>
        <p:spPr>
          <a:xfrm>
            <a:off x="6925386" y="2800506"/>
            <a:ext cx="154200" cy="125374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6" name="Google Shape;4686;p27"/>
          <p:cNvSpPr/>
          <p:nvPr/>
        </p:nvSpPr>
        <p:spPr>
          <a:xfrm>
            <a:off x="6981079" y="2845274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7" name="Google Shape;4687;p27"/>
          <p:cNvSpPr/>
          <p:nvPr/>
        </p:nvSpPr>
        <p:spPr>
          <a:xfrm>
            <a:off x="6839858" y="2712484"/>
            <a:ext cx="327281" cy="32977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8" name="Google Shape;4688;p27"/>
          <p:cNvSpPr/>
          <p:nvPr/>
        </p:nvSpPr>
        <p:spPr>
          <a:xfrm>
            <a:off x="6961189" y="2910944"/>
            <a:ext cx="84583" cy="43791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9" name="Google Shape;4689;p27"/>
          <p:cNvSpPr/>
          <p:nvPr/>
        </p:nvSpPr>
        <p:spPr>
          <a:xfrm>
            <a:off x="7070616" y="2975571"/>
            <a:ext cx="120386" cy="109841"/>
          </a:xfrm>
          <a:custGeom>
            <a:rect b="b" l="l" r="r" t="t"/>
            <a:pathLst>
              <a:path extrusionOk="0" h="3479" w="3813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0" name="Google Shape;4690;p27"/>
          <p:cNvSpPr/>
          <p:nvPr/>
        </p:nvSpPr>
        <p:spPr>
          <a:xfrm>
            <a:off x="6816969" y="2977560"/>
            <a:ext cx="120386" cy="110283"/>
          </a:xfrm>
          <a:custGeom>
            <a:rect b="b" l="l" r="r" t="t"/>
            <a:pathLst>
              <a:path extrusionOk="0" h="3493" w="3813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1" name="Google Shape;4691;p27"/>
          <p:cNvSpPr/>
          <p:nvPr/>
        </p:nvSpPr>
        <p:spPr>
          <a:xfrm>
            <a:off x="6915441" y="3367358"/>
            <a:ext cx="176080" cy="17608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2" name="Google Shape;4692;p27"/>
          <p:cNvSpPr/>
          <p:nvPr/>
        </p:nvSpPr>
        <p:spPr>
          <a:xfrm>
            <a:off x="7080561" y="3214172"/>
            <a:ext cx="87551" cy="87551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3" name="Google Shape;4693;p27"/>
          <p:cNvSpPr/>
          <p:nvPr/>
        </p:nvSpPr>
        <p:spPr>
          <a:xfrm>
            <a:off x="6839858" y="3214172"/>
            <a:ext cx="86540" cy="87551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4" name="Google Shape;4694;p27"/>
          <p:cNvSpPr/>
          <p:nvPr/>
        </p:nvSpPr>
        <p:spPr>
          <a:xfrm>
            <a:off x="6816969" y="3301689"/>
            <a:ext cx="132320" cy="65702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5" name="Google Shape;4695;p27"/>
          <p:cNvSpPr/>
          <p:nvPr/>
        </p:nvSpPr>
        <p:spPr>
          <a:xfrm>
            <a:off x="7059661" y="3301689"/>
            <a:ext cx="131342" cy="65702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6" name="Google Shape;4696;p27"/>
          <p:cNvSpPr/>
          <p:nvPr/>
        </p:nvSpPr>
        <p:spPr>
          <a:xfrm>
            <a:off x="7064649" y="3389237"/>
            <a:ext cx="126353" cy="66681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7" name="Google Shape;4697;p27"/>
          <p:cNvSpPr/>
          <p:nvPr/>
        </p:nvSpPr>
        <p:spPr>
          <a:xfrm>
            <a:off x="6816969" y="3389237"/>
            <a:ext cx="127363" cy="65671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8" name="Google Shape;4698;p27"/>
          <p:cNvSpPr/>
          <p:nvPr/>
        </p:nvSpPr>
        <p:spPr>
          <a:xfrm>
            <a:off x="7023858" y="3801394"/>
            <a:ext cx="84583" cy="132352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9" name="Google Shape;4699;p27"/>
          <p:cNvSpPr/>
          <p:nvPr/>
        </p:nvSpPr>
        <p:spPr>
          <a:xfrm>
            <a:off x="6910453" y="3700933"/>
            <a:ext cx="111451" cy="65702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0" name="Google Shape;4700;p27"/>
          <p:cNvSpPr/>
          <p:nvPr/>
        </p:nvSpPr>
        <p:spPr>
          <a:xfrm>
            <a:off x="6899529" y="3788481"/>
            <a:ext cx="131342" cy="285510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1" name="Google Shape;4701;p27"/>
          <p:cNvSpPr/>
          <p:nvPr/>
        </p:nvSpPr>
        <p:spPr>
          <a:xfrm>
            <a:off x="8302073" y="3988410"/>
            <a:ext cx="22922" cy="22890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2" name="Google Shape;4702;p27"/>
          <p:cNvSpPr/>
          <p:nvPr/>
        </p:nvSpPr>
        <p:spPr>
          <a:xfrm>
            <a:off x="8236435" y="3745718"/>
            <a:ext cx="287499" cy="328259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3" name="Google Shape;4703;p27"/>
          <p:cNvSpPr/>
          <p:nvPr/>
        </p:nvSpPr>
        <p:spPr>
          <a:xfrm>
            <a:off x="8312018" y="3700950"/>
            <a:ext cx="134309" cy="67660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4" name="Google Shape;4704;p27"/>
          <p:cNvSpPr/>
          <p:nvPr/>
        </p:nvSpPr>
        <p:spPr>
          <a:xfrm>
            <a:off x="8543786" y="3855115"/>
            <a:ext cx="65671" cy="133331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5" name="Google Shape;4705;p27"/>
          <p:cNvSpPr/>
          <p:nvPr/>
        </p:nvSpPr>
        <p:spPr>
          <a:xfrm>
            <a:off x="8545775" y="3789477"/>
            <a:ext cx="65671" cy="43791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6" name="Google Shape;4706;p27"/>
          <p:cNvSpPr/>
          <p:nvPr/>
        </p:nvSpPr>
        <p:spPr>
          <a:xfrm>
            <a:off x="8550732" y="3999334"/>
            <a:ext cx="54747" cy="54747"/>
          </a:xfrm>
          <a:custGeom>
            <a:rect b="b" l="l" r="r" t="t"/>
            <a:pathLst>
              <a:path extrusionOk="0" h="1734" w="1734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7" name="Google Shape;4707;p27"/>
          <p:cNvSpPr/>
          <p:nvPr/>
        </p:nvSpPr>
        <p:spPr>
          <a:xfrm>
            <a:off x="6348813" y="1385152"/>
            <a:ext cx="351149" cy="249707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8" name="Google Shape;4708;p27"/>
          <p:cNvSpPr/>
          <p:nvPr/>
        </p:nvSpPr>
        <p:spPr>
          <a:xfrm>
            <a:off x="6327944" y="1261833"/>
            <a:ext cx="350139" cy="249928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9" name="Google Shape;4709;p27"/>
          <p:cNvSpPr/>
          <p:nvPr/>
        </p:nvSpPr>
        <p:spPr>
          <a:xfrm>
            <a:off x="6394561" y="1328481"/>
            <a:ext cx="238783" cy="238751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0" name="Google Shape;4710;p27"/>
          <p:cNvSpPr/>
          <p:nvPr/>
        </p:nvSpPr>
        <p:spPr>
          <a:xfrm>
            <a:off x="6523346" y="1979890"/>
            <a:ext cx="22922" cy="44770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1" name="Google Shape;4711;p27"/>
          <p:cNvSpPr/>
          <p:nvPr/>
        </p:nvSpPr>
        <p:spPr>
          <a:xfrm>
            <a:off x="6479588" y="1913242"/>
            <a:ext cx="22890" cy="44770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2" name="Google Shape;4712;p27"/>
          <p:cNvSpPr/>
          <p:nvPr/>
        </p:nvSpPr>
        <p:spPr>
          <a:xfrm>
            <a:off x="6343324" y="1740166"/>
            <a:ext cx="341204" cy="37302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3" name="Google Shape;4713;p27"/>
          <p:cNvSpPr/>
          <p:nvPr/>
        </p:nvSpPr>
        <p:spPr>
          <a:xfrm>
            <a:off x="6483077" y="2217194"/>
            <a:ext cx="64692" cy="64692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4" name="Google Shape;4714;p27"/>
          <p:cNvSpPr/>
          <p:nvPr/>
        </p:nvSpPr>
        <p:spPr>
          <a:xfrm>
            <a:off x="6325913" y="2355446"/>
            <a:ext cx="376028" cy="23477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5" name="Google Shape;4715;p27"/>
          <p:cNvSpPr/>
          <p:nvPr/>
        </p:nvSpPr>
        <p:spPr>
          <a:xfrm>
            <a:off x="6460187" y="2303732"/>
            <a:ext cx="109462" cy="87551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6" name="Google Shape;4716;p27"/>
          <p:cNvSpPr/>
          <p:nvPr/>
        </p:nvSpPr>
        <p:spPr>
          <a:xfrm>
            <a:off x="5070647" y="2855378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7" name="Google Shape;4717;p27"/>
          <p:cNvSpPr/>
          <p:nvPr/>
        </p:nvSpPr>
        <p:spPr>
          <a:xfrm>
            <a:off x="4971196" y="2713147"/>
            <a:ext cx="109430" cy="10946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8" name="Google Shape;4718;p27"/>
          <p:cNvSpPr/>
          <p:nvPr/>
        </p:nvSpPr>
        <p:spPr>
          <a:xfrm>
            <a:off x="5147240" y="271314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9" name="Google Shape;4719;p27"/>
          <p:cNvSpPr/>
          <p:nvPr/>
        </p:nvSpPr>
        <p:spPr>
          <a:xfrm>
            <a:off x="5086558" y="2958838"/>
            <a:ext cx="52758" cy="31857"/>
          </a:xfrm>
          <a:custGeom>
            <a:rect b="b" l="l" r="r" t="t"/>
            <a:pathLst>
              <a:path extrusionOk="0" h="1009" w="1671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0" name="Google Shape;4720;p27"/>
          <p:cNvSpPr/>
          <p:nvPr/>
        </p:nvSpPr>
        <p:spPr>
          <a:xfrm>
            <a:off x="5015933" y="2951860"/>
            <a:ext cx="88561" cy="134309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1" name="Google Shape;4721;p27"/>
          <p:cNvSpPr/>
          <p:nvPr/>
        </p:nvSpPr>
        <p:spPr>
          <a:xfrm>
            <a:off x="5125361" y="2952871"/>
            <a:ext cx="88561" cy="134309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2" name="Google Shape;4722;p27"/>
          <p:cNvSpPr/>
          <p:nvPr/>
        </p:nvSpPr>
        <p:spPr>
          <a:xfrm>
            <a:off x="5128360" y="2818596"/>
            <a:ext cx="174091" cy="13727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3" name="Google Shape;4723;p27"/>
          <p:cNvSpPr/>
          <p:nvPr/>
        </p:nvSpPr>
        <p:spPr>
          <a:xfrm>
            <a:off x="4928416" y="2817586"/>
            <a:ext cx="172102" cy="137309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4" name="Google Shape;4724;p27"/>
          <p:cNvSpPr/>
          <p:nvPr/>
        </p:nvSpPr>
        <p:spPr>
          <a:xfrm>
            <a:off x="5095020" y="3360397"/>
            <a:ext cx="22922" cy="20901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5" name="Google Shape;4725;p27"/>
          <p:cNvSpPr/>
          <p:nvPr/>
        </p:nvSpPr>
        <p:spPr>
          <a:xfrm>
            <a:off x="5046305" y="3316355"/>
            <a:ext cx="119376" cy="10946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6" name="Google Shape;4726;p27"/>
          <p:cNvSpPr/>
          <p:nvPr/>
        </p:nvSpPr>
        <p:spPr>
          <a:xfrm>
            <a:off x="5152733" y="3205222"/>
            <a:ext cx="149212" cy="150222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7" name="Google Shape;4727;p27"/>
          <p:cNvSpPr/>
          <p:nvPr/>
        </p:nvSpPr>
        <p:spPr>
          <a:xfrm>
            <a:off x="5098019" y="3424046"/>
            <a:ext cx="130331" cy="129321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8" name="Google Shape;4728;p27"/>
          <p:cNvSpPr/>
          <p:nvPr/>
        </p:nvSpPr>
        <p:spPr>
          <a:xfrm>
            <a:off x="5174612" y="3363364"/>
            <a:ext cx="113408" cy="112461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9" name="Google Shape;4729;p27"/>
          <p:cNvSpPr/>
          <p:nvPr/>
        </p:nvSpPr>
        <p:spPr>
          <a:xfrm>
            <a:off x="4938866" y="3415079"/>
            <a:ext cx="152211" cy="14924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0" name="Google Shape;4730;p27"/>
          <p:cNvSpPr/>
          <p:nvPr/>
        </p:nvSpPr>
        <p:spPr>
          <a:xfrm>
            <a:off x="5098019" y="3193288"/>
            <a:ext cx="131342" cy="106462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1" name="Google Shape;4731;p27"/>
          <p:cNvSpPr/>
          <p:nvPr/>
        </p:nvSpPr>
        <p:spPr>
          <a:xfrm>
            <a:off x="4928921" y="3357398"/>
            <a:ext cx="106462" cy="135320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2" name="Google Shape;4732;p27"/>
          <p:cNvSpPr/>
          <p:nvPr/>
        </p:nvSpPr>
        <p:spPr>
          <a:xfrm>
            <a:off x="5134832" y="3802404"/>
            <a:ext cx="167113" cy="195971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3" name="Google Shape;4733;p27"/>
          <p:cNvSpPr/>
          <p:nvPr/>
        </p:nvSpPr>
        <p:spPr>
          <a:xfrm>
            <a:off x="5125865" y="3700933"/>
            <a:ext cx="144255" cy="16815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4" name="Google Shape;4734;p27"/>
          <p:cNvSpPr/>
          <p:nvPr/>
        </p:nvSpPr>
        <p:spPr>
          <a:xfrm>
            <a:off x="4928921" y="3700933"/>
            <a:ext cx="323302" cy="373061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5" name="Google Shape;4735;p27"/>
          <p:cNvSpPr/>
          <p:nvPr/>
        </p:nvSpPr>
        <p:spPr>
          <a:xfrm>
            <a:off x="7479776" y="2713921"/>
            <a:ext cx="21911" cy="55725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6" name="Google Shape;4736;p27"/>
          <p:cNvSpPr/>
          <p:nvPr/>
        </p:nvSpPr>
        <p:spPr>
          <a:xfrm>
            <a:off x="7546424" y="2737537"/>
            <a:ext cx="44770" cy="43065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7" name="Google Shape;4737;p27"/>
          <p:cNvSpPr/>
          <p:nvPr/>
        </p:nvSpPr>
        <p:spPr>
          <a:xfrm>
            <a:off x="7611050" y="2868086"/>
            <a:ext cx="44801" cy="22922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8" name="Google Shape;4738;p27"/>
          <p:cNvSpPr/>
          <p:nvPr/>
        </p:nvSpPr>
        <p:spPr>
          <a:xfrm>
            <a:off x="7305689" y="2868085"/>
            <a:ext cx="44801" cy="21911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9" name="Google Shape;4739;p27"/>
          <p:cNvSpPr/>
          <p:nvPr/>
        </p:nvSpPr>
        <p:spPr>
          <a:xfrm>
            <a:off x="7392227" y="2737537"/>
            <a:ext cx="44801" cy="43065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0" name="Google Shape;4740;p27"/>
          <p:cNvSpPr/>
          <p:nvPr/>
        </p:nvSpPr>
        <p:spPr>
          <a:xfrm>
            <a:off x="7325579" y="2780379"/>
            <a:ext cx="46790" cy="32804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1" name="Google Shape;4741;p27"/>
          <p:cNvSpPr/>
          <p:nvPr/>
        </p:nvSpPr>
        <p:spPr>
          <a:xfrm>
            <a:off x="7588193" y="2780758"/>
            <a:ext cx="46759" cy="33846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2" name="Google Shape;4742;p27"/>
          <p:cNvSpPr/>
          <p:nvPr/>
        </p:nvSpPr>
        <p:spPr>
          <a:xfrm>
            <a:off x="7365392" y="2778580"/>
            <a:ext cx="223817" cy="307832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3" name="Google Shape;4743;p27"/>
          <p:cNvSpPr/>
          <p:nvPr/>
        </p:nvSpPr>
        <p:spPr>
          <a:xfrm>
            <a:off x="7293251" y="3323079"/>
            <a:ext cx="44801" cy="241751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4" name="Google Shape;4744;p27"/>
          <p:cNvSpPr/>
          <p:nvPr/>
        </p:nvSpPr>
        <p:spPr>
          <a:xfrm>
            <a:off x="7336030" y="3411606"/>
            <a:ext cx="155210" cy="15521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5" name="Google Shape;4745;p27"/>
          <p:cNvSpPr/>
          <p:nvPr/>
        </p:nvSpPr>
        <p:spPr>
          <a:xfrm>
            <a:off x="7511096" y="3190793"/>
            <a:ext cx="133299" cy="44770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6" name="Google Shape;4746;p27"/>
          <p:cNvSpPr/>
          <p:nvPr/>
        </p:nvSpPr>
        <p:spPr>
          <a:xfrm>
            <a:off x="7533953" y="3258420"/>
            <a:ext cx="132352" cy="44801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7" name="Google Shape;4747;p27"/>
          <p:cNvSpPr/>
          <p:nvPr/>
        </p:nvSpPr>
        <p:spPr>
          <a:xfrm>
            <a:off x="7513085" y="3388717"/>
            <a:ext cx="154200" cy="44801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8" name="Google Shape;4748;p27"/>
          <p:cNvSpPr/>
          <p:nvPr/>
        </p:nvSpPr>
        <p:spPr>
          <a:xfrm>
            <a:off x="7490195" y="3323079"/>
            <a:ext cx="177090" cy="42812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9" name="Google Shape;4749;p27"/>
          <p:cNvSpPr/>
          <p:nvPr/>
        </p:nvSpPr>
        <p:spPr>
          <a:xfrm>
            <a:off x="7513085" y="3456374"/>
            <a:ext cx="155210" cy="110441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0" name="Google Shape;4750;p27"/>
          <p:cNvSpPr/>
          <p:nvPr/>
        </p:nvSpPr>
        <p:spPr>
          <a:xfrm>
            <a:off x="7359899" y="3257441"/>
            <a:ext cx="109462" cy="131310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1" name="Google Shape;4751;p27"/>
          <p:cNvSpPr/>
          <p:nvPr/>
        </p:nvSpPr>
        <p:spPr>
          <a:xfrm>
            <a:off x="7297734" y="3766586"/>
            <a:ext cx="366083" cy="112430"/>
          </a:xfrm>
          <a:custGeom>
            <a:rect b="b" l="l" r="r" t="t"/>
            <a:pathLst>
              <a:path extrusionOk="0" h="3561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2" name="Google Shape;4752;p27"/>
          <p:cNvSpPr/>
          <p:nvPr/>
        </p:nvSpPr>
        <p:spPr>
          <a:xfrm>
            <a:off x="7469831" y="3875003"/>
            <a:ext cx="21911" cy="22922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3" name="Google Shape;4753;p27"/>
          <p:cNvSpPr/>
          <p:nvPr/>
        </p:nvSpPr>
        <p:spPr>
          <a:xfrm>
            <a:off x="7426041" y="3844190"/>
            <a:ext cx="109462" cy="98506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4" name="Google Shape;4754;p27"/>
          <p:cNvSpPr/>
          <p:nvPr/>
        </p:nvSpPr>
        <p:spPr>
          <a:xfrm>
            <a:off x="7302722" y="3853124"/>
            <a:ext cx="356138" cy="15521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5" name="Google Shape;4755;p27"/>
          <p:cNvSpPr/>
          <p:nvPr/>
        </p:nvSpPr>
        <p:spPr>
          <a:xfrm>
            <a:off x="6540529" y="4175289"/>
            <a:ext cx="21911" cy="54747"/>
          </a:xfrm>
          <a:custGeom>
            <a:rect b="b" l="l" r="r" t="t"/>
            <a:pathLst>
              <a:path extrusionOk="0" h="173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6" name="Google Shape;4756;p27"/>
          <p:cNvSpPr/>
          <p:nvPr/>
        </p:nvSpPr>
        <p:spPr>
          <a:xfrm>
            <a:off x="6452981" y="4218289"/>
            <a:ext cx="44801" cy="4382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7" name="Google Shape;4757;p27"/>
          <p:cNvSpPr/>
          <p:nvPr/>
        </p:nvSpPr>
        <p:spPr>
          <a:xfrm>
            <a:off x="6605155" y="4218668"/>
            <a:ext cx="44801" cy="43444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8" name="Google Shape;4758;p27"/>
          <p:cNvSpPr/>
          <p:nvPr/>
        </p:nvSpPr>
        <p:spPr>
          <a:xfrm>
            <a:off x="6694693" y="4327465"/>
            <a:ext cx="44801" cy="153221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9" name="Google Shape;4759;p27"/>
          <p:cNvSpPr/>
          <p:nvPr/>
        </p:nvSpPr>
        <p:spPr>
          <a:xfrm>
            <a:off x="6364454" y="4328348"/>
            <a:ext cx="44801" cy="153316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0" name="Google Shape;4760;p27"/>
          <p:cNvSpPr/>
          <p:nvPr/>
        </p:nvSpPr>
        <p:spPr>
          <a:xfrm>
            <a:off x="6489793" y="4339399"/>
            <a:ext cx="181068" cy="131342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1" name="Google Shape;4761;p27"/>
          <p:cNvSpPr/>
          <p:nvPr/>
        </p:nvSpPr>
        <p:spPr>
          <a:xfrm>
            <a:off x="6429113" y="4284685"/>
            <a:ext cx="221860" cy="238341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2" name="Google Shape;4762;p27"/>
          <p:cNvSpPr/>
          <p:nvPr/>
        </p:nvSpPr>
        <p:spPr>
          <a:xfrm>
            <a:off x="6832113" y="126892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3" name="Google Shape;4763;p27"/>
          <p:cNvSpPr/>
          <p:nvPr/>
        </p:nvSpPr>
        <p:spPr>
          <a:xfrm>
            <a:off x="6976333" y="1313696"/>
            <a:ext cx="131342" cy="8581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4" name="Google Shape;4764;p27"/>
          <p:cNvSpPr/>
          <p:nvPr/>
        </p:nvSpPr>
        <p:spPr>
          <a:xfrm>
            <a:off x="6840070" y="1509094"/>
            <a:ext cx="134309" cy="87235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5" name="Google Shape;4765;p27"/>
          <p:cNvSpPr/>
          <p:nvPr/>
        </p:nvSpPr>
        <p:spPr>
          <a:xfrm>
            <a:off x="7029058" y="1422113"/>
            <a:ext cx="112430" cy="108452"/>
          </a:xfrm>
          <a:custGeom>
            <a:rect b="b" l="l" r="r" t="t"/>
            <a:pathLst>
              <a:path extrusionOk="0" h="3435" w="3561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6" name="Google Shape;4766;p27"/>
          <p:cNvSpPr/>
          <p:nvPr/>
        </p:nvSpPr>
        <p:spPr>
          <a:xfrm>
            <a:off x="6799279" y="1376365"/>
            <a:ext cx="175101" cy="111419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7" name="Google Shape;4767;p27"/>
          <p:cNvSpPr/>
          <p:nvPr/>
        </p:nvSpPr>
        <p:spPr>
          <a:xfrm>
            <a:off x="6996224" y="1529520"/>
            <a:ext cx="177090" cy="113440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8" name="Google Shape;4768;p27"/>
          <p:cNvSpPr/>
          <p:nvPr/>
        </p:nvSpPr>
        <p:spPr>
          <a:xfrm>
            <a:off x="7000201" y="1871584"/>
            <a:ext cx="87582" cy="42812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9" name="Google Shape;4769;p27"/>
          <p:cNvSpPr/>
          <p:nvPr/>
        </p:nvSpPr>
        <p:spPr>
          <a:xfrm>
            <a:off x="7021101" y="1804937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0" name="Google Shape;4770;p27"/>
          <p:cNvSpPr/>
          <p:nvPr/>
        </p:nvSpPr>
        <p:spPr>
          <a:xfrm>
            <a:off x="6911674" y="1740278"/>
            <a:ext cx="263630" cy="263630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1" name="Google Shape;4771;p27"/>
          <p:cNvSpPr/>
          <p:nvPr/>
        </p:nvSpPr>
        <p:spPr>
          <a:xfrm>
            <a:off x="6888816" y="1934254"/>
            <a:ext cx="92539" cy="9152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2" name="Google Shape;4772;p27"/>
          <p:cNvSpPr/>
          <p:nvPr/>
        </p:nvSpPr>
        <p:spPr>
          <a:xfrm>
            <a:off x="6797290" y="1990956"/>
            <a:ext cx="126353" cy="122122"/>
          </a:xfrm>
          <a:custGeom>
            <a:rect b="b" l="l" r="r" t="t"/>
            <a:pathLst>
              <a:path extrusionOk="0" h="3868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3" name="Google Shape;4773;p27"/>
          <p:cNvSpPr/>
          <p:nvPr/>
        </p:nvSpPr>
        <p:spPr>
          <a:xfrm>
            <a:off x="6843069" y="2348468"/>
            <a:ext cx="111419" cy="10946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4" name="Google Shape;4774;p27"/>
          <p:cNvSpPr/>
          <p:nvPr/>
        </p:nvSpPr>
        <p:spPr>
          <a:xfrm>
            <a:off x="6974344" y="2217194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5" name="Google Shape;4775;p27"/>
          <p:cNvSpPr/>
          <p:nvPr/>
        </p:nvSpPr>
        <p:spPr>
          <a:xfrm>
            <a:off x="6799279" y="2452907"/>
            <a:ext cx="198970" cy="137309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6" name="Google Shape;4776;p27"/>
          <p:cNvSpPr/>
          <p:nvPr/>
        </p:nvSpPr>
        <p:spPr>
          <a:xfrm>
            <a:off x="5712605" y="2878772"/>
            <a:ext cx="55757" cy="22890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7" name="Google Shape;4777;p27"/>
          <p:cNvSpPr/>
          <p:nvPr/>
        </p:nvSpPr>
        <p:spPr>
          <a:xfrm>
            <a:off x="5699693" y="2923541"/>
            <a:ext cx="46790" cy="42781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8" name="Google Shape;4778;p27"/>
          <p:cNvSpPr/>
          <p:nvPr/>
        </p:nvSpPr>
        <p:spPr>
          <a:xfrm>
            <a:off x="5701682" y="2813103"/>
            <a:ext cx="44801" cy="43570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9" name="Google Shape;4779;p27"/>
          <p:cNvSpPr/>
          <p:nvPr/>
        </p:nvSpPr>
        <p:spPr>
          <a:xfrm>
            <a:off x="5394331" y="2813103"/>
            <a:ext cx="133299" cy="132352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0" name="Google Shape;4780;p27"/>
          <p:cNvSpPr/>
          <p:nvPr/>
        </p:nvSpPr>
        <p:spPr>
          <a:xfrm>
            <a:off x="5634055" y="2747465"/>
            <a:ext cx="44770" cy="263630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1" name="Google Shape;4781;p27"/>
          <p:cNvSpPr/>
          <p:nvPr/>
        </p:nvSpPr>
        <p:spPr>
          <a:xfrm>
            <a:off x="5459969" y="2965310"/>
            <a:ext cx="64692" cy="87551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2" name="Google Shape;4782;p27"/>
          <p:cNvSpPr/>
          <p:nvPr/>
        </p:nvSpPr>
        <p:spPr>
          <a:xfrm>
            <a:off x="5548496" y="2774333"/>
            <a:ext cx="65671" cy="206926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3" name="Google Shape;4783;p27"/>
          <p:cNvSpPr/>
          <p:nvPr/>
        </p:nvSpPr>
        <p:spPr>
          <a:xfrm>
            <a:off x="5614637" y="3411591"/>
            <a:ext cx="154232" cy="154232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4" name="Google Shape;4784;p27"/>
          <p:cNvSpPr/>
          <p:nvPr/>
        </p:nvSpPr>
        <p:spPr>
          <a:xfrm>
            <a:off x="5394836" y="3302195"/>
            <a:ext cx="329270" cy="218861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5" name="Google Shape;4785;p27"/>
          <p:cNvSpPr/>
          <p:nvPr/>
        </p:nvSpPr>
        <p:spPr>
          <a:xfrm>
            <a:off x="5393825" y="3191788"/>
            <a:ext cx="330280" cy="89540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6" name="Google Shape;4786;p27"/>
          <p:cNvSpPr/>
          <p:nvPr/>
        </p:nvSpPr>
        <p:spPr>
          <a:xfrm>
            <a:off x="5537572" y="3700444"/>
            <a:ext cx="86540" cy="86572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7" name="Google Shape;4787;p27"/>
          <p:cNvSpPr/>
          <p:nvPr/>
        </p:nvSpPr>
        <p:spPr>
          <a:xfrm>
            <a:off x="5503727" y="3784993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8" name="Google Shape;4788;p27"/>
          <p:cNvSpPr/>
          <p:nvPr/>
        </p:nvSpPr>
        <p:spPr>
          <a:xfrm>
            <a:off x="5679802" y="3941178"/>
            <a:ext cx="88561" cy="132320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9" name="Google Shape;4789;p27"/>
          <p:cNvSpPr/>
          <p:nvPr/>
        </p:nvSpPr>
        <p:spPr>
          <a:xfrm>
            <a:off x="5394331" y="3984937"/>
            <a:ext cx="88561" cy="88561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0" name="Google Shape;4790;p27"/>
          <p:cNvSpPr/>
          <p:nvPr/>
        </p:nvSpPr>
        <p:spPr>
          <a:xfrm>
            <a:off x="5503727" y="3898399"/>
            <a:ext cx="154232" cy="17608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1" name="Google Shape;4791;p27"/>
          <p:cNvSpPr/>
          <p:nvPr/>
        </p:nvSpPr>
        <p:spPr>
          <a:xfrm>
            <a:off x="7761103" y="2807136"/>
            <a:ext cx="173112" cy="185046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2" name="Google Shape;4792;p27"/>
          <p:cNvSpPr/>
          <p:nvPr/>
        </p:nvSpPr>
        <p:spPr>
          <a:xfrm>
            <a:off x="7858596" y="2713652"/>
            <a:ext cx="184036" cy="169102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3" name="Google Shape;4793;p27"/>
          <p:cNvSpPr/>
          <p:nvPr/>
        </p:nvSpPr>
        <p:spPr>
          <a:xfrm>
            <a:off x="7967992" y="2807136"/>
            <a:ext cx="173112" cy="184036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4" name="Google Shape;4794;p27"/>
          <p:cNvSpPr/>
          <p:nvPr/>
        </p:nvSpPr>
        <p:spPr>
          <a:xfrm>
            <a:off x="7858596" y="2916563"/>
            <a:ext cx="186025" cy="17011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5" name="Google Shape;4795;p27"/>
          <p:cNvSpPr/>
          <p:nvPr/>
        </p:nvSpPr>
        <p:spPr>
          <a:xfrm>
            <a:off x="7972980" y="3400666"/>
            <a:ext cx="154200" cy="153221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6" name="Google Shape;4796;p27"/>
          <p:cNvSpPr/>
          <p:nvPr/>
        </p:nvSpPr>
        <p:spPr>
          <a:xfrm>
            <a:off x="7775025" y="3279305"/>
            <a:ext cx="44801" cy="273576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7" name="Google Shape;4797;p27"/>
          <p:cNvSpPr/>
          <p:nvPr/>
        </p:nvSpPr>
        <p:spPr>
          <a:xfrm>
            <a:off x="7840663" y="3290260"/>
            <a:ext cx="220881" cy="262620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8" name="Google Shape;4798;p27"/>
          <p:cNvSpPr/>
          <p:nvPr/>
        </p:nvSpPr>
        <p:spPr>
          <a:xfrm>
            <a:off x="7885432" y="3421535"/>
            <a:ext cx="83604" cy="21911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9" name="Google Shape;4799;p27"/>
          <p:cNvSpPr/>
          <p:nvPr/>
        </p:nvSpPr>
        <p:spPr>
          <a:xfrm>
            <a:off x="7775025" y="3203722"/>
            <a:ext cx="285510" cy="64692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0" name="Google Shape;4800;p27"/>
          <p:cNvSpPr/>
          <p:nvPr/>
        </p:nvSpPr>
        <p:spPr>
          <a:xfrm>
            <a:off x="7786976" y="3940673"/>
            <a:ext cx="153190" cy="133299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1" name="Google Shape;4801;p27"/>
          <p:cNvSpPr/>
          <p:nvPr/>
        </p:nvSpPr>
        <p:spPr>
          <a:xfrm>
            <a:off x="7909316" y="3959552"/>
            <a:ext cx="84583" cy="42812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2" name="Google Shape;4802;p27"/>
          <p:cNvSpPr/>
          <p:nvPr/>
        </p:nvSpPr>
        <p:spPr>
          <a:xfrm>
            <a:off x="7963019" y="3940673"/>
            <a:ext cx="152211" cy="133299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3" name="Google Shape;4803;p27"/>
          <p:cNvSpPr/>
          <p:nvPr/>
        </p:nvSpPr>
        <p:spPr>
          <a:xfrm>
            <a:off x="7809833" y="3700949"/>
            <a:ext cx="283521" cy="194992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4" name="Google Shape;4804;p27"/>
          <p:cNvSpPr/>
          <p:nvPr/>
        </p:nvSpPr>
        <p:spPr>
          <a:xfrm>
            <a:off x="7875503" y="3744707"/>
            <a:ext cx="87551" cy="65702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5" name="Google Shape;4805;p27"/>
          <p:cNvSpPr/>
          <p:nvPr/>
        </p:nvSpPr>
        <p:spPr>
          <a:xfrm>
            <a:off x="7984898" y="3745717"/>
            <a:ext cx="43791" cy="64692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6" name="Google Shape;4806;p27"/>
          <p:cNvSpPr/>
          <p:nvPr/>
        </p:nvSpPr>
        <p:spPr>
          <a:xfrm>
            <a:off x="7875503" y="3809366"/>
            <a:ext cx="153190" cy="131342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7" name="Google Shape;4807;p27"/>
          <p:cNvSpPr/>
          <p:nvPr/>
        </p:nvSpPr>
        <p:spPr>
          <a:xfrm>
            <a:off x="6947711" y="4181017"/>
            <a:ext cx="109430" cy="109430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8" name="Google Shape;4808;p27"/>
          <p:cNvSpPr/>
          <p:nvPr/>
        </p:nvSpPr>
        <p:spPr>
          <a:xfrm>
            <a:off x="6816405" y="4399841"/>
            <a:ext cx="375050" cy="15521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9" name="Google Shape;4809;p27"/>
          <p:cNvSpPr/>
          <p:nvPr/>
        </p:nvSpPr>
        <p:spPr>
          <a:xfrm>
            <a:off x="7072041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10" name="Google Shape;4810;p27"/>
          <p:cNvSpPr/>
          <p:nvPr/>
        </p:nvSpPr>
        <p:spPr>
          <a:xfrm>
            <a:off x="6838284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11" name="Google Shape;4811;p27"/>
          <p:cNvSpPr/>
          <p:nvPr/>
        </p:nvSpPr>
        <p:spPr>
          <a:xfrm>
            <a:off x="7011360" y="4286435"/>
            <a:ext cx="89571" cy="8957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12" name="Google Shape;4812;p27"/>
          <p:cNvSpPr/>
          <p:nvPr/>
        </p:nvSpPr>
        <p:spPr>
          <a:xfrm>
            <a:off x="6901964" y="4287445"/>
            <a:ext cx="89540" cy="92539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16" name="Shape 4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7" name="Google Shape;4817;p28"/>
          <p:cNvSpPr/>
          <p:nvPr/>
        </p:nvSpPr>
        <p:spPr>
          <a:xfrm>
            <a:off x="563901" y="1160723"/>
            <a:ext cx="71475" cy="86400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18" name="Google Shape;4818;p28"/>
          <p:cNvSpPr/>
          <p:nvPr/>
        </p:nvSpPr>
        <p:spPr>
          <a:xfrm>
            <a:off x="301623" y="1253486"/>
            <a:ext cx="216457" cy="259132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19" name="Google Shape;4819;p28"/>
          <p:cNvSpPr/>
          <p:nvPr/>
        </p:nvSpPr>
        <p:spPr>
          <a:xfrm>
            <a:off x="493544" y="1113818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0" name="Google Shape;4820;p28"/>
          <p:cNvSpPr/>
          <p:nvPr/>
        </p:nvSpPr>
        <p:spPr>
          <a:xfrm>
            <a:off x="588437" y="1253486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1" name="Google Shape;4821;p28"/>
          <p:cNvSpPr/>
          <p:nvPr/>
        </p:nvSpPr>
        <p:spPr>
          <a:xfrm>
            <a:off x="302688" y="1660256"/>
            <a:ext cx="193038" cy="327562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2" name="Google Shape;4822;p28"/>
          <p:cNvSpPr/>
          <p:nvPr/>
        </p:nvSpPr>
        <p:spPr>
          <a:xfrm>
            <a:off x="511667" y="1660256"/>
            <a:ext cx="194087" cy="328441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3" name="Google Shape;4823;p28"/>
          <p:cNvSpPr/>
          <p:nvPr/>
        </p:nvSpPr>
        <p:spPr>
          <a:xfrm>
            <a:off x="421037" y="1587731"/>
            <a:ext cx="165321" cy="142240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4" name="Google Shape;4824;p28"/>
          <p:cNvSpPr/>
          <p:nvPr/>
        </p:nvSpPr>
        <p:spPr>
          <a:xfrm>
            <a:off x="304289" y="2103268"/>
            <a:ext cx="399849" cy="400898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5" name="Google Shape;4825;p28"/>
          <p:cNvSpPr/>
          <p:nvPr/>
        </p:nvSpPr>
        <p:spPr>
          <a:xfrm>
            <a:off x="2859064" y="1113547"/>
            <a:ext cx="355109" cy="399341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6" name="Google Shape;4826;p28"/>
          <p:cNvSpPr/>
          <p:nvPr/>
        </p:nvSpPr>
        <p:spPr>
          <a:xfrm>
            <a:off x="2957174" y="1207901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7" name="Google Shape;4827;p28"/>
          <p:cNvSpPr/>
          <p:nvPr/>
        </p:nvSpPr>
        <p:spPr>
          <a:xfrm>
            <a:off x="2835084" y="1588273"/>
            <a:ext cx="403064" cy="399883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8" name="Google Shape;4828;p28"/>
          <p:cNvSpPr/>
          <p:nvPr/>
        </p:nvSpPr>
        <p:spPr>
          <a:xfrm>
            <a:off x="2998240" y="1635213"/>
            <a:ext cx="73574" cy="164204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29" name="Google Shape;4829;p28"/>
          <p:cNvSpPr/>
          <p:nvPr/>
        </p:nvSpPr>
        <p:spPr>
          <a:xfrm>
            <a:off x="2836125" y="2103268"/>
            <a:ext cx="400932" cy="400898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0" name="Google Shape;4830;p28"/>
          <p:cNvSpPr/>
          <p:nvPr/>
        </p:nvSpPr>
        <p:spPr>
          <a:xfrm>
            <a:off x="5386927" y="1113294"/>
            <a:ext cx="398800" cy="399849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1" name="Google Shape;4831;p28"/>
          <p:cNvSpPr/>
          <p:nvPr/>
        </p:nvSpPr>
        <p:spPr>
          <a:xfrm>
            <a:off x="5716385" y="1228459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2" name="Google Shape;4832;p28"/>
          <p:cNvSpPr/>
          <p:nvPr/>
        </p:nvSpPr>
        <p:spPr>
          <a:xfrm>
            <a:off x="5512753" y="1299902"/>
            <a:ext cx="143966" cy="165287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3" name="Google Shape;4833;p28"/>
          <p:cNvSpPr/>
          <p:nvPr/>
        </p:nvSpPr>
        <p:spPr>
          <a:xfrm>
            <a:off x="5383141" y="1601062"/>
            <a:ext cx="406279" cy="374298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4" name="Google Shape;4834;p28"/>
          <p:cNvSpPr/>
          <p:nvPr/>
        </p:nvSpPr>
        <p:spPr>
          <a:xfrm>
            <a:off x="5383682" y="2103792"/>
            <a:ext cx="405196" cy="399849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5" name="Google Shape;4835;p28"/>
          <p:cNvSpPr/>
          <p:nvPr/>
        </p:nvSpPr>
        <p:spPr>
          <a:xfrm>
            <a:off x="7994551" y="1114355"/>
            <a:ext cx="257000" cy="397717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6" name="Google Shape;4836;p28"/>
          <p:cNvSpPr/>
          <p:nvPr/>
        </p:nvSpPr>
        <p:spPr>
          <a:xfrm>
            <a:off x="811912" y="1112748"/>
            <a:ext cx="403030" cy="400932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7" name="Google Shape;4837;p28"/>
          <p:cNvSpPr/>
          <p:nvPr/>
        </p:nvSpPr>
        <p:spPr>
          <a:xfrm>
            <a:off x="881739" y="1823783"/>
            <a:ext cx="94928" cy="68396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8" name="Google Shape;4838;p28"/>
          <p:cNvSpPr/>
          <p:nvPr/>
        </p:nvSpPr>
        <p:spPr>
          <a:xfrm>
            <a:off x="881739" y="1753661"/>
            <a:ext cx="94928" cy="69242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39" name="Google Shape;4839;p28"/>
          <p:cNvSpPr/>
          <p:nvPr/>
        </p:nvSpPr>
        <p:spPr>
          <a:xfrm>
            <a:off x="881739" y="1683303"/>
            <a:ext cx="94928" cy="69208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0" name="Google Shape;4840;p28"/>
          <p:cNvSpPr/>
          <p:nvPr/>
        </p:nvSpPr>
        <p:spPr>
          <a:xfrm>
            <a:off x="811380" y="1588273"/>
            <a:ext cx="404113" cy="399883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1" name="Google Shape;4841;p28"/>
          <p:cNvSpPr/>
          <p:nvPr/>
        </p:nvSpPr>
        <p:spPr>
          <a:xfrm>
            <a:off x="898288" y="2199234"/>
            <a:ext cx="218589" cy="211143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2" name="Google Shape;4842;p28"/>
          <p:cNvSpPr/>
          <p:nvPr/>
        </p:nvSpPr>
        <p:spPr>
          <a:xfrm>
            <a:off x="811922" y="2102207"/>
            <a:ext cx="403030" cy="40303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3" name="Google Shape;4843;p28"/>
          <p:cNvSpPr/>
          <p:nvPr/>
        </p:nvSpPr>
        <p:spPr>
          <a:xfrm>
            <a:off x="3468689" y="1113276"/>
            <a:ext cx="165287" cy="188773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4" name="Google Shape;4844;p28"/>
          <p:cNvSpPr/>
          <p:nvPr/>
        </p:nvSpPr>
        <p:spPr>
          <a:xfrm>
            <a:off x="3397246" y="1373425"/>
            <a:ext cx="259132" cy="93879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5" name="Google Shape;4845;p28"/>
          <p:cNvSpPr/>
          <p:nvPr/>
        </p:nvSpPr>
        <p:spPr>
          <a:xfrm>
            <a:off x="3351422" y="1326518"/>
            <a:ext cx="399849" cy="186641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6" name="Google Shape;4846;p28"/>
          <p:cNvSpPr/>
          <p:nvPr/>
        </p:nvSpPr>
        <p:spPr>
          <a:xfrm>
            <a:off x="3438856" y="1634147"/>
            <a:ext cx="217540" cy="211143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7" name="Google Shape;4847;p28"/>
          <p:cNvSpPr/>
          <p:nvPr/>
        </p:nvSpPr>
        <p:spPr>
          <a:xfrm>
            <a:off x="3375941" y="1587207"/>
            <a:ext cx="350811" cy="402015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8" name="Google Shape;4848;p28"/>
          <p:cNvSpPr/>
          <p:nvPr/>
        </p:nvSpPr>
        <p:spPr>
          <a:xfrm>
            <a:off x="3421751" y="2102726"/>
            <a:ext cx="259132" cy="40198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49" name="Google Shape;4849;p28"/>
          <p:cNvSpPr/>
          <p:nvPr/>
        </p:nvSpPr>
        <p:spPr>
          <a:xfrm>
            <a:off x="5940107" y="1303624"/>
            <a:ext cx="141834" cy="164204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0" name="Google Shape;4850;p28"/>
          <p:cNvSpPr/>
          <p:nvPr/>
        </p:nvSpPr>
        <p:spPr>
          <a:xfrm>
            <a:off x="5892153" y="1113835"/>
            <a:ext cx="398766" cy="398766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1" name="Google Shape;4851;p28"/>
          <p:cNvSpPr/>
          <p:nvPr/>
        </p:nvSpPr>
        <p:spPr>
          <a:xfrm>
            <a:off x="6102179" y="1327076"/>
            <a:ext cx="141834" cy="23488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2" name="Google Shape;4852;p28"/>
          <p:cNvSpPr/>
          <p:nvPr/>
        </p:nvSpPr>
        <p:spPr>
          <a:xfrm>
            <a:off x="6102179" y="1372899"/>
            <a:ext cx="141834" cy="24571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3" name="Google Shape;4853;p28"/>
          <p:cNvSpPr/>
          <p:nvPr/>
        </p:nvSpPr>
        <p:spPr>
          <a:xfrm>
            <a:off x="6102179" y="1419838"/>
            <a:ext cx="141834" cy="24538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4" name="Google Shape;4854;p28"/>
          <p:cNvSpPr/>
          <p:nvPr/>
        </p:nvSpPr>
        <p:spPr>
          <a:xfrm>
            <a:off x="5891561" y="1588811"/>
            <a:ext cx="399849" cy="398800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5" name="Google Shape;4855;p28"/>
          <p:cNvSpPr/>
          <p:nvPr/>
        </p:nvSpPr>
        <p:spPr>
          <a:xfrm>
            <a:off x="5915555" y="2102726"/>
            <a:ext cx="351860" cy="40198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6" name="Google Shape;4856;p28"/>
          <p:cNvSpPr/>
          <p:nvPr/>
        </p:nvSpPr>
        <p:spPr>
          <a:xfrm>
            <a:off x="7923194" y="1588817"/>
            <a:ext cx="399849" cy="398800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7" name="Google Shape;4857;p28"/>
          <p:cNvSpPr/>
          <p:nvPr/>
        </p:nvSpPr>
        <p:spPr>
          <a:xfrm>
            <a:off x="8040493" y="1797793"/>
            <a:ext cx="165287" cy="69348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8" name="Google Shape;4858;p28"/>
          <p:cNvSpPr/>
          <p:nvPr/>
        </p:nvSpPr>
        <p:spPr>
          <a:xfrm>
            <a:off x="8205746" y="1658125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59" name="Google Shape;4859;p28"/>
          <p:cNvSpPr/>
          <p:nvPr/>
        </p:nvSpPr>
        <p:spPr>
          <a:xfrm>
            <a:off x="7992503" y="1680494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0" name="Google Shape;4860;p28"/>
          <p:cNvSpPr/>
          <p:nvPr/>
        </p:nvSpPr>
        <p:spPr>
          <a:xfrm>
            <a:off x="1416848" y="1206596"/>
            <a:ext cx="211143" cy="211143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1" name="Google Shape;4861;p28"/>
          <p:cNvSpPr/>
          <p:nvPr/>
        </p:nvSpPr>
        <p:spPr>
          <a:xfrm>
            <a:off x="1320872" y="1112751"/>
            <a:ext cx="403064" cy="400932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2" name="Google Shape;4862;p28"/>
          <p:cNvSpPr/>
          <p:nvPr/>
        </p:nvSpPr>
        <p:spPr>
          <a:xfrm>
            <a:off x="1322446" y="1589876"/>
            <a:ext cx="399883" cy="39666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3" name="Google Shape;4863;p28"/>
          <p:cNvSpPr/>
          <p:nvPr/>
        </p:nvSpPr>
        <p:spPr>
          <a:xfrm>
            <a:off x="1320872" y="2102343"/>
            <a:ext cx="403064" cy="402760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4" name="Google Shape;4864;p28"/>
          <p:cNvSpPr/>
          <p:nvPr/>
        </p:nvSpPr>
        <p:spPr>
          <a:xfrm>
            <a:off x="1391231" y="2270777"/>
            <a:ext cx="71475" cy="70431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5" name="Google Shape;4865;p28"/>
          <p:cNvSpPr/>
          <p:nvPr/>
        </p:nvSpPr>
        <p:spPr>
          <a:xfrm>
            <a:off x="1486125" y="2222823"/>
            <a:ext cx="71475" cy="118381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6" name="Google Shape;4866;p28"/>
          <p:cNvSpPr/>
          <p:nvPr/>
        </p:nvSpPr>
        <p:spPr>
          <a:xfrm>
            <a:off x="1579970" y="2173750"/>
            <a:ext cx="71442" cy="16637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7" name="Google Shape;4867;p28"/>
          <p:cNvSpPr/>
          <p:nvPr/>
        </p:nvSpPr>
        <p:spPr>
          <a:xfrm>
            <a:off x="3911960" y="1112764"/>
            <a:ext cx="310302" cy="400898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8" name="Google Shape;4868;p28"/>
          <p:cNvSpPr/>
          <p:nvPr/>
        </p:nvSpPr>
        <p:spPr>
          <a:xfrm>
            <a:off x="3857050" y="1588556"/>
            <a:ext cx="420121" cy="39930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69" name="Google Shape;4869;p28"/>
          <p:cNvSpPr/>
          <p:nvPr/>
        </p:nvSpPr>
        <p:spPr>
          <a:xfrm>
            <a:off x="3865578" y="2103268"/>
            <a:ext cx="403064" cy="400898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0" name="Google Shape;4870;p28"/>
          <p:cNvSpPr/>
          <p:nvPr/>
        </p:nvSpPr>
        <p:spPr>
          <a:xfrm>
            <a:off x="6491713" y="1184108"/>
            <a:ext cx="217540" cy="211110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1" name="Google Shape;4871;p28"/>
          <p:cNvSpPr/>
          <p:nvPr/>
        </p:nvSpPr>
        <p:spPr>
          <a:xfrm>
            <a:off x="6400034" y="1113445"/>
            <a:ext cx="401981" cy="399545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2" name="Google Shape;4872;p28"/>
          <p:cNvSpPr/>
          <p:nvPr/>
        </p:nvSpPr>
        <p:spPr>
          <a:xfrm>
            <a:off x="6398428" y="1775407"/>
            <a:ext cx="403064" cy="189823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3" name="Google Shape;4873;p28"/>
          <p:cNvSpPr/>
          <p:nvPr/>
        </p:nvSpPr>
        <p:spPr>
          <a:xfrm>
            <a:off x="6662873" y="1611202"/>
            <a:ext cx="140751" cy="164238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4" name="Google Shape;4874;p28"/>
          <p:cNvSpPr/>
          <p:nvPr/>
        </p:nvSpPr>
        <p:spPr>
          <a:xfrm>
            <a:off x="6401642" y="1613334"/>
            <a:ext cx="140751" cy="164238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5" name="Google Shape;4875;p28"/>
          <p:cNvSpPr/>
          <p:nvPr/>
        </p:nvSpPr>
        <p:spPr>
          <a:xfrm>
            <a:off x="6489002" y="2102726"/>
            <a:ext cx="223936" cy="40198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6" name="Google Shape;4876;p28"/>
          <p:cNvSpPr/>
          <p:nvPr/>
        </p:nvSpPr>
        <p:spPr>
          <a:xfrm>
            <a:off x="7921586" y="2103797"/>
            <a:ext cx="307087" cy="399849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7" name="Google Shape;4877;p28"/>
          <p:cNvSpPr/>
          <p:nvPr/>
        </p:nvSpPr>
        <p:spPr>
          <a:xfrm>
            <a:off x="7967442" y="2225327"/>
            <a:ext cx="71442" cy="67211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8" name="Google Shape;4878;p28"/>
          <p:cNvSpPr/>
          <p:nvPr/>
        </p:nvSpPr>
        <p:spPr>
          <a:xfrm>
            <a:off x="8112424" y="2387399"/>
            <a:ext cx="69348" cy="67211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79" name="Google Shape;4879;p28"/>
          <p:cNvSpPr/>
          <p:nvPr/>
        </p:nvSpPr>
        <p:spPr>
          <a:xfrm>
            <a:off x="7966359" y="2221061"/>
            <a:ext cx="212226" cy="236729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0" name="Google Shape;4880;p28"/>
          <p:cNvSpPr/>
          <p:nvPr/>
        </p:nvSpPr>
        <p:spPr>
          <a:xfrm>
            <a:off x="8253176" y="2198693"/>
            <a:ext cx="71475" cy="282551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1" name="Google Shape;4881;p28"/>
          <p:cNvSpPr/>
          <p:nvPr/>
        </p:nvSpPr>
        <p:spPr>
          <a:xfrm>
            <a:off x="1852189" y="1245465"/>
            <a:ext cx="376430" cy="268743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2" name="Google Shape;4882;p28"/>
          <p:cNvSpPr/>
          <p:nvPr/>
        </p:nvSpPr>
        <p:spPr>
          <a:xfrm>
            <a:off x="1829819" y="1112228"/>
            <a:ext cx="376396" cy="268958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3" name="Google Shape;4883;p28"/>
          <p:cNvSpPr/>
          <p:nvPr/>
        </p:nvSpPr>
        <p:spPr>
          <a:xfrm>
            <a:off x="1899129" y="1183670"/>
            <a:ext cx="259098" cy="25909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4" name="Google Shape;4884;p28"/>
          <p:cNvSpPr/>
          <p:nvPr/>
        </p:nvSpPr>
        <p:spPr>
          <a:xfrm>
            <a:off x="2016392" y="1254027"/>
            <a:ext cx="48026" cy="71475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5" name="Google Shape;4885;p28"/>
          <p:cNvSpPr/>
          <p:nvPr/>
        </p:nvSpPr>
        <p:spPr>
          <a:xfrm>
            <a:off x="1970570" y="1729567"/>
            <a:ext cx="119430" cy="210060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6" name="Google Shape;4886;p28"/>
          <p:cNvSpPr/>
          <p:nvPr/>
        </p:nvSpPr>
        <p:spPr>
          <a:xfrm>
            <a:off x="1847957" y="1588817"/>
            <a:ext cx="362521" cy="398800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7" name="Google Shape;4887;p28"/>
          <p:cNvSpPr/>
          <p:nvPr/>
        </p:nvSpPr>
        <p:spPr>
          <a:xfrm>
            <a:off x="1828191" y="2102726"/>
            <a:ext cx="402015" cy="40198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8" name="Google Shape;4888;p28"/>
          <p:cNvSpPr/>
          <p:nvPr/>
        </p:nvSpPr>
        <p:spPr>
          <a:xfrm>
            <a:off x="4376168" y="1113276"/>
            <a:ext cx="400932" cy="399883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89" name="Google Shape;4889;p28"/>
          <p:cNvSpPr/>
          <p:nvPr/>
        </p:nvSpPr>
        <p:spPr>
          <a:xfrm>
            <a:off x="4682173" y="1277480"/>
            <a:ext cx="47989" cy="23488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0" name="Google Shape;4890;p28"/>
          <p:cNvSpPr/>
          <p:nvPr/>
        </p:nvSpPr>
        <p:spPr>
          <a:xfrm>
            <a:off x="4421990" y="1277480"/>
            <a:ext cx="48026" cy="23488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1" name="Google Shape;4891;p28"/>
          <p:cNvSpPr/>
          <p:nvPr/>
        </p:nvSpPr>
        <p:spPr>
          <a:xfrm>
            <a:off x="4377235" y="1588817"/>
            <a:ext cx="398800" cy="398800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2" name="Google Shape;4892;p28"/>
          <p:cNvSpPr/>
          <p:nvPr/>
        </p:nvSpPr>
        <p:spPr>
          <a:xfrm>
            <a:off x="4529694" y="1744762"/>
            <a:ext cx="75745" cy="70668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3" name="Google Shape;4893;p28"/>
          <p:cNvSpPr/>
          <p:nvPr/>
        </p:nvSpPr>
        <p:spPr>
          <a:xfrm>
            <a:off x="4376653" y="2103792"/>
            <a:ext cx="399883" cy="399849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4" name="Google Shape;4894;p28"/>
          <p:cNvSpPr/>
          <p:nvPr/>
        </p:nvSpPr>
        <p:spPr>
          <a:xfrm>
            <a:off x="6993183" y="1185260"/>
            <a:ext cx="233547" cy="328408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5" name="Google Shape;4895;p28"/>
          <p:cNvSpPr/>
          <p:nvPr/>
        </p:nvSpPr>
        <p:spPr>
          <a:xfrm>
            <a:off x="7110482" y="1112769"/>
            <a:ext cx="24571" cy="59732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6" name="Google Shape;4896;p28"/>
          <p:cNvSpPr/>
          <p:nvPr/>
        </p:nvSpPr>
        <p:spPr>
          <a:xfrm>
            <a:off x="7180841" y="1137271"/>
            <a:ext cx="48026" cy="46706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7" name="Google Shape;4897;p28"/>
          <p:cNvSpPr/>
          <p:nvPr/>
        </p:nvSpPr>
        <p:spPr>
          <a:xfrm>
            <a:off x="7252283" y="1278023"/>
            <a:ext cx="48026" cy="23488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8" name="Google Shape;4898;p28"/>
          <p:cNvSpPr/>
          <p:nvPr/>
        </p:nvSpPr>
        <p:spPr>
          <a:xfrm>
            <a:off x="6923908" y="1278023"/>
            <a:ext cx="47989" cy="23488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899" name="Google Shape;4899;p28"/>
          <p:cNvSpPr/>
          <p:nvPr/>
        </p:nvSpPr>
        <p:spPr>
          <a:xfrm>
            <a:off x="7016671" y="1137271"/>
            <a:ext cx="47989" cy="45890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0" name="Google Shape;4900;p28"/>
          <p:cNvSpPr/>
          <p:nvPr/>
        </p:nvSpPr>
        <p:spPr>
          <a:xfrm>
            <a:off x="6945228" y="1182925"/>
            <a:ext cx="51204" cy="35636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1" name="Google Shape;4901;p28"/>
          <p:cNvSpPr/>
          <p:nvPr/>
        </p:nvSpPr>
        <p:spPr>
          <a:xfrm>
            <a:off x="7226696" y="1183805"/>
            <a:ext cx="51204" cy="36415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2" name="Google Shape;4902;p28"/>
          <p:cNvSpPr/>
          <p:nvPr/>
        </p:nvSpPr>
        <p:spPr>
          <a:xfrm>
            <a:off x="6909451" y="1586679"/>
            <a:ext cx="405196" cy="403064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3" name="Google Shape;4903;p28"/>
          <p:cNvSpPr/>
          <p:nvPr/>
        </p:nvSpPr>
        <p:spPr>
          <a:xfrm>
            <a:off x="7077453" y="2267459"/>
            <a:ext cx="70392" cy="69348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4" name="Google Shape;4904;p28"/>
          <p:cNvSpPr/>
          <p:nvPr/>
        </p:nvSpPr>
        <p:spPr>
          <a:xfrm>
            <a:off x="6911115" y="2174697"/>
            <a:ext cx="401981" cy="258049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5" name="Google Shape;4905;p28"/>
          <p:cNvSpPr/>
          <p:nvPr/>
        </p:nvSpPr>
        <p:spPr>
          <a:xfrm>
            <a:off x="8439349" y="1243283"/>
            <a:ext cx="403030" cy="257169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6" name="Google Shape;4906;p28"/>
          <p:cNvSpPr/>
          <p:nvPr/>
        </p:nvSpPr>
        <p:spPr>
          <a:xfrm>
            <a:off x="8629104" y="1125983"/>
            <a:ext cx="23521" cy="5868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7" name="Google Shape;4907;p28"/>
          <p:cNvSpPr/>
          <p:nvPr/>
        </p:nvSpPr>
        <p:spPr>
          <a:xfrm>
            <a:off x="8534243" y="1172111"/>
            <a:ext cx="47989" cy="47752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8" name="Google Shape;4908;p28"/>
          <p:cNvSpPr/>
          <p:nvPr/>
        </p:nvSpPr>
        <p:spPr>
          <a:xfrm>
            <a:off x="8698412" y="1172111"/>
            <a:ext cx="48026" cy="47752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09" name="Google Shape;4909;p28"/>
          <p:cNvSpPr/>
          <p:nvPr/>
        </p:nvSpPr>
        <p:spPr>
          <a:xfrm>
            <a:off x="2523298" y="1160740"/>
            <a:ext cx="141834" cy="92796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0" name="Google Shape;4910;p28"/>
          <p:cNvSpPr/>
          <p:nvPr/>
        </p:nvSpPr>
        <p:spPr>
          <a:xfrm>
            <a:off x="2380415" y="1371851"/>
            <a:ext cx="142917" cy="93845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1" name="Google Shape;4911;p28"/>
          <p:cNvSpPr/>
          <p:nvPr/>
        </p:nvSpPr>
        <p:spPr>
          <a:xfrm>
            <a:off x="2334558" y="1112752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2" name="Google Shape;4912;p28"/>
          <p:cNvSpPr/>
          <p:nvPr/>
        </p:nvSpPr>
        <p:spPr>
          <a:xfrm>
            <a:off x="2547800" y="1278004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3" name="Google Shape;4913;p28"/>
          <p:cNvSpPr/>
          <p:nvPr/>
        </p:nvSpPr>
        <p:spPr>
          <a:xfrm>
            <a:off x="2517952" y="1634672"/>
            <a:ext cx="140785" cy="164204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4" name="Google Shape;4914;p28"/>
          <p:cNvSpPr/>
          <p:nvPr/>
        </p:nvSpPr>
        <p:spPr>
          <a:xfrm>
            <a:off x="2327113" y="1588138"/>
            <a:ext cx="416906" cy="400154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5" name="Google Shape;4915;p28"/>
          <p:cNvSpPr/>
          <p:nvPr/>
        </p:nvSpPr>
        <p:spPr>
          <a:xfrm>
            <a:off x="2333493" y="2245074"/>
            <a:ext cx="215408" cy="25909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6" name="Google Shape;4916;p28"/>
          <p:cNvSpPr/>
          <p:nvPr/>
        </p:nvSpPr>
        <p:spPr>
          <a:xfrm>
            <a:off x="2524364" y="2103273"/>
            <a:ext cx="213275" cy="211143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7" name="Google Shape;4917;p28"/>
          <p:cNvSpPr/>
          <p:nvPr/>
        </p:nvSpPr>
        <p:spPr>
          <a:xfrm>
            <a:off x="2618176" y="2161888"/>
            <a:ext cx="24571" cy="2352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8" name="Google Shape;4918;p28"/>
          <p:cNvSpPr/>
          <p:nvPr/>
        </p:nvSpPr>
        <p:spPr>
          <a:xfrm>
            <a:off x="2618176" y="2197085"/>
            <a:ext cx="24571" cy="71475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19" name="Google Shape;4919;p28"/>
          <p:cNvSpPr/>
          <p:nvPr/>
        </p:nvSpPr>
        <p:spPr>
          <a:xfrm>
            <a:off x="5218387" y="1299884"/>
            <a:ext cx="58684" cy="24571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0" name="Google Shape;4920;p28"/>
          <p:cNvSpPr/>
          <p:nvPr/>
        </p:nvSpPr>
        <p:spPr>
          <a:xfrm>
            <a:off x="5205593" y="1348922"/>
            <a:ext cx="48026" cy="45890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1" name="Google Shape;4921;p28"/>
          <p:cNvSpPr/>
          <p:nvPr/>
        </p:nvSpPr>
        <p:spPr>
          <a:xfrm>
            <a:off x="5206678" y="1230575"/>
            <a:ext cx="47989" cy="46706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2" name="Google Shape;4922;p28"/>
          <p:cNvSpPr/>
          <p:nvPr/>
        </p:nvSpPr>
        <p:spPr>
          <a:xfrm>
            <a:off x="4875054" y="1161265"/>
            <a:ext cx="306038" cy="303906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3" name="Google Shape;4923;p28"/>
          <p:cNvSpPr/>
          <p:nvPr/>
        </p:nvSpPr>
        <p:spPr>
          <a:xfrm>
            <a:off x="4875595" y="1587749"/>
            <a:ext cx="400932" cy="400932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4" name="Google Shape;4924;p28"/>
          <p:cNvSpPr/>
          <p:nvPr/>
        </p:nvSpPr>
        <p:spPr>
          <a:xfrm>
            <a:off x="5182649" y="1870301"/>
            <a:ext cx="46973" cy="47989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5" name="Google Shape;4925;p28"/>
          <p:cNvSpPr/>
          <p:nvPr/>
        </p:nvSpPr>
        <p:spPr>
          <a:xfrm>
            <a:off x="4922501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6" name="Google Shape;4926;p28"/>
          <p:cNvSpPr/>
          <p:nvPr/>
        </p:nvSpPr>
        <p:spPr>
          <a:xfrm>
            <a:off x="4992894" y="1728499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7" name="Google Shape;4927;p28"/>
          <p:cNvSpPr/>
          <p:nvPr/>
        </p:nvSpPr>
        <p:spPr>
          <a:xfrm>
            <a:off x="5063252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8" name="Google Shape;4928;p28"/>
          <p:cNvSpPr/>
          <p:nvPr/>
        </p:nvSpPr>
        <p:spPr>
          <a:xfrm>
            <a:off x="5135743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29" name="Google Shape;4929;p28"/>
          <p:cNvSpPr/>
          <p:nvPr/>
        </p:nvSpPr>
        <p:spPr>
          <a:xfrm>
            <a:off x="4922501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0" name="Google Shape;4930;p28"/>
          <p:cNvSpPr/>
          <p:nvPr/>
        </p:nvSpPr>
        <p:spPr>
          <a:xfrm>
            <a:off x="4992894" y="1776455"/>
            <a:ext cx="47989" cy="24571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1" name="Google Shape;4931;p28"/>
          <p:cNvSpPr/>
          <p:nvPr/>
        </p:nvSpPr>
        <p:spPr>
          <a:xfrm>
            <a:off x="5063252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2" name="Google Shape;4932;p28"/>
          <p:cNvSpPr/>
          <p:nvPr/>
        </p:nvSpPr>
        <p:spPr>
          <a:xfrm>
            <a:off x="5135743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3" name="Google Shape;4933;p28"/>
          <p:cNvSpPr/>
          <p:nvPr/>
        </p:nvSpPr>
        <p:spPr>
          <a:xfrm>
            <a:off x="4922501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4" name="Google Shape;4934;p28"/>
          <p:cNvSpPr/>
          <p:nvPr/>
        </p:nvSpPr>
        <p:spPr>
          <a:xfrm>
            <a:off x="4992894" y="1823394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5" name="Google Shape;4935;p28"/>
          <p:cNvSpPr/>
          <p:nvPr/>
        </p:nvSpPr>
        <p:spPr>
          <a:xfrm>
            <a:off x="5063252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6" name="Google Shape;4936;p28"/>
          <p:cNvSpPr/>
          <p:nvPr/>
        </p:nvSpPr>
        <p:spPr>
          <a:xfrm>
            <a:off x="4922501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7" name="Google Shape;4937;p28"/>
          <p:cNvSpPr/>
          <p:nvPr/>
        </p:nvSpPr>
        <p:spPr>
          <a:xfrm>
            <a:off x="4992894" y="1870300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8" name="Google Shape;4938;p28"/>
          <p:cNvSpPr/>
          <p:nvPr/>
        </p:nvSpPr>
        <p:spPr>
          <a:xfrm>
            <a:off x="5063252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39" name="Google Shape;4939;p28"/>
          <p:cNvSpPr/>
          <p:nvPr/>
        </p:nvSpPr>
        <p:spPr>
          <a:xfrm>
            <a:off x="4875595" y="2313857"/>
            <a:ext cx="400932" cy="189789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0" name="Google Shape;4940;p28"/>
          <p:cNvSpPr/>
          <p:nvPr/>
        </p:nvSpPr>
        <p:spPr>
          <a:xfrm>
            <a:off x="4995026" y="2103797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1" name="Google Shape;4941;p28"/>
          <p:cNvSpPr/>
          <p:nvPr/>
        </p:nvSpPr>
        <p:spPr>
          <a:xfrm>
            <a:off x="5040881" y="2361238"/>
            <a:ext cx="71475" cy="94454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2" name="Google Shape;4942;p28"/>
          <p:cNvSpPr/>
          <p:nvPr/>
        </p:nvSpPr>
        <p:spPr>
          <a:xfrm>
            <a:off x="7413064" y="1113290"/>
            <a:ext cx="406279" cy="399849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3" name="Google Shape;4943;p28"/>
          <p:cNvSpPr/>
          <p:nvPr/>
        </p:nvSpPr>
        <p:spPr>
          <a:xfrm>
            <a:off x="7698893" y="1824986"/>
            <a:ext cx="24538" cy="24571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4" name="Google Shape;4944;p28"/>
          <p:cNvSpPr/>
          <p:nvPr/>
        </p:nvSpPr>
        <p:spPr>
          <a:xfrm>
            <a:off x="7416341" y="1588292"/>
            <a:ext cx="399849" cy="399849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5" name="Google Shape;4945;p28"/>
          <p:cNvSpPr/>
          <p:nvPr/>
        </p:nvSpPr>
        <p:spPr>
          <a:xfrm>
            <a:off x="7698893" y="1860183"/>
            <a:ext cx="24538" cy="83185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6" name="Google Shape;4946;p28"/>
          <p:cNvSpPr/>
          <p:nvPr/>
        </p:nvSpPr>
        <p:spPr>
          <a:xfrm>
            <a:off x="7510153" y="1706639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7" name="Google Shape;4947;p28"/>
          <p:cNvSpPr/>
          <p:nvPr/>
        </p:nvSpPr>
        <p:spPr>
          <a:xfrm>
            <a:off x="7510153" y="1754627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8" name="Google Shape;4948;p28"/>
          <p:cNvSpPr/>
          <p:nvPr/>
        </p:nvSpPr>
        <p:spPr>
          <a:xfrm>
            <a:off x="7440335" y="2103256"/>
            <a:ext cx="351860" cy="400932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49" name="Google Shape;4949;p28"/>
          <p:cNvSpPr/>
          <p:nvPr/>
        </p:nvSpPr>
        <p:spPr>
          <a:xfrm>
            <a:off x="7674899" y="2430581"/>
            <a:ext cx="47989" cy="23488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0" name="Google Shape;4950;p28"/>
          <p:cNvSpPr/>
          <p:nvPr/>
        </p:nvSpPr>
        <p:spPr>
          <a:xfrm>
            <a:off x="8440326" y="1588286"/>
            <a:ext cx="400932" cy="399849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1" name="Google Shape;4951;p28"/>
          <p:cNvSpPr/>
          <p:nvPr/>
        </p:nvSpPr>
        <p:spPr>
          <a:xfrm>
            <a:off x="350896" y="3221453"/>
            <a:ext cx="120515" cy="117307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2" name="Google Shape;4952;p28"/>
          <p:cNvSpPr/>
          <p:nvPr/>
        </p:nvSpPr>
        <p:spPr>
          <a:xfrm>
            <a:off x="492731" y="3081786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3" name="Google Shape;4953;p28"/>
          <p:cNvSpPr/>
          <p:nvPr/>
        </p:nvSpPr>
        <p:spPr>
          <a:xfrm>
            <a:off x="302941" y="3333405"/>
            <a:ext cx="213275" cy="14714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4" name="Google Shape;4954;p28"/>
          <p:cNvSpPr/>
          <p:nvPr/>
        </p:nvSpPr>
        <p:spPr>
          <a:xfrm>
            <a:off x="340253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5" name="Google Shape;4955;p28"/>
          <p:cNvSpPr/>
          <p:nvPr/>
        </p:nvSpPr>
        <p:spPr>
          <a:xfrm>
            <a:off x="421306" y="3584483"/>
            <a:ext cx="166336" cy="141428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6" name="Google Shape;4956;p28"/>
          <p:cNvSpPr/>
          <p:nvPr/>
        </p:nvSpPr>
        <p:spPr>
          <a:xfrm>
            <a:off x="301876" y="3725234"/>
            <a:ext cx="191955" cy="259944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7" name="Google Shape;4957;p28"/>
          <p:cNvSpPr/>
          <p:nvPr/>
        </p:nvSpPr>
        <p:spPr>
          <a:xfrm>
            <a:off x="599351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8" name="Google Shape;4958;p28"/>
          <p:cNvSpPr/>
          <p:nvPr/>
        </p:nvSpPr>
        <p:spPr>
          <a:xfrm>
            <a:off x="515117" y="3726319"/>
            <a:ext cx="191955" cy="260723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59" name="Google Shape;4959;p28"/>
          <p:cNvSpPr/>
          <p:nvPr/>
        </p:nvSpPr>
        <p:spPr>
          <a:xfrm>
            <a:off x="455387" y="4071208"/>
            <a:ext cx="96011" cy="92796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0" name="Google Shape;4960;p28"/>
          <p:cNvSpPr/>
          <p:nvPr/>
        </p:nvSpPr>
        <p:spPr>
          <a:xfrm>
            <a:off x="339170" y="4283401"/>
            <a:ext cx="93879" cy="92762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1" name="Google Shape;4961;p28"/>
          <p:cNvSpPr/>
          <p:nvPr/>
        </p:nvSpPr>
        <p:spPr>
          <a:xfrm>
            <a:off x="575865" y="4284449"/>
            <a:ext cx="92796" cy="92796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2" name="Google Shape;4962;p28"/>
          <p:cNvSpPr/>
          <p:nvPr/>
        </p:nvSpPr>
        <p:spPr>
          <a:xfrm>
            <a:off x="304009" y="4375079"/>
            <a:ext cx="165287" cy="97067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3" name="Google Shape;4963;p28"/>
          <p:cNvSpPr/>
          <p:nvPr/>
        </p:nvSpPr>
        <p:spPr>
          <a:xfrm>
            <a:off x="421272" y="4161839"/>
            <a:ext cx="166370" cy="9810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4" name="Google Shape;4964;p28"/>
          <p:cNvSpPr/>
          <p:nvPr/>
        </p:nvSpPr>
        <p:spPr>
          <a:xfrm>
            <a:off x="539620" y="437507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5" name="Google Shape;4965;p28"/>
          <p:cNvSpPr/>
          <p:nvPr/>
        </p:nvSpPr>
        <p:spPr>
          <a:xfrm>
            <a:off x="451121" y="4283402"/>
            <a:ext cx="104539" cy="8744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6" name="Google Shape;4966;p28"/>
          <p:cNvSpPr/>
          <p:nvPr/>
        </p:nvSpPr>
        <p:spPr>
          <a:xfrm>
            <a:off x="2977157" y="3269698"/>
            <a:ext cx="117307" cy="70392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7" name="Google Shape;4967;p28"/>
          <p:cNvSpPr/>
          <p:nvPr/>
        </p:nvSpPr>
        <p:spPr>
          <a:xfrm>
            <a:off x="3011270" y="3199339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8" name="Google Shape;4968;p28"/>
          <p:cNvSpPr/>
          <p:nvPr/>
        </p:nvSpPr>
        <p:spPr>
          <a:xfrm>
            <a:off x="2860940" y="3081499"/>
            <a:ext cx="351860" cy="399341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69" name="Google Shape;4969;p28"/>
          <p:cNvSpPr/>
          <p:nvPr/>
        </p:nvSpPr>
        <p:spPr>
          <a:xfrm>
            <a:off x="2834813" y="3796949"/>
            <a:ext cx="71442" cy="18769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0" name="Google Shape;4970;p28"/>
          <p:cNvSpPr/>
          <p:nvPr/>
        </p:nvSpPr>
        <p:spPr>
          <a:xfrm>
            <a:off x="2907303" y="3586886"/>
            <a:ext cx="258049" cy="217540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1" name="Google Shape;4971;p28"/>
          <p:cNvSpPr/>
          <p:nvPr/>
        </p:nvSpPr>
        <p:spPr>
          <a:xfrm>
            <a:off x="2929707" y="3790012"/>
            <a:ext cx="309219" cy="17009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2" name="Google Shape;4972;p28"/>
          <p:cNvSpPr/>
          <p:nvPr/>
        </p:nvSpPr>
        <p:spPr>
          <a:xfrm>
            <a:off x="2835879" y="4071750"/>
            <a:ext cx="297509" cy="30390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3" name="Google Shape;4973;p28"/>
          <p:cNvSpPr/>
          <p:nvPr/>
        </p:nvSpPr>
        <p:spPr>
          <a:xfrm>
            <a:off x="2978729" y="4164140"/>
            <a:ext cx="259132" cy="118550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4" name="Google Shape;4974;p28"/>
          <p:cNvSpPr/>
          <p:nvPr/>
        </p:nvSpPr>
        <p:spPr>
          <a:xfrm>
            <a:off x="2862515" y="4386283"/>
            <a:ext cx="255917" cy="8531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5" name="Google Shape;4975;p28"/>
          <p:cNvSpPr/>
          <p:nvPr/>
        </p:nvSpPr>
        <p:spPr>
          <a:xfrm>
            <a:off x="2907287" y="4141060"/>
            <a:ext cx="155709" cy="165287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6" name="Google Shape;4976;p28"/>
          <p:cNvSpPr/>
          <p:nvPr/>
        </p:nvSpPr>
        <p:spPr>
          <a:xfrm>
            <a:off x="5562588" y="3291812"/>
            <a:ext cx="47989" cy="48026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7" name="Google Shape;4977;p28"/>
          <p:cNvSpPr/>
          <p:nvPr/>
        </p:nvSpPr>
        <p:spPr>
          <a:xfrm>
            <a:off x="5540183" y="3363254"/>
            <a:ext cx="94928" cy="46943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8" name="Google Shape;4978;p28"/>
          <p:cNvSpPr/>
          <p:nvPr/>
        </p:nvSpPr>
        <p:spPr>
          <a:xfrm>
            <a:off x="5481535" y="3245956"/>
            <a:ext cx="212226" cy="235679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79" name="Google Shape;4979;p28"/>
          <p:cNvSpPr/>
          <p:nvPr/>
        </p:nvSpPr>
        <p:spPr>
          <a:xfrm>
            <a:off x="5458081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0" name="Google Shape;4980;p28"/>
          <p:cNvSpPr/>
          <p:nvPr/>
        </p:nvSpPr>
        <p:spPr>
          <a:xfrm>
            <a:off x="5386639" y="3153194"/>
            <a:ext cx="399883" cy="186641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1" name="Google Shape;4981;p28"/>
          <p:cNvSpPr/>
          <p:nvPr/>
        </p:nvSpPr>
        <p:spPr>
          <a:xfrm>
            <a:off x="5383982" y="3598088"/>
            <a:ext cx="405196" cy="30390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2" name="Google Shape;4982;p28"/>
          <p:cNvSpPr/>
          <p:nvPr/>
        </p:nvSpPr>
        <p:spPr>
          <a:xfrm>
            <a:off x="5474614" y="3926465"/>
            <a:ext cx="213275" cy="4697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3" name="Google Shape;4983;p28"/>
          <p:cNvSpPr/>
          <p:nvPr/>
        </p:nvSpPr>
        <p:spPr>
          <a:xfrm>
            <a:off x="5548712" y="4071748"/>
            <a:ext cx="72524" cy="69348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4" name="Google Shape;4984;p28"/>
          <p:cNvSpPr/>
          <p:nvPr/>
        </p:nvSpPr>
        <p:spPr>
          <a:xfrm>
            <a:off x="5454900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5" name="Google Shape;4985;p28"/>
          <p:cNvSpPr/>
          <p:nvPr/>
        </p:nvSpPr>
        <p:spPr>
          <a:xfrm>
            <a:off x="5644689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6" name="Google Shape;4986;p28"/>
          <p:cNvSpPr/>
          <p:nvPr/>
        </p:nvSpPr>
        <p:spPr>
          <a:xfrm>
            <a:off x="5384507" y="4235954"/>
            <a:ext cx="404147" cy="165287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7" name="Google Shape;4987;p28"/>
          <p:cNvSpPr/>
          <p:nvPr/>
        </p:nvSpPr>
        <p:spPr>
          <a:xfrm>
            <a:off x="5611625" y="4387332"/>
            <a:ext cx="140785" cy="84268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8" name="Google Shape;4988;p28"/>
          <p:cNvSpPr/>
          <p:nvPr/>
        </p:nvSpPr>
        <p:spPr>
          <a:xfrm>
            <a:off x="5514597" y="4151719"/>
            <a:ext cx="141834" cy="59732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89" name="Google Shape;4989;p28"/>
          <p:cNvSpPr/>
          <p:nvPr/>
        </p:nvSpPr>
        <p:spPr>
          <a:xfrm>
            <a:off x="5421836" y="4387332"/>
            <a:ext cx="138653" cy="84268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0" name="Google Shape;4990;p28"/>
          <p:cNvSpPr/>
          <p:nvPr/>
        </p:nvSpPr>
        <p:spPr>
          <a:xfrm>
            <a:off x="8135641" y="3297127"/>
            <a:ext cx="92762" cy="114117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1" name="Google Shape;4991;p28"/>
          <p:cNvSpPr/>
          <p:nvPr/>
        </p:nvSpPr>
        <p:spPr>
          <a:xfrm>
            <a:off x="8080172" y="3368567"/>
            <a:ext cx="84274" cy="41629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2" name="Google Shape;4992;p28"/>
          <p:cNvSpPr/>
          <p:nvPr/>
        </p:nvSpPr>
        <p:spPr>
          <a:xfrm>
            <a:off x="8017259" y="3294994"/>
            <a:ext cx="93879" cy="115200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3" name="Google Shape;4993;p28"/>
          <p:cNvSpPr/>
          <p:nvPr/>
        </p:nvSpPr>
        <p:spPr>
          <a:xfrm>
            <a:off x="7993807" y="3433613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4" name="Google Shape;4994;p28"/>
          <p:cNvSpPr/>
          <p:nvPr/>
        </p:nvSpPr>
        <p:spPr>
          <a:xfrm>
            <a:off x="7993807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5" name="Google Shape;4995;p28"/>
          <p:cNvSpPr/>
          <p:nvPr/>
        </p:nvSpPr>
        <p:spPr>
          <a:xfrm>
            <a:off x="8018341" y="3150013"/>
            <a:ext cx="210060" cy="48263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6" name="Google Shape;4996;p28"/>
          <p:cNvSpPr/>
          <p:nvPr/>
        </p:nvSpPr>
        <p:spPr>
          <a:xfrm>
            <a:off x="8016209" y="3192656"/>
            <a:ext cx="211143" cy="100241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7" name="Google Shape;4997;p28"/>
          <p:cNvSpPr/>
          <p:nvPr/>
        </p:nvSpPr>
        <p:spPr>
          <a:xfrm>
            <a:off x="811618" y="3080720"/>
            <a:ext cx="283668" cy="3539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8" name="Google Shape;4998;p28"/>
          <p:cNvSpPr/>
          <p:nvPr/>
        </p:nvSpPr>
        <p:spPr>
          <a:xfrm>
            <a:off x="866002" y="3135071"/>
            <a:ext cx="64029" cy="65079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4999" name="Google Shape;4999;p28"/>
          <p:cNvSpPr/>
          <p:nvPr/>
        </p:nvSpPr>
        <p:spPr>
          <a:xfrm>
            <a:off x="954500" y="3224653"/>
            <a:ext cx="165287" cy="164238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0" name="Google Shape;5000;p28"/>
          <p:cNvSpPr/>
          <p:nvPr/>
        </p:nvSpPr>
        <p:spPr>
          <a:xfrm>
            <a:off x="857474" y="3129758"/>
            <a:ext cx="260181" cy="328408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1" name="Google Shape;5001;p28"/>
          <p:cNvSpPr/>
          <p:nvPr/>
        </p:nvSpPr>
        <p:spPr>
          <a:xfrm>
            <a:off x="1093120" y="3361107"/>
            <a:ext cx="122648" cy="120515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2" name="Google Shape;5002;p28"/>
          <p:cNvSpPr/>
          <p:nvPr/>
        </p:nvSpPr>
        <p:spPr>
          <a:xfrm>
            <a:off x="836170" y="3586888"/>
            <a:ext cx="281502" cy="39775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3" name="Google Shape;5003;p28"/>
          <p:cNvSpPr/>
          <p:nvPr/>
        </p:nvSpPr>
        <p:spPr>
          <a:xfrm>
            <a:off x="1136826" y="3679649"/>
            <a:ext cx="77872" cy="75745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4" name="Google Shape;5004;p28"/>
          <p:cNvSpPr/>
          <p:nvPr/>
        </p:nvSpPr>
        <p:spPr>
          <a:xfrm>
            <a:off x="1004772" y="3825715"/>
            <a:ext cx="62778" cy="60955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5" name="Google Shape;5005;p28"/>
          <p:cNvSpPr/>
          <p:nvPr/>
        </p:nvSpPr>
        <p:spPr>
          <a:xfrm>
            <a:off x="1037668" y="3723374"/>
            <a:ext cx="132256" cy="132256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6" name="Google Shape;5006;p28"/>
          <p:cNvSpPr/>
          <p:nvPr/>
        </p:nvSpPr>
        <p:spPr>
          <a:xfrm>
            <a:off x="1048328" y="3592235"/>
            <a:ext cx="63996" cy="63996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7" name="Google Shape;5007;p28"/>
          <p:cNvSpPr/>
          <p:nvPr/>
        </p:nvSpPr>
        <p:spPr>
          <a:xfrm>
            <a:off x="812682" y="3938749"/>
            <a:ext cx="225018" cy="45894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8" name="Google Shape;5008;p28"/>
          <p:cNvSpPr/>
          <p:nvPr/>
        </p:nvSpPr>
        <p:spPr>
          <a:xfrm>
            <a:off x="812159" y="4070683"/>
            <a:ext cx="403064" cy="40198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09" name="Google Shape;5009;p28"/>
          <p:cNvSpPr/>
          <p:nvPr/>
        </p:nvSpPr>
        <p:spPr>
          <a:xfrm>
            <a:off x="965701" y="4306296"/>
            <a:ext cx="98150" cy="70392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0" name="Google Shape;5010;p28"/>
          <p:cNvSpPr/>
          <p:nvPr/>
        </p:nvSpPr>
        <p:spPr>
          <a:xfrm>
            <a:off x="990238" y="4235936"/>
            <a:ext cx="48026" cy="48026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1" name="Google Shape;5011;p28"/>
          <p:cNvSpPr/>
          <p:nvPr/>
        </p:nvSpPr>
        <p:spPr>
          <a:xfrm>
            <a:off x="909184" y="4164494"/>
            <a:ext cx="211143" cy="185558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2" name="Google Shape;5012;p28"/>
          <p:cNvSpPr/>
          <p:nvPr/>
        </p:nvSpPr>
        <p:spPr>
          <a:xfrm>
            <a:off x="3505727" y="3081245"/>
            <a:ext cx="92796" cy="9384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3" name="Google Shape;5013;p28"/>
          <p:cNvSpPr/>
          <p:nvPr/>
        </p:nvSpPr>
        <p:spPr>
          <a:xfrm>
            <a:off x="3469483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4" name="Google Shape;5014;p28"/>
          <p:cNvSpPr/>
          <p:nvPr/>
        </p:nvSpPr>
        <p:spPr>
          <a:xfrm>
            <a:off x="3515338" y="3363796"/>
            <a:ext cx="24538" cy="46943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5" name="Google Shape;5015;p28"/>
          <p:cNvSpPr/>
          <p:nvPr/>
        </p:nvSpPr>
        <p:spPr>
          <a:xfrm>
            <a:off x="3422576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6" name="Google Shape;5016;p28"/>
          <p:cNvSpPr/>
          <p:nvPr/>
        </p:nvSpPr>
        <p:spPr>
          <a:xfrm>
            <a:off x="3562244" y="3363796"/>
            <a:ext cx="46943" cy="46943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7" name="Google Shape;5017;p28"/>
          <p:cNvSpPr/>
          <p:nvPr/>
        </p:nvSpPr>
        <p:spPr>
          <a:xfrm>
            <a:off x="3351136" y="3294487"/>
            <a:ext cx="330540" cy="186608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8" name="Google Shape;5018;p28"/>
          <p:cNvSpPr/>
          <p:nvPr/>
        </p:nvSpPr>
        <p:spPr>
          <a:xfrm>
            <a:off x="3705127" y="3341393"/>
            <a:ext cx="46943" cy="92796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19" name="Google Shape;5019;p28"/>
          <p:cNvSpPr/>
          <p:nvPr/>
        </p:nvSpPr>
        <p:spPr>
          <a:xfrm>
            <a:off x="3469483" y="3171876"/>
            <a:ext cx="165287" cy="99192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0" name="Google Shape;5020;p28"/>
          <p:cNvSpPr/>
          <p:nvPr/>
        </p:nvSpPr>
        <p:spPr>
          <a:xfrm>
            <a:off x="3527590" y="3701495"/>
            <a:ext cx="48026" cy="48026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1" name="Google Shape;5021;p28"/>
          <p:cNvSpPr/>
          <p:nvPr/>
        </p:nvSpPr>
        <p:spPr>
          <a:xfrm>
            <a:off x="3507353" y="3772936"/>
            <a:ext cx="90671" cy="4589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2" name="Google Shape;5022;p28"/>
          <p:cNvSpPr/>
          <p:nvPr/>
        </p:nvSpPr>
        <p:spPr>
          <a:xfrm>
            <a:off x="3468941" y="3655671"/>
            <a:ext cx="165321" cy="13330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3" name="Google Shape;5023;p28"/>
          <p:cNvSpPr/>
          <p:nvPr/>
        </p:nvSpPr>
        <p:spPr>
          <a:xfrm>
            <a:off x="3395401" y="3586158"/>
            <a:ext cx="310302" cy="34993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4" name="Google Shape;5024;p28"/>
          <p:cNvSpPr/>
          <p:nvPr/>
        </p:nvSpPr>
        <p:spPr>
          <a:xfrm>
            <a:off x="3375130" y="3868913"/>
            <a:ext cx="352943" cy="11646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5" name="Google Shape;5025;p28"/>
          <p:cNvSpPr/>
          <p:nvPr/>
        </p:nvSpPr>
        <p:spPr>
          <a:xfrm>
            <a:off x="3471632" y="4141601"/>
            <a:ext cx="165287" cy="9492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6" name="Google Shape;5026;p28"/>
          <p:cNvSpPr/>
          <p:nvPr/>
        </p:nvSpPr>
        <p:spPr>
          <a:xfrm>
            <a:off x="3421511" y="4376162"/>
            <a:ext cx="260181" cy="95984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7" name="Google Shape;5027;p28"/>
          <p:cNvSpPr/>
          <p:nvPr/>
        </p:nvSpPr>
        <p:spPr>
          <a:xfrm>
            <a:off x="3507877" y="4071209"/>
            <a:ext cx="92796" cy="48026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8" name="Google Shape;5028;p28"/>
          <p:cNvSpPr/>
          <p:nvPr/>
        </p:nvSpPr>
        <p:spPr>
          <a:xfrm>
            <a:off x="3472716" y="4258865"/>
            <a:ext cx="161023" cy="9492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29" name="Google Shape;5029;p28"/>
          <p:cNvSpPr/>
          <p:nvPr/>
        </p:nvSpPr>
        <p:spPr>
          <a:xfrm>
            <a:off x="5983544" y="3292880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0" name="Google Shape;5030;p28"/>
          <p:cNvSpPr/>
          <p:nvPr/>
        </p:nvSpPr>
        <p:spPr>
          <a:xfrm>
            <a:off x="5961141" y="3364321"/>
            <a:ext cx="93879" cy="46943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1" name="Google Shape;5031;p28"/>
          <p:cNvSpPr/>
          <p:nvPr/>
        </p:nvSpPr>
        <p:spPr>
          <a:xfrm>
            <a:off x="5891864" y="3223570"/>
            <a:ext cx="399849" cy="257000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2" name="Google Shape;5032;p28"/>
          <p:cNvSpPr/>
          <p:nvPr/>
        </p:nvSpPr>
        <p:spPr>
          <a:xfrm>
            <a:off x="6008081" y="3152128"/>
            <a:ext cx="165287" cy="9492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3" name="Google Shape;5033;p28"/>
          <p:cNvSpPr/>
          <p:nvPr/>
        </p:nvSpPr>
        <p:spPr>
          <a:xfrm>
            <a:off x="6031534" y="3081770"/>
            <a:ext cx="117307" cy="48026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4" name="Google Shape;5034;p28"/>
          <p:cNvSpPr/>
          <p:nvPr/>
        </p:nvSpPr>
        <p:spPr>
          <a:xfrm>
            <a:off x="5961158" y="3703102"/>
            <a:ext cx="23488" cy="11733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5" name="Google Shape;5035;p28"/>
          <p:cNvSpPr/>
          <p:nvPr/>
        </p:nvSpPr>
        <p:spPr>
          <a:xfrm>
            <a:off x="6197852" y="3703102"/>
            <a:ext cx="24571" cy="11733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6" name="Google Shape;5036;p28"/>
          <p:cNvSpPr/>
          <p:nvPr/>
        </p:nvSpPr>
        <p:spPr>
          <a:xfrm>
            <a:off x="5961158" y="3843853"/>
            <a:ext cx="23488" cy="140795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7" name="Google Shape;5037;p28"/>
          <p:cNvSpPr/>
          <p:nvPr/>
        </p:nvSpPr>
        <p:spPr>
          <a:xfrm>
            <a:off x="6197852" y="3843853"/>
            <a:ext cx="24571" cy="140795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8" name="Google Shape;5038;p28"/>
          <p:cNvSpPr/>
          <p:nvPr/>
        </p:nvSpPr>
        <p:spPr>
          <a:xfrm>
            <a:off x="5891848" y="3703102"/>
            <a:ext cx="46943" cy="11733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39" name="Google Shape;5039;p28"/>
          <p:cNvSpPr/>
          <p:nvPr/>
        </p:nvSpPr>
        <p:spPr>
          <a:xfrm>
            <a:off x="6009148" y="3703102"/>
            <a:ext cx="165287" cy="11733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0" name="Google Shape;5040;p28"/>
          <p:cNvSpPr/>
          <p:nvPr/>
        </p:nvSpPr>
        <p:spPr>
          <a:xfrm>
            <a:off x="6244760" y="3826798"/>
            <a:ext cx="46973" cy="15889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1" name="Google Shape;5041;p28"/>
          <p:cNvSpPr/>
          <p:nvPr/>
        </p:nvSpPr>
        <p:spPr>
          <a:xfrm>
            <a:off x="5891848" y="3826796"/>
            <a:ext cx="46943" cy="157841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2" name="Google Shape;5042;p28"/>
          <p:cNvSpPr/>
          <p:nvPr/>
        </p:nvSpPr>
        <p:spPr>
          <a:xfrm>
            <a:off x="6079505" y="3843853"/>
            <a:ext cx="23488" cy="24571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3" name="Google Shape;5043;p28"/>
          <p:cNvSpPr/>
          <p:nvPr/>
        </p:nvSpPr>
        <p:spPr>
          <a:xfrm>
            <a:off x="6244760" y="3703102"/>
            <a:ext cx="46973" cy="11733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4" name="Google Shape;5044;p28"/>
          <p:cNvSpPr/>
          <p:nvPr/>
        </p:nvSpPr>
        <p:spPr>
          <a:xfrm>
            <a:off x="6009148" y="3843853"/>
            <a:ext cx="165287" cy="140795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5" name="Google Shape;5045;p28"/>
          <p:cNvSpPr/>
          <p:nvPr/>
        </p:nvSpPr>
        <p:spPr>
          <a:xfrm>
            <a:off x="6008065" y="3585839"/>
            <a:ext cx="165287" cy="9384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6" name="Google Shape;5046;p28"/>
          <p:cNvSpPr/>
          <p:nvPr/>
        </p:nvSpPr>
        <p:spPr>
          <a:xfrm>
            <a:off x="6197346" y="4331390"/>
            <a:ext cx="70392" cy="140751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7" name="Google Shape;5047;p28"/>
          <p:cNvSpPr/>
          <p:nvPr/>
        </p:nvSpPr>
        <p:spPr>
          <a:xfrm>
            <a:off x="6009688" y="4331390"/>
            <a:ext cx="164204" cy="68531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8" name="Google Shape;5048;p28"/>
          <p:cNvSpPr/>
          <p:nvPr/>
        </p:nvSpPr>
        <p:spPr>
          <a:xfrm>
            <a:off x="6009688" y="4407095"/>
            <a:ext cx="164204" cy="6504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49" name="Google Shape;5049;p28"/>
          <p:cNvSpPr/>
          <p:nvPr/>
        </p:nvSpPr>
        <p:spPr>
          <a:xfrm>
            <a:off x="5915843" y="4330306"/>
            <a:ext cx="70431" cy="141834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0" name="Google Shape;5050;p28"/>
          <p:cNvSpPr/>
          <p:nvPr/>
        </p:nvSpPr>
        <p:spPr>
          <a:xfrm>
            <a:off x="6020348" y="4188506"/>
            <a:ext cx="140751" cy="142917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1" name="Google Shape;5051;p28"/>
          <p:cNvSpPr/>
          <p:nvPr/>
        </p:nvSpPr>
        <p:spPr>
          <a:xfrm>
            <a:off x="5960618" y="4071209"/>
            <a:ext cx="258087" cy="235679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2" name="Google Shape;5052;p28"/>
          <p:cNvSpPr/>
          <p:nvPr/>
        </p:nvSpPr>
        <p:spPr>
          <a:xfrm>
            <a:off x="7923448" y="3772952"/>
            <a:ext cx="399849" cy="212192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3" name="Google Shape;5053;p28"/>
          <p:cNvSpPr/>
          <p:nvPr/>
        </p:nvSpPr>
        <p:spPr>
          <a:xfrm>
            <a:off x="8063117" y="3844394"/>
            <a:ext cx="119430" cy="23488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4" name="Google Shape;5054;p28"/>
          <p:cNvSpPr/>
          <p:nvPr/>
        </p:nvSpPr>
        <p:spPr>
          <a:xfrm>
            <a:off x="7946900" y="3586378"/>
            <a:ext cx="117307" cy="46943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5" name="Google Shape;5055;p28"/>
          <p:cNvSpPr/>
          <p:nvPr/>
        </p:nvSpPr>
        <p:spPr>
          <a:xfrm>
            <a:off x="7945818" y="3655655"/>
            <a:ext cx="117332" cy="93879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6" name="Google Shape;5056;p28"/>
          <p:cNvSpPr/>
          <p:nvPr/>
        </p:nvSpPr>
        <p:spPr>
          <a:xfrm>
            <a:off x="8184646" y="3608749"/>
            <a:ext cx="116249" cy="93879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7" name="Google Shape;5057;p28"/>
          <p:cNvSpPr/>
          <p:nvPr/>
        </p:nvSpPr>
        <p:spPr>
          <a:xfrm>
            <a:off x="8182513" y="3727096"/>
            <a:ext cx="117332" cy="23488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8" name="Google Shape;5058;p28"/>
          <p:cNvSpPr/>
          <p:nvPr/>
        </p:nvSpPr>
        <p:spPr>
          <a:xfrm>
            <a:off x="8086568" y="3633284"/>
            <a:ext cx="72524" cy="117307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59" name="Google Shape;5059;p28"/>
          <p:cNvSpPr/>
          <p:nvPr/>
        </p:nvSpPr>
        <p:spPr>
          <a:xfrm>
            <a:off x="1475174" y="3224653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0" name="Google Shape;5060;p28"/>
          <p:cNvSpPr/>
          <p:nvPr/>
        </p:nvSpPr>
        <p:spPr>
          <a:xfrm>
            <a:off x="1321664" y="3080721"/>
            <a:ext cx="401981" cy="40089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1" name="Google Shape;5061;p28"/>
          <p:cNvSpPr/>
          <p:nvPr/>
        </p:nvSpPr>
        <p:spPr>
          <a:xfrm>
            <a:off x="1443192" y="3315284"/>
            <a:ext cx="157841" cy="71475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2" name="Google Shape;5062;p28"/>
          <p:cNvSpPr/>
          <p:nvPr/>
        </p:nvSpPr>
        <p:spPr>
          <a:xfrm>
            <a:off x="1323242" y="3586897"/>
            <a:ext cx="398800" cy="39771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3" name="Google Shape;5063;p28"/>
          <p:cNvSpPr/>
          <p:nvPr/>
        </p:nvSpPr>
        <p:spPr>
          <a:xfrm>
            <a:off x="1321124" y="4070295"/>
            <a:ext cx="403064" cy="402760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4" name="Google Shape;5064;p28"/>
          <p:cNvSpPr/>
          <p:nvPr/>
        </p:nvSpPr>
        <p:spPr>
          <a:xfrm>
            <a:off x="1509830" y="4214228"/>
            <a:ext cx="23488" cy="703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5" name="Google Shape;5065;p28"/>
          <p:cNvSpPr/>
          <p:nvPr/>
        </p:nvSpPr>
        <p:spPr>
          <a:xfrm>
            <a:off x="1416019" y="4261133"/>
            <a:ext cx="23488" cy="23488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6" name="Google Shape;5066;p28"/>
          <p:cNvSpPr/>
          <p:nvPr/>
        </p:nvSpPr>
        <p:spPr>
          <a:xfrm>
            <a:off x="1603676" y="4167322"/>
            <a:ext cx="24538" cy="117307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7" name="Google Shape;5067;p28"/>
          <p:cNvSpPr/>
          <p:nvPr/>
        </p:nvSpPr>
        <p:spPr>
          <a:xfrm>
            <a:off x="3914904" y="3081245"/>
            <a:ext cx="304989" cy="28150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8" name="Google Shape;5068;p28"/>
          <p:cNvSpPr/>
          <p:nvPr/>
        </p:nvSpPr>
        <p:spPr>
          <a:xfrm>
            <a:off x="4043947" y="3150554"/>
            <a:ext cx="47989" cy="48026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69" name="Google Shape;5069;p28"/>
          <p:cNvSpPr/>
          <p:nvPr/>
        </p:nvSpPr>
        <p:spPr>
          <a:xfrm>
            <a:off x="3986345" y="3386167"/>
            <a:ext cx="164238" cy="48026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0" name="Google Shape;5070;p28"/>
          <p:cNvSpPr/>
          <p:nvPr/>
        </p:nvSpPr>
        <p:spPr>
          <a:xfrm>
            <a:off x="4009798" y="3223045"/>
            <a:ext cx="117332" cy="70392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1" name="Google Shape;5071;p28"/>
          <p:cNvSpPr/>
          <p:nvPr/>
        </p:nvSpPr>
        <p:spPr>
          <a:xfrm>
            <a:off x="4009798" y="3457607"/>
            <a:ext cx="118390" cy="23488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2" name="Google Shape;5072;p28"/>
          <p:cNvSpPr/>
          <p:nvPr/>
        </p:nvSpPr>
        <p:spPr>
          <a:xfrm>
            <a:off x="3856763" y="3584900"/>
            <a:ext cx="421204" cy="40171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3" name="Google Shape;5073;p28"/>
          <p:cNvSpPr/>
          <p:nvPr/>
        </p:nvSpPr>
        <p:spPr>
          <a:xfrm>
            <a:off x="3865865" y="4211433"/>
            <a:ext cx="403064" cy="26018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4" name="Google Shape;5074;p28"/>
          <p:cNvSpPr/>
          <p:nvPr/>
        </p:nvSpPr>
        <p:spPr>
          <a:xfrm>
            <a:off x="4041779" y="4142125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5" name="Google Shape;5075;p28"/>
          <p:cNvSpPr/>
          <p:nvPr/>
        </p:nvSpPr>
        <p:spPr>
          <a:xfrm>
            <a:off x="3960759" y="4071733"/>
            <a:ext cx="210060" cy="18342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6" name="Google Shape;5076;p28"/>
          <p:cNvSpPr/>
          <p:nvPr/>
        </p:nvSpPr>
        <p:spPr>
          <a:xfrm>
            <a:off x="6517028" y="3174346"/>
            <a:ext cx="165287" cy="134389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7" name="Google Shape;5077;p28"/>
          <p:cNvSpPr/>
          <p:nvPr/>
        </p:nvSpPr>
        <p:spPr>
          <a:xfrm>
            <a:off x="6576727" y="3222334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8" name="Google Shape;5078;p28"/>
          <p:cNvSpPr/>
          <p:nvPr/>
        </p:nvSpPr>
        <p:spPr>
          <a:xfrm>
            <a:off x="6425350" y="3079991"/>
            <a:ext cx="350811" cy="35348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79" name="Google Shape;5079;p28"/>
          <p:cNvSpPr/>
          <p:nvPr/>
        </p:nvSpPr>
        <p:spPr>
          <a:xfrm>
            <a:off x="6555407" y="3292726"/>
            <a:ext cx="90664" cy="46943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0" name="Google Shape;5080;p28"/>
          <p:cNvSpPr/>
          <p:nvPr/>
        </p:nvSpPr>
        <p:spPr>
          <a:xfrm>
            <a:off x="6672706" y="3362001"/>
            <a:ext cx="129046" cy="117738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1" name="Google Shape;5081;p28"/>
          <p:cNvSpPr/>
          <p:nvPr/>
        </p:nvSpPr>
        <p:spPr>
          <a:xfrm>
            <a:off x="6400814" y="3364133"/>
            <a:ext cx="129046" cy="118213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2" name="Google Shape;5082;p28"/>
          <p:cNvSpPr/>
          <p:nvPr/>
        </p:nvSpPr>
        <p:spPr>
          <a:xfrm>
            <a:off x="6506369" y="3773495"/>
            <a:ext cx="188740" cy="18874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3" name="Google Shape;5083;p28"/>
          <p:cNvSpPr/>
          <p:nvPr/>
        </p:nvSpPr>
        <p:spPr>
          <a:xfrm>
            <a:off x="6683366" y="3609290"/>
            <a:ext cx="93845" cy="9384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4" name="Google Shape;5084;p28"/>
          <p:cNvSpPr/>
          <p:nvPr/>
        </p:nvSpPr>
        <p:spPr>
          <a:xfrm>
            <a:off x="6425350" y="3609290"/>
            <a:ext cx="92762" cy="9384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5" name="Google Shape;5085;p28"/>
          <p:cNvSpPr/>
          <p:nvPr/>
        </p:nvSpPr>
        <p:spPr>
          <a:xfrm>
            <a:off x="6400814" y="3703102"/>
            <a:ext cx="141834" cy="70431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6" name="Google Shape;5086;p28"/>
          <p:cNvSpPr/>
          <p:nvPr/>
        </p:nvSpPr>
        <p:spPr>
          <a:xfrm>
            <a:off x="6660962" y="3703102"/>
            <a:ext cx="140785" cy="70431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7" name="Google Shape;5087;p28"/>
          <p:cNvSpPr/>
          <p:nvPr/>
        </p:nvSpPr>
        <p:spPr>
          <a:xfrm>
            <a:off x="6666308" y="3796947"/>
            <a:ext cx="135438" cy="71475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8" name="Google Shape;5088;p28"/>
          <p:cNvSpPr/>
          <p:nvPr/>
        </p:nvSpPr>
        <p:spPr>
          <a:xfrm>
            <a:off x="6400814" y="3796948"/>
            <a:ext cx="136521" cy="70392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89" name="Google Shape;5089;p28"/>
          <p:cNvSpPr/>
          <p:nvPr/>
        </p:nvSpPr>
        <p:spPr>
          <a:xfrm>
            <a:off x="6622585" y="4179419"/>
            <a:ext cx="90671" cy="141868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0" name="Google Shape;5090;p28"/>
          <p:cNvSpPr/>
          <p:nvPr/>
        </p:nvSpPr>
        <p:spPr>
          <a:xfrm>
            <a:off x="6501023" y="4071731"/>
            <a:ext cx="119473" cy="70431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1" name="Google Shape;5091;p28"/>
          <p:cNvSpPr/>
          <p:nvPr/>
        </p:nvSpPr>
        <p:spPr>
          <a:xfrm>
            <a:off x="6489312" y="4165577"/>
            <a:ext cx="140795" cy="3060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2" name="Google Shape;5092;p28"/>
          <p:cNvSpPr/>
          <p:nvPr/>
        </p:nvSpPr>
        <p:spPr>
          <a:xfrm>
            <a:off x="7992740" y="4379886"/>
            <a:ext cx="24571" cy="24538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3" name="Google Shape;5093;p28"/>
          <p:cNvSpPr/>
          <p:nvPr/>
        </p:nvSpPr>
        <p:spPr>
          <a:xfrm>
            <a:off x="7922381" y="4119738"/>
            <a:ext cx="308170" cy="351860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4" name="Google Shape;5094;p28"/>
          <p:cNvSpPr/>
          <p:nvPr/>
        </p:nvSpPr>
        <p:spPr>
          <a:xfrm>
            <a:off x="8003400" y="4071749"/>
            <a:ext cx="143966" cy="72524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5" name="Google Shape;5095;p28"/>
          <p:cNvSpPr/>
          <p:nvPr/>
        </p:nvSpPr>
        <p:spPr>
          <a:xfrm>
            <a:off x="8251840" y="4237003"/>
            <a:ext cx="70392" cy="142917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6" name="Google Shape;5096;p28"/>
          <p:cNvSpPr/>
          <p:nvPr/>
        </p:nvSpPr>
        <p:spPr>
          <a:xfrm>
            <a:off x="8253971" y="4166643"/>
            <a:ext cx="70392" cy="46943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7" name="Google Shape;5097;p28"/>
          <p:cNvSpPr/>
          <p:nvPr/>
        </p:nvSpPr>
        <p:spPr>
          <a:xfrm>
            <a:off x="8259284" y="4391596"/>
            <a:ext cx="58684" cy="5868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8" name="Google Shape;5098;p28"/>
          <p:cNvSpPr/>
          <p:nvPr/>
        </p:nvSpPr>
        <p:spPr>
          <a:xfrm>
            <a:off x="1852459" y="3213433"/>
            <a:ext cx="376396" cy="26766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099" name="Google Shape;5099;p28"/>
          <p:cNvSpPr/>
          <p:nvPr/>
        </p:nvSpPr>
        <p:spPr>
          <a:xfrm>
            <a:off x="1830088" y="3081245"/>
            <a:ext cx="375313" cy="267897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0" name="Google Shape;5100;p28"/>
          <p:cNvSpPr/>
          <p:nvPr/>
        </p:nvSpPr>
        <p:spPr>
          <a:xfrm>
            <a:off x="1901495" y="3152687"/>
            <a:ext cx="255951" cy="255917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1" name="Google Shape;5101;p28"/>
          <p:cNvSpPr/>
          <p:nvPr/>
        </p:nvSpPr>
        <p:spPr>
          <a:xfrm>
            <a:off x="2039574" y="3842806"/>
            <a:ext cx="24571" cy="47989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2" name="Google Shape;5102;p28"/>
          <p:cNvSpPr/>
          <p:nvPr/>
        </p:nvSpPr>
        <p:spPr>
          <a:xfrm>
            <a:off x="1992668" y="3771364"/>
            <a:ext cx="24538" cy="47989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3" name="Google Shape;5103;p28"/>
          <p:cNvSpPr/>
          <p:nvPr/>
        </p:nvSpPr>
        <p:spPr>
          <a:xfrm>
            <a:off x="1846605" y="3585838"/>
            <a:ext cx="365736" cy="39984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4" name="Google Shape;5104;p28"/>
          <p:cNvSpPr/>
          <p:nvPr/>
        </p:nvSpPr>
        <p:spPr>
          <a:xfrm>
            <a:off x="1996408" y="4071748"/>
            <a:ext cx="69348" cy="69348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5" name="Google Shape;5105;p28"/>
          <p:cNvSpPr/>
          <p:nvPr/>
        </p:nvSpPr>
        <p:spPr>
          <a:xfrm>
            <a:off x="1827939" y="4219945"/>
            <a:ext cx="403064" cy="25165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6" name="Google Shape;5106;p28"/>
          <p:cNvSpPr/>
          <p:nvPr/>
        </p:nvSpPr>
        <p:spPr>
          <a:xfrm>
            <a:off x="1971872" y="4164512"/>
            <a:ext cx="117332" cy="9384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7" name="Google Shape;5107;p28"/>
          <p:cNvSpPr/>
          <p:nvPr/>
        </p:nvSpPr>
        <p:spPr>
          <a:xfrm>
            <a:off x="4528883" y="3233164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8" name="Google Shape;5108;p28"/>
          <p:cNvSpPr/>
          <p:nvPr/>
        </p:nvSpPr>
        <p:spPr>
          <a:xfrm>
            <a:off x="4422278" y="3080704"/>
            <a:ext cx="117298" cy="11733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09" name="Google Shape;5109;p28"/>
          <p:cNvSpPr/>
          <p:nvPr/>
        </p:nvSpPr>
        <p:spPr>
          <a:xfrm>
            <a:off x="4610984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0" name="Google Shape;5110;p28"/>
          <p:cNvSpPr/>
          <p:nvPr/>
        </p:nvSpPr>
        <p:spPr>
          <a:xfrm>
            <a:off x="4545940" y="3344067"/>
            <a:ext cx="56550" cy="34147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1" name="Google Shape;5111;p28"/>
          <p:cNvSpPr/>
          <p:nvPr/>
        </p:nvSpPr>
        <p:spPr>
          <a:xfrm>
            <a:off x="4470233" y="3336586"/>
            <a:ext cx="94928" cy="143966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2" name="Google Shape;5112;p28"/>
          <p:cNvSpPr/>
          <p:nvPr/>
        </p:nvSpPr>
        <p:spPr>
          <a:xfrm>
            <a:off x="4587531" y="3337669"/>
            <a:ext cx="94928" cy="143966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3" name="Google Shape;5113;p28"/>
          <p:cNvSpPr/>
          <p:nvPr/>
        </p:nvSpPr>
        <p:spPr>
          <a:xfrm>
            <a:off x="4590745" y="3193738"/>
            <a:ext cx="186608" cy="14714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4" name="Google Shape;5114;p28"/>
          <p:cNvSpPr/>
          <p:nvPr/>
        </p:nvSpPr>
        <p:spPr>
          <a:xfrm>
            <a:off x="4376423" y="3192655"/>
            <a:ext cx="184475" cy="147181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5" name="Google Shape;5115;p28"/>
          <p:cNvSpPr/>
          <p:nvPr/>
        </p:nvSpPr>
        <p:spPr>
          <a:xfrm>
            <a:off x="4555008" y="3766032"/>
            <a:ext cx="24571" cy="22405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6" name="Google Shape;5116;p28"/>
          <p:cNvSpPr/>
          <p:nvPr/>
        </p:nvSpPr>
        <p:spPr>
          <a:xfrm>
            <a:off x="4502789" y="3718822"/>
            <a:ext cx="127958" cy="11733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7" name="Google Shape;5117;p28"/>
          <p:cNvSpPr/>
          <p:nvPr/>
        </p:nvSpPr>
        <p:spPr>
          <a:xfrm>
            <a:off x="4616873" y="3599697"/>
            <a:ext cx="159951" cy="161023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8" name="Google Shape;5118;p28"/>
          <p:cNvSpPr/>
          <p:nvPr/>
        </p:nvSpPr>
        <p:spPr>
          <a:xfrm>
            <a:off x="4558223" y="3834258"/>
            <a:ext cx="139712" cy="138629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19" name="Google Shape;5119;p28"/>
          <p:cNvSpPr/>
          <p:nvPr/>
        </p:nvSpPr>
        <p:spPr>
          <a:xfrm>
            <a:off x="4640326" y="3769213"/>
            <a:ext cx="121562" cy="120556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0" name="Google Shape;5120;p28"/>
          <p:cNvSpPr/>
          <p:nvPr/>
        </p:nvSpPr>
        <p:spPr>
          <a:xfrm>
            <a:off x="4387622" y="3824647"/>
            <a:ext cx="163155" cy="15997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1" name="Google Shape;5121;p28"/>
          <p:cNvSpPr/>
          <p:nvPr/>
        </p:nvSpPr>
        <p:spPr>
          <a:xfrm>
            <a:off x="4558222" y="3586904"/>
            <a:ext cx="140795" cy="114117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2" name="Google Shape;5122;p28"/>
          <p:cNvSpPr/>
          <p:nvPr/>
        </p:nvSpPr>
        <p:spPr>
          <a:xfrm>
            <a:off x="4376963" y="3762818"/>
            <a:ext cx="114117" cy="14504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3" name="Google Shape;5123;p28"/>
          <p:cNvSpPr/>
          <p:nvPr/>
        </p:nvSpPr>
        <p:spPr>
          <a:xfrm>
            <a:off x="4597685" y="4180503"/>
            <a:ext cx="179128" cy="210060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4" name="Google Shape;5124;p28"/>
          <p:cNvSpPr/>
          <p:nvPr/>
        </p:nvSpPr>
        <p:spPr>
          <a:xfrm>
            <a:off x="4588073" y="4071733"/>
            <a:ext cx="154626" cy="18024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5" name="Google Shape;5125;p28"/>
          <p:cNvSpPr/>
          <p:nvPr/>
        </p:nvSpPr>
        <p:spPr>
          <a:xfrm>
            <a:off x="4376963" y="4071731"/>
            <a:ext cx="346547" cy="39988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6" name="Google Shape;5126;p28"/>
          <p:cNvSpPr/>
          <p:nvPr/>
        </p:nvSpPr>
        <p:spPr>
          <a:xfrm>
            <a:off x="7111295" y="3081533"/>
            <a:ext cx="23488" cy="59732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7" name="Google Shape;5127;p28"/>
          <p:cNvSpPr/>
          <p:nvPr/>
        </p:nvSpPr>
        <p:spPr>
          <a:xfrm>
            <a:off x="7182736" y="3106847"/>
            <a:ext cx="47989" cy="46161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8" name="Google Shape;5128;p28"/>
          <p:cNvSpPr/>
          <p:nvPr/>
        </p:nvSpPr>
        <p:spPr>
          <a:xfrm>
            <a:off x="7252012" y="3246786"/>
            <a:ext cx="48026" cy="24571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29" name="Google Shape;5129;p28"/>
          <p:cNvSpPr/>
          <p:nvPr/>
        </p:nvSpPr>
        <p:spPr>
          <a:xfrm>
            <a:off x="6924686" y="3246787"/>
            <a:ext cx="48026" cy="23488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0" name="Google Shape;5130;p28"/>
          <p:cNvSpPr/>
          <p:nvPr/>
        </p:nvSpPr>
        <p:spPr>
          <a:xfrm>
            <a:off x="7017449" y="3106847"/>
            <a:ext cx="48026" cy="46161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1" name="Google Shape;5131;p28"/>
          <p:cNvSpPr/>
          <p:nvPr/>
        </p:nvSpPr>
        <p:spPr>
          <a:xfrm>
            <a:off x="6946008" y="3152772"/>
            <a:ext cx="50155" cy="3516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2" name="Google Shape;5132;p28"/>
          <p:cNvSpPr/>
          <p:nvPr/>
        </p:nvSpPr>
        <p:spPr>
          <a:xfrm>
            <a:off x="7227509" y="3153178"/>
            <a:ext cx="50121" cy="36279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3" name="Google Shape;5133;p28"/>
          <p:cNvSpPr/>
          <p:nvPr/>
        </p:nvSpPr>
        <p:spPr>
          <a:xfrm>
            <a:off x="6988682" y="3150844"/>
            <a:ext cx="239909" cy="329964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4" name="Google Shape;5134;p28"/>
          <p:cNvSpPr/>
          <p:nvPr/>
        </p:nvSpPr>
        <p:spPr>
          <a:xfrm>
            <a:off x="6911353" y="3726032"/>
            <a:ext cx="48026" cy="259132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5" name="Google Shape;5135;p28"/>
          <p:cNvSpPr/>
          <p:nvPr/>
        </p:nvSpPr>
        <p:spPr>
          <a:xfrm>
            <a:off x="6957209" y="3820926"/>
            <a:ext cx="166370" cy="16637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6" name="Google Shape;5136;p28"/>
          <p:cNvSpPr/>
          <p:nvPr/>
        </p:nvSpPr>
        <p:spPr>
          <a:xfrm>
            <a:off x="7144868" y="3584231"/>
            <a:ext cx="142883" cy="47989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7" name="Google Shape;5137;p28"/>
          <p:cNvSpPr/>
          <p:nvPr/>
        </p:nvSpPr>
        <p:spPr>
          <a:xfrm>
            <a:off x="7169369" y="3656722"/>
            <a:ext cx="141868" cy="48026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8" name="Google Shape;5138;p28"/>
          <p:cNvSpPr/>
          <p:nvPr/>
        </p:nvSpPr>
        <p:spPr>
          <a:xfrm>
            <a:off x="7146998" y="3796390"/>
            <a:ext cx="165287" cy="48026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39" name="Google Shape;5139;p28"/>
          <p:cNvSpPr/>
          <p:nvPr/>
        </p:nvSpPr>
        <p:spPr>
          <a:xfrm>
            <a:off x="7122463" y="3726031"/>
            <a:ext cx="189823" cy="4589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0" name="Google Shape;5140;p28"/>
          <p:cNvSpPr/>
          <p:nvPr/>
        </p:nvSpPr>
        <p:spPr>
          <a:xfrm>
            <a:off x="7146998" y="3868914"/>
            <a:ext cx="166370" cy="118390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1" name="Google Shape;5141;p28"/>
          <p:cNvSpPr/>
          <p:nvPr/>
        </p:nvSpPr>
        <p:spPr>
          <a:xfrm>
            <a:off x="6982795" y="3655673"/>
            <a:ext cx="117332" cy="140751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2" name="Google Shape;5142;p28"/>
          <p:cNvSpPr/>
          <p:nvPr/>
        </p:nvSpPr>
        <p:spPr>
          <a:xfrm>
            <a:off x="6916157" y="4142108"/>
            <a:ext cx="392404" cy="120515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3" name="Google Shape;5143;p28"/>
          <p:cNvSpPr/>
          <p:nvPr/>
        </p:nvSpPr>
        <p:spPr>
          <a:xfrm>
            <a:off x="7100633" y="4258322"/>
            <a:ext cx="23488" cy="2457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4" name="Google Shape;5144;p28"/>
          <p:cNvSpPr/>
          <p:nvPr/>
        </p:nvSpPr>
        <p:spPr>
          <a:xfrm>
            <a:off x="7053694" y="4225294"/>
            <a:ext cx="117332" cy="105589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5" name="Google Shape;5145;p28"/>
          <p:cNvSpPr/>
          <p:nvPr/>
        </p:nvSpPr>
        <p:spPr>
          <a:xfrm>
            <a:off x="6921503" y="4234870"/>
            <a:ext cx="381743" cy="16637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6" name="Google Shape;5146;p28"/>
          <p:cNvSpPr/>
          <p:nvPr/>
        </p:nvSpPr>
        <p:spPr>
          <a:xfrm>
            <a:off x="8628850" y="3094798"/>
            <a:ext cx="23488" cy="5868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7" name="Google Shape;5147;p28"/>
          <p:cNvSpPr/>
          <p:nvPr/>
        </p:nvSpPr>
        <p:spPr>
          <a:xfrm>
            <a:off x="8535005" y="3140891"/>
            <a:ext cx="48026" cy="4697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8" name="Google Shape;5148;p28"/>
          <p:cNvSpPr/>
          <p:nvPr/>
        </p:nvSpPr>
        <p:spPr>
          <a:xfrm>
            <a:off x="8698126" y="3141297"/>
            <a:ext cx="48026" cy="46571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49" name="Google Shape;5149;p28"/>
          <p:cNvSpPr/>
          <p:nvPr/>
        </p:nvSpPr>
        <p:spPr>
          <a:xfrm>
            <a:off x="8794103" y="3257918"/>
            <a:ext cx="48026" cy="164238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0" name="Google Shape;5150;p28"/>
          <p:cNvSpPr/>
          <p:nvPr/>
        </p:nvSpPr>
        <p:spPr>
          <a:xfrm>
            <a:off x="8440109" y="3258866"/>
            <a:ext cx="48026" cy="164339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1" name="Google Shape;5151;p28"/>
          <p:cNvSpPr/>
          <p:nvPr/>
        </p:nvSpPr>
        <p:spPr>
          <a:xfrm>
            <a:off x="8574466" y="3270712"/>
            <a:ext cx="194087" cy="140785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2" name="Google Shape;5152;p28"/>
          <p:cNvSpPr/>
          <p:nvPr/>
        </p:nvSpPr>
        <p:spPr>
          <a:xfrm>
            <a:off x="8509419" y="3212063"/>
            <a:ext cx="237811" cy="255477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3" name="Google Shape;5153;p28"/>
          <p:cNvSpPr/>
          <p:nvPr/>
        </p:nvSpPr>
        <p:spPr>
          <a:xfrm>
            <a:off x="2370549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4" name="Google Shape;5154;p28"/>
          <p:cNvSpPr/>
          <p:nvPr/>
        </p:nvSpPr>
        <p:spPr>
          <a:xfrm>
            <a:off x="2525143" y="3128693"/>
            <a:ext cx="140785" cy="9198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5" name="Google Shape;5155;p28"/>
          <p:cNvSpPr/>
          <p:nvPr/>
        </p:nvSpPr>
        <p:spPr>
          <a:xfrm>
            <a:off x="2379077" y="3338143"/>
            <a:ext cx="143966" cy="93507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6" name="Google Shape;5156;p28"/>
          <p:cNvSpPr/>
          <p:nvPr/>
        </p:nvSpPr>
        <p:spPr>
          <a:xfrm>
            <a:off x="2581658" y="3244907"/>
            <a:ext cx="120515" cy="11624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7" name="Google Shape;5157;p28"/>
          <p:cNvSpPr/>
          <p:nvPr/>
        </p:nvSpPr>
        <p:spPr>
          <a:xfrm>
            <a:off x="2335352" y="3195869"/>
            <a:ext cx="187691" cy="119430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8" name="Google Shape;5158;p28"/>
          <p:cNvSpPr/>
          <p:nvPr/>
        </p:nvSpPr>
        <p:spPr>
          <a:xfrm>
            <a:off x="2546463" y="3360039"/>
            <a:ext cx="189823" cy="121596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59" name="Google Shape;5159;p28"/>
          <p:cNvSpPr/>
          <p:nvPr/>
        </p:nvSpPr>
        <p:spPr>
          <a:xfrm>
            <a:off x="2550728" y="3726707"/>
            <a:ext cx="93879" cy="4589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0" name="Google Shape;5160;p28"/>
          <p:cNvSpPr/>
          <p:nvPr/>
        </p:nvSpPr>
        <p:spPr>
          <a:xfrm>
            <a:off x="2573132" y="3655265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1" name="Google Shape;5161;p28"/>
          <p:cNvSpPr/>
          <p:nvPr/>
        </p:nvSpPr>
        <p:spPr>
          <a:xfrm>
            <a:off x="2455832" y="3585956"/>
            <a:ext cx="282585" cy="282585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2" name="Google Shape;5162;p28"/>
          <p:cNvSpPr/>
          <p:nvPr/>
        </p:nvSpPr>
        <p:spPr>
          <a:xfrm>
            <a:off x="2431332" y="3793885"/>
            <a:ext cx="99192" cy="9810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3" name="Google Shape;5163;p28"/>
          <p:cNvSpPr/>
          <p:nvPr/>
        </p:nvSpPr>
        <p:spPr>
          <a:xfrm>
            <a:off x="2333221" y="3854666"/>
            <a:ext cx="135438" cy="130908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4" name="Google Shape;5164;p28"/>
          <p:cNvSpPr/>
          <p:nvPr/>
        </p:nvSpPr>
        <p:spPr>
          <a:xfrm>
            <a:off x="2382292" y="4212466"/>
            <a:ext cx="119430" cy="11733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5" name="Google Shape;5165;p28"/>
          <p:cNvSpPr/>
          <p:nvPr/>
        </p:nvSpPr>
        <p:spPr>
          <a:xfrm>
            <a:off x="2523011" y="4071749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6" name="Google Shape;5166;p28"/>
          <p:cNvSpPr/>
          <p:nvPr/>
        </p:nvSpPr>
        <p:spPr>
          <a:xfrm>
            <a:off x="2335354" y="4324417"/>
            <a:ext cx="213275" cy="147181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7" name="Google Shape;5167;p28"/>
          <p:cNvSpPr/>
          <p:nvPr/>
        </p:nvSpPr>
        <p:spPr>
          <a:xfrm>
            <a:off x="5217014" y="3258242"/>
            <a:ext cx="59766" cy="24538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8" name="Google Shape;5168;p28"/>
          <p:cNvSpPr/>
          <p:nvPr/>
        </p:nvSpPr>
        <p:spPr>
          <a:xfrm>
            <a:off x="5203174" y="3306230"/>
            <a:ext cx="50155" cy="45860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69" name="Google Shape;5169;p28"/>
          <p:cNvSpPr/>
          <p:nvPr/>
        </p:nvSpPr>
        <p:spPr>
          <a:xfrm>
            <a:off x="5205305" y="3187850"/>
            <a:ext cx="48026" cy="46706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0" name="Google Shape;5170;p28"/>
          <p:cNvSpPr/>
          <p:nvPr/>
        </p:nvSpPr>
        <p:spPr>
          <a:xfrm>
            <a:off x="4875848" y="3187849"/>
            <a:ext cx="142883" cy="141878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1" name="Google Shape;5171;p28"/>
          <p:cNvSpPr/>
          <p:nvPr/>
        </p:nvSpPr>
        <p:spPr>
          <a:xfrm>
            <a:off x="5132815" y="3117491"/>
            <a:ext cx="47989" cy="282585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2" name="Google Shape;5172;p28"/>
          <p:cNvSpPr/>
          <p:nvPr/>
        </p:nvSpPr>
        <p:spPr>
          <a:xfrm>
            <a:off x="4946206" y="3351004"/>
            <a:ext cx="69348" cy="9384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3" name="Google Shape;5173;p28"/>
          <p:cNvSpPr/>
          <p:nvPr/>
        </p:nvSpPr>
        <p:spPr>
          <a:xfrm>
            <a:off x="5041102" y="3146291"/>
            <a:ext cx="70392" cy="221804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4" name="Google Shape;5174;p28"/>
          <p:cNvSpPr/>
          <p:nvPr/>
        </p:nvSpPr>
        <p:spPr>
          <a:xfrm>
            <a:off x="5112002" y="3820907"/>
            <a:ext cx="165321" cy="165321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5" name="Google Shape;5175;p28"/>
          <p:cNvSpPr/>
          <p:nvPr/>
        </p:nvSpPr>
        <p:spPr>
          <a:xfrm>
            <a:off x="4876389" y="3703642"/>
            <a:ext cx="352943" cy="234596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6" name="Google Shape;5176;p28"/>
          <p:cNvSpPr/>
          <p:nvPr/>
        </p:nvSpPr>
        <p:spPr>
          <a:xfrm>
            <a:off x="4875307" y="3585295"/>
            <a:ext cx="354026" cy="95984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7" name="Google Shape;5177;p28"/>
          <p:cNvSpPr/>
          <p:nvPr/>
        </p:nvSpPr>
        <p:spPr>
          <a:xfrm>
            <a:off x="5029392" y="4071208"/>
            <a:ext cx="92762" cy="92796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8" name="Google Shape;5178;p28"/>
          <p:cNvSpPr/>
          <p:nvPr/>
        </p:nvSpPr>
        <p:spPr>
          <a:xfrm>
            <a:off x="4993112" y="416183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79" name="Google Shape;5179;p28"/>
          <p:cNvSpPr/>
          <p:nvPr/>
        </p:nvSpPr>
        <p:spPr>
          <a:xfrm>
            <a:off x="5181852" y="4329257"/>
            <a:ext cx="94928" cy="141834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0" name="Google Shape;5180;p28"/>
          <p:cNvSpPr/>
          <p:nvPr/>
        </p:nvSpPr>
        <p:spPr>
          <a:xfrm>
            <a:off x="4875848" y="4376163"/>
            <a:ext cx="94928" cy="9492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1" name="Google Shape;5181;p28"/>
          <p:cNvSpPr/>
          <p:nvPr/>
        </p:nvSpPr>
        <p:spPr>
          <a:xfrm>
            <a:off x="4993112" y="4283400"/>
            <a:ext cx="165321" cy="18874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2" name="Google Shape;5182;p28"/>
          <p:cNvSpPr/>
          <p:nvPr/>
        </p:nvSpPr>
        <p:spPr>
          <a:xfrm>
            <a:off x="7412855" y="3181452"/>
            <a:ext cx="185558" cy="198351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3" name="Google Shape;5183;p28"/>
          <p:cNvSpPr/>
          <p:nvPr/>
        </p:nvSpPr>
        <p:spPr>
          <a:xfrm>
            <a:off x="7517360" y="3081245"/>
            <a:ext cx="197268" cy="18126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4" name="Google Shape;5184;p28"/>
          <p:cNvSpPr/>
          <p:nvPr/>
        </p:nvSpPr>
        <p:spPr>
          <a:xfrm>
            <a:off x="7634626" y="3181453"/>
            <a:ext cx="185558" cy="197268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5" name="Google Shape;5185;p28"/>
          <p:cNvSpPr/>
          <p:nvPr/>
        </p:nvSpPr>
        <p:spPr>
          <a:xfrm>
            <a:off x="7517361" y="3298751"/>
            <a:ext cx="199400" cy="18234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6" name="Google Shape;5186;p28"/>
          <p:cNvSpPr/>
          <p:nvPr/>
        </p:nvSpPr>
        <p:spPr>
          <a:xfrm>
            <a:off x="7639973" y="3809198"/>
            <a:ext cx="165287" cy="164238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7" name="Google Shape;5187;p28"/>
          <p:cNvSpPr/>
          <p:nvPr/>
        </p:nvSpPr>
        <p:spPr>
          <a:xfrm>
            <a:off x="7427780" y="3679108"/>
            <a:ext cx="48026" cy="293245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8" name="Google Shape;5188;p28"/>
          <p:cNvSpPr/>
          <p:nvPr/>
        </p:nvSpPr>
        <p:spPr>
          <a:xfrm>
            <a:off x="7498138" y="3690852"/>
            <a:ext cx="236762" cy="28150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89" name="Google Shape;5189;p28"/>
          <p:cNvSpPr/>
          <p:nvPr/>
        </p:nvSpPr>
        <p:spPr>
          <a:xfrm>
            <a:off x="7546127" y="3831569"/>
            <a:ext cx="89615" cy="23488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0" name="Google Shape;5190;p28"/>
          <p:cNvSpPr/>
          <p:nvPr/>
        </p:nvSpPr>
        <p:spPr>
          <a:xfrm>
            <a:off x="7427779" y="3598088"/>
            <a:ext cx="306038" cy="69348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1" name="Google Shape;5191;p28"/>
          <p:cNvSpPr/>
          <p:nvPr/>
        </p:nvSpPr>
        <p:spPr>
          <a:xfrm>
            <a:off x="7440590" y="4328717"/>
            <a:ext cx="164204" cy="142883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2" name="Google Shape;5192;p28"/>
          <p:cNvSpPr/>
          <p:nvPr/>
        </p:nvSpPr>
        <p:spPr>
          <a:xfrm>
            <a:off x="7571729" y="4348954"/>
            <a:ext cx="90671" cy="4589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3" name="Google Shape;5193;p28"/>
          <p:cNvSpPr/>
          <p:nvPr/>
        </p:nvSpPr>
        <p:spPr>
          <a:xfrm>
            <a:off x="7629296" y="4328717"/>
            <a:ext cx="163155" cy="142883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4" name="Google Shape;5194;p28"/>
          <p:cNvSpPr/>
          <p:nvPr/>
        </p:nvSpPr>
        <p:spPr>
          <a:xfrm>
            <a:off x="7465091" y="4071749"/>
            <a:ext cx="303906" cy="209011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5" name="Google Shape;5195;p28"/>
          <p:cNvSpPr/>
          <p:nvPr/>
        </p:nvSpPr>
        <p:spPr>
          <a:xfrm>
            <a:off x="7535486" y="4118654"/>
            <a:ext cx="93845" cy="70431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6" name="Google Shape;5196;p28"/>
          <p:cNvSpPr/>
          <p:nvPr/>
        </p:nvSpPr>
        <p:spPr>
          <a:xfrm>
            <a:off x="7652749" y="4119737"/>
            <a:ext cx="46943" cy="69348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7" name="Google Shape;5197;p28"/>
          <p:cNvSpPr/>
          <p:nvPr/>
        </p:nvSpPr>
        <p:spPr>
          <a:xfrm>
            <a:off x="7535485" y="4187964"/>
            <a:ext cx="164204" cy="140795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8" name="Google Shape;5198;p28"/>
          <p:cNvSpPr/>
          <p:nvPr/>
        </p:nvSpPr>
        <p:spPr>
          <a:xfrm>
            <a:off x="8580860" y="3585296"/>
            <a:ext cx="117307" cy="117298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199" name="Google Shape;5199;p28"/>
          <p:cNvSpPr/>
          <p:nvPr/>
        </p:nvSpPr>
        <p:spPr>
          <a:xfrm>
            <a:off x="8440110" y="3819857"/>
            <a:ext cx="402015" cy="16637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0" name="Google Shape;5200;p28"/>
          <p:cNvSpPr/>
          <p:nvPr/>
        </p:nvSpPr>
        <p:spPr>
          <a:xfrm>
            <a:off x="871413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1" name="Google Shape;5201;p28"/>
          <p:cNvSpPr/>
          <p:nvPr/>
        </p:nvSpPr>
        <p:spPr>
          <a:xfrm>
            <a:off x="846356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2" name="Google Shape;5202;p28"/>
          <p:cNvSpPr/>
          <p:nvPr/>
        </p:nvSpPr>
        <p:spPr>
          <a:xfrm>
            <a:off x="8649089" y="3698296"/>
            <a:ext cx="96011" cy="9601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3" name="Google Shape;5203;p28"/>
          <p:cNvSpPr/>
          <p:nvPr/>
        </p:nvSpPr>
        <p:spPr>
          <a:xfrm>
            <a:off x="8531822" y="3699378"/>
            <a:ext cx="95984" cy="99192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04" name="Google Shape;5204;p28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08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9" name="Google Shape;5209;p29"/>
          <p:cNvSpPr txBox="1"/>
          <p:nvPr/>
        </p:nvSpPr>
        <p:spPr>
          <a:xfrm>
            <a:off x="0" y="297656"/>
            <a:ext cx="9144000" cy="4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 sz="1100"/>
          </a:p>
        </p:txBody>
      </p:sp>
      <p:sp>
        <p:nvSpPr>
          <p:cNvPr id="5210" name="Google Shape;5210;p29"/>
          <p:cNvSpPr/>
          <p:nvPr/>
        </p:nvSpPr>
        <p:spPr>
          <a:xfrm>
            <a:off x="315411" y="2607861"/>
            <a:ext cx="487469" cy="48223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1" name="Google Shape;5211;p29"/>
          <p:cNvSpPr/>
          <p:nvPr/>
        </p:nvSpPr>
        <p:spPr>
          <a:xfrm>
            <a:off x="3605357" y="2804950"/>
            <a:ext cx="84531" cy="8453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2" name="Google Shape;5212;p29"/>
          <p:cNvSpPr/>
          <p:nvPr/>
        </p:nvSpPr>
        <p:spPr>
          <a:xfrm>
            <a:off x="3406460" y="2608694"/>
            <a:ext cx="483550" cy="480951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3" name="Google Shape;5213;p29"/>
          <p:cNvSpPr/>
          <p:nvPr/>
        </p:nvSpPr>
        <p:spPr>
          <a:xfrm>
            <a:off x="6512539" y="2636647"/>
            <a:ext cx="480951" cy="425050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4" name="Google Shape;5214;p29"/>
          <p:cNvSpPr/>
          <p:nvPr/>
        </p:nvSpPr>
        <p:spPr>
          <a:xfrm>
            <a:off x="6567121" y="2692547"/>
            <a:ext cx="29951" cy="28631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5" name="Google Shape;5215;p29"/>
          <p:cNvSpPr/>
          <p:nvPr/>
        </p:nvSpPr>
        <p:spPr>
          <a:xfrm>
            <a:off x="662434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6" name="Google Shape;5216;p29"/>
          <p:cNvSpPr/>
          <p:nvPr/>
        </p:nvSpPr>
        <p:spPr>
          <a:xfrm>
            <a:off x="668152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7" name="Google Shape;5217;p29"/>
          <p:cNvSpPr/>
          <p:nvPr/>
        </p:nvSpPr>
        <p:spPr>
          <a:xfrm>
            <a:off x="6736108" y="2692547"/>
            <a:ext cx="200211" cy="28631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8" name="Google Shape;5218;p29"/>
          <p:cNvSpPr/>
          <p:nvPr/>
        </p:nvSpPr>
        <p:spPr>
          <a:xfrm>
            <a:off x="6824478" y="2835170"/>
            <a:ext cx="85852" cy="140762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19" name="Google Shape;5219;p29"/>
          <p:cNvSpPr/>
          <p:nvPr/>
        </p:nvSpPr>
        <p:spPr>
          <a:xfrm>
            <a:off x="6594433" y="2835170"/>
            <a:ext cx="88409" cy="140762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0" name="Google Shape;5220;p29"/>
          <p:cNvSpPr/>
          <p:nvPr/>
        </p:nvSpPr>
        <p:spPr>
          <a:xfrm>
            <a:off x="6707517" y="2804930"/>
            <a:ext cx="89730" cy="197034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1" name="Google Shape;5221;p29"/>
          <p:cNvSpPr/>
          <p:nvPr/>
        </p:nvSpPr>
        <p:spPr>
          <a:xfrm>
            <a:off x="932656" y="2608053"/>
            <a:ext cx="482230" cy="482230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2" name="Google Shape;5222;p29"/>
          <p:cNvSpPr/>
          <p:nvPr/>
        </p:nvSpPr>
        <p:spPr>
          <a:xfrm>
            <a:off x="1074329" y="2662636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3" name="Google Shape;5223;p29"/>
          <p:cNvSpPr/>
          <p:nvPr/>
        </p:nvSpPr>
        <p:spPr>
          <a:xfrm>
            <a:off x="1074329" y="2721138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4" name="Google Shape;5224;p29"/>
          <p:cNvSpPr/>
          <p:nvPr/>
        </p:nvSpPr>
        <p:spPr>
          <a:xfrm>
            <a:off x="1074329" y="2778317"/>
            <a:ext cx="197611" cy="28631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5" name="Google Shape;5225;p29"/>
          <p:cNvSpPr/>
          <p:nvPr/>
        </p:nvSpPr>
        <p:spPr>
          <a:xfrm>
            <a:off x="4026156" y="2607414"/>
            <a:ext cx="483550" cy="483509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6" name="Google Shape;5226;p29"/>
          <p:cNvSpPr/>
          <p:nvPr/>
        </p:nvSpPr>
        <p:spPr>
          <a:xfrm>
            <a:off x="4082059" y="2720498"/>
            <a:ext cx="142990" cy="17290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7" name="Google Shape;5227;p29"/>
          <p:cNvSpPr/>
          <p:nvPr/>
        </p:nvSpPr>
        <p:spPr>
          <a:xfrm>
            <a:off x="4252323" y="2834860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8" name="Google Shape;5228;p29"/>
          <p:cNvSpPr/>
          <p:nvPr/>
        </p:nvSpPr>
        <p:spPr>
          <a:xfrm>
            <a:off x="4252323" y="2776358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29" name="Google Shape;5229;p29"/>
          <p:cNvSpPr/>
          <p:nvPr/>
        </p:nvSpPr>
        <p:spPr>
          <a:xfrm>
            <a:off x="4252323" y="2720499"/>
            <a:ext cx="200211" cy="29910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0" name="Google Shape;5230;p29"/>
          <p:cNvSpPr/>
          <p:nvPr/>
        </p:nvSpPr>
        <p:spPr>
          <a:xfrm>
            <a:off x="7254480" y="3012922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1" name="Google Shape;5231;p29"/>
          <p:cNvSpPr/>
          <p:nvPr/>
        </p:nvSpPr>
        <p:spPr>
          <a:xfrm>
            <a:off x="7415441" y="2668474"/>
            <a:ext cx="85810" cy="198890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2" name="Google Shape;5232;p29"/>
          <p:cNvSpPr/>
          <p:nvPr/>
        </p:nvSpPr>
        <p:spPr>
          <a:xfrm>
            <a:off x="7129635" y="2609353"/>
            <a:ext cx="482230" cy="479631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3" name="Google Shape;5233;p29"/>
          <p:cNvSpPr/>
          <p:nvPr/>
        </p:nvSpPr>
        <p:spPr>
          <a:xfrm>
            <a:off x="1566667" y="2608053"/>
            <a:ext cx="454919" cy="482230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4" name="Google Shape;5234;p29"/>
          <p:cNvSpPr/>
          <p:nvPr/>
        </p:nvSpPr>
        <p:spPr>
          <a:xfrm>
            <a:off x="1736933" y="2691227"/>
            <a:ext cx="227480" cy="114441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5" name="Google Shape;5235;p29"/>
          <p:cNvSpPr/>
          <p:nvPr/>
        </p:nvSpPr>
        <p:spPr>
          <a:xfrm>
            <a:off x="1738211" y="2835500"/>
            <a:ext cx="57262" cy="28672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6" name="Google Shape;5236;p29"/>
          <p:cNvSpPr/>
          <p:nvPr/>
        </p:nvSpPr>
        <p:spPr>
          <a:xfrm>
            <a:off x="1738211" y="2890123"/>
            <a:ext cx="57262" cy="29910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7" name="Google Shape;5237;p29"/>
          <p:cNvSpPr/>
          <p:nvPr/>
        </p:nvSpPr>
        <p:spPr>
          <a:xfrm>
            <a:off x="1822705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8" name="Google Shape;5238;p29"/>
          <p:cNvSpPr/>
          <p:nvPr/>
        </p:nvSpPr>
        <p:spPr>
          <a:xfrm>
            <a:off x="1822705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39" name="Google Shape;5239;p29"/>
          <p:cNvSpPr/>
          <p:nvPr/>
        </p:nvSpPr>
        <p:spPr>
          <a:xfrm>
            <a:off x="1907198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0" name="Google Shape;5240;p29"/>
          <p:cNvSpPr/>
          <p:nvPr/>
        </p:nvSpPr>
        <p:spPr>
          <a:xfrm>
            <a:off x="1907198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1" name="Google Shape;5241;p29"/>
          <p:cNvSpPr/>
          <p:nvPr/>
        </p:nvSpPr>
        <p:spPr>
          <a:xfrm>
            <a:off x="1794114" y="3004484"/>
            <a:ext cx="113121" cy="28631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2" name="Google Shape;5242;p29"/>
          <p:cNvSpPr/>
          <p:nvPr/>
        </p:nvSpPr>
        <p:spPr>
          <a:xfrm>
            <a:off x="4644511" y="2875952"/>
            <a:ext cx="480951" cy="199385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3" name="Google Shape;5243;p29"/>
          <p:cNvSpPr/>
          <p:nvPr/>
        </p:nvSpPr>
        <p:spPr>
          <a:xfrm>
            <a:off x="4813497" y="2623010"/>
            <a:ext cx="253512" cy="254791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4" name="Google Shape;5244;p29"/>
          <p:cNvSpPr/>
          <p:nvPr/>
        </p:nvSpPr>
        <p:spPr>
          <a:xfrm>
            <a:off x="4870678" y="2680193"/>
            <a:ext cx="139112" cy="140432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5" name="Google Shape;5245;p29"/>
          <p:cNvSpPr/>
          <p:nvPr/>
        </p:nvSpPr>
        <p:spPr>
          <a:xfrm>
            <a:off x="7748097" y="2607202"/>
            <a:ext cx="484829" cy="483550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6" name="Google Shape;5246;p29"/>
          <p:cNvSpPr/>
          <p:nvPr/>
        </p:nvSpPr>
        <p:spPr>
          <a:xfrm>
            <a:off x="2169952" y="2608053"/>
            <a:ext cx="483509" cy="482230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7" name="Google Shape;5247;p29"/>
          <p:cNvSpPr/>
          <p:nvPr/>
        </p:nvSpPr>
        <p:spPr>
          <a:xfrm>
            <a:off x="2254404" y="2662636"/>
            <a:ext cx="313290" cy="227810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8" name="Google Shape;5248;p29"/>
          <p:cNvSpPr/>
          <p:nvPr/>
        </p:nvSpPr>
        <p:spPr>
          <a:xfrm>
            <a:off x="5252605" y="2607414"/>
            <a:ext cx="480951" cy="483509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49" name="Google Shape;5249;p29"/>
          <p:cNvSpPr/>
          <p:nvPr/>
        </p:nvSpPr>
        <p:spPr>
          <a:xfrm>
            <a:off x="5491768" y="2892041"/>
            <a:ext cx="170301" cy="111842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0" name="Google Shape;5250;p29"/>
          <p:cNvSpPr/>
          <p:nvPr/>
        </p:nvSpPr>
        <p:spPr>
          <a:xfrm>
            <a:off x="8364500" y="2608054"/>
            <a:ext cx="480951" cy="482230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1" name="Google Shape;5251;p29"/>
          <p:cNvSpPr/>
          <p:nvPr/>
        </p:nvSpPr>
        <p:spPr>
          <a:xfrm>
            <a:off x="8448994" y="2751048"/>
            <a:ext cx="311970" cy="139442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2" name="Google Shape;5252;p29"/>
          <p:cNvSpPr/>
          <p:nvPr/>
        </p:nvSpPr>
        <p:spPr>
          <a:xfrm>
            <a:off x="2797055" y="2608521"/>
            <a:ext cx="482230" cy="48091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3" name="Google Shape;5253;p29"/>
          <p:cNvSpPr/>
          <p:nvPr/>
        </p:nvSpPr>
        <p:spPr>
          <a:xfrm>
            <a:off x="5979842" y="2608054"/>
            <a:ext cx="310691" cy="482230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4" name="Google Shape;5254;p29"/>
          <p:cNvSpPr/>
          <p:nvPr/>
        </p:nvSpPr>
        <p:spPr>
          <a:xfrm>
            <a:off x="6031867" y="2663586"/>
            <a:ext cx="205367" cy="142082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5" name="Google Shape;5255;p29"/>
          <p:cNvSpPr/>
          <p:nvPr/>
        </p:nvSpPr>
        <p:spPr>
          <a:xfrm>
            <a:off x="6063056" y="2835541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6" name="Google Shape;5256;p29"/>
          <p:cNvSpPr/>
          <p:nvPr/>
        </p:nvSpPr>
        <p:spPr>
          <a:xfrm>
            <a:off x="6063056" y="2892722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7" name="Google Shape;5257;p29"/>
          <p:cNvSpPr/>
          <p:nvPr/>
        </p:nvSpPr>
        <p:spPr>
          <a:xfrm>
            <a:off x="297894" y="1107955"/>
            <a:ext cx="495225" cy="48322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8" name="Google Shape;5258;p29"/>
          <p:cNvSpPr/>
          <p:nvPr/>
        </p:nvSpPr>
        <p:spPr>
          <a:xfrm>
            <a:off x="3392824" y="1109399"/>
            <a:ext cx="483550" cy="480621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59" name="Google Shape;5259;p29"/>
          <p:cNvSpPr/>
          <p:nvPr/>
        </p:nvSpPr>
        <p:spPr>
          <a:xfrm>
            <a:off x="3607316" y="1222317"/>
            <a:ext cx="201489" cy="142051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0" name="Google Shape;5260;p29"/>
          <p:cNvSpPr/>
          <p:nvPr/>
        </p:nvSpPr>
        <p:spPr>
          <a:xfrm>
            <a:off x="6498902" y="1137845"/>
            <a:ext cx="480951" cy="309371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1" name="Google Shape;5261;p29"/>
          <p:cNvSpPr/>
          <p:nvPr/>
        </p:nvSpPr>
        <p:spPr>
          <a:xfrm>
            <a:off x="6498902" y="1477097"/>
            <a:ext cx="480951" cy="84490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2" name="Google Shape;5262;p29"/>
          <p:cNvSpPr/>
          <p:nvPr/>
        </p:nvSpPr>
        <p:spPr>
          <a:xfrm>
            <a:off x="6667888" y="1195769"/>
            <a:ext cx="171621" cy="195549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3" name="Google Shape;5263;p29"/>
          <p:cNvSpPr/>
          <p:nvPr/>
        </p:nvSpPr>
        <p:spPr>
          <a:xfrm>
            <a:off x="919482" y="1108349"/>
            <a:ext cx="482230" cy="482436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4" name="Google Shape;5264;p29"/>
          <p:cNvSpPr/>
          <p:nvPr/>
        </p:nvSpPr>
        <p:spPr>
          <a:xfrm>
            <a:off x="4011879" y="1107294"/>
            <a:ext cx="484829" cy="484829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5" name="Google Shape;5265;p29"/>
          <p:cNvSpPr/>
          <p:nvPr/>
        </p:nvSpPr>
        <p:spPr>
          <a:xfrm>
            <a:off x="4097651" y="1195666"/>
            <a:ext cx="311970" cy="310691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6" name="Google Shape;5266;p29"/>
          <p:cNvSpPr/>
          <p:nvPr/>
        </p:nvSpPr>
        <p:spPr>
          <a:xfrm>
            <a:off x="7133678" y="1109215"/>
            <a:ext cx="474144" cy="480992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7" name="Google Shape;5267;p29"/>
          <p:cNvSpPr/>
          <p:nvPr/>
        </p:nvSpPr>
        <p:spPr>
          <a:xfrm>
            <a:off x="7271473" y="1392563"/>
            <a:ext cx="114400" cy="113121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8" name="Google Shape;5268;p29"/>
          <p:cNvSpPr/>
          <p:nvPr/>
        </p:nvSpPr>
        <p:spPr>
          <a:xfrm>
            <a:off x="7413148" y="1448464"/>
            <a:ext cx="84490" cy="8453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69" name="Google Shape;5269;p29"/>
          <p:cNvSpPr/>
          <p:nvPr/>
        </p:nvSpPr>
        <p:spPr>
          <a:xfrm>
            <a:off x="4630214" y="1167097"/>
            <a:ext cx="422492" cy="422451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0" name="Google Shape;5270;p29"/>
          <p:cNvSpPr/>
          <p:nvPr/>
        </p:nvSpPr>
        <p:spPr>
          <a:xfrm>
            <a:off x="4884972" y="1109874"/>
            <a:ext cx="227521" cy="227521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1" name="Google Shape;5271;p29"/>
          <p:cNvSpPr/>
          <p:nvPr/>
        </p:nvSpPr>
        <p:spPr>
          <a:xfrm>
            <a:off x="7748756" y="1107793"/>
            <a:ext cx="456239" cy="483550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2" name="Google Shape;5272;p29"/>
          <p:cNvSpPr/>
          <p:nvPr/>
        </p:nvSpPr>
        <p:spPr>
          <a:xfrm>
            <a:off x="2156295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3" name="Google Shape;5273;p29"/>
          <p:cNvSpPr/>
          <p:nvPr/>
        </p:nvSpPr>
        <p:spPr>
          <a:xfrm>
            <a:off x="2385062" y="1166415"/>
            <a:ext cx="169022" cy="169022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4" name="Google Shape;5274;p29"/>
          <p:cNvSpPr/>
          <p:nvPr/>
        </p:nvSpPr>
        <p:spPr>
          <a:xfrm>
            <a:off x="5237668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5" name="Google Shape;5275;p29"/>
          <p:cNvSpPr/>
          <p:nvPr/>
        </p:nvSpPr>
        <p:spPr>
          <a:xfrm>
            <a:off x="5467712" y="1165134"/>
            <a:ext cx="170301" cy="197611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6" name="Google Shape;5276;p29"/>
          <p:cNvSpPr/>
          <p:nvPr/>
        </p:nvSpPr>
        <p:spPr>
          <a:xfrm>
            <a:off x="8363862" y="1166951"/>
            <a:ext cx="482230" cy="365231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7" name="Google Shape;5277;p29"/>
          <p:cNvSpPr/>
          <p:nvPr/>
        </p:nvSpPr>
        <p:spPr>
          <a:xfrm>
            <a:off x="3068961" y="1394542"/>
            <a:ext cx="84531" cy="81932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8" name="Google Shape;5278;p29"/>
          <p:cNvSpPr/>
          <p:nvPr/>
        </p:nvSpPr>
        <p:spPr>
          <a:xfrm>
            <a:off x="2868828" y="1223946"/>
            <a:ext cx="84490" cy="82225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79" name="Google Shape;5279;p29"/>
          <p:cNvSpPr/>
          <p:nvPr/>
        </p:nvSpPr>
        <p:spPr>
          <a:xfrm>
            <a:off x="2783014" y="1108594"/>
            <a:ext cx="482271" cy="482230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0" name="Google Shape;5280;p29"/>
          <p:cNvSpPr/>
          <p:nvPr/>
        </p:nvSpPr>
        <p:spPr>
          <a:xfrm>
            <a:off x="5997414" y="1449803"/>
            <a:ext cx="84531" cy="83211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1" name="Google Shape;5281;p29"/>
          <p:cNvSpPr/>
          <p:nvPr/>
        </p:nvSpPr>
        <p:spPr>
          <a:xfrm>
            <a:off x="5997414" y="1224917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2" name="Google Shape;5282;p29"/>
          <p:cNvSpPr/>
          <p:nvPr/>
        </p:nvSpPr>
        <p:spPr>
          <a:xfrm>
            <a:off x="5997414" y="1337999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3" name="Google Shape;5283;p29"/>
          <p:cNvSpPr/>
          <p:nvPr/>
        </p:nvSpPr>
        <p:spPr>
          <a:xfrm>
            <a:off x="5936314" y="1109232"/>
            <a:ext cx="370470" cy="480951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4" name="Google Shape;5284;p29"/>
          <p:cNvSpPr/>
          <p:nvPr/>
        </p:nvSpPr>
        <p:spPr>
          <a:xfrm>
            <a:off x="6107899" y="1252228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5" name="Google Shape;5285;p29"/>
          <p:cNvSpPr/>
          <p:nvPr/>
        </p:nvSpPr>
        <p:spPr>
          <a:xfrm>
            <a:off x="6107899" y="1365310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6" name="Google Shape;5286;p29"/>
          <p:cNvSpPr/>
          <p:nvPr/>
        </p:nvSpPr>
        <p:spPr>
          <a:xfrm>
            <a:off x="6107899" y="1478395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7" name="Google Shape;5287;p29"/>
          <p:cNvSpPr/>
          <p:nvPr/>
        </p:nvSpPr>
        <p:spPr>
          <a:xfrm>
            <a:off x="1547696" y="1126030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8" name="Google Shape;5288;p29"/>
          <p:cNvSpPr/>
          <p:nvPr/>
        </p:nvSpPr>
        <p:spPr>
          <a:xfrm flipH="1">
            <a:off x="1547717" y="1126030"/>
            <a:ext cx="468069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89" name="Google Shape;5289;p29"/>
          <p:cNvSpPr/>
          <p:nvPr/>
        </p:nvSpPr>
        <p:spPr>
          <a:xfrm>
            <a:off x="441658" y="1972600"/>
            <a:ext cx="114441" cy="28631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0" name="Google Shape;5290;p29"/>
          <p:cNvSpPr/>
          <p:nvPr/>
        </p:nvSpPr>
        <p:spPr>
          <a:xfrm>
            <a:off x="301303" y="1860795"/>
            <a:ext cx="487428" cy="480951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1" name="Google Shape;5291;p29"/>
          <p:cNvSpPr/>
          <p:nvPr/>
        </p:nvSpPr>
        <p:spPr>
          <a:xfrm>
            <a:off x="3394482" y="1861271"/>
            <a:ext cx="480951" cy="479672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2" name="Google Shape;5292;p29"/>
          <p:cNvSpPr/>
          <p:nvPr/>
        </p:nvSpPr>
        <p:spPr>
          <a:xfrm>
            <a:off x="6498902" y="1860240"/>
            <a:ext cx="480951" cy="482065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3" name="Google Shape;5293;p29"/>
          <p:cNvSpPr/>
          <p:nvPr/>
        </p:nvSpPr>
        <p:spPr>
          <a:xfrm>
            <a:off x="6553484" y="1916100"/>
            <a:ext cx="29951" cy="28631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4" name="Google Shape;5294;p29"/>
          <p:cNvSpPr/>
          <p:nvPr/>
        </p:nvSpPr>
        <p:spPr>
          <a:xfrm>
            <a:off x="6610706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5" name="Google Shape;5295;p29"/>
          <p:cNvSpPr/>
          <p:nvPr/>
        </p:nvSpPr>
        <p:spPr>
          <a:xfrm>
            <a:off x="6667887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6" name="Google Shape;5296;p29"/>
          <p:cNvSpPr/>
          <p:nvPr/>
        </p:nvSpPr>
        <p:spPr>
          <a:xfrm>
            <a:off x="6722470" y="1916100"/>
            <a:ext cx="198890" cy="28631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7" name="Google Shape;5297;p29"/>
          <p:cNvSpPr/>
          <p:nvPr/>
        </p:nvSpPr>
        <p:spPr>
          <a:xfrm>
            <a:off x="917523" y="1859494"/>
            <a:ext cx="486149" cy="48322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8" name="Google Shape;5298;p29"/>
          <p:cNvSpPr/>
          <p:nvPr/>
        </p:nvSpPr>
        <p:spPr>
          <a:xfrm>
            <a:off x="4011220" y="1858837"/>
            <a:ext cx="486149" cy="484870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299" name="Google Shape;5299;p29"/>
          <p:cNvSpPr/>
          <p:nvPr/>
        </p:nvSpPr>
        <p:spPr>
          <a:xfrm>
            <a:off x="4163291" y="1914740"/>
            <a:ext cx="171580" cy="198890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0" name="Google Shape;5300;p29"/>
          <p:cNvSpPr/>
          <p:nvPr/>
        </p:nvSpPr>
        <p:spPr>
          <a:xfrm>
            <a:off x="7129635" y="1860818"/>
            <a:ext cx="482230" cy="480910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1" name="Google Shape;5301;p29"/>
          <p:cNvSpPr/>
          <p:nvPr/>
        </p:nvSpPr>
        <p:spPr>
          <a:xfrm>
            <a:off x="7271177" y="2265995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2" name="Google Shape;5302;p29"/>
          <p:cNvSpPr/>
          <p:nvPr/>
        </p:nvSpPr>
        <p:spPr>
          <a:xfrm>
            <a:off x="7271177" y="2038550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3" name="Google Shape;5303;p29"/>
          <p:cNvSpPr/>
          <p:nvPr/>
        </p:nvSpPr>
        <p:spPr>
          <a:xfrm>
            <a:off x="7181705" y="2038551"/>
            <a:ext cx="29910" cy="31230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4" name="Google Shape;5304;p29"/>
          <p:cNvSpPr/>
          <p:nvPr/>
        </p:nvSpPr>
        <p:spPr>
          <a:xfrm>
            <a:off x="7271818" y="2152912"/>
            <a:ext cx="284701" cy="28631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5" name="Google Shape;5305;p29"/>
          <p:cNvSpPr/>
          <p:nvPr/>
        </p:nvSpPr>
        <p:spPr>
          <a:xfrm>
            <a:off x="7181705" y="2152912"/>
            <a:ext cx="29910" cy="28631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6" name="Google Shape;5306;p29"/>
          <p:cNvSpPr/>
          <p:nvPr/>
        </p:nvSpPr>
        <p:spPr>
          <a:xfrm>
            <a:off x="7181705" y="2265995"/>
            <a:ext cx="29910" cy="29951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7" name="Google Shape;5307;p29"/>
          <p:cNvSpPr/>
          <p:nvPr/>
        </p:nvSpPr>
        <p:spPr>
          <a:xfrm>
            <a:off x="4687416" y="1858837"/>
            <a:ext cx="367871" cy="484870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8" name="Google Shape;5308;p29"/>
          <p:cNvSpPr/>
          <p:nvPr/>
        </p:nvSpPr>
        <p:spPr>
          <a:xfrm>
            <a:off x="4829090" y="2000554"/>
            <a:ext cx="84531" cy="84490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09" name="Google Shape;5309;p29"/>
          <p:cNvSpPr/>
          <p:nvPr/>
        </p:nvSpPr>
        <p:spPr>
          <a:xfrm>
            <a:off x="4741998" y="1914740"/>
            <a:ext cx="257390" cy="256111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0" name="Google Shape;5310;p29"/>
          <p:cNvSpPr/>
          <p:nvPr/>
        </p:nvSpPr>
        <p:spPr>
          <a:xfrm>
            <a:off x="7736222" y="1860796"/>
            <a:ext cx="480951" cy="480951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1" name="Google Shape;5311;p29"/>
          <p:cNvSpPr/>
          <p:nvPr/>
        </p:nvSpPr>
        <p:spPr>
          <a:xfrm>
            <a:off x="7792083" y="1920576"/>
            <a:ext cx="286021" cy="143031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2" name="Google Shape;5312;p29"/>
          <p:cNvSpPr/>
          <p:nvPr/>
        </p:nvSpPr>
        <p:spPr>
          <a:xfrm>
            <a:off x="7792083" y="2088241"/>
            <a:ext cx="143031" cy="143031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3" name="Google Shape;5313;p29"/>
          <p:cNvSpPr/>
          <p:nvPr/>
        </p:nvSpPr>
        <p:spPr>
          <a:xfrm>
            <a:off x="7963669" y="2089564"/>
            <a:ext cx="114441" cy="29910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4" name="Google Shape;5314;p29"/>
          <p:cNvSpPr/>
          <p:nvPr/>
        </p:nvSpPr>
        <p:spPr>
          <a:xfrm>
            <a:off x="7963669" y="2146743"/>
            <a:ext cx="114441" cy="29951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5" name="Google Shape;5315;p29"/>
          <p:cNvSpPr/>
          <p:nvPr/>
        </p:nvSpPr>
        <p:spPr>
          <a:xfrm>
            <a:off x="7963669" y="2203925"/>
            <a:ext cx="114441" cy="28631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6" name="Google Shape;5316;p29"/>
          <p:cNvSpPr/>
          <p:nvPr/>
        </p:nvSpPr>
        <p:spPr>
          <a:xfrm>
            <a:off x="7792083" y="2258507"/>
            <a:ext cx="286021" cy="29951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7" name="Google Shape;5317;p29"/>
          <p:cNvSpPr/>
          <p:nvPr/>
        </p:nvSpPr>
        <p:spPr>
          <a:xfrm>
            <a:off x="2257024" y="2107756"/>
            <a:ext cx="131315" cy="145630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8" name="Google Shape;5318;p29"/>
          <p:cNvSpPr/>
          <p:nvPr/>
        </p:nvSpPr>
        <p:spPr>
          <a:xfrm>
            <a:off x="2337637" y="2028503"/>
            <a:ext cx="140399" cy="134863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19" name="Google Shape;5319;p29"/>
          <p:cNvSpPr/>
          <p:nvPr/>
        </p:nvSpPr>
        <p:spPr>
          <a:xfrm>
            <a:off x="2414293" y="1958285"/>
            <a:ext cx="132635" cy="124838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0" name="Google Shape;5320;p29"/>
          <p:cNvSpPr/>
          <p:nvPr/>
        </p:nvSpPr>
        <p:spPr>
          <a:xfrm>
            <a:off x="2154337" y="1860795"/>
            <a:ext cx="487469" cy="480951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1" name="Google Shape;5321;p29"/>
          <p:cNvSpPr/>
          <p:nvPr/>
        </p:nvSpPr>
        <p:spPr>
          <a:xfrm>
            <a:off x="5236368" y="1858858"/>
            <a:ext cx="486149" cy="484829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2" name="Google Shape;5322;p29"/>
          <p:cNvSpPr/>
          <p:nvPr/>
        </p:nvSpPr>
        <p:spPr>
          <a:xfrm>
            <a:off x="5439143" y="1947229"/>
            <a:ext cx="139112" cy="139112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3" name="Google Shape;5323;p29"/>
          <p:cNvSpPr/>
          <p:nvPr/>
        </p:nvSpPr>
        <p:spPr>
          <a:xfrm>
            <a:off x="8363862" y="1860650"/>
            <a:ext cx="482230" cy="48091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4" name="Google Shape;5324;p29"/>
          <p:cNvSpPr/>
          <p:nvPr/>
        </p:nvSpPr>
        <p:spPr>
          <a:xfrm>
            <a:off x="2778861" y="1875089"/>
            <a:ext cx="491347" cy="45203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5" name="Google Shape;5325;p29"/>
          <p:cNvSpPr/>
          <p:nvPr/>
        </p:nvSpPr>
        <p:spPr>
          <a:xfrm>
            <a:off x="5908384" y="1859497"/>
            <a:ext cx="426329" cy="483550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6" name="Google Shape;5326;p29"/>
          <p:cNvSpPr/>
          <p:nvPr/>
        </p:nvSpPr>
        <p:spPr>
          <a:xfrm>
            <a:off x="6024066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7" name="Google Shape;5327;p29"/>
          <p:cNvSpPr/>
          <p:nvPr/>
        </p:nvSpPr>
        <p:spPr>
          <a:xfrm>
            <a:off x="6108518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8" name="Google Shape;5328;p29"/>
          <p:cNvSpPr/>
          <p:nvPr/>
        </p:nvSpPr>
        <p:spPr>
          <a:xfrm>
            <a:off x="6193010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29" name="Google Shape;5329;p29"/>
          <p:cNvSpPr/>
          <p:nvPr/>
        </p:nvSpPr>
        <p:spPr>
          <a:xfrm>
            <a:off x="1535778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0" name="Google Shape;5330;p29"/>
          <p:cNvSpPr/>
          <p:nvPr/>
        </p:nvSpPr>
        <p:spPr>
          <a:xfrm flipH="1">
            <a:off x="1535793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1" name="Google Shape;5331;p29"/>
          <p:cNvSpPr/>
          <p:nvPr/>
        </p:nvSpPr>
        <p:spPr>
          <a:xfrm>
            <a:off x="7288541" y="4171460"/>
            <a:ext cx="164422" cy="163723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2" name="Google Shape;5332;p29"/>
          <p:cNvSpPr/>
          <p:nvPr/>
        </p:nvSpPr>
        <p:spPr>
          <a:xfrm>
            <a:off x="7244244" y="4348792"/>
            <a:ext cx="253065" cy="8573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3" name="Google Shape;5333;p29"/>
          <p:cNvSpPr/>
          <p:nvPr/>
        </p:nvSpPr>
        <p:spPr>
          <a:xfrm>
            <a:off x="7166113" y="4102367"/>
            <a:ext cx="409285" cy="465631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4" name="Google Shape;5334;p29"/>
          <p:cNvSpPr/>
          <p:nvPr/>
        </p:nvSpPr>
        <p:spPr>
          <a:xfrm>
            <a:off x="4348272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5" name="Google Shape;5335;p29"/>
          <p:cNvSpPr/>
          <p:nvPr/>
        </p:nvSpPr>
        <p:spPr>
          <a:xfrm>
            <a:off x="4444651" y="4198747"/>
            <a:ext cx="231930" cy="271381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6" name="Google Shape;5336;p29"/>
          <p:cNvSpPr/>
          <p:nvPr/>
        </p:nvSpPr>
        <p:spPr>
          <a:xfrm>
            <a:off x="5217344" y="4273771"/>
            <a:ext cx="68206" cy="177355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7" name="Google Shape;5337;p29"/>
          <p:cNvSpPr/>
          <p:nvPr/>
        </p:nvSpPr>
        <p:spPr>
          <a:xfrm>
            <a:off x="5450160" y="4314713"/>
            <a:ext cx="68206" cy="68206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8" name="Google Shape;5338;p29"/>
          <p:cNvSpPr/>
          <p:nvPr/>
        </p:nvSpPr>
        <p:spPr>
          <a:xfrm>
            <a:off x="5300068" y="4219243"/>
            <a:ext cx="151235" cy="231883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39" name="Google Shape;5339;p29"/>
          <p:cNvSpPr/>
          <p:nvPr/>
        </p:nvSpPr>
        <p:spPr>
          <a:xfrm>
            <a:off x="5052737" y="4219243"/>
            <a:ext cx="151187" cy="231883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0" name="Google Shape;5340;p29"/>
          <p:cNvSpPr/>
          <p:nvPr/>
        </p:nvSpPr>
        <p:spPr>
          <a:xfrm>
            <a:off x="6571660" y="4185092"/>
            <a:ext cx="245585" cy="300160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1" name="Google Shape;5341;p29"/>
          <p:cNvSpPr/>
          <p:nvPr/>
        </p:nvSpPr>
        <p:spPr>
          <a:xfrm>
            <a:off x="6461649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2" name="Google Shape;5342;p29"/>
          <p:cNvSpPr/>
          <p:nvPr/>
        </p:nvSpPr>
        <p:spPr>
          <a:xfrm>
            <a:off x="6626258" y="4239667"/>
            <a:ext cx="136413" cy="136436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3" name="Google Shape;5343;p29"/>
          <p:cNvSpPr/>
          <p:nvPr/>
        </p:nvSpPr>
        <p:spPr>
          <a:xfrm>
            <a:off x="575718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4" name="Google Shape;5344;p29"/>
          <p:cNvSpPr/>
          <p:nvPr/>
        </p:nvSpPr>
        <p:spPr>
          <a:xfrm>
            <a:off x="5812624" y="4185092"/>
            <a:ext cx="354734" cy="300160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5" name="Google Shape;5345;p29"/>
          <p:cNvSpPr/>
          <p:nvPr/>
        </p:nvSpPr>
        <p:spPr>
          <a:xfrm>
            <a:off x="5908139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6" name="Google Shape;5346;p29"/>
          <p:cNvSpPr/>
          <p:nvPr/>
        </p:nvSpPr>
        <p:spPr>
          <a:xfrm>
            <a:off x="6017243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7" name="Google Shape;5347;p29"/>
          <p:cNvSpPr/>
          <p:nvPr/>
        </p:nvSpPr>
        <p:spPr>
          <a:xfrm>
            <a:off x="5919838" y="4403366"/>
            <a:ext cx="140304" cy="40127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8" name="Google Shape;5348;p29"/>
          <p:cNvSpPr/>
          <p:nvPr/>
        </p:nvSpPr>
        <p:spPr>
          <a:xfrm>
            <a:off x="1530399" y="4171474"/>
            <a:ext cx="465631" cy="327423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49" name="Google Shape;5349;p29"/>
          <p:cNvSpPr/>
          <p:nvPr/>
        </p:nvSpPr>
        <p:spPr>
          <a:xfrm>
            <a:off x="1708641" y="4253335"/>
            <a:ext cx="136436" cy="163723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0" name="Google Shape;5350;p29"/>
          <p:cNvSpPr/>
          <p:nvPr/>
        </p:nvSpPr>
        <p:spPr>
          <a:xfrm>
            <a:off x="2348880" y="4190206"/>
            <a:ext cx="237965" cy="289487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1" name="Google Shape;5351;p29"/>
          <p:cNvSpPr/>
          <p:nvPr/>
        </p:nvSpPr>
        <p:spPr>
          <a:xfrm>
            <a:off x="2234860" y="4102449"/>
            <a:ext cx="465654" cy="465467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2" name="Google Shape;5352;p29"/>
          <p:cNvSpPr/>
          <p:nvPr/>
        </p:nvSpPr>
        <p:spPr>
          <a:xfrm>
            <a:off x="2994830" y="4170550"/>
            <a:ext cx="354711" cy="327423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3" name="Google Shape;5353;p29"/>
          <p:cNvSpPr/>
          <p:nvPr/>
        </p:nvSpPr>
        <p:spPr>
          <a:xfrm>
            <a:off x="293934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4" name="Google Shape;5354;p29"/>
          <p:cNvSpPr/>
          <p:nvPr/>
        </p:nvSpPr>
        <p:spPr>
          <a:xfrm>
            <a:off x="3778382" y="4168756"/>
            <a:ext cx="201893" cy="335020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5" name="Google Shape;5355;p29"/>
          <p:cNvSpPr/>
          <p:nvPr/>
        </p:nvSpPr>
        <p:spPr>
          <a:xfrm>
            <a:off x="3643810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6" name="Google Shape;5356;p29"/>
          <p:cNvSpPr/>
          <p:nvPr/>
        </p:nvSpPr>
        <p:spPr>
          <a:xfrm>
            <a:off x="886574" y="3427657"/>
            <a:ext cx="480951" cy="33796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7" name="Google Shape;5357;p29"/>
          <p:cNvSpPr/>
          <p:nvPr/>
        </p:nvSpPr>
        <p:spPr>
          <a:xfrm>
            <a:off x="2866270" y="3354416"/>
            <a:ext cx="315559" cy="484457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8" name="Google Shape;5358;p29"/>
          <p:cNvSpPr/>
          <p:nvPr/>
        </p:nvSpPr>
        <p:spPr>
          <a:xfrm>
            <a:off x="3210718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59" name="Google Shape;5359;p29"/>
          <p:cNvSpPr/>
          <p:nvPr/>
        </p:nvSpPr>
        <p:spPr>
          <a:xfrm>
            <a:off x="2785697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0" name="Google Shape;5360;p29"/>
          <p:cNvSpPr/>
          <p:nvPr/>
        </p:nvSpPr>
        <p:spPr>
          <a:xfrm>
            <a:off x="3182127" y="3382800"/>
            <a:ext cx="58503" cy="43857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1" name="Google Shape;5361;p29"/>
          <p:cNvSpPr/>
          <p:nvPr/>
        </p:nvSpPr>
        <p:spPr>
          <a:xfrm>
            <a:off x="2812967" y="3596549"/>
            <a:ext cx="58541" cy="43276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2" name="Google Shape;5362;p29"/>
          <p:cNvSpPr/>
          <p:nvPr/>
        </p:nvSpPr>
        <p:spPr>
          <a:xfrm>
            <a:off x="3183407" y="3596549"/>
            <a:ext cx="57221" cy="42124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3" name="Google Shape;5363;p29"/>
          <p:cNvSpPr/>
          <p:nvPr/>
        </p:nvSpPr>
        <p:spPr>
          <a:xfrm>
            <a:off x="2814288" y="3383956"/>
            <a:ext cx="57221" cy="42124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4" name="Google Shape;5364;p29"/>
          <p:cNvSpPr/>
          <p:nvPr/>
        </p:nvSpPr>
        <p:spPr>
          <a:xfrm>
            <a:off x="2941645" y="3413371"/>
            <a:ext cx="169022" cy="252646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5" name="Google Shape;5365;p29"/>
          <p:cNvSpPr/>
          <p:nvPr/>
        </p:nvSpPr>
        <p:spPr>
          <a:xfrm>
            <a:off x="4730651" y="3417911"/>
            <a:ext cx="367871" cy="222323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6" name="Google Shape;5366;p29"/>
          <p:cNvSpPr/>
          <p:nvPr/>
        </p:nvSpPr>
        <p:spPr>
          <a:xfrm>
            <a:off x="4674748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7" name="Google Shape;5367;p29"/>
          <p:cNvSpPr/>
          <p:nvPr/>
        </p:nvSpPr>
        <p:spPr>
          <a:xfrm>
            <a:off x="1691093" y="3471850"/>
            <a:ext cx="142990" cy="140399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8" name="Google Shape;5368;p29"/>
          <p:cNvSpPr/>
          <p:nvPr/>
        </p:nvSpPr>
        <p:spPr>
          <a:xfrm>
            <a:off x="1523428" y="3752600"/>
            <a:ext cx="478310" cy="8453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69" name="Google Shape;5369;p29"/>
          <p:cNvSpPr/>
          <p:nvPr/>
        </p:nvSpPr>
        <p:spPr>
          <a:xfrm>
            <a:off x="1522107" y="3356168"/>
            <a:ext cx="482230" cy="368201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0" name="Google Shape;5370;p29"/>
          <p:cNvSpPr/>
          <p:nvPr/>
        </p:nvSpPr>
        <p:spPr>
          <a:xfrm>
            <a:off x="297911" y="3354870"/>
            <a:ext cx="425050" cy="483550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1" name="Google Shape;5371;p29"/>
          <p:cNvSpPr/>
          <p:nvPr/>
        </p:nvSpPr>
        <p:spPr>
          <a:xfrm>
            <a:off x="410995" y="3668086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2" name="Google Shape;5372;p29"/>
          <p:cNvSpPr/>
          <p:nvPr/>
        </p:nvSpPr>
        <p:spPr>
          <a:xfrm>
            <a:off x="410995" y="3725309"/>
            <a:ext cx="198890" cy="28631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3" name="Google Shape;5373;p29"/>
          <p:cNvSpPr/>
          <p:nvPr/>
        </p:nvSpPr>
        <p:spPr>
          <a:xfrm>
            <a:off x="386281" y="3440642"/>
            <a:ext cx="253512" cy="192413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4" name="Google Shape;5374;p29"/>
          <p:cNvSpPr/>
          <p:nvPr/>
        </p:nvSpPr>
        <p:spPr>
          <a:xfrm>
            <a:off x="2158907" y="3355830"/>
            <a:ext cx="503022" cy="481611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5" name="Google Shape;5375;p29"/>
          <p:cNvSpPr/>
          <p:nvPr/>
        </p:nvSpPr>
        <p:spPr>
          <a:xfrm>
            <a:off x="4058231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6" name="Google Shape;5376;p29"/>
          <p:cNvSpPr/>
          <p:nvPr/>
        </p:nvSpPr>
        <p:spPr>
          <a:xfrm>
            <a:off x="4112813" y="3410113"/>
            <a:ext cx="29951" cy="29951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7" name="Google Shape;5377;p29"/>
          <p:cNvSpPr/>
          <p:nvPr/>
        </p:nvSpPr>
        <p:spPr>
          <a:xfrm>
            <a:off x="4169994" y="3410113"/>
            <a:ext cx="28631" cy="2995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8" name="Google Shape;5378;p29"/>
          <p:cNvSpPr/>
          <p:nvPr/>
        </p:nvSpPr>
        <p:spPr>
          <a:xfrm>
            <a:off x="4227176" y="3410113"/>
            <a:ext cx="28672" cy="29951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79" name="Google Shape;5379;p29"/>
          <p:cNvSpPr/>
          <p:nvPr/>
        </p:nvSpPr>
        <p:spPr>
          <a:xfrm>
            <a:off x="4281800" y="3410113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0" name="Google Shape;5380;p29"/>
          <p:cNvSpPr/>
          <p:nvPr/>
        </p:nvSpPr>
        <p:spPr>
          <a:xfrm>
            <a:off x="4227176" y="3611608"/>
            <a:ext cx="140432" cy="140391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1" name="Google Shape;5381;p29"/>
          <p:cNvSpPr/>
          <p:nvPr/>
        </p:nvSpPr>
        <p:spPr>
          <a:xfrm>
            <a:off x="3509059" y="3470552"/>
            <a:ext cx="139112" cy="8453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2" name="Google Shape;5382;p29"/>
          <p:cNvSpPr/>
          <p:nvPr/>
        </p:nvSpPr>
        <p:spPr>
          <a:xfrm>
            <a:off x="3450559" y="3354871"/>
            <a:ext cx="425050" cy="483550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3" name="Google Shape;5383;p29"/>
          <p:cNvSpPr/>
          <p:nvPr/>
        </p:nvSpPr>
        <p:spPr>
          <a:xfrm>
            <a:off x="3704037" y="3751301"/>
            <a:ext cx="29910" cy="29951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4" name="Google Shape;5384;p29"/>
          <p:cNvSpPr/>
          <p:nvPr/>
        </p:nvSpPr>
        <p:spPr>
          <a:xfrm>
            <a:off x="8372149" y="3363836"/>
            <a:ext cx="465654" cy="465654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5" name="Google Shape;5385;p29"/>
          <p:cNvSpPr/>
          <p:nvPr/>
        </p:nvSpPr>
        <p:spPr>
          <a:xfrm>
            <a:off x="8453895" y="3501136"/>
            <a:ext cx="302187" cy="163723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6" name="Google Shape;5386;p29"/>
          <p:cNvSpPr/>
          <p:nvPr/>
        </p:nvSpPr>
        <p:spPr>
          <a:xfrm>
            <a:off x="5291270" y="3363920"/>
            <a:ext cx="465631" cy="465631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7" name="Google Shape;5387;p29"/>
          <p:cNvSpPr/>
          <p:nvPr/>
        </p:nvSpPr>
        <p:spPr>
          <a:xfrm>
            <a:off x="6023564" y="3501169"/>
            <a:ext cx="191011" cy="191011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8" name="Google Shape;5388;p29"/>
          <p:cNvSpPr/>
          <p:nvPr/>
        </p:nvSpPr>
        <p:spPr>
          <a:xfrm>
            <a:off x="5940817" y="3418399"/>
            <a:ext cx="356528" cy="356505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89" name="Google Shape;5389;p29"/>
          <p:cNvSpPr/>
          <p:nvPr/>
        </p:nvSpPr>
        <p:spPr>
          <a:xfrm>
            <a:off x="5886242" y="3363848"/>
            <a:ext cx="465677" cy="465631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0" name="Google Shape;5390;p29"/>
          <p:cNvSpPr/>
          <p:nvPr/>
        </p:nvSpPr>
        <p:spPr>
          <a:xfrm>
            <a:off x="6187288" y="3473882"/>
            <a:ext cx="54580" cy="54598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1" name="Google Shape;5391;p29"/>
          <p:cNvSpPr/>
          <p:nvPr/>
        </p:nvSpPr>
        <p:spPr>
          <a:xfrm>
            <a:off x="6550370" y="3528457"/>
            <a:ext cx="81888" cy="245538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2" name="Google Shape;5392;p29"/>
          <p:cNvSpPr/>
          <p:nvPr/>
        </p:nvSpPr>
        <p:spPr>
          <a:xfrm>
            <a:off x="6550370" y="3419309"/>
            <a:ext cx="81888" cy="81888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3" name="Google Shape;5393;p29"/>
          <p:cNvSpPr/>
          <p:nvPr/>
        </p:nvSpPr>
        <p:spPr>
          <a:xfrm>
            <a:off x="6659519" y="3528016"/>
            <a:ext cx="218298" cy="245981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4" name="Google Shape;5394;p29"/>
          <p:cNvSpPr/>
          <p:nvPr/>
        </p:nvSpPr>
        <p:spPr>
          <a:xfrm>
            <a:off x="6481278" y="3363848"/>
            <a:ext cx="465631" cy="465631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5" name="Google Shape;5395;p29"/>
          <p:cNvSpPr/>
          <p:nvPr/>
        </p:nvSpPr>
        <p:spPr>
          <a:xfrm>
            <a:off x="7136788" y="3405926"/>
            <a:ext cx="467938" cy="381625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6" name="Google Shape;5396;p29"/>
          <p:cNvSpPr/>
          <p:nvPr/>
        </p:nvSpPr>
        <p:spPr>
          <a:xfrm>
            <a:off x="7780259" y="3363908"/>
            <a:ext cx="466353" cy="465654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397" name="Google Shape;5397;p29"/>
          <p:cNvSpPr/>
          <p:nvPr/>
        </p:nvSpPr>
        <p:spPr>
          <a:xfrm>
            <a:off x="7866455" y="3459520"/>
            <a:ext cx="291002" cy="272033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01" name="Shape 5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2" name="Google Shape;5402;p30"/>
          <p:cNvSpPr/>
          <p:nvPr/>
        </p:nvSpPr>
        <p:spPr>
          <a:xfrm>
            <a:off x="503169" y="1379872"/>
            <a:ext cx="301328" cy="195840"/>
          </a:xfrm>
          <a:custGeom>
            <a:rect b="b" l="l" r="r" t="t"/>
            <a:pathLst>
              <a:path extrusionOk="0" h="6082" w="9358">
                <a:moveTo>
                  <a:pt x="379" y="1"/>
                </a:moveTo>
                <a:cubicBezTo>
                  <a:pt x="158" y="1"/>
                  <a:pt x="1" y="221"/>
                  <a:pt x="1" y="410"/>
                </a:cubicBezTo>
                <a:lnTo>
                  <a:pt x="1" y="6081"/>
                </a:lnTo>
                <a:lnTo>
                  <a:pt x="9357" y="6081"/>
                </a:lnTo>
                <a:lnTo>
                  <a:pt x="9357" y="410"/>
                </a:lnTo>
                <a:cubicBezTo>
                  <a:pt x="9357" y="158"/>
                  <a:pt x="9168" y="1"/>
                  <a:pt x="89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3" name="Google Shape;5403;p30"/>
          <p:cNvSpPr/>
          <p:nvPr/>
        </p:nvSpPr>
        <p:spPr>
          <a:xfrm>
            <a:off x="476798" y="1602051"/>
            <a:ext cx="355069" cy="107162"/>
          </a:xfrm>
          <a:custGeom>
            <a:rect b="b" l="l" r="r" t="t"/>
            <a:pathLst>
              <a:path extrusionOk="0" h="3328" w="11027">
                <a:moveTo>
                  <a:pt x="63" y="0"/>
                </a:moveTo>
                <a:cubicBezTo>
                  <a:pt x="32" y="126"/>
                  <a:pt x="0" y="284"/>
                  <a:pt x="0" y="410"/>
                </a:cubicBezTo>
                <a:cubicBezTo>
                  <a:pt x="0" y="1103"/>
                  <a:pt x="536" y="1670"/>
                  <a:pt x="1198" y="1670"/>
                </a:cubicBezTo>
                <a:lnTo>
                  <a:pt x="3151" y="1670"/>
                </a:lnTo>
                <a:lnTo>
                  <a:pt x="2615" y="2710"/>
                </a:lnTo>
                <a:cubicBezTo>
                  <a:pt x="2521" y="2930"/>
                  <a:pt x="2615" y="3182"/>
                  <a:pt x="2836" y="3277"/>
                </a:cubicBezTo>
                <a:cubicBezTo>
                  <a:pt x="2889" y="3312"/>
                  <a:pt x="2949" y="3328"/>
                  <a:pt x="3009" y="3328"/>
                </a:cubicBezTo>
                <a:cubicBezTo>
                  <a:pt x="3166" y="3328"/>
                  <a:pt x="3326" y="3224"/>
                  <a:pt x="3371" y="3088"/>
                </a:cubicBezTo>
                <a:lnTo>
                  <a:pt x="4096" y="1639"/>
                </a:lnTo>
                <a:lnTo>
                  <a:pt x="5073" y="1639"/>
                </a:lnTo>
                <a:lnTo>
                  <a:pt x="5073" y="2867"/>
                </a:lnTo>
                <a:cubicBezTo>
                  <a:pt x="5073" y="3119"/>
                  <a:pt x="5262" y="3308"/>
                  <a:pt x="5514" y="3308"/>
                </a:cubicBezTo>
                <a:cubicBezTo>
                  <a:pt x="5734" y="3308"/>
                  <a:pt x="5892" y="3119"/>
                  <a:pt x="5892" y="2867"/>
                </a:cubicBezTo>
                <a:lnTo>
                  <a:pt x="5892" y="1639"/>
                </a:lnTo>
                <a:lnTo>
                  <a:pt x="6868" y="1639"/>
                </a:lnTo>
                <a:lnTo>
                  <a:pt x="7593" y="3088"/>
                </a:lnTo>
                <a:cubicBezTo>
                  <a:pt x="7688" y="3230"/>
                  <a:pt x="7835" y="3301"/>
                  <a:pt x="7983" y="3301"/>
                </a:cubicBezTo>
                <a:cubicBezTo>
                  <a:pt x="8032" y="3301"/>
                  <a:pt x="8081" y="3293"/>
                  <a:pt x="8129" y="3277"/>
                </a:cubicBezTo>
                <a:cubicBezTo>
                  <a:pt x="8349" y="3151"/>
                  <a:pt x="8412" y="2930"/>
                  <a:pt x="8349" y="2710"/>
                </a:cubicBezTo>
                <a:lnTo>
                  <a:pt x="7814" y="1670"/>
                </a:lnTo>
                <a:lnTo>
                  <a:pt x="9767" y="1670"/>
                </a:lnTo>
                <a:cubicBezTo>
                  <a:pt x="10429" y="1670"/>
                  <a:pt x="11027" y="1103"/>
                  <a:pt x="11027" y="410"/>
                </a:cubicBezTo>
                <a:cubicBezTo>
                  <a:pt x="11027" y="252"/>
                  <a:pt x="10964" y="126"/>
                  <a:pt x="109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4" name="Google Shape;5404;p30"/>
          <p:cNvSpPr/>
          <p:nvPr/>
        </p:nvSpPr>
        <p:spPr>
          <a:xfrm>
            <a:off x="611715" y="1300757"/>
            <a:ext cx="81176" cy="52776"/>
          </a:xfrm>
          <a:custGeom>
            <a:rect b="b" l="l" r="r" t="t"/>
            <a:pathLst>
              <a:path extrusionOk="0" h="1639" w="2521">
                <a:moveTo>
                  <a:pt x="442" y="0"/>
                </a:moveTo>
                <a:cubicBezTo>
                  <a:pt x="221" y="0"/>
                  <a:pt x="1" y="189"/>
                  <a:pt x="1" y="410"/>
                </a:cubicBezTo>
                <a:lnTo>
                  <a:pt x="1" y="1639"/>
                </a:lnTo>
                <a:lnTo>
                  <a:pt x="2489" y="1639"/>
                </a:lnTo>
                <a:lnTo>
                  <a:pt x="2489" y="410"/>
                </a:lnTo>
                <a:lnTo>
                  <a:pt x="2521" y="410"/>
                </a:lnTo>
                <a:cubicBezTo>
                  <a:pt x="2521" y="189"/>
                  <a:pt x="2332" y="0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5" name="Google Shape;5405;p30"/>
          <p:cNvSpPr/>
          <p:nvPr/>
        </p:nvSpPr>
        <p:spPr>
          <a:xfrm>
            <a:off x="551356" y="1817384"/>
            <a:ext cx="311471" cy="308186"/>
          </a:xfrm>
          <a:custGeom>
            <a:rect b="b" l="l" r="r" t="t"/>
            <a:pathLst>
              <a:path extrusionOk="0" h="9571" w="9673">
                <a:moveTo>
                  <a:pt x="5963" y="1"/>
                </a:moveTo>
                <a:cubicBezTo>
                  <a:pt x="5661" y="1"/>
                  <a:pt x="5365" y="127"/>
                  <a:pt x="5136" y="371"/>
                </a:cubicBezTo>
                <a:lnTo>
                  <a:pt x="0" y="5507"/>
                </a:lnTo>
                <a:lnTo>
                  <a:pt x="4064" y="9571"/>
                </a:lnTo>
                <a:lnTo>
                  <a:pt x="9200" y="4436"/>
                </a:lnTo>
                <a:cubicBezTo>
                  <a:pt x="9672" y="3963"/>
                  <a:pt x="9672" y="3207"/>
                  <a:pt x="9200" y="2734"/>
                </a:cubicBezTo>
                <a:lnTo>
                  <a:pt x="6868" y="434"/>
                </a:lnTo>
                <a:cubicBezTo>
                  <a:pt x="6609" y="143"/>
                  <a:pt x="6283" y="1"/>
                  <a:pt x="59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6" name="Google Shape;5406;p30"/>
          <p:cNvSpPr/>
          <p:nvPr/>
        </p:nvSpPr>
        <p:spPr>
          <a:xfrm>
            <a:off x="509753" y="2010905"/>
            <a:ext cx="153208" cy="153208"/>
          </a:xfrm>
          <a:custGeom>
            <a:rect b="b" l="l" r="r" t="t"/>
            <a:pathLst>
              <a:path extrusionOk="0" h="4758" w="4758">
                <a:moveTo>
                  <a:pt x="725" y="1"/>
                </a:moveTo>
                <a:lnTo>
                  <a:pt x="473" y="284"/>
                </a:lnTo>
                <a:cubicBezTo>
                  <a:pt x="253" y="505"/>
                  <a:pt x="95" y="820"/>
                  <a:pt x="95" y="1198"/>
                </a:cubicBezTo>
                <a:cubicBezTo>
                  <a:pt x="95" y="1450"/>
                  <a:pt x="190" y="1765"/>
                  <a:pt x="442" y="1986"/>
                </a:cubicBezTo>
                <a:cubicBezTo>
                  <a:pt x="631" y="2112"/>
                  <a:pt x="599" y="2458"/>
                  <a:pt x="442" y="2616"/>
                </a:cubicBezTo>
                <a:lnTo>
                  <a:pt x="1" y="3025"/>
                </a:lnTo>
                <a:lnTo>
                  <a:pt x="1733" y="4758"/>
                </a:lnTo>
                <a:lnTo>
                  <a:pt x="2174" y="4348"/>
                </a:lnTo>
                <a:cubicBezTo>
                  <a:pt x="2253" y="4270"/>
                  <a:pt x="2363" y="4230"/>
                  <a:pt x="2478" y="4230"/>
                </a:cubicBezTo>
                <a:cubicBezTo>
                  <a:pt x="2592" y="4230"/>
                  <a:pt x="2710" y="4270"/>
                  <a:pt x="2804" y="4348"/>
                </a:cubicBezTo>
                <a:cubicBezTo>
                  <a:pt x="3025" y="4569"/>
                  <a:pt x="3340" y="4695"/>
                  <a:pt x="3655" y="4695"/>
                </a:cubicBezTo>
                <a:cubicBezTo>
                  <a:pt x="3970" y="4695"/>
                  <a:pt x="4254" y="4569"/>
                  <a:pt x="4506" y="4348"/>
                </a:cubicBezTo>
                <a:lnTo>
                  <a:pt x="4758" y="4065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7" name="Google Shape;5407;p30"/>
          <p:cNvSpPr/>
          <p:nvPr/>
        </p:nvSpPr>
        <p:spPr>
          <a:xfrm>
            <a:off x="445837" y="2130624"/>
            <a:ext cx="100464" cy="58862"/>
          </a:xfrm>
          <a:custGeom>
            <a:rect b="b" l="l" r="r" t="t"/>
            <a:pathLst>
              <a:path extrusionOk="0" h="1828" w="3120">
                <a:moveTo>
                  <a:pt x="1450" y="0"/>
                </a:moveTo>
                <a:lnTo>
                  <a:pt x="253" y="1166"/>
                </a:lnTo>
                <a:cubicBezTo>
                  <a:pt x="1" y="1355"/>
                  <a:pt x="190" y="1828"/>
                  <a:pt x="536" y="1828"/>
                </a:cubicBezTo>
                <a:lnTo>
                  <a:pt x="2773" y="1828"/>
                </a:lnTo>
                <a:cubicBezTo>
                  <a:pt x="2931" y="1828"/>
                  <a:pt x="3025" y="1765"/>
                  <a:pt x="3120" y="1670"/>
                </a:cubicBezTo>
                <a:lnTo>
                  <a:pt x="1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8" name="Google Shape;5408;p30"/>
          <p:cNvSpPr/>
          <p:nvPr/>
        </p:nvSpPr>
        <p:spPr>
          <a:xfrm>
            <a:off x="531056" y="2622726"/>
            <a:ext cx="246555" cy="54804"/>
          </a:xfrm>
          <a:custGeom>
            <a:rect b="b" l="l" r="r" t="t"/>
            <a:pathLst>
              <a:path extrusionOk="0" h="1702" w="7657">
                <a:moveTo>
                  <a:pt x="442" y="0"/>
                </a:moveTo>
                <a:cubicBezTo>
                  <a:pt x="190" y="0"/>
                  <a:pt x="1" y="221"/>
                  <a:pt x="1" y="441"/>
                </a:cubicBezTo>
                <a:lnTo>
                  <a:pt x="1" y="1292"/>
                </a:lnTo>
                <a:cubicBezTo>
                  <a:pt x="1" y="1512"/>
                  <a:pt x="190" y="1701"/>
                  <a:pt x="442" y="1701"/>
                </a:cubicBezTo>
                <a:lnTo>
                  <a:pt x="7215" y="1701"/>
                </a:lnTo>
                <a:cubicBezTo>
                  <a:pt x="7499" y="1701"/>
                  <a:pt x="7656" y="1512"/>
                  <a:pt x="7656" y="1292"/>
                </a:cubicBezTo>
                <a:lnTo>
                  <a:pt x="7656" y="441"/>
                </a:lnTo>
                <a:cubicBezTo>
                  <a:pt x="7656" y="221"/>
                  <a:pt x="7436" y="0"/>
                  <a:pt x="72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9" name="Google Shape;5409;p30"/>
          <p:cNvSpPr/>
          <p:nvPr/>
        </p:nvSpPr>
        <p:spPr>
          <a:xfrm>
            <a:off x="559456" y="2543579"/>
            <a:ext cx="191783" cy="54804"/>
          </a:xfrm>
          <a:custGeom>
            <a:rect b="b" l="l" r="r" t="t"/>
            <a:pathLst>
              <a:path extrusionOk="0" h="1702" w="5956"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lnTo>
                  <a:pt x="1" y="1261"/>
                </a:lnTo>
                <a:cubicBezTo>
                  <a:pt x="1" y="1481"/>
                  <a:pt x="190" y="1702"/>
                  <a:pt x="442" y="1702"/>
                </a:cubicBezTo>
                <a:lnTo>
                  <a:pt x="5514" y="1702"/>
                </a:lnTo>
                <a:cubicBezTo>
                  <a:pt x="5735" y="1702"/>
                  <a:pt x="5955" y="1481"/>
                  <a:pt x="5955" y="1261"/>
                </a:cubicBezTo>
                <a:lnTo>
                  <a:pt x="5955" y="410"/>
                </a:lnTo>
                <a:cubicBezTo>
                  <a:pt x="5955" y="190"/>
                  <a:pt x="5735" y="1"/>
                  <a:pt x="55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0" name="Google Shape;5410;p30"/>
          <p:cNvSpPr/>
          <p:nvPr/>
        </p:nvSpPr>
        <p:spPr>
          <a:xfrm>
            <a:off x="448881" y="2268656"/>
            <a:ext cx="410904" cy="271929"/>
          </a:xfrm>
          <a:custGeom>
            <a:rect b="b" l="l" r="r" t="t"/>
            <a:pathLst>
              <a:path extrusionOk="0" h="8445" w="12761">
                <a:moveTo>
                  <a:pt x="6428" y="852"/>
                </a:moveTo>
                <a:cubicBezTo>
                  <a:pt x="6648" y="852"/>
                  <a:pt x="6806" y="1009"/>
                  <a:pt x="6869" y="1261"/>
                </a:cubicBezTo>
                <a:lnTo>
                  <a:pt x="6869" y="1324"/>
                </a:lnTo>
                <a:cubicBezTo>
                  <a:pt x="6806" y="1513"/>
                  <a:pt x="6648" y="1702"/>
                  <a:pt x="6428" y="1702"/>
                </a:cubicBezTo>
                <a:cubicBezTo>
                  <a:pt x="6176" y="1702"/>
                  <a:pt x="6018" y="1576"/>
                  <a:pt x="5987" y="1324"/>
                </a:cubicBezTo>
                <a:lnTo>
                  <a:pt x="5987" y="1261"/>
                </a:lnTo>
                <a:cubicBezTo>
                  <a:pt x="6018" y="1041"/>
                  <a:pt x="6176" y="852"/>
                  <a:pt x="6428" y="852"/>
                </a:cubicBezTo>
                <a:close/>
                <a:moveTo>
                  <a:pt x="2112" y="2742"/>
                </a:moveTo>
                <a:lnTo>
                  <a:pt x="3340" y="6396"/>
                </a:lnTo>
                <a:lnTo>
                  <a:pt x="914" y="6396"/>
                </a:lnTo>
                <a:lnTo>
                  <a:pt x="2112" y="2742"/>
                </a:lnTo>
                <a:close/>
                <a:moveTo>
                  <a:pt x="10681" y="2742"/>
                </a:moveTo>
                <a:lnTo>
                  <a:pt x="11878" y="6396"/>
                </a:lnTo>
                <a:lnTo>
                  <a:pt x="9452" y="6396"/>
                </a:lnTo>
                <a:lnTo>
                  <a:pt x="10681" y="2742"/>
                </a:lnTo>
                <a:close/>
                <a:moveTo>
                  <a:pt x="6333" y="1"/>
                </a:moveTo>
                <a:cubicBezTo>
                  <a:pt x="5798" y="1"/>
                  <a:pt x="5325" y="347"/>
                  <a:pt x="5168" y="852"/>
                </a:cubicBezTo>
                <a:lnTo>
                  <a:pt x="1292" y="852"/>
                </a:lnTo>
                <a:cubicBezTo>
                  <a:pt x="1103" y="852"/>
                  <a:pt x="914" y="1009"/>
                  <a:pt x="883" y="1198"/>
                </a:cubicBezTo>
                <a:cubicBezTo>
                  <a:pt x="820" y="1482"/>
                  <a:pt x="1040" y="1702"/>
                  <a:pt x="1292" y="1702"/>
                </a:cubicBezTo>
                <a:lnTo>
                  <a:pt x="1576" y="1702"/>
                </a:lnTo>
                <a:cubicBezTo>
                  <a:pt x="1" y="6491"/>
                  <a:pt x="32" y="6333"/>
                  <a:pt x="32" y="6459"/>
                </a:cubicBezTo>
                <a:cubicBezTo>
                  <a:pt x="64" y="7562"/>
                  <a:pt x="1009" y="8444"/>
                  <a:pt x="2112" y="8444"/>
                </a:cubicBezTo>
                <a:cubicBezTo>
                  <a:pt x="3277" y="8444"/>
                  <a:pt x="4159" y="7562"/>
                  <a:pt x="4159" y="6459"/>
                </a:cubicBezTo>
                <a:cubicBezTo>
                  <a:pt x="4159" y="6333"/>
                  <a:pt x="4222" y="6491"/>
                  <a:pt x="2647" y="1702"/>
                </a:cubicBezTo>
                <a:lnTo>
                  <a:pt x="5105" y="1702"/>
                </a:lnTo>
                <a:lnTo>
                  <a:pt x="5105" y="7342"/>
                </a:lnTo>
                <a:cubicBezTo>
                  <a:pt x="5105" y="7594"/>
                  <a:pt x="5325" y="7783"/>
                  <a:pt x="5546" y="7783"/>
                </a:cubicBezTo>
                <a:lnTo>
                  <a:pt x="7247" y="7783"/>
                </a:lnTo>
                <a:cubicBezTo>
                  <a:pt x="7499" y="7783"/>
                  <a:pt x="7688" y="7594"/>
                  <a:pt x="7688" y="7342"/>
                </a:cubicBezTo>
                <a:lnTo>
                  <a:pt x="7688" y="1702"/>
                </a:lnTo>
                <a:lnTo>
                  <a:pt x="10177" y="1702"/>
                </a:lnTo>
                <a:cubicBezTo>
                  <a:pt x="8602" y="6491"/>
                  <a:pt x="8633" y="6333"/>
                  <a:pt x="8633" y="6459"/>
                </a:cubicBezTo>
                <a:cubicBezTo>
                  <a:pt x="8665" y="7562"/>
                  <a:pt x="9578" y="8444"/>
                  <a:pt x="10681" y="8444"/>
                </a:cubicBezTo>
                <a:cubicBezTo>
                  <a:pt x="11815" y="8444"/>
                  <a:pt x="12729" y="7562"/>
                  <a:pt x="12729" y="6459"/>
                </a:cubicBezTo>
                <a:cubicBezTo>
                  <a:pt x="12729" y="6333"/>
                  <a:pt x="12760" y="6491"/>
                  <a:pt x="11185" y="1702"/>
                </a:cubicBezTo>
                <a:lnTo>
                  <a:pt x="11437" y="1702"/>
                </a:lnTo>
                <a:cubicBezTo>
                  <a:pt x="11626" y="1702"/>
                  <a:pt x="11815" y="1576"/>
                  <a:pt x="11847" y="1356"/>
                </a:cubicBezTo>
                <a:cubicBezTo>
                  <a:pt x="11910" y="1104"/>
                  <a:pt x="11689" y="852"/>
                  <a:pt x="11437" y="852"/>
                </a:cubicBezTo>
                <a:lnTo>
                  <a:pt x="7530" y="852"/>
                </a:lnTo>
                <a:cubicBezTo>
                  <a:pt x="7373" y="347"/>
                  <a:pt x="6900" y="1"/>
                  <a:pt x="63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1" name="Google Shape;5411;p30"/>
          <p:cNvSpPr/>
          <p:nvPr/>
        </p:nvSpPr>
        <p:spPr>
          <a:xfrm>
            <a:off x="2822693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2930" y="1670"/>
                </a:moveTo>
                <a:cubicBezTo>
                  <a:pt x="3119" y="1670"/>
                  <a:pt x="3308" y="1859"/>
                  <a:pt x="3308" y="2048"/>
                </a:cubicBezTo>
                <a:lnTo>
                  <a:pt x="3308" y="2489"/>
                </a:lnTo>
                <a:lnTo>
                  <a:pt x="3749" y="2489"/>
                </a:lnTo>
                <a:cubicBezTo>
                  <a:pt x="4001" y="2489"/>
                  <a:pt x="4159" y="2678"/>
                  <a:pt x="4159" y="2930"/>
                </a:cubicBezTo>
                <a:cubicBezTo>
                  <a:pt x="4159" y="3151"/>
                  <a:pt x="3938" y="3340"/>
                  <a:pt x="3749" y="3340"/>
                </a:cubicBezTo>
                <a:lnTo>
                  <a:pt x="3308" y="3340"/>
                </a:lnTo>
                <a:lnTo>
                  <a:pt x="3308" y="3781"/>
                </a:lnTo>
                <a:cubicBezTo>
                  <a:pt x="3308" y="4001"/>
                  <a:pt x="3119" y="4159"/>
                  <a:pt x="2930" y="4159"/>
                </a:cubicBezTo>
                <a:cubicBezTo>
                  <a:pt x="2710" y="4159"/>
                  <a:pt x="2520" y="3970"/>
                  <a:pt x="2520" y="3781"/>
                </a:cubicBezTo>
                <a:lnTo>
                  <a:pt x="2520" y="3340"/>
                </a:lnTo>
                <a:lnTo>
                  <a:pt x="2079" y="3340"/>
                </a:lnTo>
                <a:cubicBezTo>
                  <a:pt x="1859" y="3340"/>
                  <a:pt x="1701" y="3151"/>
                  <a:pt x="1701" y="2930"/>
                </a:cubicBezTo>
                <a:cubicBezTo>
                  <a:pt x="1701" y="2678"/>
                  <a:pt x="1859" y="2489"/>
                  <a:pt x="2079" y="2489"/>
                </a:cubicBezTo>
                <a:lnTo>
                  <a:pt x="2520" y="2489"/>
                </a:lnTo>
                <a:lnTo>
                  <a:pt x="2520" y="2048"/>
                </a:lnTo>
                <a:cubicBezTo>
                  <a:pt x="2520" y="1827"/>
                  <a:pt x="2710" y="1670"/>
                  <a:pt x="2930" y="1670"/>
                </a:cubicBez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5387"/>
                </a:lnTo>
                <a:cubicBezTo>
                  <a:pt x="32" y="5639"/>
                  <a:pt x="221" y="5797"/>
                  <a:pt x="441" y="5797"/>
                </a:cubicBezTo>
                <a:lnTo>
                  <a:pt x="5387" y="5797"/>
                </a:lnTo>
                <a:cubicBezTo>
                  <a:pt x="5639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39" y="0"/>
                  <a:pt x="5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2" name="Google Shape;5412;p30"/>
          <p:cNvSpPr/>
          <p:nvPr/>
        </p:nvSpPr>
        <p:spPr>
          <a:xfrm>
            <a:off x="2823692" y="1551336"/>
            <a:ext cx="188724" cy="185665"/>
          </a:xfrm>
          <a:custGeom>
            <a:rect b="b" l="l" r="r" t="t"/>
            <a:pathLst>
              <a:path extrusionOk="0" h="5766" w="5861">
                <a:moveTo>
                  <a:pt x="3450" y="1859"/>
                </a:moveTo>
                <a:cubicBezTo>
                  <a:pt x="3561" y="1859"/>
                  <a:pt x="3671" y="1890"/>
                  <a:pt x="3750" y="1953"/>
                </a:cubicBezTo>
                <a:cubicBezTo>
                  <a:pt x="3907" y="2111"/>
                  <a:pt x="3907" y="2395"/>
                  <a:pt x="3750" y="2552"/>
                </a:cubicBezTo>
                <a:lnTo>
                  <a:pt x="3466" y="2836"/>
                </a:lnTo>
                <a:lnTo>
                  <a:pt x="3750" y="3119"/>
                </a:lnTo>
                <a:cubicBezTo>
                  <a:pt x="3907" y="3277"/>
                  <a:pt x="3907" y="3529"/>
                  <a:pt x="3750" y="3686"/>
                </a:cubicBezTo>
                <a:cubicBezTo>
                  <a:pt x="3671" y="3765"/>
                  <a:pt x="3561" y="3804"/>
                  <a:pt x="3450" y="3804"/>
                </a:cubicBezTo>
                <a:cubicBezTo>
                  <a:pt x="3340" y="3804"/>
                  <a:pt x="3230" y="3765"/>
                  <a:pt x="3151" y="3686"/>
                </a:cubicBezTo>
                <a:lnTo>
                  <a:pt x="2899" y="3434"/>
                </a:lnTo>
                <a:lnTo>
                  <a:pt x="2616" y="3686"/>
                </a:lnTo>
                <a:cubicBezTo>
                  <a:pt x="2537" y="3765"/>
                  <a:pt x="2426" y="3804"/>
                  <a:pt x="2316" y="3804"/>
                </a:cubicBezTo>
                <a:cubicBezTo>
                  <a:pt x="2206" y="3804"/>
                  <a:pt x="2096" y="3765"/>
                  <a:pt x="2017" y="3686"/>
                </a:cubicBezTo>
                <a:cubicBezTo>
                  <a:pt x="1859" y="3529"/>
                  <a:pt x="1859" y="3277"/>
                  <a:pt x="2017" y="3119"/>
                </a:cubicBezTo>
                <a:lnTo>
                  <a:pt x="2300" y="2836"/>
                </a:lnTo>
                <a:lnTo>
                  <a:pt x="2017" y="2552"/>
                </a:lnTo>
                <a:cubicBezTo>
                  <a:pt x="1859" y="2395"/>
                  <a:pt x="1859" y="2111"/>
                  <a:pt x="2017" y="1953"/>
                </a:cubicBezTo>
                <a:cubicBezTo>
                  <a:pt x="2096" y="1890"/>
                  <a:pt x="2206" y="1859"/>
                  <a:pt x="2316" y="1859"/>
                </a:cubicBezTo>
                <a:cubicBezTo>
                  <a:pt x="2426" y="1859"/>
                  <a:pt x="2537" y="1890"/>
                  <a:pt x="2616" y="1953"/>
                </a:cubicBezTo>
                <a:lnTo>
                  <a:pt x="2899" y="2237"/>
                </a:lnTo>
                <a:lnTo>
                  <a:pt x="3151" y="1953"/>
                </a:lnTo>
                <a:cubicBezTo>
                  <a:pt x="3230" y="1890"/>
                  <a:pt x="3340" y="1859"/>
                  <a:pt x="3450" y="1859"/>
                </a:cubicBezTo>
                <a:close/>
                <a:moveTo>
                  <a:pt x="442" y="0"/>
                </a:moveTo>
                <a:cubicBezTo>
                  <a:pt x="221" y="0"/>
                  <a:pt x="1" y="189"/>
                  <a:pt x="1" y="378"/>
                </a:cubicBezTo>
                <a:lnTo>
                  <a:pt x="1" y="5356"/>
                </a:lnTo>
                <a:cubicBezTo>
                  <a:pt x="1" y="5608"/>
                  <a:pt x="221" y="5766"/>
                  <a:pt x="442" y="5766"/>
                </a:cubicBezTo>
                <a:lnTo>
                  <a:pt x="5419" y="5766"/>
                </a:lnTo>
                <a:cubicBezTo>
                  <a:pt x="5640" y="5766"/>
                  <a:pt x="5861" y="5545"/>
                  <a:pt x="5861" y="5356"/>
                </a:cubicBezTo>
                <a:lnTo>
                  <a:pt x="5861" y="378"/>
                </a:lnTo>
                <a:cubicBezTo>
                  <a:pt x="5861" y="158"/>
                  <a:pt x="5640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3" name="Google Shape;5413;p30"/>
          <p:cNvSpPr/>
          <p:nvPr/>
        </p:nvSpPr>
        <p:spPr>
          <a:xfrm>
            <a:off x="3044840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3750" y="2457"/>
                </a:moveTo>
                <a:cubicBezTo>
                  <a:pt x="3970" y="2457"/>
                  <a:pt x="4128" y="2646"/>
                  <a:pt x="4128" y="2867"/>
                </a:cubicBezTo>
                <a:cubicBezTo>
                  <a:pt x="4159" y="3151"/>
                  <a:pt x="3970" y="3308"/>
                  <a:pt x="3750" y="3308"/>
                </a:cubicBezTo>
                <a:lnTo>
                  <a:pt x="2080" y="3308"/>
                </a:lnTo>
                <a:cubicBezTo>
                  <a:pt x="1859" y="3308"/>
                  <a:pt x="1702" y="3119"/>
                  <a:pt x="1702" y="2867"/>
                </a:cubicBezTo>
                <a:cubicBezTo>
                  <a:pt x="1702" y="2646"/>
                  <a:pt x="1891" y="2457"/>
                  <a:pt x="2080" y="2457"/>
                </a:cubicBez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5387"/>
                </a:lnTo>
                <a:cubicBezTo>
                  <a:pt x="1" y="5639"/>
                  <a:pt x="190" y="5797"/>
                  <a:pt x="442" y="5797"/>
                </a:cubicBezTo>
                <a:lnTo>
                  <a:pt x="5388" y="5797"/>
                </a:lnTo>
                <a:cubicBezTo>
                  <a:pt x="5640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4" name="Google Shape;5414;p30"/>
          <p:cNvSpPr/>
          <p:nvPr/>
        </p:nvSpPr>
        <p:spPr>
          <a:xfrm>
            <a:off x="3044840" y="1550306"/>
            <a:ext cx="187694" cy="186696"/>
          </a:xfrm>
          <a:custGeom>
            <a:rect b="b" l="l" r="r" t="t"/>
            <a:pathLst>
              <a:path extrusionOk="0" h="5798" w="5829">
                <a:moveTo>
                  <a:pt x="3750" y="1639"/>
                </a:moveTo>
                <a:cubicBezTo>
                  <a:pt x="3970" y="1639"/>
                  <a:pt x="4128" y="1859"/>
                  <a:pt x="4128" y="2080"/>
                </a:cubicBezTo>
                <a:cubicBezTo>
                  <a:pt x="4159" y="2332"/>
                  <a:pt x="3970" y="2490"/>
                  <a:pt x="3750" y="2490"/>
                </a:cubicBezTo>
                <a:lnTo>
                  <a:pt x="2080" y="2490"/>
                </a:lnTo>
                <a:cubicBezTo>
                  <a:pt x="1859" y="2490"/>
                  <a:pt x="1702" y="2269"/>
                  <a:pt x="1702" y="2080"/>
                </a:cubicBezTo>
                <a:cubicBezTo>
                  <a:pt x="1702" y="1859"/>
                  <a:pt x="1891" y="1639"/>
                  <a:pt x="2080" y="1639"/>
                </a:cubicBezTo>
                <a:close/>
                <a:moveTo>
                  <a:pt x="3750" y="3309"/>
                </a:moveTo>
                <a:cubicBezTo>
                  <a:pt x="3970" y="3309"/>
                  <a:pt x="4128" y="3498"/>
                  <a:pt x="4128" y="3687"/>
                </a:cubicBezTo>
                <a:cubicBezTo>
                  <a:pt x="4159" y="3970"/>
                  <a:pt x="3970" y="4128"/>
                  <a:pt x="3750" y="4128"/>
                </a:cubicBezTo>
                <a:lnTo>
                  <a:pt x="2080" y="4128"/>
                </a:lnTo>
                <a:cubicBezTo>
                  <a:pt x="1859" y="4128"/>
                  <a:pt x="1702" y="3939"/>
                  <a:pt x="1702" y="3687"/>
                </a:cubicBezTo>
                <a:cubicBezTo>
                  <a:pt x="1702" y="3466"/>
                  <a:pt x="1891" y="3309"/>
                  <a:pt x="2080" y="3309"/>
                </a:cubicBezTo>
                <a:close/>
                <a:moveTo>
                  <a:pt x="442" y="1"/>
                </a:moveTo>
                <a:cubicBezTo>
                  <a:pt x="190" y="1"/>
                  <a:pt x="1" y="190"/>
                  <a:pt x="1" y="379"/>
                </a:cubicBezTo>
                <a:lnTo>
                  <a:pt x="1" y="5388"/>
                </a:lnTo>
                <a:cubicBezTo>
                  <a:pt x="1" y="5640"/>
                  <a:pt x="190" y="5798"/>
                  <a:pt x="442" y="5798"/>
                </a:cubicBezTo>
                <a:lnTo>
                  <a:pt x="5388" y="5798"/>
                </a:lnTo>
                <a:cubicBezTo>
                  <a:pt x="5640" y="5798"/>
                  <a:pt x="5829" y="5577"/>
                  <a:pt x="5829" y="5388"/>
                </a:cubicBezTo>
                <a:lnTo>
                  <a:pt x="5829" y="410"/>
                </a:ln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5" name="Google Shape;5415;p30"/>
          <p:cNvSpPr/>
          <p:nvPr/>
        </p:nvSpPr>
        <p:spPr>
          <a:xfrm>
            <a:off x="2948466" y="1808270"/>
            <a:ext cx="136979" cy="135723"/>
          </a:xfrm>
          <a:custGeom>
            <a:rect b="b" l="l" r="r" t="t"/>
            <a:pathLst>
              <a:path extrusionOk="0" h="4215" w="4254">
                <a:moveTo>
                  <a:pt x="2064" y="1"/>
                </a:moveTo>
                <a:cubicBezTo>
                  <a:pt x="1954" y="1"/>
                  <a:pt x="1844" y="40"/>
                  <a:pt x="1765" y="119"/>
                </a:cubicBezTo>
                <a:lnTo>
                  <a:pt x="1" y="1883"/>
                </a:lnTo>
                <a:lnTo>
                  <a:pt x="2332" y="4214"/>
                </a:lnTo>
                <a:lnTo>
                  <a:pt x="4096" y="2450"/>
                </a:lnTo>
                <a:cubicBezTo>
                  <a:pt x="4254" y="2293"/>
                  <a:pt x="4254" y="2009"/>
                  <a:pt x="4096" y="1852"/>
                </a:cubicBezTo>
                <a:lnTo>
                  <a:pt x="2364" y="119"/>
                </a:lnTo>
                <a:cubicBezTo>
                  <a:pt x="2285" y="40"/>
                  <a:pt x="2175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6" name="Google Shape;5416;p30"/>
          <p:cNvSpPr/>
          <p:nvPr/>
        </p:nvSpPr>
        <p:spPr>
          <a:xfrm>
            <a:off x="3098614" y="1957388"/>
            <a:ext cx="137977" cy="135723"/>
          </a:xfrm>
          <a:custGeom>
            <a:rect b="b" l="l" r="r" t="t"/>
            <a:pathLst>
              <a:path extrusionOk="0" h="4215" w="4285">
                <a:moveTo>
                  <a:pt x="2064" y="1"/>
                </a:moveTo>
                <a:cubicBezTo>
                  <a:pt x="1954" y="1"/>
                  <a:pt x="1843" y="40"/>
                  <a:pt x="1765" y="119"/>
                </a:cubicBezTo>
                <a:lnTo>
                  <a:pt x="0" y="1915"/>
                </a:lnTo>
                <a:lnTo>
                  <a:pt x="2300" y="4215"/>
                </a:lnTo>
                <a:lnTo>
                  <a:pt x="4128" y="2482"/>
                </a:lnTo>
                <a:cubicBezTo>
                  <a:pt x="4285" y="2324"/>
                  <a:pt x="4285" y="2072"/>
                  <a:pt x="4128" y="1915"/>
                </a:cubicBezTo>
                <a:lnTo>
                  <a:pt x="2363" y="119"/>
                </a:lnTo>
                <a:cubicBezTo>
                  <a:pt x="2285" y="40"/>
                  <a:pt x="2174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7" name="Google Shape;5417;p30"/>
          <p:cNvSpPr/>
          <p:nvPr/>
        </p:nvSpPr>
        <p:spPr>
          <a:xfrm>
            <a:off x="2818636" y="1889189"/>
            <a:ext cx="337842" cy="328021"/>
          </a:xfrm>
          <a:custGeom>
            <a:rect b="b" l="l" r="r" t="t"/>
            <a:pathLst>
              <a:path extrusionOk="0" h="10187" w="10492">
                <a:moveTo>
                  <a:pt x="3497" y="0"/>
                </a:moveTo>
                <a:lnTo>
                  <a:pt x="1764" y="1733"/>
                </a:lnTo>
                <a:cubicBezTo>
                  <a:pt x="1166" y="2332"/>
                  <a:pt x="725" y="3088"/>
                  <a:pt x="504" y="3812"/>
                </a:cubicBezTo>
                <a:cubicBezTo>
                  <a:pt x="0" y="5514"/>
                  <a:pt x="410" y="7404"/>
                  <a:pt x="1764" y="8759"/>
                </a:cubicBezTo>
                <a:cubicBezTo>
                  <a:pt x="2667" y="9661"/>
                  <a:pt x="3919" y="10187"/>
                  <a:pt x="5273" y="10187"/>
                </a:cubicBezTo>
                <a:cubicBezTo>
                  <a:pt x="5384" y="10187"/>
                  <a:pt x="5496" y="10183"/>
                  <a:pt x="5608" y="10176"/>
                </a:cubicBezTo>
                <a:cubicBezTo>
                  <a:pt x="6679" y="10082"/>
                  <a:pt x="7876" y="9609"/>
                  <a:pt x="8758" y="8759"/>
                </a:cubicBezTo>
                <a:lnTo>
                  <a:pt x="10491" y="7026"/>
                </a:lnTo>
                <a:lnTo>
                  <a:pt x="8191" y="4694"/>
                </a:lnTo>
                <a:lnTo>
                  <a:pt x="6396" y="6396"/>
                </a:lnTo>
                <a:cubicBezTo>
                  <a:pt x="6077" y="6715"/>
                  <a:pt x="5645" y="6880"/>
                  <a:pt x="5214" y="6880"/>
                </a:cubicBezTo>
                <a:cubicBezTo>
                  <a:pt x="4794" y="6880"/>
                  <a:pt x="4375" y="6722"/>
                  <a:pt x="4064" y="6396"/>
                </a:cubicBezTo>
                <a:cubicBezTo>
                  <a:pt x="3434" y="5766"/>
                  <a:pt x="3434" y="4694"/>
                  <a:pt x="4064" y="4064"/>
                </a:cubicBezTo>
                <a:lnTo>
                  <a:pt x="5797" y="2332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8" name="Google Shape;5418;p30"/>
          <p:cNvSpPr/>
          <p:nvPr/>
        </p:nvSpPr>
        <p:spPr>
          <a:xfrm>
            <a:off x="2825394" y="2303875"/>
            <a:ext cx="410872" cy="398700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9" name="Google Shape;5419;p30"/>
          <p:cNvSpPr/>
          <p:nvPr/>
        </p:nvSpPr>
        <p:spPr>
          <a:xfrm>
            <a:off x="1524748" y="2791049"/>
            <a:ext cx="238409" cy="144095"/>
          </a:xfrm>
          <a:custGeom>
            <a:rect b="b" l="l" r="r" t="t"/>
            <a:pathLst>
              <a:path extrusionOk="0" h="4475" w="7404">
                <a:moveTo>
                  <a:pt x="1229" y="1"/>
                </a:moveTo>
                <a:cubicBezTo>
                  <a:pt x="567" y="1"/>
                  <a:pt x="0" y="568"/>
                  <a:pt x="0" y="1261"/>
                </a:cubicBezTo>
                <a:cubicBezTo>
                  <a:pt x="0" y="1797"/>
                  <a:pt x="315" y="2269"/>
                  <a:pt x="819" y="2458"/>
                </a:cubicBezTo>
                <a:lnTo>
                  <a:pt x="819" y="4475"/>
                </a:lnTo>
                <a:lnTo>
                  <a:pt x="6616" y="4475"/>
                </a:lnTo>
                <a:lnTo>
                  <a:pt x="6616" y="2458"/>
                </a:lnTo>
                <a:lnTo>
                  <a:pt x="6585" y="2458"/>
                </a:lnTo>
                <a:cubicBezTo>
                  <a:pt x="7057" y="2301"/>
                  <a:pt x="7404" y="1828"/>
                  <a:pt x="7404" y="1261"/>
                </a:cubicBezTo>
                <a:cubicBezTo>
                  <a:pt x="7404" y="600"/>
                  <a:pt x="6868" y="64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0" name="Google Shape;5420;p30"/>
          <p:cNvSpPr/>
          <p:nvPr/>
        </p:nvSpPr>
        <p:spPr>
          <a:xfrm>
            <a:off x="1551119" y="2962513"/>
            <a:ext cx="186696" cy="238409"/>
          </a:xfrm>
          <a:custGeom>
            <a:rect b="b" l="l" r="r" t="t"/>
            <a:pathLst>
              <a:path extrusionOk="0" h="7404" w="5798">
                <a:moveTo>
                  <a:pt x="0" y="0"/>
                </a:moveTo>
                <a:lnTo>
                  <a:pt x="0" y="819"/>
                </a:lnTo>
                <a:lnTo>
                  <a:pt x="2111" y="819"/>
                </a:lnTo>
                <a:cubicBezTo>
                  <a:pt x="2332" y="819"/>
                  <a:pt x="2489" y="1040"/>
                  <a:pt x="2489" y="1260"/>
                </a:cubicBezTo>
                <a:cubicBezTo>
                  <a:pt x="2489" y="1513"/>
                  <a:pt x="2300" y="1702"/>
                  <a:pt x="2111" y="1702"/>
                </a:cubicBezTo>
                <a:lnTo>
                  <a:pt x="0" y="1702"/>
                </a:lnTo>
                <a:lnTo>
                  <a:pt x="0" y="2521"/>
                </a:lnTo>
                <a:lnTo>
                  <a:pt x="2111" y="2521"/>
                </a:lnTo>
                <a:cubicBezTo>
                  <a:pt x="2332" y="2521"/>
                  <a:pt x="2489" y="2710"/>
                  <a:pt x="2489" y="2930"/>
                </a:cubicBezTo>
                <a:cubicBezTo>
                  <a:pt x="2489" y="3151"/>
                  <a:pt x="2300" y="3340"/>
                  <a:pt x="2111" y="3340"/>
                </a:cubicBezTo>
                <a:lnTo>
                  <a:pt x="0" y="3340"/>
                </a:lnTo>
                <a:lnTo>
                  <a:pt x="0" y="4190"/>
                </a:lnTo>
                <a:lnTo>
                  <a:pt x="2111" y="4190"/>
                </a:lnTo>
                <a:cubicBezTo>
                  <a:pt x="2332" y="4190"/>
                  <a:pt x="2489" y="4379"/>
                  <a:pt x="2489" y="4600"/>
                </a:cubicBezTo>
                <a:cubicBezTo>
                  <a:pt x="2458" y="4726"/>
                  <a:pt x="2300" y="4915"/>
                  <a:pt x="2048" y="4915"/>
                </a:cubicBezTo>
                <a:lnTo>
                  <a:pt x="63" y="4915"/>
                </a:lnTo>
                <a:cubicBezTo>
                  <a:pt x="252" y="6427"/>
                  <a:pt x="1512" y="7404"/>
                  <a:pt x="2899" y="7404"/>
                </a:cubicBezTo>
                <a:cubicBezTo>
                  <a:pt x="4474" y="7404"/>
                  <a:pt x="5797" y="6112"/>
                  <a:pt x="5797" y="4537"/>
                </a:cubicBezTo>
                <a:lnTo>
                  <a:pt x="57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1" name="Google Shape;5421;p30"/>
          <p:cNvSpPr/>
          <p:nvPr/>
        </p:nvSpPr>
        <p:spPr>
          <a:xfrm>
            <a:off x="1486747" y="3298212"/>
            <a:ext cx="330726" cy="407072"/>
          </a:xfrm>
          <a:custGeom>
            <a:rect b="b" l="l" r="r" t="t"/>
            <a:pathLst>
              <a:path extrusionOk="0" h="12642" w="10271">
                <a:moveTo>
                  <a:pt x="5364" y="0"/>
                </a:moveTo>
                <a:cubicBezTo>
                  <a:pt x="5041" y="0"/>
                  <a:pt x="4710" y="118"/>
                  <a:pt x="4443" y="355"/>
                </a:cubicBezTo>
                <a:lnTo>
                  <a:pt x="3277" y="1552"/>
                </a:lnTo>
                <a:cubicBezTo>
                  <a:pt x="2804" y="2025"/>
                  <a:pt x="2804" y="2812"/>
                  <a:pt x="3277" y="3316"/>
                </a:cubicBezTo>
                <a:lnTo>
                  <a:pt x="3938" y="3978"/>
                </a:lnTo>
                <a:lnTo>
                  <a:pt x="1702" y="6215"/>
                </a:lnTo>
                <a:cubicBezTo>
                  <a:pt x="1544" y="6152"/>
                  <a:pt x="1355" y="6057"/>
                  <a:pt x="1135" y="6057"/>
                </a:cubicBezTo>
                <a:cubicBezTo>
                  <a:pt x="1119" y="6056"/>
                  <a:pt x="1104" y="6056"/>
                  <a:pt x="1089" y="6056"/>
                </a:cubicBezTo>
                <a:cubicBezTo>
                  <a:pt x="538" y="6056"/>
                  <a:pt x="0" y="6611"/>
                  <a:pt x="0" y="7286"/>
                </a:cubicBezTo>
                <a:cubicBezTo>
                  <a:pt x="0" y="7947"/>
                  <a:pt x="567" y="8515"/>
                  <a:pt x="1229" y="8515"/>
                </a:cubicBezTo>
                <a:cubicBezTo>
                  <a:pt x="1418" y="8515"/>
                  <a:pt x="1576" y="8483"/>
                  <a:pt x="1733" y="8388"/>
                </a:cubicBezTo>
                <a:lnTo>
                  <a:pt x="3560" y="10216"/>
                </a:lnTo>
                <a:cubicBezTo>
                  <a:pt x="2993" y="10720"/>
                  <a:pt x="2615" y="11381"/>
                  <a:pt x="2521" y="12169"/>
                </a:cubicBezTo>
                <a:cubicBezTo>
                  <a:pt x="2489" y="12421"/>
                  <a:pt x="2678" y="12642"/>
                  <a:pt x="2930" y="12642"/>
                </a:cubicBezTo>
                <a:lnTo>
                  <a:pt x="8633" y="12642"/>
                </a:lnTo>
                <a:cubicBezTo>
                  <a:pt x="8853" y="12642"/>
                  <a:pt x="9074" y="12421"/>
                  <a:pt x="9011" y="12169"/>
                </a:cubicBezTo>
                <a:cubicBezTo>
                  <a:pt x="8790" y="10562"/>
                  <a:pt x="7404" y="9334"/>
                  <a:pt x="5766" y="9334"/>
                </a:cubicBezTo>
                <a:cubicBezTo>
                  <a:pt x="5199" y="9334"/>
                  <a:pt x="4695" y="9491"/>
                  <a:pt x="4222" y="9743"/>
                </a:cubicBezTo>
                <a:lnTo>
                  <a:pt x="2300" y="7853"/>
                </a:lnTo>
                <a:cubicBezTo>
                  <a:pt x="2363" y="7695"/>
                  <a:pt x="2395" y="7475"/>
                  <a:pt x="2395" y="7286"/>
                </a:cubicBezTo>
                <a:cubicBezTo>
                  <a:pt x="2395" y="7097"/>
                  <a:pt x="2363" y="6939"/>
                  <a:pt x="2300" y="6782"/>
                </a:cubicBezTo>
                <a:lnTo>
                  <a:pt x="4285" y="4797"/>
                </a:lnTo>
                <a:lnTo>
                  <a:pt x="4285" y="4797"/>
                </a:lnTo>
                <a:cubicBezTo>
                  <a:pt x="4253" y="5742"/>
                  <a:pt x="4537" y="6624"/>
                  <a:pt x="5073" y="7317"/>
                </a:cubicBezTo>
                <a:lnTo>
                  <a:pt x="10271" y="2119"/>
                </a:lnTo>
                <a:cubicBezTo>
                  <a:pt x="9636" y="1606"/>
                  <a:pt x="8888" y="1321"/>
                  <a:pt x="8026" y="1321"/>
                </a:cubicBezTo>
                <a:cubicBezTo>
                  <a:pt x="7776" y="1321"/>
                  <a:pt x="7516" y="1345"/>
                  <a:pt x="7246" y="1394"/>
                </a:cubicBezTo>
                <a:lnTo>
                  <a:pt x="6238" y="355"/>
                </a:lnTo>
                <a:cubicBezTo>
                  <a:pt x="6002" y="118"/>
                  <a:pt x="5687" y="0"/>
                  <a:pt x="5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2" name="Google Shape;5422;p30"/>
          <p:cNvSpPr/>
          <p:nvPr/>
        </p:nvSpPr>
        <p:spPr>
          <a:xfrm>
            <a:off x="1708894" y="3422214"/>
            <a:ext cx="108578" cy="103426"/>
          </a:xfrm>
          <a:custGeom>
            <a:rect b="b" l="l" r="r" t="t"/>
            <a:pathLst>
              <a:path extrusionOk="0" h="3212" w="3372">
                <a:moveTo>
                  <a:pt x="2868" y="1"/>
                </a:moveTo>
                <a:lnTo>
                  <a:pt x="1" y="2868"/>
                </a:lnTo>
                <a:cubicBezTo>
                  <a:pt x="353" y="3098"/>
                  <a:pt x="757" y="3212"/>
                  <a:pt x="1156" y="3212"/>
                </a:cubicBezTo>
                <a:cubicBezTo>
                  <a:pt x="1686" y="3212"/>
                  <a:pt x="2207" y="3011"/>
                  <a:pt x="2584" y="2616"/>
                </a:cubicBezTo>
                <a:cubicBezTo>
                  <a:pt x="3309" y="1891"/>
                  <a:pt x="3372" y="851"/>
                  <a:pt x="28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3" name="Google Shape;5423;p30"/>
          <p:cNvSpPr/>
          <p:nvPr/>
        </p:nvSpPr>
        <p:spPr>
          <a:xfrm>
            <a:off x="1454801" y="3800475"/>
            <a:ext cx="400761" cy="408876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4" name="Google Shape;5424;p30"/>
          <p:cNvSpPr/>
          <p:nvPr/>
        </p:nvSpPr>
        <p:spPr>
          <a:xfrm>
            <a:off x="3868467" y="2776867"/>
            <a:ext cx="407845" cy="406332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5" name="Google Shape;5425;p30"/>
          <p:cNvSpPr/>
          <p:nvPr/>
        </p:nvSpPr>
        <p:spPr>
          <a:xfrm>
            <a:off x="881236" y="1328126"/>
            <a:ext cx="473469" cy="381473"/>
          </a:xfrm>
          <a:custGeom>
            <a:rect b="b" l="l" r="r" t="t"/>
            <a:pathLst>
              <a:path extrusionOk="0" h="11847" w="14704">
                <a:moveTo>
                  <a:pt x="7370" y="797"/>
                </a:moveTo>
                <a:cubicBezTo>
                  <a:pt x="8536" y="797"/>
                  <a:pt x="9694" y="1246"/>
                  <a:pt x="10576" y="2143"/>
                </a:cubicBezTo>
                <a:cubicBezTo>
                  <a:pt x="12340" y="3908"/>
                  <a:pt x="12340" y="6775"/>
                  <a:pt x="10576" y="8539"/>
                </a:cubicBezTo>
                <a:cubicBezTo>
                  <a:pt x="9757" y="9390"/>
                  <a:pt x="8623" y="9894"/>
                  <a:pt x="7363" y="9894"/>
                </a:cubicBezTo>
                <a:cubicBezTo>
                  <a:pt x="6102" y="9894"/>
                  <a:pt x="4937" y="9358"/>
                  <a:pt x="4118" y="8539"/>
                </a:cubicBezTo>
                <a:cubicBezTo>
                  <a:pt x="2353" y="6775"/>
                  <a:pt x="2353" y="3908"/>
                  <a:pt x="4118" y="2143"/>
                </a:cubicBezTo>
                <a:cubicBezTo>
                  <a:pt x="5031" y="1246"/>
                  <a:pt x="6205" y="797"/>
                  <a:pt x="7370" y="797"/>
                </a:cubicBezTo>
                <a:close/>
                <a:moveTo>
                  <a:pt x="7326" y="1"/>
                </a:moveTo>
                <a:cubicBezTo>
                  <a:pt x="2091" y="1"/>
                  <a:pt x="0" y="6750"/>
                  <a:pt x="4275" y="9768"/>
                </a:cubicBezTo>
                <a:lnTo>
                  <a:pt x="3424" y="11280"/>
                </a:lnTo>
                <a:cubicBezTo>
                  <a:pt x="3298" y="11532"/>
                  <a:pt x="3487" y="11847"/>
                  <a:pt x="3771" y="11847"/>
                </a:cubicBezTo>
                <a:cubicBezTo>
                  <a:pt x="3929" y="11847"/>
                  <a:pt x="4086" y="11784"/>
                  <a:pt x="4118" y="11626"/>
                </a:cubicBezTo>
                <a:lnTo>
                  <a:pt x="5000" y="10209"/>
                </a:lnTo>
                <a:cubicBezTo>
                  <a:pt x="5740" y="10571"/>
                  <a:pt x="6543" y="10752"/>
                  <a:pt x="7351" y="10752"/>
                </a:cubicBezTo>
                <a:cubicBezTo>
                  <a:pt x="8158" y="10752"/>
                  <a:pt x="8969" y="10571"/>
                  <a:pt x="9725" y="10209"/>
                </a:cubicBezTo>
                <a:lnTo>
                  <a:pt x="10576" y="11626"/>
                </a:lnTo>
                <a:cubicBezTo>
                  <a:pt x="10671" y="11784"/>
                  <a:pt x="10828" y="11847"/>
                  <a:pt x="10923" y="11847"/>
                </a:cubicBezTo>
                <a:cubicBezTo>
                  <a:pt x="11238" y="11847"/>
                  <a:pt x="11458" y="11532"/>
                  <a:pt x="11301" y="11280"/>
                </a:cubicBezTo>
                <a:lnTo>
                  <a:pt x="10419" y="9768"/>
                </a:lnTo>
                <a:cubicBezTo>
                  <a:pt x="14703" y="6775"/>
                  <a:pt x="12592" y="1"/>
                  <a:pt x="7363" y="1"/>
                </a:cubicBezTo>
                <a:cubicBezTo>
                  <a:pt x="7350" y="1"/>
                  <a:pt x="7338" y="1"/>
                  <a:pt x="73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6" name="Google Shape;5426;p30"/>
          <p:cNvSpPr/>
          <p:nvPr/>
        </p:nvSpPr>
        <p:spPr>
          <a:xfrm>
            <a:off x="1180181" y="1300757"/>
            <a:ext cx="136979" cy="136979"/>
          </a:xfrm>
          <a:custGeom>
            <a:rect b="b" l="l" r="r" t="t"/>
            <a:pathLst>
              <a:path extrusionOk="0" h="4254" w="4254">
                <a:moveTo>
                  <a:pt x="1355" y="0"/>
                </a:moveTo>
                <a:cubicBezTo>
                  <a:pt x="882" y="0"/>
                  <a:pt x="410" y="95"/>
                  <a:pt x="0" y="315"/>
                </a:cubicBezTo>
                <a:cubicBezTo>
                  <a:pt x="1891" y="946"/>
                  <a:pt x="3340" y="2395"/>
                  <a:pt x="3938" y="4254"/>
                </a:cubicBezTo>
                <a:cubicBezTo>
                  <a:pt x="4128" y="3844"/>
                  <a:pt x="4254" y="3371"/>
                  <a:pt x="4254" y="2899"/>
                </a:cubicBezTo>
                <a:cubicBezTo>
                  <a:pt x="4254" y="1292"/>
                  <a:pt x="2962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7" name="Google Shape;5427;p30"/>
          <p:cNvSpPr/>
          <p:nvPr/>
        </p:nvSpPr>
        <p:spPr>
          <a:xfrm>
            <a:off x="917429" y="1301755"/>
            <a:ext cx="136979" cy="137011"/>
          </a:xfrm>
          <a:custGeom>
            <a:rect b="b" l="l" r="r" t="t"/>
            <a:pathLst>
              <a:path extrusionOk="0" h="4255" w="4254">
                <a:moveTo>
                  <a:pt x="2931" y="1"/>
                </a:moveTo>
                <a:cubicBezTo>
                  <a:pt x="1292" y="1"/>
                  <a:pt x="1" y="1293"/>
                  <a:pt x="1" y="2899"/>
                </a:cubicBezTo>
                <a:cubicBezTo>
                  <a:pt x="1" y="3372"/>
                  <a:pt x="127" y="3845"/>
                  <a:pt x="316" y="4254"/>
                </a:cubicBezTo>
                <a:cubicBezTo>
                  <a:pt x="977" y="2364"/>
                  <a:pt x="2426" y="915"/>
                  <a:pt x="4254" y="316"/>
                </a:cubicBezTo>
                <a:cubicBezTo>
                  <a:pt x="3876" y="127"/>
                  <a:pt x="3403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8" name="Google Shape;5428;p30"/>
          <p:cNvSpPr/>
          <p:nvPr/>
        </p:nvSpPr>
        <p:spPr>
          <a:xfrm>
            <a:off x="997575" y="1379872"/>
            <a:ext cx="239439" cy="240470"/>
          </a:xfrm>
          <a:custGeom>
            <a:rect b="b" l="l" r="r" t="t"/>
            <a:pathLst>
              <a:path extrusionOk="0" h="7468" w="7436">
                <a:moveTo>
                  <a:pt x="3781" y="1671"/>
                </a:moveTo>
                <a:cubicBezTo>
                  <a:pt x="4033" y="1671"/>
                  <a:pt x="4191" y="1860"/>
                  <a:pt x="4191" y="2112"/>
                </a:cubicBezTo>
                <a:lnTo>
                  <a:pt x="4191" y="3340"/>
                </a:lnTo>
                <a:lnTo>
                  <a:pt x="5388" y="3340"/>
                </a:lnTo>
                <a:cubicBezTo>
                  <a:pt x="5640" y="3340"/>
                  <a:pt x="5829" y="3529"/>
                  <a:pt x="5829" y="3750"/>
                </a:cubicBezTo>
                <a:cubicBezTo>
                  <a:pt x="5829" y="4002"/>
                  <a:pt x="5640" y="4128"/>
                  <a:pt x="5388" y="4128"/>
                </a:cubicBezTo>
                <a:lnTo>
                  <a:pt x="3750" y="4128"/>
                </a:lnTo>
                <a:cubicBezTo>
                  <a:pt x="3498" y="4128"/>
                  <a:pt x="3308" y="3939"/>
                  <a:pt x="3308" y="3750"/>
                </a:cubicBezTo>
                <a:lnTo>
                  <a:pt x="3308" y="2112"/>
                </a:lnTo>
                <a:lnTo>
                  <a:pt x="3340" y="2112"/>
                </a:lnTo>
                <a:cubicBezTo>
                  <a:pt x="3340" y="1860"/>
                  <a:pt x="3529" y="1671"/>
                  <a:pt x="3781" y="1671"/>
                </a:cubicBezTo>
                <a:close/>
                <a:moveTo>
                  <a:pt x="3750" y="1"/>
                </a:moveTo>
                <a:cubicBezTo>
                  <a:pt x="1702" y="1"/>
                  <a:pt x="32" y="1671"/>
                  <a:pt x="0" y="3750"/>
                </a:cubicBezTo>
                <a:cubicBezTo>
                  <a:pt x="32" y="5798"/>
                  <a:pt x="1702" y="7467"/>
                  <a:pt x="3750" y="7467"/>
                </a:cubicBezTo>
                <a:cubicBezTo>
                  <a:pt x="5797" y="7467"/>
                  <a:pt x="7436" y="5798"/>
                  <a:pt x="7436" y="3750"/>
                </a:cubicBezTo>
                <a:cubicBezTo>
                  <a:pt x="7436" y="1702"/>
                  <a:pt x="5797" y="64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9" name="Google Shape;5429;p30"/>
          <p:cNvSpPr/>
          <p:nvPr/>
        </p:nvSpPr>
        <p:spPr>
          <a:xfrm>
            <a:off x="920295" y="1785408"/>
            <a:ext cx="395352" cy="400407"/>
          </a:xfrm>
          <a:custGeom>
            <a:rect b="b" l="l" r="r" t="t"/>
            <a:pathLst>
              <a:path extrusionOk="0" h="12435" w="12278">
                <a:moveTo>
                  <a:pt x="5905" y="860"/>
                </a:moveTo>
                <a:cubicBezTo>
                  <a:pt x="6421" y="860"/>
                  <a:pt x="6926" y="1412"/>
                  <a:pt x="7341" y="2467"/>
                </a:cubicBezTo>
                <a:cubicBezTo>
                  <a:pt x="6837" y="2593"/>
                  <a:pt x="6365" y="2782"/>
                  <a:pt x="5892" y="3003"/>
                </a:cubicBezTo>
                <a:cubicBezTo>
                  <a:pt x="5419" y="2782"/>
                  <a:pt x="4947" y="2593"/>
                  <a:pt x="4443" y="2467"/>
                </a:cubicBezTo>
                <a:cubicBezTo>
                  <a:pt x="4893" y="1381"/>
                  <a:pt x="5404" y="860"/>
                  <a:pt x="5905" y="860"/>
                </a:cubicBezTo>
                <a:close/>
                <a:moveTo>
                  <a:pt x="4191" y="3255"/>
                </a:moveTo>
                <a:cubicBezTo>
                  <a:pt x="4443" y="3349"/>
                  <a:pt x="4632" y="3381"/>
                  <a:pt x="4884" y="3475"/>
                </a:cubicBezTo>
                <a:cubicBezTo>
                  <a:pt x="4726" y="3538"/>
                  <a:pt x="4600" y="3601"/>
                  <a:pt x="4443" y="3696"/>
                </a:cubicBezTo>
                <a:cubicBezTo>
                  <a:pt x="4285" y="3790"/>
                  <a:pt x="4159" y="3853"/>
                  <a:pt x="4002" y="3948"/>
                </a:cubicBezTo>
                <a:cubicBezTo>
                  <a:pt x="4096" y="3727"/>
                  <a:pt x="4159" y="3507"/>
                  <a:pt x="4191" y="3255"/>
                </a:cubicBezTo>
                <a:close/>
                <a:moveTo>
                  <a:pt x="7625" y="3318"/>
                </a:moveTo>
                <a:cubicBezTo>
                  <a:pt x="7688" y="3507"/>
                  <a:pt x="7751" y="3727"/>
                  <a:pt x="7782" y="3979"/>
                </a:cubicBezTo>
                <a:cubicBezTo>
                  <a:pt x="7499" y="3790"/>
                  <a:pt x="7247" y="3633"/>
                  <a:pt x="6963" y="3507"/>
                </a:cubicBezTo>
                <a:cubicBezTo>
                  <a:pt x="7184" y="3412"/>
                  <a:pt x="7404" y="3349"/>
                  <a:pt x="7625" y="3318"/>
                </a:cubicBezTo>
                <a:close/>
                <a:moveTo>
                  <a:pt x="2611" y="3034"/>
                </a:moveTo>
                <a:cubicBezTo>
                  <a:pt x="2846" y="3034"/>
                  <a:pt x="3110" y="3054"/>
                  <a:pt x="3403" y="3097"/>
                </a:cubicBezTo>
                <a:cubicBezTo>
                  <a:pt x="3309" y="3570"/>
                  <a:pt x="3183" y="4042"/>
                  <a:pt x="3151" y="4609"/>
                </a:cubicBezTo>
                <a:cubicBezTo>
                  <a:pt x="2742" y="4924"/>
                  <a:pt x="2363" y="5240"/>
                  <a:pt x="1954" y="5586"/>
                </a:cubicBezTo>
                <a:cubicBezTo>
                  <a:pt x="712" y="4068"/>
                  <a:pt x="945" y="3034"/>
                  <a:pt x="2611" y="3034"/>
                </a:cubicBezTo>
                <a:close/>
                <a:moveTo>
                  <a:pt x="9301" y="3075"/>
                </a:moveTo>
                <a:cubicBezTo>
                  <a:pt x="10879" y="3075"/>
                  <a:pt x="11079" y="4102"/>
                  <a:pt x="9862" y="5618"/>
                </a:cubicBezTo>
                <a:cubicBezTo>
                  <a:pt x="9515" y="5271"/>
                  <a:pt x="9137" y="4924"/>
                  <a:pt x="8696" y="4641"/>
                </a:cubicBezTo>
                <a:cubicBezTo>
                  <a:pt x="8601" y="4137"/>
                  <a:pt x="8538" y="3601"/>
                  <a:pt x="8412" y="3160"/>
                </a:cubicBezTo>
                <a:cubicBezTo>
                  <a:pt x="8746" y="3102"/>
                  <a:pt x="9042" y="3075"/>
                  <a:pt x="9301" y="3075"/>
                </a:cubicBezTo>
                <a:close/>
                <a:moveTo>
                  <a:pt x="8822" y="5744"/>
                </a:moveTo>
                <a:cubicBezTo>
                  <a:pt x="9011" y="5901"/>
                  <a:pt x="9169" y="6059"/>
                  <a:pt x="9326" y="6216"/>
                </a:cubicBezTo>
                <a:cubicBezTo>
                  <a:pt x="9169" y="6374"/>
                  <a:pt x="8980" y="6531"/>
                  <a:pt x="8822" y="6689"/>
                </a:cubicBezTo>
                <a:lnTo>
                  <a:pt x="8822" y="5744"/>
                </a:lnTo>
                <a:close/>
                <a:moveTo>
                  <a:pt x="3025" y="5775"/>
                </a:moveTo>
                <a:lnTo>
                  <a:pt x="3025" y="6720"/>
                </a:lnTo>
                <a:cubicBezTo>
                  <a:pt x="2836" y="6563"/>
                  <a:pt x="2679" y="6405"/>
                  <a:pt x="2521" y="6248"/>
                </a:cubicBezTo>
                <a:cubicBezTo>
                  <a:pt x="2679" y="6090"/>
                  <a:pt x="2868" y="5933"/>
                  <a:pt x="3025" y="5775"/>
                </a:cubicBezTo>
                <a:close/>
                <a:moveTo>
                  <a:pt x="5892" y="3885"/>
                </a:moveTo>
                <a:cubicBezTo>
                  <a:pt x="6617" y="4200"/>
                  <a:pt x="7278" y="4609"/>
                  <a:pt x="7908" y="5082"/>
                </a:cubicBezTo>
                <a:cubicBezTo>
                  <a:pt x="8003" y="5838"/>
                  <a:pt x="8003" y="6626"/>
                  <a:pt x="7908" y="7413"/>
                </a:cubicBezTo>
                <a:cubicBezTo>
                  <a:pt x="7278" y="7823"/>
                  <a:pt x="6585" y="8232"/>
                  <a:pt x="5892" y="8579"/>
                </a:cubicBezTo>
                <a:cubicBezTo>
                  <a:pt x="5545" y="8421"/>
                  <a:pt x="5230" y="8232"/>
                  <a:pt x="4884" y="8043"/>
                </a:cubicBezTo>
                <a:cubicBezTo>
                  <a:pt x="4537" y="7823"/>
                  <a:pt x="4191" y="7634"/>
                  <a:pt x="3876" y="7413"/>
                </a:cubicBezTo>
                <a:cubicBezTo>
                  <a:pt x="3844" y="6657"/>
                  <a:pt x="3844" y="5870"/>
                  <a:pt x="3876" y="5082"/>
                </a:cubicBezTo>
                <a:cubicBezTo>
                  <a:pt x="4191" y="4830"/>
                  <a:pt x="4537" y="4641"/>
                  <a:pt x="4884" y="4452"/>
                </a:cubicBezTo>
                <a:cubicBezTo>
                  <a:pt x="5230" y="4263"/>
                  <a:pt x="5577" y="4042"/>
                  <a:pt x="5892" y="3885"/>
                </a:cubicBezTo>
                <a:close/>
                <a:moveTo>
                  <a:pt x="4033" y="8516"/>
                </a:moveTo>
                <a:cubicBezTo>
                  <a:pt x="4159" y="8579"/>
                  <a:pt x="4317" y="8674"/>
                  <a:pt x="4474" y="8737"/>
                </a:cubicBezTo>
                <a:cubicBezTo>
                  <a:pt x="4632" y="8831"/>
                  <a:pt x="4758" y="8894"/>
                  <a:pt x="4915" y="8989"/>
                </a:cubicBezTo>
                <a:cubicBezTo>
                  <a:pt x="4663" y="9052"/>
                  <a:pt x="4474" y="9146"/>
                  <a:pt x="4254" y="9178"/>
                </a:cubicBezTo>
                <a:cubicBezTo>
                  <a:pt x="4159" y="8926"/>
                  <a:pt x="4096" y="8737"/>
                  <a:pt x="4033" y="8516"/>
                </a:cubicBezTo>
                <a:close/>
                <a:moveTo>
                  <a:pt x="7782" y="8516"/>
                </a:moveTo>
                <a:cubicBezTo>
                  <a:pt x="7751" y="8737"/>
                  <a:pt x="7688" y="8989"/>
                  <a:pt x="7625" y="9178"/>
                </a:cubicBezTo>
                <a:cubicBezTo>
                  <a:pt x="7404" y="9083"/>
                  <a:pt x="7184" y="9052"/>
                  <a:pt x="6963" y="8989"/>
                </a:cubicBezTo>
                <a:cubicBezTo>
                  <a:pt x="7278" y="8831"/>
                  <a:pt x="7499" y="8674"/>
                  <a:pt x="7782" y="8516"/>
                </a:cubicBezTo>
                <a:close/>
                <a:moveTo>
                  <a:pt x="1954" y="6846"/>
                </a:moveTo>
                <a:cubicBezTo>
                  <a:pt x="2300" y="7193"/>
                  <a:pt x="2710" y="7571"/>
                  <a:pt x="3151" y="7823"/>
                </a:cubicBezTo>
                <a:cubicBezTo>
                  <a:pt x="3214" y="8358"/>
                  <a:pt x="3309" y="8863"/>
                  <a:pt x="3403" y="9335"/>
                </a:cubicBezTo>
                <a:cubicBezTo>
                  <a:pt x="3090" y="9388"/>
                  <a:pt x="2806" y="9414"/>
                  <a:pt x="2555" y="9414"/>
                </a:cubicBezTo>
                <a:cubicBezTo>
                  <a:pt x="1015" y="9414"/>
                  <a:pt x="681" y="8445"/>
                  <a:pt x="1954" y="6846"/>
                </a:cubicBezTo>
                <a:close/>
                <a:moveTo>
                  <a:pt x="9925" y="6846"/>
                </a:moveTo>
                <a:lnTo>
                  <a:pt x="9925" y="6846"/>
                </a:lnTo>
                <a:cubicBezTo>
                  <a:pt x="11167" y="8392"/>
                  <a:pt x="10934" y="9430"/>
                  <a:pt x="9267" y="9430"/>
                </a:cubicBezTo>
                <a:cubicBezTo>
                  <a:pt x="9032" y="9430"/>
                  <a:pt x="8768" y="9410"/>
                  <a:pt x="8475" y="9367"/>
                </a:cubicBezTo>
                <a:cubicBezTo>
                  <a:pt x="8538" y="8894"/>
                  <a:pt x="8664" y="8390"/>
                  <a:pt x="8727" y="7823"/>
                </a:cubicBezTo>
                <a:cubicBezTo>
                  <a:pt x="9137" y="7508"/>
                  <a:pt x="9515" y="7193"/>
                  <a:pt x="9925" y="6846"/>
                </a:cubicBezTo>
                <a:close/>
                <a:moveTo>
                  <a:pt x="5924" y="9461"/>
                </a:moveTo>
                <a:cubicBezTo>
                  <a:pt x="6396" y="9650"/>
                  <a:pt x="6869" y="9839"/>
                  <a:pt x="7404" y="9965"/>
                </a:cubicBezTo>
                <a:cubicBezTo>
                  <a:pt x="6962" y="11056"/>
                  <a:pt x="6440" y="11607"/>
                  <a:pt x="5922" y="11607"/>
                </a:cubicBezTo>
                <a:cubicBezTo>
                  <a:pt x="5408" y="11607"/>
                  <a:pt x="4898" y="11064"/>
                  <a:pt x="4474" y="9965"/>
                </a:cubicBezTo>
                <a:cubicBezTo>
                  <a:pt x="4978" y="9839"/>
                  <a:pt x="5451" y="9650"/>
                  <a:pt x="5924" y="9461"/>
                </a:cubicBezTo>
                <a:close/>
                <a:moveTo>
                  <a:pt x="5931" y="1"/>
                </a:moveTo>
                <a:cubicBezTo>
                  <a:pt x="5817" y="1"/>
                  <a:pt x="5699" y="14"/>
                  <a:pt x="5577" y="41"/>
                </a:cubicBezTo>
                <a:cubicBezTo>
                  <a:pt x="4632" y="262"/>
                  <a:pt x="4002" y="1333"/>
                  <a:pt x="3655" y="2278"/>
                </a:cubicBezTo>
                <a:cubicBezTo>
                  <a:pt x="3326" y="2223"/>
                  <a:pt x="2973" y="2187"/>
                  <a:pt x="2624" y="2187"/>
                </a:cubicBezTo>
                <a:cubicBezTo>
                  <a:pt x="1770" y="2187"/>
                  <a:pt x="939" y="2404"/>
                  <a:pt x="536" y="3097"/>
                </a:cubicBezTo>
                <a:cubicBezTo>
                  <a:pt x="1" y="4074"/>
                  <a:pt x="662" y="5334"/>
                  <a:pt x="1387" y="6216"/>
                </a:cubicBezTo>
                <a:cubicBezTo>
                  <a:pt x="788" y="6972"/>
                  <a:pt x="158" y="8043"/>
                  <a:pt x="379" y="8926"/>
                </a:cubicBezTo>
                <a:cubicBezTo>
                  <a:pt x="599" y="9650"/>
                  <a:pt x="1166" y="10028"/>
                  <a:pt x="1922" y="10186"/>
                </a:cubicBezTo>
                <a:cubicBezTo>
                  <a:pt x="2157" y="10241"/>
                  <a:pt x="2410" y="10266"/>
                  <a:pt x="2668" y="10266"/>
                </a:cubicBezTo>
                <a:cubicBezTo>
                  <a:pt x="2998" y="10266"/>
                  <a:pt x="3337" y="10225"/>
                  <a:pt x="3655" y="10154"/>
                </a:cubicBezTo>
                <a:cubicBezTo>
                  <a:pt x="4221" y="11678"/>
                  <a:pt x="5076" y="12434"/>
                  <a:pt x="5929" y="12434"/>
                </a:cubicBezTo>
                <a:cubicBezTo>
                  <a:pt x="6786" y="12434"/>
                  <a:pt x="7639" y="11670"/>
                  <a:pt x="8192" y="10154"/>
                </a:cubicBezTo>
                <a:cubicBezTo>
                  <a:pt x="8550" y="10215"/>
                  <a:pt x="8882" y="10243"/>
                  <a:pt x="9186" y="10243"/>
                </a:cubicBezTo>
                <a:cubicBezTo>
                  <a:pt x="11589" y="10243"/>
                  <a:pt x="12278" y="8453"/>
                  <a:pt x="10460" y="6216"/>
                </a:cubicBezTo>
                <a:cubicBezTo>
                  <a:pt x="12272" y="4014"/>
                  <a:pt x="11618" y="2182"/>
                  <a:pt x="9217" y="2182"/>
                </a:cubicBezTo>
                <a:cubicBezTo>
                  <a:pt x="8904" y="2182"/>
                  <a:pt x="8562" y="2213"/>
                  <a:pt x="8192" y="2278"/>
                </a:cubicBezTo>
                <a:cubicBezTo>
                  <a:pt x="7765" y="1139"/>
                  <a:pt x="7004" y="1"/>
                  <a:pt x="5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0" name="Google Shape;5430;p30"/>
          <p:cNvSpPr/>
          <p:nvPr/>
        </p:nvSpPr>
        <p:spPr>
          <a:xfrm>
            <a:off x="1070443" y="1945957"/>
            <a:ext cx="81176" cy="80210"/>
          </a:xfrm>
          <a:custGeom>
            <a:rect b="b" l="l" r="r" t="t"/>
            <a:pathLst>
              <a:path extrusionOk="0" h="2491" w="2521">
                <a:moveTo>
                  <a:pt x="1313" y="0"/>
                </a:moveTo>
                <a:cubicBezTo>
                  <a:pt x="1295" y="0"/>
                  <a:pt x="1278" y="1"/>
                  <a:pt x="1261" y="1"/>
                </a:cubicBezTo>
                <a:cubicBezTo>
                  <a:pt x="599" y="1"/>
                  <a:pt x="0" y="569"/>
                  <a:pt x="63" y="1230"/>
                </a:cubicBezTo>
                <a:cubicBezTo>
                  <a:pt x="0" y="1955"/>
                  <a:pt x="567" y="2490"/>
                  <a:pt x="1261" y="2490"/>
                </a:cubicBezTo>
                <a:cubicBezTo>
                  <a:pt x="1954" y="2490"/>
                  <a:pt x="2521" y="1955"/>
                  <a:pt x="2489" y="1230"/>
                </a:cubicBezTo>
                <a:cubicBezTo>
                  <a:pt x="2489" y="585"/>
                  <a:pt x="1980" y="0"/>
                  <a:pt x="13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1" name="Google Shape;5431;p30"/>
          <p:cNvSpPr/>
          <p:nvPr/>
        </p:nvSpPr>
        <p:spPr>
          <a:xfrm>
            <a:off x="916384" y="2269391"/>
            <a:ext cx="409842" cy="40784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2" name="Google Shape;5432;p30"/>
          <p:cNvSpPr/>
          <p:nvPr/>
        </p:nvSpPr>
        <p:spPr>
          <a:xfrm>
            <a:off x="3364143" y="1372787"/>
            <a:ext cx="108578" cy="108578"/>
          </a:xfrm>
          <a:custGeom>
            <a:rect b="b" l="l" r="r" t="t"/>
            <a:pathLst>
              <a:path extrusionOk="0" h="3372" w="3372">
                <a:moveTo>
                  <a:pt x="2710" y="0"/>
                </a:moveTo>
                <a:lnTo>
                  <a:pt x="1" y="2710"/>
                </a:lnTo>
                <a:lnTo>
                  <a:pt x="694" y="3371"/>
                </a:lnTo>
                <a:lnTo>
                  <a:pt x="3372" y="662"/>
                </a:lnTo>
                <a:lnTo>
                  <a:pt x="271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3" name="Google Shape;5433;p30"/>
          <p:cNvSpPr/>
          <p:nvPr/>
        </p:nvSpPr>
        <p:spPr>
          <a:xfrm>
            <a:off x="3532548" y="1338559"/>
            <a:ext cx="194810" cy="192524"/>
          </a:xfrm>
          <a:custGeom>
            <a:rect b="b" l="l" r="r" t="t"/>
            <a:pathLst>
              <a:path extrusionOk="0" h="5979" w="6050">
                <a:moveTo>
                  <a:pt x="2663" y="0"/>
                </a:moveTo>
                <a:cubicBezTo>
                  <a:pt x="2552" y="0"/>
                  <a:pt x="2442" y="39"/>
                  <a:pt x="2363" y="118"/>
                </a:cubicBezTo>
                <a:lnTo>
                  <a:pt x="1261" y="1221"/>
                </a:lnTo>
                <a:lnTo>
                  <a:pt x="2678" y="2639"/>
                </a:lnTo>
                <a:cubicBezTo>
                  <a:pt x="2836" y="2796"/>
                  <a:pt x="2836" y="3080"/>
                  <a:pt x="2678" y="3237"/>
                </a:cubicBezTo>
                <a:cubicBezTo>
                  <a:pt x="2637" y="3278"/>
                  <a:pt x="2560" y="3302"/>
                  <a:pt x="2473" y="3302"/>
                </a:cubicBezTo>
                <a:cubicBezTo>
                  <a:pt x="2360" y="3302"/>
                  <a:pt x="2232" y="3263"/>
                  <a:pt x="2143" y="3174"/>
                </a:cubicBezTo>
                <a:lnTo>
                  <a:pt x="725" y="1756"/>
                </a:lnTo>
                <a:lnTo>
                  <a:pt x="0" y="2481"/>
                </a:lnTo>
                <a:lnTo>
                  <a:pt x="3529" y="5978"/>
                </a:lnTo>
                <a:lnTo>
                  <a:pt x="5892" y="3615"/>
                </a:lnTo>
                <a:cubicBezTo>
                  <a:pt x="6049" y="3458"/>
                  <a:pt x="6049" y="3174"/>
                  <a:pt x="5892" y="3017"/>
                </a:cubicBezTo>
                <a:lnTo>
                  <a:pt x="2962" y="118"/>
                </a:lnTo>
                <a:cubicBezTo>
                  <a:pt x="2883" y="39"/>
                  <a:pt x="2773" y="0"/>
                  <a:pt x="2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4" name="Google Shape;5434;p30"/>
          <p:cNvSpPr/>
          <p:nvPr/>
        </p:nvSpPr>
        <p:spPr>
          <a:xfrm>
            <a:off x="3404715" y="1413359"/>
            <a:ext cx="274956" cy="274956"/>
          </a:xfrm>
          <a:custGeom>
            <a:rect b="b" l="l" r="r" t="t"/>
            <a:pathLst>
              <a:path extrusionOk="0" h="8539" w="8539">
                <a:moveTo>
                  <a:pt x="2679" y="0"/>
                </a:moveTo>
                <a:lnTo>
                  <a:pt x="1" y="2678"/>
                </a:lnTo>
                <a:lnTo>
                  <a:pt x="5861" y="8538"/>
                </a:lnTo>
                <a:lnTo>
                  <a:pt x="8539" y="5860"/>
                </a:lnTo>
                <a:lnTo>
                  <a:pt x="26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5" name="Google Shape;5435;p30"/>
          <p:cNvSpPr/>
          <p:nvPr/>
        </p:nvSpPr>
        <p:spPr>
          <a:xfrm>
            <a:off x="3616751" y="1625363"/>
            <a:ext cx="113183" cy="110510"/>
          </a:xfrm>
          <a:custGeom>
            <a:rect b="b" l="l" r="r" t="t"/>
            <a:pathLst>
              <a:path extrusionOk="0" h="3432" w="3515">
                <a:moveTo>
                  <a:pt x="2426" y="1"/>
                </a:moveTo>
                <a:lnTo>
                  <a:pt x="0" y="2427"/>
                </a:lnTo>
                <a:lnTo>
                  <a:pt x="2899" y="3404"/>
                </a:lnTo>
                <a:cubicBezTo>
                  <a:pt x="2948" y="3423"/>
                  <a:pt x="2996" y="3432"/>
                  <a:pt x="3044" y="3432"/>
                </a:cubicBezTo>
                <a:cubicBezTo>
                  <a:pt x="3302" y="3432"/>
                  <a:pt x="3514" y="3166"/>
                  <a:pt x="3434" y="2899"/>
                </a:cubicBez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6" name="Google Shape;5436;p30"/>
          <p:cNvSpPr/>
          <p:nvPr/>
        </p:nvSpPr>
        <p:spPr>
          <a:xfrm>
            <a:off x="3327629" y="1541192"/>
            <a:ext cx="193780" cy="192524"/>
          </a:xfrm>
          <a:custGeom>
            <a:rect b="b" l="l" r="r" t="t"/>
            <a:pathLst>
              <a:path extrusionOk="0" h="5979" w="6018">
                <a:moveTo>
                  <a:pt x="2521" y="0"/>
                </a:moveTo>
                <a:lnTo>
                  <a:pt x="1796" y="725"/>
                </a:lnTo>
                <a:lnTo>
                  <a:pt x="3308" y="2205"/>
                </a:lnTo>
                <a:cubicBezTo>
                  <a:pt x="3466" y="2363"/>
                  <a:pt x="3466" y="2646"/>
                  <a:pt x="3308" y="2804"/>
                </a:cubicBezTo>
                <a:cubicBezTo>
                  <a:pt x="3230" y="2883"/>
                  <a:pt x="3119" y="2922"/>
                  <a:pt x="3009" y="2922"/>
                </a:cubicBezTo>
                <a:cubicBezTo>
                  <a:pt x="2899" y="2922"/>
                  <a:pt x="2789" y="2883"/>
                  <a:pt x="2710" y="2804"/>
                </a:cubicBezTo>
                <a:lnTo>
                  <a:pt x="1229" y="1292"/>
                </a:lnTo>
                <a:lnTo>
                  <a:pt x="158" y="2363"/>
                </a:lnTo>
                <a:cubicBezTo>
                  <a:pt x="0" y="2520"/>
                  <a:pt x="0" y="2804"/>
                  <a:pt x="158" y="2962"/>
                </a:cubicBezTo>
                <a:lnTo>
                  <a:pt x="3056" y="5860"/>
                </a:lnTo>
                <a:cubicBezTo>
                  <a:pt x="3135" y="5939"/>
                  <a:pt x="3245" y="5978"/>
                  <a:pt x="3356" y="5978"/>
                </a:cubicBezTo>
                <a:cubicBezTo>
                  <a:pt x="3466" y="5978"/>
                  <a:pt x="3576" y="5939"/>
                  <a:pt x="3655" y="5860"/>
                </a:cubicBezTo>
                <a:lnTo>
                  <a:pt x="6018" y="3497"/>
                </a:lnTo>
                <a:lnTo>
                  <a:pt x="252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7" name="Google Shape;5437;p30"/>
          <p:cNvSpPr/>
          <p:nvPr/>
        </p:nvSpPr>
        <p:spPr>
          <a:xfrm>
            <a:off x="3314426" y="1327643"/>
            <a:ext cx="118721" cy="113151"/>
          </a:xfrm>
          <a:custGeom>
            <a:rect b="b" l="l" r="r" t="t"/>
            <a:pathLst>
              <a:path extrusionOk="0" h="3514" w="3687">
                <a:moveTo>
                  <a:pt x="2281" y="0"/>
                </a:moveTo>
                <a:cubicBezTo>
                  <a:pt x="1915" y="0"/>
                  <a:pt x="1545" y="142"/>
                  <a:pt x="1261" y="426"/>
                </a:cubicBezTo>
                <a:lnTo>
                  <a:pt x="568" y="1119"/>
                </a:lnTo>
                <a:cubicBezTo>
                  <a:pt x="1" y="1686"/>
                  <a:pt x="1" y="2568"/>
                  <a:pt x="568" y="3135"/>
                </a:cubicBezTo>
                <a:lnTo>
                  <a:pt x="946" y="3513"/>
                </a:lnTo>
                <a:lnTo>
                  <a:pt x="3687" y="804"/>
                </a:lnTo>
                <a:lnTo>
                  <a:pt x="3277" y="426"/>
                </a:lnTo>
                <a:cubicBezTo>
                  <a:pt x="3010" y="142"/>
                  <a:pt x="2647" y="0"/>
                  <a:pt x="22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8" name="Google Shape;5438;p30"/>
          <p:cNvSpPr/>
          <p:nvPr/>
        </p:nvSpPr>
        <p:spPr>
          <a:xfrm>
            <a:off x="3317244" y="1843529"/>
            <a:ext cx="386561" cy="106550"/>
          </a:xfrm>
          <a:custGeom>
            <a:rect b="b" l="l" r="r" t="t"/>
            <a:pathLst>
              <a:path extrusionOk="0" h="3309" w="12005">
                <a:moveTo>
                  <a:pt x="1671" y="0"/>
                </a:moveTo>
                <a:cubicBezTo>
                  <a:pt x="757" y="0"/>
                  <a:pt x="1" y="757"/>
                  <a:pt x="1" y="1670"/>
                </a:cubicBezTo>
                <a:cubicBezTo>
                  <a:pt x="1" y="2552"/>
                  <a:pt x="757" y="3308"/>
                  <a:pt x="1671" y="3308"/>
                </a:cubicBezTo>
                <a:lnTo>
                  <a:pt x="11469" y="3308"/>
                </a:lnTo>
                <a:cubicBezTo>
                  <a:pt x="11815" y="3308"/>
                  <a:pt x="12004" y="2930"/>
                  <a:pt x="11784" y="2647"/>
                </a:cubicBezTo>
                <a:cubicBezTo>
                  <a:pt x="11595" y="2363"/>
                  <a:pt x="11469" y="2017"/>
                  <a:pt x="11469" y="1670"/>
                </a:cubicBezTo>
                <a:cubicBezTo>
                  <a:pt x="11469" y="1292"/>
                  <a:pt x="11595" y="946"/>
                  <a:pt x="11784" y="662"/>
                </a:cubicBezTo>
                <a:cubicBezTo>
                  <a:pt x="11973" y="410"/>
                  <a:pt x="11784" y="0"/>
                  <a:pt x="114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9" name="Google Shape;5439;p30"/>
          <p:cNvSpPr/>
          <p:nvPr/>
        </p:nvSpPr>
        <p:spPr>
          <a:xfrm>
            <a:off x="3622595" y="1976418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2" y="3309"/>
                </a:lnTo>
                <a:lnTo>
                  <a:pt x="85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0" name="Google Shape;5440;p30"/>
          <p:cNvSpPr/>
          <p:nvPr/>
        </p:nvSpPr>
        <p:spPr>
          <a:xfrm>
            <a:off x="3676369" y="1977449"/>
            <a:ext cx="50747" cy="106550"/>
          </a:xfrm>
          <a:custGeom>
            <a:rect b="b" l="l" r="r" t="t"/>
            <a:pathLst>
              <a:path extrusionOk="0" h="3309" w="1576">
                <a:moveTo>
                  <a:pt x="1" y="0"/>
                </a:moveTo>
                <a:lnTo>
                  <a:pt x="1" y="3308"/>
                </a:lnTo>
                <a:lnTo>
                  <a:pt x="1198" y="3308"/>
                </a:lnTo>
                <a:cubicBezTo>
                  <a:pt x="1387" y="3277"/>
                  <a:pt x="1576" y="3088"/>
                  <a:pt x="1576" y="2899"/>
                </a:cubicBezTo>
                <a:lnTo>
                  <a:pt x="1576" y="410"/>
                </a:lnTo>
                <a:cubicBezTo>
                  <a:pt x="1576" y="158"/>
                  <a:pt x="1387" y="0"/>
                  <a:pt x="1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1" name="Google Shape;5441;p30"/>
          <p:cNvSpPr/>
          <p:nvPr/>
        </p:nvSpPr>
        <p:spPr>
          <a:xfrm>
            <a:off x="3345677" y="1976418"/>
            <a:ext cx="250580" cy="106550"/>
          </a:xfrm>
          <a:custGeom>
            <a:rect b="b" l="l" r="r" t="t"/>
            <a:pathLst>
              <a:path extrusionOk="0" h="3309" w="7782">
                <a:moveTo>
                  <a:pt x="441" y="1"/>
                </a:moveTo>
                <a:cubicBezTo>
                  <a:pt x="189" y="1"/>
                  <a:pt x="0" y="221"/>
                  <a:pt x="0" y="442"/>
                </a:cubicBezTo>
                <a:lnTo>
                  <a:pt x="0" y="2931"/>
                </a:lnTo>
                <a:cubicBezTo>
                  <a:pt x="0" y="3151"/>
                  <a:pt x="189" y="3309"/>
                  <a:pt x="441" y="3309"/>
                </a:cubicBezTo>
                <a:lnTo>
                  <a:pt x="7782" y="3309"/>
                </a:lnTo>
                <a:lnTo>
                  <a:pt x="778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2" name="Google Shape;5442;p30"/>
          <p:cNvSpPr/>
          <p:nvPr/>
        </p:nvSpPr>
        <p:spPr>
          <a:xfrm>
            <a:off x="3399418" y="2109307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1" y="3309"/>
                </a:lnTo>
                <a:lnTo>
                  <a:pt x="8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3" name="Google Shape;5443;p30"/>
          <p:cNvSpPr/>
          <p:nvPr/>
        </p:nvSpPr>
        <p:spPr>
          <a:xfrm>
            <a:off x="3453192" y="2111336"/>
            <a:ext cx="245525" cy="105552"/>
          </a:xfrm>
          <a:custGeom>
            <a:rect b="b" l="l" r="r" t="t"/>
            <a:pathLst>
              <a:path extrusionOk="0" h="3278" w="7625">
                <a:moveTo>
                  <a:pt x="1" y="1"/>
                </a:moveTo>
                <a:lnTo>
                  <a:pt x="1" y="3277"/>
                </a:lnTo>
                <a:lnTo>
                  <a:pt x="7247" y="3277"/>
                </a:lnTo>
                <a:cubicBezTo>
                  <a:pt x="7467" y="3277"/>
                  <a:pt x="7625" y="3057"/>
                  <a:pt x="7625" y="2868"/>
                </a:cubicBezTo>
                <a:lnTo>
                  <a:pt x="7625" y="379"/>
                </a:lnTo>
                <a:cubicBezTo>
                  <a:pt x="7625" y="158"/>
                  <a:pt x="7436" y="1"/>
                  <a:pt x="72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4" name="Google Shape;5444;p30"/>
          <p:cNvSpPr/>
          <p:nvPr/>
        </p:nvSpPr>
        <p:spPr>
          <a:xfrm>
            <a:off x="3317244" y="2110337"/>
            <a:ext cx="55835" cy="106550"/>
          </a:xfrm>
          <a:custGeom>
            <a:rect b="b" l="l" r="r" t="t"/>
            <a:pathLst>
              <a:path extrusionOk="0" h="3309" w="1734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lnTo>
                  <a:pt x="1" y="2867"/>
                </a:lnTo>
                <a:cubicBezTo>
                  <a:pt x="1" y="3088"/>
                  <a:pt x="190" y="3308"/>
                  <a:pt x="442" y="3308"/>
                </a:cubicBezTo>
                <a:lnTo>
                  <a:pt x="1734" y="3308"/>
                </a:lnTo>
                <a:lnTo>
                  <a:pt x="173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5" name="Google Shape;5445;p30"/>
          <p:cNvSpPr/>
          <p:nvPr/>
        </p:nvSpPr>
        <p:spPr>
          <a:xfrm>
            <a:off x="3377619" y="2484749"/>
            <a:ext cx="292183" cy="130893"/>
          </a:xfrm>
          <a:custGeom>
            <a:rect b="b" l="l" r="r" t="t"/>
            <a:pathLst>
              <a:path extrusionOk="0" h="4065" w="9074">
                <a:moveTo>
                  <a:pt x="0" y="0"/>
                </a:moveTo>
                <a:lnTo>
                  <a:pt x="0" y="2017"/>
                </a:lnTo>
                <a:cubicBezTo>
                  <a:pt x="0" y="3529"/>
                  <a:pt x="2741" y="4065"/>
                  <a:pt x="4505" y="4065"/>
                </a:cubicBezTo>
                <a:cubicBezTo>
                  <a:pt x="6774" y="4065"/>
                  <a:pt x="9074" y="3371"/>
                  <a:pt x="9074" y="2017"/>
                </a:cubicBezTo>
                <a:lnTo>
                  <a:pt x="9074" y="0"/>
                </a:lnTo>
                <a:lnTo>
                  <a:pt x="5135" y="2237"/>
                </a:lnTo>
                <a:cubicBezTo>
                  <a:pt x="4953" y="2359"/>
                  <a:pt x="4748" y="2415"/>
                  <a:pt x="4546" y="2415"/>
                </a:cubicBezTo>
                <a:cubicBezTo>
                  <a:pt x="4330" y="2415"/>
                  <a:pt x="4117" y="2351"/>
                  <a:pt x="3938" y="2237"/>
                </a:cubicBezTo>
                <a:cubicBezTo>
                  <a:pt x="3623" y="2048"/>
                  <a:pt x="315" y="22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6" name="Google Shape;5446;p30"/>
          <p:cNvSpPr/>
          <p:nvPr/>
        </p:nvSpPr>
        <p:spPr>
          <a:xfrm>
            <a:off x="3321817" y="2296831"/>
            <a:ext cx="400729" cy="408071"/>
          </a:xfrm>
          <a:custGeom>
            <a:rect b="b" l="l" r="r" t="t"/>
            <a:pathLst>
              <a:path extrusionOk="0" h="12673" w="12445">
                <a:moveTo>
                  <a:pt x="6254" y="0"/>
                </a:moveTo>
                <a:cubicBezTo>
                  <a:pt x="6183" y="0"/>
                  <a:pt x="6112" y="24"/>
                  <a:pt x="6049" y="71"/>
                </a:cubicBezTo>
                <a:lnTo>
                  <a:pt x="284" y="3379"/>
                </a:lnTo>
                <a:cubicBezTo>
                  <a:pt x="0" y="3537"/>
                  <a:pt x="0" y="3915"/>
                  <a:pt x="284" y="4072"/>
                </a:cubicBezTo>
                <a:lnTo>
                  <a:pt x="6049" y="7380"/>
                </a:lnTo>
                <a:cubicBezTo>
                  <a:pt x="6112" y="7427"/>
                  <a:pt x="6183" y="7451"/>
                  <a:pt x="6254" y="7451"/>
                </a:cubicBezTo>
                <a:cubicBezTo>
                  <a:pt x="6325" y="7451"/>
                  <a:pt x="6396" y="7427"/>
                  <a:pt x="6459" y="7380"/>
                </a:cubicBezTo>
                <a:cubicBezTo>
                  <a:pt x="11374" y="4545"/>
                  <a:pt x="11626" y="4419"/>
                  <a:pt x="11626" y="4419"/>
                </a:cubicBezTo>
                <a:lnTo>
                  <a:pt x="11626" y="12263"/>
                </a:lnTo>
                <a:cubicBezTo>
                  <a:pt x="11657" y="12515"/>
                  <a:pt x="11846" y="12673"/>
                  <a:pt x="12035" y="12673"/>
                </a:cubicBezTo>
                <a:cubicBezTo>
                  <a:pt x="12287" y="12673"/>
                  <a:pt x="12445" y="12452"/>
                  <a:pt x="12445" y="12263"/>
                </a:cubicBezTo>
                <a:lnTo>
                  <a:pt x="12445" y="3726"/>
                </a:lnTo>
                <a:cubicBezTo>
                  <a:pt x="12445" y="3568"/>
                  <a:pt x="12319" y="3411"/>
                  <a:pt x="12256" y="3379"/>
                </a:cubicBezTo>
                <a:lnTo>
                  <a:pt x="6459" y="71"/>
                </a:lnTo>
                <a:cubicBezTo>
                  <a:pt x="6396" y="24"/>
                  <a:pt x="6325" y="0"/>
                  <a:pt x="62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7" name="Google Shape;5447;p30"/>
          <p:cNvSpPr/>
          <p:nvPr/>
        </p:nvSpPr>
        <p:spPr>
          <a:xfrm>
            <a:off x="2140165" y="2794108"/>
            <a:ext cx="133920" cy="159293"/>
          </a:xfrm>
          <a:custGeom>
            <a:rect b="b" l="l" r="r" t="t"/>
            <a:pathLst>
              <a:path extrusionOk="0" h="4947" w="4159">
                <a:moveTo>
                  <a:pt x="0" y="0"/>
                </a:moveTo>
                <a:lnTo>
                  <a:pt x="0" y="2552"/>
                </a:lnTo>
                <a:cubicBezTo>
                  <a:pt x="473" y="2710"/>
                  <a:pt x="851" y="3182"/>
                  <a:pt x="851" y="3750"/>
                </a:cubicBezTo>
                <a:lnTo>
                  <a:pt x="851" y="4947"/>
                </a:lnTo>
                <a:lnTo>
                  <a:pt x="4159" y="4947"/>
                </a:lnTo>
                <a:lnTo>
                  <a:pt x="4159" y="3687"/>
                </a:lnTo>
                <a:cubicBezTo>
                  <a:pt x="4159" y="1639"/>
                  <a:pt x="2489" y="0"/>
                  <a:pt x="4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8" name="Google Shape;5448;p30"/>
          <p:cNvSpPr/>
          <p:nvPr/>
        </p:nvSpPr>
        <p:spPr>
          <a:xfrm>
            <a:off x="2113760" y="2897566"/>
            <a:ext cx="28433" cy="81208"/>
          </a:xfrm>
          <a:custGeom>
            <a:rect b="b" l="l" r="r" t="t"/>
            <a:pathLst>
              <a:path extrusionOk="0" h="2522" w="883">
                <a:moveTo>
                  <a:pt x="474" y="1"/>
                </a:moveTo>
                <a:cubicBezTo>
                  <a:pt x="253" y="1"/>
                  <a:pt x="95" y="222"/>
                  <a:pt x="95" y="442"/>
                </a:cubicBezTo>
                <a:lnTo>
                  <a:pt x="95" y="2112"/>
                </a:lnTo>
                <a:cubicBezTo>
                  <a:pt x="1" y="2332"/>
                  <a:pt x="190" y="2521"/>
                  <a:pt x="442" y="2521"/>
                </a:cubicBezTo>
                <a:cubicBezTo>
                  <a:pt x="663" y="2521"/>
                  <a:pt x="820" y="2332"/>
                  <a:pt x="883" y="2112"/>
                </a:cubicBezTo>
                <a:lnTo>
                  <a:pt x="883" y="442"/>
                </a:lnTo>
                <a:cubicBezTo>
                  <a:pt x="883" y="222"/>
                  <a:pt x="663" y="64"/>
                  <a:pt x="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9" name="Google Shape;5449;p30"/>
          <p:cNvSpPr/>
          <p:nvPr/>
        </p:nvSpPr>
        <p:spPr>
          <a:xfrm>
            <a:off x="1980872" y="2793077"/>
            <a:ext cx="132922" cy="158295"/>
          </a:xfrm>
          <a:custGeom>
            <a:rect b="b" l="l" r="r" t="t"/>
            <a:pathLst>
              <a:path extrusionOk="0" h="4916" w="4128">
                <a:moveTo>
                  <a:pt x="3687" y="1"/>
                </a:moveTo>
                <a:cubicBezTo>
                  <a:pt x="1671" y="1"/>
                  <a:pt x="1" y="1639"/>
                  <a:pt x="1" y="3687"/>
                </a:cubicBezTo>
                <a:lnTo>
                  <a:pt x="1" y="4916"/>
                </a:lnTo>
                <a:lnTo>
                  <a:pt x="3309" y="4916"/>
                </a:lnTo>
                <a:lnTo>
                  <a:pt x="3309" y="3687"/>
                </a:lnTo>
                <a:cubicBezTo>
                  <a:pt x="3309" y="3151"/>
                  <a:pt x="3655" y="2710"/>
                  <a:pt x="4128" y="2521"/>
                </a:cubicBezTo>
                <a:lnTo>
                  <a:pt x="412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0" name="Google Shape;5450;p30"/>
          <p:cNvSpPr/>
          <p:nvPr/>
        </p:nvSpPr>
        <p:spPr>
          <a:xfrm>
            <a:off x="1979873" y="2980771"/>
            <a:ext cx="294211" cy="220151"/>
          </a:xfrm>
          <a:custGeom>
            <a:rect b="b" l="l" r="r" t="t"/>
            <a:pathLst>
              <a:path extrusionOk="0" h="6837" w="9137">
                <a:moveTo>
                  <a:pt x="0" y="0"/>
                </a:moveTo>
                <a:lnTo>
                  <a:pt x="0" y="3151"/>
                </a:lnTo>
                <a:cubicBezTo>
                  <a:pt x="0" y="5199"/>
                  <a:pt x="1639" y="6837"/>
                  <a:pt x="3686" y="6837"/>
                </a:cubicBezTo>
                <a:lnTo>
                  <a:pt x="5356" y="6837"/>
                </a:lnTo>
                <a:cubicBezTo>
                  <a:pt x="7467" y="6837"/>
                  <a:pt x="9137" y="5199"/>
                  <a:pt x="9137" y="3151"/>
                </a:cubicBezTo>
                <a:lnTo>
                  <a:pt x="9137" y="0"/>
                </a:lnTo>
                <a:lnTo>
                  <a:pt x="5734" y="0"/>
                </a:lnTo>
                <a:cubicBezTo>
                  <a:pt x="5577" y="473"/>
                  <a:pt x="5104" y="819"/>
                  <a:pt x="4568" y="819"/>
                </a:cubicBezTo>
                <a:cubicBezTo>
                  <a:pt x="4001" y="819"/>
                  <a:pt x="3560" y="473"/>
                  <a:pt x="33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1" name="Google Shape;5451;p30"/>
          <p:cNvSpPr/>
          <p:nvPr/>
        </p:nvSpPr>
        <p:spPr>
          <a:xfrm>
            <a:off x="2168110" y="3302429"/>
            <a:ext cx="176520" cy="169533"/>
          </a:xfrm>
          <a:custGeom>
            <a:rect b="b" l="l" r="r" t="t"/>
            <a:pathLst>
              <a:path extrusionOk="0" h="5265" w="5482">
                <a:moveTo>
                  <a:pt x="1543" y="1"/>
                </a:moveTo>
                <a:cubicBezTo>
                  <a:pt x="987" y="1"/>
                  <a:pt x="447" y="38"/>
                  <a:pt x="0" y="98"/>
                </a:cubicBezTo>
                <a:lnTo>
                  <a:pt x="5167" y="5265"/>
                </a:lnTo>
                <a:cubicBezTo>
                  <a:pt x="5482" y="3311"/>
                  <a:pt x="5198" y="1326"/>
                  <a:pt x="4568" y="696"/>
                </a:cubicBezTo>
                <a:cubicBezTo>
                  <a:pt x="4029" y="178"/>
                  <a:pt x="2751" y="1"/>
                  <a:pt x="15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2" name="Google Shape;5452;p30"/>
          <p:cNvSpPr/>
          <p:nvPr/>
        </p:nvSpPr>
        <p:spPr>
          <a:xfrm>
            <a:off x="1925645" y="3537875"/>
            <a:ext cx="176553" cy="169243"/>
          </a:xfrm>
          <a:custGeom>
            <a:rect b="b" l="l" r="r" t="t"/>
            <a:pathLst>
              <a:path extrusionOk="0" h="5256" w="5483">
                <a:moveTo>
                  <a:pt x="316" y="0"/>
                </a:moveTo>
                <a:lnTo>
                  <a:pt x="316" y="0"/>
                </a:lnTo>
                <a:cubicBezTo>
                  <a:pt x="0" y="1922"/>
                  <a:pt x="253" y="3907"/>
                  <a:pt x="914" y="4569"/>
                </a:cubicBezTo>
                <a:cubicBezTo>
                  <a:pt x="1376" y="5031"/>
                  <a:pt x="2601" y="5256"/>
                  <a:pt x="3967" y="5256"/>
                </a:cubicBezTo>
                <a:cubicBezTo>
                  <a:pt x="4464" y="5256"/>
                  <a:pt x="4979" y="5226"/>
                  <a:pt x="5482" y="5167"/>
                </a:cubicBezTo>
                <a:lnTo>
                  <a:pt x="31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3" name="Google Shape;5453;p30"/>
          <p:cNvSpPr/>
          <p:nvPr/>
        </p:nvSpPr>
        <p:spPr>
          <a:xfrm>
            <a:off x="1943902" y="3311639"/>
            <a:ext cx="384500" cy="387559"/>
          </a:xfrm>
          <a:custGeom>
            <a:rect b="b" l="l" r="r" t="t"/>
            <a:pathLst>
              <a:path extrusionOk="0" h="12036" w="11941">
                <a:moveTo>
                  <a:pt x="6349" y="2687"/>
                </a:moveTo>
                <a:cubicBezTo>
                  <a:pt x="6459" y="2687"/>
                  <a:pt x="6569" y="2726"/>
                  <a:pt x="6648" y="2805"/>
                </a:cubicBezTo>
                <a:lnTo>
                  <a:pt x="7593" y="3750"/>
                </a:lnTo>
                <a:lnTo>
                  <a:pt x="7719" y="3655"/>
                </a:lnTo>
                <a:cubicBezTo>
                  <a:pt x="7798" y="3577"/>
                  <a:pt x="7908" y="3537"/>
                  <a:pt x="8019" y="3537"/>
                </a:cubicBezTo>
                <a:cubicBezTo>
                  <a:pt x="8129" y="3537"/>
                  <a:pt x="8239" y="3577"/>
                  <a:pt x="8318" y="3655"/>
                </a:cubicBezTo>
                <a:cubicBezTo>
                  <a:pt x="8475" y="3813"/>
                  <a:pt x="8475" y="4065"/>
                  <a:pt x="8318" y="4222"/>
                </a:cubicBezTo>
                <a:lnTo>
                  <a:pt x="8192" y="4348"/>
                </a:lnTo>
                <a:lnTo>
                  <a:pt x="9137" y="5294"/>
                </a:lnTo>
                <a:cubicBezTo>
                  <a:pt x="9295" y="5451"/>
                  <a:pt x="9295" y="5735"/>
                  <a:pt x="9137" y="5892"/>
                </a:cubicBezTo>
                <a:cubicBezTo>
                  <a:pt x="9058" y="5971"/>
                  <a:pt x="8948" y="6010"/>
                  <a:pt x="8838" y="6010"/>
                </a:cubicBezTo>
                <a:cubicBezTo>
                  <a:pt x="8727" y="6010"/>
                  <a:pt x="8617" y="5971"/>
                  <a:pt x="8538" y="5892"/>
                </a:cubicBezTo>
                <a:lnTo>
                  <a:pt x="7593" y="4947"/>
                </a:lnTo>
                <a:lnTo>
                  <a:pt x="6522" y="6018"/>
                </a:lnTo>
                <a:lnTo>
                  <a:pt x="7467" y="6963"/>
                </a:lnTo>
                <a:cubicBezTo>
                  <a:pt x="7625" y="7089"/>
                  <a:pt x="7625" y="7373"/>
                  <a:pt x="7467" y="7530"/>
                </a:cubicBezTo>
                <a:cubicBezTo>
                  <a:pt x="7388" y="7609"/>
                  <a:pt x="7286" y="7649"/>
                  <a:pt x="7184" y="7649"/>
                </a:cubicBezTo>
                <a:cubicBezTo>
                  <a:pt x="7081" y="7649"/>
                  <a:pt x="6979" y="7609"/>
                  <a:pt x="6900" y="7530"/>
                </a:cubicBezTo>
                <a:lnTo>
                  <a:pt x="5955" y="6585"/>
                </a:lnTo>
                <a:lnTo>
                  <a:pt x="4884" y="7656"/>
                </a:lnTo>
                <a:lnTo>
                  <a:pt x="5829" y="8602"/>
                </a:lnTo>
                <a:cubicBezTo>
                  <a:pt x="5987" y="8759"/>
                  <a:pt x="5987" y="9043"/>
                  <a:pt x="5829" y="9200"/>
                </a:cubicBezTo>
                <a:cubicBezTo>
                  <a:pt x="5750" y="9279"/>
                  <a:pt x="5640" y="9318"/>
                  <a:pt x="5530" y="9318"/>
                </a:cubicBezTo>
                <a:cubicBezTo>
                  <a:pt x="5419" y="9318"/>
                  <a:pt x="5309" y="9279"/>
                  <a:pt x="5230" y="9200"/>
                </a:cubicBezTo>
                <a:lnTo>
                  <a:pt x="4285" y="8255"/>
                </a:lnTo>
                <a:lnTo>
                  <a:pt x="4159" y="8381"/>
                </a:lnTo>
                <a:cubicBezTo>
                  <a:pt x="4080" y="8460"/>
                  <a:pt x="3978" y="8499"/>
                  <a:pt x="3876" y="8499"/>
                </a:cubicBezTo>
                <a:cubicBezTo>
                  <a:pt x="3773" y="8499"/>
                  <a:pt x="3671" y="8460"/>
                  <a:pt x="3592" y="8381"/>
                </a:cubicBezTo>
                <a:cubicBezTo>
                  <a:pt x="3435" y="8224"/>
                  <a:pt x="3435" y="7940"/>
                  <a:pt x="3592" y="7782"/>
                </a:cubicBezTo>
                <a:lnTo>
                  <a:pt x="3687" y="7656"/>
                </a:lnTo>
                <a:lnTo>
                  <a:pt x="2742" y="6711"/>
                </a:lnTo>
                <a:cubicBezTo>
                  <a:pt x="2584" y="6554"/>
                  <a:pt x="2584" y="6270"/>
                  <a:pt x="2742" y="6113"/>
                </a:cubicBezTo>
                <a:cubicBezTo>
                  <a:pt x="2820" y="6034"/>
                  <a:pt x="2931" y="5995"/>
                  <a:pt x="3041" y="5995"/>
                </a:cubicBezTo>
                <a:cubicBezTo>
                  <a:pt x="3151" y="5995"/>
                  <a:pt x="3261" y="6034"/>
                  <a:pt x="3340" y="6113"/>
                </a:cubicBezTo>
                <a:lnTo>
                  <a:pt x="4285" y="7058"/>
                </a:lnTo>
                <a:lnTo>
                  <a:pt x="5356" y="6018"/>
                </a:lnTo>
                <a:lnTo>
                  <a:pt x="4411" y="5073"/>
                </a:lnTo>
                <a:cubicBezTo>
                  <a:pt x="4254" y="4916"/>
                  <a:pt x="4254" y="4632"/>
                  <a:pt x="4411" y="4474"/>
                </a:cubicBezTo>
                <a:cubicBezTo>
                  <a:pt x="4490" y="4396"/>
                  <a:pt x="4600" y="4356"/>
                  <a:pt x="4711" y="4356"/>
                </a:cubicBezTo>
                <a:cubicBezTo>
                  <a:pt x="4821" y="4356"/>
                  <a:pt x="4931" y="4396"/>
                  <a:pt x="5010" y="4474"/>
                </a:cubicBezTo>
                <a:lnTo>
                  <a:pt x="5955" y="5420"/>
                </a:lnTo>
                <a:lnTo>
                  <a:pt x="6995" y="4348"/>
                </a:lnTo>
                <a:lnTo>
                  <a:pt x="6050" y="3403"/>
                </a:lnTo>
                <a:cubicBezTo>
                  <a:pt x="5892" y="3246"/>
                  <a:pt x="5892" y="2962"/>
                  <a:pt x="6050" y="2805"/>
                </a:cubicBezTo>
                <a:cubicBezTo>
                  <a:pt x="6128" y="2726"/>
                  <a:pt x="6239" y="2687"/>
                  <a:pt x="6349" y="2687"/>
                </a:cubicBezTo>
                <a:close/>
                <a:moveTo>
                  <a:pt x="5987" y="1"/>
                </a:moveTo>
                <a:cubicBezTo>
                  <a:pt x="2805" y="757"/>
                  <a:pt x="788" y="3025"/>
                  <a:pt x="1" y="6081"/>
                </a:cubicBezTo>
                <a:lnTo>
                  <a:pt x="5955" y="12036"/>
                </a:lnTo>
                <a:cubicBezTo>
                  <a:pt x="9106" y="11248"/>
                  <a:pt x="11153" y="9043"/>
                  <a:pt x="11941" y="5955"/>
                </a:cubicBezTo>
                <a:lnTo>
                  <a:pt x="59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4" name="Google Shape;5454;p30"/>
          <p:cNvSpPr/>
          <p:nvPr/>
        </p:nvSpPr>
        <p:spPr>
          <a:xfrm>
            <a:off x="1934259" y="3864387"/>
            <a:ext cx="407845" cy="344959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5" name="Google Shape;5455;p30"/>
          <p:cNvSpPr/>
          <p:nvPr/>
        </p:nvSpPr>
        <p:spPr>
          <a:xfrm>
            <a:off x="4049188" y="3404414"/>
            <a:ext cx="107580" cy="106292"/>
          </a:xfrm>
          <a:custGeom>
            <a:rect b="b" l="l" r="r" t="t"/>
            <a:pathLst>
              <a:path extrusionOk="0" h="3301" w="3341">
                <a:moveTo>
                  <a:pt x="2238" y="1"/>
                </a:moveTo>
                <a:lnTo>
                  <a:pt x="1" y="2237"/>
                </a:lnTo>
                <a:lnTo>
                  <a:pt x="946" y="3183"/>
                </a:lnTo>
                <a:cubicBezTo>
                  <a:pt x="1040" y="3261"/>
                  <a:pt x="1151" y="3301"/>
                  <a:pt x="1257" y="3301"/>
                </a:cubicBezTo>
                <a:cubicBezTo>
                  <a:pt x="1363" y="3301"/>
                  <a:pt x="1466" y="3261"/>
                  <a:pt x="1545" y="3183"/>
                </a:cubicBezTo>
                <a:lnTo>
                  <a:pt x="3183" y="1544"/>
                </a:lnTo>
                <a:cubicBezTo>
                  <a:pt x="3340" y="1387"/>
                  <a:pt x="3340" y="1103"/>
                  <a:pt x="3183" y="94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6" name="Google Shape;5456;p30"/>
          <p:cNvSpPr/>
          <p:nvPr/>
        </p:nvSpPr>
        <p:spPr>
          <a:xfrm>
            <a:off x="3917330" y="3285982"/>
            <a:ext cx="320583" cy="407588"/>
          </a:xfrm>
          <a:custGeom>
            <a:rect b="b" l="l" r="r" t="t"/>
            <a:pathLst>
              <a:path extrusionOk="0" h="12658" w="9956">
                <a:moveTo>
                  <a:pt x="4537" y="8625"/>
                </a:moveTo>
                <a:cubicBezTo>
                  <a:pt x="4757" y="8625"/>
                  <a:pt x="4946" y="8845"/>
                  <a:pt x="4946" y="9066"/>
                </a:cubicBezTo>
                <a:cubicBezTo>
                  <a:pt x="4915" y="9255"/>
                  <a:pt x="4757" y="9475"/>
                  <a:pt x="4537" y="9475"/>
                </a:cubicBezTo>
                <a:cubicBezTo>
                  <a:pt x="4285" y="9475"/>
                  <a:pt x="4096" y="9255"/>
                  <a:pt x="4096" y="9066"/>
                </a:cubicBezTo>
                <a:cubicBezTo>
                  <a:pt x="4096" y="8845"/>
                  <a:pt x="4285" y="8625"/>
                  <a:pt x="4537" y="8625"/>
                </a:cubicBezTo>
                <a:close/>
                <a:moveTo>
                  <a:pt x="2615" y="0"/>
                </a:moveTo>
                <a:cubicBezTo>
                  <a:pt x="2513" y="0"/>
                  <a:pt x="2410" y="40"/>
                  <a:pt x="2332" y="119"/>
                </a:cubicBezTo>
                <a:lnTo>
                  <a:pt x="662" y="1788"/>
                </a:lnTo>
                <a:cubicBezTo>
                  <a:pt x="504" y="1946"/>
                  <a:pt x="504" y="2229"/>
                  <a:pt x="662" y="2355"/>
                </a:cubicBezTo>
                <a:lnTo>
                  <a:pt x="1764" y="3458"/>
                </a:lnTo>
                <a:cubicBezTo>
                  <a:pt x="1166" y="4183"/>
                  <a:pt x="819" y="5096"/>
                  <a:pt x="819" y="6073"/>
                </a:cubicBezTo>
                <a:cubicBezTo>
                  <a:pt x="819" y="7774"/>
                  <a:pt x="1859" y="9223"/>
                  <a:pt x="3308" y="9853"/>
                </a:cubicBezTo>
                <a:lnTo>
                  <a:pt x="3308" y="10200"/>
                </a:lnTo>
                <a:lnTo>
                  <a:pt x="1229" y="10200"/>
                </a:lnTo>
                <a:cubicBezTo>
                  <a:pt x="536" y="10200"/>
                  <a:pt x="0" y="10767"/>
                  <a:pt x="0" y="11429"/>
                </a:cubicBezTo>
                <a:lnTo>
                  <a:pt x="0" y="12248"/>
                </a:lnTo>
                <a:cubicBezTo>
                  <a:pt x="0" y="12500"/>
                  <a:pt x="189" y="12657"/>
                  <a:pt x="441" y="12657"/>
                </a:cubicBezTo>
                <a:lnTo>
                  <a:pt x="8696" y="12657"/>
                </a:lnTo>
                <a:cubicBezTo>
                  <a:pt x="8948" y="12657"/>
                  <a:pt x="9137" y="12468"/>
                  <a:pt x="9137" y="12248"/>
                </a:cubicBezTo>
                <a:lnTo>
                  <a:pt x="9137" y="11429"/>
                </a:lnTo>
                <a:cubicBezTo>
                  <a:pt x="9137" y="10767"/>
                  <a:pt x="8570" y="10200"/>
                  <a:pt x="7876" y="10200"/>
                </a:cubicBezTo>
                <a:lnTo>
                  <a:pt x="5797" y="10200"/>
                </a:lnTo>
                <a:lnTo>
                  <a:pt x="5797" y="10137"/>
                </a:lnTo>
                <a:cubicBezTo>
                  <a:pt x="7120" y="9853"/>
                  <a:pt x="8223" y="8940"/>
                  <a:pt x="8790" y="7743"/>
                </a:cubicBezTo>
                <a:lnTo>
                  <a:pt x="9515" y="7743"/>
                </a:lnTo>
                <a:cubicBezTo>
                  <a:pt x="9767" y="7743"/>
                  <a:pt x="9956" y="7522"/>
                  <a:pt x="9956" y="7333"/>
                </a:cubicBezTo>
                <a:cubicBezTo>
                  <a:pt x="9893" y="7176"/>
                  <a:pt x="9735" y="6987"/>
                  <a:pt x="9483" y="6987"/>
                </a:cubicBezTo>
                <a:lnTo>
                  <a:pt x="6994" y="6987"/>
                </a:lnTo>
                <a:cubicBezTo>
                  <a:pt x="6774" y="6987"/>
                  <a:pt x="6585" y="7176"/>
                  <a:pt x="6585" y="7365"/>
                </a:cubicBezTo>
                <a:cubicBezTo>
                  <a:pt x="6585" y="7617"/>
                  <a:pt x="6774" y="7774"/>
                  <a:pt x="6994" y="7774"/>
                </a:cubicBezTo>
                <a:lnTo>
                  <a:pt x="7845" y="7774"/>
                </a:lnTo>
                <a:cubicBezTo>
                  <a:pt x="7404" y="8530"/>
                  <a:pt x="6648" y="9097"/>
                  <a:pt x="5734" y="9318"/>
                </a:cubicBezTo>
                <a:lnTo>
                  <a:pt x="5734" y="8971"/>
                </a:lnTo>
                <a:cubicBezTo>
                  <a:pt x="5734" y="8310"/>
                  <a:pt x="5198" y="7774"/>
                  <a:pt x="4537" y="7743"/>
                </a:cubicBezTo>
                <a:cubicBezTo>
                  <a:pt x="3844" y="7743"/>
                  <a:pt x="3308" y="8278"/>
                  <a:pt x="3308" y="8940"/>
                </a:cubicBezTo>
                <a:cubicBezTo>
                  <a:pt x="2332" y="8373"/>
                  <a:pt x="1638" y="7302"/>
                  <a:pt x="1638" y="6073"/>
                </a:cubicBezTo>
                <a:cubicBezTo>
                  <a:pt x="1638" y="5285"/>
                  <a:pt x="1922" y="4624"/>
                  <a:pt x="2363" y="4057"/>
                </a:cubicBezTo>
                <a:lnTo>
                  <a:pt x="3529" y="5254"/>
                </a:lnTo>
                <a:lnTo>
                  <a:pt x="5797" y="3017"/>
                </a:lnTo>
                <a:lnTo>
                  <a:pt x="2899" y="119"/>
                </a:lnTo>
                <a:cubicBezTo>
                  <a:pt x="2820" y="40"/>
                  <a:pt x="2717" y="0"/>
                  <a:pt x="26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7" name="Google Shape;5457;p30"/>
          <p:cNvSpPr/>
          <p:nvPr/>
        </p:nvSpPr>
        <p:spPr>
          <a:xfrm>
            <a:off x="1380689" y="1277749"/>
            <a:ext cx="401759" cy="407233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8" name="Google Shape;5458;p30"/>
          <p:cNvSpPr/>
          <p:nvPr/>
        </p:nvSpPr>
        <p:spPr>
          <a:xfrm>
            <a:off x="1409351" y="1781374"/>
            <a:ext cx="346987" cy="40987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9" name="Google Shape;5459;p30"/>
          <p:cNvSpPr/>
          <p:nvPr/>
        </p:nvSpPr>
        <p:spPr>
          <a:xfrm>
            <a:off x="1376633" y="2269686"/>
            <a:ext cx="407845" cy="159293"/>
          </a:xfrm>
          <a:custGeom>
            <a:rect b="b" l="l" r="r" t="t"/>
            <a:pathLst>
              <a:path extrusionOk="0" h="4947" w="12666">
                <a:moveTo>
                  <a:pt x="2868" y="820"/>
                </a:moveTo>
                <a:cubicBezTo>
                  <a:pt x="3120" y="820"/>
                  <a:pt x="3277" y="1009"/>
                  <a:pt x="3277" y="1261"/>
                </a:cubicBezTo>
                <a:lnTo>
                  <a:pt x="3277" y="2899"/>
                </a:lnTo>
                <a:cubicBezTo>
                  <a:pt x="3277" y="3151"/>
                  <a:pt x="3057" y="3308"/>
                  <a:pt x="2868" y="3308"/>
                </a:cubicBezTo>
                <a:cubicBezTo>
                  <a:pt x="2647" y="3308"/>
                  <a:pt x="2490" y="3119"/>
                  <a:pt x="2427" y="2899"/>
                </a:cubicBezTo>
                <a:lnTo>
                  <a:pt x="2427" y="1261"/>
                </a:lnTo>
                <a:cubicBezTo>
                  <a:pt x="2427" y="1009"/>
                  <a:pt x="2647" y="851"/>
                  <a:pt x="2868" y="820"/>
                </a:cubicBezTo>
                <a:close/>
                <a:moveTo>
                  <a:pt x="9767" y="820"/>
                </a:moveTo>
                <a:cubicBezTo>
                  <a:pt x="9988" y="820"/>
                  <a:pt x="10145" y="1009"/>
                  <a:pt x="10145" y="1261"/>
                </a:cubicBezTo>
                <a:lnTo>
                  <a:pt x="10145" y="2899"/>
                </a:lnTo>
                <a:cubicBezTo>
                  <a:pt x="10145" y="3151"/>
                  <a:pt x="9956" y="3308"/>
                  <a:pt x="9767" y="3308"/>
                </a:cubicBezTo>
                <a:cubicBezTo>
                  <a:pt x="9515" y="3308"/>
                  <a:pt x="9358" y="3119"/>
                  <a:pt x="9326" y="2899"/>
                </a:cubicBezTo>
                <a:lnTo>
                  <a:pt x="9326" y="1261"/>
                </a:lnTo>
                <a:cubicBezTo>
                  <a:pt x="9326" y="1009"/>
                  <a:pt x="9515" y="851"/>
                  <a:pt x="9767" y="820"/>
                </a:cubicBezTo>
                <a:close/>
                <a:moveTo>
                  <a:pt x="2868" y="0"/>
                </a:moveTo>
                <a:cubicBezTo>
                  <a:pt x="2206" y="0"/>
                  <a:pt x="1639" y="536"/>
                  <a:pt x="1608" y="1229"/>
                </a:cubicBezTo>
                <a:lnTo>
                  <a:pt x="1608" y="1639"/>
                </a:lnTo>
                <a:lnTo>
                  <a:pt x="1230" y="1639"/>
                </a:lnTo>
                <a:cubicBezTo>
                  <a:pt x="536" y="1639"/>
                  <a:pt x="1" y="2206"/>
                  <a:pt x="1" y="2867"/>
                </a:cubicBezTo>
                <a:lnTo>
                  <a:pt x="1" y="4947"/>
                </a:lnTo>
                <a:lnTo>
                  <a:pt x="12666" y="4947"/>
                </a:lnTo>
                <a:lnTo>
                  <a:pt x="12666" y="2867"/>
                </a:lnTo>
                <a:cubicBezTo>
                  <a:pt x="12634" y="2206"/>
                  <a:pt x="12036" y="1639"/>
                  <a:pt x="11374" y="1639"/>
                </a:cubicBezTo>
                <a:lnTo>
                  <a:pt x="10996" y="1639"/>
                </a:lnTo>
                <a:lnTo>
                  <a:pt x="10996" y="1229"/>
                </a:lnTo>
                <a:cubicBezTo>
                  <a:pt x="10996" y="536"/>
                  <a:pt x="10429" y="0"/>
                  <a:pt x="9767" y="0"/>
                </a:cubicBezTo>
                <a:cubicBezTo>
                  <a:pt x="9106" y="0"/>
                  <a:pt x="8539" y="536"/>
                  <a:pt x="8507" y="1229"/>
                </a:cubicBezTo>
                <a:lnTo>
                  <a:pt x="8507" y="1639"/>
                </a:lnTo>
                <a:lnTo>
                  <a:pt x="4097" y="1639"/>
                </a:lnTo>
                <a:lnTo>
                  <a:pt x="4097" y="1229"/>
                </a:lnTo>
                <a:cubicBezTo>
                  <a:pt x="4097" y="536"/>
                  <a:pt x="3561" y="0"/>
                  <a:pt x="286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0" name="Google Shape;5460;p30"/>
          <p:cNvSpPr/>
          <p:nvPr/>
        </p:nvSpPr>
        <p:spPr>
          <a:xfrm>
            <a:off x="1374604" y="2457347"/>
            <a:ext cx="407845" cy="220184"/>
          </a:xfrm>
          <a:custGeom>
            <a:rect b="b" l="l" r="r" t="t"/>
            <a:pathLst>
              <a:path extrusionOk="0" h="6838" w="12666">
                <a:moveTo>
                  <a:pt x="1" y="1"/>
                </a:moveTo>
                <a:lnTo>
                  <a:pt x="1" y="5640"/>
                </a:lnTo>
                <a:lnTo>
                  <a:pt x="32" y="5640"/>
                </a:lnTo>
                <a:cubicBezTo>
                  <a:pt x="32" y="6302"/>
                  <a:pt x="568" y="6837"/>
                  <a:pt x="1261" y="6837"/>
                </a:cubicBezTo>
                <a:lnTo>
                  <a:pt x="11437" y="6837"/>
                </a:lnTo>
                <a:cubicBezTo>
                  <a:pt x="12099" y="6837"/>
                  <a:pt x="12666" y="6302"/>
                  <a:pt x="12666" y="5640"/>
                </a:cubicBezTo>
                <a:lnTo>
                  <a:pt x="126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1" name="Google Shape;5461;p30"/>
          <p:cNvSpPr/>
          <p:nvPr/>
        </p:nvSpPr>
        <p:spPr>
          <a:xfrm>
            <a:off x="4002905" y="1417416"/>
            <a:ext cx="203923" cy="319585"/>
          </a:xfrm>
          <a:custGeom>
            <a:rect b="b" l="l" r="r" t="t"/>
            <a:pathLst>
              <a:path extrusionOk="0" h="9925" w="6333">
                <a:moveTo>
                  <a:pt x="4694" y="1"/>
                </a:moveTo>
                <a:lnTo>
                  <a:pt x="4694" y="7877"/>
                </a:lnTo>
                <a:cubicBezTo>
                  <a:pt x="4694" y="8097"/>
                  <a:pt x="4474" y="8255"/>
                  <a:pt x="4253" y="8255"/>
                </a:cubicBezTo>
                <a:cubicBezTo>
                  <a:pt x="2993" y="8255"/>
                  <a:pt x="1638" y="8696"/>
                  <a:pt x="693" y="9452"/>
                </a:cubicBezTo>
                <a:cubicBezTo>
                  <a:pt x="536" y="9546"/>
                  <a:pt x="189" y="9925"/>
                  <a:pt x="0" y="9925"/>
                </a:cubicBezTo>
                <a:lnTo>
                  <a:pt x="5073" y="9925"/>
                </a:lnTo>
                <a:cubicBezTo>
                  <a:pt x="5734" y="9925"/>
                  <a:pt x="6333" y="9357"/>
                  <a:pt x="6333" y="8696"/>
                </a:cubicBezTo>
                <a:lnTo>
                  <a:pt x="6333" y="1229"/>
                </a:lnTo>
                <a:cubicBezTo>
                  <a:pt x="6333" y="536"/>
                  <a:pt x="5766" y="1"/>
                  <a:pt x="50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2" name="Google Shape;5462;p30"/>
          <p:cNvSpPr/>
          <p:nvPr/>
        </p:nvSpPr>
        <p:spPr>
          <a:xfrm>
            <a:off x="3877101" y="1364673"/>
            <a:ext cx="111637" cy="331757"/>
          </a:xfrm>
          <a:custGeom>
            <a:rect b="b" l="l" r="r" t="t"/>
            <a:pathLst>
              <a:path extrusionOk="0" h="10303" w="3467">
                <a:moveTo>
                  <a:pt x="1" y="0"/>
                </a:moveTo>
                <a:lnTo>
                  <a:pt x="1" y="9105"/>
                </a:lnTo>
                <a:cubicBezTo>
                  <a:pt x="1166" y="9200"/>
                  <a:pt x="2489" y="9578"/>
                  <a:pt x="3466" y="10302"/>
                </a:cubicBezTo>
                <a:lnTo>
                  <a:pt x="3466" y="1197"/>
                </a:lnTo>
                <a:cubicBezTo>
                  <a:pt x="2489" y="473"/>
                  <a:pt x="1229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3" name="Google Shape;5463;p30"/>
          <p:cNvSpPr/>
          <p:nvPr/>
        </p:nvSpPr>
        <p:spPr>
          <a:xfrm>
            <a:off x="4015077" y="1364673"/>
            <a:ext cx="111605" cy="331757"/>
          </a:xfrm>
          <a:custGeom>
            <a:rect b="b" l="l" r="r" t="t"/>
            <a:pathLst>
              <a:path extrusionOk="0" h="10303" w="3466">
                <a:moveTo>
                  <a:pt x="3466" y="0"/>
                </a:moveTo>
                <a:cubicBezTo>
                  <a:pt x="2300" y="95"/>
                  <a:pt x="977" y="473"/>
                  <a:pt x="0" y="1197"/>
                </a:cubicBezTo>
                <a:lnTo>
                  <a:pt x="0" y="10302"/>
                </a:lnTo>
                <a:cubicBezTo>
                  <a:pt x="977" y="9578"/>
                  <a:pt x="2237" y="9200"/>
                  <a:pt x="3466" y="9105"/>
                </a:cubicBezTo>
                <a:lnTo>
                  <a:pt x="346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4" name="Google Shape;5464;p30"/>
          <p:cNvSpPr/>
          <p:nvPr/>
        </p:nvSpPr>
        <p:spPr>
          <a:xfrm>
            <a:off x="3797986" y="1417416"/>
            <a:ext cx="202924" cy="319585"/>
          </a:xfrm>
          <a:custGeom>
            <a:rect b="b" l="l" r="r" t="t"/>
            <a:pathLst>
              <a:path extrusionOk="0" h="9925" w="6302">
                <a:moveTo>
                  <a:pt x="1229" y="1"/>
                </a:moveTo>
                <a:cubicBezTo>
                  <a:pt x="567" y="1"/>
                  <a:pt x="0" y="536"/>
                  <a:pt x="0" y="1198"/>
                </a:cubicBezTo>
                <a:lnTo>
                  <a:pt x="0" y="8664"/>
                </a:lnTo>
                <a:cubicBezTo>
                  <a:pt x="32" y="9357"/>
                  <a:pt x="567" y="9925"/>
                  <a:pt x="1229" y="9925"/>
                </a:cubicBezTo>
                <a:lnTo>
                  <a:pt x="6301" y="9925"/>
                </a:lnTo>
                <a:cubicBezTo>
                  <a:pt x="6112" y="9925"/>
                  <a:pt x="5766" y="9609"/>
                  <a:pt x="5608" y="9452"/>
                </a:cubicBezTo>
                <a:cubicBezTo>
                  <a:pt x="4631" y="8664"/>
                  <a:pt x="3277" y="8255"/>
                  <a:pt x="2048" y="8255"/>
                </a:cubicBezTo>
                <a:cubicBezTo>
                  <a:pt x="1828" y="8255"/>
                  <a:pt x="1638" y="8066"/>
                  <a:pt x="1638" y="7877"/>
                </a:cubicBezTo>
                <a:lnTo>
                  <a:pt x="16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5" name="Google Shape;5465;p30"/>
          <p:cNvSpPr/>
          <p:nvPr/>
        </p:nvSpPr>
        <p:spPr>
          <a:xfrm>
            <a:off x="3802027" y="1807014"/>
            <a:ext cx="400761" cy="173204"/>
          </a:xfrm>
          <a:custGeom>
            <a:rect b="b" l="l" r="r" t="t"/>
            <a:pathLst>
              <a:path extrusionOk="0" h="5379" w="12446">
                <a:moveTo>
                  <a:pt x="3088" y="0"/>
                </a:moveTo>
                <a:cubicBezTo>
                  <a:pt x="1639" y="0"/>
                  <a:pt x="316" y="1008"/>
                  <a:pt x="95" y="2489"/>
                </a:cubicBezTo>
                <a:cubicBezTo>
                  <a:pt x="1" y="3214"/>
                  <a:pt x="190" y="3938"/>
                  <a:pt x="568" y="4506"/>
                </a:cubicBezTo>
                <a:cubicBezTo>
                  <a:pt x="962" y="5071"/>
                  <a:pt x="1607" y="5366"/>
                  <a:pt x="2240" y="5366"/>
                </a:cubicBezTo>
                <a:cubicBezTo>
                  <a:pt x="2772" y="5366"/>
                  <a:pt x="3296" y="5157"/>
                  <a:pt x="3655" y="4726"/>
                </a:cubicBezTo>
                <a:cubicBezTo>
                  <a:pt x="4569" y="3655"/>
                  <a:pt x="3844" y="2489"/>
                  <a:pt x="2836" y="2489"/>
                </a:cubicBezTo>
                <a:cubicBezTo>
                  <a:pt x="2584" y="2489"/>
                  <a:pt x="2427" y="2678"/>
                  <a:pt x="2427" y="2899"/>
                </a:cubicBezTo>
                <a:cubicBezTo>
                  <a:pt x="2427" y="3151"/>
                  <a:pt x="2616" y="3308"/>
                  <a:pt x="2836" y="3340"/>
                </a:cubicBezTo>
                <a:cubicBezTo>
                  <a:pt x="3057" y="3340"/>
                  <a:pt x="3214" y="3529"/>
                  <a:pt x="3214" y="3749"/>
                </a:cubicBezTo>
                <a:cubicBezTo>
                  <a:pt x="3214" y="3970"/>
                  <a:pt x="3025" y="4127"/>
                  <a:pt x="2836" y="4127"/>
                </a:cubicBezTo>
                <a:cubicBezTo>
                  <a:pt x="2049" y="4127"/>
                  <a:pt x="1450" y="3434"/>
                  <a:pt x="1608" y="2584"/>
                </a:cubicBezTo>
                <a:cubicBezTo>
                  <a:pt x="1754" y="1999"/>
                  <a:pt x="2279" y="1632"/>
                  <a:pt x="2882" y="1632"/>
                </a:cubicBezTo>
                <a:cubicBezTo>
                  <a:pt x="2930" y="1632"/>
                  <a:pt x="2977" y="1634"/>
                  <a:pt x="3025" y="1639"/>
                </a:cubicBezTo>
                <a:cubicBezTo>
                  <a:pt x="3624" y="1733"/>
                  <a:pt x="4128" y="2048"/>
                  <a:pt x="4474" y="2489"/>
                </a:cubicBezTo>
                <a:lnTo>
                  <a:pt x="7908" y="2489"/>
                </a:lnTo>
                <a:cubicBezTo>
                  <a:pt x="8255" y="2017"/>
                  <a:pt x="8759" y="1702"/>
                  <a:pt x="9358" y="1639"/>
                </a:cubicBezTo>
                <a:cubicBezTo>
                  <a:pt x="9406" y="1634"/>
                  <a:pt x="9453" y="1632"/>
                  <a:pt x="9501" y="1632"/>
                </a:cubicBezTo>
                <a:cubicBezTo>
                  <a:pt x="10104" y="1632"/>
                  <a:pt x="10629" y="1999"/>
                  <a:pt x="10775" y="2584"/>
                </a:cubicBezTo>
                <a:cubicBezTo>
                  <a:pt x="10964" y="3434"/>
                  <a:pt x="10334" y="4127"/>
                  <a:pt x="9547" y="4127"/>
                </a:cubicBezTo>
                <a:cubicBezTo>
                  <a:pt x="9326" y="4127"/>
                  <a:pt x="9137" y="3938"/>
                  <a:pt x="9137" y="3749"/>
                </a:cubicBezTo>
                <a:cubicBezTo>
                  <a:pt x="9137" y="3497"/>
                  <a:pt x="9326" y="3340"/>
                  <a:pt x="9547" y="3340"/>
                </a:cubicBezTo>
                <a:cubicBezTo>
                  <a:pt x="9799" y="3340"/>
                  <a:pt x="9956" y="3151"/>
                  <a:pt x="9956" y="2899"/>
                </a:cubicBezTo>
                <a:cubicBezTo>
                  <a:pt x="9956" y="2678"/>
                  <a:pt x="9767" y="2521"/>
                  <a:pt x="9547" y="2489"/>
                </a:cubicBezTo>
                <a:cubicBezTo>
                  <a:pt x="8539" y="2489"/>
                  <a:pt x="7814" y="3686"/>
                  <a:pt x="8728" y="4726"/>
                </a:cubicBezTo>
                <a:cubicBezTo>
                  <a:pt x="9099" y="5169"/>
                  <a:pt x="9626" y="5379"/>
                  <a:pt x="10158" y="5379"/>
                </a:cubicBezTo>
                <a:cubicBezTo>
                  <a:pt x="10800" y="5379"/>
                  <a:pt x="11451" y="5074"/>
                  <a:pt x="11847" y="4506"/>
                </a:cubicBezTo>
                <a:cubicBezTo>
                  <a:pt x="12225" y="3970"/>
                  <a:pt x="12445" y="3277"/>
                  <a:pt x="12319" y="2489"/>
                </a:cubicBezTo>
                <a:cubicBezTo>
                  <a:pt x="12130" y="1008"/>
                  <a:pt x="10775" y="0"/>
                  <a:pt x="93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6" name="Google Shape;5466;p30"/>
          <p:cNvSpPr/>
          <p:nvPr/>
        </p:nvSpPr>
        <p:spPr>
          <a:xfrm>
            <a:off x="3879146" y="1969334"/>
            <a:ext cx="238409" cy="245525"/>
          </a:xfrm>
          <a:custGeom>
            <a:rect b="b" l="l" r="r" t="t"/>
            <a:pathLst>
              <a:path extrusionOk="0" h="7625" w="7404">
                <a:moveTo>
                  <a:pt x="2426" y="0"/>
                </a:moveTo>
                <a:lnTo>
                  <a:pt x="2426" y="5639"/>
                </a:lnTo>
                <a:cubicBezTo>
                  <a:pt x="2426" y="5860"/>
                  <a:pt x="2237" y="6017"/>
                  <a:pt x="2048" y="6017"/>
                </a:cubicBezTo>
                <a:cubicBezTo>
                  <a:pt x="1796" y="6017"/>
                  <a:pt x="1638" y="5828"/>
                  <a:pt x="1638" y="5639"/>
                </a:cubicBezTo>
                <a:lnTo>
                  <a:pt x="1638" y="473"/>
                </a:lnTo>
                <a:cubicBezTo>
                  <a:pt x="1229" y="851"/>
                  <a:pt x="630" y="1103"/>
                  <a:pt x="0" y="1134"/>
                </a:cubicBezTo>
                <a:lnTo>
                  <a:pt x="0" y="7246"/>
                </a:lnTo>
                <a:cubicBezTo>
                  <a:pt x="0" y="7467"/>
                  <a:pt x="189" y="7624"/>
                  <a:pt x="378" y="7624"/>
                </a:cubicBezTo>
                <a:lnTo>
                  <a:pt x="6994" y="7624"/>
                </a:lnTo>
                <a:cubicBezTo>
                  <a:pt x="7246" y="7624"/>
                  <a:pt x="7404" y="7435"/>
                  <a:pt x="7404" y="7246"/>
                </a:cubicBezTo>
                <a:lnTo>
                  <a:pt x="7404" y="1134"/>
                </a:lnTo>
                <a:cubicBezTo>
                  <a:pt x="6774" y="1071"/>
                  <a:pt x="6175" y="788"/>
                  <a:pt x="5734" y="315"/>
                </a:cubicBezTo>
                <a:lnTo>
                  <a:pt x="5734" y="5639"/>
                </a:lnTo>
                <a:cubicBezTo>
                  <a:pt x="5734" y="5860"/>
                  <a:pt x="5545" y="6017"/>
                  <a:pt x="5324" y="6017"/>
                </a:cubicBezTo>
                <a:cubicBezTo>
                  <a:pt x="5072" y="6017"/>
                  <a:pt x="4915" y="5828"/>
                  <a:pt x="4915" y="5639"/>
                </a:cubicBezTo>
                <a:lnTo>
                  <a:pt x="4915" y="0"/>
                </a:lnTo>
                <a:lnTo>
                  <a:pt x="4096" y="0"/>
                </a:lnTo>
                <a:lnTo>
                  <a:pt x="4096" y="5639"/>
                </a:lnTo>
                <a:cubicBezTo>
                  <a:pt x="4096" y="5860"/>
                  <a:pt x="3907" y="6017"/>
                  <a:pt x="3686" y="6017"/>
                </a:cubicBezTo>
                <a:cubicBezTo>
                  <a:pt x="3466" y="6017"/>
                  <a:pt x="3277" y="5828"/>
                  <a:pt x="3277" y="5639"/>
                </a:cubicBezTo>
                <a:lnTo>
                  <a:pt x="327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7" name="Google Shape;5467;p30"/>
          <p:cNvSpPr/>
          <p:nvPr/>
        </p:nvSpPr>
        <p:spPr>
          <a:xfrm>
            <a:off x="3959291" y="1914530"/>
            <a:ext cx="86232" cy="26404"/>
          </a:xfrm>
          <a:custGeom>
            <a:rect b="b" l="l" r="r" t="t"/>
            <a:pathLst>
              <a:path extrusionOk="0" h="820" w="2678">
                <a:moveTo>
                  <a:pt x="0" y="1"/>
                </a:moveTo>
                <a:cubicBezTo>
                  <a:pt x="32" y="127"/>
                  <a:pt x="32" y="284"/>
                  <a:pt x="32" y="379"/>
                </a:cubicBezTo>
                <a:cubicBezTo>
                  <a:pt x="32" y="536"/>
                  <a:pt x="32" y="662"/>
                  <a:pt x="0" y="788"/>
                </a:cubicBezTo>
                <a:lnTo>
                  <a:pt x="2666" y="788"/>
                </a:lnTo>
                <a:cubicBezTo>
                  <a:pt x="2615" y="649"/>
                  <a:pt x="2615" y="555"/>
                  <a:pt x="2615" y="379"/>
                </a:cubicBezTo>
                <a:cubicBezTo>
                  <a:pt x="2615" y="284"/>
                  <a:pt x="2615" y="127"/>
                  <a:pt x="2678" y="1"/>
                </a:cubicBezTo>
                <a:close/>
                <a:moveTo>
                  <a:pt x="2666" y="788"/>
                </a:moveTo>
                <a:cubicBezTo>
                  <a:pt x="2670" y="799"/>
                  <a:pt x="2674" y="809"/>
                  <a:pt x="2678" y="820"/>
                </a:cubicBezTo>
                <a:lnTo>
                  <a:pt x="2678" y="788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8" name="Google Shape;5468;p30"/>
          <p:cNvSpPr/>
          <p:nvPr/>
        </p:nvSpPr>
        <p:spPr>
          <a:xfrm>
            <a:off x="3805700" y="2295664"/>
            <a:ext cx="399731" cy="409970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9" name="Google Shape;5469;p30"/>
          <p:cNvSpPr/>
          <p:nvPr/>
        </p:nvSpPr>
        <p:spPr>
          <a:xfrm>
            <a:off x="2395362" y="3075116"/>
            <a:ext cx="131054" cy="126192"/>
          </a:xfrm>
          <a:custGeom>
            <a:rect b="b" l="l" r="r" t="t"/>
            <a:pathLst>
              <a:path extrusionOk="0" h="3919" w="4070">
                <a:moveTo>
                  <a:pt x="1455" y="0"/>
                </a:moveTo>
                <a:lnTo>
                  <a:pt x="1013" y="2489"/>
                </a:lnTo>
                <a:lnTo>
                  <a:pt x="289" y="3214"/>
                </a:lnTo>
                <a:cubicBezTo>
                  <a:pt x="1" y="3502"/>
                  <a:pt x="280" y="3919"/>
                  <a:pt x="597" y="3919"/>
                </a:cubicBezTo>
                <a:cubicBezTo>
                  <a:pt x="695" y="3919"/>
                  <a:pt x="798" y="3878"/>
                  <a:pt x="887" y="3781"/>
                </a:cubicBezTo>
                <a:lnTo>
                  <a:pt x="1612" y="3088"/>
                </a:lnTo>
                <a:lnTo>
                  <a:pt x="4069" y="2647"/>
                </a:lnTo>
                <a:lnTo>
                  <a:pt x="14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0" name="Google Shape;5470;p30"/>
          <p:cNvSpPr/>
          <p:nvPr/>
        </p:nvSpPr>
        <p:spPr>
          <a:xfrm>
            <a:off x="2456381" y="2963511"/>
            <a:ext cx="182638" cy="181640"/>
          </a:xfrm>
          <a:custGeom>
            <a:rect b="b" l="l" r="r" t="t"/>
            <a:pathLst>
              <a:path extrusionOk="0" h="5641" w="5672">
                <a:moveTo>
                  <a:pt x="2742" y="1"/>
                </a:moveTo>
                <a:lnTo>
                  <a:pt x="1" y="2710"/>
                </a:lnTo>
                <a:lnTo>
                  <a:pt x="2931" y="5640"/>
                </a:lnTo>
                <a:lnTo>
                  <a:pt x="5671" y="2899"/>
                </a:lnTo>
                <a:lnTo>
                  <a:pt x="274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1" name="Google Shape;5471;p30"/>
          <p:cNvSpPr/>
          <p:nvPr/>
        </p:nvSpPr>
        <p:spPr>
          <a:xfrm>
            <a:off x="2537299" y="2791049"/>
            <a:ext cx="297947" cy="247586"/>
          </a:xfrm>
          <a:custGeom>
            <a:rect b="b" l="l" r="r" t="t"/>
            <a:pathLst>
              <a:path extrusionOk="0" h="7689" w="9253">
                <a:moveTo>
                  <a:pt x="3442" y="1"/>
                </a:moveTo>
                <a:cubicBezTo>
                  <a:pt x="3127" y="1"/>
                  <a:pt x="2812" y="127"/>
                  <a:pt x="2591" y="379"/>
                </a:cubicBezTo>
                <a:lnTo>
                  <a:pt x="292" y="2647"/>
                </a:lnTo>
                <a:cubicBezTo>
                  <a:pt x="1" y="2962"/>
                  <a:pt x="287" y="3370"/>
                  <a:pt x="607" y="3370"/>
                </a:cubicBezTo>
                <a:cubicBezTo>
                  <a:pt x="704" y="3370"/>
                  <a:pt x="803" y="3333"/>
                  <a:pt x="890" y="3246"/>
                </a:cubicBezTo>
                <a:lnTo>
                  <a:pt x="3190" y="946"/>
                </a:lnTo>
                <a:cubicBezTo>
                  <a:pt x="3269" y="867"/>
                  <a:pt x="3371" y="828"/>
                  <a:pt x="3474" y="828"/>
                </a:cubicBezTo>
                <a:cubicBezTo>
                  <a:pt x="3576" y="828"/>
                  <a:pt x="3678" y="867"/>
                  <a:pt x="3757" y="946"/>
                </a:cubicBezTo>
                <a:lnTo>
                  <a:pt x="4198" y="1387"/>
                </a:lnTo>
                <a:lnTo>
                  <a:pt x="827" y="4758"/>
                </a:lnTo>
                <a:lnTo>
                  <a:pt x="3726" y="7688"/>
                </a:lnTo>
                <a:lnTo>
                  <a:pt x="7821" y="3593"/>
                </a:lnTo>
                <a:cubicBezTo>
                  <a:pt x="9253" y="2161"/>
                  <a:pt x="8028" y="43"/>
                  <a:pt x="6392" y="43"/>
                </a:cubicBezTo>
                <a:cubicBezTo>
                  <a:pt x="5868" y="43"/>
                  <a:pt x="5301" y="261"/>
                  <a:pt x="4765" y="789"/>
                </a:cubicBezTo>
                <a:cubicBezTo>
                  <a:pt x="4324" y="379"/>
                  <a:pt x="4041" y="1"/>
                  <a:pt x="3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2" name="Google Shape;5472;p30"/>
          <p:cNvSpPr/>
          <p:nvPr/>
        </p:nvSpPr>
        <p:spPr>
          <a:xfrm>
            <a:off x="2689374" y="3466874"/>
            <a:ext cx="26404" cy="53774"/>
          </a:xfrm>
          <a:custGeom>
            <a:rect b="b" l="l" r="r" t="t"/>
            <a:pathLst>
              <a:path extrusionOk="0" h="1670" w="820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190" y="1607"/>
                  <a:pt x="442" y="1670"/>
                </a:cubicBezTo>
                <a:cubicBezTo>
                  <a:pt x="631" y="1607"/>
                  <a:pt x="820" y="1449"/>
                  <a:pt x="820" y="1229"/>
                </a:cubicBezTo>
                <a:lnTo>
                  <a:pt x="82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3" name="Google Shape;5473;p30"/>
          <p:cNvSpPr/>
          <p:nvPr/>
        </p:nvSpPr>
        <p:spPr>
          <a:xfrm>
            <a:off x="2529083" y="3466874"/>
            <a:ext cx="27434" cy="53774"/>
          </a:xfrm>
          <a:custGeom>
            <a:rect b="b" l="l" r="r" t="t"/>
            <a:pathLst>
              <a:path extrusionOk="0" h="1670" w="852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221" y="1607"/>
                  <a:pt x="410" y="1670"/>
                </a:cubicBezTo>
                <a:cubicBezTo>
                  <a:pt x="631" y="1607"/>
                  <a:pt x="851" y="1449"/>
                  <a:pt x="851" y="1229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4" name="Google Shape;5474;p30"/>
          <p:cNvSpPr/>
          <p:nvPr/>
        </p:nvSpPr>
        <p:spPr>
          <a:xfrm>
            <a:off x="2445911" y="3518588"/>
            <a:ext cx="355102" cy="185697"/>
          </a:xfrm>
          <a:custGeom>
            <a:rect b="b" l="l" r="r" t="t"/>
            <a:pathLst>
              <a:path extrusionOk="0" h="5767" w="11028">
                <a:moveTo>
                  <a:pt x="7152" y="1671"/>
                </a:moveTo>
                <a:cubicBezTo>
                  <a:pt x="7404" y="1671"/>
                  <a:pt x="7593" y="1860"/>
                  <a:pt x="7593" y="2112"/>
                </a:cubicBezTo>
                <a:lnTo>
                  <a:pt x="7593" y="3750"/>
                </a:lnTo>
                <a:cubicBezTo>
                  <a:pt x="7593" y="4002"/>
                  <a:pt x="7404" y="4159"/>
                  <a:pt x="7152" y="4159"/>
                </a:cubicBezTo>
                <a:lnTo>
                  <a:pt x="3844" y="4159"/>
                </a:lnTo>
                <a:cubicBezTo>
                  <a:pt x="3624" y="4159"/>
                  <a:pt x="3434" y="3939"/>
                  <a:pt x="3434" y="3750"/>
                </a:cubicBezTo>
                <a:lnTo>
                  <a:pt x="3434" y="2112"/>
                </a:lnTo>
                <a:cubicBezTo>
                  <a:pt x="3434" y="1860"/>
                  <a:pt x="3624" y="1671"/>
                  <a:pt x="3844" y="1671"/>
                </a:cubicBezTo>
                <a:close/>
                <a:moveTo>
                  <a:pt x="0" y="1"/>
                </a:moveTo>
                <a:lnTo>
                  <a:pt x="0" y="4537"/>
                </a:lnTo>
                <a:cubicBezTo>
                  <a:pt x="0" y="5199"/>
                  <a:pt x="568" y="5766"/>
                  <a:pt x="1261" y="5766"/>
                </a:cubicBezTo>
                <a:lnTo>
                  <a:pt x="9798" y="5766"/>
                </a:lnTo>
                <a:cubicBezTo>
                  <a:pt x="10460" y="5766"/>
                  <a:pt x="11027" y="5199"/>
                  <a:pt x="11027" y="4537"/>
                </a:cubicBezTo>
                <a:lnTo>
                  <a:pt x="11027" y="1"/>
                </a:lnTo>
                <a:lnTo>
                  <a:pt x="9168" y="1"/>
                </a:lnTo>
                <a:cubicBezTo>
                  <a:pt x="9011" y="473"/>
                  <a:pt x="8538" y="851"/>
                  <a:pt x="8003" y="851"/>
                </a:cubicBezTo>
                <a:cubicBezTo>
                  <a:pt x="7436" y="851"/>
                  <a:pt x="6995" y="473"/>
                  <a:pt x="6806" y="1"/>
                </a:cubicBezTo>
                <a:lnTo>
                  <a:pt x="4159" y="1"/>
                </a:lnTo>
                <a:cubicBezTo>
                  <a:pt x="4002" y="473"/>
                  <a:pt x="3560" y="851"/>
                  <a:pt x="2993" y="851"/>
                </a:cubicBezTo>
                <a:cubicBezTo>
                  <a:pt x="2489" y="851"/>
                  <a:pt x="2017" y="536"/>
                  <a:pt x="18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5" name="Google Shape;5475;p30"/>
          <p:cNvSpPr/>
          <p:nvPr/>
        </p:nvSpPr>
        <p:spPr>
          <a:xfrm>
            <a:off x="2419539" y="3297439"/>
            <a:ext cx="407845" cy="194810"/>
          </a:xfrm>
          <a:custGeom>
            <a:rect b="b" l="l" r="r" t="t"/>
            <a:pathLst>
              <a:path extrusionOk="0" h="6050" w="12666">
                <a:moveTo>
                  <a:pt x="7971" y="820"/>
                </a:moveTo>
                <a:cubicBezTo>
                  <a:pt x="8223" y="820"/>
                  <a:pt x="8381" y="1009"/>
                  <a:pt x="8412" y="1229"/>
                </a:cubicBezTo>
                <a:lnTo>
                  <a:pt x="8412" y="1639"/>
                </a:lnTo>
                <a:lnTo>
                  <a:pt x="4253" y="1639"/>
                </a:lnTo>
                <a:lnTo>
                  <a:pt x="4253" y="1229"/>
                </a:lnTo>
                <a:cubicBezTo>
                  <a:pt x="4253" y="1009"/>
                  <a:pt x="4443" y="851"/>
                  <a:pt x="4663" y="820"/>
                </a:cubicBezTo>
                <a:close/>
                <a:moveTo>
                  <a:pt x="4632" y="1"/>
                </a:moveTo>
                <a:cubicBezTo>
                  <a:pt x="3970" y="1"/>
                  <a:pt x="3403" y="536"/>
                  <a:pt x="3403" y="1229"/>
                </a:cubicBezTo>
                <a:lnTo>
                  <a:pt x="3403" y="1639"/>
                </a:lnTo>
                <a:lnTo>
                  <a:pt x="1229" y="1639"/>
                </a:lnTo>
                <a:cubicBezTo>
                  <a:pt x="536" y="1639"/>
                  <a:pt x="0" y="2175"/>
                  <a:pt x="0" y="2868"/>
                </a:cubicBezTo>
                <a:lnTo>
                  <a:pt x="0" y="5609"/>
                </a:lnTo>
                <a:cubicBezTo>
                  <a:pt x="0" y="5861"/>
                  <a:pt x="189" y="6050"/>
                  <a:pt x="378" y="6050"/>
                </a:cubicBezTo>
                <a:lnTo>
                  <a:pt x="2584" y="6050"/>
                </a:lnTo>
                <a:lnTo>
                  <a:pt x="2584" y="4821"/>
                </a:lnTo>
                <a:cubicBezTo>
                  <a:pt x="2584" y="4600"/>
                  <a:pt x="2804" y="4380"/>
                  <a:pt x="3025" y="4380"/>
                </a:cubicBezTo>
                <a:lnTo>
                  <a:pt x="4663" y="4380"/>
                </a:lnTo>
                <a:cubicBezTo>
                  <a:pt x="4915" y="4380"/>
                  <a:pt x="5104" y="4600"/>
                  <a:pt x="5104" y="4821"/>
                </a:cubicBezTo>
                <a:lnTo>
                  <a:pt x="5104" y="6050"/>
                </a:lnTo>
                <a:lnTo>
                  <a:pt x="7593" y="6050"/>
                </a:lnTo>
                <a:lnTo>
                  <a:pt x="7593" y="4821"/>
                </a:lnTo>
                <a:cubicBezTo>
                  <a:pt x="7593" y="4600"/>
                  <a:pt x="7782" y="4380"/>
                  <a:pt x="7971" y="4380"/>
                </a:cubicBezTo>
                <a:lnTo>
                  <a:pt x="9641" y="4380"/>
                </a:lnTo>
                <a:cubicBezTo>
                  <a:pt x="9861" y="4380"/>
                  <a:pt x="10019" y="4600"/>
                  <a:pt x="10019" y="4821"/>
                </a:cubicBezTo>
                <a:lnTo>
                  <a:pt x="10019" y="6050"/>
                </a:lnTo>
                <a:lnTo>
                  <a:pt x="12224" y="6050"/>
                </a:lnTo>
                <a:cubicBezTo>
                  <a:pt x="12476" y="6050"/>
                  <a:pt x="12665" y="5861"/>
                  <a:pt x="12665" y="5609"/>
                </a:cubicBezTo>
                <a:lnTo>
                  <a:pt x="12665" y="2868"/>
                </a:lnTo>
                <a:cubicBezTo>
                  <a:pt x="12665" y="2238"/>
                  <a:pt x="12067" y="1639"/>
                  <a:pt x="11405" y="1639"/>
                </a:cubicBezTo>
                <a:lnTo>
                  <a:pt x="9200" y="1639"/>
                </a:lnTo>
                <a:lnTo>
                  <a:pt x="9200" y="1229"/>
                </a:lnTo>
                <a:cubicBezTo>
                  <a:pt x="9200" y="568"/>
                  <a:pt x="8664" y="32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6" name="Google Shape;5476;p30"/>
          <p:cNvSpPr/>
          <p:nvPr/>
        </p:nvSpPr>
        <p:spPr>
          <a:xfrm>
            <a:off x="2418524" y="3801800"/>
            <a:ext cx="327699" cy="326669"/>
          </a:xfrm>
          <a:custGeom>
            <a:rect b="b" l="l" r="r" t="t"/>
            <a:pathLst>
              <a:path extrusionOk="0" h="10145" w="10177">
                <a:moveTo>
                  <a:pt x="5104" y="3813"/>
                </a:moveTo>
                <a:cubicBezTo>
                  <a:pt x="5797" y="3813"/>
                  <a:pt x="6364" y="4348"/>
                  <a:pt x="6364" y="5073"/>
                </a:cubicBezTo>
                <a:cubicBezTo>
                  <a:pt x="6364" y="5766"/>
                  <a:pt x="5797" y="6333"/>
                  <a:pt x="5104" y="6333"/>
                </a:cubicBezTo>
                <a:cubicBezTo>
                  <a:pt x="4379" y="6333"/>
                  <a:pt x="3844" y="5766"/>
                  <a:pt x="3844" y="5073"/>
                </a:cubicBezTo>
                <a:cubicBezTo>
                  <a:pt x="3844" y="4411"/>
                  <a:pt x="4411" y="3813"/>
                  <a:pt x="5104" y="3813"/>
                </a:cubicBezTo>
                <a:close/>
                <a:moveTo>
                  <a:pt x="5104" y="0"/>
                </a:moveTo>
                <a:cubicBezTo>
                  <a:pt x="2300" y="0"/>
                  <a:pt x="0" y="2269"/>
                  <a:pt x="0" y="5073"/>
                </a:cubicBezTo>
                <a:cubicBezTo>
                  <a:pt x="63" y="7908"/>
                  <a:pt x="2300" y="10145"/>
                  <a:pt x="5104" y="10145"/>
                </a:cubicBezTo>
                <a:cubicBezTo>
                  <a:pt x="7877" y="10145"/>
                  <a:pt x="10176" y="7877"/>
                  <a:pt x="10176" y="5073"/>
                </a:cubicBezTo>
                <a:cubicBezTo>
                  <a:pt x="10176" y="2269"/>
                  <a:pt x="7877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7" name="Google Shape;5477;p30"/>
          <p:cNvSpPr/>
          <p:nvPr/>
        </p:nvSpPr>
        <p:spPr>
          <a:xfrm>
            <a:off x="2473296" y="3965986"/>
            <a:ext cx="355102" cy="243657"/>
          </a:xfrm>
          <a:custGeom>
            <a:rect b="b" l="l" r="r" t="t"/>
            <a:pathLst>
              <a:path extrusionOk="0" h="7567" w="11028">
                <a:moveTo>
                  <a:pt x="9774" y="0"/>
                </a:moveTo>
                <a:cubicBezTo>
                  <a:pt x="9040" y="0"/>
                  <a:pt x="8444" y="548"/>
                  <a:pt x="8444" y="1265"/>
                </a:cubicBezTo>
                <a:cubicBezTo>
                  <a:pt x="8444" y="1801"/>
                  <a:pt x="8790" y="2305"/>
                  <a:pt x="9295" y="2463"/>
                </a:cubicBezTo>
                <a:lnTo>
                  <a:pt x="9295" y="2967"/>
                </a:lnTo>
                <a:cubicBezTo>
                  <a:pt x="9295" y="4416"/>
                  <a:pt x="8192" y="5645"/>
                  <a:pt x="6774" y="5834"/>
                </a:cubicBezTo>
                <a:lnTo>
                  <a:pt x="6774" y="4825"/>
                </a:lnTo>
                <a:cubicBezTo>
                  <a:pt x="5829" y="5487"/>
                  <a:pt x="4663" y="5865"/>
                  <a:pt x="3403" y="5865"/>
                </a:cubicBezTo>
                <a:cubicBezTo>
                  <a:pt x="2143" y="5865"/>
                  <a:pt x="977" y="5487"/>
                  <a:pt x="1" y="4825"/>
                </a:cubicBezTo>
                <a:lnTo>
                  <a:pt x="1" y="6306"/>
                </a:lnTo>
                <a:cubicBezTo>
                  <a:pt x="1" y="7031"/>
                  <a:pt x="568" y="7566"/>
                  <a:pt x="1261" y="7566"/>
                </a:cubicBezTo>
                <a:lnTo>
                  <a:pt x="5388" y="7566"/>
                </a:lnTo>
                <a:cubicBezTo>
                  <a:pt x="5955" y="7566"/>
                  <a:pt x="6459" y="7220"/>
                  <a:pt x="6617" y="6716"/>
                </a:cubicBezTo>
                <a:cubicBezTo>
                  <a:pt x="8601" y="6495"/>
                  <a:pt x="10082" y="4920"/>
                  <a:pt x="10114" y="2904"/>
                </a:cubicBezTo>
                <a:lnTo>
                  <a:pt x="10114" y="2400"/>
                </a:lnTo>
                <a:cubicBezTo>
                  <a:pt x="10649" y="2211"/>
                  <a:pt x="11027" y="1706"/>
                  <a:pt x="10996" y="1108"/>
                </a:cubicBezTo>
                <a:cubicBezTo>
                  <a:pt x="10964" y="572"/>
                  <a:pt x="10492" y="100"/>
                  <a:pt x="9893" y="5"/>
                </a:cubicBezTo>
                <a:cubicBezTo>
                  <a:pt x="9853" y="2"/>
                  <a:pt x="9813" y="0"/>
                  <a:pt x="97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8" name="Google Shape;5478;p30"/>
          <p:cNvSpPr/>
          <p:nvPr/>
        </p:nvSpPr>
        <p:spPr>
          <a:xfrm>
            <a:off x="4121222" y="4047785"/>
            <a:ext cx="163351" cy="158295"/>
          </a:xfrm>
          <a:custGeom>
            <a:rect b="b" l="l" r="r" t="t"/>
            <a:pathLst>
              <a:path extrusionOk="0" h="4916" w="5073">
                <a:moveTo>
                  <a:pt x="2238" y="1"/>
                </a:moveTo>
                <a:cubicBezTo>
                  <a:pt x="1986" y="442"/>
                  <a:pt x="1671" y="820"/>
                  <a:pt x="1324" y="1229"/>
                </a:cubicBezTo>
                <a:cubicBezTo>
                  <a:pt x="946" y="1671"/>
                  <a:pt x="473" y="1986"/>
                  <a:pt x="1" y="2238"/>
                </a:cubicBezTo>
                <a:lnTo>
                  <a:pt x="2206" y="4443"/>
                </a:lnTo>
                <a:cubicBezTo>
                  <a:pt x="2521" y="4758"/>
                  <a:pt x="2923" y="4916"/>
                  <a:pt x="3325" y="4916"/>
                </a:cubicBezTo>
                <a:cubicBezTo>
                  <a:pt x="3726" y="4916"/>
                  <a:pt x="4128" y="4758"/>
                  <a:pt x="4443" y="4443"/>
                </a:cubicBezTo>
                <a:cubicBezTo>
                  <a:pt x="5073" y="3813"/>
                  <a:pt x="5073" y="2836"/>
                  <a:pt x="4443" y="220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9" name="Google Shape;5479;p30"/>
          <p:cNvSpPr/>
          <p:nvPr/>
        </p:nvSpPr>
        <p:spPr>
          <a:xfrm>
            <a:off x="3870674" y="3796208"/>
            <a:ext cx="319585" cy="320648"/>
          </a:xfrm>
          <a:custGeom>
            <a:rect b="b" l="l" r="r" t="t"/>
            <a:pathLst>
              <a:path extrusionOk="0" h="9958" w="9925">
                <a:moveTo>
                  <a:pt x="4978" y="1702"/>
                </a:moveTo>
                <a:cubicBezTo>
                  <a:pt x="6774" y="1702"/>
                  <a:pt x="8286" y="3214"/>
                  <a:pt x="8286" y="5010"/>
                </a:cubicBezTo>
                <a:cubicBezTo>
                  <a:pt x="8254" y="5892"/>
                  <a:pt x="7939" y="6711"/>
                  <a:pt x="7341" y="7310"/>
                </a:cubicBezTo>
                <a:cubicBezTo>
                  <a:pt x="6742" y="7908"/>
                  <a:pt x="5923" y="8318"/>
                  <a:pt x="4978" y="8318"/>
                </a:cubicBezTo>
                <a:cubicBezTo>
                  <a:pt x="3151" y="8318"/>
                  <a:pt x="1670" y="6837"/>
                  <a:pt x="1670" y="5010"/>
                </a:cubicBezTo>
                <a:cubicBezTo>
                  <a:pt x="1670" y="3214"/>
                  <a:pt x="3151" y="1702"/>
                  <a:pt x="4978" y="1702"/>
                </a:cubicBezTo>
                <a:close/>
                <a:moveTo>
                  <a:pt x="4978" y="1"/>
                </a:moveTo>
                <a:cubicBezTo>
                  <a:pt x="2268" y="1"/>
                  <a:pt x="0" y="2269"/>
                  <a:pt x="0" y="4978"/>
                </a:cubicBezTo>
                <a:cubicBezTo>
                  <a:pt x="0" y="7688"/>
                  <a:pt x="2268" y="9956"/>
                  <a:pt x="4978" y="9956"/>
                </a:cubicBezTo>
                <a:cubicBezTo>
                  <a:pt x="5013" y="9957"/>
                  <a:pt x="5048" y="9957"/>
                  <a:pt x="5083" y="9957"/>
                </a:cubicBezTo>
                <a:cubicBezTo>
                  <a:pt x="6367" y="9957"/>
                  <a:pt x="7586" y="9395"/>
                  <a:pt x="8506" y="8444"/>
                </a:cubicBezTo>
                <a:cubicBezTo>
                  <a:pt x="9420" y="7499"/>
                  <a:pt x="9924" y="6270"/>
                  <a:pt x="9924" y="4978"/>
                </a:cubicBezTo>
                <a:cubicBezTo>
                  <a:pt x="9924" y="2269"/>
                  <a:pt x="7687" y="1"/>
                  <a:pt x="49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0" name="Google Shape;5480;p30"/>
          <p:cNvSpPr/>
          <p:nvPr/>
        </p:nvSpPr>
        <p:spPr>
          <a:xfrm>
            <a:off x="1859597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" y="0"/>
                </a:moveTo>
                <a:lnTo>
                  <a:pt x="1" y="9830"/>
                </a:lnTo>
                <a:lnTo>
                  <a:pt x="1670" y="8192"/>
                </a:lnTo>
                <a:lnTo>
                  <a:pt x="1670" y="1639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1" name="Google Shape;5481;p30"/>
          <p:cNvSpPr/>
          <p:nvPr/>
        </p:nvSpPr>
        <p:spPr>
          <a:xfrm>
            <a:off x="2214666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670" y="0"/>
                </a:moveTo>
                <a:lnTo>
                  <a:pt x="0" y="1639"/>
                </a:lnTo>
                <a:lnTo>
                  <a:pt x="0" y="8192"/>
                </a:lnTo>
                <a:lnTo>
                  <a:pt x="1670" y="9830"/>
                </a:lnTo>
                <a:lnTo>
                  <a:pt x="167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2" name="Google Shape;5482;p30"/>
          <p:cNvSpPr/>
          <p:nvPr/>
        </p:nvSpPr>
        <p:spPr>
          <a:xfrm>
            <a:off x="1939743" y="1433645"/>
            <a:ext cx="248584" cy="194810"/>
          </a:xfrm>
          <a:custGeom>
            <a:rect b="b" l="l" r="r" t="t"/>
            <a:pathLst>
              <a:path extrusionOk="0" h="6050" w="7720">
                <a:moveTo>
                  <a:pt x="1" y="1"/>
                </a:moveTo>
                <a:lnTo>
                  <a:pt x="1" y="6050"/>
                </a:lnTo>
                <a:lnTo>
                  <a:pt x="3592" y="6050"/>
                </a:lnTo>
                <a:lnTo>
                  <a:pt x="3592" y="4821"/>
                </a:lnTo>
                <a:cubicBezTo>
                  <a:pt x="3592" y="4600"/>
                  <a:pt x="3781" y="4411"/>
                  <a:pt x="4002" y="4411"/>
                </a:cubicBezTo>
                <a:lnTo>
                  <a:pt x="6491" y="4411"/>
                </a:lnTo>
                <a:cubicBezTo>
                  <a:pt x="6743" y="4411"/>
                  <a:pt x="6932" y="4600"/>
                  <a:pt x="6932" y="4821"/>
                </a:cubicBezTo>
                <a:lnTo>
                  <a:pt x="6932" y="6050"/>
                </a:lnTo>
                <a:lnTo>
                  <a:pt x="7719" y="6050"/>
                </a:lnTo>
                <a:lnTo>
                  <a:pt x="771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3" name="Google Shape;5483;p30"/>
          <p:cNvSpPr/>
          <p:nvPr/>
        </p:nvSpPr>
        <p:spPr>
          <a:xfrm>
            <a:off x="1878885" y="1655825"/>
            <a:ext cx="370300" cy="52776"/>
          </a:xfrm>
          <a:custGeom>
            <a:rect b="b" l="l" r="r" t="t"/>
            <a:pathLst>
              <a:path extrusionOk="0" h="1639" w="11500">
                <a:moveTo>
                  <a:pt x="1639" y="0"/>
                </a:moveTo>
                <a:lnTo>
                  <a:pt x="0" y="1638"/>
                </a:lnTo>
                <a:lnTo>
                  <a:pt x="11500" y="1638"/>
                </a:lnTo>
                <a:lnTo>
                  <a:pt x="98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4" name="Google Shape;5484;p30"/>
          <p:cNvSpPr/>
          <p:nvPr/>
        </p:nvSpPr>
        <p:spPr>
          <a:xfrm>
            <a:off x="1877854" y="1299983"/>
            <a:ext cx="371330" cy="107323"/>
          </a:xfrm>
          <a:custGeom>
            <a:rect b="b" l="l" r="r" t="t"/>
            <a:pathLst>
              <a:path extrusionOk="0" h="3333" w="11532">
                <a:moveTo>
                  <a:pt x="5798" y="1033"/>
                </a:moveTo>
                <a:lnTo>
                  <a:pt x="6459" y="1694"/>
                </a:lnTo>
                <a:lnTo>
                  <a:pt x="5136" y="1694"/>
                </a:lnTo>
                <a:lnTo>
                  <a:pt x="5798" y="1033"/>
                </a:lnTo>
                <a:close/>
                <a:moveTo>
                  <a:pt x="5750" y="1"/>
                </a:moveTo>
                <a:cubicBezTo>
                  <a:pt x="5640" y="1"/>
                  <a:pt x="5530" y="40"/>
                  <a:pt x="5451" y="119"/>
                </a:cubicBezTo>
                <a:lnTo>
                  <a:pt x="3939" y="1663"/>
                </a:lnTo>
                <a:lnTo>
                  <a:pt x="1" y="1663"/>
                </a:lnTo>
                <a:lnTo>
                  <a:pt x="1639" y="3332"/>
                </a:lnTo>
                <a:lnTo>
                  <a:pt x="9862" y="3332"/>
                </a:lnTo>
                <a:lnTo>
                  <a:pt x="11532" y="1663"/>
                </a:lnTo>
                <a:lnTo>
                  <a:pt x="7593" y="1663"/>
                </a:lnTo>
                <a:lnTo>
                  <a:pt x="6050" y="119"/>
                </a:lnTo>
                <a:cubicBezTo>
                  <a:pt x="5971" y="40"/>
                  <a:pt x="5861" y="1"/>
                  <a:pt x="5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5" name="Google Shape;5485;p30"/>
          <p:cNvSpPr/>
          <p:nvPr/>
        </p:nvSpPr>
        <p:spPr>
          <a:xfrm>
            <a:off x="1944332" y="1950047"/>
            <a:ext cx="240437" cy="239439"/>
          </a:xfrm>
          <a:custGeom>
            <a:rect b="b" l="l" r="r" t="t"/>
            <a:pathLst>
              <a:path extrusionOk="0" h="7436" w="7467">
                <a:moveTo>
                  <a:pt x="3686" y="1465"/>
                </a:moveTo>
                <a:cubicBezTo>
                  <a:pt x="3836" y="1465"/>
                  <a:pt x="3985" y="1544"/>
                  <a:pt x="4064" y="1702"/>
                </a:cubicBezTo>
                <a:lnTo>
                  <a:pt x="4537" y="2678"/>
                </a:lnTo>
                <a:lnTo>
                  <a:pt x="5608" y="2836"/>
                </a:lnTo>
                <a:cubicBezTo>
                  <a:pt x="5955" y="2867"/>
                  <a:pt x="6081" y="3308"/>
                  <a:pt x="5829" y="3561"/>
                </a:cubicBezTo>
                <a:lnTo>
                  <a:pt x="5041" y="4285"/>
                </a:lnTo>
                <a:lnTo>
                  <a:pt x="5261" y="5356"/>
                </a:lnTo>
                <a:cubicBezTo>
                  <a:pt x="5286" y="5630"/>
                  <a:pt x="5075" y="5845"/>
                  <a:pt x="4845" y="5845"/>
                </a:cubicBezTo>
                <a:cubicBezTo>
                  <a:pt x="4784" y="5845"/>
                  <a:pt x="4722" y="5830"/>
                  <a:pt x="4663" y="5797"/>
                </a:cubicBezTo>
                <a:lnTo>
                  <a:pt x="3686" y="5262"/>
                </a:lnTo>
                <a:lnTo>
                  <a:pt x="2678" y="5797"/>
                </a:lnTo>
                <a:cubicBezTo>
                  <a:pt x="2616" y="5828"/>
                  <a:pt x="2553" y="5842"/>
                  <a:pt x="2492" y="5842"/>
                </a:cubicBezTo>
                <a:cubicBezTo>
                  <a:pt x="2244" y="5842"/>
                  <a:pt x="2035" y="5609"/>
                  <a:pt x="2111" y="5356"/>
                </a:cubicBezTo>
                <a:lnTo>
                  <a:pt x="2300" y="4285"/>
                </a:lnTo>
                <a:lnTo>
                  <a:pt x="1512" y="3561"/>
                </a:lnTo>
                <a:cubicBezTo>
                  <a:pt x="1323" y="3308"/>
                  <a:pt x="1418" y="2867"/>
                  <a:pt x="1796" y="2836"/>
                </a:cubicBezTo>
                <a:lnTo>
                  <a:pt x="2836" y="2678"/>
                </a:lnTo>
                <a:lnTo>
                  <a:pt x="3308" y="1702"/>
                </a:lnTo>
                <a:cubicBezTo>
                  <a:pt x="3387" y="1544"/>
                  <a:pt x="3537" y="1465"/>
                  <a:pt x="3686" y="1465"/>
                </a:cubicBezTo>
                <a:close/>
                <a:moveTo>
                  <a:pt x="3718" y="0"/>
                </a:moveTo>
                <a:cubicBezTo>
                  <a:pt x="1670" y="0"/>
                  <a:pt x="32" y="1670"/>
                  <a:pt x="32" y="3750"/>
                </a:cubicBezTo>
                <a:cubicBezTo>
                  <a:pt x="0" y="5766"/>
                  <a:pt x="1670" y="7436"/>
                  <a:pt x="3718" y="7436"/>
                </a:cubicBezTo>
                <a:cubicBezTo>
                  <a:pt x="5765" y="7436"/>
                  <a:pt x="7404" y="5797"/>
                  <a:pt x="7467" y="3750"/>
                </a:cubicBezTo>
                <a:cubicBezTo>
                  <a:pt x="7467" y="1702"/>
                  <a:pt x="5797" y="32"/>
                  <a:pt x="37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6" name="Google Shape;5486;p30"/>
          <p:cNvSpPr/>
          <p:nvPr/>
        </p:nvSpPr>
        <p:spPr>
          <a:xfrm>
            <a:off x="2074161" y="1784056"/>
            <a:ext cx="194810" cy="190366"/>
          </a:xfrm>
          <a:custGeom>
            <a:rect b="b" l="l" r="r" t="t"/>
            <a:pathLst>
              <a:path extrusionOk="0" h="5912" w="6050">
                <a:moveTo>
                  <a:pt x="3829" y="0"/>
                </a:moveTo>
                <a:cubicBezTo>
                  <a:pt x="3706" y="0"/>
                  <a:pt x="3580" y="47"/>
                  <a:pt x="3498" y="146"/>
                </a:cubicBezTo>
                <a:lnTo>
                  <a:pt x="1" y="4336"/>
                </a:lnTo>
                <a:cubicBezTo>
                  <a:pt x="1229" y="4399"/>
                  <a:pt x="2332" y="4998"/>
                  <a:pt x="3088" y="5912"/>
                </a:cubicBezTo>
                <a:lnTo>
                  <a:pt x="5861" y="2446"/>
                </a:lnTo>
                <a:cubicBezTo>
                  <a:pt x="6050" y="2289"/>
                  <a:pt x="6050" y="2037"/>
                  <a:pt x="5924" y="1879"/>
                </a:cubicBezTo>
                <a:lnTo>
                  <a:pt x="4128" y="115"/>
                </a:lnTo>
                <a:cubicBezTo>
                  <a:pt x="4053" y="40"/>
                  <a:pt x="3942" y="0"/>
                  <a:pt x="3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7" name="Google Shape;5487;p30"/>
          <p:cNvSpPr/>
          <p:nvPr/>
        </p:nvSpPr>
        <p:spPr>
          <a:xfrm>
            <a:off x="1968674" y="1781642"/>
            <a:ext cx="190753" cy="115695"/>
          </a:xfrm>
          <a:custGeom>
            <a:rect b="b" l="l" r="r" t="t"/>
            <a:pathLst>
              <a:path extrusionOk="0" h="3593" w="5924">
                <a:moveTo>
                  <a:pt x="0" y="1"/>
                </a:moveTo>
                <a:lnTo>
                  <a:pt x="2962" y="3592"/>
                </a:lnTo>
                <a:lnTo>
                  <a:pt x="592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8" name="Google Shape;5488;p30"/>
          <p:cNvSpPr/>
          <p:nvPr/>
        </p:nvSpPr>
        <p:spPr>
          <a:xfrm>
            <a:off x="1859099" y="1784056"/>
            <a:ext cx="191751" cy="189368"/>
          </a:xfrm>
          <a:custGeom>
            <a:rect b="b" l="l" r="r" t="t"/>
            <a:pathLst>
              <a:path extrusionOk="0" h="5881" w="5955">
                <a:moveTo>
                  <a:pt x="2194" y="0"/>
                </a:moveTo>
                <a:cubicBezTo>
                  <a:pt x="2084" y="0"/>
                  <a:pt x="1965" y="40"/>
                  <a:pt x="1859" y="115"/>
                </a:cubicBezTo>
                <a:lnTo>
                  <a:pt x="95" y="1879"/>
                </a:lnTo>
                <a:cubicBezTo>
                  <a:pt x="1" y="2037"/>
                  <a:pt x="1" y="2289"/>
                  <a:pt x="95" y="2446"/>
                </a:cubicBezTo>
                <a:lnTo>
                  <a:pt x="2899" y="5880"/>
                </a:lnTo>
                <a:cubicBezTo>
                  <a:pt x="3655" y="4998"/>
                  <a:pt x="4758" y="4399"/>
                  <a:pt x="5955" y="4305"/>
                </a:cubicBezTo>
                <a:lnTo>
                  <a:pt x="2490" y="146"/>
                </a:lnTo>
                <a:cubicBezTo>
                  <a:pt x="2424" y="47"/>
                  <a:pt x="2315" y="0"/>
                  <a:pt x="21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9" name="Google Shape;5489;p30"/>
          <p:cNvSpPr/>
          <p:nvPr/>
        </p:nvSpPr>
        <p:spPr>
          <a:xfrm>
            <a:off x="1862375" y="2271419"/>
            <a:ext cx="409874" cy="407105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0" name="Google Shape;5490;p30"/>
          <p:cNvSpPr/>
          <p:nvPr/>
        </p:nvSpPr>
        <p:spPr>
          <a:xfrm>
            <a:off x="442272" y="2814152"/>
            <a:ext cx="483934" cy="406815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1" name="Google Shape;5491;p30"/>
          <p:cNvSpPr/>
          <p:nvPr/>
        </p:nvSpPr>
        <p:spPr>
          <a:xfrm>
            <a:off x="503229" y="3569978"/>
            <a:ext cx="372071" cy="158649"/>
          </a:xfrm>
          <a:custGeom>
            <a:rect b="b" l="l" r="r" t="t"/>
            <a:pathLst>
              <a:path extrusionOk="0" h="4927" w="11555">
                <a:moveTo>
                  <a:pt x="3679" y="2028"/>
                </a:moveTo>
                <a:cubicBezTo>
                  <a:pt x="3931" y="2028"/>
                  <a:pt x="4088" y="2217"/>
                  <a:pt x="4088" y="2469"/>
                </a:cubicBezTo>
                <a:cubicBezTo>
                  <a:pt x="4088" y="2721"/>
                  <a:pt x="3868" y="2878"/>
                  <a:pt x="3679" y="2878"/>
                </a:cubicBezTo>
                <a:cubicBezTo>
                  <a:pt x="3458" y="2878"/>
                  <a:pt x="3238" y="2658"/>
                  <a:pt x="3238" y="2469"/>
                </a:cubicBezTo>
                <a:cubicBezTo>
                  <a:pt x="3238" y="2185"/>
                  <a:pt x="3458" y="2028"/>
                  <a:pt x="3679" y="2028"/>
                </a:cubicBezTo>
                <a:close/>
                <a:moveTo>
                  <a:pt x="7806" y="1618"/>
                </a:moveTo>
                <a:cubicBezTo>
                  <a:pt x="8278" y="1618"/>
                  <a:pt x="8656" y="1965"/>
                  <a:pt x="8656" y="2437"/>
                </a:cubicBezTo>
                <a:cubicBezTo>
                  <a:pt x="8656" y="2910"/>
                  <a:pt x="8278" y="3256"/>
                  <a:pt x="7806" y="3256"/>
                </a:cubicBezTo>
                <a:cubicBezTo>
                  <a:pt x="7333" y="3256"/>
                  <a:pt x="6987" y="2910"/>
                  <a:pt x="6987" y="2437"/>
                </a:cubicBezTo>
                <a:cubicBezTo>
                  <a:pt x="6987" y="1965"/>
                  <a:pt x="7333" y="1618"/>
                  <a:pt x="7806" y="1618"/>
                </a:cubicBezTo>
                <a:close/>
                <a:moveTo>
                  <a:pt x="5348" y="2878"/>
                </a:moveTo>
                <a:cubicBezTo>
                  <a:pt x="5569" y="2878"/>
                  <a:pt x="5758" y="3067"/>
                  <a:pt x="5758" y="3256"/>
                </a:cubicBezTo>
                <a:cubicBezTo>
                  <a:pt x="5758" y="3509"/>
                  <a:pt x="5569" y="3698"/>
                  <a:pt x="5348" y="3698"/>
                </a:cubicBezTo>
                <a:cubicBezTo>
                  <a:pt x="5096" y="3698"/>
                  <a:pt x="4907" y="3509"/>
                  <a:pt x="4907" y="3256"/>
                </a:cubicBezTo>
                <a:cubicBezTo>
                  <a:pt x="4907" y="3004"/>
                  <a:pt x="5096" y="2878"/>
                  <a:pt x="5348" y="2878"/>
                </a:cubicBezTo>
                <a:close/>
                <a:moveTo>
                  <a:pt x="8249" y="1"/>
                </a:moveTo>
                <a:cubicBezTo>
                  <a:pt x="6319" y="1"/>
                  <a:pt x="5400" y="1530"/>
                  <a:pt x="3381" y="1530"/>
                </a:cubicBezTo>
                <a:cubicBezTo>
                  <a:pt x="2909" y="1530"/>
                  <a:pt x="2377" y="1447"/>
                  <a:pt x="1757" y="1240"/>
                </a:cubicBezTo>
                <a:lnTo>
                  <a:pt x="560" y="2973"/>
                </a:lnTo>
                <a:cubicBezTo>
                  <a:pt x="0" y="3812"/>
                  <a:pt x="544" y="4927"/>
                  <a:pt x="1557" y="4927"/>
                </a:cubicBezTo>
                <a:cubicBezTo>
                  <a:pt x="1571" y="4927"/>
                  <a:pt x="1585" y="4927"/>
                  <a:pt x="1599" y="4926"/>
                </a:cubicBezTo>
                <a:lnTo>
                  <a:pt x="9980" y="4926"/>
                </a:lnTo>
                <a:cubicBezTo>
                  <a:pt x="10956" y="4926"/>
                  <a:pt x="11555" y="3761"/>
                  <a:pt x="11019" y="2941"/>
                </a:cubicBezTo>
                <a:lnTo>
                  <a:pt x="9003" y="75"/>
                </a:lnTo>
                <a:cubicBezTo>
                  <a:pt x="8734" y="24"/>
                  <a:pt x="8484" y="1"/>
                  <a:pt x="8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2" name="Google Shape;5492;p30"/>
          <p:cNvSpPr/>
          <p:nvPr/>
        </p:nvSpPr>
        <p:spPr>
          <a:xfrm>
            <a:off x="577031" y="3319753"/>
            <a:ext cx="206982" cy="273120"/>
          </a:xfrm>
          <a:custGeom>
            <a:rect b="b" l="l" r="r" t="t"/>
            <a:pathLst>
              <a:path extrusionOk="0" h="8482" w="6428">
                <a:moveTo>
                  <a:pt x="1891" y="1"/>
                </a:moveTo>
                <a:cubicBezTo>
                  <a:pt x="1229" y="1"/>
                  <a:pt x="694" y="568"/>
                  <a:pt x="694" y="1261"/>
                </a:cubicBezTo>
                <a:cubicBezTo>
                  <a:pt x="694" y="1828"/>
                  <a:pt x="1040" y="2238"/>
                  <a:pt x="1513" y="2395"/>
                </a:cubicBezTo>
                <a:lnTo>
                  <a:pt x="1513" y="5829"/>
                </a:lnTo>
                <a:cubicBezTo>
                  <a:pt x="1481" y="6459"/>
                  <a:pt x="1072" y="6774"/>
                  <a:pt x="0" y="8318"/>
                </a:cubicBezTo>
                <a:cubicBezTo>
                  <a:pt x="441" y="8433"/>
                  <a:pt x="822" y="8482"/>
                  <a:pt x="1162" y="8482"/>
                </a:cubicBezTo>
                <a:cubicBezTo>
                  <a:pt x="3061" y="8482"/>
                  <a:pt x="3671" y="6963"/>
                  <a:pt x="6049" y="6963"/>
                </a:cubicBezTo>
                <a:lnTo>
                  <a:pt x="6112" y="6963"/>
                </a:lnTo>
                <a:cubicBezTo>
                  <a:pt x="5829" y="6585"/>
                  <a:pt x="5608" y="6333"/>
                  <a:pt x="5608" y="5861"/>
                </a:cubicBezTo>
                <a:lnTo>
                  <a:pt x="5608" y="2458"/>
                </a:lnTo>
                <a:cubicBezTo>
                  <a:pt x="6081" y="2301"/>
                  <a:pt x="6427" y="1828"/>
                  <a:pt x="6427" y="1261"/>
                </a:cubicBezTo>
                <a:cubicBezTo>
                  <a:pt x="6427" y="599"/>
                  <a:pt x="5892" y="1"/>
                  <a:pt x="51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3" name="Google Shape;5493;p30"/>
          <p:cNvSpPr/>
          <p:nvPr/>
        </p:nvSpPr>
        <p:spPr>
          <a:xfrm>
            <a:off x="485342" y="3825145"/>
            <a:ext cx="407845" cy="299267"/>
          </a:xfrm>
          <a:custGeom>
            <a:rect b="b" l="l" r="r" t="t"/>
            <a:pathLst>
              <a:path extrusionOk="0" h="9294" w="12666">
                <a:moveTo>
                  <a:pt x="11405" y="1701"/>
                </a:moveTo>
                <a:cubicBezTo>
                  <a:pt x="11626" y="1701"/>
                  <a:pt x="11846" y="1890"/>
                  <a:pt x="11846" y="2142"/>
                </a:cubicBezTo>
                <a:cubicBezTo>
                  <a:pt x="11846" y="3749"/>
                  <a:pt x="11090" y="4663"/>
                  <a:pt x="9956" y="4978"/>
                </a:cubicBezTo>
                <a:cubicBezTo>
                  <a:pt x="10051" y="4631"/>
                  <a:pt x="10145" y="4222"/>
                  <a:pt x="10145" y="3844"/>
                </a:cubicBezTo>
                <a:lnTo>
                  <a:pt x="10145" y="1701"/>
                </a:lnTo>
                <a:close/>
                <a:moveTo>
                  <a:pt x="2584" y="1701"/>
                </a:moveTo>
                <a:lnTo>
                  <a:pt x="2584" y="3812"/>
                </a:lnTo>
                <a:cubicBezTo>
                  <a:pt x="2584" y="4222"/>
                  <a:pt x="2647" y="4600"/>
                  <a:pt x="2773" y="5009"/>
                </a:cubicBezTo>
                <a:cubicBezTo>
                  <a:pt x="1639" y="4694"/>
                  <a:pt x="851" y="3781"/>
                  <a:pt x="851" y="2142"/>
                </a:cubicBezTo>
                <a:cubicBezTo>
                  <a:pt x="851" y="1890"/>
                  <a:pt x="1040" y="1701"/>
                  <a:pt x="1292" y="1701"/>
                </a:cubicBezTo>
                <a:close/>
                <a:moveTo>
                  <a:pt x="4065" y="3655"/>
                </a:moveTo>
                <a:cubicBezTo>
                  <a:pt x="4317" y="3655"/>
                  <a:pt x="4506" y="3875"/>
                  <a:pt x="4506" y="4096"/>
                </a:cubicBezTo>
                <a:cubicBezTo>
                  <a:pt x="4506" y="4631"/>
                  <a:pt x="4821" y="5041"/>
                  <a:pt x="5262" y="5261"/>
                </a:cubicBezTo>
                <a:cubicBezTo>
                  <a:pt x="5451" y="5324"/>
                  <a:pt x="5577" y="5608"/>
                  <a:pt x="5482" y="5797"/>
                </a:cubicBezTo>
                <a:cubicBezTo>
                  <a:pt x="5431" y="5952"/>
                  <a:pt x="5229" y="6065"/>
                  <a:pt x="5054" y="6065"/>
                </a:cubicBezTo>
                <a:cubicBezTo>
                  <a:pt x="5017" y="6065"/>
                  <a:pt x="4980" y="6060"/>
                  <a:pt x="4947" y="6049"/>
                </a:cubicBezTo>
                <a:cubicBezTo>
                  <a:pt x="4128" y="5734"/>
                  <a:pt x="3655" y="4946"/>
                  <a:pt x="3655" y="4096"/>
                </a:cubicBezTo>
                <a:cubicBezTo>
                  <a:pt x="3655" y="3875"/>
                  <a:pt x="3844" y="3655"/>
                  <a:pt x="4065" y="3655"/>
                </a:cubicBezTo>
                <a:close/>
                <a:moveTo>
                  <a:pt x="2993" y="0"/>
                </a:moveTo>
                <a:cubicBezTo>
                  <a:pt x="2741" y="0"/>
                  <a:pt x="2552" y="189"/>
                  <a:pt x="2552" y="441"/>
                </a:cubicBezTo>
                <a:lnTo>
                  <a:pt x="2552" y="882"/>
                </a:lnTo>
                <a:lnTo>
                  <a:pt x="1261" y="882"/>
                </a:lnTo>
                <a:cubicBezTo>
                  <a:pt x="536" y="882"/>
                  <a:pt x="1" y="1418"/>
                  <a:pt x="1" y="2142"/>
                </a:cubicBezTo>
                <a:cubicBezTo>
                  <a:pt x="1" y="4568"/>
                  <a:pt x="1513" y="5797"/>
                  <a:pt x="3183" y="5923"/>
                </a:cubicBezTo>
                <a:cubicBezTo>
                  <a:pt x="4159" y="7372"/>
                  <a:pt x="5073" y="7089"/>
                  <a:pt x="5073" y="7687"/>
                </a:cubicBezTo>
                <a:cubicBezTo>
                  <a:pt x="5073" y="8286"/>
                  <a:pt x="4821" y="8884"/>
                  <a:pt x="4443" y="9294"/>
                </a:cubicBezTo>
                <a:lnTo>
                  <a:pt x="8192" y="9294"/>
                </a:lnTo>
                <a:cubicBezTo>
                  <a:pt x="7782" y="8884"/>
                  <a:pt x="7562" y="8286"/>
                  <a:pt x="7562" y="7687"/>
                </a:cubicBezTo>
                <a:cubicBezTo>
                  <a:pt x="7562" y="7089"/>
                  <a:pt x="8507" y="7372"/>
                  <a:pt x="9484" y="5923"/>
                </a:cubicBezTo>
                <a:cubicBezTo>
                  <a:pt x="11216" y="5797"/>
                  <a:pt x="12666" y="4537"/>
                  <a:pt x="12666" y="2142"/>
                </a:cubicBezTo>
                <a:cubicBezTo>
                  <a:pt x="12666" y="1418"/>
                  <a:pt x="12098" y="882"/>
                  <a:pt x="11405" y="882"/>
                </a:cubicBezTo>
                <a:lnTo>
                  <a:pt x="10145" y="882"/>
                </a:lnTo>
                <a:lnTo>
                  <a:pt x="10145" y="441"/>
                </a:lnTo>
                <a:cubicBezTo>
                  <a:pt x="10145" y="189"/>
                  <a:pt x="9956" y="0"/>
                  <a:pt x="97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4" name="Google Shape;5494;p30"/>
          <p:cNvSpPr/>
          <p:nvPr/>
        </p:nvSpPr>
        <p:spPr>
          <a:xfrm>
            <a:off x="563459" y="4151780"/>
            <a:ext cx="250613" cy="81176"/>
          </a:xfrm>
          <a:custGeom>
            <a:rect b="b" l="l" r="r" t="t"/>
            <a:pathLst>
              <a:path extrusionOk="0" h="2521" w="7783">
                <a:moveTo>
                  <a:pt x="757" y="1"/>
                </a:moveTo>
                <a:lnTo>
                  <a:pt x="63" y="1954"/>
                </a:lnTo>
                <a:cubicBezTo>
                  <a:pt x="0" y="2237"/>
                  <a:pt x="158" y="2521"/>
                  <a:pt x="473" y="2521"/>
                </a:cubicBezTo>
                <a:lnTo>
                  <a:pt x="7278" y="2521"/>
                </a:lnTo>
                <a:cubicBezTo>
                  <a:pt x="7593" y="2521"/>
                  <a:pt x="7782" y="2237"/>
                  <a:pt x="7688" y="1954"/>
                </a:cubicBezTo>
                <a:lnTo>
                  <a:pt x="699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5" name="Google Shape;5495;p30"/>
          <p:cNvSpPr/>
          <p:nvPr/>
        </p:nvSpPr>
        <p:spPr>
          <a:xfrm>
            <a:off x="2945729" y="2794108"/>
            <a:ext cx="294244" cy="293213"/>
          </a:xfrm>
          <a:custGeom>
            <a:rect b="b" l="l" r="r" t="t"/>
            <a:pathLst>
              <a:path extrusionOk="0" h="9106" w="9138">
                <a:moveTo>
                  <a:pt x="4097" y="1292"/>
                </a:moveTo>
                <a:cubicBezTo>
                  <a:pt x="4349" y="1292"/>
                  <a:pt x="4538" y="1450"/>
                  <a:pt x="4538" y="1702"/>
                </a:cubicBezTo>
                <a:cubicBezTo>
                  <a:pt x="4538" y="1922"/>
                  <a:pt x="4349" y="2111"/>
                  <a:pt x="4160" y="2111"/>
                </a:cubicBezTo>
                <a:cubicBezTo>
                  <a:pt x="2994" y="2111"/>
                  <a:pt x="2112" y="3056"/>
                  <a:pt x="2049" y="4222"/>
                </a:cubicBezTo>
                <a:cubicBezTo>
                  <a:pt x="2049" y="4443"/>
                  <a:pt x="1860" y="4600"/>
                  <a:pt x="1639" y="4600"/>
                </a:cubicBezTo>
                <a:cubicBezTo>
                  <a:pt x="1387" y="4600"/>
                  <a:pt x="1198" y="4411"/>
                  <a:pt x="1198" y="4222"/>
                </a:cubicBezTo>
                <a:cubicBezTo>
                  <a:pt x="1198" y="2584"/>
                  <a:pt x="2490" y="1324"/>
                  <a:pt x="4097" y="1292"/>
                </a:cubicBezTo>
                <a:close/>
                <a:moveTo>
                  <a:pt x="4569" y="0"/>
                </a:moveTo>
                <a:cubicBezTo>
                  <a:pt x="2049" y="0"/>
                  <a:pt x="1" y="2048"/>
                  <a:pt x="1" y="4569"/>
                </a:cubicBezTo>
                <a:cubicBezTo>
                  <a:pt x="1" y="6207"/>
                  <a:pt x="946" y="7688"/>
                  <a:pt x="2332" y="8475"/>
                </a:cubicBezTo>
                <a:cubicBezTo>
                  <a:pt x="2458" y="8507"/>
                  <a:pt x="2521" y="8664"/>
                  <a:pt x="2521" y="8822"/>
                </a:cubicBezTo>
                <a:lnTo>
                  <a:pt x="2521" y="9105"/>
                </a:lnTo>
                <a:lnTo>
                  <a:pt x="6680" y="9105"/>
                </a:lnTo>
                <a:lnTo>
                  <a:pt x="6680" y="8822"/>
                </a:lnTo>
                <a:cubicBezTo>
                  <a:pt x="6680" y="8696"/>
                  <a:pt x="6743" y="8570"/>
                  <a:pt x="6900" y="8507"/>
                </a:cubicBezTo>
                <a:cubicBezTo>
                  <a:pt x="8255" y="7719"/>
                  <a:pt x="9137" y="6270"/>
                  <a:pt x="9137" y="4569"/>
                </a:cubicBezTo>
                <a:cubicBezTo>
                  <a:pt x="9137" y="2048"/>
                  <a:pt x="7089" y="32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6" name="Google Shape;5496;p30"/>
          <p:cNvSpPr/>
          <p:nvPr/>
        </p:nvSpPr>
        <p:spPr>
          <a:xfrm>
            <a:off x="3025875" y="3113660"/>
            <a:ext cx="132922" cy="87262"/>
          </a:xfrm>
          <a:custGeom>
            <a:rect b="b" l="l" r="r" t="t"/>
            <a:pathLst>
              <a:path extrusionOk="0" h="2710" w="4128">
                <a:moveTo>
                  <a:pt x="1" y="0"/>
                </a:moveTo>
                <a:lnTo>
                  <a:pt x="1" y="662"/>
                </a:lnTo>
                <a:cubicBezTo>
                  <a:pt x="1" y="1198"/>
                  <a:pt x="410" y="1702"/>
                  <a:pt x="883" y="1859"/>
                </a:cubicBezTo>
                <a:cubicBezTo>
                  <a:pt x="1040" y="2363"/>
                  <a:pt x="1513" y="2710"/>
                  <a:pt x="2049" y="2710"/>
                </a:cubicBezTo>
                <a:cubicBezTo>
                  <a:pt x="2647" y="2710"/>
                  <a:pt x="3120" y="2363"/>
                  <a:pt x="3277" y="1859"/>
                </a:cubicBezTo>
                <a:cubicBezTo>
                  <a:pt x="3781" y="1702"/>
                  <a:pt x="4128" y="1198"/>
                  <a:pt x="4128" y="662"/>
                </a:cubicBez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7" name="Google Shape;5497;p30"/>
          <p:cNvSpPr/>
          <p:nvPr/>
        </p:nvSpPr>
        <p:spPr>
          <a:xfrm>
            <a:off x="2898118" y="3519038"/>
            <a:ext cx="126836" cy="117272"/>
          </a:xfrm>
          <a:custGeom>
            <a:rect b="b" l="l" r="r" t="t"/>
            <a:pathLst>
              <a:path extrusionOk="0" h="3642" w="3939">
                <a:moveTo>
                  <a:pt x="739" y="1"/>
                </a:moveTo>
                <a:cubicBezTo>
                  <a:pt x="480" y="1"/>
                  <a:pt x="232" y="12"/>
                  <a:pt x="0" y="18"/>
                </a:cubicBezTo>
                <a:cubicBezTo>
                  <a:pt x="95" y="1341"/>
                  <a:pt x="630" y="2602"/>
                  <a:pt x="1512" y="3641"/>
                </a:cubicBezTo>
                <a:lnTo>
                  <a:pt x="3938" y="1247"/>
                </a:lnTo>
                <a:cubicBezTo>
                  <a:pt x="2844" y="153"/>
                  <a:pt x="1711" y="1"/>
                  <a:pt x="7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8" name="Google Shape;5498;p30"/>
          <p:cNvSpPr/>
          <p:nvPr/>
        </p:nvSpPr>
        <p:spPr>
          <a:xfrm>
            <a:off x="2896089" y="3366443"/>
            <a:ext cx="185665" cy="172463"/>
          </a:xfrm>
          <a:custGeom>
            <a:rect b="b" l="l" r="r" t="t"/>
            <a:pathLst>
              <a:path extrusionOk="0" h="5356" w="5766">
                <a:moveTo>
                  <a:pt x="1575" y="0"/>
                </a:moveTo>
                <a:cubicBezTo>
                  <a:pt x="599" y="1103"/>
                  <a:pt x="95" y="2520"/>
                  <a:pt x="0" y="3907"/>
                </a:cubicBezTo>
                <a:cubicBezTo>
                  <a:pt x="213" y="3901"/>
                  <a:pt x="452" y="3891"/>
                  <a:pt x="712" y="3891"/>
                </a:cubicBezTo>
                <a:cubicBezTo>
                  <a:pt x="1801" y="3891"/>
                  <a:pt x="3246" y="4059"/>
                  <a:pt x="4568" y="5356"/>
                </a:cubicBezTo>
                <a:lnTo>
                  <a:pt x="5766" y="4190"/>
                </a:lnTo>
                <a:lnTo>
                  <a:pt x="157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9" name="Google Shape;5499;p30"/>
          <p:cNvSpPr/>
          <p:nvPr/>
        </p:nvSpPr>
        <p:spPr>
          <a:xfrm>
            <a:off x="2967090" y="3579478"/>
            <a:ext cx="99434" cy="121748"/>
          </a:xfrm>
          <a:custGeom>
            <a:rect b="b" l="l" r="r" t="t"/>
            <a:pathLst>
              <a:path extrusionOk="0" h="3781" w="3088">
                <a:moveTo>
                  <a:pt x="2332" y="0"/>
                </a:moveTo>
                <a:lnTo>
                  <a:pt x="0" y="2331"/>
                </a:lnTo>
                <a:cubicBezTo>
                  <a:pt x="883" y="3088"/>
                  <a:pt x="1891" y="3592"/>
                  <a:pt x="2962" y="3781"/>
                </a:cubicBezTo>
                <a:cubicBezTo>
                  <a:pt x="3088" y="2363"/>
                  <a:pt x="3088" y="1197"/>
                  <a:pt x="23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0" name="Google Shape;5500;p30"/>
          <p:cNvSpPr/>
          <p:nvPr/>
        </p:nvSpPr>
        <p:spPr>
          <a:xfrm>
            <a:off x="3121295" y="3462785"/>
            <a:ext cx="184635" cy="174524"/>
          </a:xfrm>
          <a:custGeom>
            <a:rect b="b" l="l" r="r" t="t"/>
            <a:pathLst>
              <a:path extrusionOk="0" h="5420" w="5734">
                <a:moveTo>
                  <a:pt x="1197" y="1"/>
                </a:moveTo>
                <a:lnTo>
                  <a:pt x="0" y="1230"/>
                </a:lnTo>
                <a:lnTo>
                  <a:pt x="4159" y="5420"/>
                </a:lnTo>
                <a:cubicBezTo>
                  <a:pt x="5199" y="4191"/>
                  <a:pt x="5703" y="2773"/>
                  <a:pt x="5734" y="1324"/>
                </a:cubicBezTo>
                <a:cubicBezTo>
                  <a:pt x="5557" y="1324"/>
                  <a:pt x="5356" y="1329"/>
                  <a:pt x="5135" y="1329"/>
                </a:cubicBezTo>
                <a:cubicBezTo>
                  <a:pt x="4098" y="1329"/>
                  <a:pt x="2626" y="1222"/>
                  <a:pt x="11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1" name="Google Shape;5501;p30"/>
          <p:cNvSpPr/>
          <p:nvPr/>
        </p:nvSpPr>
        <p:spPr>
          <a:xfrm>
            <a:off x="3061435" y="3520616"/>
            <a:ext cx="174524" cy="184667"/>
          </a:xfrm>
          <a:custGeom>
            <a:rect b="b" l="l" r="r" t="t"/>
            <a:pathLst>
              <a:path extrusionOk="0" h="5735" w="5420">
                <a:moveTo>
                  <a:pt x="1261" y="1"/>
                </a:moveTo>
                <a:lnTo>
                  <a:pt x="0" y="1261"/>
                </a:lnTo>
                <a:cubicBezTo>
                  <a:pt x="1009" y="2679"/>
                  <a:pt x="1009" y="4002"/>
                  <a:pt x="851" y="5735"/>
                </a:cubicBezTo>
                <a:lnTo>
                  <a:pt x="1261" y="5735"/>
                </a:lnTo>
                <a:cubicBezTo>
                  <a:pt x="2773" y="5735"/>
                  <a:pt x="4254" y="5231"/>
                  <a:pt x="5419" y="4159"/>
                </a:cubicBez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2" name="Google Shape;5502;p30"/>
          <p:cNvSpPr/>
          <p:nvPr/>
        </p:nvSpPr>
        <p:spPr>
          <a:xfrm>
            <a:off x="3121295" y="3298469"/>
            <a:ext cx="114664" cy="125805"/>
          </a:xfrm>
          <a:custGeom>
            <a:rect b="b" l="l" r="r" t="t"/>
            <a:pathLst>
              <a:path extrusionOk="0" h="3907" w="3561">
                <a:moveTo>
                  <a:pt x="158" y="0"/>
                </a:moveTo>
                <a:lnTo>
                  <a:pt x="158" y="0"/>
                </a:lnTo>
                <a:cubicBezTo>
                  <a:pt x="126" y="977"/>
                  <a:pt x="0" y="2395"/>
                  <a:pt x="1260" y="3907"/>
                </a:cubicBezTo>
                <a:lnTo>
                  <a:pt x="3560" y="1544"/>
                </a:lnTo>
                <a:cubicBezTo>
                  <a:pt x="2584" y="662"/>
                  <a:pt x="1355" y="158"/>
                  <a:pt x="1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3" name="Google Shape;5503;p30"/>
          <p:cNvSpPr/>
          <p:nvPr/>
        </p:nvSpPr>
        <p:spPr>
          <a:xfrm>
            <a:off x="2967090" y="3297439"/>
            <a:ext cx="174524" cy="184667"/>
          </a:xfrm>
          <a:custGeom>
            <a:rect b="b" l="l" r="r" t="t"/>
            <a:pathLst>
              <a:path extrusionOk="0" h="5735" w="5420">
                <a:moveTo>
                  <a:pt x="4096" y="1"/>
                </a:moveTo>
                <a:lnTo>
                  <a:pt x="4096" y="1"/>
                </a:lnTo>
                <a:cubicBezTo>
                  <a:pt x="2647" y="32"/>
                  <a:pt x="1198" y="536"/>
                  <a:pt x="0" y="1576"/>
                </a:cubicBezTo>
                <a:lnTo>
                  <a:pt x="4191" y="5735"/>
                </a:lnTo>
                <a:lnTo>
                  <a:pt x="5419" y="4506"/>
                </a:lnTo>
                <a:cubicBezTo>
                  <a:pt x="3939" y="2805"/>
                  <a:pt x="4065" y="1135"/>
                  <a:pt x="40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4" name="Google Shape;5504;p30"/>
          <p:cNvSpPr/>
          <p:nvPr/>
        </p:nvSpPr>
        <p:spPr>
          <a:xfrm>
            <a:off x="3179094" y="3366443"/>
            <a:ext cx="125838" cy="111219"/>
          </a:xfrm>
          <a:custGeom>
            <a:rect b="b" l="l" r="r" t="t"/>
            <a:pathLst>
              <a:path extrusionOk="0" h="3454" w="3908">
                <a:moveTo>
                  <a:pt x="2364" y="0"/>
                </a:moveTo>
                <a:lnTo>
                  <a:pt x="1" y="2363"/>
                </a:lnTo>
                <a:cubicBezTo>
                  <a:pt x="1171" y="3313"/>
                  <a:pt x="2246" y="3453"/>
                  <a:pt x="3155" y="3453"/>
                </a:cubicBezTo>
                <a:cubicBezTo>
                  <a:pt x="3421" y="3453"/>
                  <a:pt x="3672" y="3441"/>
                  <a:pt x="3908" y="3434"/>
                </a:cubicBezTo>
                <a:cubicBezTo>
                  <a:pt x="3750" y="2205"/>
                  <a:pt x="3246" y="1008"/>
                  <a:pt x="2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5" name="Google Shape;5505;p30"/>
          <p:cNvSpPr/>
          <p:nvPr/>
        </p:nvSpPr>
        <p:spPr>
          <a:xfrm>
            <a:off x="2979760" y="3802799"/>
            <a:ext cx="242498" cy="284101"/>
          </a:xfrm>
          <a:custGeom>
            <a:rect b="b" l="l" r="r" t="t"/>
            <a:pathLst>
              <a:path extrusionOk="0" h="8823" w="7531">
                <a:moveTo>
                  <a:pt x="3372" y="1"/>
                </a:moveTo>
                <a:lnTo>
                  <a:pt x="95" y="5703"/>
                </a:lnTo>
                <a:cubicBezTo>
                  <a:pt x="1" y="5829"/>
                  <a:pt x="1" y="5987"/>
                  <a:pt x="95" y="6113"/>
                </a:cubicBezTo>
                <a:lnTo>
                  <a:pt x="1418" y="8822"/>
                </a:lnTo>
                <a:lnTo>
                  <a:pt x="6081" y="8822"/>
                </a:lnTo>
                <a:lnTo>
                  <a:pt x="7467" y="6113"/>
                </a:lnTo>
                <a:cubicBezTo>
                  <a:pt x="7530" y="5987"/>
                  <a:pt x="7499" y="5829"/>
                  <a:pt x="7467" y="5703"/>
                </a:cubicBezTo>
                <a:lnTo>
                  <a:pt x="4191" y="1"/>
                </a:lnTo>
                <a:lnTo>
                  <a:pt x="4191" y="4727"/>
                </a:lnTo>
                <a:cubicBezTo>
                  <a:pt x="4663" y="4884"/>
                  <a:pt x="5010" y="5357"/>
                  <a:pt x="5010" y="5892"/>
                </a:cubicBezTo>
                <a:cubicBezTo>
                  <a:pt x="5010" y="6585"/>
                  <a:pt x="4474" y="7121"/>
                  <a:pt x="3750" y="7121"/>
                </a:cubicBezTo>
                <a:cubicBezTo>
                  <a:pt x="3088" y="7121"/>
                  <a:pt x="2521" y="6585"/>
                  <a:pt x="2521" y="5892"/>
                </a:cubicBezTo>
                <a:cubicBezTo>
                  <a:pt x="2521" y="5357"/>
                  <a:pt x="2899" y="4916"/>
                  <a:pt x="3372" y="4727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6" name="Google Shape;5506;p30"/>
          <p:cNvSpPr/>
          <p:nvPr/>
        </p:nvSpPr>
        <p:spPr>
          <a:xfrm>
            <a:off x="3034532" y="4113238"/>
            <a:ext cx="134950" cy="97405"/>
          </a:xfrm>
          <a:custGeom>
            <a:rect b="b" l="l" r="r" t="t"/>
            <a:pathLst>
              <a:path extrusionOk="0" h="3025" w="4191">
                <a:moveTo>
                  <a:pt x="32" y="0"/>
                </a:moveTo>
                <a:lnTo>
                  <a:pt x="32" y="2615"/>
                </a:lnTo>
                <a:cubicBezTo>
                  <a:pt x="1" y="2836"/>
                  <a:pt x="190" y="3025"/>
                  <a:pt x="442" y="3025"/>
                </a:cubicBezTo>
                <a:lnTo>
                  <a:pt x="3750" y="3025"/>
                </a:lnTo>
                <a:cubicBezTo>
                  <a:pt x="3970" y="3025"/>
                  <a:pt x="4191" y="2836"/>
                  <a:pt x="4191" y="2615"/>
                </a:cubicBezTo>
                <a:lnTo>
                  <a:pt x="41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7" name="Google Shape;5507;p30"/>
          <p:cNvSpPr/>
          <p:nvPr/>
        </p:nvSpPr>
        <p:spPr>
          <a:xfrm>
            <a:off x="1989405" y="4309620"/>
            <a:ext cx="423076" cy="408167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8" name="Google Shape;5508;p30"/>
          <p:cNvSpPr/>
          <p:nvPr/>
        </p:nvSpPr>
        <p:spPr>
          <a:xfrm>
            <a:off x="2335321" y="1454961"/>
            <a:ext cx="256698" cy="253897"/>
          </a:xfrm>
          <a:custGeom>
            <a:rect b="b" l="l" r="r" t="t"/>
            <a:pathLst>
              <a:path extrusionOk="0" h="7885" w="7972">
                <a:moveTo>
                  <a:pt x="3245" y="0"/>
                </a:moveTo>
                <a:lnTo>
                  <a:pt x="473" y="2804"/>
                </a:lnTo>
                <a:cubicBezTo>
                  <a:pt x="0" y="3277"/>
                  <a:pt x="0" y="4064"/>
                  <a:pt x="473" y="4568"/>
                </a:cubicBezTo>
                <a:lnTo>
                  <a:pt x="3403" y="7530"/>
                </a:lnTo>
                <a:cubicBezTo>
                  <a:pt x="3639" y="7766"/>
                  <a:pt x="3954" y="7884"/>
                  <a:pt x="4277" y="7884"/>
                </a:cubicBezTo>
                <a:cubicBezTo>
                  <a:pt x="4600" y="7884"/>
                  <a:pt x="4931" y="7766"/>
                  <a:pt x="5199" y="7530"/>
                </a:cubicBezTo>
                <a:lnTo>
                  <a:pt x="7971" y="4726"/>
                </a:lnTo>
                <a:lnTo>
                  <a:pt x="324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9" name="Google Shape;5509;p30"/>
          <p:cNvSpPr/>
          <p:nvPr/>
        </p:nvSpPr>
        <p:spPr>
          <a:xfrm>
            <a:off x="2458067" y="1302012"/>
            <a:ext cx="289156" cy="285872"/>
          </a:xfrm>
          <a:custGeom>
            <a:rect b="b" l="l" r="r" t="t"/>
            <a:pathLst>
              <a:path extrusionOk="0" h="8878" w="8980">
                <a:moveTo>
                  <a:pt x="4395" y="1"/>
                </a:moveTo>
                <a:cubicBezTo>
                  <a:pt x="4285" y="1"/>
                  <a:pt x="4175" y="40"/>
                  <a:pt x="4096" y="119"/>
                </a:cubicBezTo>
                <a:lnTo>
                  <a:pt x="1" y="4152"/>
                </a:lnTo>
                <a:lnTo>
                  <a:pt x="4726" y="8877"/>
                </a:lnTo>
                <a:lnTo>
                  <a:pt x="8822" y="4845"/>
                </a:lnTo>
                <a:cubicBezTo>
                  <a:pt x="8979" y="4687"/>
                  <a:pt x="8979" y="4404"/>
                  <a:pt x="8822" y="4246"/>
                </a:cubicBezTo>
                <a:lnTo>
                  <a:pt x="4695" y="119"/>
                </a:lnTo>
                <a:cubicBezTo>
                  <a:pt x="4616" y="40"/>
                  <a:pt x="4506" y="1"/>
                  <a:pt x="4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0" name="Google Shape;5510;p30"/>
          <p:cNvSpPr/>
          <p:nvPr/>
        </p:nvSpPr>
        <p:spPr>
          <a:xfrm>
            <a:off x="2337848" y="2136709"/>
            <a:ext cx="406847" cy="51778"/>
          </a:xfrm>
          <a:custGeom>
            <a:rect b="b" l="l" r="r" t="t"/>
            <a:pathLst>
              <a:path extrusionOk="0" h="1608" w="12635">
                <a:moveTo>
                  <a:pt x="379" y="0"/>
                </a:moveTo>
                <a:cubicBezTo>
                  <a:pt x="159" y="0"/>
                  <a:pt x="1" y="189"/>
                  <a:pt x="1" y="378"/>
                </a:cubicBezTo>
                <a:cubicBezTo>
                  <a:pt x="1" y="1040"/>
                  <a:pt x="537" y="1607"/>
                  <a:pt x="1198" y="1607"/>
                </a:cubicBezTo>
                <a:lnTo>
                  <a:pt x="11406" y="1607"/>
                </a:lnTo>
                <a:cubicBezTo>
                  <a:pt x="12067" y="1607"/>
                  <a:pt x="12634" y="1072"/>
                  <a:pt x="12634" y="378"/>
                </a:cubicBezTo>
                <a:cubicBezTo>
                  <a:pt x="12603" y="158"/>
                  <a:pt x="12445" y="0"/>
                  <a:pt x="12193" y="0"/>
                </a:cubicBezTo>
                <a:lnTo>
                  <a:pt x="10965" y="0"/>
                </a:lnTo>
                <a:lnTo>
                  <a:pt x="10965" y="378"/>
                </a:lnTo>
                <a:cubicBezTo>
                  <a:pt x="10965" y="630"/>
                  <a:pt x="10776" y="819"/>
                  <a:pt x="10555" y="819"/>
                </a:cubicBezTo>
                <a:cubicBezTo>
                  <a:pt x="10303" y="819"/>
                  <a:pt x="10146" y="630"/>
                  <a:pt x="10146" y="378"/>
                </a:cubicBezTo>
                <a:lnTo>
                  <a:pt x="10146" y="0"/>
                </a:lnTo>
                <a:lnTo>
                  <a:pt x="9326" y="0"/>
                </a:lnTo>
                <a:lnTo>
                  <a:pt x="9326" y="378"/>
                </a:lnTo>
                <a:cubicBezTo>
                  <a:pt x="9326" y="630"/>
                  <a:pt x="9137" y="819"/>
                  <a:pt x="8917" y="819"/>
                </a:cubicBezTo>
                <a:cubicBezTo>
                  <a:pt x="8696" y="819"/>
                  <a:pt x="8507" y="630"/>
                  <a:pt x="8507" y="378"/>
                </a:cubicBezTo>
                <a:lnTo>
                  <a:pt x="85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1" name="Google Shape;5511;p30"/>
          <p:cNvSpPr/>
          <p:nvPr/>
        </p:nvSpPr>
        <p:spPr>
          <a:xfrm>
            <a:off x="2363222" y="1869901"/>
            <a:ext cx="355102" cy="240470"/>
          </a:xfrm>
          <a:custGeom>
            <a:rect b="b" l="l" r="r" t="t"/>
            <a:pathLst>
              <a:path extrusionOk="0" h="7468" w="11028">
                <a:moveTo>
                  <a:pt x="3794" y="1673"/>
                </a:moveTo>
                <a:cubicBezTo>
                  <a:pt x="3841" y="1673"/>
                  <a:pt x="3890" y="1682"/>
                  <a:pt x="3939" y="1702"/>
                </a:cubicBezTo>
                <a:lnTo>
                  <a:pt x="6428" y="2521"/>
                </a:lnTo>
                <a:cubicBezTo>
                  <a:pt x="6680" y="2616"/>
                  <a:pt x="6806" y="2994"/>
                  <a:pt x="6585" y="3214"/>
                </a:cubicBezTo>
                <a:lnTo>
                  <a:pt x="6018" y="3750"/>
                </a:lnTo>
                <a:lnTo>
                  <a:pt x="7404" y="5136"/>
                </a:lnTo>
                <a:cubicBezTo>
                  <a:pt x="7593" y="5262"/>
                  <a:pt x="7593" y="5514"/>
                  <a:pt x="7436" y="5671"/>
                </a:cubicBezTo>
                <a:cubicBezTo>
                  <a:pt x="7357" y="5750"/>
                  <a:pt x="7247" y="5790"/>
                  <a:pt x="7136" y="5790"/>
                </a:cubicBezTo>
                <a:cubicBezTo>
                  <a:pt x="7026" y="5790"/>
                  <a:pt x="6916" y="5750"/>
                  <a:pt x="6837" y="5671"/>
                </a:cubicBezTo>
                <a:lnTo>
                  <a:pt x="5451" y="4317"/>
                </a:lnTo>
                <a:lnTo>
                  <a:pt x="4915" y="4852"/>
                </a:lnTo>
                <a:cubicBezTo>
                  <a:pt x="4821" y="4947"/>
                  <a:pt x="4714" y="4988"/>
                  <a:pt x="4613" y="4988"/>
                </a:cubicBezTo>
                <a:cubicBezTo>
                  <a:pt x="4444" y="4988"/>
                  <a:pt x="4293" y="4872"/>
                  <a:pt x="4254" y="4695"/>
                </a:cubicBezTo>
                <a:lnTo>
                  <a:pt x="3435" y="2206"/>
                </a:lnTo>
                <a:cubicBezTo>
                  <a:pt x="3328" y="1940"/>
                  <a:pt x="3537" y="1673"/>
                  <a:pt x="3794" y="1673"/>
                </a:cubicBezTo>
                <a:close/>
                <a:moveTo>
                  <a:pt x="1198" y="1"/>
                </a:moveTo>
                <a:cubicBezTo>
                  <a:pt x="536" y="1"/>
                  <a:pt x="1" y="568"/>
                  <a:pt x="1" y="1229"/>
                </a:cubicBezTo>
                <a:lnTo>
                  <a:pt x="1" y="7467"/>
                </a:lnTo>
                <a:lnTo>
                  <a:pt x="11027" y="7467"/>
                </a:lnTo>
                <a:lnTo>
                  <a:pt x="11027" y="1229"/>
                </a:lnTo>
                <a:cubicBezTo>
                  <a:pt x="11027" y="568"/>
                  <a:pt x="10460" y="1"/>
                  <a:pt x="97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2" name="Google Shape;5512;p30"/>
          <p:cNvSpPr/>
          <p:nvPr/>
        </p:nvSpPr>
        <p:spPr>
          <a:xfrm>
            <a:off x="2395180" y="2386346"/>
            <a:ext cx="291185" cy="291185"/>
          </a:xfrm>
          <a:custGeom>
            <a:rect b="b" l="l" r="r" t="t"/>
            <a:pathLst>
              <a:path extrusionOk="0" h="9043" w="9043">
                <a:moveTo>
                  <a:pt x="4506" y="2174"/>
                </a:moveTo>
                <a:cubicBezTo>
                  <a:pt x="6144" y="2174"/>
                  <a:pt x="7404" y="3466"/>
                  <a:pt x="7436" y="5041"/>
                </a:cubicBezTo>
                <a:cubicBezTo>
                  <a:pt x="7436" y="6648"/>
                  <a:pt x="6144" y="7908"/>
                  <a:pt x="4506" y="7908"/>
                </a:cubicBezTo>
                <a:cubicBezTo>
                  <a:pt x="2899" y="7908"/>
                  <a:pt x="1639" y="6616"/>
                  <a:pt x="1639" y="5041"/>
                </a:cubicBezTo>
                <a:cubicBezTo>
                  <a:pt x="1639" y="3466"/>
                  <a:pt x="2931" y="2174"/>
                  <a:pt x="4506" y="2174"/>
                </a:cubicBezTo>
                <a:close/>
                <a:moveTo>
                  <a:pt x="4506" y="0"/>
                </a:moveTo>
                <a:lnTo>
                  <a:pt x="1" y="3214"/>
                </a:lnTo>
                <a:lnTo>
                  <a:pt x="1" y="8664"/>
                </a:lnTo>
                <a:cubicBezTo>
                  <a:pt x="1" y="8885"/>
                  <a:pt x="190" y="9042"/>
                  <a:pt x="379" y="9042"/>
                </a:cubicBezTo>
                <a:lnTo>
                  <a:pt x="8665" y="9042"/>
                </a:lnTo>
                <a:cubicBezTo>
                  <a:pt x="8885" y="9042"/>
                  <a:pt x="9043" y="8853"/>
                  <a:pt x="9043" y="8664"/>
                </a:cubicBezTo>
                <a:lnTo>
                  <a:pt x="9043" y="3214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3" name="Google Shape;5513;p30"/>
          <p:cNvSpPr/>
          <p:nvPr/>
        </p:nvSpPr>
        <p:spPr>
          <a:xfrm>
            <a:off x="2473297" y="2480692"/>
            <a:ext cx="134950" cy="134950"/>
          </a:xfrm>
          <a:custGeom>
            <a:rect b="b" l="l" r="r" t="t"/>
            <a:pathLst>
              <a:path extrusionOk="0" h="4191" w="4191">
                <a:moveTo>
                  <a:pt x="2080" y="1040"/>
                </a:moveTo>
                <a:cubicBezTo>
                  <a:pt x="2332" y="1040"/>
                  <a:pt x="2521" y="1229"/>
                  <a:pt x="2521" y="1450"/>
                </a:cubicBezTo>
                <a:lnTo>
                  <a:pt x="2521" y="1859"/>
                </a:lnTo>
                <a:lnTo>
                  <a:pt x="2931" y="1859"/>
                </a:lnTo>
                <a:cubicBezTo>
                  <a:pt x="3151" y="1859"/>
                  <a:pt x="3372" y="2080"/>
                  <a:pt x="3372" y="2269"/>
                </a:cubicBezTo>
                <a:cubicBezTo>
                  <a:pt x="3372" y="2489"/>
                  <a:pt x="3151" y="2710"/>
                  <a:pt x="2931" y="2710"/>
                </a:cubicBezTo>
                <a:lnTo>
                  <a:pt x="2080" y="2710"/>
                </a:lnTo>
                <a:cubicBezTo>
                  <a:pt x="1859" y="2710"/>
                  <a:pt x="1702" y="2489"/>
                  <a:pt x="1702" y="2269"/>
                </a:cubicBezTo>
                <a:lnTo>
                  <a:pt x="1702" y="1450"/>
                </a:lnTo>
                <a:cubicBezTo>
                  <a:pt x="1702" y="1198"/>
                  <a:pt x="1891" y="1040"/>
                  <a:pt x="2080" y="1040"/>
                </a:cubicBezTo>
                <a:close/>
                <a:moveTo>
                  <a:pt x="2080" y="0"/>
                </a:moveTo>
                <a:cubicBezTo>
                  <a:pt x="946" y="0"/>
                  <a:pt x="64" y="946"/>
                  <a:pt x="1" y="2111"/>
                </a:cubicBezTo>
                <a:cubicBezTo>
                  <a:pt x="64" y="3277"/>
                  <a:pt x="946" y="4191"/>
                  <a:pt x="2080" y="4191"/>
                </a:cubicBezTo>
                <a:cubicBezTo>
                  <a:pt x="3246" y="4191"/>
                  <a:pt x="4128" y="3245"/>
                  <a:pt x="4191" y="2111"/>
                </a:cubicBezTo>
                <a:cubicBezTo>
                  <a:pt x="4191" y="977"/>
                  <a:pt x="3246" y="63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4" name="Google Shape;5514;p30"/>
          <p:cNvSpPr/>
          <p:nvPr/>
        </p:nvSpPr>
        <p:spPr>
          <a:xfrm>
            <a:off x="2339378" y="2269686"/>
            <a:ext cx="403788" cy="213261"/>
          </a:xfrm>
          <a:custGeom>
            <a:rect b="b" l="l" r="r" t="t"/>
            <a:pathLst>
              <a:path extrusionOk="0" h="6623" w="12540">
                <a:moveTo>
                  <a:pt x="6239" y="0"/>
                </a:moveTo>
                <a:cubicBezTo>
                  <a:pt x="6018" y="0"/>
                  <a:pt x="5861" y="189"/>
                  <a:pt x="5861" y="378"/>
                </a:cubicBezTo>
                <a:lnTo>
                  <a:pt x="5861" y="1859"/>
                </a:lnTo>
                <a:lnTo>
                  <a:pt x="1891" y="4695"/>
                </a:lnTo>
                <a:lnTo>
                  <a:pt x="222" y="5860"/>
                </a:lnTo>
                <a:cubicBezTo>
                  <a:pt x="32" y="5986"/>
                  <a:pt x="1" y="6270"/>
                  <a:pt x="159" y="6459"/>
                </a:cubicBezTo>
                <a:cubicBezTo>
                  <a:pt x="230" y="6566"/>
                  <a:pt x="342" y="6623"/>
                  <a:pt x="460" y="6623"/>
                </a:cubicBezTo>
                <a:cubicBezTo>
                  <a:pt x="550" y="6623"/>
                  <a:pt x="644" y="6590"/>
                  <a:pt x="726" y="6522"/>
                </a:cubicBezTo>
                <a:lnTo>
                  <a:pt x="6050" y="2741"/>
                </a:lnTo>
                <a:cubicBezTo>
                  <a:pt x="6129" y="2678"/>
                  <a:pt x="6215" y="2647"/>
                  <a:pt x="6298" y="2647"/>
                </a:cubicBezTo>
                <a:cubicBezTo>
                  <a:pt x="6381" y="2647"/>
                  <a:pt x="6459" y="2678"/>
                  <a:pt x="6523" y="2741"/>
                </a:cubicBezTo>
                <a:lnTo>
                  <a:pt x="11847" y="6522"/>
                </a:lnTo>
                <a:cubicBezTo>
                  <a:pt x="11926" y="6575"/>
                  <a:pt x="12016" y="6600"/>
                  <a:pt x="12105" y="6600"/>
                </a:cubicBezTo>
                <a:cubicBezTo>
                  <a:pt x="12230" y="6600"/>
                  <a:pt x="12354" y="6551"/>
                  <a:pt x="12445" y="6459"/>
                </a:cubicBezTo>
                <a:cubicBezTo>
                  <a:pt x="12540" y="6270"/>
                  <a:pt x="12508" y="6018"/>
                  <a:pt x="12351" y="5860"/>
                </a:cubicBezTo>
                <a:lnTo>
                  <a:pt x="10713" y="4695"/>
                </a:lnTo>
                <a:lnTo>
                  <a:pt x="6712" y="1859"/>
                </a:lnTo>
                <a:lnTo>
                  <a:pt x="6712" y="378"/>
                </a:lnTo>
                <a:cubicBezTo>
                  <a:pt x="6680" y="189"/>
                  <a:pt x="6491" y="0"/>
                  <a:pt x="62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5" name="Google Shape;5515;p30"/>
          <p:cNvSpPr/>
          <p:nvPr/>
        </p:nvSpPr>
        <p:spPr>
          <a:xfrm>
            <a:off x="978246" y="2814393"/>
            <a:ext cx="374357" cy="409874"/>
          </a:xfrm>
          <a:custGeom>
            <a:rect b="b" l="l" r="r" t="t"/>
            <a:pathLst>
              <a:path extrusionOk="0" h="12729" w="11626">
                <a:moveTo>
                  <a:pt x="442" y="1"/>
                </a:moveTo>
                <a:cubicBezTo>
                  <a:pt x="221" y="1"/>
                  <a:pt x="32" y="190"/>
                  <a:pt x="32" y="442"/>
                </a:cubicBezTo>
                <a:lnTo>
                  <a:pt x="32" y="4159"/>
                </a:lnTo>
                <a:cubicBezTo>
                  <a:pt x="32" y="4317"/>
                  <a:pt x="126" y="4474"/>
                  <a:pt x="284" y="4569"/>
                </a:cubicBezTo>
                <a:cubicBezTo>
                  <a:pt x="1072" y="4821"/>
                  <a:pt x="1670" y="5640"/>
                  <a:pt x="1670" y="6491"/>
                </a:cubicBezTo>
                <a:cubicBezTo>
                  <a:pt x="1670" y="7404"/>
                  <a:pt x="1103" y="8129"/>
                  <a:pt x="284" y="8475"/>
                </a:cubicBezTo>
                <a:cubicBezTo>
                  <a:pt x="126" y="8507"/>
                  <a:pt x="0" y="8664"/>
                  <a:pt x="0" y="8853"/>
                </a:cubicBezTo>
                <a:lnTo>
                  <a:pt x="0" y="12319"/>
                </a:lnTo>
                <a:cubicBezTo>
                  <a:pt x="0" y="12571"/>
                  <a:pt x="221" y="12729"/>
                  <a:pt x="442" y="12729"/>
                </a:cubicBezTo>
                <a:lnTo>
                  <a:pt x="3308" y="12729"/>
                </a:lnTo>
                <a:lnTo>
                  <a:pt x="3308" y="4852"/>
                </a:lnTo>
                <a:cubicBezTo>
                  <a:pt x="3308" y="3687"/>
                  <a:pt x="4254" y="2805"/>
                  <a:pt x="5419" y="2741"/>
                </a:cubicBezTo>
                <a:lnTo>
                  <a:pt x="6238" y="2741"/>
                </a:lnTo>
                <a:cubicBezTo>
                  <a:pt x="7373" y="2741"/>
                  <a:pt x="8286" y="3687"/>
                  <a:pt x="8318" y="4852"/>
                </a:cubicBezTo>
                <a:lnTo>
                  <a:pt x="8318" y="12729"/>
                </a:lnTo>
                <a:lnTo>
                  <a:pt x="11216" y="12729"/>
                </a:lnTo>
                <a:cubicBezTo>
                  <a:pt x="11437" y="12729"/>
                  <a:pt x="11594" y="12508"/>
                  <a:pt x="11626" y="12319"/>
                </a:cubicBezTo>
                <a:lnTo>
                  <a:pt x="11626" y="8853"/>
                </a:lnTo>
                <a:cubicBezTo>
                  <a:pt x="11626" y="8696"/>
                  <a:pt x="11500" y="8538"/>
                  <a:pt x="11374" y="8475"/>
                </a:cubicBezTo>
                <a:cubicBezTo>
                  <a:pt x="10586" y="8192"/>
                  <a:pt x="9988" y="7404"/>
                  <a:pt x="9988" y="6491"/>
                </a:cubicBezTo>
                <a:cubicBezTo>
                  <a:pt x="9988" y="5577"/>
                  <a:pt x="10586" y="4852"/>
                  <a:pt x="11374" y="4569"/>
                </a:cubicBezTo>
                <a:cubicBezTo>
                  <a:pt x="11531" y="4537"/>
                  <a:pt x="11626" y="4380"/>
                  <a:pt x="11626" y="4159"/>
                </a:cubicBezTo>
                <a:lnTo>
                  <a:pt x="11626" y="442"/>
                </a:lnTo>
                <a:cubicBezTo>
                  <a:pt x="11626" y="190"/>
                  <a:pt x="11437" y="1"/>
                  <a:pt x="11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6" name="Google Shape;5516;p30"/>
          <p:cNvSpPr/>
          <p:nvPr/>
        </p:nvSpPr>
        <p:spPr>
          <a:xfrm>
            <a:off x="1113164" y="2931053"/>
            <a:ext cx="106550" cy="293213"/>
          </a:xfrm>
          <a:custGeom>
            <a:rect b="b" l="l" r="r" t="t"/>
            <a:pathLst>
              <a:path extrusionOk="0" h="9106" w="3309">
                <a:moveTo>
                  <a:pt x="1607" y="3309"/>
                </a:moveTo>
                <a:cubicBezTo>
                  <a:pt x="2080" y="3309"/>
                  <a:pt x="2426" y="3655"/>
                  <a:pt x="2426" y="4128"/>
                </a:cubicBezTo>
                <a:cubicBezTo>
                  <a:pt x="2426" y="4600"/>
                  <a:pt x="2080" y="4947"/>
                  <a:pt x="1607" y="4947"/>
                </a:cubicBezTo>
                <a:cubicBezTo>
                  <a:pt x="1135" y="4947"/>
                  <a:pt x="788" y="4600"/>
                  <a:pt x="788" y="4128"/>
                </a:cubicBezTo>
                <a:cubicBezTo>
                  <a:pt x="788" y="3655"/>
                  <a:pt x="1135" y="3309"/>
                  <a:pt x="1607" y="3309"/>
                </a:cubicBezTo>
                <a:close/>
                <a:moveTo>
                  <a:pt x="1229" y="1"/>
                </a:moveTo>
                <a:cubicBezTo>
                  <a:pt x="536" y="1"/>
                  <a:pt x="1" y="536"/>
                  <a:pt x="1" y="1261"/>
                </a:cubicBezTo>
                <a:lnTo>
                  <a:pt x="1" y="9106"/>
                </a:lnTo>
                <a:lnTo>
                  <a:pt x="3309" y="9106"/>
                </a:lnTo>
                <a:lnTo>
                  <a:pt x="3309" y="1229"/>
                </a:lnTo>
                <a:cubicBezTo>
                  <a:pt x="3309" y="536"/>
                  <a:pt x="2742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7" name="Google Shape;5517;p30"/>
          <p:cNvSpPr/>
          <p:nvPr/>
        </p:nvSpPr>
        <p:spPr>
          <a:xfrm>
            <a:off x="1002688" y="3320515"/>
            <a:ext cx="347985" cy="40784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8" name="Google Shape;5518;p30"/>
          <p:cNvSpPr/>
          <p:nvPr/>
        </p:nvSpPr>
        <p:spPr>
          <a:xfrm>
            <a:off x="971688" y="3824662"/>
            <a:ext cx="122779" cy="198320"/>
          </a:xfrm>
          <a:custGeom>
            <a:rect b="b" l="l" r="r" t="t"/>
            <a:pathLst>
              <a:path extrusionOk="0" h="6159" w="3813">
                <a:moveTo>
                  <a:pt x="1698" y="1"/>
                </a:moveTo>
                <a:cubicBezTo>
                  <a:pt x="1520" y="1"/>
                  <a:pt x="1373" y="138"/>
                  <a:pt x="1293" y="299"/>
                </a:cubicBezTo>
                <a:lnTo>
                  <a:pt x="1" y="5119"/>
                </a:lnTo>
                <a:cubicBezTo>
                  <a:pt x="1" y="5308"/>
                  <a:pt x="127" y="5528"/>
                  <a:pt x="316" y="5623"/>
                </a:cubicBezTo>
                <a:lnTo>
                  <a:pt x="2332" y="6158"/>
                </a:lnTo>
                <a:cubicBezTo>
                  <a:pt x="3277" y="2630"/>
                  <a:pt x="2868" y="4111"/>
                  <a:pt x="3813" y="582"/>
                </a:cubicBezTo>
                <a:lnTo>
                  <a:pt x="1797" y="15"/>
                </a:lnTo>
                <a:cubicBezTo>
                  <a:pt x="1763" y="5"/>
                  <a:pt x="1730" y="1"/>
                  <a:pt x="16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9" name="Google Shape;5519;p30"/>
          <p:cNvSpPr/>
          <p:nvPr/>
        </p:nvSpPr>
        <p:spPr>
          <a:xfrm>
            <a:off x="1046778" y="3875860"/>
            <a:ext cx="278981" cy="357162"/>
          </a:xfrm>
          <a:custGeom>
            <a:rect b="b" l="l" r="r" t="t"/>
            <a:pathLst>
              <a:path extrusionOk="0" h="11092" w="8664">
                <a:moveTo>
                  <a:pt x="4348" y="3466"/>
                </a:moveTo>
                <a:cubicBezTo>
                  <a:pt x="4820" y="3466"/>
                  <a:pt x="5199" y="3844"/>
                  <a:pt x="5199" y="4316"/>
                </a:cubicBezTo>
                <a:cubicBezTo>
                  <a:pt x="5199" y="4789"/>
                  <a:pt x="4820" y="5136"/>
                  <a:pt x="4348" y="5136"/>
                </a:cubicBezTo>
                <a:cubicBezTo>
                  <a:pt x="3907" y="5136"/>
                  <a:pt x="3529" y="4789"/>
                  <a:pt x="3529" y="4316"/>
                </a:cubicBezTo>
                <a:cubicBezTo>
                  <a:pt x="3529" y="3875"/>
                  <a:pt x="3875" y="3466"/>
                  <a:pt x="4348" y="3466"/>
                </a:cubicBezTo>
                <a:close/>
                <a:moveTo>
                  <a:pt x="5104" y="5766"/>
                </a:moveTo>
                <a:lnTo>
                  <a:pt x="6081" y="7624"/>
                </a:lnTo>
                <a:lnTo>
                  <a:pt x="2615" y="7624"/>
                </a:lnTo>
                <a:lnTo>
                  <a:pt x="3560" y="5766"/>
                </a:lnTo>
                <a:cubicBezTo>
                  <a:pt x="3812" y="5892"/>
                  <a:pt x="4096" y="5955"/>
                  <a:pt x="4348" y="5955"/>
                </a:cubicBezTo>
                <a:cubicBezTo>
                  <a:pt x="4631" y="5955"/>
                  <a:pt x="4883" y="5892"/>
                  <a:pt x="5104" y="5766"/>
                </a:cubicBezTo>
                <a:close/>
                <a:moveTo>
                  <a:pt x="2048" y="0"/>
                </a:moveTo>
                <a:cubicBezTo>
                  <a:pt x="1386" y="2458"/>
                  <a:pt x="1638" y="1544"/>
                  <a:pt x="977" y="4001"/>
                </a:cubicBezTo>
                <a:lnTo>
                  <a:pt x="2678" y="4474"/>
                </a:lnTo>
                <a:cubicBezTo>
                  <a:pt x="2678" y="4726"/>
                  <a:pt x="2741" y="5010"/>
                  <a:pt x="2899" y="5199"/>
                </a:cubicBezTo>
                <a:lnTo>
                  <a:pt x="32" y="10523"/>
                </a:lnTo>
                <a:cubicBezTo>
                  <a:pt x="0" y="10680"/>
                  <a:pt x="63" y="10964"/>
                  <a:pt x="252" y="11027"/>
                </a:cubicBezTo>
                <a:cubicBezTo>
                  <a:pt x="328" y="11070"/>
                  <a:pt x="404" y="11091"/>
                  <a:pt x="475" y="11091"/>
                </a:cubicBezTo>
                <a:cubicBezTo>
                  <a:pt x="613" y="11091"/>
                  <a:pt x="737" y="11014"/>
                  <a:pt x="819" y="10869"/>
                </a:cubicBezTo>
                <a:lnTo>
                  <a:pt x="2143" y="8475"/>
                </a:lnTo>
                <a:lnTo>
                  <a:pt x="6490" y="8475"/>
                </a:lnTo>
                <a:lnTo>
                  <a:pt x="7845" y="10869"/>
                </a:lnTo>
                <a:cubicBezTo>
                  <a:pt x="7907" y="11014"/>
                  <a:pt x="8037" y="11091"/>
                  <a:pt x="8173" y="11091"/>
                </a:cubicBezTo>
                <a:cubicBezTo>
                  <a:pt x="8243" y="11091"/>
                  <a:pt x="8316" y="11070"/>
                  <a:pt x="8381" y="11027"/>
                </a:cubicBezTo>
                <a:cubicBezTo>
                  <a:pt x="8570" y="10932"/>
                  <a:pt x="8664" y="10680"/>
                  <a:pt x="8538" y="10491"/>
                </a:cubicBezTo>
                <a:lnTo>
                  <a:pt x="5734" y="5262"/>
                </a:lnTo>
                <a:lnTo>
                  <a:pt x="6585" y="5482"/>
                </a:lnTo>
                <a:cubicBezTo>
                  <a:pt x="7120" y="3434"/>
                  <a:pt x="6931" y="4222"/>
                  <a:pt x="7624" y="1513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0" name="Google Shape;5520;p30"/>
          <p:cNvSpPr/>
          <p:nvPr/>
        </p:nvSpPr>
        <p:spPr>
          <a:xfrm>
            <a:off x="1292270" y="3956005"/>
            <a:ext cx="83205" cy="92221"/>
          </a:xfrm>
          <a:custGeom>
            <a:rect b="b" l="l" r="r" t="t"/>
            <a:pathLst>
              <a:path extrusionOk="0" h="2864" w="2584">
                <a:moveTo>
                  <a:pt x="630" y="0"/>
                </a:moveTo>
                <a:cubicBezTo>
                  <a:pt x="252" y="1449"/>
                  <a:pt x="410" y="945"/>
                  <a:pt x="0" y="2395"/>
                </a:cubicBezTo>
                <a:lnTo>
                  <a:pt x="1607" y="2836"/>
                </a:lnTo>
                <a:cubicBezTo>
                  <a:pt x="1658" y="2855"/>
                  <a:pt x="1707" y="2864"/>
                  <a:pt x="1753" y="2864"/>
                </a:cubicBezTo>
                <a:cubicBezTo>
                  <a:pt x="1932" y="2864"/>
                  <a:pt x="2067" y="2728"/>
                  <a:pt x="2143" y="2552"/>
                </a:cubicBezTo>
                <a:lnTo>
                  <a:pt x="2584" y="945"/>
                </a:lnTo>
                <a:cubicBezTo>
                  <a:pt x="2552" y="725"/>
                  <a:pt x="2458" y="473"/>
                  <a:pt x="2237" y="441"/>
                </a:cubicBezTo>
                <a:lnTo>
                  <a:pt x="6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1" name="Google Shape;5521;p30"/>
          <p:cNvSpPr/>
          <p:nvPr/>
        </p:nvSpPr>
        <p:spPr>
          <a:xfrm>
            <a:off x="3362844" y="2886199"/>
            <a:ext cx="336812" cy="315496"/>
          </a:xfrm>
          <a:custGeom>
            <a:rect b="b" l="l" r="r" t="t"/>
            <a:pathLst>
              <a:path extrusionOk="0" h="9798" w="10460">
                <a:moveTo>
                  <a:pt x="6091" y="980"/>
                </a:moveTo>
                <a:cubicBezTo>
                  <a:pt x="6596" y="980"/>
                  <a:pt x="7119" y="1154"/>
                  <a:pt x="7562" y="1520"/>
                </a:cubicBezTo>
                <a:cubicBezTo>
                  <a:pt x="7719" y="1677"/>
                  <a:pt x="7751" y="1898"/>
                  <a:pt x="7593" y="2087"/>
                </a:cubicBezTo>
                <a:cubicBezTo>
                  <a:pt x="7518" y="2181"/>
                  <a:pt x="7387" y="2241"/>
                  <a:pt x="7260" y="2241"/>
                </a:cubicBezTo>
                <a:cubicBezTo>
                  <a:pt x="7174" y="2241"/>
                  <a:pt x="7090" y="2213"/>
                  <a:pt x="7026" y="2150"/>
                </a:cubicBezTo>
                <a:cubicBezTo>
                  <a:pt x="6747" y="1918"/>
                  <a:pt x="6415" y="1807"/>
                  <a:pt x="6101" y="1807"/>
                </a:cubicBezTo>
                <a:cubicBezTo>
                  <a:pt x="5776" y="1807"/>
                  <a:pt x="5470" y="1925"/>
                  <a:pt x="5262" y="2150"/>
                </a:cubicBezTo>
                <a:cubicBezTo>
                  <a:pt x="5183" y="2229"/>
                  <a:pt x="5073" y="2268"/>
                  <a:pt x="4962" y="2268"/>
                </a:cubicBezTo>
                <a:cubicBezTo>
                  <a:pt x="4852" y="2268"/>
                  <a:pt x="4742" y="2229"/>
                  <a:pt x="4663" y="2150"/>
                </a:cubicBezTo>
                <a:cubicBezTo>
                  <a:pt x="4506" y="1992"/>
                  <a:pt x="4506" y="1709"/>
                  <a:pt x="4663" y="1551"/>
                </a:cubicBezTo>
                <a:cubicBezTo>
                  <a:pt x="5037" y="1177"/>
                  <a:pt x="5553" y="980"/>
                  <a:pt x="6091" y="980"/>
                </a:cubicBezTo>
                <a:close/>
                <a:moveTo>
                  <a:pt x="3781" y="7852"/>
                </a:moveTo>
                <a:lnTo>
                  <a:pt x="4348" y="8451"/>
                </a:lnTo>
                <a:lnTo>
                  <a:pt x="4002" y="8797"/>
                </a:lnTo>
                <a:cubicBezTo>
                  <a:pt x="3923" y="8876"/>
                  <a:pt x="3812" y="8915"/>
                  <a:pt x="3702" y="8915"/>
                </a:cubicBezTo>
                <a:cubicBezTo>
                  <a:pt x="3592" y="8915"/>
                  <a:pt x="3482" y="8876"/>
                  <a:pt x="3403" y="8797"/>
                </a:cubicBezTo>
                <a:cubicBezTo>
                  <a:pt x="3214" y="8640"/>
                  <a:pt x="3214" y="8356"/>
                  <a:pt x="3403" y="8199"/>
                </a:cubicBezTo>
                <a:lnTo>
                  <a:pt x="3781" y="7852"/>
                </a:lnTo>
                <a:close/>
                <a:moveTo>
                  <a:pt x="6201" y="1"/>
                </a:moveTo>
                <a:cubicBezTo>
                  <a:pt x="5236" y="1"/>
                  <a:pt x="4264" y="375"/>
                  <a:pt x="3529" y="1110"/>
                </a:cubicBezTo>
                <a:lnTo>
                  <a:pt x="2363" y="2307"/>
                </a:lnTo>
                <a:cubicBezTo>
                  <a:pt x="2269" y="2370"/>
                  <a:pt x="2206" y="2402"/>
                  <a:pt x="2048" y="2402"/>
                </a:cubicBezTo>
                <a:cubicBezTo>
                  <a:pt x="1450" y="2465"/>
                  <a:pt x="851" y="2622"/>
                  <a:pt x="378" y="3095"/>
                </a:cubicBezTo>
                <a:cubicBezTo>
                  <a:pt x="0" y="3441"/>
                  <a:pt x="0" y="4040"/>
                  <a:pt x="347" y="4418"/>
                </a:cubicBezTo>
                <a:lnTo>
                  <a:pt x="3182" y="7254"/>
                </a:lnTo>
                <a:lnTo>
                  <a:pt x="2773" y="7663"/>
                </a:lnTo>
                <a:cubicBezTo>
                  <a:pt x="2300" y="8136"/>
                  <a:pt x="2300" y="8923"/>
                  <a:pt x="2773" y="9427"/>
                </a:cubicBezTo>
                <a:cubicBezTo>
                  <a:pt x="3009" y="9664"/>
                  <a:pt x="3324" y="9782"/>
                  <a:pt x="3647" y="9782"/>
                </a:cubicBezTo>
                <a:cubicBezTo>
                  <a:pt x="3970" y="9782"/>
                  <a:pt x="4301" y="9664"/>
                  <a:pt x="4569" y="9427"/>
                </a:cubicBezTo>
                <a:lnTo>
                  <a:pt x="4947" y="9018"/>
                </a:lnTo>
                <a:lnTo>
                  <a:pt x="5419" y="9490"/>
                </a:lnTo>
                <a:cubicBezTo>
                  <a:pt x="5624" y="9695"/>
                  <a:pt x="5868" y="9798"/>
                  <a:pt x="6112" y="9798"/>
                </a:cubicBezTo>
                <a:cubicBezTo>
                  <a:pt x="6357" y="9798"/>
                  <a:pt x="6601" y="9695"/>
                  <a:pt x="6805" y="9490"/>
                </a:cubicBezTo>
                <a:cubicBezTo>
                  <a:pt x="7278" y="9018"/>
                  <a:pt x="7436" y="8388"/>
                  <a:pt x="7467" y="7852"/>
                </a:cubicBezTo>
                <a:cubicBezTo>
                  <a:pt x="7467" y="7726"/>
                  <a:pt x="7499" y="7663"/>
                  <a:pt x="7593" y="7569"/>
                </a:cubicBezTo>
                <a:lnTo>
                  <a:pt x="8696" y="6466"/>
                </a:lnTo>
                <a:cubicBezTo>
                  <a:pt x="10460" y="4702"/>
                  <a:pt x="10145" y="1740"/>
                  <a:pt x="8066" y="511"/>
                </a:cubicBezTo>
                <a:cubicBezTo>
                  <a:pt x="7496" y="170"/>
                  <a:pt x="6850" y="1"/>
                  <a:pt x="62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2" name="Google Shape;5522;p30"/>
          <p:cNvSpPr/>
          <p:nvPr/>
        </p:nvSpPr>
        <p:spPr>
          <a:xfrm>
            <a:off x="3629653" y="2792852"/>
            <a:ext cx="147122" cy="143322"/>
          </a:xfrm>
          <a:custGeom>
            <a:rect b="b" l="l" r="r" t="t"/>
            <a:pathLst>
              <a:path extrusionOk="0" h="4451" w="4569">
                <a:moveTo>
                  <a:pt x="3226" y="0"/>
                </a:moveTo>
                <a:cubicBezTo>
                  <a:pt x="2907" y="0"/>
                  <a:pt x="2584" y="118"/>
                  <a:pt x="2332" y="355"/>
                </a:cubicBezTo>
                <a:lnTo>
                  <a:pt x="0" y="2686"/>
                </a:lnTo>
                <a:cubicBezTo>
                  <a:pt x="788" y="3095"/>
                  <a:pt x="1355" y="3631"/>
                  <a:pt x="1796" y="4450"/>
                </a:cubicBezTo>
                <a:lnTo>
                  <a:pt x="4096" y="2119"/>
                </a:lnTo>
                <a:cubicBezTo>
                  <a:pt x="4568" y="1646"/>
                  <a:pt x="4568" y="859"/>
                  <a:pt x="4096" y="355"/>
                </a:cubicBezTo>
                <a:cubicBezTo>
                  <a:pt x="3860" y="118"/>
                  <a:pt x="3545" y="0"/>
                  <a:pt x="32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3" name="Google Shape;5523;p30"/>
          <p:cNvSpPr/>
          <p:nvPr/>
        </p:nvSpPr>
        <p:spPr>
          <a:xfrm>
            <a:off x="3619038" y="3518588"/>
            <a:ext cx="80178" cy="80178"/>
          </a:xfrm>
          <a:custGeom>
            <a:rect b="b" l="l" r="r" t="t"/>
            <a:pathLst>
              <a:path extrusionOk="0" h="2490" w="2490">
                <a:moveTo>
                  <a:pt x="1229" y="1"/>
                </a:moveTo>
                <a:cubicBezTo>
                  <a:pt x="568" y="1"/>
                  <a:pt x="1" y="568"/>
                  <a:pt x="1" y="1261"/>
                </a:cubicBezTo>
                <a:cubicBezTo>
                  <a:pt x="1" y="1923"/>
                  <a:pt x="568" y="2490"/>
                  <a:pt x="1229" y="2490"/>
                </a:cubicBezTo>
                <a:cubicBezTo>
                  <a:pt x="1891" y="2490"/>
                  <a:pt x="2426" y="1954"/>
                  <a:pt x="2490" y="1261"/>
                </a:cubicBezTo>
                <a:cubicBezTo>
                  <a:pt x="2490" y="599"/>
                  <a:pt x="1922" y="1"/>
                  <a:pt x="12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4" name="Google Shape;5524;p30"/>
          <p:cNvSpPr/>
          <p:nvPr/>
        </p:nvSpPr>
        <p:spPr>
          <a:xfrm>
            <a:off x="3372515" y="3368318"/>
            <a:ext cx="410904" cy="265843"/>
          </a:xfrm>
          <a:custGeom>
            <a:rect b="b" l="l" r="r" t="t"/>
            <a:pathLst>
              <a:path extrusionOk="0" h="8256" w="12761">
                <a:moveTo>
                  <a:pt x="5357" y="1702"/>
                </a:moveTo>
                <a:cubicBezTo>
                  <a:pt x="5609" y="1702"/>
                  <a:pt x="5798" y="1923"/>
                  <a:pt x="5798" y="2112"/>
                </a:cubicBezTo>
                <a:cubicBezTo>
                  <a:pt x="5766" y="2332"/>
                  <a:pt x="5609" y="2490"/>
                  <a:pt x="5357" y="2490"/>
                </a:cubicBezTo>
                <a:lnTo>
                  <a:pt x="2049" y="2490"/>
                </a:lnTo>
                <a:cubicBezTo>
                  <a:pt x="1828" y="2490"/>
                  <a:pt x="1639" y="2301"/>
                  <a:pt x="1639" y="2112"/>
                </a:cubicBezTo>
                <a:cubicBezTo>
                  <a:pt x="1639" y="1860"/>
                  <a:pt x="1828" y="1702"/>
                  <a:pt x="2049" y="1702"/>
                </a:cubicBezTo>
                <a:close/>
                <a:moveTo>
                  <a:pt x="5357" y="3309"/>
                </a:moveTo>
                <a:cubicBezTo>
                  <a:pt x="5609" y="3309"/>
                  <a:pt x="5798" y="3529"/>
                  <a:pt x="5798" y="3750"/>
                </a:cubicBezTo>
                <a:cubicBezTo>
                  <a:pt x="5766" y="4002"/>
                  <a:pt x="5609" y="4160"/>
                  <a:pt x="5357" y="4160"/>
                </a:cubicBezTo>
                <a:lnTo>
                  <a:pt x="2049" y="4160"/>
                </a:lnTo>
                <a:cubicBezTo>
                  <a:pt x="1828" y="4160"/>
                  <a:pt x="1639" y="3939"/>
                  <a:pt x="1639" y="3750"/>
                </a:cubicBezTo>
                <a:cubicBezTo>
                  <a:pt x="1639" y="3529"/>
                  <a:pt x="1828" y="3309"/>
                  <a:pt x="2049" y="3309"/>
                </a:cubicBezTo>
                <a:close/>
                <a:moveTo>
                  <a:pt x="5357" y="4979"/>
                </a:moveTo>
                <a:cubicBezTo>
                  <a:pt x="5609" y="4979"/>
                  <a:pt x="5798" y="5168"/>
                  <a:pt x="5798" y="5388"/>
                </a:cubicBezTo>
                <a:cubicBezTo>
                  <a:pt x="5766" y="5640"/>
                  <a:pt x="5609" y="5798"/>
                  <a:pt x="5357" y="5798"/>
                </a:cubicBezTo>
                <a:lnTo>
                  <a:pt x="2049" y="5798"/>
                </a:lnTo>
                <a:cubicBezTo>
                  <a:pt x="1828" y="5798"/>
                  <a:pt x="1639" y="5609"/>
                  <a:pt x="1639" y="5388"/>
                </a:cubicBezTo>
                <a:cubicBezTo>
                  <a:pt x="1639" y="5136"/>
                  <a:pt x="1828" y="4979"/>
                  <a:pt x="2049" y="4979"/>
                </a:cubicBezTo>
                <a:close/>
                <a:moveTo>
                  <a:pt x="8948" y="1671"/>
                </a:moveTo>
                <a:cubicBezTo>
                  <a:pt x="10082" y="1671"/>
                  <a:pt x="10996" y="2584"/>
                  <a:pt x="11028" y="3750"/>
                </a:cubicBezTo>
                <a:cubicBezTo>
                  <a:pt x="10996" y="4916"/>
                  <a:pt x="10082" y="5798"/>
                  <a:pt x="8948" y="5798"/>
                </a:cubicBezTo>
                <a:cubicBezTo>
                  <a:pt x="7814" y="5798"/>
                  <a:pt x="6900" y="4853"/>
                  <a:pt x="6869" y="3750"/>
                </a:cubicBezTo>
                <a:cubicBezTo>
                  <a:pt x="6869" y="2616"/>
                  <a:pt x="7814" y="1702"/>
                  <a:pt x="8948" y="1671"/>
                </a:cubicBezTo>
                <a:close/>
                <a:moveTo>
                  <a:pt x="1230" y="1"/>
                </a:moveTo>
                <a:cubicBezTo>
                  <a:pt x="568" y="1"/>
                  <a:pt x="1" y="568"/>
                  <a:pt x="1" y="1230"/>
                </a:cubicBezTo>
                <a:lnTo>
                  <a:pt x="1" y="6207"/>
                </a:lnTo>
                <a:cubicBezTo>
                  <a:pt x="1" y="6743"/>
                  <a:pt x="379" y="7184"/>
                  <a:pt x="852" y="7373"/>
                </a:cubicBezTo>
                <a:lnTo>
                  <a:pt x="852" y="7846"/>
                </a:lnTo>
                <a:cubicBezTo>
                  <a:pt x="852" y="8098"/>
                  <a:pt x="1041" y="8255"/>
                  <a:pt x="1261" y="8255"/>
                </a:cubicBezTo>
                <a:lnTo>
                  <a:pt x="2931" y="8255"/>
                </a:lnTo>
                <a:cubicBezTo>
                  <a:pt x="3151" y="8255"/>
                  <a:pt x="3372" y="8066"/>
                  <a:pt x="3372" y="7846"/>
                </a:cubicBezTo>
                <a:lnTo>
                  <a:pt x="3372" y="7436"/>
                </a:lnTo>
                <a:lnTo>
                  <a:pt x="9421" y="7436"/>
                </a:lnTo>
                <a:lnTo>
                  <a:pt x="9421" y="7846"/>
                </a:lnTo>
                <a:cubicBezTo>
                  <a:pt x="9421" y="8098"/>
                  <a:pt x="9610" y="8255"/>
                  <a:pt x="9862" y="8255"/>
                </a:cubicBezTo>
                <a:lnTo>
                  <a:pt x="11500" y="8255"/>
                </a:lnTo>
                <a:cubicBezTo>
                  <a:pt x="11752" y="8255"/>
                  <a:pt x="11941" y="8066"/>
                  <a:pt x="11941" y="7846"/>
                </a:cubicBezTo>
                <a:lnTo>
                  <a:pt x="11941" y="7373"/>
                </a:lnTo>
                <a:cubicBezTo>
                  <a:pt x="12414" y="7215"/>
                  <a:pt x="12760" y="6743"/>
                  <a:pt x="12760" y="6207"/>
                </a:cubicBezTo>
                <a:lnTo>
                  <a:pt x="12760" y="1230"/>
                </a:lnTo>
                <a:cubicBezTo>
                  <a:pt x="12666" y="599"/>
                  <a:pt x="12099" y="1"/>
                  <a:pt x="1143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5" name="Google Shape;5525;p30"/>
          <p:cNvSpPr/>
          <p:nvPr/>
        </p:nvSpPr>
        <p:spPr>
          <a:xfrm>
            <a:off x="3620584" y="3802798"/>
            <a:ext cx="160292" cy="239826"/>
          </a:xfrm>
          <a:custGeom>
            <a:rect b="b" l="l" r="r" t="t"/>
            <a:pathLst>
              <a:path extrusionOk="0" h="7448" w="4978">
                <a:moveTo>
                  <a:pt x="2489" y="820"/>
                </a:moveTo>
                <a:cubicBezTo>
                  <a:pt x="3403" y="820"/>
                  <a:pt x="4127" y="1576"/>
                  <a:pt x="4127" y="2490"/>
                </a:cubicBezTo>
                <a:cubicBezTo>
                  <a:pt x="4127" y="3372"/>
                  <a:pt x="3403" y="4128"/>
                  <a:pt x="2489" y="4128"/>
                </a:cubicBezTo>
                <a:cubicBezTo>
                  <a:pt x="1575" y="4128"/>
                  <a:pt x="819" y="3372"/>
                  <a:pt x="819" y="2490"/>
                </a:cubicBezTo>
                <a:cubicBezTo>
                  <a:pt x="819" y="1576"/>
                  <a:pt x="1575" y="820"/>
                  <a:pt x="2489" y="820"/>
                </a:cubicBezTo>
                <a:close/>
                <a:moveTo>
                  <a:pt x="2489" y="1"/>
                </a:moveTo>
                <a:cubicBezTo>
                  <a:pt x="1103" y="1"/>
                  <a:pt x="0" y="1104"/>
                  <a:pt x="0" y="2490"/>
                </a:cubicBezTo>
                <a:cubicBezTo>
                  <a:pt x="0" y="3214"/>
                  <a:pt x="315" y="3845"/>
                  <a:pt x="819" y="4317"/>
                </a:cubicBezTo>
                <a:lnTo>
                  <a:pt x="819" y="7058"/>
                </a:lnTo>
                <a:cubicBezTo>
                  <a:pt x="819" y="7287"/>
                  <a:pt x="1012" y="7448"/>
                  <a:pt x="1225" y="7448"/>
                </a:cubicBezTo>
                <a:cubicBezTo>
                  <a:pt x="1334" y="7448"/>
                  <a:pt x="1448" y="7406"/>
                  <a:pt x="1544" y="7310"/>
                </a:cubicBezTo>
                <a:lnTo>
                  <a:pt x="2489" y="6365"/>
                </a:lnTo>
                <a:lnTo>
                  <a:pt x="3434" y="7310"/>
                </a:lnTo>
                <a:cubicBezTo>
                  <a:pt x="3530" y="7406"/>
                  <a:pt x="3640" y="7448"/>
                  <a:pt x="3744" y="7448"/>
                </a:cubicBezTo>
                <a:cubicBezTo>
                  <a:pt x="3948" y="7448"/>
                  <a:pt x="4127" y="7287"/>
                  <a:pt x="4127" y="7058"/>
                </a:cubicBezTo>
                <a:lnTo>
                  <a:pt x="4127" y="4317"/>
                </a:lnTo>
                <a:cubicBezTo>
                  <a:pt x="4663" y="3845"/>
                  <a:pt x="4978" y="3214"/>
                  <a:pt x="4978" y="2490"/>
                </a:cubicBezTo>
                <a:cubicBezTo>
                  <a:pt x="4978" y="1104"/>
                  <a:pt x="3875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6" name="Google Shape;5526;p30"/>
          <p:cNvSpPr/>
          <p:nvPr/>
        </p:nvSpPr>
        <p:spPr>
          <a:xfrm>
            <a:off x="3430862" y="4157866"/>
            <a:ext cx="347985" cy="52776"/>
          </a:xfrm>
          <a:custGeom>
            <a:rect b="b" l="l" r="r" t="t"/>
            <a:pathLst>
              <a:path extrusionOk="0" h="1639" w="10807">
                <a:moveTo>
                  <a:pt x="1450" y="1"/>
                </a:moveTo>
                <a:cubicBezTo>
                  <a:pt x="1292" y="788"/>
                  <a:pt x="662" y="1387"/>
                  <a:pt x="1" y="1639"/>
                </a:cubicBezTo>
                <a:lnTo>
                  <a:pt x="8822" y="1639"/>
                </a:lnTo>
                <a:cubicBezTo>
                  <a:pt x="9799" y="1639"/>
                  <a:pt x="10649" y="946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7" name="Google Shape;5527;p30"/>
          <p:cNvSpPr/>
          <p:nvPr/>
        </p:nvSpPr>
        <p:spPr>
          <a:xfrm>
            <a:off x="3375059" y="3800769"/>
            <a:ext cx="353073" cy="380829"/>
          </a:xfrm>
          <a:custGeom>
            <a:rect b="b" l="l" r="r" t="t"/>
            <a:pathLst>
              <a:path extrusionOk="0" h="11827" w="10965">
                <a:moveTo>
                  <a:pt x="379" y="1"/>
                </a:moveTo>
                <a:cubicBezTo>
                  <a:pt x="158" y="1"/>
                  <a:pt x="1" y="221"/>
                  <a:pt x="1" y="411"/>
                </a:cubicBezTo>
                <a:lnTo>
                  <a:pt x="1" y="10618"/>
                </a:lnTo>
                <a:cubicBezTo>
                  <a:pt x="1" y="11280"/>
                  <a:pt x="537" y="11815"/>
                  <a:pt x="1198" y="11815"/>
                </a:cubicBezTo>
                <a:cubicBezTo>
                  <a:pt x="1247" y="11823"/>
                  <a:pt x="1295" y="11826"/>
                  <a:pt x="1342" y="11826"/>
                </a:cubicBezTo>
                <a:cubicBezTo>
                  <a:pt x="1912" y="11826"/>
                  <a:pt x="2395" y="11318"/>
                  <a:pt x="2395" y="10650"/>
                </a:cubicBezTo>
                <a:cubicBezTo>
                  <a:pt x="2395" y="10398"/>
                  <a:pt x="2584" y="10272"/>
                  <a:pt x="2836" y="10272"/>
                </a:cubicBezTo>
                <a:lnTo>
                  <a:pt x="10965" y="10272"/>
                </a:lnTo>
                <a:lnTo>
                  <a:pt x="10965" y="8255"/>
                </a:lnTo>
                <a:cubicBezTo>
                  <a:pt x="10807" y="8161"/>
                  <a:pt x="10650" y="8098"/>
                  <a:pt x="10492" y="7972"/>
                </a:cubicBezTo>
                <a:lnTo>
                  <a:pt x="10146" y="7625"/>
                </a:lnTo>
                <a:lnTo>
                  <a:pt x="9799" y="7972"/>
                </a:lnTo>
                <a:cubicBezTo>
                  <a:pt x="9547" y="8224"/>
                  <a:pt x="9232" y="8318"/>
                  <a:pt x="8917" y="8318"/>
                </a:cubicBezTo>
                <a:cubicBezTo>
                  <a:pt x="8255" y="8318"/>
                  <a:pt x="7720" y="7783"/>
                  <a:pt x="7720" y="7058"/>
                </a:cubicBezTo>
                <a:lnTo>
                  <a:pt x="7720" y="4664"/>
                </a:lnTo>
                <a:cubicBezTo>
                  <a:pt x="7184" y="4065"/>
                  <a:pt x="6869" y="3309"/>
                  <a:pt x="6869" y="2490"/>
                </a:cubicBezTo>
                <a:cubicBezTo>
                  <a:pt x="6869" y="1513"/>
                  <a:pt x="7310" y="600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8" name="Google Shape;5528;p30"/>
          <p:cNvSpPr/>
          <p:nvPr/>
        </p:nvSpPr>
        <p:spPr>
          <a:xfrm>
            <a:off x="2547127" y="4313084"/>
            <a:ext cx="293213" cy="406815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9" name="Google Shape;5529;p30"/>
          <p:cNvSpPr/>
          <p:nvPr/>
        </p:nvSpPr>
        <p:spPr>
          <a:xfrm>
            <a:off x="4871894" y="1431616"/>
            <a:ext cx="388967" cy="137601"/>
          </a:xfrm>
          <a:custGeom>
            <a:rect b="b" l="l" r="r" t="t"/>
            <a:pathLst>
              <a:path extrusionOk="0" h="4191" w="11847">
                <a:moveTo>
                  <a:pt x="5230" y="0"/>
                </a:moveTo>
                <a:cubicBezTo>
                  <a:pt x="5073" y="0"/>
                  <a:pt x="4947" y="63"/>
                  <a:pt x="4915" y="189"/>
                </a:cubicBezTo>
                <a:lnTo>
                  <a:pt x="4096" y="2080"/>
                </a:lnTo>
                <a:lnTo>
                  <a:pt x="347" y="2080"/>
                </a:lnTo>
                <a:cubicBezTo>
                  <a:pt x="158" y="2080"/>
                  <a:pt x="0" y="2237"/>
                  <a:pt x="0" y="2426"/>
                </a:cubicBezTo>
                <a:cubicBezTo>
                  <a:pt x="0" y="2615"/>
                  <a:pt x="158" y="2773"/>
                  <a:pt x="347" y="2773"/>
                </a:cubicBezTo>
                <a:lnTo>
                  <a:pt x="4316" y="2773"/>
                </a:lnTo>
                <a:cubicBezTo>
                  <a:pt x="4411" y="2773"/>
                  <a:pt x="4505" y="2710"/>
                  <a:pt x="4600" y="2584"/>
                </a:cubicBezTo>
                <a:lnTo>
                  <a:pt x="5199" y="1292"/>
                </a:lnTo>
                <a:lnTo>
                  <a:pt x="6238" y="3970"/>
                </a:lnTo>
                <a:cubicBezTo>
                  <a:pt x="6301" y="4096"/>
                  <a:pt x="6396" y="4159"/>
                  <a:pt x="6522" y="4191"/>
                </a:cubicBezTo>
                <a:lnTo>
                  <a:pt x="6553" y="4191"/>
                </a:lnTo>
                <a:cubicBezTo>
                  <a:pt x="6679" y="4191"/>
                  <a:pt x="6805" y="4127"/>
                  <a:pt x="6868" y="4033"/>
                </a:cubicBezTo>
                <a:lnTo>
                  <a:pt x="7624" y="2836"/>
                </a:lnTo>
                <a:lnTo>
                  <a:pt x="11500" y="2836"/>
                </a:lnTo>
                <a:cubicBezTo>
                  <a:pt x="11689" y="2836"/>
                  <a:pt x="11846" y="2678"/>
                  <a:pt x="11846" y="2458"/>
                </a:cubicBezTo>
                <a:cubicBezTo>
                  <a:pt x="11846" y="2269"/>
                  <a:pt x="11689" y="2111"/>
                  <a:pt x="11500" y="2111"/>
                </a:cubicBezTo>
                <a:lnTo>
                  <a:pt x="7435" y="2111"/>
                </a:lnTo>
                <a:cubicBezTo>
                  <a:pt x="7309" y="2111"/>
                  <a:pt x="7183" y="2206"/>
                  <a:pt x="7120" y="2269"/>
                </a:cubicBezTo>
                <a:lnTo>
                  <a:pt x="6648" y="3056"/>
                </a:lnTo>
                <a:lnTo>
                  <a:pt x="5545" y="221"/>
                </a:lnTo>
                <a:cubicBezTo>
                  <a:pt x="5514" y="95"/>
                  <a:pt x="5388" y="0"/>
                  <a:pt x="523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0" name="Google Shape;5530;p30"/>
          <p:cNvSpPr/>
          <p:nvPr/>
        </p:nvSpPr>
        <p:spPr>
          <a:xfrm>
            <a:off x="4868775" y="1319892"/>
            <a:ext cx="387949" cy="164524"/>
          </a:xfrm>
          <a:custGeom>
            <a:rect b="b" l="l" r="r" t="t"/>
            <a:pathLst>
              <a:path extrusionOk="0" h="5011" w="11816">
                <a:moveTo>
                  <a:pt x="3151" y="1"/>
                </a:moveTo>
                <a:cubicBezTo>
                  <a:pt x="1387" y="1"/>
                  <a:pt x="1" y="1419"/>
                  <a:pt x="1" y="3277"/>
                </a:cubicBezTo>
                <a:cubicBezTo>
                  <a:pt x="1" y="3876"/>
                  <a:pt x="158" y="4349"/>
                  <a:pt x="442" y="4821"/>
                </a:cubicBezTo>
                <a:lnTo>
                  <a:pt x="3655" y="4821"/>
                </a:lnTo>
                <a:lnTo>
                  <a:pt x="4285" y="3340"/>
                </a:lnTo>
                <a:cubicBezTo>
                  <a:pt x="4443" y="2994"/>
                  <a:pt x="4821" y="2773"/>
                  <a:pt x="5199" y="2710"/>
                </a:cubicBezTo>
                <a:cubicBezTo>
                  <a:pt x="5672" y="2710"/>
                  <a:pt x="6018" y="2994"/>
                  <a:pt x="6176" y="3403"/>
                </a:cubicBezTo>
                <a:lnTo>
                  <a:pt x="6806" y="5010"/>
                </a:lnTo>
                <a:cubicBezTo>
                  <a:pt x="6963" y="4884"/>
                  <a:pt x="7215" y="4821"/>
                  <a:pt x="7404" y="4821"/>
                </a:cubicBezTo>
                <a:lnTo>
                  <a:pt x="11374" y="4821"/>
                </a:lnTo>
                <a:cubicBezTo>
                  <a:pt x="11626" y="4349"/>
                  <a:pt x="11815" y="3813"/>
                  <a:pt x="11815" y="3277"/>
                </a:cubicBezTo>
                <a:cubicBezTo>
                  <a:pt x="11815" y="1419"/>
                  <a:pt x="10429" y="1"/>
                  <a:pt x="8665" y="1"/>
                </a:cubicBezTo>
                <a:cubicBezTo>
                  <a:pt x="7247" y="1"/>
                  <a:pt x="6396" y="977"/>
                  <a:pt x="5924" y="1860"/>
                </a:cubicBezTo>
                <a:cubicBezTo>
                  <a:pt x="5451" y="977"/>
                  <a:pt x="4537" y="1"/>
                  <a:pt x="31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1" name="Google Shape;5531;p30"/>
          <p:cNvSpPr/>
          <p:nvPr/>
        </p:nvSpPr>
        <p:spPr>
          <a:xfrm>
            <a:off x="4943269" y="1530896"/>
            <a:ext cx="245160" cy="129327"/>
          </a:xfrm>
          <a:custGeom>
            <a:rect b="b" l="l" r="r" t="t"/>
            <a:pathLst>
              <a:path extrusionOk="0" h="3939" w="7467">
                <a:moveTo>
                  <a:pt x="2962" y="1"/>
                </a:moveTo>
                <a:cubicBezTo>
                  <a:pt x="2773" y="284"/>
                  <a:pt x="2458" y="442"/>
                  <a:pt x="2111" y="442"/>
                </a:cubicBezTo>
                <a:lnTo>
                  <a:pt x="0" y="442"/>
                </a:lnTo>
                <a:cubicBezTo>
                  <a:pt x="158" y="599"/>
                  <a:pt x="347" y="757"/>
                  <a:pt x="536" y="914"/>
                </a:cubicBezTo>
                <a:cubicBezTo>
                  <a:pt x="1449" y="1734"/>
                  <a:pt x="2426" y="2647"/>
                  <a:pt x="3434" y="3813"/>
                </a:cubicBezTo>
                <a:cubicBezTo>
                  <a:pt x="3529" y="3907"/>
                  <a:pt x="3592" y="3939"/>
                  <a:pt x="3718" y="3939"/>
                </a:cubicBezTo>
                <a:cubicBezTo>
                  <a:pt x="3844" y="3939"/>
                  <a:pt x="3907" y="3907"/>
                  <a:pt x="4001" y="3813"/>
                </a:cubicBezTo>
                <a:cubicBezTo>
                  <a:pt x="4978" y="2584"/>
                  <a:pt x="6018" y="1734"/>
                  <a:pt x="6900" y="914"/>
                </a:cubicBezTo>
                <a:cubicBezTo>
                  <a:pt x="7120" y="757"/>
                  <a:pt x="7278" y="599"/>
                  <a:pt x="7467" y="442"/>
                </a:cubicBezTo>
                <a:lnTo>
                  <a:pt x="5860" y="442"/>
                </a:lnTo>
                <a:lnTo>
                  <a:pt x="5293" y="1324"/>
                </a:lnTo>
                <a:cubicBezTo>
                  <a:pt x="5104" y="1639"/>
                  <a:pt x="4789" y="1860"/>
                  <a:pt x="4379" y="1860"/>
                </a:cubicBezTo>
                <a:lnTo>
                  <a:pt x="4316" y="1860"/>
                </a:lnTo>
                <a:cubicBezTo>
                  <a:pt x="3907" y="1797"/>
                  <a:pt x="3592" y="1576"/>
                  <a:pt x="3434" y="1167"/>
                </a:cubicBezTo>
                <a:lnTo>
                  <a:pt x="29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2" name="Google Shape;5532;p30"/>
          <p:cNvSpPr/>
          <p:nvPr/>
        </p:nvSpPr>
        <p:spPr>
          <a:xfrm>
            <a:off x="4869825" y="1958372"/>
            <a:ext cx="45539" cy="69309"/>
          </a:xfrm>
          <a:custGeom>
            <a:rect b="b" l="l" r="r" t="t"/>
            <a:pathLst>
              <a:path extrusionOk="0" h="2111" w="1387">
                <a:moveTo>
                  <a:pt x="0" y="0"/>
                </a:moveTo>
                <a:lnTo>
                  <a:pt x="0" y="2111"/>
                </a:lnTo>
                <a:lnTo>
                  <a:pt x="1386" y="2111"/>
                </a:lnTo>
                <a:lnTo>
                  <a:pt x="138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3" name="Google Shape;5533;p30"/>
          <p:cNvSpPr/>
          <p:nvPr/>
        </p:nvSpPr>
        <p:spPr>
          <a:xfrm>
            <a:off x="4869825" y="2051448"/>
            <a:ext cx="69309" cy="22786"/>
          </a:xfrm>
          <a:custGeom>
            <a:rect b="b" l="l" r="r" t="t"/>
            <a:pathLst>
              <a:path extrusionOk="0" h="694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6"/>
                  <a:pt x="2111" y="347"/>
                </a:cubicBezTo>
                <a:cubicBezTo>
                  <a:pt x="2111" y="158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4" name="Google Shape;5534;p30"/>
          <p:cNvSpPr/>
          <p:nvPr/>
        </p:nvSpPr>
        <p:spPr>
          <a:xfrm>
            <a:off x="4869825" y="1912835"/>
            <a:ext cx="69309" cy="22819"/>
          </a:xfrm>
          <a:custGeom>
            <a:rect b="b" l="l" r="r" t="t"/>
            <a:pathLst>
              <a:path extrusionOk="0" h="695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7"/>
                  <a:pt x="2111" y="348"/>
                </a:cubicBezTo>
                <a:cubicBezTo>
                  <a:pt x="2111" y="159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5" name="Google Shape;5535;p30"/>
          <p:cNvSpPr/>
          <p:nvPr/>
        </p:nvSpPr>
        <p:spPr>
          <a:xfrm>
            <a:off x="4870843" y="1799076"/>
            <a:ext cx="388967" cy="388967"/>
          </a:xfrm>
          <a:custGeom>
            <a:rect b="b" l="l" r="r" t="t"/>
            <a:pathLst>
              <a:path extrusionOk="0" h="11847" w="11847">
                <a:moveTo>
                  <a:pt x="2427" y="0"/>
                </a:moveTo>
                <a:cubicBezTo>
                  <a:pt x="1072" y="0"/>
                  <a:pt x="1" y="1103"/>
                  <a:pt x="1" y="2426"/>
                </a:cubicBezTo>
                <a:lnTo>
                  <a:pt x="1" y="2804"/>
                </a:lnTo>
                <a:lnTo>
                  <a:pt x="1355" y="2804"/>
                </a:lnTo>
                <a:lnTo>
                  <a:pt x="1355" y="2426"/>
                </a:lnTo>
                <a:cubicBezTo>
                  <a:pt x="1355" y="1859"/>
                  <a:pt x="1828" y="1418"/>
                  <a:pt x="2395" y="1418"/>
                </a:cubicBezTo>
                <a:lnTo>
                  <a:pt x="9358" y="1418"/>
                </a:lnTo>
                <a:cubicBezTo>
                  <a:pt x="9956" y="1418"/>
                  <a:pt x="10366" y="1891"/>
                  <a:pt x="10366" y="2426"/>
                </a:cubicBezTo>
                <a:lnTo>
                  <a:pt x="10366" y="9420"/>
                </a:lnTo>
                <a:cubicBezTo>
                  <a:pt x="10366" y="9987"/>
                  <a:pt x="9893" y="10429"/>
                  <a:pt x="9358" y="10429"/>
                </a:cubicBezTo>
                <a:lnTo>
                  <a:pt x="2395" y="10429"/>
                </a:lnTo>
                <a:cubicBezTo>
                  <a:pt x="1797" y="10429"/>
                  <a:pt x="1355" y="9956"/>
                  <a:pt x="1355" y="9420"/>
                </a:cubicBezTo>
                <a:lnTo>
                  <a:pt x="1355" y="9042"/>
                </a:lnTo>
                <a:lnTo>
                  <a:pt x="1" y="9042"/>
                </a:lnTo>
                <a:lnTo>
                  <a:pt x="1" y="9420"/>
                </a:lnTo>
                <a:cubicBezTo>
                  <a:pt x="1" y="10744"/>
                  <a:pt x="1103" y="11846"/>
                  <a:pt x="2427" y="11846"/>
                </a:cubicBezTo>
                <a:lnTo>
                  <a:pt x="9389" y="11846"/>
                </a:lnTo>
                <a:cubicBezTo>
                  <a:pt x="10744" y="11846"/>
                  <a:pt x="11847" y="10744"/>
                  <a:pt x="11847" y="9420"/>
                </a:cubicBezTo>
                <a:lnTo>
                  <a:pt x="11847" y="2426"/>
                </a:lnTo>
                <a:cubicBezTo>
                  <a:pt x="11847" y="1103"/>
                  <a:pt x="10744" y="0"/>
                  <a:pt x="938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6" name="Google Shape;5536;p30"/>
          <p:cNvSpPr/>
          <p:nvPr/>
        </p:nvSpPr>
        <p:spPr>
          <a:xfrm>
            <a:off x="5018747" y="1935620"/>
            <a:ext cx="113830" cy="113797"/>
          </a:xfrm>
          <a:custGeom>
            <a:rect b="b" l="l" r="r" t="t"/>
            <a:pathLst>
              <a:path extrusionOk="0" h="3466" w="3467">
                <a:moveTo>
                  <a:pt x="1387" y="0"/>
                </a:moveTo>
                <a:lnTo>
                  <a:pt x="1387" y="1040"/>
                </a:lnTo>
                <a:cubicBezTo>
                  <a:pt x="1387" y="1229"/>
                  <a:pt x="1230" y="1386"/>
                  <a:pt x="1041" y="1386"/>
                </a:cubicBezTo>
                <a:lnTo>
                  <a:pt x="1" y="1386"/>
                </a:lnTo>
                <a:lnTo>
                  <a:pt x="1" y="2111"/>
                </a:lnTo>
                <a:lnTo>
                  <a:pt x="1041" y="2111"/>
                </a:lnTo>
                <a:cubicBezTo>
                  <a:pt x="1230" y="2111"/>
                  <a:pt x="1387" y="2268"/>
                  <a:pt x="1387" y="2457"/>
                </a:cubicBezTo>
                <a:lnTo>
                  <a:pt x="1387" y="3466"/>
                </a:lnTo>
                <a:lnTo>
                  <a:pt x="2080" y="3466"/>
                </a:lnTo>
                <a:lnTo>
                  <a:pt x="2080" y="2457"/>
                </a:lnTo>
                <a:cubicBezTo>
                  <a:pt x="2080" y="2268"/>
                  <a:pt x="2238" y="2111"/>
                  <a:pt x="2458" y="2111"/>
                </a:cubicBezTo>
                <a:lnTo>
                  <a:pt x="3467" y="2111"/>
                </a:lnTo>
                <a:lnTo>
                  <a:pt x="3467" y="1386"/>
                </a:lnTo>
                <a:lnTo>
                  <a:pt x="2458" y="1386"/>
                </a:lnTo>
                <a:cubicBezTo>
                  <a:pt x="2238" y="1386"/>
                  <a:pt x="2080" y="1229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7" name="Google Shape;5537;p30"/>
          <p:cNvSpPr/>
          <p:nvPr/>
        </p:nvSpPr>
        <p:spPr>
          <a:xfrm>
            <a:off x="4939131" y="1867331"/>
            <a:ext cx="251366" cy="252416"/>
          </a:xfrm>
          <a:custGeom>
            <a:rect b="b" l="l" r="r" t="t"/>
            <a:pathLst>
              <a:path extrusionOk="0" h="7688" w="7656">
                <a:moveTo>
                  <a:pt x="4883" y="1418"/>
                </a:moveTo>
                <a:cubicBezTo>
                  <a:pt x="5072" y="1418"/>
                  <a:pt x="5230" y="1576"/>
                  <a:pt x="5230" y="1765"/>
                </a:cubicBezTo>
                <a:lnTo>
                  <a:pt x="5230" y="2805"/>
                </a:lnTo>
                <a:lnTo>
                  <a:pt x="6238" y="2805"/>
                </a:lnTo>
                <a:cubicBezTo>
                  <a:pt x="6459" y="2805"/>
                  <a:pt x="6616" y="2962"/>
                  <a:pt x="6616" y="3151"/>
                </a:cubicBezTo>
                <a:lnTo>
                  <a:pt x="6616" y="4537"/>
                </a:lnTo>
                <a:cubicBezTo>
                  <a:pt x="6616" y="4726"/>
                  <a:pt x="6459" y="4884"/>
                  <a:pt x="6238" y="4884"/>
                </a:cubicBezTo>
                <a:lnTo>
                  <a:pt x="5230" y="4884"/>
                </a:lnTo>
                <a:lnTo>
                  <a:pt x="5230" y="5924"/>
                </a:lnTo>
                <a:cubicBezTo>
                  <a:pt x="5230" y="6113"/>
                  <a:pt x="5072" y="6270"/>
                  <a:pt x="4883" y="6270"/>
                </a:cubicBezTo>
                <a:lnTo>
                  <a:pt x="3497" y="6270"/>
                </a:lnTo>
                <a:cubicBezTo>
                  <a:pt x="3308" y="6270"/>
                  <a:pt x="3151" y="6113"/>
                  <a:pt x="3151" y="5924"/>
                </a:cubicBezTo>
                <a:lnTo>
                  <a:pt x="3151" y="4884"/>
                </a:lnTo>
                <a:lnTo>
                  <a:pt x="2111" y="4884"/>
                </a:lnTo>
                <a:cubicBezTo>
                  <a:pt x="1922" y="4884"/>
                  <a:pt x="1764" y="4726"/>
                  <a:pt x="1764" y="4537"/>
                </a:cubicBezTo>
                <a:lnTo>
                  <a:pt x="1764" y="3151"/>
                </a:lnTo>
                <a:cubicBezTo>
                  <a:pt x="1764" y="2962"/>
                  <a:pt x="1922" y="2805"/>
                  <a:pt x="2111" y="2805"/>
                </a:cubicBezTo>
                <a:lnTo>
                  <a:pt x="3151" y="2805"/>
                </a:lnTo>
                <a:lnTo>
                  <a:pt x="3151" y="1765"/>
                </a:lnTo>
                <a:cubicBezTo>
                  <a:pt x="3151" y="1576"/>
                  <a:pt x="3308" y="1418"/>
                  <a:pt x="3497" y="141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757"/>
                </a:lnTo>
                <a:cubicBezTo>
                  <a:pt x="378" y="914"/>
                  <a:pt x="693" y="1261"/>
                  <a:pt x="693" y="1734"/>
                </a:cubicBezTo>
                <a:cubicBezTo>
                  <a:pt x="693" y="2175"/>
                  <a:pt x="378" y="2553"/>
                  <a:pt x="0" y="2710"/>
                </a:cubicBezTo>
                <a:lnTo>
                  <a:pt x="0" y="4979"/>
                </a:lnTo>
                <a:cubicBezTo>
                  <a:pt x="378" y="5136"/>
                  <a:pt x="693" y="5483"/>
                  <a:pt x="693" y="5955"/>
                </a:cubicBezTo>
                <a:cubicBezTo>
                  <a:pt x="693" y="6396"/>
                  <a:pt x="441" y="6774"/>
                  <a:pt x="0" y="6932"/>
                </a:cubicBezTo>
                <a:lnTo>
                  <a:pt x="0" y="7341"/>
                </a:lnTo>
                <a:cubicBezTo>
                  <a:pt x="0" y="7530"/>
                  <a:pt x="158" y="7688"/>
                  <a:pt x="347" y="7688"/>
                </a:cubicBezTo>
                <a:lnTo>
                  <a:pt x="7309" y="7688"/>
                </a:lnTo>
                <a:cubicBezTo>
                  <a:pt x="7498" y="7688"/>
                  <a:pt x="7656" y="7530"/>
                  <a:pt x="7656" y="7341"/>
                </a:cubicBezTo>
                <a:lnTo>
                  <a:pt x="7656" y="347"/>
                </a:lnTo>
                <a:cubicBezTo>
                  <a:pt x="7656" y="158"/>
                  <a:pt x="7498" y="1"/>
                  <a:pt x="7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8" name="Google Shape;5538;p30"/>
          <p:cNvSpPr/>
          <p:nvPr/>
        </p:nvSpPr>
        <p:spPr>
          <a:xfrm>
            <a:off x="5036361" y="2482322"/>
            <a:ext cx="113797" cy="84905"/>
          </a:xfrm>
          <a:custGeom>
            <a:rect b="b" l="l" r="r" t="t"/>
            <a:pathLst>
              <a:path extrusionOk="0" h="2586" w="3466">
                <a:moveTo>
                  <a:pt x="614" y="0"/>
                </a:moveTo>
                <a:cubicBezTo>
                  <a:pt x="287" y="0"/>
                  <a:pt x="0" y="305"/>
                  <a:pt x="0" y="696"/>
                </a:cubicBezTo>
                <a:cubicBezTo>
                  <a:pt x="0" y="1326"/>
                  <a:pt x="1008" y="2019"/>
                  <a:pt x="1733" y="2586"/>
                </a:cubicBezTo>
                <a:cubicBezTo>
                  <a:pt x="2426" y="2019"/>
                  <a:pt x="3466" y="1326"/>
                  <a:pt x="3466" y="696"/>
                </a:cubicBezTo>
                <a:cubicBezTo>
                  <a:pt x="3466" y="349"/>
                  <a:pt x="3214" y="3"/>
                  <a:pt x="2741" y="3"/>
                </a:cubicBezTo>
                <a:cubicBezTo>
                  <a:pt x="2237" y="3"/>
                  <a:pt x="2048" y="570"/>
                  <a:pt x="2048" y="570"/>
                </a:cubicBezTo>
                <a:cubicBezTo>
                  <a:pt x="2001" y="743"/>
                  <a:pt x="1851" y="830"/>
                  <a:pt x="1701" y="830"/>
                </a:cubicBezTo>
                <a:cubicBezTo>
                  <a:pt x="1552" y="830"/>
                  <a:pt x="1402" y="743"/>
                  <a:pt x="1355" y="570"/>
                </a:cubicBezTo>
                <a:cubicBezTo>
                  <a:pt x="1355" y="538"/>
                  <a:pt x="1166" y="3"/>
                  <a:pt x="662" y="3"/>
                </a:cubicBezTo>
                <a:cubicBezTo>
                  <a:pt x="646" y="1"/>
                  <a:pt x="630" y="0"/>
                  <a:pt x="61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9" name="Google Shape;5539;p30"/>
          <p:cNvSpPr/>
          <p:nvPr/>
        </p:nvSpPr>
        <p:spPr>
          <a:xfrm>
            <a:off x="4865672" y="2295186"/>
            <a:ext cx="398291" cy="388934"/>
          </a:xfrm>
          <a:custGeom>
            <a:rect b="b" l="l" r="r" t="t"/>
            <a:pathLst>
              <a:path extrusionOk="0" h="11846" w="12131">
                <a:moveTo>
                  <a:pt x="3744" y="3555"/>
                </a:moveTo>
                <a:cubicBezTo>
                  <a:pt x="3907" y="3555"/>
                  <a:pt x="4040" y="3674"/>
                  <a:pt x="4096" y="3844"/>
                </a:cubicBezTo>
                <a:cubicBezTo>
                  <a:pt x="4128" y="4033"/>
                  <a:pt x="3970" y="4190"/>
                  <a:pt x="3813" y="4253"/>
                </a:cubicBezTo>
                <a:cubicBezTo>
                  <a:pt x="2931" y="4379"/>
                  <a:pt x="2427" y="5451"/>
                  <a:pt x="2899" y="6333"/>
                </a:cubicBezTo>
                <a:cubicBezTo>
                  <a:pt x="2994" y="6490"/>
                  <a:pt x="2931" y="6711"/>
                  <a:pt x="2773" y="6805"/>
                </a:cubicBezTo>
                <a:cubicBezTo>
                  <a:pt x="2723" y="6825"/>
                  <a:pt x="2667" y="6836"/>
                  <a:pt x="2611" y="6836"/>
                </a:cubicBezTo>
                <a:cubicBezTo>
                  <a:pt x="2489" y="6836"/>
                  <a:pt x="2365" y="6787"/>
                  <a:pt x="2301" y="6679"/>
                </a:cubicBezTo>
                <a:cubicBezTo>
                  <a:pt x="1608" y="5419"/>
                  <a:pt x="2364" y="3812"/>
                  <a:pt x="3687" y="3560"/>
                </a:cubicBezTo>
                <a:cubicBezTo>
                  <a:pt x="3706" y="3557"/>
                  <a:pt x="3726" y="3555"/>
                  <a:pt x="3744" y="3555"/>
                </a:cubicBezTo>
                <a:close/>
                <a:moveTo>
                  <a:pt x="7940" y="4946"/>
                </a:moveTo>
                <a:cubicBezTo>
                  <a:pt x="8728" y="4946"/>
                  <a:pt x="9326" y="5577"/>
                  <a:pt x="9326" y="6364"/>
                </a:cubicBezTo>
                <a:cubicBezTo>
                  <a:pt x="9326" y="7341"/>
                  <a:pt x="8381" y="7939"/>
                  <a:pt x="7121" y="9011"/>
                </a:cubicBezTo>
                <a:cubicBezTo>
                  <a:pt x="7058" y="9074"/>
                  <a:pt x="6979" y="9105"/>
                  <a:pt x="6900" y="9105"/>
                </a:cubicBezTo>
                <a:cubicBezTo>
                  <a:pt x="6822" y="9105"/>
                  <a:pt x="6743" y="9074"/>
                  <a:pt x="6680" y="9011"/>
                </a:cubicBezTo>
                <a:cubicBezTo>
                  <a:pt x="5420" y="7971"/>
                  <a:pt x="4474" y="7341"/>
                  <a:pt x="4474" y="6364"/>
                </a:cubicBezTo>
                <a:cubicBezTo>
                  <a:pt x="4474" y="5577"/>
                  <a:pt x="5105" y="4946"/>
                  <a:pt x="5861" y="4946"/>
                </a:cubicBezTo>
                <a:cubicBezTo>
                  <a:pt x="6365" y="4946"/>
                  <a:pt x="6711" y="5230"/>
                  <a:pt x="6932" y="5451"/>
                </a:cubicBezTo>
                <a:cubicBezTo>
                  <a:pt x="7121" y="5198"/>
                  <a:pt x="7467" y="4946"/>
                  <a:pt x="7940" y="4946"/>
                </a:cubicBezTo>
                <a:close/>
                <a:moveTo>
                  <a:pt x="7404" y="0"/>
                </a:moveTo>
                <a:cubicBezTo>
                  <a:pt x="6459" y="0"/>
                  <a:pt x="5703" y="788"/>
                  <a:pt x="5703" y="1733"/>
                </a:cubicBezTo>
                <a:lnTo>
                  <a:pt x="5703" y="2899"/>
                </a:lnTo>
                <a:cubicBezTo>
                  <a:pt x="5136" y="2395"/>
                  <a:pt x="4443" y="2111"/>
                  <a:pt x="3687" y="2111"/>
                </a:cubicBezTo>
                <a:cubicBezTo>
                  <a:pt x="1450" y="2111"/>
                  <a:pt x="1" y="4505"/>
                  <a:pt x="977" y="6616"/>
                </a:cubicBezTo>
                <a:lnTo>
                  <a:pt x="2899" y="10649"/>
                </a:lnTo>
                <a:cubicBezTo>
                  <a:pt x="3246" y="11373"/>
                  <a:pt x="3939" y="11846"/>
                  <a:pt x="4727" y="11846"/>
                </a:cubicBezTo>
                <a:cubicBezTo>
                  <a:pt x="5231" y="11846"/>
                  <a:pt x="5703" y="11657"/>
                  <a:pt x="6050" y="11342"/>
                </a:cubicBezTo>
                <a:cubicBezTo>
                  <a:pt x="6396" y="11688"/>
                  <a:pt x="6869" y="11846"/>
                  <a:pt x="7404" y="11846"/>
                </a:cubicBezTo>
                <a:cubicBezTo>
                  <a:pt x="8192" y="11846"/>
                  <a:pt x="8885" y="11405"/>
                  <a:pt x="9200" y="10649"/>
                </a:cubicBezTo>
                <a:lnTo>
                  <a:pt x="11122" y="6616"/>
                </a:lnTo>
                <a:cubicBezTo>
                  <a:pt x="12130" y="4505"/>
                  <a:pt x="10618" y="2111"/>
                  <a:pt x="8413" y="2111"/>
                </a:cubicBezTo>
                <a:cubicBezTo>
                  <a:pt x="7656" y="2111"/>
                  <a:pt x="6963" y="2395"/>
                  <a:pt x="6396" y="2899"/>
                </a:cubicBezTo>
                <a:lnTo>
                  <a:pt x="6396" y="1733"/>
                </a:lnTo>
                <a:cubicBezTo>
                  <a:pt x="6396" y="1166"/>
                  <a:pt x="6837" y="693"/>
                  <a:pt x="7404" y="693"/>
                </a:cubicBezTo>
                <a:cubicBezTo>
                  <a:pt x="7593" y="693"/>
                  <a:pt x="7751" y="536"/>
                  <a:pt x="7751" y="347"/>
                </a:cubicBezTo>
                <a:cubicBezTo>
                  <a:pt x="7751" y="158"/>
                  <a:pt x="7593" y="0"/>
                  <a:pt x="74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0" name="Google Shape;5540;p30"/>
          <p:cNvSpPr/>
          <p:nvPr/>
        </p:nvSpPr>
        <p:spPr>
          <a:xfrm>
            <a:off x="7647798" y="1501169"/>
            <a:ext cx="69309" cy="90289"/>
          </a:xfrm>
          <a:custGeom>
            <a:rect b="b" l="l" r="r" t="t"/>
            <a:pathLst>
              <a:path extrusionOk="0" h="2750" w="2111">
                <a:moveTo>
                  <a:pt x="1067" y="0"/>
                </a:moveTo>
                <a:cubicBezTo>
                  <a:pt x="953" y="0"/>
                  <a:pt x="835" y="55"/>
                  <a:pt x="756" y="166"/>
                </a:cubicBezTo>
                <a:cubicBezTo>
                  <a:pt x="536" y="481"/>
                  <a:pt x="0" y="1300"/>
                  <a:pt x="0" y="1741"/>
                </a:cubicBezTo>
                <a:cubicBezTo>
                  <a:pt x="0" y="2308"/>
                  <a:pt x="473" y="2749"/>
                  <a:pt x="1040" y="2749"/>
                </a:cubicBezTo>
                <a:cubicBezTo>
                  <a:pt x="1638" y="2749"/>
                  <a:pt x="2048" y="2276"/>
                  <a:pt x="2048" y="1741"/>
                </a:cubicBezTo>
                <a:cubicBezTo>
                  <a:pt x="2111" y="1300"/>
                  <a:pt x="1575" y="481"/>
                  <a:pt x="1355" y="166"/>
                </a:cubicBezTo>
                <a:cubicBezTo>
                  <a:pt x="1292" y="55"/>
                  <a:pt x="1182" y="0"/>
                  <a:pt x="106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1" name="Google Shape;5541;p30"/>
          <p:cNvSpPr/>
          <p:nvPr/>
        </p:nvSpPr>
        <p:spPr>
          <a:xfrm>
            <a:off x="7329206" y="1364888"/>
            <a:ext cx="384830" cy="250348"/>
          </a:xfrm>
          <a:custGeom>
            <a:rect b="b" l="l" r="r" t="t"/>
            <a:pathLst>
              <a:path extrusionOk="0" h="7625" w="11721">
                <a:moveTo>
                  <a:pt x="10775" y="2048"/>
                </a:moveTo>
                <a:cubicBezTo>
                  <a:pt x="10964" y="2048"/>
                  <a:pt x="11122" y="2206"/>
                  <a:pt x="11122" y="2426"/>
                </a:cubicBezTo>
                <a:cubicBezTo>
                  <a:pt x="11122" y="2615"/>
                  <a:pt x="10964" y="2773"/>
                  <a:pt x="10775" y="2773"/>
                </a:cubicBezTo>
                <a:lnTo>
                  <a:pt x="9830" y="2773"/>
                </a:lnTo>
                <a:lnTo>
                  <a:pt x="9988" y="2048"/>
                </a:lnTo>
                <a:close/>
                <a:moveTo>
                  <a:pt x="4474" y="2773"/>
                </a:moveTo>
                <a:cubicBezTo>
                  <a:pt x="4663" y="2773"/>
                  <a:pt x="4821" y="2930"/>
                  <a:pt x="4821" y="3119"/>
                </a:cubicBezTo>
                <a:cubicBezTo>
                  <a:pt x="4821" y="3308"/>
                  <a:pt x="4663" y="3466"/>
                  <a:pt x="4474" y="3466"/>
                </a:cubicBezTo>
                <a:cubicBezTo>
                  <a:pt x="4285" y="3466"/>
                  <a:pt x="4128" y="3308"/>
                  <a:pt x="4128" y="3119"/>
                </a:cubicBezTo>
                <a:cubicBezTo>
                  <a:pt x="4128" y="2930"/>
                  <a:pt x="4285" y="2773"/>
                  <a:pt x="4474" y="2773"/>
                </a:cubicBezTo>
                <a:close/>
                <a:moveTo>
                  <a:pt x="4474" y="4159"/>
                </a:moveTo>
                <a:cubicBezTo>
                  <a:pt x="4663" y="4159"/>
                  <a:pt x="4821" y="4317"/>
                  <a:pt x="4821" y="4506"/>
                </a:cubicBezTo>
                <a:cubicBezTo>
                  <a:pt x="4821" y="4695"/>
                  <a:pt x="4663" y="4852"/>
                  <a:pt x="4474" y="4852"/>
                </a:cubicBezTo>
                <a:cubicBezTo>
                  <a:pt x="4285" y="4852"/>
                  <a:pt x="4128" y="4695"/>
                  <a:pt x="4128" y="4506"/>
                </a:cubicBezTo>
                <a:cubicBezTo>
                  <a:pt x="4128" y="4317"/>
                  <a:pt x="4285" y="4159"/>
                  <a:pt x="4474" y="4159"/>
                </a:cubicBezTo>
                <a:close/>
                <a:moveTo>
                  <a:pt x="4474" y="5514"/>
                </a:moveTo>
                <a:cubicBezTo>
                  <a:pt x="4663" y="5514"/>
                  <a:pt x="4821" y="5671"/>
                  <a:pt x="4821" y="5892"/>
                </a:cubicBezTo>
                <a:cubicBezTo>
                  <a:pt x="4821" y="6081"/>
                  <a:pt x="4663" y="6238"/>
                  <a:pt x="4474" y="6238"/>
                </a:cubicBezTo>
                <a:cubicBezTo>
                  <a:pt x="4285" y="6238"/>
                  <a:pt x="4128" y="6081"/>
                  <a:pt x="4128" y="5892"/>
                </a:cubicBezTo>
                <a:cubicBezTo>
                  <a:pt x="4128" y="5671"/>
                  <a:pt x="4285" y="5514"/>
                  <a:pt x="4474" y="5514"/>
                </a:cubicBezTo>
                <a:close/>
                <a:moveTo>
                  <a:pt x="3088" y="0"/>
                </a:moveTo>
                <a:cubicBezTo>
                  <a:pt x="1355" y="0"/>
                  <a:pt x="1" y="1418"/>
                  <a:pt x="1" y="3119"/>
                </a:cubicBezTo>
                <a:lnTo>
                  <a:pt x="1" y="4506"/>
                </a:lnTo>
                <a:cubicBezTo>
                  <a:pt x="1" y="6238"/>
                  <a:pt x="1418" y="7625"/>
                  <a:pt x="3088" y="7625"/>
                </a:cubicBezTo>
                <a:lnTo>
                  <a:pt x="6554" y="7625"/>
                </a:lnTo>
                <a:cubicBezTo>
                  <a:pt x="7152" y="7625"/>
                  <a:pt x="7593" y="7152"/>
                  <a:pt x="7593" y="6585"/>
                </a:cubicBezTo>
                <a:cubicBezTo>
                  <a:pt x="7593" y="6459"/>
                  <a:pt x="7562" y="6301"/>
                  <a:pt x="7499" y="6207"/>
                </a:cubicBezTo>
                <a:cubicBezTo>
                  <a:pt x="7940" y="6081"/>
                  <a:pt x="8255" y="5671"/>
                  <a:pt x="8255" y="5199"/>
                </a:cubicBezTo>
                <a:cubicBezTo>
                  <a:pt x="8255" y="5104"/>
                  <a:pt x="8223" y="4947"/>
                  <a:pt x="8192" y="4821"/>
                </a:cubicBezTo>
                <a:cubicBezTo>
                  <a:pt x="8633" y="4695"/>
                  <a:pt x="8948" y="4317"/>
                  <a:pt x="8948" y="3844"/>
                </a:cubicBezTo>
                <a:cubicBezTo>
                  <a:pt x="8948" y="3718"/>
                  <a:pt x="8885" y="3592"/>
                  <a:pt x="8854" y="3466"/>
                </a:cubicBezTo>
                <a:lnTo>
                  <a:pt x="10712" y="3466"/>
                </a:lnTo>
                <a:cubicBezTo>
                  <a:pt x="11311" y="3466"/>
                  <a:pt x="11721" y="2993"/>
                  <a:pt x="11721" y="2458"/>
                </a:cubicBezTo>
                <a:cubicBezTo>
                  <a:pt x="11721" y="1891"/>
                  <a:pt x="11342" y="1387"/>
                  <a:pt x="10775" y="1387"/>
                </a:cubicBezTo>
                <a:lnTo>
                  <a:pt x="6554" y="1387"/>
                </a:lnTo>
                <a:cubicBezTo>
                  <a:pt x="6806" y="1103"/>
                  <a:pt x="6932" y="757"/>
                  <a:pt x="6932" y="379"/>
                </a:cubicBezTo>
                <a:cubicBezTo>
                  <a:pt x="6932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2" name="Google Shape;5542;p30"/>
          <p:cNvSpPr/>
          <p:nvPr/>
        </p:nvSpPr>
        <p:spPr>
          <a:xfrm>
            <a:off x="7471955" y="1869154"/>
            <a:ext cx="101387" cy="50464"/>
          </a:xfrm>
          <a:custGeom>
            <a:rect b="b" l="l" r="r" t="t"/>
            <a:pathLst>
              <a:path extrusionOk="0" h="1537" w="3088">
                <a:moveTo>
                  <a:pt x="1532" y="1"/>
                </a:moveTo>
                <a:cubicBezTo>
                  <a:pt x="1001" y="1"/>
                  <a:pt x="473" y="103"/>
                  <a:pt x="0" y="308"/>
                </a:cubicBezTo>
                <a:lnTo>
                  <a:pt x="693" y="1537"/>
                </a:lnTo>
                <a:cubicBezTo>
                  <a:pt x="946" y="1442"/>
                  <a:pt x="1229" y="1379"/>
                  <a:pt x="1544" y="1379"/>
                </a:cubicBezTo>
                <a:cubicBezTo>
                  <a:pt x="1859" y="1379"/>
                  <a:pt x="2143" y="1442"/>
                  <a:pt x="2426" y="1537"/>
                </a:cubicBezTo>
                <a:lnTo>
                  <a:pt x="3088" y="308"/>
                </a:lnTo>
                <a:cubicBezTo>
                  <a:pt x="2600" y="103"/>
                  <a:pt x="2064" y="1"/>
                  <a:pt x="15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3" name="Google Shape;5543;p30"/>
          <p:cNvSpPr/>
          <p:nvPr/>
        </p:nvSpPr>
        <p:spPr>
          <a:xfrm>
            <a:off x="7511254" y="1983701"/>
            <a:ext cx="22786" cy="22786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1" y="127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94" y="127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4" name="Google Shape;5544;p30"/>
          <p:cNvSpPr/>
          <p:nvPr/>
        </p:nvSpPr>
        <p:spPr>
          <a:xfrm>
            <a:off x="7398512" y="2006453"/>
            <a:ext cx="73479" cy="89009"/>
          </a:xfrm>
          <a:custGeom>
            <a:rect b="b" l="l" r="r" t="t"/>
            <a:pathLst>
              <a:path extrusionOk="0" h="2711" w="2238">
                <a:moveTo>
                  <a:pt x="1387" y="1"/>
                </a:moveTo>
                <a:lnTo>
                  <a:pt x="1" y="32"/>
                </a:lnTo>
                <a:cubicBezTo>
                  <a:pt x="127" y="1104"/>
                  <a:pt x="662" y="2080"/>
                  <a:pt x="1544" y="2710"/>
                </a:cubicBezTo>
                <a:lnTo>
                  <a:pt x="2237" y="1545"/>
                </a:lnTo>
                <a:cubicBezTo>
                  <a:pt x="1765" y="1135"/>
                  <a:pt x="1450" y="600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5" name="Google Shape;5545;p30"/>
          <p:cNvSpPr/>
          <p:nvPr/>
        </p:nvSpPr>
        <p:spPr>
          <a:xfrm>
            <a:off x="7573304" y="2005436"/>
            <a:ext cx="73479" cy="88976"/>
          </a:xfrm>
          <a:custGeom>
            <a:rect b="b" l="l" r="r" t="t"/>
            <a:pathLst>
              <a:path extrusionOk="0" h="2710" w="2238">
                <a:moveTo>
                  <a:pt x="851" y="0"/>
                </a:moveTo>
                <a:cubicBezTo>
                  <a:pt x="757" y="631"/>
                  <a:pt x="473" y="1166"/>
                  <a:pt x="1" y="1544"/>
                </a:cubicBezTo>
                <a:lnTo>
                  <a:pt x="694" y="2710"/>
                </a:lnTo>
                <a:cubicBezTo>
                  <a:pt x="1576" y="2080"/>
                  <a:pt x="2112" y="1103"/>
                  <a:pt x="2238" y="32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6" name="Google Shape;5546;p30"/>
          <p:cNvSpPr/>
          <p:nvPr/>
        </p:nvSpPr>
        <p:spPr>
          <a:xfrm>
            <a:off x="7329206" y="1799585"/>
            <a:ext cx="387916" cy="387949"/>
          </a:xfrm>
          <a:custGeom>
            <a:rect b="b" l="l" r="r" t="t"/>
            <a:pathLst>
              <a:path extrusionOk="0" h="11816" w="11815">
                <a:moveTo>
                  <a:pt x="5876" y="1419"/>
                </a:moveTo>
                <a:cubicBezTo>
                  <a:pt x="6632" y="1419"/>
                  <a:pt x="7389" y="1608"/>
                  <a:pt x="8066" y="1986"/>
                </a:cubicBezTo>
                <a:cubicBezTo>
                  <a:pt x="8223" y="2049"/>
                  <a:pt x="8286" y="2301"/>
                  <a:pt x="8192" y="2458"/>
                </a:cubicBezTo>
                <a:lnTo>
                  <a:pt x="7152" y="4254"/>
                </a:lnTo>
                <a:cubicBezTo>
                  <a:pt x="7110" y="4361"/>
                  <a:pt x="6980" y="4439"/>
                  <a:pt x="6852" y="4439"/>
                </a:cubicBezTo>
                <a:cubicBezTo>
                  <a:pt x="6791" y="4439"/>
                  <a:pt x="6731" y="4421"/>
                  <a:pt x="6680" y="4380"/>
                </a:cubicBezTo>
                <a:cubicBezTo>
                  <a:pt x="6428" y="4238"/>
                  <a:pt x="6136" y="4167"/>
                  <a:pt x="5841" y="4167"/>
                </a:cubicBezTo>
                <a:cubicBezTo>
                  <a:pt x="5546" y="4167"/>
                  <a:pt x="5246" y="4238"/>
                  <a:pt x="4978" y="4380"/>
                </a:cubicBezTo>
                <a:cubicBezTo>
                  <a:pt x="4929" y="4400"/>
                  <a:pt x="4872" y="4411"/>
                  <a:pt x="4816" y="4411"/>
                </a:cubicBezTo>
                <a:cubicBezTo>
                  <a:pt x="4694" y="4411"/>
                  <a:pt x="4570" y="4362"/>
                  <a:pt x="4506" y="4254"/>
                </a:cubicBezTo>
                <a:lnTo>
                  <a:pt x="3498" y="2458"/>
                </a:lnTo>
                <a:cubicBezTo>
                  <a:pt x="3466" y="2301"/>
                  <a:pt x="3529" y="2080"/>
                  <a:pt x="3687" y="1986"/>
                </a:cubicBezTo>
                <a:cubicBezTo>
                  <a:pt x="4364" y="1608"/>
                  <a:pt x="5120" y="1419"/>
                  <a:pt x="5876" y="1419"/>
                </a:cubicBezTo>
                <a:close/>
                <a:moveTo>
                  <a:pt x="5861" y="4916"/>
                </a:moveTo>
                <a:cubicBezTo>
                  <a:pt x="6459" y="4916"/>
                  <a:pt x="6869" y="5388"/>
                  <a:pt x="6869" y="5955"/>
                </a:cubicBezTo>
                <a:cubicBezTo>
                  <a:pt x="6869" y="6554"/>
                  <a:pt x="6396" y="6964"/>
                  <a:pt x="5861" y="6964"/>
                </a:cubicBezTo>
                <a:cubicBezTo>
                  <a:pt x="5294" y="6964"/>
                  <a:pt x="4821" y="6491"/>
                  <a:pt x="4821" y="5955"/>
                </a:cubicBezTo>
                <a:cubicBezTo>
                  <a:pt x="4821" y="5357"/>
                  <a:pt x="5294" y="4916"/>
                  <a:pt x="5861" y="4916"/>
                </a:cubicBezTo>
                <a:close/>
                <a:moveTo>
                  <a:pt x="3813" y="5609"/>
                </a:moveTo>
                <a:cubicBezTo>
                  <a:pt x="4065" y="5640"/>
                  <a:pt x="4159" y="5735"/>
                  <a:pt x="4159" y="5955"/>
                </a:cubicBezTo>
                <a:cubicBezTo>
                  <a:pt x="4159" y="6522"/>
                  <a:pt x="4474" y="7090"/>
                  <a:pt x="5010" y="7405"/>
                </a:cubicBezTo>
                <a:cubicBezTo>
                  <a:pt x="5136" y="7531"/>
                  <a:pt x="5230" y="7720"/>
                  <a:pt x="5104" y="7877"/>
                </a:cubicBezTo>
                <a:lnTo>
                  <a:pt x="4033" y="9641"/>
                </a:lnTo>
                <a:cubicBezTo>
                  <a:pt x="3991" y="9748"/>
                  <a:pt x="3861" y="9826"/>
                  <a:pt x="3733" y="9826"/>
                </a:cubicBezTo>
                <a:cubicBezTo>
                  <a:pt x="3672" y="9826"/>
                  <a:pt x="3612" y="9808"/>
                  <a:pt x="3561" y="9767"/>
                </a:cubicBezTo>
                <a:cubicBezTo>
                  <a:pt x="2238" y="8948"/>
                  <a:pt x="1418" y="7531"/>
                  <a:pt x="1355" y="5987"/>
                </a:cubicBezTo>
                <a:cubicBezTo>
                  <a:pt x="1355" y="5798"/>
                  <a:pt x="1544" y="5640"/>
                  <a:pt x="1733" y="5640"/>
                </a:cubicBezTo>
                <a:lnTo>
                  <a:pt x="3813" y="5609"/>
                </a:lnTo>
                <a:close/>
                <a:moveTo>
                  <a:pt x="8003" y="5640"/>
                </a:moveTo>
                <a:lnTo>
                  <a:pt x="10082" y="5672"/>
                </a:lnTo>
                <a:cubicBezTo>
                  <a:pt x="10271" y="5672"/>
                  <a:pt x="10429" y="5829"/>
                  <a:pt x="10429" y="6018"/>
                </a:cubicBezTo>
                <a:cubicBezTo>
                  <a:pt x="10397" y="7562"/>
                  <a:pt x="9547" y="8980"/>
                  <a:pt x="8223" y="9799"/>
                </a:cubicBezTo>
                <a:cubicBezTo>
                  <a:pt x="8168" y="9844"/>
                  <a:pt x="8100" y="9865"/>
                  <a:pt x="8033" y="9865"/>
                </a:cubicBezTo>
                <a:cubicBezTo>
                  <a:pt x="7911" y="9865"/>
                  <a:pt x="7792" y="9795"/>
                  <a:pt x="7751" y="9673"/>
                </a:cubicBezTo>
                <a:lnTo>
                  <a:pt x="6680" y="7909"/>
                </a:lnTo>
                <a:cubicBezTo>
                  <a:pt x="6554" y="7751"/>
                  <a:pt x="6648" y="7531"/>
                  <a:pt x="6806" y="7436"/>
                </a:cubicBezTo>
                <a:cubicBezTo>
                  <a:pt x="7310" y="7121"/>
                  <a:pt x="7625" y="6585"/>
                  <a:pt x="7625" y="5987"/>
                </a:cubicBezTo>
                <a:cubicBezTo>
                  <a:pt x="7625" y="5829"/>
                  <a:pt x="7751" y="5672"/>
                  <a:pt x="8003" y="5640"/>
                </a:cubicBezTo>
                <a:close/>
                <a:moveTo>
                  <a:pt x="5892" y="1"/>
                </a:moveTo>
                <a:cubicBezTo>
                  <a:pt x="2616" y="1"/>
                  <a:pt x="1" y="2679"/>
                  <a:pt x="1" y="5924"/>
                </a:cubicBezTo>
                <a:cubicBezTo>
                  <a:pt x="1" y="9137"/>
                  <a:pt x="2679" y="11815"/>
                  <a:pt x="5892" y="11815"/>
                </a:cubicBezTo>
                <a:cubicBezTo>
                  <a:pt x="9169" y="11815"/>
                  <a:pt x="11815" y="9137"/>
                  <a:pt x="11815" y="5924"/>
                </a:cubicBezTo>
                <a:cubicBezTo>
                  <a:pt x="11815" y="2679"/>
                  <a:pt x="9137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7" name="Google Shape;5547;p30"/>
          <p:cNvSpPr/>
          <p:nvPr/>
        </p:nvSpPr>
        <p:spPr>
          <a:xfrm>
            <a:off x="7539701" y="2297353"/>
            <a:ext cx="190330" cy="177460"/>
          </a:xfrm>
          <a:custGeom>
            <a:rect b="b" l="l" r="r" t="t"/>
            <a:pathLst>
              <a:path extrusionOk="0" h="5405" w="5797">
                <a:moveTo>
                  <a:pt x="2317" y="1"/>
                </a:moveTo>
                <a:cubicBezTo>
                  <a:pt x="1515" y="1"/>
                  <a:pt x="685" y="309"/>
                  <a:pt x="0" y="993"/>
                </a:cubicBezTo>
                <a:lnTo>
                  <a:pt x="1008" y="1970"/>
                </a:lnTo>
                <a:cubicBezTo>
                  <a:pt x="1398" y="1581"/>
                  <a:pt x="1864" y="1407"/>
                  <a:pt x="2313" y="1407"/>
                </a:cubicBezTo>
                <a:cubicBezTo>
                  <a:pt x="2771" y="1407"/>
                  <a:pt x="3210" y="1588"/>
                  <a:pt x="3529" y="1907"/>
                </a:cubicBezTo>
                <a:cubicBezTo>
                  <a:pt x="3623" y="2002"/>
                  <a:pt x="3623" y="2254"/>
                  <a:pt x="3529" y="2380"/>
                </a:cubicBezTo>
                <a:cubicBezTo>
                  <a:pt x="3450" y="2427"/>
                  <a:pt x="3348" y="2450"/>
                  <a:pt x="3249" y="2450"/>
                </a:cubicBezTo>
                <a:cubicBezTo>
                  <a:pt x="3151" y="2450"/>
                  <a:pt x="3056" y="2427"/>
                  <a:pt x="2993" y="2380"/>
                </a:cubicBezTo>
                <a:cubicBezTo>
                  <a:pt x="2804" y="2175"/>
                  <a:pt x="2552" y="2057"/>
                  <a:pt x="2284" y="2057"/>
                </a:cubicBezTo>
                <a:cubicBezTo>
                  <a:pt x="2016" y="2057"/>
                  <a:pt x="1733" y="2175"/>
                  <a:pt x="1481" y="2443"/>
                </a:cubicBezTo>
                <a:lnTo>
                  <a:pt x="4411" y="5404"/>
                </a:lnTo>
                <a:cubicBezTo>
                  <a:pt x="5797" y="4018"/>
                  <a:pt x="5640" y="2065"/>
                  <a:pt x="4505" y="899"/>
                </a:cubicBezTo>
                <a:cubicBezTo>
                  <a:pt x="3931" y="325"/>
                  <a:pt x="3139" y="1"/>
                  <a:pt x="2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8" name="Google Shape;5548;p30"/>
          <p:cNvSpPr/>
          <p:nvPr/>
        </p:nvSpPr>
        <p:spPr>
          <a:xfrm>
            <a:off x="7470395" y="2439576"/>
            <a:ext cx="103455" cy="101420"/>
          </a:xfrm>
          <a:custGeom>
            <a:rect b="b" l="l" r="r" t="t"/>
            <a:pathLst>
              <a:path extrusionOk="0" h="3089" w="3151">
                <a:moveTo>
                  <a:pt x="1339" y="1"/>
                </a:moveTo>
                <a:cubicBezTo>
                  <a:pt x="1253" y="1"/>
                  <a:pt x="1166" y="32"/>
                  <a:pt x="1103" y="95"/>
                </a:cubicBezTo>
                <a:lnTo>
                  <a:pt x="126" y="1072"/>
                </a:lnTo>
                <a:cubicBezTo>
                  <a:pt x="0" y="1198"/>
                  <a:pt x="0" y="1387"/>
                  <a:pt x="126" y="1545"/>
                </a:cubicBezTo>
                <a:lnTo>
                  <a:pt x="1576" y="2994"/>
                </a:lnTo>
                <a:cubicBezTo>
                  <a:pt x="1639" y="3057"/>
                  <a:pt x="1725" y="3088"/>
                  <a:pt x="1812" y="3088"/>
                </a:cubicBezTo>
                <a:cubicBezTo>
                  <a:pt x="1899" y="3088"/>
                  <a:pt x="1985" y="3057"/>
                  <a:pt x="2048" y="2994"/>
                </a:cubicBezTo>
                <a:lnTo>
                  <a:pt x="3025" y="2017"/>
                </a:lnTo>
                <a:cubicBezTo>
                  <a:pt x="3151" y="1891"/>
                  <a:pt x="3151" y="1671"/>
                  <a:pt x="3025" y="1545"/>
                </a:cubicBezTo>
                <a:lnTo>
                  <a:pt x="1576" y="95"/>
                </a:lnTo>
                <a:cubicBezTo>
                  <a:pt x="1513" y="32"/>
                  <a:pt x="1426" y="1"/>
                  <a:pt x="13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9" name="Google Shape;5549;p30"/>
          <p:cNvSpPr/>
          <p:nvPr/>
        </p:nvSpPr>
        <p:spPr>
          <a:xfrm>
            <a:off x="7316287" y="2505796"/>
            <a:ext cx="190330" cy="176902"/>
          </a:xfrm>
          <a:custGeom>
            <a:rect b="b" l="l" r="r" t="t"/>
            <a:pathLst>
              <a:path extrusionOk="0" h="5388" w="5797">
                <a:moveTo>
                  <a:pt x="1355" y="0"/>
                </a:moveTo>
                <a:cubicBezTo>
                  <a:pt x="0" y="1386"/>
                  <a:pt x="158" y="3340"/>
                  <a:pt x="1292" y="4474"/>
                </a:cubicBezTo>
                <a:cubicBezTo>
                  <a:pt x="1890" y="5072"/>
                  <a:pt x="2710" y="5388"/>
                  <a:pt x="3497" y="5388"/>
                </a:cubicBezTo>
                <a:cubicBezTo>
                  <a:pt x="4348" y="5388"/>
                  <a:pt x="5135" y="5072"/>
                  <a:pt x="5797" y="4411"/>
                </a:cubicBezTo>
                <a:lnTo>
                  <a:pt x="4820" y="3434"/>
                </a:lnTo>
                <a:cubicBezTo>
                  <a:pt x="4431" y="3824"/>
                  <a:pt x="3964" y="3997"/>
                  <a:pt x="3516" y="3997"/>
                </a:cubicBezTo>
                <a:cubicBezTo>
                  <a:pt x="3058" y="3997"/>
                  <a:pt x="2619" y="3816"/>
                  <a:pt x="2300" y="3497"/>
                </a:cubicBezTo>
                <a:cubicBezTo>
                  <a:pt x="2174" y="3371"/>
                  <a:pt x="2174" y="3151"/>
                  <a:pt x="2300" y="3025"/>
                </a:cubicBezTo>
                <a:cubicBezTo>
                  <a:pt x="2347" y="2962"/>
                  <a:pt x="2434" y="2930"/>
                  <a:pt x="2524" y="2930"/>
                </a:cubicBezTo>
                <a:cubicBezTo>
                  <a:pt x="2615" y="2930"/>
                  <a:pt x="2710" y="2962"/>
                  <a:pt x="2773" y="3025"/>
                </a:cubicBezTo>
                <a:cubicBezTo>
                  <a:pt x="2962" y="3229"/>
                  <a:pt x="3214" y="3348"/>
                  <a:pt x="3481" y="3348"/>
                </a:cubicBezTo>
                <a:cubicBezTo>
                  <a:pt x="3749" y="3348"/>
                  <a:pt x="4033" y="3229"/>
                  <a:pt x="4285" y="296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0" name="Google Shape;5550;p30"/>
          <p:cNvSpPr/>
          <p:nvPr/>
        </p:nvSpPr>
        <p:spPr>
          <a:xfrm>
            <a:off x="7319373" y="2295547"/>
            <a:ext cx="408600" cy="388211"/>
          </a:xfrm>
          <a:custGeom>
            <a:rect b="b" l="l" r="r" t="t"/>
            <a:pathLst>
              <a:path extrusionOk="0" h="11824" w="12445">
                <a:moveTo>
                  <a:pt x="3419" y="1356"/>
                </a:moveTo>
                <a:cubicBezTo>
                  <a:pt x="3506" y="1356"/>
                  <a:pt x="3592" y="1379"/>
                  <a:pt x="3655" y="1426"/>
                </a:cubicBezTo>
                <a:cubicBezTo>
                  <a:pt x="3781" y="1552"/>
                  <a:pt x="3781" y="1741"/>
                  <a:pt x="3655" y="1899"/>
                </a:cubicBezTo>
                <a:cubicBezTo>
                  <a:pt x="3592" y="1962"/>
                  <a:pt x="3506" y="1994"/>
                  <a:pt x="3419" y="1994"/>
                </a:cubicBezTo>
                <a:cubicBezTo>
                  <a:pt x="3332" y="1994"/>
                  <a:pt x="3246" y="1962"/>
                  <a:pt x="3183" y="1899"/>
                </a:cubicBezTo>
                <a:cubicBezTo>
                  <a:pt x="3057" y="1804"/>
                  <a:pt x="3057" y="1552"/>
                  <a:pt x="3183" y="1426"/>
                </a:cubicBezTo>
                <a:cubicBezTo>
                  <a:pt x="3246" y="1379"/>
                  <a:pt x="3332" y="1356"/>
                  <a:pt x="3419" y="1356"/>
                </a:cubicBezTo>
                <a:close/>
                <a:moveTo>
                  <a:pt x="4364" y="2277"/>
                </a:moveTo>
                <a:cubicBezTo>
                  <a:pt x="4451" y="2277"/>
                  <a:pt x="4537" y="2309"/>
                  <a:pt x="4600" y="2372"/>
                </a:cubicBezTo>
                <a:cubicBezTo>
                  <a:pt x="4726" y="2498"/>
                  <a:pt x="4726" y="2718"/>
                  <a:pt x="4600" y="2844"/>
                </a:cubicBezTo>
                <a:cubicBezTo>
                  <a:pt x="4537" y="2907"/>
                  <a:pt x="4451" y="2939"/>
                  <a:pt x="4364" y="2939"/>
                </a:cubicBezTo>
                <a:cubicBezTo>
                  <a:pt x="4277" y="2939"/>
                  <a:pt x="4191" y="2907"/>
                  <a:pt x="4128" y="2844"/>
                </a:cubicBezTo>
                <a:cubicBezTo>
                  <a:pt x="4002" y="2750"/>
                  <a:pt x="4002" y="2529"/>
                  <a:pt x="4128" y="2372"/>
                </a:cubicBezTo>
                <a:cubicBezTo>
                  <a:pt x="4191" y="2309"/>
                  <a:pt x="4277" y="2277"/>
                  <a:pt x="4364" y="2277"/>
                </a:cubicBezTo>
                <a:close/>
                <a:moveTo>
                  <a:pt x="3179" y="2561"/>
                </a:moveTo>
                <a:cubicBezTo>
                  <a:pt x="3269" y="2561"/>
                  <a:pt x="3356" y="2592"/>
                  <a:pt x="3403" y="2655"/>
                </a:cubicBezTo>
                <a:cubicBezTo>
                  <a:pt x="3529" y="2781"/>
                  <a:pt x="3529" y="2970"/>
                  <a:pt x="3403" y="3128"/>
                </a:cubicBezTo>
                <a:cubicBezTo>
                  <a:pt x="3356" y="3191"/>
                  <a:pt x="3269" y="3222"/>
                  <a:pt x="3179" y="3222"/>
                </a:cubicBezTo>
                <a:cubicBezTo>
                  <a:pt x="3088" y="3222"/>
                  <a:pt x="2994" y="3191"/>
                  <a:pt x="2931" y="3128"/>
                </a:cubicBezTo>
                <a:cubicBezTo>
                  <a:pt x="2836" y="3002"/>
                  <a:pt x="2836" y="2781"/>
                  <a:pt x="2931" y="2655"/>
                </a:cubicBezTo>
                <a:cubicBezTo>
                  <a:pt x="2994" y="2592"/>
                  <a:pt x="3088" y="2561"/>
                  <a:pt x="3179" y="2561"/>
                </a:cubicBezTo>
                <a:close/>
                <a:moveTo>
                  <a:pt x="1970" y="2813"/>
                </a:moveTo>
                <a:cubicBezTo>
                  <a:pt x="2056" y="2813"/>
                  <a:pt x="2143" y="2844"/>
                  <a:pt x="2206" y="2907"/>
                </a:cubicBezTo>
                <a:cubicBezTo>
                  <a:pt x="2300" y="3002"/>
                  <a:pt x="2300" y="3254"/>
                  <a:pt x="2206" y="3380"/>
                </a:cubicBezTo>
                <a:cubicBezTo>
                  <a:pt x="2143" y="3427"/>
                  <a:pt x="2048" y="3451"/>
                  <a:pt x="1958" y="3451"/>
                </a:cubicBezTo>
                <a:cubicBezTo>
                  <a:pt x="1867" y="3451"/>
                  <a:pt x="1781" y="3427"/>
                  <a:pt x="1733" y="3380"/>
                </a:cubicBezTo>
                <a:cubicBezTo>
                  <a:pt x="1607" y="3254"/>
                  <a:pt x="1607" y="3002"/>
                  <a:pt x="1733" y="2907"/>
                </a:cubicBezTo>
                <a:cubicBezTo>
                  <a:pt x="1796" y="2844"/>
                  <a:pt x="1883" y="2813"/>
                  <a:pt x="1970" y="2813"/>
                </a:cubicBezTo>
                <a:close/>
                <a:moveTo>
                  <a:pt x="2946" y="3789"/>
                </a:moveTo>
                <a:cubicBezTo>
                  <a:pt x="3033" y="3789"/>
                  <a:pt x="3120" y="3821"/>
                  <a:pt x="3183" y="3884"/>
                </a:cubicBezTo>
                <a:cubicBezTo>
                  <a:pt x="3309" y="4010"/>
                  <a:pt x="3309" y="4199"/>
                  <a:pt x="3183" y="4356"/>
                </a:cubicBezTo>
                <a:cubicBezTo>
                  <a:pt x="3120" y="4419"/>
                  <a:pt x="3033" y="4451"/>
                  <a:pt x="2946" y="4451"/>
                </a:cubicBezTo>
                <a:cubicBezTo>
                  <a:pt x="2860" y="4451"/>
                  <a:pt x="2773" y="4419"/>
                  <a:pt x="2710" y="4356"/>
                </a:cubicBezTo>
                <a:cubicBezTo>
                  <a:pt x="2584" y="4230"/>
                  <a:pt x="2584" y="4010"/>
                  <a:pt x="2710" y="3884"/>
                </a:cubicBezTo>
                <a:cubicBezTo>
                  <a:pt x="2773" y="3821"/>
                  <a:pt x="2860" y="3789"/>
                  <a:pt x="2946" y="3789"/>
                </a:cubicBezTo>
                <a:close/>
                <a:moveTo>
                  <a:pt x="9480" y="7381"/>
                </a:moveTo>
                <a:cubicBezTo>
                  <a:pt x="9570" y="7381"/>
                  <a:pt x="9657" y="7412"/>
                  <a:pt x="9704" y="7475"/>
                </a:cubicBezTo>
                <a:cubicBezTo>
                  <a:pt x="9830" y="7570"/>
                  <a:pt x="9830" y="7822"/>
                  <a:pt x="9704" y="7948"/>
                </a:cubicBezTo>
                <a:cubicBezTo>
                  <a:pt x="9657" y="7995"/>
                  <a:pt x="9570" y="8019"/>
                  <a:pt x="9480" y="8019"/>
                </a:cubicBezTo>
                <a:cubicBezTo>
                  <a:pt x="9389" y="8019"/>
                  <a:pt x="9295" y="7995"/>
                  <a:pt x="9232" y="7948"/>
                </a:cubicBezTo>
                <a:cubicBezTo>
                  <a:pt x="9074" y="7822"/>
                  <a:pt x="9074" y="7633"/>
                  <a:pt x="9232" y="7475"/>
                </a:cubicBezTo>
                <a:cubicBezTo>
                  <a:pt x="9295" y="7412"/>
                  <a:pt x="9389" y="7381"/>
                  <a:pt x="9480" y="7381"/>
                </a:cubicBezTo>
                <a:close/>
                <a:moveTo>
                  <a:pt x="5955" y="3640"/>
                </a:moveTo>
                <a:cubicBezTo>
                  <a:pt x="6223" y="3640"/>
                  <a:pt x="6491" y="3742"/>
                  <a:pt x="6680" y="3947"/>
                </a:cubicBezTo>
                <a:lnTo>
                  <a:pt x="8129" y="5396"/>
                </a:lnTo>
                <a:cubicBezTo>
                  <a:pt x="8538" y="5806"/>
                  <a:pt x="8538" y="6467"/>
                  <a:pt x="8129" y="6877"/>
                </a:cubicBezTo>
                <a:lnTo>
                  <a:pt x="7152" y="7853"/>
                </a:lnTo>
                <a:cubicBezTo>
                  <a:pt x="6963" y="8058"/>
                  <a:pt x="6695" y="8161"/>
                  <a:pt x="6428" y="8161"/>
                </a:cubicBezTo>
                <a:cubicBezTo>
                  <a:pt x="6160" y="8161"/>
                  <a:pt x="5892" y="8058"/>
                  <a:pt x="5703" y="7853"/>
                </a:cubicBezTo>
                <a:lnTo>
                  <a:pt x="4254" y="6404"/>
                </a:lnTo>
                <a:cubicBezTo>
                  <a:pt x="3844" y="5995"/>
                  <a:pt x="3844" y="5333"/>
                  <a:pt x="4254" y="4955"/>
                </a:cubicBezTo>
                <a:lnTo>
                  <a:pt x="5230" y="3947"/>
                </a:lnTo>
                <a:cubicBezTo>
                  <a:pt x="5419" y="3742"/>
                  <a:pt x="5687" y="3640"/>
                  <a:pt x="5955" y="3640"/>
                </a:cubicBezTo>
                <a:close/>
                <a:moveTo>
                  <a:pt x="10464" y="8357"/>
                </a:moveTo>
                <a:cubicBezTo>
                  <a:pt x="10555" y="8357"/>
                  <a:pt x="10649" y="8389"/>
                  <a:pt x="10712" y="8452"/>
                </a:cubicBezTo>
                <a:cubicBezTo>
                  <a:pt x="10807" y="8578"/>
                  <a:pt x="10807" y="8799"/>
                  <a:pt x="10712" y="8925"/>
                </a:cubicBezTo>
                <a:cubicBezTo>
                  <a:pt x="10649" y="8988"/>
                  <a:pt x="10555" y="9019"/>
                  <a:pt x="10464" y="9019"/>
                </a:cubicBezTo>
                <a:cubicBezTo>
                  <a:pt x="10374" y="9019"/>
                  <a:pt x="10287" y="8988"/>
                  <a:pt x="10240" y="8925"/>
                </a:cubicBezTo>
                <a:cubicBezTo>
                  <a:pt x="10082" y="8799"/>
                  <a:pt x="10082" y="8610"/>
                  <a:pt x="10240" y="8452"/>
                </a:cubicBezTo>
                <a:cubicBezTo>
                  <a:pt x="10287" y="8389"/>
                  <a:pt x="10374" y="8357"/>
                  <a:pt x="10464" y="8357"/>
                </a:cubicBezTo>
                <a:close/>
                <a:moveTo>
                  <a:pt x="9247" y="8602"/>
                </a:moveTo>
                <a:cubicBezTo>
                  <a:pt x="9334" y="8602"/>
                  <a:pt x="9421" y="8625"/>
                  <a:pt x="9484" y="8673"/>
                </a:cubicBezTo>
                <a:cubicBezTo>
                  <a:pt x="9610" y="8799"/>
                  <a:pt x="9610" y="9051"/>
                  <a:pt x="9484" y="9145"/>
                </a:cubicBezTo>
                <a:cubicBezTo>
                  <a:pt x="9421" y="9208"/>
                  <a:pt x="9334" y="9240"/>
                  <a:pt x="9247" y="9240"/>
                </a:cubicBezTo>
                <a:cubicBezTo>
                  <a:pt x="9161" y="9240"/>
                  <a:pt x="9074" y="9208"/>
                  <a:pt x="9011" y="9145"/>
                </a:cubicBezTo>
                <a:cubicBezTo>
                  <a:pt x="8854" y="9051"/>
                  <a:pt x="8854" y="8830"/>
                  <a:pt x="9011" y="8673"/>
                </a:cubicBezTo>
                <a:cubicBezTo>
                  <a:pt x="9074" y="8625"/>
                  <a:pt x="9161" y="8602"/>
                  <a:pt x="9247" y="8602"/>
                </a:cubicBezTo>
                <a:close/>
                <a:moveTo>
                  <a:pt x="8030" y="8862"/>
                </a:moveTo>
                <a:cubicBezTo>
                  <a:pt x="8121" y="8862"/>
                  <a:pt x="8208" y="8893"/>
                  <a:pt x="8255" y="8956"/>
                </a:cubicBezTo>
                <a:cubicBezTo>
                  <a:pt x="8381" y="9082"/>
                  <a:pt x="8381" y="9303"/>
                  <a:pt x="8255" y="9429"/>
                </a:cubicBezTo>
                <a:cubicBezTo>
                  <a:pt x="8192" y="9492"/>
                  <a:pt x="8105" y="9523"/>
                  <a:pt x="8019" y="9523"/>
                </a:cubicBezTo>
                <a:cubicBezTo>
                  <a:pt x="7932" y="9523"/>
                  <a:pt x="7845" y="9492"/>
                  <a:pt x="7782" y="9429"/>
                </a:cubicBezTo>
                <a:cubicBezTo>
                  <a:pt x="7656" y="9303"/>
                  <a:pt x="7656" y="9082"/>
                  <a:pt x="7782" y="8956"/>
                </a:cubicBezTo>
                <a:cubicBezTo>
                  <a:pt x="7845" y="8893"/>
                  <a:pt x="7940" y="8862"/>
                  <a:pt x="8030" y="8862"/>
                </a:cubicBezTo>
                <a:close/>
                <a:moveTo>
                  <a:pt x="8964" y="9862"/>
                </a:moveTo>
                <a:cubicBezTo>
                  <a:pt x="9050" y="9862"/>
                  <a:pt x="9137" y="9885"/>
                  <a:pt x="9200" y="9933"/>
                </a:cubicBezTo>
                <a:cubicBezTo>
                  <a:pt x="9326" y="10059"/>
                  <a:pt x="9326" y="10279"/>
                  <a:pt x="9200" y="10405"/>
                </a:cubicBezTo>
                <a:cubicBezTo>
                  <a:pt x="9137" y="10468"/>
                  <a:pt x="9050" y="10500"/>
                  <a:pt x="8964" y="10500"/>
                </a:cubicBezTo>
                <a:cubicBezTo>
                  <a:pt x="8877" y="10500"/>
                  <a:pt x="8791" y="10468"/>
                  <a:pt x="8727" y="10405"/>
                </a:cubicBezTo>
                <a:cubicBezTo>
                  <a:pt x="8601" y="10311"/>
                  <a:pt x="8601" y="10059"/>
                  <a:pt x="8727" y="9933"/>
                </a:cubicBezTo>
                <a:cubicBezTo>
                  <a:pt x="8791" y="9885"/>
                  <a:pt x="8877" y="9862"/>
                  <a:pt x="8964" y="9862"/>
                </a:cubicBezTo>
                <a:close/>
                <a:moveTo>
                  <a:pt x="3415" y="1"/>
                </a:moveTo>
                <a:cubicBezTo>
                  <a:pt x="2616" y="1"/>
                  <a:pt x="1812" y="308"/>
                  <a:pt x="1198" y="922"/>
                </a:cubicBezTo>
                <a:cubicBezTo>
                  <a:pt x="1" y="2151"/>
                  <a:pt x="1" y="4104"/>
                  <a:pt x="1198" y="5333"/>
                </a:cubicBezTo>
                <a:lnTo>
                  <a:pt x="6806" y="10941"/>
                </a:lnTo>
                <a:cubicBezTo>
                  <a:pt x="7404" y="11508"/>
                  <a:pt x="8223" y="11823"/>
                  <a:pt x="9011" y="11823"/>
                </a:cubicBezTo>
                <a:cubicBezTo>
                  <a:pt x="9799" y="11823"/>
                  <a:pt x="10618" y="11508"/>
                  <a:pt x="11216" y="10941"/>
                </a:cubicBezTo>
                <a:cubicBezTo>
                  <a:pt x="12445" y="9712"/>
                  <a:pt x="12445" y="7727"/>
                  <a:pt x="11216" y="6530"/>
                </a:cubicBezTo>
                <a:lnTo>
                  <a:pt x="5609" y="922"/>
                </a:lnTo>
                <a:cubicBezTo>
                  <a:pt x="5010" y="308"/>
                  <a:pt x="4214" y="1"/>
                  <a:pt x="34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1" name="Google Shape;5551;p30"/>
          <p:cNvSpPr/>
          <p:nvPr/>
        </p:nvSpPr>
        <p:spPr>
          <a:xfrm>
            <a:off x="5846940" y="2825246"/>
            <a:ext cx="388967" cy="387916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2" name="Google Shape;5552;p30"/>
          <p:cNvSpPr/>
          <p:nvPr/>
        </p:nvSpPr>
        <p:spPr>
          <a:xfrm>
            <a:off x="5881584" y="3423064"/>
            <a:ext cx="136583" cy="147943"/>
          </a:xfrm>
          <a:custGeom>
            <a:rect b="b" l="l" r="r" t="t"/>
            <a:pathLst>
              <a:path extrusionOk="0" h="4506" w="4160">
                <a:moveTo>
                  <a:pt x="2080" y="1"/>
                </a:moveTo>
                <a:cubicBezTo>
                  <a:pt x="946" y="1"/>
                  <a:pt x="1" y="946"/>
                  <a:pt x="1" y="2080"/>
                </a:cubicBezTo>
                <a:lnTo>
                  <a:pt x="1" y="4506"/>
                </a:lnTo>
                <a:lnTo>
                  <a:pt x="4160" y="4506"/>
                </a:lnTo>
                <a:lnTo>
                  <a:pt x="4160" y="2080"/>
                </a:lnTo>
                <a:cubicBezTo>
                  <a:pt x="4160" y="946"/>
                  <a:pt x="3214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3" name="Google Shape;5553;p30"/>
          <p:cNvSpPr/>
          <p:nvPr/>
        </p:nvSpPr>
        <p:spPr>
          <a:xfrm>
            <a:off x="6063632" y="3523396"/>
            <a:ext cx="136583" cy="148994"/>
          </a:xfrm>
          <a:custGeom>
            <a:rect b="b" l="l" r="r" t="t"/>
            <a:pathLst>
              <a:path extrusionOk="0" h="4538" w="4160">
                <a:moveTo>
                  <a:pt x="1" y="1"/>
                </a:moveTo>
                <a:lnTo>
                  <a:pt x="1" y="2458"/>
                </a:lnTo>
                <a:cubicBezTo>
                  <a:pt x="1" y="3592"/>
                  <a:pt x="946" y="4537"/>
                  <a:pt x="2080" y="4537"/>
                </a:cubicBezTo>
                <a:cubicBezTo>
                  <a:pt x="3246" y="4537"/>
                  <a:pt x="4160" y="3592"/>
                  <a:pt x="4160" y="2458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4" name="Google Shape;5554;p30"/>
          <p:cNvSpPr/>
          <p:nvPr/>
        </p:nvSpPr>
        <p:spPr>
          <a:xfrm>
            <a:off x="5881584" y="3593720"/>
            <a:ext cx="136583" cy="147976"/>
          </a:xfrm>
          <a:custGeom>
            <a:rect b="b" l="l" r="r" t="t"/>
            <a:pathLst>
              <a:path extrusionOk="0" h="4507" w="4160">
                <a:moveTo>
                  <a:pt x="1734" y="694"/>
                </a:moveTo>
                <a:cubicBezTo>
                  <a:pt x="1923" y="694"/>
                  <a:pt x="2080" y="852"/>
                  <a:pt x="2080" y="1041"/>
                </a:cubicBezTo>
                <a:lnTo>
                  <a:pt x="2080" y="2427"/>
                </a:lnTo>
                <a:cubicBezTo>
                  <a:pt x="2269" y="2427"/>
                  <a:pt x="2427" y="2584"/>
                  <a:pt x="2427" y="2773"/>
                </a:cubicBezTo>
                <a:cubicBezTo>
                  <a:pt x="2427" y="2962"/>
                  <a:pt x="2269" y="3120"/>
                  <a:pt x="2080" y="3120"/>
                </a:cubicBezTo>
                <a:cubicBezTo>
                  <a:pt x="1702" y="3120"/>
                  <a:pt x="1356" y="2805"/>
                  <a:pt x="1356" y="2427"/>
                </a:cubicBezTo>
                <a:lnTo>
                  <a:pt x="1356" y="1041"/>
                </a:lnTo>
                <a:cubicBezTo>
                  <a:pt x="1356" y="852"/>
                  <a:pt x="1513" y="694"/>
                  <a:pt x="1734" y="694"/>
                </a:cubicBezTo>
                <a:close/>
                <a:moveTo>
                  <a:pt x="1" y="1"/>
                </a:moveTo>
                <a:lnTo>
                  <a:pt x="1" y="2427"/>
                </a:lnTo>
                <a:cubicBezTo>
                  <a:pt x="1" y="3561"/>
                  <a:pt x="946" y="4506"/>
                  <a:pt x="2080" y="4506"/>
                </a:cubicBezTo>
                <a:cubicBezTo>
                  <a:pt x="3214" y="4506"/>
                  <a:pt x="4160" y="3561"/>
                  <a:pt x="4160" y="2427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5" name="Google Shape;5555;p30"/>
          <p:cNvSpPr/>
          <p:nvPr/>
        </p:nvSpPr>
        <p:spPr>
          <a:xfrm>
            <a:off x="6063632" y="3352741"/>
            <a:ext cx="136583" cy="148961"/>
          </a:xfrm>
          <a:custGeom>
            <a:rect b="b" l="l" r="r" t="t"/>
            <a:pathLst>
              <a:path extrusionOk="0" h="4537" w="4160">
                <a:moveTo>
                  <a:pt x="2049" y="1387"/>
                </a:moveTo>
                <a:cubicBezTo>
                  <a:pt x="2427" y="1387"/>
                  <a:pt x="2742" y="1702"/>
                  <a:pt x="2742" y="2080"/>
                </a:cubicBezTo>
                <a:lnTo>
                  <a:pt x="2742" y="3466"/>
                </a:lnTo>
                <a:cubicBezTo>
                  <a:pt x="2742" y="3655"/>
                  <a:pt x="2584" y="3812"/>
                  <a:pt x="2395" y="3812"/>
                </a:cubicBezTo>
                <a:cubicBezTo>
                  <a:pt x="2206" y="3812"/>
                  <a:pt x="2049" y="3655"/>
                  <a:pt x="2049" y="3466"/>
                </a:cubicBezTo>
                <a:lnTo>
                  <a:pt x="2049" y="2080"/>
                </a:lnTo>
                <a:cubicBezTo>
                  <a:pt x="1860" y="2080"/>
                  <a:pt x="1702" y="1922"/>
                  <a:pt x="1702" y="1733"/>
                </a:cubicBezTo>
                <a:cubicBezTo>
                  <a:pt x="1702" y="1544"/>
                  <a:pt x="1860" y="1387"/>
                  <a:pt x="2049" y="1387"/>
                </a:cubicBezTo>
                <a:close/>
                <a:moveTo>
                  <a:pt x="2080" y="0"/>
                </a:moveTo>
                <a:cubicBezTo>
                  <a:pt x="946" y="0"/>
                  <a:pt x="1" y="945"/>
                  <a:pt x="1" y="2080"/>
                </a:cubicBezTo>
                <a:lnTo>
                  <a:pt x="1" y="4537"/>
                </a:lnTo>
                <a:lnTo>
                  <a:pt x="4160" y="4537"/>
                </a:lnTo>
                <a:lnTo>
                  <a:pt x="4160" y="2080"/>
                </a:lnTo>
                <a:cubicBezTo>
                  <a:pt x="4160" y="945"/>
                  <a:pt x="3214" y="0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6" name="Google Shape;5556;p30"/>
          <p:cNvSpPr/>
          <p:nvPr/>
        </p:nvSpPr>
        <p:spPr>
          <a:xfrm>
            <a:off x="6040370" y="3848833"/>
            <a:ext cx="138652" cy="298973"/>
          </a:xfrm>
          <a:custGeom>
            <a:rect b="b" l="l" r="r" t="t"/>
            <a:pathLst>
              <a:path extrusionOk="0" h="9106" w="4223">
                <a:moveTo>
                  <a:pt x="2836" y="662"/>
                </a:moveTo>
                <a:lnTo>
                  <a:pt x="2836" y="1387"/>
                </a:lnTo>
                <a:lnTo>
                  <a:pt x="2143" y="1387"/>
                </a:lnTo>
                <a:lnTo>
                  <a:pt x="2143" y="662"/>
                </a:lnTo>
                <a:close/>
                <a:moveTo>
                  <a:pt x="1072" y="4884"/>
                </a:moveTo>
                <a:cubicBezTo>
                  <a:pt x="1261" y="4884"/>
                  <a:pt x="1418" y="5041"/>
                  <a:pt x="1418" y="5230"/>
                </a:cubicBezTo>
                <a:cubicBezTo>
                  <a:pt x="1418" y="5451"/>
                  <a:pt x="1261" y="5608"/>
                  <a:pt x="1072" y="5608"/>
                </a:cubicBezTo>
                <a:cubicBezTo>
                  <a:pt x="851" y="5608"/>
                  <a:pt x="694" y="5451"/>
                  <a:pt x="694" y="5230"/>
                </a:cubicBezTo>
                <a:cubicBezTo>
                  <a:pt x="694" y="5041"/>
                  <a:pt x="851" y="4884"/>
                  <a:pt x="1072" y="4884"/>
                </a:cubicBezTo>
                <a:close/>
                <a:moveTo>
                  <a:pt x="3498" y="6302"/>
                </a:moveTo>
                <a:lnTo>
                  <a:pt x="3498" y="6648"/>
                </a:lnTo>
                <a:cubicBezTo>
                  <a:pt x="3498" y="6869"/>
                  <a:pt x="3340" y="6995"/>
                  <a:pt x="3151" y="6995"/>
                </a:cubicBezTo>
                <a:lnTo>
                  <a:pt x="1765" y="6995"/>
                </a:lnTo>
                <a:cubicBezTo>
                  <a:pt x="1576" y="6995"/>
                  <a:pt x="1418" y="6869"/>
                  <a:pt x="1418" y="6648"/>
                </a:cubicBezTo>
                <a:lnTo>
                  <a:pt x="1418" y="6302"/>
                </a:lnTo>
                <a:close/>
                <a:moveTo>
                  <a:pt x="1072" y="1"/>
                </a:moveTo>
                <a:cubicBezTo>
                  <a:pt x="851" y="1"/>
                  <a:pt x="694" y="158"/>
                  <a:pt x="694" y="347"/>
                </a:cubicBezTo>
                <a:cubicBezTo>
                  <a:pt x="694" y="568"/>
                  <a:pt x="851" y="725"/>
                  <a:pt x="1072" y="725"/>
                </a:cubicBezTo>
                <a:lnTo>
                  <a:pt x="1418" y="725"/>
                </a:lnTo>
                <a:lnTo>
                  <a:pt x="1418" y="1450"/>
                </a:lnTo>
                <a:cubicBezTo>
                  <a:pt x="1009" y="1576"/>
                  <a:pt x="694" y="1985"/>
                  <a:pt x="694" y="2458"/>
                </a:cubicBezTo>
                <a:lnTo>
                  <a:pt x="694" y="4285"/>
                </a:lnTo>
                <a:cubicBezTo>
                  <a:pt x="316" y="4443"/>
                  <a:pt x="1" y="4821"/>
                  <a:pt x="1" y="5293"/>
                </a:cubicBezTo>
                <a:cubicBezTo>
                  <a:pt x="1" y="5703"/>
                  <a:pt x="284" y="6112"/>
                  <a:pt x="694" y="6270"/>
                </a:cubicBezTo>
                <a:lnTo>
                  <a:pt x="694" y="6648"/>
                </a:lnTo>
                <a:cubicBezTo>
                  <a:pt x="694" y="7089"/>
                  <a:pt x="977" y="7499"/>
                  <a:pt x="1418" y="7656"/>
                </a:cubicBezTo>
                <a:lnTo>
                  <a:pt x="1418" y="8759"/>
                </a:lnTo>
                <a:cubicBezTo>
                  <a:pt x="1418" y="8948"/>
                  <a:pt x="1576" y="9105"/>
                  <a:pt x="1765" y="9105"/>
                </a:cubicBezTo>
                <a:lnTo>
                  <a:pt x="3151" y="9105"/>
                </a:lnTo>
                <a:cubicBezTo>
                  <a:pt x="3340" y="9105"/>
                  <a:pt x="3498" y="8948"/>
                  <a:pt x="3498" y="8759"/>
                </a:cubicBezTo>
                <a:lnTo>
                  <a:pt x="3498" y="7656"/>
                </a:lnTo>
                <a:cubicBezTo>
                  <a:pt x="3907" y="7499"/>
                  <a:pt x="4222" y="7121"/>
                  <a:pt x="4222" y="6648"/>
                </a:cubicBezTo>
                <a:lnTo>
                  <a:pt x="4222" y="5955"/>
                </a:lnTo>
                <a:lnTo>
                  <a:pt x="4222" y="2458"/>
                </a:lnTo>
                <a:cubicBezTo>
                  <a:pt x="4222" y="2017"/>
                  <a:pt x="3939" y="1607"/>
                  <a:pt x="3498" y="1450"/>
                </a:cubicBezTo>
                <a:lnTo>
                  <a:pt x="3498" y="725"/>
                </a:lnTo>
                <a:lnTo>
                  <a:pt x="3876" y="725"/>
                </a:lnTo>
                <a:cubicBezTo>
                  <a:pt x="4065" y="725"/>
                  <a:pt x="4222" y="568"/>
                  <a:pt x="4222" y="347"/>
                </a:cubicBezTo>
                <a:cubicBezTo>
                  <a:pt x="4222" y="158"/>
                  <a:pt x="4065" y="1"/>
                  <a:pt x="38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7" name="Google Shape;5557;p30"/>
          <p:cNvSpPr/>
          <p:nvPr/>
        </p:nvSpPr>
        <p:spPr>
          <a:xfrm>
            <a:off x="6107608" y="4168442"/>
            <a:ext cx="93113" cy="22786"/>
          </a:xfrm>
          <a:custGeom>
            <a:rect b="b" l="l" r="r" t="t"/>
            <a:pathLst>
              <a:path extrusionOk="0" h="694" w="2836">
                <a:moveTo>
                  <a:pt x="0" y="1"/>
                </a:moveTo>
                <a:lnTo>
                  <a:pt x="347" y="694"/>
                </a:lnTo>
                <a:lnTo>
                  <a:pt x="2489" y="694"/>
                </a:lnTo>
                <a:cubicBezTo>
                  <a:pt x="2678" y="694"/>
                  <a:pt x="2836" y="536"/>
                  <a:pt x="2836" y="347"/>
                </a:cubicBezTo>
                <a:cubicBezTo>
                  <a:pt x="2836" y="158"/>
                  <a:pt x="2678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8" name="Google Shape;5558;p30"/>
          <p:cNvSpPr/>
          <p:nvPr/>
        </p:nvSpPr>
        <p:spPr>
          <a:xfrm>
            <a:off x="5881075" y="3947096"/>
            <a:ext cx="274151" cy="290699"/>
          </a:xfrm>
          <a:custGeom>
            <a:rect b="b" l="l" r="r" t="t"/>
            <a:pathLst>
              <a:path extrusionOk="0" h="8854" w="8350">
                <a:moveTo>
                  <a:pt x="4884" y="1"/>
                </a:moveTo>
                <a:cubicBezTo>
                  <a:pt x="2931" y="473"/>
                  <a:pt x="1419" y="2237"/>
                  <a:pt x="1419" y="4380"/>
                </a:cubicBezTo>
                <a:lnTo>
                  <a:pt x="1419" y="8192"/>
                </a:lnTo>
                <a:lnTo>
                  <a:pt x="410" y="8192"/>
                </a:lnTo>
                <a:cubicBezTo>
                  <a:pt x="389" y="8189"/>
                  <a:pt x="368" y="8188"/>
                  <a:pt x="347" y="8188"/>
                </a:cubicBezTo>
                <a:cubicBezTo>
                  <a:pt x="132" y="8188"/>
                  <a:pt x="1" y="8334"/>
                  <a:pt x="1" y="8507"/>
                </a:cubicBezTo>
                <a:cubicBezTo>
                  <a:pt x="1" y="8696"/>
                  <a:pt x="158" y="8853"/>
                  <a:pt x="347" y="8853"/>
                </a:cubicBezTo>
                <a:lnTo>
                  <a:pt x="8003" y="8853"/>
                </a:lnTo>
                <a:cubicBezTo>
                  <a:pt x="8192" y="8853"/>
                  <a:pt x="8350" y="8696"/>
                  <a:pt x="8350" y="8507"/>
                </a:cubicBezTo>
                <a:cubicBezTo>
                  <a:pt x="8350" y="8318"/>
                  <a:pt x="8192" y="8160"/>
                  <a:pt x="8003" y="8160"/>
                </a:cubicBezTo>
                <a:lnTo>
                  <a:pt x="6806" y="8160"/>
                </a:lnTo>
                <a:lnTo>
                  <a:pt x="6239" y="6963"/>
                </a:lnTo>
                <a:cubicBezTo>
                  <a:pt x="6207" y="6869"/>
                  <a:pt x="6018" y="6774"/>
                  <a:pt x="5924" y="6774"/>
                </a:cubicBezTo>
                <a:lnTo>
                  <a:pt x="4191" y="6774"/>
                </a:lnTo>
                <a:lnTo>
                  <a:pt x="4191" y="3655"/>
                </a:lnTo>
                <a:cubicBezTo>
                  <a:pt x="4191" y="3435"/>
                  <a:pt x="4254" y="3245"/>
                  <a:pt x="4380" y="3088"/>
                </a:cubicBezTo>
                <a:cubicBezTo>
                  <a:pt x="4254" y="2836"/>
                  <a:pt x="4191" y="2552"/>
                  <a:pt x="4191" y="2300"/>
                </a:cubicBezTo>
                <a:cubicBezTo>
                  <a:pt x="4191" y="1733"/>
                  <a:pt x="4443" y="1229"/>
                  <a:pt x="4884" y="914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9" name="Google Shape;5559;p30"/>
          <p:cNvSpPr/>
          <p:nvPr/>
        </p:nvSpPr>
        <p:spPr>
          <a:xfrm>
            <a:off x="8306263" y="2826575"/>
            <a:ext cx="393071" cy="385355"/>
          </a:xfrm>
          <a:custGeom>
            <a:rect b="b" l="l" r="r" t="t"/>
            <a:pathLst>
              <a:path extrusionOk="0" h="11737" w="11972">
                <a:moveTo>
                  <a:pt x="3214" y="5522"/>
                </a:moveTo>
                <a:cubicBezTo>
                  <a:pt x="3403" y="5522"/>
                  <a:pt x="3560" y="5679"/>
                  <a:pt x="3560" y="5868"/>
                </a:cubicBezTo>
                <a:cubicBezTo>
                  <a:pt x="3560" y="6057"/>
                  <a:pt x="3403" y="6215"/>
                  <a:pt x="3214" y="6215"/>
                </a:cubicBezTo>
                <a:cubicBezTo>
                  <a:pt x="3024" y="6215"/>
                  <a:pt x="2867" y="6057"/>
                  <a:pt x="2867" y="5868"/>
                </a:cubicBezTo>
                <a:cubicBezTo>
                  <a:pt x="2867" y="5679"/>
                  <a:pt x="3024" y="5522"/>
                  <a:pt x="3214" y="5522"/>
                </a:cubicBezTo>
                <a:close/>
                <a:moveTo>
                  <a:pt x="5986" y="2749"/>
                </a:moveTo>
                <a:cubicBezTo>
                  <a:pt x="6931" y="2749"/>
                  <a:pt x="7719" y="3537"/>
                  <a:pt x="7719" y="4482"/>
                </a:cubicBezTo>
                <a:cubicBezTo>
                  <a:pt x="7719" y="5427"/>
                  <a:pt x="6963" y="6215"/>
                  <a:pt x="5986" y="6215"/>
                </a:cubicBezTo>
                <a:cubicBezTo>
                  <a:pt x="5041" y="6215"/>
                  <a:pt x="4253" y="5427"/>
                  <a:pt x="4253" y="4482"/>
                </a:cubicBezTo>
                <a:cubicBezTo>
                  <a:pt x="4253" y="3537"/>
                  <a:pt x="5041" y="2749"/>
                  <a:pt x="5986" y="2749"/>
                </a:cubicBezTo>
                <a:close/>
                <a:moveTo>
                  <a:pt x="8790" y="5522"/>
                </a:moveTo>
                <a:cubicBezTo>
                  <a:pt x="8979" y="5522"/>
                  <a:pt x="9136" y="5679"/>
                  <a:pt x="9136" y="5868"/>
                </a:cubicBezTo>
                <a:cubicBezTo>
                  <a:pt x="9136" y="6057"/>
                  <a:pt x="8979" y="6215"/>
                  <a:pt x="8790" y="6215"/>
                </a:cubicBezTo>
                <a:cubicBezTo>
                  <a:pt x="8569" y="6215"/>
                  <a:pt x="8412" y="6057"/>
                  <a:pt x="8412" y="5868"/>
                </a:cubicBezTo>
                <a:cubicBezTo>
                  <a:pt x="8412" y="5679"/>
                  <a:pt x="8569" y="5522"/>
                  <a:pt x="8790" y="5522"/>
                </a:cubicBezTo>
                <a:close/>
                <a:moveTo>
                  <a:pt x="4600" y="7601"/>
                </a:moveTo>
                <a:cubicBezTo>
                  <a:pt x="4789" y="7601"/>
                  <a:pt x="4946" y="7759"/>
                  <a:pt x="4946" y="7948"/>
                </a:cubicBezTo>
                <a:cubicBezTo>
                  <a:pt x="4946" y="8168"/>
                  <a:pt x="4789" y="8326"/>
                  <a:pt x="4600" y="8326"/>
                </a:cubicBezTo>
                <a:cubicBezTo>
                  <a:pt x="4411" y="8326"/>
                  <a:pt x="4253" y="8168"/>
                  <a:pt x="4253" y="7948"/>
                </a:cubicBezTo>
                <a:cubicBezTo>
                  <a:pt x="4253" y="7759"/>
                  <a:pt x="4411" y="7601"/>
                  <a:pt x="4600" y="7601"/>
                </a:cubicBezTo>
                <a:close/>
                <a:moveTo>
                  <a:pt x="6679" y="6939"/>
                </a:moveTo>
                <a:cubicBezTo>
                  <a:pt x="7278" y="6939"/>
                  <a:pt x="7719" y="7412"/>
                  <a:pt x="7719" y="7948"/>
                </a:cubicBezTo>
                <a:cubicBezTo>
                  <a:pt x="7719" y="8515"/>
                  <a:pt x="7246" y="8987"/>
                  <a:pt x="6679" y="8987"/>
                </a:cubicBezTo>
                <a:cubicBezTo>
                  <a:pt x="6080" y="8987"/>
                  <a:pt x="5671" y="8515"/>
                  <a:pt x="5671" y="7948"/>
                </a:cubicBezTo>
                <a:cubicBezTo>
                  <a:pt x="5671" y="7412"/>
                  <a:pt x="6143" y="6939"/>
                  <a:pt x="6679" y="6939"/>
                </a:cubicBezTo>
                <a:close/>
                <a:moveTo>
                  <a:pt x="5309" y="1"/>
                </a:moveTo>
                <a:cubicBezTo>
                  <a:pt x="5222" y="1"/>
                  <a:pt x="5135" y="24"/>
                  <a:pt x="5072" y="71"/>
                </a:cubicBezTo>
                <a:cubicBezTo>
                  <a:pt x="4946" y="197"/>
                  <a:pt x="4946" y="449"/>
                  <a:pt x="5072" y="544"/>
                </a:cubicBezTo>
                <a:cubicBezTo>
                  <a:pt x="5356" y="828"/>
                  <a:pt x="5545" y="1080"/>
                  <a:pt x="5639" y="1363"/>
                </a:cubicBezTo>
                <a:cubicBezTo>
                  <a:pt x="5356" y="1426"/>
                  <a:pt x="5041" y="1458"/>
                  <a:pt x="4757" y="1552"/>
                </a:cubicBezTo>
                <a:cubicBezTo>
                  <a:pt x="4474" y="1017"/>
                  <a:pt x="4096" y="796"/>
                  <a:pt x="3592" y="576"/>
                </a:cubicBezTo>
                <a:cubicBezTo>
                  <a:pt x="3552" y="560"/>
                  <a:pt x="3507" y="552"/>
                  <a:pt x="3460" y="552"/>
                </a:cubicBezTo>
                <a:cubicBezTo>
                  <a:pt x="3320" y="552"/>
                  <a:pt x="3166" y="623"/>
                  <a:pt x="3119" y="765"/>
                </a:cubicBezTo>
                <a:cubicBezTo>
                  <a:pt x="3024" y="922"/>
                  <a:pt x="3119" y="1143"/>
                  <a:pt x="3277" y="1206"/>
                </a:cubicBezTo>
                <a:cubicBezTo>
                  <a:pt x="3623" y="1363"/>
                  <a:pt x="3907" y="1552"/>
                  <a:pt x="4064" y="1804"/>
                </a:cubicBezTo>
                <a:cubicBezTo>
                  <a:pt x="3781" y="1930"/>
                  <a:pt x="3529" y="2088"/>
                  <a:pt x="3308" y="2245"/>
                </a:cubicBezTo>
                <a:cubicBezTo>
                  <a:pt x="2867" y="1836"/>
                  <a:pt x="2394" y="1773"/>
                  <a:pt x="1890" y="1741"/>
                </a:cubicBezTo>
                <a:cubicBezTo>
                  <a:pt x="1701" y="1741"/>
                  <a:pt x="1544" y="1836"/>
                  <a:pt x="1481" y="2056"/>
                </a:cubicBezTo>
                <a:cubicBezTo>
                  <a:pt x="1481" y="2245"/>
                  <a:pt x="1607" y="2403"/>
                  <a:pt x="1796" y="2434"/>
                </a:cubicBezTo>
                <a:cubicBezTo>
                  <a:pt x="2205" y="2466"/>
                  <a:pt x="2489" y="2529"/>
                  <a:pt x="2741" y="2718"/>
                </a:cubicBezTo>
                <a:cubicBezTo>
                  <a:pt x="2552" y="2907"/>
                  <a:pt x="2363" y="3159"/>
                  <a:pt x="2205" y="3379"/>
                </a:cubicBezTo>
                <a:cubicBezTo>
                  <a:pt x="1949" y="3294"/>
                  <a:pt x="1725" y="3260"/>
                  <a:pt x="1508" y="3260"/>
                </a:cubicBezTo>
                <a:cubicBezTo>
                  <a:pt x="1243" y="3260"/>
                  <a:pt x="987" y="3310"/>
                  <a:pt x="693" y="3379"/>
                </a:cubicBezTo>
                <a:cubicBezTo>
                  <a:pt x="504" y="3411"/>
                  <a:pt x="441" y="3631"/>
                  <a:pt x="473" y="3821"/>
                </a:cubicBezTo>
                <a:cubicBezTo>
                  <a:pt x="498" y="3970"/>
                  <a:pt x="621" y="4060"/>
                  <a:pt x="781" y="4060"/>
                </a:cubicBezTo>
                <a:cubicBezTo>
                  <a:pt x="823" y="4060"/>
                  <a:pt x="868" y="4054"/>
                  <a:pt x="914" y="4041"/>
                </a:cubicBezTo>
                <a:cubicBezTo>
                  <a:pt x="1160" y="3979"/>
                  <a:pt x="1366" y="3931"/>
                  <a:pt x="1567" y="3931"/>
                </a:cubicBezTo>
                <a:cubicBezTo>
                  <a:pt x="1674" y="3931"/>
                  <a:pt x="1780" y="3945"/>
                  <a:pt x="1890" y="3978"/>
                </a:cubicBezTo>
                <a:cubicBezTo>
                  <a:pt x="1764" y="4262"/>
                  <a:pt x="1638" y="4514"/>
                  <a:pt x="1607" y="4797"/>
                </a:cubicBezTo>
                <a:cubicBezTo>
                  <a:pt x="1071" y="4797"/>
                  <a:pt x="630" y="4986"/>
                  <a:pt x="189" y="5301"/>
                </a:cubicBezTo>
                <a:cubicBezTo>
                  <a:pt x="32" y="5427"/>
                  <a:pt x="0" y="5616"/>
                  <a:pt x="126" y="5774"/>
                </a:cubicBezTo>
                <a:cubicBezTo>
                  <a:pt x="186" y="5874"/>
                  <a:pt x="296" y="5935"/>
                  <a:pt x="409" y="5935"/>
                </a:cubicBezTo>
                <a:cubicBezTo>
                  <a:pt x="474" y="5935"/>
                  <a:pt x="541" y="5915"/>
                  <a:pt x="599" y="5868"/>
                </a:cubicBezTo>
                <a:cubicBezTo>
                  <a:pt x="914" y="5616"/>
                  <a:pt x="1166" y="5459"/>
                  <a:pt x="1481" y="5459"/>
                </a:cubicBezTo>
                <a:cubicBezTo>
                  <a:pt x="1481" y="5585"/>
                  <a:pt x="1449" y="5742"/>
                  <a:pt x="1449" y="5868"/>
                </a:cubicBezTo>
                <a:cubicBezTo>
                  <a:pt x="1449" y="6026"/>
                  <a:pt x="1449" y="6183"/>
                  <a:pt x="1481" y="6341"/>
                </a:cubicBezTo>
                <a:cubicBezTo>
                  <a:pt x="945" y="6530"/>
                  <a:pt x="662" y="6876"/>
                  <a:pt x="347" y="7318"/>
                </a:cubicBezTo>
                <a:cubicBezTo>
                  <a:pt x="221" y="7475"/>
                  <a:pt x="284" y="7664"/>
                  <a:pt x="441" y="7790"/>
                </a:cubicBezTo>
                <a:cubicBezTo>
                  <a:pt x="507" y="7843"/>
                  <a:pt x="584" y="7868"/>
                  <a:pt x="658" y="7868"/>
                </a:cubicBezTo>
                <a:cubicBezTo>
                  <a:pt x="761" y="7868"/>
                  <a:pt x="859" y="7819"/>
                  <a:pt x="914" y="7727"/>
                </a:cubicBezTo>
                <a:cubicBezTo>
                  <a:pt x="1134" y="7349"/>
                  <a:pt x="1323" y="7129"/>
                  <a:pt x="1607" y="7002"/>
                </a:cubicBezTo>
                <a:cubicBezTo>
                  <a:pt x="1701" y="7286"/>
                  <a:pt x="1764" y="7570"/>
                  <a:pt x="1922" y="7822"/>
                </a:cubicBezTo>
                <a:cubicBezTo>
                  <a:pt x="1481" y="8200"/>
                  <a:pt x="1323" y="8609"/>
                  <a:pt x="1166" y="9145"/>
                </a:cubicBezTo>
                <a:cubicBezTo>
                  <a:pt x="1134" y="9334"/>
                  <a:pt x="1260" y="9523"/>
                  <a:pt x="1418" y="9554"/>
                </a:cubicBezTo>
                <a:cubicBezTo>
                  <a:pt x="1452" y="9566"/>
                  <a:pt x="1486" y="9571"/>
                  <a:pt x="1519" y="9571"/>
                </a:cubicBezTo>
                <a:cubicBezTo>
                  <a:pt x="1671" y="9571"/>
                  <a:pt x="1807" y="9463"/>
                  <a:pt x="1859" y="9334"/>
                </a:cubicBezTo>
                <a:cubicBezTo>
                  <a:pt x="1953" y="8924"/>
                  <a:pt x="2048" y="8672"/>
                  <a:pt x="2268" y="8420"/>
                </a:cubicBezTo>
                <a:cubicBezTo>
                  <a:pt x="2426" y="8672"/>
                  <a:pt x="2646" y="8893"/>
                  <a:pt x="2835" y="9082"/>
                </a:cubicBezTo>
                <a:cubicBezTo>
                  <a:pt x="2520" y="9554"/>
                  <a:pt x="2552" y="10027"/>
                  <a:pt x="2583" y="10594"/>
                </a:cubicBezTo>
                <a:cubicBezTo>
                  <a:pt x="2583" y="10783"/>
                  <a:pt x="2741" y="10909"/>
                  <a:pt x="2961" y="10909"/>
                </a:cubicBezTo>
                <a:lnTo>
                  <a:pt x="2993" y="10909"/>
                </a:lnTo>
                <a:cubicBezTo>
                  <a:pt x="3182" y="10909"/>
                  <a:pt x="3308" y="10720"/>
                  <a:pt x="3308" y="10500"/>
                </a:cubicBezTo>
                <a:cubicBezTo>
                  <a:pt x="3277" y="10090"/>
                  <a:pt x="3277" y="9806"/>
                  <a:pt x="3371" y="9523"/>
                </a:cubicBezTo>
                <a:cubicBezTo>
                  <a:pt x="3623" y="9680"/>
                  <a:pt x="3844" y="9838"/>
                  <a:pt x="4127" y="9964"/>
                </a:cubicBezTo>
                <a:cubicBezTo>
                  <a:pt x="4001" y="10500"/>
                  <a:pt x="4159" y="10941"/>
                  <a:pt x="4411" y="11445"/>
                </a:cubicBezTo>
                <a:cubicBezTo>
                  <a:pt x="4452" y="11589"/>
                  <a:pt x="4561" y="11652"/>
                  <a:pt x="4684" y="11652"/>
                </a:cubicBezTo>
                <a:cubicBezTo>
                  <a:pt x="4749" y="11652"/>
                  <a:pt x="4818" y="11635"/>
                  <a:pt x="4883" y="11602"/>
                </a:cubicBezTo>
                <a:cubicBezTo>
                  <a:pt x="5041" y="11539"/>
                  <a:pt x="5104" y="11350"/>
                  <a:pt x="5041" y="11130"/>
                </a:cubicBezTo>
                <a:cubicBezTo>
                  <a:pt x="4883" y="10783"/>
                  <a:pt x="4757" y="10500"/>
                  <a:pt x="4789" y="10184"/>
                </a:cubicBezTo>
                <a:lnTo>
                  <a:pt x="4789" y="10184"/>
                </a:lnTo>
                <a:cubicBezTo>
                  <a:pt x="5072" y="10279"/>
                  <a:pt x="5356" y="10311"/>
                  <a:pt x="5671" y="10342"/>
                </a:cubicBezTo>
                <a:cubicBezTo>
                  <a:pt x="5734" y="10909"/>
                  <a:pt x="6049" y="11256"/>
                  <a:pt x="6427" y="11665"/>
                </a:cubicBezTo>
                <a:cubicBezTo>
                  <a:pt x="6474" y="11712"/>
                  <a:pt x="6561" y="11736"/>
                  <a:pt x="6651" y="11736"/>
                </a:cubicBezTo>
                <a:cubicBezTo>
                  <a:pt x="6742" y="11736"/>
                  <a:pt x="6837" y="11712"/>
                  <a:pt x="6900" y="11665"/>
                </a:cubicBezTo>
                <a:cubicBezTo>
                  <a:pt x="6994" y="11539"/>
                  <a:pt x="6994" y="11287"/>
                  <a:pt x="6900" y="11193"/>
                </a:cubicBezTo>
                <a:cubicBezTo>
                  <a:pt x="6616" y="10909"/>
                  <a:pt x="6427" y="10657"/>
                  <a:pt x="6333" y="10342"/>
                </a:cubicBezTo>
                <a:cubicBezTo>
                  <a:pt x="6616" y="10311"/>
                  <a:pt x="6931" y="10279"/>
                  <a:pt x="7215" y="10184"/>
                </a:cubicBezTo>
                <a:cubicBezTo>
                  <a:pt x="7467" y="10720"/>
                  <a:pt x="7876" y="10941"/>
                  <a:pt x="8380" y="11130"/>
                </a:cubicBezTo>
                <a:cubicBezTo>
                  <a:pt x="8424" y="11156"/>
                  <a:pt x="8474" y="11167"/>
                  <a:pt x="8526" y="11167"/>
                </a:cubicBezTo>
                <a:cubicBezTo>
                  <a:pt x="8662" y="11167"/>
                  <a:pt x="8807" y="11086"/>
                  <a:pt x="8853" y="10972"/>
                </a:cubicBezTo>
                <a:cubicBezTo>
                  <a:pt x="8947" y="10815"/>
                  <a:pt x="8853" y="10594"/>
                  <a:pt x="8695" y="10500"/>
                </a:cubicBezTo>
                <a:cubicBezTo>
                  <a:pt x="8349" y="10374"/>
                  <a:pt x="8065" y="10184"/>
                  <a:pt x="7908" y="9932"/>
                </a:cubicBezTo>
                <a:cubicBezTo>
                  <a:pt x="8191" y="9806"/>
                  <a:pt x="8412" y="9649"/>
                  <a:pt x="8664" y="9491"/>
                </a:cubicBezTo>
                <a:cubicBezTo>
                  <a:pt x="9105" y="9901"/>
                  <a:pt x="9578" y="9964"/>
                  <a:pt x="10082" y="9995"/>
                </a:cubicBezTo>
                <a:lnTo>
                  <a:pt x="10113" y="9995"/>
                </a:lnTo>
                <a:cubicBezTo>
                  <a:pt x="10302" y="9995"/>
                  <a:pt x="10428" y="9869"/>
                  <a:pt x="10460" y="9680"/>
                </a:cubicBezTo>
                <a:cubicBezTo>
                  <a:pt x="10460" y="9491"/>
                  <a:pt x="10365" y="9334"/>
                  <a:pt x="10145" y="9302"/>
                </a:cubicBezTo>
                <a:cubicBezTo>
                  <a:pt x="9767" y="9239"/>
                  <a:pt x="9483" y="9208"/>
                  <a:pt x="9199" y="9019"/>
                </a:cubicBezTo>
                <a:cubicBezTo>
                  <a:pt x="9388" y="8830"/>
                  <a:pt x="9609" y="8578"/>
                  <a:pt x="9767" y="8357"/>
                </a:cubicBezTo>
                <a:cubicBezTo>
                  <a:pt x="9980" y="8437"/>
                  <a:pt x="10181" y="8466"/>
                  <a:pt x="10384" y="8466"/>
                </a:cubicBezTo>
                <a:cubicBezTo>
                  <a:pt x="10660" y="8466"/>
                  <a:pt x="10938" y="8412"/>
                  <a:pt x="11247" y="8357"/>
                </a:cubicBezTo>
                <a:cubicBezTo>
                  <a:pt x="11468" y="8294"/>
                  <a:pt x="11531" y="8105"/>
                  <a:pt x="11499" y="7916"/>
                </a:cubicBezTo>
                <a:cubicBezTo>
                  <a:pt x="11472" y="7751"/>
                  <a:pt x="11300" y="7658"/>
                  <a:pt x="11131" y="7658"/>
                </a:cubicBezTo>
                <a:cubicBezTo>
                  <a:pt x="11107" y="7658"/>
                  <a:pt x="11082" y="7660"/>
                  <a:pt x="11058" y="7664"/>
                </a:cubicBezTo>
                <a:cubicBezTo>
                  <a:pt x="10806" y="7748"/>
                  <a:pt x="10596" y="7804"/>
                  <a:pt x="10391" y="7804"/>
                </a:cubicBezTo>
                <a:cubicBezTo>
                  <a:pt x="10288" y="7804"/>
                  <a:pt x="10187" y="7790"/>
                  <a:pt x="10082" y="7759"/>
                </a:cubicBezTo>
                <a:cubicBezTo>
                  <a:pt x="10208" y="7475"/>
                  <a:pt x="10302" y="7192"/>
                  <a:pt x="10365" y="6939"/>
                </a:cubicBezTo>
                <a:lnTo>
                  <a:pt x="10397" y="6939"/>
                </a:lnTo>
                <a:cubicBezTo>
                  <a:pt x="10932" y="6939"/>
                  <a:pt x="11342" y="6687"/>
                  <a:pt x="11751" y="6372"/>
                </a:cubicBezTo>
                <a:cubicBezTo>
                  <a:pt x="11940" y="6246"/>
                  <a:pt x="11972" y="6057"/>
                  <a:pt x="11846" y="5900"/>
                </a:cubicBezTo>
                <a:cubicBezTo>
                  <a:pt x="11789" y="5843"/>
                  <a:pt x="11687" y="5798"/>
                  <a:pt x="11580" y="5798"/>
                </a:cubicBezTo>
                <a:cubicBezTo>
                  <a:pt x="11509" y="5798"/>
                  <a:pt x="11436" y="5818"/>
                  <a:pt x="11373" y="5868"/>
                </a:cubicBezTo>
                <a:cubicBezTo>
                  <a:pt x="11058" y="6120"/>
                  <a:pt x="10775" y="6278"/>
                  <a:pt x="10460" y="6278"/>
                </a:cubicBezTo>
                <a:cubicBezTo>
                  <a:pt x="10460" y="6152"/>
                  <a:pt x="10491" y="5994"/>
                  <a:pt x="10491" y="5868"/>
                </a:cubicBezTo>
                <a:cubicBezTo>
                  <a:pt x="10491" y="5711"/>
                  <a:pt x="10491" y="5553"/>
                  <a:pt x="10460" y="5396"/>
                </a:cubicBezTo>
                <a:cubicBezTo>
                  <a:pt x="11027" y="5207"/>
                  <a:pt x="11279" y="4860"/>
                  <a:pt x="11594" y="4419"/>
                </a:cubicBezTo>
                <a:cubicBezTo>
                  <a:pt x="11720" y="4262"/>
                  <a:pt x="11688" y="4073"/>
                  <a:pt x="11531" y="3947"/>
                </a:cubicBezTo>
                <a:cubicBezTo>
                  <a:pt x="11465" y="3894"/>
                  <a:pt x="11394" y="3869"/>
                  <a:pt x="11324" y="3869"/>
                </a:cubicBezTo>
                <a:cubicBezTo>
                  <a:pt x="11226" y="3869"/>
                  <a:pt x="11132" y="3918"/>
                  <a:pt x="11058" y="4010"/>
                </a:cubicBezTo>
                <a:cubicBezTo>
                  <a:pt x="10838" y="4388"/>
                  <a:pt x="10617" y="4608"/>
                  <a:pt x="10365" y="4734"/>
                </a:cubicBezTo>
                <a:cubicBezTo>
                  <a:pt x="10271" y="4451"/>
                  <a:pt x="10176" y="4167"/>
                  <a:pt x="10019" y="3915"/>
                </a:cubicBezTo>
                <a:cubicBezTo>
                  <a:pt x="10460" y="3537"/>
                  <a:pt x="10617" y="3127"/>
                  <a:pt x="10775" y="2592"/>
                </a:cubicBezTo>
                <a:cubicBezTo>
                  <a:pt x="10806" y="2403"/>
                  <a:pt x="10712" y="2214"/>
                  <a:pt x="10554" y="2182"/>
                </a:cubicBezTo>
                <a:cubicBezTo>
                  <a:pt x="10520" y="2171"/>
                  <a:pt x="10485" y="2166"/>
                  <a:pt x="10450" y="2166"/>
                </a:cubicBezTo>
                <a:cubicBezTo>
                  <a:pt x="10292" y="2166"/>
                  <a:pt x="10139" y="2274"/>
                  <a:pt x="10113" y="2403"/>
                </a:cubicBezTo>
                <a:cubicBezTo>
                  <a:pt x="9987" y="2812"/>
                  <a:pt x="9924" y="3064"/>
                  <a:pt x="9672" y="3316"/>
                </a:cubicBezTo>
                <a:cubicBezTo>
                  <a:pt x="9515" y="3064"/>
                  <a:pt x="9325" y="2844"/>
                  <a:pt x="9136" y="2655"/>
                </a:cubicBezTo>
                <a:cubicBezTo>
                  <a:pt x="9451" y="2182"/>
                  <a:pt x="9388" y="1710"/>
                  <a:pt x="9357" y="1143"/>
                </a:cubicBezTo>
                <a:cubicBezTo>
                  <a:pt x="9357" y="954"/>
                  <a:pt x="9168" y="828"/>
                  <a:pt x="8979" y="828"/>
                </a:cubicBezTo>
                <a:cubicBezTo>
                  <a:pt x="8790" y="828"/>
                  <a:pt x="8664" y="1017"/>
                  <a:pt x="8664" y="1237"/>
                </a:cubicBezTo>
                <a:cubicBezTo>
                  <a:pt x="8695" y="1647"/>
                  <a:pt x="8695" y="1930"/>
                  <a:pt x="8569" y="2214"/>
                </a:cubicBezTo>
                <a:cubicBezTo>
                  <a:pt x="8349" y="2056"/>
                  <a:pt x="8097" y="1899"/>
                  <a:pt x="7813" y="1773"/>
                </a:cubicBezTo>
                <a:cubicBezTo>
                  <a:pt x="7939" y="1237"/>
                  <a:pt x="7782" y="796"/>
                  <a:pt x="7561" y="292"/>
                </a:cubicBezTo>
                <a:cubicBezTo>
                  <a:pt x="7493" y="178"/>
                  <a:pt x="7375" y="97"/>
                  <a:pt x="7243" y="97"/>
                </a:cubicBezTo>
                <a:cubicBezTo>
                  <a:pt x="7193" y="97"/>
                  <a:pt x="7141" y="108"/>
                  <a:pt x="7089" y="134"/>
                </a:cubicBezTo>
                <a:cubicBezTo>
                  <a:pt x="6931" y="197"/>
                  <a:pt x="6837" y="386"/>
                  <a:pt x="6931" y="607"/>
                </a:cubicBezTo>
                <a:cubicBezTo>
                  <a:pt x="7089" y="954"/>
                  <a:pt x="7215" y="1237"/>
                  <a:pt x="7152" y="1552"/>
                </a:cubicBezTo>
                <a:cubicBezTo>
                  <a:pt x="6900" y="1458"/>
                  <a:pt x="6616" y="1426"/>
                  <a:pt x="6301" y="1395"/>
                </a:cubicBezTo>
                <a:cubicBezTo>
                  <a:pt x="6206" y="828"/>
                  <a:pt x="5891" y="481"/>
                  <a:pt x="5545" y="71"/>
                </a:cubicBezTo>
                <a:cubicBezTo>
                  <a:pt x="5482" y="24"/>
                  <a:pt x="5395" y="1"/>
                  <a:pt x="5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0" name="Google Shape;5560;p30"/>
          <p:cNvSpPr/>
          <p:nvPr/>
        </p:nvSpPr>
        <p:spPr>
          <a:xfrm>
            <a:off x="8468645" y="2939579"/>
            <a:ext cx="68292" cy="67274"/>
          </a:xfrm>
          <a:custGeom>
            <a:rect b="b" l="l" r="r" t="t"/>
            <a:pathLst>
              <a:path extrusionOk="0" h="2049" w="2080">
                <a:moveTo>
                  <a:pt x="1040" y="0"/>
                </a:moveTo>
                <a:cubicBezTo>
                  <a:pt x="441" y="0"/>
                  <a:pt x="0" y="473"/>
                  <a:pt x="0" y="1009"/>
                </a:cubicBezTo>
                <a:cubicBezTo>
                  <a:pt x="0" y="1607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09"/>
                </a:cubicBezTo>
                <a:cubicBezTo>
                  <a:pt x="2080" y="473"/>
                  <a:pt x="1607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1" name="Google Shape;5561;p30"/>
          <p:cNvSpPr/>
          <p:nvPr/>
        </p:nvSpPr>
        <p:spPr>
          <a:xfrm>
            <a:off x="8514148" y="3076124"/>
            <a:ext cx="22786" cy="23804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cubicBezTo>
                  <a:pt x="536" y="725"/>
                  <a:pt x="694" y="567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2" name="Google Shape;5562;p30"/>
          <p:cNvSpPr/>
          <p:nvPr/>
        </p:nvSpPr>
        <p:spPr>
          <a:xfrm>
            <a:off x="5390575" y="1318349"/>
            <a:ext cx="34179" cy="92095"/>
          </a:xfrm>
          <a:custGeom>
            <a:rect b="b" l="l" r="r" t="t"/>
            <a:pathLst>
              <a:path extrusionOk="0" h="2805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458"/>
                </a:lnTo>
                <a:cubicBezTo>
                  <a:pt x="410" y="2458"/>
                  <a:pt x="757" y="2584"/>
                  <a:pt x="1040" y="2804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3" name="Google Shape;5563;p30"/>
          <p:cNvSpPr/>
          <p:nvPr/>
        </p:nvSpPr>
        <p:spPr>
          <a:xfrm>
            <a:off x="5675023" y="1318349"/>
            <a:ext cx="34179" cy="91045"/>
          </a:xfrm>
          <a:custGeom>
            <a:rect b="b" l="l" r="r" t="t"/>
            <a:pathLst>
              <a:path extrusionOk="0" h="2773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773"/>
                </a:lnTo>
                <a:cubicBezTo>
                  <a:pt x="284" y="2584"/>
                  <a:pt x="694" y="2426"/>
                  <a:pt x="1040" y="2426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4" name="Google Shape;5564;p30"/>
          <p:cNvSpPr/>
          <p:nvPr/>
        </p:nvSpPr>
        <p:spPr>
          <a:xfrm>
            <a:off x="5504367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1954"/>
                </a:lnTo>
                <a:cubicBezTo>
                  <a:pt x="410" y="1985"/>
                  <a:pt x="756" y="2080"/>
                  <a:pt x="1040" y="2300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5" name="Google Shape;5565;p30"/>
          <p:cNvSpPr/>
          <p:nvPr/>
        </p:nvSpPr>
        <p:spPr>
          <a:xfrm>
            <a:off x="5561263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2300"/>
                </a:lnTo>
                <a:cubicBezTo>
                  <a:pt x="315" y="2111"/>
                  <a:pt x="693" y="1985"/>
                  <a:pt x="1040" y="1954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6" name="Google Shape;5566;p30"/>
          <p:cNvSpPr/>
          <p:nvPr/>
        </p:nvSpPr>
        <p:spPr>
          <a:xfrm>
            <a:off x="5447471" y="1295597"/>
            <a:ext cx="34179" cy="120003"/>
          </a:xfrm>
          <a:custGeom>
            <a:rect b="b" l="l" r="r" t="t"/>
            <a:pathLst>
              <a:path extrusionOk="0" h="3655" w="1041">
                <a:moveTo>
                  <a:pt x="536" y="0"/>
                </a:moveTo>
                <a:cubicBezTo>
                  <a:pt x="253" y="0"/>
                  <a:pt x="1" y="221"/>
                  <a:pt x="1" y="504"/>
                </a:cubicBezTo>
                <a:lnTo>
                  <a:pt x="1" y="3655"/>
                </a:lnTo>
                <a:cubicBezTo>
                  <a:pt x="1" y="3655"/>
                  <a:pt x="1" y="3623"/>
                  <a:pt x="64" y="3623"/>
                </a:cubicBezTo>
                <a:cubicBezTo>
                  <a:pt x="284" y="3371"/>
                  <a:pt x="631" y="3182"/>
                  <a:pt x="1040" y="3056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7" name="Google Shape;5567;p30"/>
          <p:cNvSpPr/>
          <p:nvPr/>
        </p:nvSpPr>
        <p:spPr>
          <a:xfrm>
            <a:off x="5618126" y="1296615"/>
            <a:ext cx="34179" cy="120036"/>
          </a:xfrm>
          <a:custGeom>
            <a:rect b="b" l="l" r="r" t="t"/>
            <a:pathLst>
              <a:path extrusionOk="0" h="3656" w="1041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lnTo>
                  <a:pt x="1" y="3088"/>
                </a:lnTo>
                <a:cubicBezTo>
                  <a:pt x="379" y="3151"/>
                  <a:pt x="726" y="3340"/>
                  <a:pt x="1041" y="3655"/>
                </a:cubicBezTo>
                <a:lnTo>
                  <a:pt x="1041" y="505"/>
                </a:lnTo>
                <a:cubicBezTo>
                  <a:pt x="1041" y="253"/>
                  <a:pt x="789" y="1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8" name="Google Shape;5568;p30"/>
          <p:cNvSpPr/>
          <p:nvPr/>
        </p:nvSpPr>
        <p:spPr>
          <a:xfrm>
            <a:off x="5445403" y="1418681"/>
            <a:ext cx="212065" cy="174833"/>
          </a:xfrm>
          <a:custGeom>
            <a:rect b="b" l="l" r="r" t="t"/>
            <a:pathLst>
              <a:path extrusionOk="0" h="5325" w="6459">
                <a:moveTo>
                  <a:pt x="1733" y="0"/>
                </a:moveTo>
                <a:cubicBezTo>
                  <a:pt x="1355" y="0"/>
                  <a:pt x="946" y="158"/>
                  <a:pt x="662" y="410"/>
                </a:cubicBezTo>
                <a:cubicBezTo>
                  <a:pt x="64" y="882"/>
                  <a:pt x="1" y="1639"/>
                  <a:pt x="347" y="2237"/>
                </a:cubicBezTo>
                <a:cubicBezTo>
                  <a:pt x="1324" y="2458"/>
                  <a:pt x="2048" y="3340"/>
                  <a:pt x="2174" y="4348"/>
                </a:cubicBezTo>
                <a:lnTo>
                  <a:pt x="3214" y="5325"/>
                </a:lnTo>
                <a:lnTo>
                  <a:pt x="4285" y="4348"/>
                </a:lnTo>
                <a:cubicBezTo>
                  <a:pt x="4380" y="3340"/>
                  <a:pt x="5073" y="2521"/>
                  <a:pt x="6113" y="2237"/>
                </a:cubicBezTo>
                <a:cubicBezTo>
                  <a:pt x="6459" y="1639"/>
                  <a:pt x="6333" y="882"/>
                  <a:pt x="5860" y="410"/>
                </a:cubicBezTo>
                <a:cubicBezTo>
                  <a:pt x="5577" y="158"/>
                  <a:pt x="5199" y="0"/>
                  <a:pt x="4789" y="0"/>
                </a:cubicBezTo>
                <a:cubicBezTo>
                  <a:pt x="4411" y="0"/>
                  <a:pt x="4002" y="158"/>
                  <a:pt x="3750" y="410"/>
                </a:cubicBezTo>
                <a:lnTo>
                  <a:pt x="3277" y="882"/>
                </a:lnTo>
                <a:lnTo>
                  <a:pt x="2805" y="410"/>
                </a:lnTo>
                <a:cubicBezTo>
                  <a:pt x="2521" y="158"/>
                  <a:pt x="2143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9" name="Google Shape;5569;p30"/>
          <p:cNvSpPr/>
          <p:nvPr/>
        </p:nvSpPr>
        <p:spPr>
          <a:xfrm>
            <a:off x="5560213" y="1419698"/>
            <a:ext cx="159336" cy="264827"/>
          </a:xfrm>
          <a:custGeom>
            <a:rect b="b" l="l" r="r" t="t"/>
            <a:pathLst>
              <a:path extrusionOk="0" h="8066" w="4853">
                <a:moveTo>
                  <a:pt x="4506" y="1"/>
                </a:moveTo>
                <a:cubicBezTo>
                  <a:pt x="3876" y="1"/>
                  <a:pt x="3403" y="505"/>
                  <a:pt x="3403" y="1198"/>
                </a:cubicBezTo>
                <a:lnTo>
                  <a:pt x="3403" y="2395"/>
                </a:lnTo>
                <a:cubicBezTo>
                  <a:pt x="3403" y="2584"/>
                  <a:pt x="3246" y="2742"/>
                  <a:pt x="3025" y="2742"/>
                </a:cubicBezTo>
                <a:cubicBezTo>
                  <a:pt x="2679" y="2742"/>
                  <a:pt x="2363" y="2868"/>
                  <a:pt x="2080" y="3025"/>
                </a:cubicBezTo>
                <a:cubicBezTo>
                  <a:pt x="1702" y="3372"/>
                  <a:pt x="1418" y="3939"/>
                  <a:pt x="1418" y="4474"/>
                </a:cubicBezTo>
                <a:lnTo>
                  <a:pt x="1418" y="5231"/>
                </a:lnTo>
                <a:cubicBezTo>
                  <a:pt x="1418" y="5420"/>
                  <a:pt x="1261" y="5577"/>
                  <a:pt x="1072" y="5577"/>
                </a:cubicBezTo>
                <a:cubicBezTo>
                  <a:pt x="883" y="5577"/>
                  <a:pt x="725" y="5420"/>
                  <a:pt x="725" y="5231"/>
                </a:cubicBezTo>
                <a:lnTo>
                  <a:pt x="1" y="5892"/>
                </a:lnTo>
                <a:lnTo>
                  <a:pt x="1" y="8066"/>
                </a:lnTo>
                <a:lnTo>
                  <a:pt x="3813" y="8066"/>
                </a:lnTo>
                <a:cubicBezTo>
                  <a:pt x="4033" y="8066"/>
                  <a:pt x="4191" y="7908"/>
                  <a:pt x="4191" y="7719"/>
                </a:cubicBezTo>
                <a:cubicBezTo>
                  <a:pt x="4191" y="7530"/>
                  <a:pt x="4033" y="7373"/>
                  <a:pt x="3813" y="7373"/>
                </a:cubicBezTo>
                <a:lnTo>
                  <a:pt x="3466" y="7373"/>
                </a:lnTo>
                <a:lnTo>
                  <a:pt x="3466" y="6270"/>
                </a:lnTo>
                <a:cubicBezTo>
                  <a:pt x="3466" y="6176"/>
                  <a:pt x="3498" y="6050"/>
                  <a:pt x="3592" y="6018"/>
                </a:cubicBezTo>
                <a:lnTo>
                  <a:pt x="4128" y="5420"/>
                </a:lnTo>
                <a:cubicBezTo>
                  <a:pt x="4600" y="4947"/>
                  <a:pt x="4852" y="4380"/>
                  <a:pt x="4852" y="3687"/>
                </a:cubicBezTo>
                <a:lnTo>
                  <a:pt x="4852" y="347"/>
                </a:ln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0" name="Google Shape;5570;p30"/>
          <p:cNvSpPr/>
          <p:nvPr/>
        </p:nvSpPr>
        <p:spPr>
          <a:xfrm>
            <a:off x="5377147" y="1421767"/>
            <a:ext cx="161372" cy="262758"/>
          </a:xfrm>
          <a:custGeom>
            <a:rect b="b" l="l" r="r" t="t"/>
            <a:pathLst>
              <a:path extrusionOk="0" h="8003" w="491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lnTo>
                  <a:pt x="0" y="3718"/>
                </a:lnTo>
                <a:cubicBezTo>
                  <a:pt x="0" y="4348"/>
                  <a:pt x="221" y="4979"/>
                  <a:pt x="693" y="5451"/>
                </a:cubicBezTo>
                <a:lnTo>
                  <a:pt x="1323" y="5955"/>
                </a:lnTo>
                <a:cubicBezTo>
                  <a:pt x="1418" y="6018"/>
                  <a:pt x="1449" y="6113"/>
                  <a:pt x="1449" y="6207"/>
                </a:cubicBezTo>
                <a:lnTo>
                  <a:pt x="1449" y="7310"/>
                </a:lnTo>
                <a:lnTo>
                  <a:pt x="1103" y="7310"/>
                </a:lnTo>
                <a:cubicBezTo>
                  <a:pt x="882" y="7310"/>
                  <a:pt x="725" y="7467"/>
                  <a:pt x="725" y="7656"/>
                </a:cubicBezTo>
                <a:cubicBezTo>
                  <a:pt x="725" y="7845"/>
                  <a:pt x="882" y="8003"/>
                  <a:pt x="1103" y="8003"/>
                </a:cubicBezTo>
                <a:lnTo>
                  <a:pt x="4915" y="8003"/>
                </a:lnTo>
                <a:lnTo>
                  <a:pt x="4915" y="5829"/>
                </a:lnTo>
                <a:lnTo>
                  <a:pt x="4190" y="5168"/>
                </a:lnTo>
                <a:cubicBezTo>
                  <a:pt x="4190" y="5357"/>
                  <a:pt x="4033" y="5514"/>
                  <a:pt x="3844" y="5514"/>
                </a:cubicBezTo>
                <a:cubicBezTo>
                  <a:pt x="3655" y="5514"/>
                  <a:pt x="3497" y="5357"/>
                  <a:pt x="3497" y="5168"/>
                </a:cubicBezTo>
                <a:lnTo>
                  <a:pt x="3497" y="4411"/>
                </a:lnTo>
                <a:cubicBezTo>
                  <a:pt x="3497" y="3876"/>
                  <a:pt x="3214" y="3372"/>
                  <a:pt x="2741" y="3057"/>
                </a:cubicBezTo>
                <a:cubicBezTo>
                  <a:pt x="2458" y="2899"/>
                  <a:pt x="2143" y="2773"/>
                  <a:pt x="1796" y="2773"/>
                </a:cubicBezTo>
                <a:cubicBezTo>
                  <a:pt x="1607" y="2773"/>
                  <a:pt x="1449" y="2616"/>
                  <a:pt x="1449" y="2427"/>
                </a:cubicBezTo>
                <a:lnTo>
                  <a:pt x="1449" y="1229"/>
                </a:lnTo>
                <a:cubicBezTo>
                  <a:pt x="1449" y="473"/>
                  <a:pt x="94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1" name="Google Shape;5571;p30"/>
          <p:cNvSpPr/>
          <p:nvPr/>
        </p:nvSpPr>
        <p:spPr>
          <a:xfrm>
            <a:off x="5354475" y="1800186"/>
            <a:ext cx="388934" cy="386636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2" name="Google Shape;5572;p30"/>
          <p:cNvSpPr/>
          <p:nvPr/>
        </p:nvSpPr>
        <p:spPr>
          <a:xfrm>
            <a:off x="5469205" y="2295695"/>
            <a:ext cx="158285" cy="67274"/>
          </a:xfrm>
          <a:custGeom>
            <a:rect b="b" l="l" r="r" t="t"/>
            <a:pathLst>
              <a:path extrusionOk="0" h="2049" w="4821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07"/>
                  <a:pt x="473" y="2048"/>
                  <a:pt x="1040" y="2048"/>
                </a:cubicBezTo>
                <a:lnTo>
                  <a:pt x="3781" y="2048"/>
                </a:lnTo>
                <a:cubicBezTo>
                  <a:pt x="4379" y="2048"/>
                  <a:pt x="4820" y="1575"/>
                  <a:pt x="4820" y="1040"/>
                </a:cubicBezTo>
                <a:cubicBezTo>
                  <a:pt x="4820" y="441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3" name="Google Shape;5573;p30"/>
          <p:cNvSpPr/>
          <p:nvPr/>
        </p:nvSpPr>
        <p:spPr>
          <a:xfrm>
            <a:off x="5422650" y="2523575"/>
            <a:ext cx="251398" cy="160026"/>
          </a:xfrm>
          <a:custGeom>
            <a:rect b="b" l="l" r="r" t="t"/>
            <a:pathLst>
              <a:path extrusionOk="0" h="4874" w="7657">
                <a:moveTo>
                  <a:pt x="1733" y="715"/>
                </a:moveTo>
                <a:cubicBezTo>
                  <a:pt x="1954" y="715"/>
                  <a:pt x="2111" y="872"/>
                  <a:pt x="2111" y="1061"/>
                </a:cubicBezTo>
                <a:cubicBezTo>
                  <a:pt x="2111" y="1250"/>
                  <a:pt x="1954" y="1408"/>
                  <a:pt x="1733" y="1408"/>
                </a:cubicBezTo>
                <a:cubicBezTo>
                  <a:pt x="1544" y="1408"/>
                  <a:pt x="1387" y="1250"/>
                  <a:pt x="1387" y="1061"/>
                </a:cubicBezTo>
                <a:cubicBezTo>
                  <a:pt x="1418" y="872"/>
                  <a:pt x="1576" y="715"/>
                  <a:pt x="1733" y="715"/>
                </a:cubicBezTo>
                <a:close/>
                <a:moveTo>
                  <a:pt x="3151" y="1376"/>
                </a:moveTo>
                <a:cubicBezTo>
                  <a:pt x="3372" y="1376"/>
                  <a:pt x="3529" y="1534"/>
                  <a:pt x="3529" y="1723"/>
                </a:cubicBezTo>
                <a:cubicBezTo>
                  <a:pt x="3529" y="1912"/>
                  <a:pt x="3372" y="2070"/>
                  <a:pt x="3151" y="2070"/>
                </a:cubicBezTo>
                <a:cubicBezTo>
                  <a:pt x="2962" y="2070"/>
                  <a:pt x="2804" y="1912"/>
                  <a:pt x="2804" y="1723"/>
                </a:cubicBezTo>
                <a:cubicBezTo>
                  <a:pt x="2804" y="1534"/>
                  <a:pt x="2962" y="1376"/>
                  <a:pt x="3151" y="1376"/>
                </a:cubicBezTo>
                <a:close/>
                <a:moveTo>
                  <a:pt x="5199" y="2070"/>
                </a:moveTo>
                <a:cubicBezTo>
                  <a:pt x="5419" y="2070"/>
                  <a:pt x="5577" y="2227"/>
                  <a:pt x="5577" y="2448"/>
                </a:cubicBezTo>
                <a:cubicBezTo>
                  <a:pt x="5577" y="2637"/>
                  <a:pt x="5419" y="2794"/>
                  <a:pt x="5199" y="2794"/>
                </a:cubicBezTo>
                <a:cubicBezTo>
                  <a:pt x="5010" y="2794"/>
                  <a:pt x="4852" y="2637"/>
                  <a:pt x="4852" y="2448"/>
                </a:cubicBezTo>
                <a:cubicBezTo>
                  <a:pt x="4884" y="2227"/>
                  <a:pt x="5041" y="2070"/>
                  <a:pt x="5199" y="2070"/>
                </a:cubicBezTo>
                <a:close/>
                <a:moveTo>
                  <a:pt x="3151" y="2794"/>
                </a:moveTo>
                <a:cubicBezTo>
                  <a:pt x="3372" y="2794"/>
                  <a:pt x="3529" y="2952"/>
                  <a:pt x="3529" y="3141"/>
                </a:cubicBezTo>
                <a:cubicBezTo>
                  <a:pt x="3529" y="3330"/>
                  <a:pt x="3372" y="3487"/>
                  <a:pt x="3151" y="3487"/>
                </a:cubicBezTo>
                <a:cubicBezTo>
                  <a:pt x="2962" y="3487"/>
                  <a:pt x="2804" y="3330"/>
                  <a:pt x="2804" y="3141"/>
                </a:cubicBezTo>
                <a:cubicBezTo>
                  <a:pt x="2804" y="2952"/>
                  <a:pt x="2962" y="2794"/>
                  <a:pt x="3151" y="2794"/>
                </a:cubicBezTo>
                <a:close/>
                <a:moveTo>
                  <a:pt x="1748" y="1"/>
                </a:moveTo>
                <a:cubicBezTo>
                  <a:pt x="1181" y="1"/>
                  <a:pt x="615" y="166"/>
                  <a:pt x="63" y="494"/>
                </a:cubicBezTo>
                <a:cubicBezTo>
                  <a:pt x="63" y="715"/>
                  <a:pt x="0" y="872"/>
                  <a:pt x="0" y="1061"/>
                </a:cubicBezTo>
                <a:cubicBezTo>
                  <a:pt x="0" y="2196"/>
                  <a:pt x="536" y="3298"/>
                  <a:pt x="1418" y="4023"/>
                </a:cubicBezTo>
                <a:cubicBezTo>
                  <a:pt x="2111" y="4558"/>
                  <a:pt x="2962" y="4874"/>
                  <a:pt x="3844" y="4874"/>
                </a:cubicBezTo>
                <a:cubicBezTo>
                  <a:pt x="4096" y="4874"/>
                  <a:pt x="4380" y="4842"/>
                  <a:pt x="4663" y="4811"/>
                </a:cubicBezTo>
                <a:cubicBezTo>
                  <a:pt x="6144" y="4495"/>
                  <a:pt x="7341" y="3267"/>
                  <a:pt x="7625" y="1723"/>
                </a:cubicBezTo>
                <a:cubicBezTo>
                  <a:pt x="7656" y="1439"/>
                  <a:pt x="7656" y="1219"/>
                  <a:pt x="7656" y="935"/>
                </a:cubicBezTo>
                <a:lnTo>
                  <a:pt x="7656" y="935"/>
                </a:lnTo>
                <a:cubicBezTo>
                  <a:pt x="7033" y="1235"/>
                  <a:pt x="6444" y="1354"/>
                  <a:pt x="5904" y="1354"/>
                </a:cubicBezTo>
                <a:cubicBezTo>
                  <a:pt x="4969" y="1354"/>
                  <a:pt x="4183" y="1000"/>
                  <a:pt x="3624" y="620"/>
                </a:cubicBezTo>
                <a:cubicBezTo>
                  <a:pt x="3010" y="206"/>
                  <a:pt x="2378" y="1"/>
                  <a:pt x="17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4" name="Google Shape;5574;p30"/>
          <p:cNvSpPr/>
          <p:nvPr/>
        </p:nvSpPr>
        <p:spPr>
          <a:xfrm>
            <a:off x="5431974" y="2386702"/>
            <a:ext cx="238955" cy="160190"/>
          </a:xfrm>
          <a:custGeom>
            <a:rect b="b" l="l" r="r" t="t"/>
            <a:pathLst>
              <a:path extrusionOk="0" h="4879" w="7278">
                <a:moveTo>
                  <a:pt x="1827" y="1"/>
                </a:moveTo>
                <a:lnTo>
                  <a:pt x="1827" y="1639"/>
                </a:lnTo>
                <a:cubicBezTo>
                  <a:pt x="1827" y="1765"/>
                  <a:pt x="1733" y="1891"/>
                  <a:pt x="1607" y="1922"/>
                </a:cubicBezTo>
                <a:cubicBezTo>
                  <a:pt x="914" y="2363"/>
                  <a:pt x="315" y="3025"/>
                  <a:pt x="0" y="3813"/>
                </a:cubicBezTo>
                <a:cubicBezTo>
                  <a:pt x="492" y="3611"/>
                  <a:pt x="988" y="3505"/>
                  <a:pt x="1488" y="3505"/>
                </a:cubicBezTo>
                <a:cubicBezTo>
                  <a:pt x="2237" y="3505"/>
                  <a:pt x="2993" y="3743"/>
                  <a:pt x="3749" y="4254"/>
                </a:cubicBezTo>
                <a:cubicBezTo>
                  <a:pt x="4370" y="4673"/>
                  <a:pt x="5000" y="4878"/>
                  <a:pt x="5629" y="4878"/>
                </a:cubicBezTo>
                <a:cubicBezTo>
                  <a:pt x="6181" y="4878"/>
                  <a:pt x="6733" y="4721"/>
                  <a:pt x="7278" y="4411"/>
                </a:cubicBezTo>
                <a:cubicBezTo>
                  <a:pt x="7057" y="3372"/>
                  <a:pt x="6427" y="2427"/>
                  <a:pt x="5450" y="1922"/>
                </a:cubicBezTo>
                <a:cubicBezTo>
                  <a:pt x="5356" y="1859"/>
                  <a:pt x="5293" y="1765"/>
                  <a:pt x="5293" y="1639"/>
                </a:cubicBezTo>
                <a:lnTo>
                  <a:pt x="529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5" name="Google Shape;5575;p30"/>
          <p:cNvSpPr/>
          <p:nvPr/>
        </p:nvSpPr>
        <p:spPr>
          <a:xfrm>
            <a:off x="7965848" y="1295581"/>
            <a:ext cx="67241" cy="297955"/>
          </a:xfrm>
          <a:custGeom>
            <a:rect b="b" l="l" r="r" t="t"/>
            <a:pathLst>
              <a:path extrusionOk="0" h="9075" w="2048">
                <a:moveTo>
                  <a:pt x="1071" y="1"/>
                </a:moveTo>
                <a:cubicBezTo>
                  <a:pt x="882" y="1"/>
                  <a:pt x="725" y="158"/>
                  <a:pt x="725" y="347"/>
                </a:cubicBezTo>
                <a:lnTo>
                  <a:pt x="725" y="6554"/>
                </a:lnTo>
                <a:cubicBezTo>
                  <a:pt x="473" y="6900"/>
                  <a:pt x="0" y="7656"/>
                  <a:pt x="0" y="8034"/>
                </a:cubicBezTo>
                <a:cubicBezTo>
                  <a:pt x="0" y="8633"/>
                  <a:pt x="473" y="9074"/>
                  <a:pt x="1040" y="9074"/>
                </a:cubicBezTo>
                <a:cubicBezTo>
                  <a:pt x="1638" y="9074"/>
                  <a:pt x="2048" y="8602"/>
                  <a:pt x="2048" y="8034"/>
                </a:cubicBezTo>
                <a:cubicBezTo>
                  <a:pt x="2048" y="7656"/>
                  <a:pt x="1638" y="6900"/>
                  <a:pt x="1355" y="6554"/>
                </a:cubicBezTo>
                <a:lnTo>
                  <a:pt x="1355" y="347"/>
                </a:lnTo>
                <a:cubicBezTo>
                  <a:pt x="1386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6" name="Google Shape;5576;p30"/>
          <p:cNvSpPr/>
          <p:nvPr/>
        </p:nvSpPr>
        <p:spPr>
          <a:xfrm>
            <a:off x="7809638" y="1480747"/>
            <a:ext cx="388967" cy="203791"/>
          </a:xfrm>
          <a:custGeom>
            <a:rect b="b" l="l" r="r" t="t"/>
            <a:pathLst>
              <a:path extrusionOk="0" h="6207" w="11847">
                <a:moveTo>
                  <a:pt x="3939" y="662"/>
                </a:moveTo>
                <a:cubicBezTo>
                  <a:pt x="3876" y="914"/>
                  <a:pt x="3750" y="1134"/>
                  <a:pt x="3624" y="1323"/>
                </a:cubicBezTo>
                <a:cubicBezTo>
                  <a:pt x="3624" y="1386"/>
                  <a:pt x="3593" y="1418"/>
                  <a:pt x="3593" y="1481"/>
                </a:cubicBezTo>
                <a:cubicBezTo>
                  <a:pt x="3277" y="1292"/>
                  <a:pt x="2836" y="1229"/>
                  <a:pt x="2490" y="1229"/>
                </a:cubicBezTo>
                <a:cubicBezTo>
                  <a:pt x="1986" y="1229"/>
                  <a:pt x="1293" y="1386"/>
                  <a:pt x="1041" y="1859"/>
                </a:cubicBezTo>
                <a:cubicBezTo>
                  <a:pt x="915" y="2048"/>
                  <a:pt x="757" y="2111"/>
                  <a:pt x="568" y="2111"/>
                </a:cubicBezTo>
                <a:lnTo>
                  <a:pt x="568" y="1008"/>
                </a:lnTo>
                <a:cubicBezTo>
                  <a:pt x="568" y="819"/>
                  <a:pt x="726" y="662"/>
                  <a:pt x="915" y="662"/>
                </a:cubicBezTo>
                <a:close/>
                <a:moveTo>
                  <a:pt x="10681" y="662"/>
                </a:moveTo>
                <a:cubicBezTo>
                  <a:pt x="10870" y="662"/>
                  <a:pt x="11028" y="819"/>
                  <a:pt x="11028" y="1008"/>
                </a:cubicBezTo>
                <a:lnTo>
                  <a:pt x="11028" y="2111"/>
                </a:lnTo>
                <a:cubicBezTo>
                  <a:pt x="10870" y="2111"/>
                  <a:pt x="10681" y="2048"/>
                  <a:pt x="10555" y="1859"/>
                </a:cubicBezTo>
                <a:cubicBezTo>
                  <a:pt x="10335" y="1449"/>
                  <a:pt x="9894" y="1229"/>
                  <a:pt x="9452" y="1229"/>
                </a:cubicBezTo>
                <a:cubicBezTo>
                  <a:pt x="9011" y="1229"/>
                  <a:pt x="8602" y="1449"/>
                  <a:pt x="8350" y="1859"/>
                </a:cubicBezTo>
                <a:cubicBezTo>
                  <a:pt x="8318" y="1922"/>
                  <a:pt x="8224" y="2016"/>
                  <a:pt x="8192" y="2048"/>
                </a:cubicBezTo>
                <a:cubicBezTo>
                  <a:pt x="8161" y="1733"/>
                  <a:pt x="8003" y="1292"/>
                  <a:pt x="7657" y="662"/>
                </a:cubicBezTo>
                <a:close/>
                <a:moveTo>
                  <a:pt x="2332" y="2741"/>
                </a:moveTo>
                <a:cubicBezTo>
                  <a:pt x="2521" y="2741"/>
                  <a:pt x="2679" y="2899"/>
                  <a:pt x="2679" y="3119"/>
                </a:cubicBezTo>
                <a:cubicBezTo>
                  <a:pt x="2679" y="3308"/>
                  <a:pt x="2521" y="3466"/>
                  <a:pt x="2332" y="3466"/>
                </a:cubicBezTo>
                <a:cubicBezTo>
                  <a:pt x="2143" y="3466"/>
                  <a:pt x="1986" y="3308"/>
                  <a:pt x="1986" y="3119"/>
                </a:cubicBezTo>
                <a:cubicBezTo>
                  <a:pt x="1986" y="2899"/>
                  <a:pt x="2143" y="2741"/>
                  <a:pt x="2332" y="2741"/>
                </a:cubicBezTo>
                <a:close/>
                <a:moveTo>
                  <a:pt x="9295" y="2741"/>
                </a:moveTo>
                <a:cubicBezTo>
                  <a:pt x="9484" y="2741"/>
                  <a:pt x="9641" y="2899"/>
                  <a:pt x="9641" y="3119"/>
                </a:cubicBezTo>
                <a:cubicBezTo>
                  <a:pt x="9641" y="3308"/>
                  <a:pt x="9484" y="3466"/>
                  <a:pt x="9295" y="3466"/>
                </a:cubicBezTo>
                <a:cubicBezTo>
                  <a:pt x="9106" y="3466"/>
                  <a:pt x="8948" y="3308"/>
                  <a:pt x="8948" y="3119"/>
                </a:cubicBezTo>
                <a:cubicBezTo>
                  <a:pt x="8948" y="2899"/>
                  <a:pt x="9106" y="2741"/>
                  <a:pt x="9295" y="2741"/>
                </a:cubicBezTo>
                <a:close/>
                <a:moveTo>
                  <a:pt x="1608" y="4127"/>
                </a:moveTo>
                <a:cubicBezTo>
                  <a:pt x="1828" y="4127"/>
                  <a:pt x="1986" y="4285"/>
                  <a:pt x="1986" y="4474"/>
                </a:cubicBezTo>
                <a:cubicBezTo>
                  <a:pt x="1986" y="4694"/>
                  <a:pt x="1828" y="4852"/>
                  <a:pt x="1608" y="4852"/>
                </a:cubicBezTo>
                <a:cubicBezTo>
                  <a:pt x="1419" y="4852"/>
                  <a:pt x="1261" y="4694"/>
                  <a:pt x="1261" y="4474"/>
                </a:cubicBezTo>
                <a:cubicBezTo>
                  <a:pt x="1261" y="4285"/>
                  <a:pt x="1419" y="4127"/>
                  <a:pt x="1608" y="4127"/>
                </a:cubicBezTo>
                <a:close/>
                <a:moveTo>
                  <a:pt x="3025" y="4127"/>
                </a:moveTo>
                <a:cubicBezTo>
                  <a:pt x="3246" y="4127"/>
                  <a:pt x="3404" y="4285"/>
                  <a:pt x="3404" y="4474"/>
                </a:cubicBezTo>
                <a:cubicBezTo>
                  <a:pt x="3404" y="4694"/>
                  <a:pt x="3183" y="4852"/>
                  <a:pt x="3025" y="4852"/>
                </a:cubicBezTo>
                <a:cubicBezTo>
                  <a:pt x="2836" y="4852"/>
                  <a:pt x="2679" y="4694"/>
                  <a:pt x="2679" y="4474"/>
                </a:cubicBezTo>
                <a:cubicBezTo>
                  <a:pt x="2679" y="4285"/>
                  <a:pt x="2836" y="4127"/>
                  <a:pt x="3025" y="4127"/>
                </a:cubicBezTo>
                <a:close/>
                <a:moveTo>
                  <a:pt x="8602" y="4127"/>
                </a:moveTo>
                <a:cubicBezTo>
                  <a:pt x="8791" y="4127"/>
                  <a:pt x="8948" y="4285"/>
                  <a:pt x="8948" y="4474"/>
                </a:cubicBezTo>
                <a:cubicBezTo>
                  <a:pt x="8948" y="4694"/>
                  <a:pt x="8791" y="4852"/>
                  <a:pt x="8602" y="4852"/>
                </a:cubicBezTo>
                <a:cubicBezTo>
                  <a:pt x="8381" y="4852"/>
                  <a:pt x="8224" y="4694"/>
                  <a:pt x="8224" y="4474"/>
                </a:cubicBezTo>
                <a:cubicBezTo>
                  <a:pt x="8224" y="4285"/>
                  <a:pt x="8381" y="4127"/>
                  <a:pt x="8602" y="4127"/>
                </a:cubicBezTo>
                <a:close/>
                <a:moveTo>
                  <a:pt x="9957" y="4127"/>
                </a:moveTo>
                <a:cubicBezTo>
                  <a:pt x="10177" y="4127"/>
                  <a:pt x="10335" y="4285"/>
                  <a:pt x="10335" y="4474"/>
                </a:cubicBezTo>
                <a:cubicBezTo>
                  <a:pt x="10335" y="4694"/>
                  <a:pt x="10177" y="4852"/>
                  <a:pt x="9957" y="4852"/>
                </a:cubicBezTo>
                <a:cubicBezTo>
                  <a:pt x="9768" y="4852"/>
                  <a:pt x="9610" y="4694"/>
                  <a:pt x="9610" y="4474"/>
                </a:cubicBezTo>
                <a:cubicBezTo>
                  <a:pt x="9610" y="4285"/>
                  <a:pt x="9768" y="4127"/>
                  <a:pt x="9957" y="4127"/>
                </a:cubicBezTo>
                <a:close/>
                <a:moveTo>
                  <a:pt x="1041" y="0"/>
                </a:moveTo>
                <a:cubicBezTo>
                  <a:pt x="442" y="0"/>
                  <a:pt x="1" y="473"/>
                  <a:pt x="1" y="1008"/>
                </a:cubicBezTo>
                <a:lnTo>
                  <a:pt x="1" y="5860"/>
                </a:lnTo>
                <a:cubicBezTo>
                  <a:pt x="1" y="6049"/>
                  <a:pt x="159" y="6207"/>
                  <a:pt x="348" y="6207"/>
                </a:cubicBezTo>
                <a:lnTo>
                  <a:pt x="11500" y="6207"/>
                </a:lnTo>
                <a:cubicBezTo>
                  <a:pt x="11689" y="6207"/>
                  <a:pt x="11847" y="6049"/>
                  <a:pt x="11847" y="5860"/>
                </a:cubicBezTo>
                <a:lnTo>
                  <a:pt x="11847" y="1008"/>
                </a:lnTo>
                <a:cubicBezTo>
                  <a:pt x="11752" y="441"/>
                  <a:pt x="11280" y="0"/>
                  <a:pt x="10713" y="0"/>
                </a:cubicBezTo>
                <a:lnTo>
                  <a:pt x="7058" y="0"/>
                </a:lnTo>
                <a:cubicBezTo>
                  <a:pt x="6775" y="0"/>
                  <a:pt x="6617" y="315"/>
                  <a:pt x="6775" y="536"/>
                </a:cubicBezTo>
                <a:cubicBezTo>
                  <a:pt x="7342" y="1323"/>
                  <a:pt x="7594" y="1953"/>
                  <a:pt x="7594" y="2426"/>
                </a:cubicBezTo>
                <a:cubicBezTo>
                  <a:pt x="7594" y="2899"/>
                  <a:pt x="7405" y="3371"/>
                  <a:pt x="7027" y="3749"/>
                </a:cubicBezTo>
                <a:cubicBezTo>
                  <a:pt x="6686" y="4033"/>
                  <a:pt x="6243" y="4163"/>
                  <a:pt x="5813" y="4163"/>
                </a:cubicBezTo>
                <a:cubicBezTo>
                  <a:pt x="5766" y="4163"/>
                  <a:pt x="5719" y="4162"/>
                  <a:pt x="5672" y="4159"/>
                </a:cubicBezTo>
                <a:cubicBezTo>
                  <a:pt x="5168" y="4127"/>
                  <a:pt x="4695" y="3812"/>
                  <a:pt x="4443" y="3340"/>
                </a:cubicBezTo>
                <a:cubicBezTo>
                  <a:pt x="4128" y="2835"/>
                  <a:pt x="4097" y="2205"/>
                  <a:pt x="4349" y="1638"/>
                </a:cubicBezTo>
                <a:cubicBezTo>
                  <a:pt x="4506" y="1323"/>
                  <a:pt x="4695" y="945"/>
                  <a:pt x="4979" y="536"/>
                </a:cubicBezTo>
                <a:cubicBezTo>
                  <a:pt x="5136" y="315"/>
                  <a:pt x="4979" y="0"/>
                  <a:pt x="46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7" name="Google Shape;5577;p30"/>
          <p:cNvSpPr/>
          <p:nvPr/>
        </p:nvSpPr>
        <p:spPr>
          <a:xfrm>
            <a:off x="7810163" y="1959915"/>
            <a:ext cx="388967" cy="227595"/>
          </a:xfrm>
          <a:custGeom>
            <a:rect b="b" l="l" r="r" t="t"/>
            <a:pathLst>
              <a:path extrusionOk="0" h="6932" w="11847">
                <a:moveTo>
                  <a:pt x="7656" y="3466"/>
                </a:moveTo>
                <a:lnTo>
                  <a:pt x="7656" y="4852"/>
                </a:lnTo>
                <a:lnTo>
                  <a:pt x="6963" y="4852"/>
                </a:lnTo>
                <a:lnTo>
                  <a:pt x="6963" y="3466"/>
                </a:lnTo>
                <a:close/>
                <a:moveTo>
                  <a:pt x="9074" y="3466"/>
                </a:moveTo>
                <a:lnTo>
                  <a:pt x="9074" y="4852"/>
                </a:lnTo>
                <a:lnTo>
                  <a:pt x="8381" y="4852"/>
                </a:lnTo>
                <a:lnTo>
                  <a:pt x="8381" y="3466"/>
                </a:lnTo>
                <a:close/>
                <a:moveTo>
                  <a:pt x="10460" y="3435"/>
                </a:moveTo>
                <a:lnTo>
                  <a:pt x="10460" y="4852"/>
                </a:lnTo>
                <a:lnTo>
                  <a:pt x="9735" y="4852"/>
                </a:lnTo>
                <a:lnTo>
                  <a:pt x="9735" y="3466"/>
                </a:lnTo>
                <a:lnTo>
                  <a:pt x="10114" y="3466"/>
                </a:lnTo>
                <a:cubicBezTo>
                  <a:pt x="10208" y="3466"/>
                  <a:pt x="10334" y="3466"/>
                  <a:pt x="10460" y="3435"/>
                </a:cubicBezTo>
                <a:close/>
                <a:moveTo>
                  <a:pt x="10114" y="1"/>
                </a:moveTo>
                <a:cubicBezTo>
                  <a:pt x="9515" y="1"/>
                  <a:pt x="9042" y="442"/>
                  <a:pt x="8633" y="788"/>
                </a:cubicBezTo>
                <a:cubicBezTo>
                  <a:pt x="8318" y="1103"/>
                  <a:pt x="8034" y="1387"/>
                  <a:pt x="7656" y="1387"/>
                </a:cubicBezTo>
                <a:cubicBezTo>
                  <a:pt x="7404" y="1387"/>
                  <a:pt x="7121" y="1229"/>
                  <a:pt x="7026" y="946"/>
                </a:cubicBezTo>
                <a:cubicBezTo>
                  <a:pt x="6974" y="815"/>
                  <a:pt x="6855" y="749"/>
                  <a:pt x="6708" y="749"/>
                </a:cubicBezTo>
                <a:cubicBezTo>
                  <a:pt x="6679" y="749"/>
                  <a:pt x="6648" y="752"/>
                  <a:pt x="6617" y="757"/>
                </a:cubicBezTo>
                <a:cubicBezTo>
                  <a:pt x="6018" y="914"/>
                  <a:pt x="5577" y="1481"/>
                  <a:pt x="5577" y="2080"/>
                </a:cubicBezTo>
                <a:cubicBezTo>
                  <a:pt x="5577" y="2616"/>
                  <a:pt x="5860" y="3025"/>
                  <a:pt x="6301" y="3277"/>
                </a:cubicBezTo>
                <a:lnTo>
                  <a:pt x="6301" y="4758"/>
                </a:lnTo>
                <a:cubicBezTo>
                  <a:pt x="6238" y="4758"/>
                  <a:pt x="6207" y="4726"/>
                  <a:pt x="6144" y="4726"/>
                </a:cubicBezTo>
                <a:lnTo>
                  <a:pt x="4443" y="3813"/>
                </a:lnTo>
                <a:cubicBezTo>
                  <a:pt x="4002" y="3592"/>
                  <a:pt x="3498" y="3466"/>
                  <a:pt x="2993" y="3466"/>
                </a:cubicBezTo>
                <a:lnTo>
                  <a:pt x="347" y="3466"/>
                </a:lnTo>
                <a:cubicBezTo>
                  <a:pt x="158" y="3466"/>
                  <a:pt x="0" y="3624"/>
                  <a:pt x="0" y="3813"/>
                </a:cubicBezTo>
                <a:lnTo>
                  <a:pt x="0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2993" y="5546"/>
                </a:lnTo>
                <a:cubicBezTo>
                  <a:pt x="3371" y="5546"/>
                  <a:pt x="3781" y="5672"/>
                  <a:pt x="4128" y="5829"/>
                </a:cubicBezTo>
                <a:lnTo>
                  <a:pt x="5829" y="6743"/>
                </a:lnTo>
                <a:cubicBezTo>
                  <a:pt x="6049" y="6869"/>
                  <a:pt x="6364" y="6932"/>
                  <a:pt x="6648" y="6932"/>
                </a:cubicBezTo>
                <a:lnTo>
                  <a:pt x="10807" y="6932"/>
                </a:lnTo>
                <a:cubicBezTo>
                  <a:pt x="11405" y="6932"/>
                  <a:pt x="11846" y="6459"/>
                  <a:pt x="11846" y="5924"/>
                </a:cubicBezTo>
                <a:cubicBezTo>
                  <a:pt x="11846" y="5483"/>
                  <a:pt x="11563" y="5073"/>
                  <a:pt x="11122" y="4915"/>
                </a:cubicBezTo>
                <a:lnTo>
                  <a:pt x="11122" y="3120"/>
                </a:lnTo>
                <a:cubicBezTo>
                  <a:pt x="11563" y="2805"/>
                  <a:pt x="11846" y="2301"/>
                  <a:pt x="11846" y="1733"/>
                </a:cubicBezTo>
                <a:cubicBezTo>
                  <a:pt x="11846" y="788"/>
                  <a:pt x="11059" y="1"/>
                  <a:pt x="101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8" name="Google Shape;5578;p30"/>
          <p:cNvSpPr/>
          <p:nvPr/>
        </p:nvSpPr>
        <p:spPr>
          <a:xfrm>
            <a:off x="7809113" y="1799602"/>
            <a:ext cx="390017" cy="160354"/>
          </a:xfrm>
          <a:custGeom>
            <a:rect b="b" l="l" r="r" t="t"/>
            <a:pathLst>
              <a:path extrusionOk="0" h="4884" w="11879">
                <a:moveTo>
                  <a:pt x="10839" y="1702"/>
                </a:moveTo>
                <a:cubicBezTo>
                  <a:pt x="11028" y="1702"/>
                  <a:pt x="11185" y="1859"/>
                  <a:pt x="11185" y="2048"/>
                </a:cubicBezTo>
                <a:cubicBezTo>
                  <a:pt x="11154" y="2269"/>
                  <a:pt x="10996" y="2426"/>
                  <a:pt x="10839" y="2426"/>
                </a:cubicBezTo>
                <a:lnTo>
                  <a:pt x="10492" y="2426"/>
                </a:lnTo>
                <a:lnTo>
                  <a:pt x="10492" y="1702"/>
                </a:lnTo>
                <a:close/>
                <a:moveTo>
                  <a:pt x="726" y="725"/>
                </a:moveTo>
                <a:lnTo>
                  <a:pt x="1419" y="757"/>
                </a:lnTo>
                <a:lnTo>
                  <a:pt x="1419" y="4002"/>
                </a:lnTo>
                <a:lnTo>
                  <a:pt x="726" y="4096"/>
                </a:lnTo>
                <a:lnTo>
                  <a:pt x="726" y="725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4537"/>
                </a:lnTo>
                <a:cubicBezTo>
                  <a:pt x="1" y="4726"/>
                  <a:pt x="221" y="4884"/>
                  <a:pt x="411" y="4884"/>
                </a:cubicBezTo>
                <a:lnTo>
                  <a:pt x="9578" y="3592"/>
                </a:lnTo>
                <a:cubicBezTo>
                  <a:pt x="9862" y="3561"/>
                  <a:pt x="10083" y="3403"/>
                  <a:pt x="10240" y="3151"/>
                </a:cubicBezTo>
                <a:lnTo>
                  <a:pt x="10807" y="3151"/>
                </a:lnTo>
                <a:cubicBezTo>
                  <a:pt x="11406" y="3151"/>
                  <a:pt x="11815" y="2678"/>
                  <a:pt x="11815" y="2143"/>
                </a:cubicBezTo>
                <a:cubicBezTo>
                  <a:pt x="11878" y="1513"/>
                  <a:pt x="11406" y="1040"/>
                  <a:pt x="10839" y="1040"/>
                </a:cubicBezTo>
                <a:lnTo>
                  <a:pt x="10240" y="1040"/>
                </a:lnTo>
                <a:cubicBezTo>
                  <a:pt x="10083" y="788"/>
                  <a:pt x="9831" y="694"/>
                  <a:pt x="9515" y="631"/>
                </a:cubicBezTo>
                <a:lnTo>
                  <a:pt x="3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9" name="Google Shape;5579;p30"/>
          <p:cNvSpPr/>
          <p:nvPr/>
        </p:nvSpPr>
        <p:spPr>
          <a:xfrm>
            <a:off x="7845365" y="2295107"/>
            <a:ext cx="318607" cy="388967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0" name="Google Shape;5580;p30"/>
          <p:cNvSpPr/>
          <p:nvPr/>
        </p:nvSpPr>
        <p:spPr>
          <a:xfrm>
            <a:off x="6496400" y="2987153"/>
            <a:ext cx="68324" cy="67274"/>
          </a:xfrm>
          <a:custGeom>
            <a:rect b="b" l="l" r="r" t="t"/>
            <a:pathLst>
              <a:path extrusionOk="0" h="2049" w="2081">
                <a:moveTo>
                  <a:pt x="1041" y="1"/>
                </a:moveTo>
                <a:cubicBezTo>
                  <a:pt x="505" y="1"/>
                  <a:pt x="32" y="473"/>
                  <a:pt x="32" y="1040"/>
                </a:cubicBezTo>
                <a:cubicBezTo>
                  <a:pt x="1" y="1576"/>
                  <a:pt x="473" y="2049"/>
                  <a:pt x="1041" y="2049"/>
                </a:cubicBezTo>
                <a:cubicBezTo>
                  <a:pt x="1639" y="2049"/>
                  <a:pt x="2080" y="1576"/>
                  <a:pt x="2080" y="1040"/>
                </a:cubicBezTo>
                <a:cubicBezTo>
                  <a:pt x="2080" y="442"/>
                  <a:pt x="160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1" name="Google Shape;5581;p30"/>
          <p:cNvSpPr/>
          <p:nvPr/>
        </p:nvSpPr>
        <p:spPr>
          <a:xfrm>
            <a:off x="6344360" y="2824771"/>
            <a:ext cx="380693" cy="388967"/>
          </a:xfrm>
          <a:custGeom>
            <a:rect b="b" l="l" r="r" t="t"/>
            <a:pathLst>
              <a:path extrusionOk="0" h="11847" w="11595">
                <a:moveTo>
                  <a:pt x="5672" y="757"/>
                </a:moveTo>
                <a:cubicBezTo>
                  <a:pt x="6144" y="757"/>
                  <a:pt x="6680" y="1544"/>
                  <a:pt x="7026" y="2710"/>
                </a:cubicBezTo>
                <a:cubicBezTo>
                  <a:pt x="6585" y="2867"/>
                  <a:pt x="6176" y="3025"/>
                  <a:pt x="5672" y="3214"/>
                </a:cubicBezTo>
                <a:cubicBezTo>
                  <a:pt x="5262" y="3025"/>
                  <a:pt x="4789" y="2836"/>
                  <a:pt x="4348" y="2710"/>
                </a:cubicBezTo>
                <a:cubicBezTo>
                  <a:pt x="4695" y="1481"/>
                  <a:pt x="5199" y="757"/>
                  <a:pt x="5672" y="757"/>
                </a:cubicBezTo>
                <a:close/>
                <a:moveTo>
                  <a:pt x="4191" y="3372"/>
                </a:moveTo>
                <a:cubicBezTo>
                  <a:pt x="4411" y="3466"/>
                  <a:pt x="4632" y="3529"/>
                  <a:pt x="4852" y="3624"/>
                </a:cubicBezTo>
                <a:cubicBezTo>
                  <a:pt x="4159" y="3970"/>
                  <a:pt x="4726" y="3655"/>
                  <a:pt x="4065" y="4096"/>
                </a:cubicBezTo>
                <a:lnTo>
                  <a:pt x="4191" y="3372"/>
                </a:lnTo>
                <a:close/>
                <a:moveTo>
                  <a:pt x="7184" y="3372"/>
                </a:moveTo>
                <a:lnTo>
                  <a:pt x="7310" y="4096"/>
                </a:lnTo>
                <a:cubicBezTo>
                  <a:pt x="6585" y="3655"/>
                  <a:pt x="7184" y="4002"/>
                  <a:pt x="6522" y="3624"/>
                </a:cubicBezTo>
                <a:cubicBezTo>
                  <a:pt x="6743" y="3529"/>
                  <a:pt x="6995" y="3466"/>
                  <a:pt x="7184" y="3372"/>
                </a:cubicBezTo>
                <a:close/>
                <a:moveTo>
                  <a:pt x="9191" y="3001"/>
                </a:moveTo>
                <a:cubicBezTo>
                  <a:pt x="9631" y="3001"/>
                  <a:pt x="10026" y="3084"/>
                  <a:pt x="10177" y="3340"/>
                </a:cubicBezTo>
                <a:cubicBezTo>
                  <a:pt x="10208" y="3435"/>
                  <a:pt x="10240" y="3529"/>
                  <a:pt x="10208" y="3655"/>
                </a:cubicBezTo>
                <a:cubicBezTo>
                  <a:pt x="9925" y="3687"/>
                  <a:pt x="9673" y="3907"/>
                  <a:pt x="9515" y="4159"/>
                </a:cubicBezTo>
                <a:cubicBezTo>
                  <a:pt x="9358" y="4474"/>
                  <a:pt x="9295" y="4852"/>
                  <a:pt x="9452" y="5104"/>
                </a:cubicBezTo>
                <a:cubicBezTo>
                  <a:pt x="9358" y="5230"/>
                  <a:pt x="9263" y="5356"/>
                  <a:pt x="9137" y="5482"/>
                </a:cubicBezTo>
                <a:cubicBezTo>
                  <a:pt x="8791" y="5167"/>
                  <a:pt x="8444" y="4884"/>
                  <a:pt x="8034" y="4600"/>
                </a:cubicBezTo>
                <a:cubicBezTo>
                  <a:pt x="8003" y="4128"/>
                  <a:pt x="7940" y="3655"/>
                  <a:pt x="7845" y="3183"/>
                </a:cubicBezTo>
                <a:cubicBezTo>
                  <a:pt x="8174" y="3100"/>
                  <a:pt x="8710" y="3001"/>
                  <a:pt x="9191" y="3001"/>
                </a:cubicBezTo>
                <a:close/>
                <a:moveTo>
                  <a:pt x="2994" y="3119"/>
                </a:moveTo>
                <a:cubicBezTo>
                  <a:pt x="3151" y="3151"/>
                  <a:pt x="3309" y="3151"/>
                  <a:pt x="3466" y="3214"/>
                </a:cubicBezTo>
                <a:cubicBezTo>
                  <a:pt x="3403" y="3655"/>
                  <a:pt x="3309" y="4128"/>
                  <a:pt x="3277" y="4632"/>
                </a:cubicBezTo>
                <a:cubicBezTo>
                  <a:pt x="2899" y="4915"/>
                  <a:pt x="2490" y="5230"/>
                  <a:pt x="2174" y="5514"/>
                </a:cubicBezTo>
                <a:cubicBezTo>
                  <a:pt x="1733" y="5010"/>
                  <a:pt x="851" y="3939"/>
                  <a:pt x="1166" y="3340"/>
                </a:cubicBezTo>
                <a:cubicBezTo>
                  <a:pt x="1198" y="3277"/>
                  <a:pt x="1261" y="3183"/>
                  <a:pt x="1387" y="3151"/>
                </a:cubicBezTo>
                <a:cubicBezTo>
                  <a:pt x="1576" y="3372"/>
                  <a:pt x="1859" y="3529"/>
                  <a:pt x="2174" y="3529"/>
                </a:cubicBezTo>
                <a:cubicBezTo>
                  <a:pt x="2521" y="3529"/>
                  <a:pt x="2836" y="3372"/>
                  <a:pt x="2994" y="3119"/>
                </a:cubicBezTo>
                <a:close/>
                <a:moveTo>
                  <a:pt x="3277" y="5482"/>
                </a:moveTo>
                <a:lnTo>
                  <a:pt x="3277" y="5482"/>
                </a:lnTo>
                <a:cubicBezTo>
                  <a:pt x="3246" y="6144"/>
                  <a:pt x="3246" y="5986"/>
                  <a:pt x="3277" y="6428"/>
                </a:cubicBezTo>
                <a:cubicBezTo>
                  <a:pt x="3088" y="6270"/>
                  <a:pt x="2899" y="6112"/>
                  <a:pt x="2742" y="5955"/>
                </a:cubicBezTo>
                <a:cubicBezTo>
                  <a:pt x="2899" y="5797"/>
                  <a:pt x="3088" y="5640"/>
                  <a:pt x="3277" y="5482"/>
                </a:cubicBezTo>
                <a:close/>
                <a:moveTo>
                  <a:pt x="8097" y="5514"/>
                </a:moveTo>
                <a:cubicBezTo>
                  <a:pt x="8286" y="5671"/>
                  <a:pt x="8475" y="5829"/>
                  <a:pt x="8633" y="5986"/>
                </a:cubicBezTo>
                <a:cubicBezTo>
                  <a:pt x="8475" y="6144"/>
                  <a:pt x="8286" y="6301"/>
                  <a:pt x="8097" y="6459"/>
                </a:cubicBezTo>
                <a:lnTo>
                  <a:pt x="8097" y="5514"/>
                </a:lnTo>
                <a:close/>
                <a:moveTo>
                  <a:pt x="5703" y="4002"/>
                </a:moveTo>
                <a:cubicBezTo>
                  <a:pt x="6333" y="4317"/>
                  <a:pt x="6743" y="4569"/>
                  <a:pt x="7373" y="5010"/>
                </a:cubicBezTo>
                <a:cubicBezTo>
                  <a:pt x="7436" y="5671"/>
                  <a:pt x="7436" y="6238"/>
                  <a:pt x="7373" y="6963"/>
                </a:cubicBezTo>
                <a:cubicBezTo>
                  <a:pt x="6837" y="7310"/>
                  <a:pt x="6333" y="7625"/>
                  <a:pt x="5703" y="7940"/>
                </a:cubicBezTo>
                <a:cubicBezTo>
                  <a:pt x="5073" y="7625"/>
                  <a:pt x="4537" y="7373"/>
                  <a:pt x="4002" y="6963"/>
                </a:cubicBezTo>
                <a:cubicBezTo>
                  <a:pt x="3907" y="6270"/>
                  <a:pt x="3907" y="5671"/>
                  <a:pt x="4002" y="5010"/>
                </a:cubicBezTo>
                <a:cubicBezTo>
                  <a:pt x="4600" y="4600"/>
                  <a:pt x="5041" y="4317"/>
                  <a:pt x="5703" y="4002"/>
                </a:cubicBezTo>
                <a:close/>
                <a:moveTo>
                  <a:pt x="4065" y="7845"/>
                </a:moveTo>
                <a:cubicBezTo>
                  <a:pt x="4506" y="8097"/>
                  <a:pt x="4254" y="8003"/>
                  <a:pt x="4852" y="8318"/>
                </a:cubicBezTo>
                <a:cubicBezTo>
                  <a:pt x="4632" y="8381"/>
                  <a:pt x="4380" y="8507"/>
                  <a:pt x="4191" y="8538"/>
                </a:cubicBezTo>
                <a:lnTo>
                  <a:pt x="4065" y="7845"/>
                </a:lnTo>
                <a:close/>
                <a:moveTo>
                  <a:pt x="7278" y="7845"/>
                </a:moveTo>
                <a:cubicBezTo>
                  <a:pt x="7247" y="8066"/>
                  <a:pt x="7215" y="8318"/>
                  <a:pt x="7152" y="8538"/>
                </a:cubicBezTo>
                <a:cubicBezTo>
                  <a:pt x="6900" y="8475"/>
                  <a:pt x="6711" y="8381"/>
                  <a:pt x="6491" y="8318"/>
                </a:cubicBezTo>
                <a:cubicBezTo>
                  <a:pt x="6837" y="8097"/>
                  <a:pt x="6869" y="8097"/>
                  <a:pt x="7278" y="7845"/>
                </a:cubicBezTo>
                <a:close/>
                <a:moveTo>
                  <a:pt x="2237" y="6459"/>
                </a:moveTo>
                <a:cubicBezTo>
                  <a:pt x="2584" y="6774"/>
                  <a:pt x="2931" y="7058"/>
                  <a:pt x="3340" y="7310"/>
                </a:cubicBezTo>
                <a:cubicBezTo>
                  <a:pt x="3372" y="7845"/>
                  <a:pt x="3435" y="8255"/>
                  <a:pt x="3529" y="8727"/>
                </a:cubicBezTo>
                <a:cubicBezTo>
                  <a:pt x="3008" y="8861"/>
                  <a:pt x="2544" y="8927"/>
                  <a:pt x="2165" y="8927"/>
                </a:cubicBezTo>
                <a:cubicBezTo>
                  <a:pt x="1650" y="8927"/>
                  <a:pt x="1293" y="8806"/>
                  <a:pt x="1166" y="8570"/>
                </a:cubicBezTo>
                <a:cubicBezTo>
                  <a:pt x="851" y="8003"/>
                  <a:pt x="1733" y="6932"/>
                  <a:pt x="2237" y="6459"/>
                </a:cubicBezTo>
                <a:close/>
                <a:moveTo>
                  <a:pt x="9137" y="6459"/>
                </a:moveTo>
                <a:cubicBezTo>
                  <a:pt x="9610" y="6932"/>
                  <a:pt x="10523" y="8003"/>
                  <a:pt x="10177" y="8570"/>
                </a:cubicBezTo>
                <a:cubicBezTo>
                  <a:pt x="10032" y="8806"/>
                  <a:pt x="9678" y="8927"/>
                  <a:pt x="9169" y="8927"/>
                </a:cubicBezTo>
                <a:cubicBezTo>
                  <a:pt x="8794" y="8927"/>
                  <a:pt x="8335" y="8861"/>
                  <a:pt x="7814" y="8727"/>
                </a:cubicBezTo>
                <a:cubicBezTo>
                  <a:pt x="7940" y="8318"/>
                  <a:pt x="8003" y="7845"/>
                  <a:pt x="8034" y="7310"/>
                </a:cubicBezTo>
                <a:cubicBezTo>
                  <a:pt x="8444" y="7058"/>
                  <a:pt x="8822" y="6743"/>
                  <a:pt x="9137" y="6459"/>
                </a:cubicBezTo>
                <a:close/>
                <a:moveTo>
                  <a:pt x="5640" y="8696"/>
                </a:moveTo>
                <a:cubicBezTo>
                  <a:pt x="6081" y="8885"/>
                  <a:pt x="6554" y="9074"/>
                  <a:pt x="6995" y="9200"/>
                </a:cubicBezTo>
                <a:cubicBezTo>
                  <a:pt x="6680" y="10429"/>
                  <a:pt x="6176" y="11185"/>
                  <a:pt x="5672" y="11185"/>
                </a:cubicBezTo>
                <a:cubicBezTo>
                  <a:pt x="5609" y="11185"/>
                  <a:pt x="5482" y="11090"/>
                  <a:pt x="5356" y="11059"/>
                </a:cubicBezTo>
                <a:cubicBezTo>
                  <a:pt x="5482" y="10775"/>
                  <a:pt x="5451" y="10460"/>
                  <a:pt x="5293" y="10177"/>
                </a:cubicBezTo>
                <a:cubicBezTo>
                  <a:pt x="5136" y="9862"/>
                  <a:pt x="4821" y="9736"/>
                  <a:pt x="4474" y="9673"/>
                </a:cubicBezTo>
                <a:cubicBezTo>
                  <a:pt x="4411" y="9515"/>
                  <a:pt x="4348" y="9357"/>
                  <a:pt x="4317" y="9200"/>
                </a:cubicBezTo>
                <a:cubicBezTo>
                  <a:pt x="4726" y="9042"/>
                  <a:pt x="5167" y="8885"/>
                  <a:pt x="5640" y="8696"/>
                </a:cubicBezTo>
                <a:close/>
                <a:moveTo>
                  <a:pt x="5640" y="1"/>
                </a:moveTo>
                <a:cubicBezTo>
                  <a:pt x="4758" y="1"/>
                  <a:pt x="4065" y="1072"/>
                  <a:pt x="3655" y="2489"/>
                </a:cubicBezTo>
                <a:cubicBezTo>
                  <a:pt x="3498" y="2426"/>
                  <a:pt x="3340" y="2395"/>
                  <a:pt x="3214" y="2395"/>
                </a:cubicBezTo>
                <a:cubicBezTo>
                  <a:pt x="3183" y="1859"/>
                  <a:pt x="2742" y="1418"/>
                  <a:pt x="2174" y="1418"/>
                </a:cubicBezTo>
                <a:cubicBezTo>
                  <a:pt x="1607" y="1418"/>
                  <a:pt x="1166" y="1891"/>
                  <a:pt x="1166" y="2426"/>
                </a:cubicBezTo>
                <a:cubicBezTo>
                  <a:pt x="883" y="2552"/>
                  <a:pt x="694" y="2710"/>
                  <a:pt x="568" y="2962"/>
                </a:cubicBezTo>
                <a:cubicBezTo>
                  <a:pt x="32" y="3907"/>
                  <a:pt x="977" y="5104"/>
                  <a:pt x="1702" y="5892"/>
                </a:cubicBezTo>
                <a:cubicBezTo>
                  <a:pt x="946" y="6743"/>
                  <a:pt x="1" y="8003"/>
                  <a:pt x="568" y="8885"/>
                </a:cubicBezTo>
                <a:cubicBezTo>
                  <a:pt x="879" y="9433"/>
                  <a:pt x="1519" y="9600"/>
                  <a:pt x="2210" y="9600"/>
                </a:cubicBezTo>
                <a:cubicBezTo>
                  <a:pt x="2710" y="9600"/>
                  <a:pt x="3237" y="9513"/>
                  <a:pt x="3687" y="9420"/>
                </a:cubicBezTo>
                <a:cubicBezTo>
                  <a:pt x="3718" y="9578"/>
                  <a:pt x="3750" y="9673"/>
                  <a:pt x="3844" y="9830"/>
                </a:cubicBezTo>
                <a:cubicBezTo>
                  <a:pt x="3403" y="10145"/>
                  <a:pt x="3246" y="10744"/>
                  <a:pt x="3529" y="11216"/>
                </a:cubicBezTo>
                <a:cubicBezTo>
                  <a:pt x="3718" y="11531"/>
                  <a:pt x="4065" y="11720"/>
                  <a:pt x="4411" y="11720"/>
                </a:cubicBezTo>
                <a:cubicBezTo>
                  <a:pt x="4600" y="11720"/>
                  <a:pt x="4789" y="11689"/>
                  <a:pt x="4947" y="11563"/>
                </a:cubicBezTo>
                <a:cubicBezTo>
                  <a:pt x="5167" y="11720"/>
                  <a:pt x="5419" y="11846"/>
                  <a:pt x="5703" y="11846"/>
                </a:cubicBezTo>
                <a:cubicBezTo>
                  <a:pt x="6585" y="11846"/>
                  <a:pt x="7278" y="10775"/>
                  <a:pt x="7688" y="9357"/>
                </a:cubicBezTo>
                <a:cubicBezTo>
                  <a:pt x="8143" y="9478"/>
                  <a:pt x="8678" y="9576"/>
                  <a:pt x="9184" y="9576"/>
                </a:cubicBezTo>
                <a:cubicBezTo>
                  <a:pt x="9868" y="9576"/>
                  <a:pt x="10499" y="9397"/>
                  <a:pt x="10807" y="8853"/>
                </a:cubicBezTo>
                <a:cubicBezTo>
                  <a:pt x="11374" y="7908"/>
                  <a:pt x="10429" y="6680"/>
                  <a:pt x="9673" y="5892"/>
                </a:cubicBezTo>
                <a:cubicBezTo>
                  <a:pt x="9799" y="5797"/>
                  <a:pt x="9862" y="5671"/>
                  <a:pt x="9988" y="5545"/>
                </a:cubicBezTo>
                <a:cubicBezTo>
                  <a:pt x="10145" y="5640"/>
                  <a:pt x="10271" y="5671"/>
                  <a:pt x="10429" y="5671"/>
                </a:cubicBezTo>
                <a:cubicBezTo>
                  <a:pt x="10775" y="5671"/>
                  <a:pt x="11122" y="5482"/>
                  <a:pt x="11311" y="5167"/>
                </a:cubicBezTo>
                <a:cubicBezTo>
                  <a:pt x="11594" y="4632"/>
                  <a:pt x="11437" y="4002"/>
                  <a:pt x="10933" y="3750"/>
                </a:cubicBezTo>
                <a:cubicBezTo>
                  <a:pt x="10964" y="3466"/>
                  <a:pt x="10901" y="3183"/>
                  <a:pt x="10775" y="2962"/>
                </a:cubicBezTo>
                <a:cubicBezTo>
                  <a:pt x="10457" y="2432"/>
                  <a:pt x="9842" y="2259"/>
                  <a:pt x="9179" y="2259"/>
                </a:cubicBezTo>
                <a:cubicBezTo>
                  <a:pt x="8661" y="2259"/>
                  <a:pt x="8113" y="2365"/>
                  <a:pt x="7656" y="2489"/>
                </a:cubicBezTo>
                <a:cubicBezTo>
                  <a:pt x="7278" y="1072"/>
                  <a:pt x="6585" y="1"/>
                  <a:pt x="56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2" name="Google Shape;5582;p30"/>
          <p:cNvSpPr/>
          <p:nvPr/>
        </p:nvSpPr>
        <p:spPr>
          <a:xfrm>
            <a:off x="6489703" y="3398785"/>
            <a:ext cx="91045" cy="45243"/>
          </a:xfrm>
          <a:custGeom>
            <a:rect b="b" l="l" r="r" t="t"/>
            <a:pathLst>
              <a:path extrusionOk="0" h="1378" w="2773">
                <a:moveTo>
                  <a:pt x="1387" y="0"/>
                </a:moveTo>
                <a:cubicBezTo>
                  <a:pt x="788" y="0"/>
                  <a:pt x="284" y="347"/>
                  <a:pt x="95" y="914"/>
                </a:cubicBezTo>
                <a:cubicBezTo>
                  <a:pt x="0" y="1071"/>
                  <a:pt x="95" y="1260"/>
                  <a:pt x="284" y="1355"/>
                </a:cubicBezTo>
                <a:cubicBezTo>
                  <a:pt x="318" y="1366"/>
                  <a:pt x="352" y="1371"/>
                  <a:pt x="385" y="1371"/>
                </a:cubicBezTo>
                <a:cubicBezTo>
                  <a:pt x="537" y="1371"/>
                  <a:pt x="673" y="1263"/>
                  <a:pt x="725" y="1134"/>
                </a:cubicBezTo>
                <a:cubicBezTo>
                  <a:pt x="788" y="882"/>
                  <a:pt x="1072" y="662"/>
                  <a:pt x="1387" y="662"/>
                </a:cubicBezTo>
                <a:cubicBezTo>
                  <a:pt x="1702" y="662"/>
                  <a:pt x="1922" y="882"/>
                  <a:pt x="2048" y="1134"/>
                </a:cubicBezTo>
                <a:cubicBezTo>
                  <a:pt x="2120" y="1301"/>
                  <a:pt x="2246" y="1378"/>
                  <a:pt x="2371" y="1378"/>
                </a:cubicBezTo>
                <a:cubicBezTo>
                  <a:pt x="2411" y="1378"/>
                  <a:pt x="2451" y="1370"/>
                  <a:pt x="2489" y="1355"/>
                </a:cubicBezTo>
                <a:cubicBezTo>
                  <a:pt x="2678" y="1260"/>
                  <a:pt x="2773" y="1071"/>
                  <a:pt x="2678" y="914"/>
                </a:cubicBezTo>
                <a:cubicBezTo>
                  <a:pt x="2489" y="347"/>
                  <a:pt x="198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3" name="Google Shape;5583;p30"/>
          <p:cNvSpPr/>
          <p:nvPr/>
        </p:nvSpPr>
        <p:spPr>
          <a:xfrm>
            <a:off x="6353159" y="3353249"/>
            <a:ext cx="363095" cy="387949"/>
          </a:xfrm>
          <a:custGeom>
            <a:rect b="b" l="l" r="r" t="t"/>
            <a:pathLst>
              <a:path extrusionOk="0" h="11816" w="11059">
                <a:moveTo>
                  <a:pt x="5546" y="694"/>
                </a:moveTo>
                <a:cubicBezTo>
                  <a:pt x="6743" y="694"/>
                  <a:pt x="7625" y="1608"/>
                  <a:pt x="7625" y="2773"/>
                </a:cubicBezTo>
                <a:lnTo>
                  <a:pt x="7625" y="3120"/>
                </a:lnTo>
                <a:cubicBezTo>
                  <a:pt x="7625" y="3309"/>
                  <a:pt x="7467" y="3466"/>
                  <a:pt x="7278" y="3466"/>
                </a:cubicBezTo>
                <a:lnTo>
                  <a:pt x="5892" y="3466"/>
                </a:lnTo>
                <a:lnTo>
                  <a:pt x="5892" y="3120"/>
                </a:lnTo>
                <a:cubicBezTo>
                  <a:pt x="5892" y="2931"/>
                  <a:pt x="5735" y="2773"/>
                  <a:pt x="5546" y="2773"/>
                </a:cubicBezTo>
                <a:cubicBezTo>
                  <a:pt x="5357" y="2773"/>
                  <a:pt x="5199" y="2931"/>
                  <a:pt x="5199" y="3120"/>
                </a:cubicBezTo>
                <a:lnTo>
                  <a:pt x="5199" y="3466"/>
                </a:lnTo>
                <a:lnTo>
                  <a:pt x="3813" y="3466"/>
                </a:lnTo>
                <a:cubicBezTo>
                  <a:pt x="3624" y="3466"/>
                  <a:pt x="3466" y="3309"/>
                  <a:pt x="3466" y="3120"/>
                </a:cubicBezTo>
                <a:lnTo>
                  <a:pt x="3466" y="2773"/>
                </a:lnTo>
                <a:cubicBezTo>
                  <a:pt x="3466" y="1639"/>
                  <a:pt x="4411" y="694"/>
                  <a:pt x="5546" y="694"/>
                </a:cubicBezTo>
                <a:close/>
                <a:moveTo>
                  <a:pt x="7940" y="4821"/>
                </a:moveTo>
                <a:cubicBezTo>
                  <a:pt x="8160" y="4821"/>
                  <a:pt x="8318" y="4979"/>
                  <a:pt x="8318" y="5168"/>
                </a:cubicBezTo>
                <a:cubicBezTo>
                  <a:pt x="8318" y="5357"/>
                  <a:pt x="8160" y="5514"/>
                  <a:pt x="7940" y="5514"/>
                </a:cubicBezTo>
                <a:lnTo>
                  <a:pt x="3088" y="5514"/>
                </a:lnTo>
                <a:cubicBezTo>
                  <a:pt x="2899" y="5514"/>
                  <a:pt x="2742" y="5357"/>
                  <a:pt x="2742" y="5168"/>
                </a:cubicBezTo>
                <a:cubicBezTo>
                  <a:pt x="2742" y="4979"/>
                  <a:pt x="2899" y="4821"/>
                  <a:pt x="3088" y="4821"/>
                </a:cubicBezTo>
                <a:close/>
                <a:moveTo>
                  <a:pt x="4128" y="6932"/>
                </a:moveTo>
                <a:cubicBezTo>
                  <a:pt x="4317" y="6932"/>
                  <a:pt x="4474" y="7089"/>
                  <a:pt x="4474" y="7310"/>
                </a:cubicBezTo>
                <a:cubicBezTo>
                  <a:pt x="4474" y="7499"/>
                  <a:pt x="4317" y="7656"/>
                  <a:pt x="4128" y="7656"/>
                </a:cubicBezTo>
                <a:lnTo>
                  <a:pt x="3088" y="7656"/>
                </a:lnTo>
                <a:cubicBezTo>
                  <a:pt x="2899" y="7656"/>
                  <a:pt x="2742" y="7499"/>
                  <a:pt x="2742" y="7310"/>
                </a:cubicBezTo>
                <a:cubicBezTo>
                  <a:pt x="2742" y="7089"/>
                  <a:pt x="2899" y="6932"/>
                  <a:pt x="3088" y="6932"/>
                </a:cubicBezTo>
                <a:close/>
                <a:moveTo>
                  <a:pt x="7940" y="6932"/>
                </a:moveTo>
                <a:cubicBezTo>
                  <a:pt x="8160" y="6932"/>
                  <a:pt x="8318" y="7089"/>
                  <a:pt x="8318" y="7310"/>
                </a:cubicBezTo>
                <a:cubicBezTo>
                  <a:pt x="8286" y="7499"/>
                  <a:pt x="8160" y="7656"/>
                  <a:pt x="7940" y="7656"/>
                </a:cubicBezTo>
                <a:lnTo>
                  <a:pt x="6932" y="7656"/>
                </a:lnTo>
                <a:cubicBezTo>
                  <a:pt x="6743" y="7656"/>
                  <a:pt x="6585" y="7499"/>
                  <a:pt x="6585" y="7310"/>
                </a:cubicBezTo>
                <a:cubicBezTo>
                  <a:pt x="6585" y="7089"/>
                  <a:pt x="6743" y="6932"/>
                  <a:pt x="6932" y="6932"/>
                </a:cubicBezTo>
                <a:close/>
                <a:moveTo>
                  <a:pt x="3781" y="8318"/>
                </a:moveTo>
                <a:cubicBezTo>
                  <a:pt x="4002" y="8350"/>
                  <a:pt x="4128" y="8507"/>
                  <a:pt x="4128" y="8665"/>
                </a:cubicBezTo>
                <a:cubicBezTo>
                  <a:pt x="4128" y="8885"/>
                  <a:pt x="3970" y="9043"/>
                  <a:pt x="3781" y="9043"/>
                </a:cubicBezTo>
                <a:lnTo>
                  <a:pt x="3057" y="9043"/>
                </a:lnTo>
                <a:cubicBezTo>
                  <a:pt x="2868" y="9043"/>
                  <a:pt x="2710" y="8885"/>
                  <a:pt x="2710" y="8665"/>
                </a:cubicBezTo>
                <a:cubicBezTo>
                  <a:pt x="2710" y="8476"/>
                  <a:pt x="2868" y="8318"/>
                  <a:pt x="3057" y="8318"/>
                </a:cubicBezTo>
                <a:close/>
                <a:moveTo>
                  <a:pt x="7940" y="8318"/>
                </a:moveTo>
                <a:cubicBezTo>
                  <a:pt x="8160" y="8350"/>
                  <a:pt x="8286" y="8507"/>
                  <a:pt x="8286" y="8665"/>
                </a:cubicBezTo>
                <a:cubicBezTo>
                  <a:pt x="8286" y="8885"/>
                  <a:pt x="8129" y="9043"/>
                  <a:pt x="7940" y="9043"/>
                </a:cubicBezTo>
                <a:lnTo>
                  <a:pt x="7247" y="9043"/>
                </a:lnTo>
                <a:cubicBezTo>
                  <a:pt x="7026" y="9043"/>
                  <a:pt x="6869" y="8885"/>
                  <a:pt x="6869" y="8665"/>
                </a:cubicBezTo>
                <a:cubicBezTo>
                  <a:pt x="6869" y="8476"/>
                  <a:pt x="7026" y="8318"/>
                  <a:pt x="7247" y="8318"/>
                </a:cubicBezTo>
                <a:close/>
                <a:moveTo>
                  <a:pt x="2868" y="2049"/>
                </a:moveTo>
                <a:lnTo>
                  <a:pt x="2868" y="2049"/>
                </a:lnTo>
                <a:cubicBezTo>
                  <a:pt x="2805" y="2332"/>
                  <a:pt x="2805" y="2521"/>
                  <a:pt x="2805" y="2805"/>
                </a:cubicBezTo>
                <a:cubicBezTo>
                  <a:pt x="2395" y="2962"/>
                  <a:pt x="2080" y="3309"/>
                  <a:pt x="2080" y="3781"/>
                </a:cubicBezTo>
                <a:lnTo>
                  <a:pt x="2080" y="8665"/>
                </a:lnTo>
                <a:cubicBezTo>
                  <a:pt x="2080" y="9263"/>
                  <a:pt x="2553" y="9704"/>
                  <a:pt x="3088" y="9704"/>
                </a:cubicBezTo>
                <a:lnTo>
                  <a:pt x="5199" y="9704"/>
                </a:lnTo>
                <a:lnTo>
                  <a:pt x="5199" y="7247"/>
                </a:lnTo>
                <a:cubicBezTo>
                  <a:pt x="5199" y="7058"/>
                  <a:pt x="5357" y="6900"/>
                  <a:pt x="5546" y="6900"/>
                </a:cubicBezTo>
                <a:cubicBezTo>
                  <a:pt x="5735" y="6900"/>
                  <a:pt x="5892" y="7058"/>
                  <a:pt x="5892" y="7247"/>
                </a:cubicBezTo>
                <a:lnTo>
                  <a:pt x="5892" y="9704"/>
                </a:lnTo>
                <a:lnTo>
                  <a:pt x="8003" y="9704"/>
                </a:lnTo>
                <a:cubicBezTo>
                  <a:pt x="8570" y="9704"/>
                  <a:pt x="9011" y="9232"/>
                  <a:pt x="9011" y="8665"/>
                </a:cubicBezTo>
                <a:lnTo>
                  <a:pt x="9011" y="3844"/>
                </a:lnTo>
                <a:cubicBezTo>
                  <a:pt x="9011" y="3372"/>
                  <a:pt x="8728" y="2994"/>
                  <a:pt x="8318" y="2836"/>
                </a:cubicBezTo>
                <a:cubicBezTo>
                  <a:pt x="8318" y="2584"/>
                  <a:pt x="8318" y="2364"/>
                  <a:pt x="8223" y="2112"/>
                </a:cubicBezTo>
                <a:lnTo>
                  <a:pt x="8223" y="2112"/>
                </a:lnTo>
                <a:cubicBezTo>
                  <a:pt x="9043" y="2269"/>
                  <a:pt x="9736" y="2962"/>
                  <a:pt x="9736" y="3844"/>
                </a:cubicBezTo>
                <a:lnTo>
                  <a:pt x="9736" y="8696"/>
                </a:lnTo>
                <a:cubicBezTo>
                  <a:pt x="9736" y="9641"/>
                  <a:pt x="8948" y="10429"/>
                  <a:pt x="8003" y="10429"/>
                </a:cubicBezTo>
                <a:lnTo>
                  <a:pt x="3151" y="10429"/>
                </a:lnTo>
                <a:cubicBezTo>
                  <a:pt x="2206" y="10429"/>
                  <a:pt x="1418" y="9641"/>
                  <a:pt x="1418" y="8696"/>
                </a:cubicBezTo>
                <a:lnTo>
                  <a:pt x="1418" y="3781"/>
                </a:lnTo>
                <a:lnTo>
                  <a:pt x="1355" y="3781"/>
                </a:lnTo>
                <a:cubicBezTo>
                  <a:pt x="1355" y="2931"/>
                  <a:pt x="1985" y="2206"/>
                  <a:pt x="2868" y="2049"/>
                </a:cubicBezTo>
                <a:close/>
                <a:moveTo>
                  <a:pt x="3088" y="1"/>
                </a:moveTo>
                <a:cubicBezTo>
                  <a:pt x="1355" y="1"/>
                  <a:pt x="1" y="1419"/>
                  <a:pt x="1" y="3120"/>
                </a:cubicBezTo>
                <a:lnTo>
                  <a:pt x="1" y="8728"/>
                </a:lnTo>
                <a:cubicBezTo>
                  <a:pt x="1" y="10397"/>
                  <a:pt x="1355" y="11815"/>
                  <a:pt x="3088" y="11815"/>
                </a:cubicBezTo>
                <a:lnTo>
                  <a:pt x="7940" y="11815"/>
                </a:lnTo>
                <a:cubicBezTo>
                  <a:pt x="9673" y="11815"/>
                  <a:pt x="11059" y="10397"/>
                  <a:pt x="11059" y="8728"/>
                </a:cubicBezTo>
                <a:lnTo>
                  <a:pt x="11059" y="3120"/>
                </a:lnTo>
                <a:cubicBezTo>
                  <a:pt x="11059" y="1387"/>
                  <a:pt x="9641" y="1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4" name="Google Shape;5584;p30"/>
          <p:cNvSpPr/>
          <p:nvPr/>
        </p:nvSpPr>
        <p:spPr>
          <a:xfrm>
            <a:off x="6475207" y="4010690"/>
            <a:ext cx="115866" cy="85890"/>
          </a:xfrm>
          <a:custGeom>
            <a:rect b="b" l="l" r="r" t="t"/>
            <a:pathLst>
              <a:path extrusionOk="0" h="2616" w="3529">
                <a:moveTo>
                  <a:pt x="725" y="1"/>
                </a:moveTo>
                <a:cubicBezTo>
                  <a:pt x="315" y="1"/>
                  <a:pt x="0" y="347"/>
                  <a:pt x="0" y="725"/>
                </a:cubicBezTo>
                <a:cubicBezTo>
                  <a:pt x="0" y="1356"/>
                  <a:pt x="1040" y="2049"/>
                  <a:pt x="1733" y="2616"/>
                </a:cubicBezTo>
                <a:cubicBezTo>
                  <a:pt x="2458" y="2017"/>
                  <a:pt x="3466" y="1356"/>
                  <a:pt x="3466" y="725"/>
                </a:cubicBezTo>
                <a:cubicBezTo>
                  <a:pt x="3529" y="410"/>
                  <a:pt x="3277" y="1"/>
                  <a:pt x="2804" y="1"/>
                </a:cubicBezTo>
                <a:cubicBezTo>
                  <a:pt x="2300" y="1"/>
                  <a:pt x="2111" y="599"/>
                  <a:pt x="2111" y="599"/>
                </a:cubicBezTo>
                <a:cubicBezTo>
                  <a:pt x="2063" y="745"/>
                  <a:pt x="1906" y="824"/>
                  <a:pt x="1753" y="824"/>
                </a:cubicBezTo>
                <a:cubicBezTo>
                  <a:pt x="1607" y="824"/>
                  <a:pt x="1464" y="753"/>
                  <a:pt x="1418" y="599"/>
                </a:cubicBezTo>
                <a:cubicBezTo>
                  <a:pt x="1418" y="568"/>
                  <a:pt x="1229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5" name="Google Shape;5585;p30"/>
          <p:cNvSpPr/>
          <p:nvPr/>
        </p:nvSpPr>
        <p:spPr>
          <a:xfrm>
            <a:off x="6341782" y="3851427"/>
            <a:ext cx="385848" cy="383779"/>
          </a:xfrm>
          <a:custGeom>
            <a:rect b="b" l="l" r="r" t="t"/>
            <a:pathLst>
              <a:path extrusionOk="0" h="11689" w="11752">
                <a:moveTo>
                  <a:pt x="6837" y="4159"/>
                </a:moveTo>
                <a:cubicBezTo>
                  <a:pt x="7624" y="4159"/>
                  <a:pt x="8223" y="4789"/>
                  <a:pt x="8223" y="5576"/>
                </a:cubicBezTo>
                <a:cubicBezTo>
                  <a:pt x="8254" y="6616"/>
                  <a:pt x="7309" y="7183"/>
                  <a:pt x="6049" y="8223"/>
                </a:cubicBezTo>
                <a:cubicBezTo>
                  <a:pt x="5986" y="8286"/>
                  <a:pt x="5907" y="8317"/>
                  <a:pt x="5829" y="8317"/>
                </a:cubicBezTo>
                <a:cubicBezTo>
                  <a:pt x="5750" y="8317"/>
                  <a:pt x="5671" y="8286"/>
                  <a:pt x="5608" y="8223"/>
                </a:cubicBezTo>
                <a:cubicBezTo>
                  <a:pt x="4348" y="7183"/>
                  <a:pt x="3403" y="6585"/>
                  <a:pt x="3403" y="5576"/>
                </a:cubicBezTo>
                <a:cubicBezTo>
                  <a:pt x="3403" y="4789"/>
                  <a:pt x="4033" y="4159"/>
                  <a:pt x="4789" y="4159"/>
                </a:cubicBezTo>
                <a:cubicBezTo>
                  <a:pt x="5293" y="4159"/>
                  <a:pt x="5608" y="4411"/>
                  <a:pt x="5797" y="4663"/>
                </a:cubicBezTo>
                <a:cubicBezTo>
                  <a:pt x="6018" y="4411"/>
                  <a:pt x="6364" y="4159"/>
                  <a:pt x="6837" y="4159"/>
                </a:cubicBezTo>
                <a:close/>
                <a:moveTo>
                  <a:pt x="4474" y="0"/>
                </a:moveTo>
                <a:cubicBezTo>
                  <a:pt x="3875" y="0"/>
                  <a:pt x="3466" y="473"/>
                  <a:pt x="3466" y="1008"/>
                </a:cubicBezTo>
                <a:lnTo>
                  <a:pt x="3466" y="3466"/>
                </a:lnTo>
                <a:lnTo>
                  <a:pt x="1008" y="3466"/>
                </a:lnTo>
                <a:cubicBezTo>
                  <a:pt x="410" y="3466"/>
                  <a:pt x="0" y="3938"/>
                  <a:pt x="0" y="4474"/>
                </a:cubicBezTo>
                <a:lnTo>
                  <a:pt x="0" y="7246"/>
                </a:lnTo>
                <a:cubicBezTo>
                  <a:pt x="0" y="7813"/>
                  <a:pt x="473" y="8254"/>
                  <a:pt x="1008" y="8254"/>
                </a:cubicBezTo>
                <a:lnTo>
                  <a:pt x="3466" y="8254"/>
                </a:lnTo>
                <a:lnTo>
                  <a:pt x="3466" y="10649"/>
                </a:lnTo>
                <a:cubicBezTo>
                  <a:pt x="3466" y="11247"/>
                  <a:pt x="3938" y="11688"/>
                  <a:pt x="4474" y="11688"/>
                </a:cubicBezTo>
                <a:lnTo>
                  <a:pt x="7246" y="11688"/>
                </a:lnTo>
                <a:cubicBezTo>
                  <a:pt x="7813" y="11688"/>
                  <a:pt x="8254" y="11216"/>
                  <a:pt x="8254" y="10649"/>
                </a:cubicBezTo>
                <a:lnTo>
                  <a:pt x="8254" y="8254"/>
                </a:lnTo>
                <a:lnTo>
                  <a:pt x="10680" y="8254"/>
                </a:lnTo>
                <a:cubicBezTo>
                  <a:pt x="11279" y="8254"/>
                  <a:pt x="11720" y="7782"/>
                  <a:pt x="11720" y="7246"/>
                </a:cubicBezTo>
                <a:lnTo>
                  <a:pt x="11720" y="4474"/>
                </a:lnTo>
                <a:cubicBezTo>
                  <a:pt x="11751" y="3938"/>
                  <a:pt x="11279" y="3466"/>
                  <a:pt x="10680" y="3466"/>
                </a:cubicBezTo>
                <a:lnTo>
                  <a:pt x="8254" y="3466"/>
                </a:lnTo>
                <a:lnTo>
                  <a:pt x="8254" y="1008"/>
                </a:lnTo>
                <a:cubicBezTo>
                  <a:pt x="8254" y="410"/>
                  <a:pt x="7782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6" name="Google Shape;5586;p30"/>
          <p:cNvSpPr/>
          <p:nvPr/>
        </p:nvSpPr>
        <p:spPr>
          <a:xfrm>
            <a:off x="8513656" y="3353528"/>
            <a:ext cx="184125" cy="387424"/>
          </a:xfrm>
          <a:custGeom>
            <a:rect b="b" l="l" r="r" t="t"/>
            <a:pathLst>
              <a:path extrusionOk="0" h="11800" w="5608">
                <a:moveTo>
                  <a:pt x="1465" y="2908"/>
                </a:moveTo>
                <a:cubicBezTo>
                  <a:pt x="1552" y="2908"/>
                  <a:pt x="1638" y="2931"/>
                  <a:pt x="1701" y="2979"/>
                </a:cubicBezTo>
                <a:cubicBezTo>
                  <a:pt x="1827" y="3105"/>
                  <a:pt x="1827" y="3357"/>
                  <a:pt x="1701" y="3451"/>
                </a:cubicBezTo>
                <a:cubicBezTo>
                  <a:pt x="1292" y="3861"/>
                  <a:pt x="1292" y="4522"/>
                  <a:pt x="1701" y="4932"/>
                </a:cubicBezTo>
                <a:cubicBezTo>
                  <a:pt x="1827" y="5026"/>
                  <a:pt x="1827" y="5279"/>
                  <a:pt x="1701" y="5373"/>
                </a:cubicBezTo>
                <a:cubicBezTo>
                  <a:pt x="1632" y="5477"/>
                  <a:pt x="1544" y="5524"/>
                  <a:pt x="1452" y="5524"/>
                </a:cubicBezTo>
                <a:cubicBezTo>
                  <a:pt x="1377" y="5524"/>
                  <a:pt x="1300" y="5493"/>
                  <a:pt x="1229" y="5436"/>
                </a:cubicBezTo>
                <a:cubicBezTo>
                  <a:pt x="567" y="4774"/>
                  <a:pt x="567" y="3672"/>
                  <a:pt x="1229" y="2979"/>
                </a:cubicBezTo>
                <a:cubicBezTo>
                  <a:pt x="1292" y="2931"/>
                  <a:pt x="1378" y="2908"/>
                  <a:pt x="1465" y="2908"/>
                </a:cubicBezTo>
                <a:close/>
                <a:moveTo>
                  <a:pt x="2461" y="7313"/>
                </a:moveTo>
                <a:cubicBezTo>
                  <a:pt x="2532" y="7313"/>
                  <a:pt x="2605" y="7318"/>
                  <a:pt x="2678" y="7326"/>
                </a:cubicBezTo>
                <a:cubicBezTo>
                  <a:pt x="2867" y="7358"/>
                  <a:pt x="3025" y="7515"/>
                  <a:pt x="2993" y="7704"/>
                </a:cubicBezTo>
                <a:cubicBezTo>
                  <a:pt x="2962" y="7925"/>
                  <a:pt x="2804" y="8019"/>
                  <a:pt x="2615" y="8019"/>
                </a:cubicBezTo>
                <a:cubicBezTo>
                  <a:pt x="2579" y="8016"/>
                  <a:pt x="2543" y="8014"/>
                  <a:pt x="2507" y="8014"/>
                </a:cubicBezTo>
                <a:cubicBezTo>
                  <a:pt x="1947" y="8014"/>
                  <a:pt x="1418" y="8467"/>
                  <a:pt x="1418" y="9059"/>
                </a:cubicBezTo>
                <a:cubicBezTo>
                  <a:pt x="1418" y="9248"/>
                  <a:pt x="1260" y="9406"/>
                  <a:pt x="1071" y="9406"/>
                </a:cubicBezTo>
                <a:cubicBezTo>
                  <a:pt x="882" y="9406"/>
                  <a:pt x="725" y="9248"/>
                  <a:pt x="725" y="9059"/>
                </a:cubicBezTo>
                <a:cubicBezTo>
                  <a:pt x="725" y="8091"/>
                  <a:pt x="1490" y="7313"/>
                  <a:pt x="2461" y="7313"/>
                </a:cubicBezTo>
                <a:close/>
                <a:moveTo>
                  <a:pt x="1060" y="0"/>
                </a:moveTo>
                <a:cubicBezTo>
                  <a:pt x="689" y="0"/>
                  <a:pt x="327" y="130"/>
                  <a:pt x="0" y="364"/>
                </a:cubicBezTo>
                <a:lnTo>
                  <a:pt x="0" y="5247"/>
                </a:lnTo>
                <a:cubicBezTo>
                  <a:pt x="0" y="5814"/>
                  <a:pt x="473" y="6255"/>
                  <a:pt x="1040" y="6255"/>
                </a:cubicBezTo>
                <a:cubicBezTo>
                  <a:pt x="1229" y="6255"/>
                  <a:pt x="1386" y="6413"/>
                  <a:pt x="1386" y="6602"/>
                </a:cubicBezTo>
                <a:cubicBezTo>
                  <a:pt x="1386" y="6822"/>
                  <a:pt x="1229" y="6948"/>
                  <a:pt x="1040" y="6948"/>
                </a:cubicBezTo>
                <a:cubicBezTo>
                  <a:pt x="630" y="6948"/>
                  <a:pt x="284" y="6854"/>
                  <a:pt x="0" y="6602"/>
                </a:cubicBezTo>
                <a:lnTo>
                  <a:pt x="0" y="11453"/>
                </a:lnTo>
                <a:cubicBezTo>
                  <a:pt x="284" y="11705"/>
                  <a:pt x="630" y="11800"/>
                  <a:pt x="1040" y="11800"/>
                </a:cubicBezTo>
                <a:cubicBezTo>
                  <a:pt x="1733" y="11800"/>
                  <a:pt x="2363" y="11359"/>
                  <a:pt x="2647" y="10760"/>
                </a:cubicBezTo>
                <a:cubicBezTo>
                  <a:pt x="3497" y="10634"/>
                  <a:pt x="4190" y="9910"/>
                  <a:pt x="4190" y="9028"/>
                </a:cubicBezTo>
                <a:cubicBezTo>
                  <a:pt x="4190" y="8902"/>
                  <a:pt x="4159" y="8776"/>
                  <a:pt x="4159" y="8618"/>
                </a:cubicBezTo>
                <a:cubicBezTo>
                  <a:pt x="4505" y="8555"/>
                  <a:pt x="4820" y="8397"/>
                  <a:pt x="5104" y="8145"/>
                </a:cubicBezTo>
                <a:cubicBezTo>
                  <a:pt x="5419" y="7830"/>
                  <a:pt x="5608" y="7389"/>
                  <a:pt x="5608" y="6917"/>
                </a:cubicBezTo>
                <a:cubicBezTo>
                  <a:pt x="5608" y="6539"/>
                  <a:pt x="5482" y="6192"/>
                  <a:pt x="5261" y="5909"/>
                </a:cubicBezTo>
                <a:cubicBezTo>
                  <a:pt x="5482" y="5594"/>
                  <a:pt x="5608" y="5247"/>
                  <a:pt x="5608" y="4869"/>
                </a:cubicBezTo>
                <a:cubicBezTo>
                  <a:pt x="5608" y="4396"/>
                  <a:pt x="5387" y="3987"/>
                  <a:pt x="5072" y="3672"/>
                </a:cubicBezTo>
                <a:cubicBezTo>
                  <a:pt x="4852" y="3420"/>
                  <a:pt x="4505" y="3262"/>
                  <a:pt x="4127" y="3199"/>
                </a:cubicBezTo>
                <a:cubicBezTo>
                  <a:pt x="4253" y="2632"/>
                  <a:pt x="4096" y="2002"/>
                  <a:pt x="3655" y="1561"/>
                </a:cubicBezTo>
                <a:cubicBezTo>
                  <a:pt x="3403" y="1309"/>
                  <a:pt x="3025" y="1120"/>
                  <a:pt x="2647" y="1088"/>
                </a:cubicBezTo>
                <a:cubicBezTo>
                  <a:pt x="2394" y="584"/>
                  <a:pt x="1985" y="143"/>
                  <a:pt x="1449" y="49"/>
                </a:cubicBezTo>
                <a:cubicBezTo>
                  <a:pt x="1319" y="16"/>
                  <a:pt x="1189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7" name="Google Shape;5587;p30"/>
          <p:cNvSpPr/>
          <p:nvPr/>
        </p:nvSpPr>
        <p:spPr>
          <a:xfrm>
            <a:off x="8307806" y="3353495"/>
            <a:ext cx="183107" cy="386439"/>
          </a:xfrm>
          <a:custGeom>
            <a:rect b="b" l="l" r="r" t="t"/>
            <a:pathLst>
              <a:path extrusionOk="0" h="11770" w="5577">
                <a:moveTo>
                  <a:pt x="4187" y="2948"/>
                </a:moveTo>
                <a:cubicBezTo>
                  <a:pt x="4277" y="2948"/>
                  <a:pt x="4364" y="2980"/>
                  <a:pt x="4411" y="3043"/>
                </a:cubicBezTo>
                <a:cubicBezTo>
                  <a:pt x="5104" y="3673"/>
                  <a:pt x="5104" y="4775"/>
                  <a:pt x="4411" y="5437"/>
                </a:cubicBezTo>
                <a:cubicBezTo>
                  <a:pt x="4364" y="5500"/>
                  <a:pt x="4277" y="5532"/>
                  <a:pt x="4187" y="5532"/>
                </a:cubicBezTo>
                <a:cubicBezTo>
                  <a:pt x="4096" y="5532"/>
                  <a:pt x="4002" y="5500"/>
                  <a:pt x="3939" y="5437"/>
                </a:cubicBezTo>
                <a:cubicBezTo>
                  <a:pt x="3844" y="5311"/>
                  <a:pt x="3844" y="5090"/>
                  <a:pt x="3939" y="4964"/>
                </a:cubicBezTo>
                <a:cubicBezTo>
                  <a:pt x="4348" y="4555"/>
                  <a:pt x="4348" y="3893"/>
                  <a:pt x="3939" y="3515"/>
                </a:cubicBezTo>
                <a:cubicBezTo>
                  <a:pt x="3844" y="3389"/>
                  <a:pt x="3844" y="3137"/>
                  <a:pt x="3939" y="3043"/>
                </a:cubicBezTo>
                <a:cubicBezTo>
                  <a:pt x="4002" y="2980"/>
                  <a:pt x="4096" y="2948"/>
                  <a:pt x="4187" y="2948"/>
                </a:cubicBezTo>
                <a:close/>
                <a:moveTo>
                  <a:pt x="3148" y="7314"/>
                </a:moveTo>
                <a:cubicBezTo>
                  <a:pt x="4123" y="7314"/>
                  <a:pt x="4915" y="8092"/>
                  <a:pt x="4915" y="9060"/>
                </a:cubicBezTo>
                <a:cubicBezTo>
                  <a:pt x="4915" y="9249"/>
                  <a:pt x="4726" y="9407"/>
                  <a:pt x="4537" y="9407"/>
                </a:cubicBezTo>
                <a:cubicBezTo>
                  <a:pt x="4348" y="9407"/>
                  <a:pt x="4191" y="9249"/>
                  <a:pt x="4191" y="9060"/>
                </a:cubicBezTo>
                <a:cubicBezTo>
                  <a:pt x="4191" y="8468"/>
                  <a:pt x="3662" y="8015"/>
                  <a:pt x="3101" y="8015"/>
                </a:cubicBezTo>
                <a:cubicBezTo>
                  <a:pt x="3066" y="8015"/>
                  <a:pt x="3030" y="8017"/>
                  <a:pt x="2994" y="8020"/>
                </a:cubicBezTo>
                <a:cubicBezTo>
                  <a:pt x="2968" y="8029"/>
                  <a:pt x="2944" y="8033"/>
                  <a:pt x="2920" y="8033"/>
                </a:cubicBezTo>
                <a:cubicBezTo>
                  <a:pt x="2765" y="8033"/>
                  <a:pt x="2643" y="7869"/>
                  <a:pt x="2616" y="7705"/>
                </a:cubicBezTo>
                <a:cubicBezTo>
                  <a:pt x="2584" y="7516"/>
                  <a:pt x="2742" y="7359"/>
                  <a:pt x="2931" y="7327"/>
                </a:cubicBezTo>
                <a:cubicBezTo>
                  <a:pt x="3004" y="7319"/>
                  <a:pt x="3077" y="7314"/>
                  <a:pt x="3148" y="7314"/>
                </a:cubicBezTo>
                <a:close/>
                <a:moveTo>
                  <a:pt x="4581" y="0"/>
                </a:moveTo>
                <a:cubicBezTo>
                  <a:pt x="4444" y="0"/>
                  <a:pt x="4303" y="16"/>
                  <a:pt x="4159" y="50"/>
                </a:cubicBezTo>
                <a:cubicBezTo>
                  <a:pt x="3592" y="144"/>
                  <a:pt x="3214" y="585"/>
                  <a:pt x="2962" y="1089"/>
                </a:cubicBezTo>
                <a:cubicBezTo>
                  <a:pt x="2584" y="1152"/>
                  <a:pt x="2206" y="1310"/>
                  <a:pt x="1954" y="1562"/>
                </a:cubicBezTo>
                <a:cubicBezTo>
                  <a:pt x="1513" y="2003"/>
                  <a:pt x="1355" y="2633"/>
                  <a:pt x="1481" y="3200"/>
                </a:cubicBezTo>
                <a:cubicBezTo>
                  <a:pt x="1135" y="3232"/>
                  <a:pt x="820" y="3389"/>
                  <a:pt x="536" y="3673"/>
                </a:cubicBezTo>
                <a:cubicBezTo>
                  <a:pt x="221" y="3988"/>
                  <a:pt x="1" y="4397"/>
                  <a:pt x="1" y="4870"/>
                </a:cubicBezTo>
                <a:cubicBezTo>
                  <a:pt x="1" y="5280"/>
                  <a:pt x="127" y="5626"/>
                  <a:pt x="379" y="5910"/>
                </a:cubicBezTo>
                <a:cubicBezTo>
                  <a:pt x="127" y="6225"/>
                  <a:pt x="1" y="6571"/>
                  <a:pt x="1" y="6918"/>
                </a:cubicBezTo>
                <a:cubicBezTo>
                  <a:pt x="1" y="7390"/>
                  <a:pt x="221" y="7831"/>
                  <a:pt x="536" y="8146"/>
                </a:cubicBezTo>
                <a:cubicBezTo>
                  <a:pt x="788" y="8430"/>
                  <a:pt x="1135" y="8588"/>
                  <a:pt x="1481" y="8619"/>
                </a:cubicBezTo>
                <a:cubicBezTo>
                  <a:pt x="1229" y="9690"/>
                  <a:pt x="1985" y="10604"/>
                  <a:pt x="2931" y="10698"/>
                </a:cubicBezTo>
                <a:cubicBezTo>
                  <a:pt x="3214" y="11328"/>
                  <a:pt x="3781" y="11769"/>
                  <a:pt x="4537" y="11769"/>
                </a:cubicBezTo>
                <a:cubicBezTo>
                  <a:pt x="4947" y="11769"/>
                  <a:pt x="5293" y="11612"/>
                  <a:pt x="5577" y="11423"/>
                </a:cubicBezTo>
                <a:lnTo>
                  <a:pt x="5577" y="6571"/>
                </a:lnTo>
                <a:cubicBezTo>
                  <a:pt x="5293" y="6823"/>
                  <a:pt x="4947" y="6918"/>
                  <a:pt x="4537" y="6918"/>
                </a:cubicBezTo>
                <a:cubicBezTo>
                  <a:pt x="4348" y="6918"/>
                  <a:pt x="4191" y="6760"/>
                  <a:pt x="4191" y="6571"/>
                </a:cubicBezTo>
                <a:cubicBezTo>
                  <a:pt x="4191" y="6382"/>
                  <a:pt x="4348" y="6225"/>
                  <a:pt x="4537" y="6225"/>
                </a:cubicBezTo>
                <a:cubicBezTo>
                  <a:pt x="5136" y="6225"/>
                  <a:pt x="5577" y="5752"/>
                  <a:pt x="5577" y="5185"/>
                </a:cubicBezTo>
                <a:lnTo>
                  <a:pt x="5577" y="302"/>
                </a:lnTo>
                <a:cubicBezTo>
                  <a:pt x="5300" y="117"/>
                  <a:pt x="4956" y="0"/>
                  <a:pt x="45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8" name="Google Shape;5588;p30"/>
          <p:cNvSpPr/>
          <p:nvPr/>
        </p:nvSpPr>
        <p:spPr>
          <a:xfrm>
            <a:off x="6135746" y="1457438"/>
            <a:ext cx="23804" cy="23836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99" y="663"/>
                  <a:pt x="725" y="505"/>
                  <a:pt x="725" y="347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9" name="Google Shape;5589;p30"/>
          <p:cNvSpPr/>
          <p:nvPr/>
        </p:nvSpPr>
        <p:spPr>
          <a:xfrm>
            <a:off x="59775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32" y="1922"/>
                  <a:pt x="158" y="2080"/>
                  <a:pt x="347" y="2080"/>
                </a:cubicBezTo>
                <a:cubicBezTo>
                  <a:pt x="536" y="2080"/>
                  <a:pt x="693" y="1922"/>
                  <a:pt x="693" y="1733"/>
                </a:cubicBezTo>
                <a:lnTo>
                  <a:pt x="693" y="1386"/>
                </a:lnTo>
                <a:lnTo>
                  <a:pt x="1040" y="1386"/>
                </a:lnTo>
                <a:cubicBezTo>
                  <a:pt x="1260" y="1386"/>
                  <a:pt x="1418" y="1544"/>
                  <a:pt x="1418" y="1733"/>
                </a:cubicBezTo>
                <a:lnTo>
                  <a:pt x="1418" y="2899"/>
                </a:lnTo>
                <a:cubicBezTo>
                  <a:pt x="1197" y="3025"/>
                  <a:pt x="1040" y="3277"/>
                  <a:pt x="1040" y="3497"/>
                </a:cubicBezTo>
                <a:lnTo>
                  <a:pt x="1040" y="4222"/>
                </a:lnTo>
                <a:lnTo>
                  <a:pt x="2426" y="4222"/>
                </a:lnTo>
                <a:lnTo>
                  <a:pt x="2426" y="3497"/>
                </a:lnTo>
                <a:cubicBezTo>
                  <a:pt x="2426" y="3214"/>
                  <a:pt x="2268" y="3025"/>
                  <a:pt x="2079" y="2899"/>
                </a:cubicBezTo>
                <a:lnTo>
                  <a:pt x="2079" y="1733"/>
                </a:lnTo>
                <a:cubicBezTo>
                  <a:pt x="2079" y="1134"/>
                  <a:pt x="1607" y="693"/>
                  <a:pt x="1040" y="693"/>
                </a:cubicBezTo>
                <a:lnTo>
                  <a:pt x="693" y="693"/>
                </a:ln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0" name="Google Shape;5590;p30"/>
          <p:cNvSpPr/>
          <p:nvPr/>
        </p:nvSpPr>
        <p:spPr>
          <a:xfrm>
            <a:off x="58751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2079" y="0"/>
                </a:moveTo>
                <a:cubicBezTo>
                  <a:pt x="1890" y="0"/>
                  <a:pt x="1733" y="158"/>
                  <a:pt x="1733" y="347"/>
                </a:cubicBezTo>
                <a:lnTo>
                  <a:pt x="1733" y="693"/>
                </a:lnTo>
                <a:lnTo>
                  <a:pt x="1386" y="693"/>
                </a:lnTo>
                <a:cubicBezTo>
                  <a:pt x="788" y="693"/>
                  <a:pt x="347" y="1166"/>
                  <a:pt x="347" y="1733"/>
                </a:cubicBezTo>
                <a:lnTo>
                  <a:pt x="347" y="2899"/>
                </a:lnTo>
                <a:cubicBezTo>
                  <a:pt x="158" y="3025"/>
                  <a:pt x="0" y="3277"/>
                  <a:pt x="0" y="3497"/>
                </a:cubicBezTo>
                <a:lnTo>
                  <a:pt x="0" y="4222"/>
                </a:lnTo>
                <a:lnTo>
                  <a:pt x="1386" y="4222"/>
                </a:lnTo>
                <a:lnTo>
                  <a:pt x="1386" y="3497"/>
                </a:lnTo>
                <a:cubicBezTo>
                  <a:pt x="1386" y="3214"/>
                  <a:pt x="1229" y="3025"/>
                  <a:pt x="1008" y="2899"/>
                </a:cubicBezTo>
                <a:lnTo>
                  <a:pt x="1008" y="1733"/>
                </a:lnTo>
                <a:cubicBezTo>
                  <a:pt x="1008" y="1544"/>
                  <a:pt x="1166" y="1386"/>
                  <a:pt x="1386" y="1386"/>
                </a:cubicBezTo>
                <a:lnTo>
                  <a:pt x="1733" y="1386"/>
                </a:lnTo>
                <a:lnTo>
                  <a:pt x="1733" y="1733"/>
                </a:lnTo>
                <a:cubicBezTo>
                  <a:pt x="1733" y="1922"/>
                  <a:pt x="1890" y="2080"/>
                  <a:pt x="2079" y="2080"/>
                </a:cubicBezTo>
                <a:cubicBezTo>
                  <a:pt x="2268" y="2080"/>
                  <a:pt x="2426" y="1922"/>
                  <a:pt x="2426" y="1733"/>
                </a:cubicBezTo>
                <a:lnTo>
                  <a:pt x="2426" y="347"/>
                </a:lnTo>
                <a:cubicBezTo>
                  <a:pt x="2426" y="158"/>
                  <a:pt x="2268" y="0"/>
                  <a:pt x="20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1" name="Google Shape;5591;p30"/>
          <p:cNvSpPr/>
          <p:nvPr/>
        </p:nvSpPr>
        <p:spPr>
          <a:xfrm>
            <a:off x="5875101" y="1411934"/>
            <a:ext cx="329999" cy="272083"/>
          </a:xfrm>
          <a:custGeom>
            <a:rect b="b" l="l" r="r" t="t"/>
            <a:pathLst>
              <a:path extrusionOk="0" h="8287" w="10051">
                <a:moveTo>
                  <a:pt x="8317" y="725"/>
                </a:moveTo>
                <a:cubicBezTo>
                  <a:pt x="8885" y="725"/>
                  <a:pt x="9326" y="1198"/>
                  <a:pt x="9326" y="1733"/>
                </a:cubicBezTo>
                <a:cubicBezTo>
                  <a:pt x="9326" y="2332"/>
                  <a:pt x="8853" y="2773"/>
                  <a:pt x="8317" y="2773"/>
                </a:cubicBezTo>
                <a:cubicBezTo>
                  <a:pt x="7750" y="2773"/>
                  <a:pt x="7278" y="2301"/>
                  <a:pt x="7278" y="1733"/>
                </a:cubicBezTo>
                <a:cubicBezTo>
                  <a:pt x="7278" y="1166"/>
                  <a:pt x="7750" y="725"/>
                  <a:pt x="8317" y="725"/>
                </a:cubicBezTo>
                <a:close/>
                <a:moveTo>
                  <a:pt x="8317" y="1"/>
                </a:moveTo>
                <a:cubicBezTo>
                  <a:pt x="7372" y="1"/>
                  <a:pt x="6585" y="788"/>
                  <a:pt x="6585" y="1733"/>
                </a:cubicBezTo>
                <a:cubicBezTo>
                  <a:pt x="6585" y="2584"/>
                  <a:pt x="7152" y="3277"/>
                  <a:pt x="7939" y="3435"/>
                </a:cubicBezTo>
                <a:lnTo>
                  <a:pt x="7939" y="5199"/>
                </a:lnTo>
                <a:cubicBezTo>
                  <a:pt x="7939" y="6554"/>
                  <a:pt x="6837" y="7656"/>
                  <a:pt x="5513" y="7656"/>
                </a:cubicBezTo>
                <a:cubicBezTo>
                  <a:pt x="4190" y="7656"/>
                  <a:pt x="3088" y="6554"/>
                  <a:pt x="3088" y="5199"/>
                </a:cubicBezTo>
                <a:lnTo>
                  <a:pt x="3088" y="4506"/>
                </a:lnTo>
                <a:lnTo>
                  <a:pt x="3088" y="4443"/>
                </a:lnTo>
                <a:cubicBezTo>
                  <a:pt x="4316" y="4317"/>
                  <a:pt x="5324" y="3309"/>
                  <a:pt x="5482" y="2049"/>
                </a:cubicBezTo>
                <a:cubicBezTo>
                  <a:pt x="5513" y="1797"/>
                  <a:pt x="5513" y="1891"/>
                  <a:pt x="5513" y="1355"/>
                </a:cubicBezTo>
                <a:lnTo>
                  <a:pt x="4127" y="1355"/>
                </a:lnTo>
                <a:cubicBezTo>
                  <a:pt x="4127" y="1607"/>
                  <a:pt x="4127" y="1765"/>
                  <a:pt x="4096" y="2049"/>
                </a:cubicBezTo>
                <a:cubicBezTo>
                  <a:pt x="3938" y="2710"/>
                  <a:pt x="3340" y="3088"/>
                  <a:pt x="2741" y="3088"/>
                </a:cubicBezTo>
                <a:cubicBezTo>
                  <a:pt x="2174" y="3088"/>
                  <a:pt x="1575" y="2773"/>
                  <a:pt x="1418" y="2049"/>
                </a:cubicBezTo>
                <a:cubicBezTo>
                  <a:pt x="1386" y="1828"/>
                  <a:pt x="1386" y="1607"/>
                  <a:pt x="1386" y="1355"/>
                </a:cubicBezTo>
                <a:lnTo>
                  <a:pt x="0" y="1355"/>
                </a:lnTo>
                <a:cubicBezTo>
                  <a:pt x="0" y="1670"/>
                  <a:pt x="0" y="1733"/>
                  <a:pt x="32" y="2049"/>
                </a:cubicBezTo>
                <a:cubicBezTo>
                  <a:pt x="221" y="3277"/>
                  <a:pt x="1166" y="4317"/>
                  <a:pt x="2426" y="4474"/>
                </a:cubicBezTo>
                <a:lnTo>
                  <a:pt x="2426" y="5168"/>
                </a:lnTo>
                <a:cubicBezTo>
                  <a:pt x="2426" y="5672"/>
                  <a:pt x="2552" y="6144"/>
                  <a:pt x="2804" y="6585"/>
                </a:cubicBezTo>
                <a:cubicBezTo>
                  <a:pt x="3308" y="7625"/>
                  <a:pt x="4379" y="8286"/>
                  <a:pt x="5545" y="8286"/>
                </a:cubicBezTo>
                <a:cubicBezTo>
                  <a:pt x="7278" y="8286"/>
                  <a:pt x="8664" y="6869"/>
                  <a:pt x="8664" y="5168"/>
                </a:cubicBezTo>
                <a:lnTo>
                  <a:pt x="8664" y="3435"/>
                </a:lnTo>
                <a:cubicBezTo>
                  <a:pt x="9452" y="3277"/>
                  <a:pt x="10050" y="2584"/>
                  <a:pt x="10050" y="1733"/>
                </a:cubicBezTo>
                <a:cubicBezTo>
                  <a:pt x="10050" y="788"/>
                  <a:pt x="9263" y="1"/>
                  <a:pt x="8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2" name="Google Shape;5592;p30"/>
          <p:cNvSpPr/>
          <p:nvPr/>
        </p:nvSpPr>
        <p:spPr>
          <a:xfrm>
            <a:off x="5983197" y="1938197"/>
            <a:ext cx="113797" cy="113830"/>
          </a:xfrm>
          <a:custGeom>
            <a:rect b="b" l="l" r="r" t="t"/>
            <a:pathLst>
              <a:path extrusionOk="0" h="3467" w="3466">
                <a:moveTo>
                  <a:pt x="1386" y="662"/>
                </a:moveTo>
                <a:cubicBezTo>
                  <a:pt x="1764" y="662"/>
                  <a:pt x="2079" y="977"/>
                  <a:pt x="2079" y="1387"/>
                </a:cubicBezTo>
                <a:cubicBezTo>
                  <a:pt x="2079" y="1765"/>
                  <a:pt x="1764" y="2080"/>
                  <a:pt x="1386" y="2080"/>
                </a:cubicBezTo>
                <a:cubicBezTo>
                  <a:pt x="977" y="2080"/>
                  <a:pt x="662" y="1765"/>
                  <a:pt x="662" y="1387"/>
                </a:cubicBezTo>
                <a:cubicBezTo>
                  <a:pt x="662" y="977"/>
                  <a:pt x="977" y="662"/>
                  <a:pt x="1386" y="662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3" name="Google Shape;5593;p30"/>
          <p:cNvSpPr/>
          <p:nvPr/>
        </p:nvSpPr>
        <p:spPr>
          <a:xfrm>
            <a:off x="5844584" y="1867874"/>
            <a:ext cx="391035" cy="251366"/>
          </a:xfrm>
          <a:custGeom>
            <a:rect b="b" l="l" r="r" t="t"/>
            <a:pathLst>
              <a:path extrusionOk="0" h="7656" w="11910">
                <a:moveTo>
                  <a:pt x="5955" y="1418"/>
                </a:moveTo>
                <a:cubicBezTo>
                  <a:pt x="7278" y="1418"/>
                  <a:pt x="8381" y="2521"/>
                  <a:pt x="8381" y="3875"/>
                </a:cubicBezTo>
                <a:cubicBezTo>
                  <a:pt x="8381" y="5199"/>
                  <a:pt x="7278" y="6301"/>
                  <a:pt x="5955" y="6301"/>
                </a:cubicBezTo>
                <a:cubicBezTo>
                  <a:pt x="4600" y="6301"/>
                  <a:pt x="3497" y="5199"/>
                  <a:pt x="3497" y="3875"/>
                </a:cubicBezTo>
                <a:cubicBezTo>
                  <a:pt x="3497" y="2521"/>
                  <a:pt x="4600" y="1418"/>
                  <a:pt x="5955" y="1418"/>
                </a:cubicBezTo>
                <a:close/>
                <a:moveTo>
                  <a:pt x="5955" y="0"/>
                </a:moveTo>
                <a:cubicBezTo>
                  <a:pt x="2710" y="0"/>
                  <a:pt x="189" y="3466"/>
                  <a:pt x="95" y="3623"/>
                </a:cubicBezTo>
                <a:cubicBezTo>
                  <a:pt x="0" y="3749"/>
                  <a:pt x="0" y="3907"/>
                  <a:pt x="95" y="4033"/>
                </a:cubicBezTo>
                <a:cubicBezTo>
                  <a:pt x="189" y="4190"/>
                  <a:pt x="2773" y="7656"/>
                  <a:pt x="5955" y="7656"/>
                </a:cubicBezTo>
                <a:cubicBezTo>
                  <a:pt x="9137" y="7656"/>
                  <a:pt x="11689" y="4190"/>
                  <a:pt x="11815" y="4033"/>
                </a:cubicBezTo>
                <a:cubicBezTo>
                  <a:pt x="11909" y="3907"/>
                  <a:pt x="11909" y="3749"/>
                  <a:pt x="11815" y="3623"/>
                </a:cubicBezTo>
                <a:cubicBezTo>
                  <a:pt x="11689" y="3466"/>
                  <a:pt x="916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4" name="Google Shape;5594;p30"/>
          <p:cNvSpPr/>
          <p:nvPr/>
        </p:nvSpPr>
        <p:spPr>
          <a:xfrm>
            <a:off x="6007492" y="2301702"/>
            <a:ext cx="226577" cy="213510"/>
          </a:xfrm>
          <a:custGeom>
            <a:rect b="b" l="l" r="r" t="t"/>
            <a:pathLst>
              <a:path extrusionOk="0" h="6503" w="6901">
                <a:moveTo>
                  <a:pt x="5042" y="0"/>
                </a:moveTo>
                <a:cubicBezTo>
                  <a:pt x="4425" y="0"/>
                  <a:pt x="3809" y="237"/>
                  <a:pt x="3340" y="705"/>
                </a:cubicBezTo>
                <a:lnTo>
                  <a:pt x="1765" y="2281"/>
                </a:lnTo>
                <a:cubicBezTo>
                  <a:pt x="1639" y="2407"/>
                  <a:pt x="1639" y="2627"/>
                  <a:pt x="1765" y="2785"/>
                </a:cubicBezTo>
                <a:cubicBezTo>
                  <a:pt x="1860" y="2879"/>
                  <a:pt x="1891" y="2942"/>
                  <a:pt x="1891" y="3037"/>
                </a:cubicBezTo>
                <a:cubicBezTo>
                  <a:pt x="1891" y="3100"/>
                  <a:pt x="1860" y="3226"/>
                  <a:pt x="1765" y="3257"/>
                </a:cubicBezTo>
                <a:lnTo>
                  <a:pt x="1229" y="3824"/>
                </a:lnTo>
                <a:cubicBezTo>
                  <a:pt x="1009" y="3856"/>
                  <a:pt x="820" y="3919"/>
                  <a:pt x="662" y="4045"/>
                </a:cubicBezTo>
                <a:lnTo>
                  <a:pt x="1" y="4643"/>
                </a:lnTo>
                <a:lnTo>
                  <a:pt x="1860" y="6502"/>
                </a:lnTo>
                <a:lnTo>
                  <a:pt x="2427" y="5809"/>
                </a:lnTo>
                <a:cubicBezTo>
                  <a:pt x="2553" y="5652"/>
                  <a:pt x="2647" y="5494"/>
                  <a:pt x="2679" y="5305"/>
                </a:cubicBezTo>
                <a:lnTo>
                  <a:pt x="6774" y="1209"/>
                </a:lnTo>
                <a:cubicBezTo>
                  <a:pt x="6900" y="1083"/>
                  <a:pt x="6900" y="863"/>
                  <a:pt x="6774" y="737"/>
                </a:cubicBezTo>
                <a:cubicBezTo>
                  <a:pt x="6298" y="245"/>
                  <a:pt x="5669" y="0"/>
                  <a:pt x="504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5" name="Google Shape;5595;p30"/>
          <p:cNvSpPr/>
          <p:nvPr/>
        </p:nvSpPr>
        <p:spPr>
          <a:xfrm>
            <a:off x="5846128" y="2470683"/>
            <a:ext cx="206910" cy="206910"/>
          </a:xfrm>
          <a:custGeom>
            <a:rect b="b" l="l" r="r" t="t"/>
            <a:pathLst>
              <a:path extrusionOk="0" h="6302" w="6302">
                <a:moveTo>
                  <a:pt x="4412" y="1"/>
                </a:moveTo>
                <a:lnTo>
                  <a:pt x="537" y="3466"/>
                </a:lnTo>
                <a:cubicBezTo>
                  <a:pt x="190" y="3781"/>
                  <a:pt x="1" y="4222"/>
                  <a:pt x="1" y="4695"/>
                </a:cubicBezTo>
                <a:cubicBezTo>
                  <a:pt x="1" y="5136"/>
                  <a:pt x="158" y="5545"/>
                  <a:pt x="474" y="5829"/>
                </a:cubicBezTo>
                <a:cubicBezTo>
                  <a:pt x="789" y="6144"/>
                  <a:pt x="1167" y="6302"/>
                  <a:pt x="1608" y="6302"/>
                </a:cubicBezTo>
                <a:lnTo>
                  <a:pt x="1639" y="6302"/>
                </a:lnTo>
                <a:cubicBezTo>
                  <a:pt x="1954" y="6302"/>
                  <a:pt x="2269" y="6175"/>
                  <a:pt x="2553" y="5986"/>
                </a:cubicBezTo>
                <a:lnTo>
                  <a:pt x="1482" y="4915"/>
                </a:lnTo>
                <a:cubicBezTo>
                  <a:pt x="1356" y="4789"/>
                  <a:pt x="1356" y="4569"/>
                  <a:pt x="1482" y="4443"/>
                </a:cubicBezTo>
                <a:cubicBezTo>
                  <a:pt x="1545" y="4395"/>
                  <a:pt x="1631" y="4372"/>
                  <a:pt x="1718" y="4372"/>
                </a:cubicBezTo>
                <a:cubicBezTo>
                  <a:pt x="1805" y="4372"/>
                  <a:pt x="1891" y="4395"/>
                  <a:pt x="1954" y="4443"/>
                </a:cubicBezTo>
                <a:lnTo>
                  <a:pt x="3025" y="5514"/>
                </a:lnTo>
                <a:lnTo>
                  <a:pt x="3498" y="5010"/>
                </a:lnTo>
                <a:lnTo>
                  <a:pt x="2521" y="4002"/>
                </a:lnTo>
                <a:cubicBezTo>
                  <a:pt x="2395" y="3907"/>
                  <a:pt x="2395" y="3655"/>
                  <a:pt x="2521" y="3561"/>
                </a:cubicBezTo>
                <a:cubicBezTo>
                  <a:pt x="2569" y="3498"/>
                  <a:pt x="2655" y="3466"/>
                  <a:pt x="2746" y="3466"/>
                </a:cubicBezTo>
                <a:cubicBezTo>
                  <a:pt x="2836" y="3466"/>
                  <a:pt x="2931" y="3498"/>
                  <a:pt x="2994" y="3561"/>
                </a:cubicBezTo>
                <a:lnTo>
                  <a:pt x="3939" y="4474"/>
                </a:lnTo>
                <a:lnTo>
                  <a:pt x="4412" y="3970"/>
                </a:lnTo>
                <a:lnTo>
                  <a:pt x="3530" y="3120"/>
                </a:lnTo>
                <a:cubicBezTo>
                  <a:pt x="3403" y="2994"/>
                  <a:pt x="3403" y="2773"/>
                  <a:pt x="3530" y="2647"/>
                </a:cubicBezTo>
                <a:cubicBezTo>
                  <a:pt x="3593" y="2584"/>
                  <a:pt x="3679" y="2552"/>
                  <a:pt x="3766" y="2552"/>
                </a:cubicBezTo>
                <a:cubicBezTo>
                  <a:pt x="3852" y="2552"/>
                  <a:pt x="3939" y="2584"/>
                  <a:pt x="4002" y="2647"/>
                </a:cubicBezTo>
                <a:lnTo>
                  <a:pt x="4884" y="3498"/>
                </a:lnTo>
                <a:lnTo>
                  <a:pt x="5357" y="2994"/>
                </a:lnTo>
                <a:lnTo>
                  <a:pt x="4601" y="2237"/>
                </a:lnTo>
                <a:cubicBezTo>
                  <a:pt x="4475" y="2111"/>
                  <a:pt x="4475" y="1891"/>
                  <a:pt x="4601" y="1765"/>
                </a:cubicBezTo>
                <a:cubicBezTo>
                  <a:pt x="4671" y="1624"/>
                  <a:pt x="4771" y="1562"/>
                  <a:pt x="4867" y="1562"/>
                </a:cubicBezTo>
                <a:cubicBezTo>
                  <a:pt x="4944" y="1562"/>
                  <a:pt x="5018" y="1601"/>
                  <a:pt x="5073" y="1670"/>
                </a:cubicBezTo>
                <a:lnTo>
                  <a:pt x="5829" y="2395"/>
                </a:lnTo>
                <a:lnTo>
                  <a:pt x="6302" y="1891"/>
                </a:lnTo>
                <a:lnTo>
                  <a:pt x="441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6" name="Google Shape;5596;p30"/>
          <p:cNvSpPr/>
          <p:nvPr/>
        </p:nvSpPr>
        <p:spPr>
          <a:xfrm>
            <a:off x="8568872" y="1478138"/>
            <a:ext cx="91045" cy="112780"/>
          </a:xfrm>
          <a:custGeom>
            <a:rect b="b" l="l" r="r" t="t"/>
            <a:pathLst>
              <a:path extrusionOk="0" h="3435" w="2773">
                <a:moveTo>
                  <a:pt x="0" y="1"/>
                </a:moveTo>
                <a:lnTo>
                  <a:pt x="0" y="3435"/>
                </a:lnTo>
                <a:lnTo>
                  <a:pt x="2773" y="3435"/>
                </a:lnTo>
                <a:lnTo>
                  <a:pt x="2773" y="2741"/>
                </a:lnTo>
                <a:lnTo>
                  <a:pt x="1040" y="2741"/>
                </a:lnTo>
                <a:cubicBezTo>
                  <a:pt x="851" y="2741"/>
                  <a:pt x="693" y="2584"/>
                  <a:pt x="693" y="2395"/>
                </a:cubicBezTo>
                <a:cubicBezTo>
                  <a:pt x="693" y="2206"/>
                  <a:pt x="851" y="2048"/>
                  <a:pt x="1040" y="2048"/>
                </a:cubicBezTo>
                <a:lnTo>
                  <a:pt x="2773" y="2048"/>
                </a:lnTo>
                <a:lnTo>
                  <a:pt x="2773" y="1324"/>
                </a:lnTo>
                <a:lnTo>
                  <a:pt x="1040" y="1324"/>
                </a:lnTo>
                <a:cubicBezTo>
                  <a:pt x="851" y="1324"/>
                  <a:pt x="693" y="1166"/>
                  <a:pt x="693" y="977"/>
                </a:cubicBezTo>
                <a:cubicBezTo>
                  <a:pt x="693" y="851"/>
                  <a:pt x="851" y="694"/>
                  <a:pt x="1040" y="694"/>
                </a:cubicBezTo>
                <a:lnTo>
                  <a:pt x="2773" y="694"/>
                </a:ln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7" name="Google Shape;5597;p30"/>
          <p:cNvSpPr/>
          <p:nvPr/>
        </p:nvSpPr>
        <p:spPr>
          <a:xfrm>
            <a:off x="8433345" y="1295072"/>
            <a:ext cx="251398" cy="389984"/>
          </a:xfrm>
          <a:custGeom>
            <a:rect b="b" l="l" r="r" t="t"/>
            <a:pathLst>
              <a:path extrusionOk="0" h="11878" w="7657">
                <a:moveTo>
                  <a:pt x="2049" y="693"/>
                </a:moveTo>
                <a:lnTo>
                  <a:pt x="2049" y="2773"/>
                </a:lnTo>
                <a:lnTo>
                  <a:pt x="1356" y="2773"/>
                </a:lnTo>
                <a:lnTo>
                  <a:pt x="1356" y="693"/>
                </a:lnTo>
                <a:close/>
                <a:moveTo>
                  <a:pt x="3435" y="693"/>
                </a:moveTo>
                <a:lnTo>
                  <a:pt x="3435" y="2773"/>
                </a:lnTo>
                <a:lnTo>
                  <a:pt x="2710" y="2773"/>
                </a:lnTo>
                <a:lnTo>
                  <a:pt x="2710" y="693"/>
                </a:lnTo>
                <a:close/>
                <a:moveTo>
                  <a:pt x="4821" y="693"/>
                </a:moveTo>
                <a:lnTo>
                  <a:pt x="4821" y="2773"/>
                </a:lnTo>
                <a:lnTo>
                  <a:pt x="4097" y="2773"/>
                </a:lnTo>
                <a:lnTo>
                  <a:pt x="4097" y="693"/>
                </a:lnTo>
                <a:close/>
                <a:moveTo>
                  <a:pt x="6176" y="693"/>
                </a:moveTo>
                <a:lnTo>
                  <a:pt x="6176" y="2773"/>
                </a:lnTo>
                <a:lnTo>
                  <a:pt x="5483" y="2773"/>
                </a:lnTo>
                <a:lnTo>
                  <a:pt x="5483" y="693"/>
                </a:lnTo>
                <a:close/>
                <a:moveTo>
                  <a:pt x="1041" y="0"/>
                </a:moveTo>
                <a:cubicBezTo>
                  <a:pt x="442" y="0"/>
                  <a:pt x="1" y="473"/>
                  <a:pt x="1" y="1040"/>
                </a:cubicBezTo>
                <a:lnTo>
                  <a:pt x="1" y="3119"/>
                </a:lnTo>
                <a:cubicBezTo>
                  <a:pt x="1" y="3308"/>
                  <a:pt x="158" y="3466"/>
                  <a:pt x="379" y="3466"/>
                </a:cubicBezTo>
                <a:lnTo>
                  <a:pt x="726" y="3466"/>
                </a:lnTo>
                <a:lnTo>
                  <a:pt x="726" y="4883"/>
                </a:lnTo>
                <a:lnTo>
                  <a:pt x="2458" y="4883"/>
                </a:lnTo>
                <a:cubicBezTo>
                  <a:pt x="2647" y="4883"/>
                  <a:pt x="2805" y="5041"/>
                  <a:pt x="2805" y="5262"/>
                </a:cubicBezTo>
                <a:lnTo>
                  <a:pt x="2805" y="9420"/>
                </a:lnTo>
                <a:cubicBezTo>
                  <a:pt x="2805" y="9609"/>
                  <a:pt x="2647" y="9767"/>
                  <a:pt x="2458" y="9767"/>
                </a:cubicBezTo>
                <a:lnTo>
                  <a:pt x="2112" y="9767"/>
                </a:lnTo>
                <a:cubicBezTo>
                  <a:pt x="2112" y="10523"/>
                  <a:pt x="1797" y="11247"/>
                  <a:pt x="1261" y="11751"/>
                </a:cubicBezTo>
                <a:cubicBezTo>
                  <a:pt x="1419" y="11815"/>
                  <a:pt x="1576" y="11878"/>
                  <a:pt x="1734" y="11878"/>
                </a:cubicBezTo>
                <a:lnTo>
                  <a:pt x="5924" y="11878"/>
                </a:lnTo>
                <a:cubicBezTo>
                  <a:pt x="6522" y="11878"/>
                  <a:pt x="6932" y="11405"/>
                  <a:pt x="6932" y="10838"/>
                </a:cubicBezTo>
                <a:lnTo>
                  <a:pt x="6932" y="9798"/>
                </a:lnTo>
                <a:lnTo>
                  <a:pt x="3813" y="9798"/>
                </a:lnTo>
                <a:cubicBezTo>
                  <a:pt x="3624" y="9798"/>
                  <a:pt x="3467" y="9672"/>
                  <a:pt x="3467" y="9452"/>
                </a:cubicBezTo>
                <a:lnTo>
                  <a:pt x="3467" y="5293"/>
                </a:lnTo>
                <a:cubicBezTo>
                  <a:pt x="3467" y="5104"/>
                  <a:pt x="3624" y="4946"/>
                  <a:pt x="3813" y="4946"/>
                </a:cubicBezTo>
                <a:lnTo>
                  <a:pt x="6932" y="4946"/>
                </a:lnTo>
                <a:lnTo>
                  <a:pt x="6932" y="3529"/>
                </a:lnTo>
                <a:lnTo>
                  <a:pt x="7310" y="3529"/>
                </a:lnTo>
                <a:cubicBezTo>
                  <a:pt x="7499" y="3529"/>
                  <a:pt x="7657" y="3371"/>
                  <a:pt x="7657" y="3151"/>
                </a:cubicBezTo>
                <a:lnTo>
                  <a:pt x="7657" y="1040"/>
                </a:lnTo>
                <a:lnTo>
                  <a:pt x="7625" y="1040"/>
                </a:lnTo>
                <a:cubicBezTo>
                  <a:pt x="7625" y="441"/>
                  <a:pt x="7153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8" name="Google Shape;5598;p30"/>
          <p:cNvSpPr/>
          <p:nvPr/>
        </p:nvSpPr>
        <p:spPr>
          <a:xfrm>
            <a:off x="8294765" y="1522625"/>
            <a:ext cx="91045" cy="126208"/>
          </a:xfrm>
          <a:custGeom>
            <a:rect b="b" l="l" r="r" t="t"/>
            <a:pathLst>
              <a:path extrusionOk="0" h="3844" w="2773">
                <a:moveTo>
                  <a:pt x="2143" y="0"/>
                </a:moveTo>
                <a:cubicBezTo>
                  <a:pt x="1008" y="0"/>
                  <a:pt x="63" y="945"/>
                  <a:pt x="63" y="2080"/>
                </a:cubicBezTo>
                <a:cubicBezTo>
                  <a:pt x="0" y="2804"/>
                  <a:pt x="378" y="3434"/>
                  <a:pt x="914" y="3844"/>
                </a:cubicBezTo>
                <a:cubicBezTo>
                  <a:pt x="788" y="3529"/>
                  <a:pt x="725" y="3151"/>
                  <a:pt x="725" y="2804"/>
                </a:cubicBezTo>
                <a:cubicBezTo>
                  <a:pt x="725" y="1544"/>
                  <a:pt x="1576" y="473"/>
                  <a:pt x="2773" y="126"/>
                </a:cubicBezTo>
                <a:cubicBezTo>
                  <a:pt x="2584" y="63"/>
                  <a:pt x="2332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9" name="Google Shape;5599;p30"/>
          <p:cNvSpPr/>
          <p:nvPr/>
        </p:nvSpPr>
        <p:spPr>
          <a:xfrm>
            <a:off x="8340269" y="1546393"/>
            <a:ext cx="137601" cy="136583"/>
          </a:xfrm>
          <a:custGeom>
            <a:rect b="b" l="l" r="r" t="t"/>
            <a:pathLst>
              <a:path extrusionOk="0" h="4160" w="4191">
                <a:moveTo>
                  <a:pt x="2080" y="694"/>
                </a:moveTo>
                <a:cubicBezTo>
                  <a:pt x="2836" y="694"/>
                  <a:pt x="3466" y="1324"/>
                  <a:pt x="3466" y="2080"/>
                </a:cubicBezTo>
                <a:cubicBezTo>
                  <a:pt x="3466" y="2364"/>
                  <a:pt x="3403" y="2584"/>
                  <a:pt x="3246" y="2836"/>
                </a:cubicBezTo>
                <a:lnTo>
                  <a:pt x="1292" y="915"/>
                </a:lnTo>
                <a:cubicBezTo>
                  <a:pt x="1576" y="788"/>
                  <a:pt x="1828" y="694"/>
                  <a:pt x="2080" y="694"/>
                </a:cubicBezTo>
                <a:close/>
                <a:moveTo>
                  <a:pt x="2111" y="1"/>
                </a:moveTo>
                <a:cubicBezTo>
                  <a:pt x="946" y="1"/>
                  <a:pt x="1" y="946"/>
                  <a:pt x="1" y="2080"/>
                </a:cubicBezTo>
                <a:cubicBezTo>
                  <a:pt x="1" y="3214"/>
                  <a:pt x="946" y="4160"/>
                  <a:pt x="2111" y="4160"/>
                </a:cubicBezTo>
                <a:cubicBezTo>
                  <a:pt x="3246" y="4160"/>
                  <a:pt x="4191" y="3214"/>
                  <a:pt x="4191" y="2080"/>
                </a:cubicBezTo>
                <a:cubicBezTo>
                  <a:pt x="4191" y="946"/>
                  <a:pt x="324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0" name="Google Shape;5600;p30"/>
          <p:cNvSpPr/>
          <p:nvPr/>
        </p:nvSpPr>
        <p:spPr>
          <a:xfrm>
            <a:off x="8455079" y="1479189"/>
            <a:ext cx="45539" cy="113797"/>
          </a:xfrm>
          <a:custGeom>
            <a:rect b="b" l="l" r="r" t="t"/>
            <a:pathLst>
              <a:path extrusionOk="0" h="3466" w="1387">
                <a:moveTo>
                  <a:pt x="1" y="0"/>
                </a:moveTo>
                <a:lnTo>
                  <a:pt x="1" y="1764"/>
                </a:lnTo>
                <a:cubicBezTo>
                  <a:pt x="631" y="2111"/>
                  <a:pt x="1072" y="2709"/>
                  <a:pt x="1261" y="3466"/>
                </a:cubicBezTo>
                <a:lnTo>
                  <a:pt x="1387" y="346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1" name="Google Shape;5601;p30"/>
          <p:cNvSpPr/>
          <p:nvPr/>
        </p:nvSpPr>
        <p:spPr>
          <a:xfrm>
            <a:off x="8478882" y="1994043"/>
            <a:ext cx="22786" cy="22819"/>
          </a:xfrm>
          <a:custGeom>
            <a:rect b="b" l="l" r="r" t="t"/>
            <a:pathLst>
              <a:path extrusionOk="0" h="69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694"/>
                  <a:pt x="347" y="694"/>
                </a:cubicBezTo>
                <a:cubicBezTo>
                  <a:pt x="536" y="694"/>
                  <a:pt x="693" y="537"/>
                  <a:pt x="693" y="347"/>
                </a:cubicBezTo>
                <a:cubicBezTo>
                  <a:pt x="693" y="158"/>
                  <a:pt x="50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2" name="Google Shape;5602;p30"/>
          <p:cNvSpPr/>
          <p:nvPr/>
        </p:nvSpPr>
        <p:spPr>
          <a:xfrm>
            <a:off x="8614376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726"/>
                  <a:pt x="347" y="726"/>
                </a:cubicBezTo>
                <a:lnTo>
                  <a:pt x="1765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3" name="Google Shape;5603;p30"/>
          <p:cNvSpPr/>
          <p:nvPr/>
        </p:nvSpPr>
        <p:spPr>
          <a:xfrm>
            <a:off x="8294765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lnTo>
                  <a:pt x="1796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4" name="Google Shape;5604;p30"/>
          <p:cNvSpPr/>
          <p:nvPr/>
        </p:nvSpPr>
        <p:spPr>
          <a:xfrm>
            <a:off x="8477831" y="1810977"/>
            <a:ext cx="22786" cy="69342"/>
          </a:xfrm>
          <a:custGeom>
            <a:rect b="b" l="l" r="r" t="t"/>
            <a:pathLst>
              <a:path extrusionOk="0" h="2112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65"/>
                </a:lnTo>
                <a:cubicBezTo>
                  <a:pt x="1" y="1954"/>
                  <a:pt x="158" y="2111"/>
                  <a:pt x="347" y="2111"/>
                </a:cubicBezTo>
                <a:cubicBezTo>
                  <a:pt x="536" y="2111"/>
                  <a:pt x="694" y="1954"/>
                  <a:pt x="694" y="1765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5" name="Google Shape;5605;p30"/>
          <p:cNvSpPr/>
          <p:nvPr/>
        </p:nvSpPr>
        <p:spPr>
          <a:xfrm>
            <a:off x="8349593" y="1865805"/>
            <a:ext cx="55881" cy="53812"/>
          </a:xfrm>
          <a:custGeom>
            <a:rect b="b" l="l" r="r" t="t"/>
            <a:pathLst>
              <a:path extrusionOk="0" h="1639" w="1702">
                <a:moveTo>
                  <a:pt x="351" y="0"/>
                </a:moveTo>
                <a:cubicBezTo>
                  <a:pt x="260" y="0"/>
                  <a:pt x="173" y="32"/>
                  <a:pt x="126" y="95"/>
                </a:cubicBezTo>
                <a:cubicBezTo>
                  <a:pt x="0" y="221"/>
                  <a:pt x="0" y="441"/>
                  <a:pt x="126" y="567"/>
                </a:cubicBezTo>
                <a:lnTo>
                  <a:pt x="1103" y="1544"/>
                </a:lnTo>
                <a:cubicBezTo>
                  <a:pt x="1166" y="1607"/>
                  <a:pt x="1252" y="1639"/>
                  <a:pt x="1339" y="1639"/>
                </a:cubicBezTo>
                <a:cubicBezTo>
                  <a:pt x="1426" y="1639"/>
                  <a:pt x="1512" y="1607"/>
                  <a:pt x="1575" y="1544"/>
                </a:cubicBezTo>
                <a:cubicBezTo>
                  <a:pt x="1701" y="1418"/>
                  <a:pt x="1701" y="1198"/>
                  <a:pt x="1575" y="1071"/>
                </a:cubicBezTo>
                <a:lnTo>
                  <a:pt x="599" y="95"/>
                </a:lnTo>
                <a:cubicBezTo>
                  <a:pt x="536" y="32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6" name="Google Shape;5606;p30"/>
          <p:cNvSpPr/>
          <p:nvPr/>
        </p:nvSpPr>
        <p:spPr>
          <a:xfrm>
            <a:off x="8574026" y="1865805"/>
            <a:ext cx="56932" cy="53812"/>
          </a:xfrm>
          <a:custGeom>
            <a:rect b="b" l="l" r="r" t="t"/>
            <a:pathLst>
              <a:path extrusionOk="0" h="1639" w="1734">
                <a:moveTo>
                  <a:pt x="1351" y="0"/>
                </a:moveTo>
                <a:cubicBezTo>
                  <a:pt x="1261" y="0"/>
                  <a:pt x="1166" y="32"/>
                  <a:pt x="1103" y="95"/>
                </a:cubicBezTo>
                <a:lnTo>
                  <a:pt x="127" y="1071"/>
                </a:lnTo>
                <a:cubicBezTo>
                  <a:pt x="1" y="1198"/>
                  <a:pt x="1" y="1418"/>
                  <a:pt x="127" y="1544"/>
                </a:cubicBezTo>
                <a:cubicBezTo>
                  <a:pt x="190" y="1607"/>
                  <a:pt x="284" y="1639"/>
                  <a:pt x="375" y="1639"/>
                </a:cubicBezTo>
                <a:cubicBezTo>
                  <a:pt x="465" y="1639"/>
                  <a:pt x="552" y="1607"/>
                  <a:pt x="599" y="1544"/>
                </a:cubicBezTo>
                <a:lnTo>
                  <a:pt x="1576" y="567"/>
                </a:lnTo>
                <a:cubicBezTo>
                  <a:pt x="1733" y="441"/>
                  <a:pt x="1733" y="221"/>
                  <a:pt x="1576" y="95"/>
                </a:cubicBezTo>
                <a:cubicBezTo>
                  <a:pt x="1529" y="32"/>
                  <a:pt x="1442" y="0"/>
                  <a:pt x="1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7" name="Google Shape;5607;p30"/>
          <p:cNvSpPr/>
          <p:nvPr/>
        </p:nvSpPr>
        <p:spPr>
          <a:xfrm>
            <a:off x="8362004" y="2129570"/>
            <a:ext cx="252416" cy="46556"/>
          </a:xfrm>
          <a:custGeom>
            <a:rect b="b" l="l" r="r" t="t"/>
            <a:pathLst>
              <a:path extrusionOk="0" h="1418" w="768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lnTo>
                  <a:pt x="0" y="1071"/>
                </a:lnTo>
                <a:cubicBezTo>
                  <a:pt x="0" y="1260"/>
                  <a:pt x="158" y="1418"/>
                  <a:pt x="378" y="1418"/>
                </a:cubicBezTo>
                <a:lnTo>
                  <a:pt x="7309" y="1418"/>
                </a:lnTo>
                <a:cubicBezTo>
                  <a:pt x="7530" y="1418"/>
                  <a:pt x="7687" y="1260"/>
                  <a:pt x="7687" y="1071"/>
                </a:cubicBezTo>
                <a:lnTo>
                  <a:pt x="7687" y="725"/>
                </a:lnTo>
                <a:cubicBezTo>
                  <a:pt x="7687" y="315"/>
                  <a:pt x="7372" y="0"/>
                  <a:pt x="69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8" name="Google Shape;5608;p30"/>
          <p:cNvSpPr/>
          <p:nvPr/>
        </p:nvSpPr>
        <p:spPr>
          <a:xfrm>
            <a:off x="8386823" y="1904086"/>
            <a:ext cx="201723" cy="203791"/>
          </a:xfrm>
          <a:custGeom>
            <a:rect b="b" l="l" r="r" t="t"/>
            <a:pathLst>
              <a:path extrusionOk="0" h="6207" w="6144">
                <a:moveTo>
                  <a:pt x="3025" y="0"/>
                </a:moveTo>
                <a:cubicBezTo>
                  <a:pt x="1355" y="0"/>
                  <a:pt x="0" y="1355"/>
                  <a:pt x="0" y="3087"/>
                </a:cubicBezTo>
                <a:lnTo>
                  <a:pt x="0" y="6206"/>
                </a:lnTo>
                <a:lnTo>
                  <a:pt x="2773" y="6206"/>
                </a:lnTo>
                <a:lnTo>
                  <a:pt x="2773" y="4064"/>
                </a:lnTo>
                <a:cubicBezTo>
                  <a:pt x="2363" y="3938"/>
                  <a:pt x="2048" y="3560"/>
                  <a:pt x="2048" y="3087"/>
                </a:cubicBezTo>
                <a:cubicBezTo>
                  <a:pt x="2048" y="2489"/>
                  <a:pt x="2521" y="2079"/>
                  <a:pt x="3088" y="2079"/>
                </a:cubicBezTo>
                <a:cubicBezTo>
                  <a:pt x="3655" y="2079"/>
                  <a:pt x="4096" y="2552"/>
                  <a:pt x="4096" y="3087"/>
                </a:cubicBezTo>
                <a:cubicBezTo>
                  <a:pt x="4096" y="3529"/>
                  <a:pt x="3812" y="3938"/>
                  <a:pt x="3403" y="4064"/>
                </a:cubicBezTo>
                <a:lnTo>
                  <a:pt x="3403" y="6206"/>
                </a:lnTo>
                <a:lnTo>
                  <a:pt x="6144" y="6206"/>
                </a:lnTo>
                <a:lnTo>
                  <a:pt x="6144" y="3087"/>
                </a:lnTo>
                <a:cubicBezTo>
                  <a:pt x="6144" y="1355"/>
                  <a:pt x="4726" y="0"/>
                  <a:pt x="30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9" name="Google Shape;5609;p30"/>
          <p:cNvSpPr/>
          <p:nvPr/>
        </p:nvSpPr>
        <p:spPr>
          <a:xfrm>
            <a:off x="8498514" y="2295301"/>
            <a:ext cx="188294" cy="180809"/>
          </a:xfrm>
          <a:custGeom>
            <a:rect b="b" l="l" r="r" t="t"/>
            <a:pathLst>
              <a:path extrusionOk="0" h="5507" w="5735">
                <a:moveTo>
                  <a:pt x="1123" y="1"/>
                </a:moveTo>
                <a:cubicBezTo>
                  <a:pt x="859" y="1"/>
                  <a:pt x="599" y="103"/>
                  <a:pt x="410" y="308"/>
                </a:cubicBezTo>
                <a:cubicBezTo>
                  <a:pt x="1" y="686"/>
                  <a:pt x="1" y="1379"/>
                  <a:pt x="410" y="1757"/>
                </a:cubicBezTo>
                <a:lnTo>
                  <a:pt x="3813" y="5191"/>
                </a:lnTo>
                <a:cubicBezTo>
                  <a:pt x="4033" y="5380"/>
                  <a:pt x="4285" y="5506"/>
                  <a:pt x="4569" y="5506"/>
                </a:cubicBezTo>
                <a:cubicBezTo>
                  <a:pt x="4853" y="5506"/>
                  <a:pt x="5136" y="5380"/>
                  <a:pt x="5325" y="5191"/>
                </a:cubicBezTo>
                <a:cubicBezTo>
                  <a:pt x="5735" y="4781"/>
                  <a:pt x="5735" y="4120"/>
                  <a:pt x="5325" y="3742"/>
                </a:cubicBezTo>
                <a:lnTo>
                  <a:pt x="1860" y="308"/>
                </a:lnTo>
                <a:cubicBezTo>
                  <a:pt x="1655" y="103"/>
                  <a:pt x="1387" y="1"/>
                  <a:pt x="11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0" name="Google Shape;5610;p30"/>
          <p:cNvSpPr/>
          <p:nvPr/>
        </p:nvSpPr>
        <p:spPr>
          <a:xfrm>
            <a:off x="8292697" y="2626040"/>
            <a:ext cx="56932" cy="57949"/>
          </a:xfrm>
          <a:custGeom>
            <a:rect b="b" l="l" r="r" t="t"/>
            <a:pathLst>
              <a:path extrusionOk="0" h="1765" w="1734">
                <a:moveTo>
                  <a:pt x="756" y="0"/>
                </a:moveTo>
                <a:lnTo>
                  <a:pt x="221" y="630"/>
                </a:lnTo>
                <a:cubicBezTo>
                  <a:pt x="95" y="756"/>
                  <a:pt x="0" y="945"/>
                  <a:pt x="0" y="1103"/>
                </a:cubicBezTo>
                <a:cubicBezTo>
                  <a:pt x="0" y="1292"/>
                  <a:pt x="95" y="1449"/>
                  <a:pt x="221" y="1575"/>
                </a:cubicBezTo>
                <a:cubicBezTo>
                  <a:pt x="347" y="1702"/>
                  <a:pt x="536" y="1765"/>
                  <a:pt x="693" y="1765"/>
                </a:cubicBezTo>
                <a:cubicBezTo>
                  <a:pt x="882" y="1765"/>
                  <a:pt x="1040" y="1702"/>
                  <a:pt x="1166" y="1575"/>
                </a:cubicBezTo>
                <a:lnTo>
                  <a:pt x="1733" y="977"/>
                </a:lnTo>
                <a:lnTo>
                  <a:pt x="75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1" name="Google Shape;5611;p30"/>
          <p:cNvSpPr/>
          <p:nvPr/>
        </p:nvSpPr>
        <p:spPr>
          <a:xfrm>
            <a:off x="8337183" y="2369531"/>
            <a:ext cx="271032" cy="273101"/>
          </a:xfrm>
          <a:custGeom>
            <a:rect b="b" l="l" r="r" t="t"/>
            <a:pathLst>
              <a:path extrusionOk="0" h="8318" w="8255">
                <a:moveTo>
                  <a:pt x="4285" y="2457"/>
                </a:moveTo>
                <a:lnTo>
                  <a:pt x="5797" y="3938"/>
                </a:lnTo>
                <a:lnTo>
                  <a:pt x="5261" y="4474"/>
                </a:lnTo>
                <a:cubicBezTo>
                  <a:pt x="4868" y="4868"/>
                  <a:pt x="4342" y="5064"/>
                  <a:pt x="3814" y="5064"/>
                </a:cubicBezTo>
                <a:cubicBezTo>
                  <a:pt x="3708" y="5064"/>
                  <a:pt x="3602" y="5057"/>
                  <a:pt x="3497" y="5041"/>
                </a:cubicBezTo>
                <a:lnTo>
                  <a:pt x="3214" y="5009"/>
                </a:lnTo>
                <a:lnTo>
                  <a:pt x="3182" y="4726"/>
                </a:lnTo>
                <a:cubicBezTo>
                  <a:pt x="3119" y="4096"/>
                  <a:pt x="3308" y="3434"/>
                  <a:pt x="3781" y="2962"/>
                </a:cubicBezTo>
                <a:lnTo>
                  <a:pt x="4285" y="2457"/>
                </a:lnTo>
                <a:close/>
                <a:moveTo>
                  <a:pt x="4789" y="0"/>
                </a:moveTo>
                <a:lnTo>
                  <a:pt x="3056" y="1796"/>
                </a:lnTo>
                <a:cubicBezTo>
                  <a:pt x="2174" y="2678"/>
                  <a:pt x="1733" y="4001"/>
                  <a:pt x="1890" y="5261"/>
                </a:cubicBezTo>
                <a:lnTo>
                  <a:pt x="1922" y="5419"/>
                </a:lnTo>
                <a:lnTo>
                  <a:pt x="0" y="7341"/>
                </a:lnTo>
                <a:lnTo>
                  <a:pt x="977" y="8317"/>
                </a:lnTo>
                <a:lnTo>
                  <a:pt x="2898" y="6396"/>
                </a:lnTo>
                <a:lnTo>
                  <a:pt x="3056" y="6427"/>
                </a:lnTo>
                <a:cubicBezTo>
                  <a:pt x="3214" y="6459"/>
                  <a:pt x="3371" y="6459"/>
                  <a:pt x="3592" y="6459"/>
                </a:cubicBezTo>
                <a:cubicBezTo>
                  <a:pt x="4694" y="6459"/>
                  <a:pt x="5734" y="6049"/>
                  <a:pt x="6522" y="5261"/>
                </a:cubicBezTo>
                <a:lnTo>
                  <a:pt x="8254" y="3466"/>
                </a:lnTo>
                <a:lnTo>
                  <a:pt x="7278" y="2489"/>
                </a:lnTo>
                <a:lnTo>
                  <a:pt x="6301" y="3466"/>
                </a:lnTo>
                <a:lnTo>
                  <a:pt x="4852" y="2016"/>
                </a:lnTo>
                <a:lnTo>
                  <a:pt x="5828" y="1040"/>
                </a:lnTo>
                <a:lnTo>
                  <a:pt x="478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2" name="Google Shape;5612;p30"/>
          <p:cNvSpPr/>
          <p:nvPr/>
        </p:nvSpPr>
        <p:spPr>
          <a:xfrm>
            <a:off x="6899737" y="2825788"/>
            <a:ext cx="251366" cy="46589"/>
          </a:xfrm>
          <a:custGeom>
            <a:rect b="b" l="l" r="r" t="t"/>
            <a:pathLst>
              <a:path extrusionOk="0" h="1419" w="7656">
                <a:moveTo>
                  <a:pt x="1040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1418"/>
                </a:lnTo>
                <a:lnTo>
                  <a:pt x="7656" y="1418"/>
                </a:lnTo>
                <a:lnTo>
                  <a:pt x="7656" y="1040"/>
                </a:lnTo>
                <a:lnTo>
                  <a:pt x="7593" y="1040"/>
                </a:lnTo>
                <a:cubicBezTo>
                  <a:pt x="7593" y="442"/>
                  <a:pt x="7120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3" name="Google Shape;5613;p30"/>
          <p:cNvSpPr/>
          <p:nvPr/>
        </p:nvSpPr>
        <p:spPr>
          <a:xfrm>
            <a:off x="6966974" y="2941649"/>
            <a:ext cx="113797" cy="113797"/>
          </a:xfrm>
          <a:custGeom>
            <a:rect b="b" l="l" r="r" t="t"/>
            <a:pathLst>
              <a:path extrusionOk="0" h="3466" w="3466">
                <a:moveTo>
                  <a:pt x="1386" y="0"/>
                </a:moveTo>
                <a:lnTo>
                  <a:pt x="1386" y="1008"/>
                </a:lnTo>
                <a:cubicBezTo>
                  <a:pt x="1386" y="1197"/>
                  <a:pt x="1229" y="1355"/>
                  <a:pt x="1008" y="1355"/>
                </a:cubicBezTo>
                <a:lnTo>
                  <a:pt x="0" y="1355"/>
                </a:lnTo>
                <a:lnTo>
                  <a:pt x="0" y="2079"/>
                </a:lnTo>
                <a:lnTo>
                  <a:pt x="1008" y="2079"/>
                </a:lnTo>
                <a:cubicBezTo>
                  <a:pt x="1229" y="2079"/>
                  <a:pt x="1386" y="2237"/>
                  <a:pt x="1386" y="2426"/>
                </a:cubicBezTo>
                <a:lnTo>
                  <a:pt x="1386" y="3466"/>
                </a:lnTo>
                <a:lnTo>
                  <a:pt x="2079" y="3466"/>
                </a:lnTo>
                <a:lnTo>
                  <a:pt x="2079" y="2426"/>
                </a:lnTo>
                <a:cubicBezTo>
                  <a:pt x="2079" y="2237"/>
                  <a:pt x="2237" y="2079"/>
                  <a:pt x="2426" y="2079"/>
                </a:cubicBezTo>
                <a:lnTo>
                  <a:pt x="3466" y="2079"/>
                </a:lnTo>
                <a:lnTo>
                  <a:pt x="3466" y="1355"/>
                </a:lnTo>
                <a:lnTo>
                  <a:pt x="2426" y="1355"/>
                </a:lnTo>
                <a:cubicBezTo>
                  <a:pt x="2237" y="1355"/>
                  <a:pt x="2079" y="1197"/>
                  <a:pt x="2079" y="1008"/>
                </a:cubicBezTo>
                <a:lnTo>
                  <a:pt x="20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4" name="Google Shape;5614;p30"/>
          <p:cNvSpPr/>
          <p:nvPr/>
        </p:nvSpPr>
        <p:spPr>
          <a:xfrm>
            <a:off x="6898686" y="3122647"/>
            <a:ext cx="250348" cy="90060"/>
          </a:xfrm>
          <a:custGeom>
            <a:rect b="b" l="l" r="r" t="t"/>
            <a:pathLst>
              <a:path extrusionOk="0" h="2743" w="7625">
                <a:moveTo>
                  <a:pt x="4159" y="694"/>
                </a:moveTo>
                <a:cubicBezTo>
                  <a:pt x="4348" y="694"/>
                  <a:pt x="4506" y="851"/>
                  <a:pt x="4506" y="1040"/>
                </a:cubicBezTo>
                <a:cubicBezTo>
                  <a:pt x="4506" y="1261"/>
                  <a:pt x="4348" y="1418"/>
                  <a:pt x="4159" y="1418"/>
                </a:cubicBezTo>
                <a:lnTo>
                  <a:pt x="3466" y="1418"/>
                </a:lnTo>
                <a:cubicBezTo>
                  <a:pt x="3246" y="1418"/>
                  <a:pt x="3088" y="1261"/>
                  <a:pt x="3088" y="1040"/>
                </a:cubicBezTo>
                <a:cubicBezTo>
                  <a:pt x="3088" y="851"/>
                  <a:pt x="3246" y="694"/>
                  <a:pt x="3466" y="694"/>
                </a:cubicBezTo>
                <a:close/>
                <a:moveTo>
                  <a:pt x="1" y="0"/>
                </a:moveTo>
                <a:lnTo>
                  <a:pt x="1" y="1733"/>
                </a:lnTo>
                <a:cubicBezTo>
                  <a:pt x="1" y="2300"/>
                  <a:pt x="473" y="2741"/>
                  <a:pt x="1009" y="2741"/>
                </a:cubicBezTo>
                <a:lnTo>
                  <a:pt x="6554" y="2741"/>
                </a:lnTo>
                <a:cubicBezTo>
                  <a:pt x="6573" y="2742"/>
                  <a:pt x="6592" y="2743"/>
                  <a:pt x="6610" y="2743"/>
                </a:cubicBezTo>
                <a:cubicBezTo>
                  <a:pt x="7182" y="2743"/>
                  <a:pt x="7625" y="2282"/>
                  <a:pt x="7625" y="1733"/>
                </a:cubicBez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5" name="Google Shape;5615;p30"/>
          <p:cNvSpPr/>
          <p:nvPr/>
        </p:nvSpPr>
        <p:spPr>
          <a:xfrm>
            <a:off x="6898686" y="2895095"/>
            <a:ext cx="250348" cy="204842"/>
          </a:xfrm>
          <a:custGeom>
            <a:rect b="b" l="l" r="r" t="t"/>
            <a:pathLst>
              <a:path extrusionOk="0" h="6239" w="7625">
                <a:moveTo>
                  <a:pt x="4506" y="693"/>
                </a:moveTo>
                <a:cubicBezTo>
                  <a:pt x="4727" y="693"/>
                  <a:pt x="4884" y="851"/>
                  <a:pt x="4884" y="1040"/>
                </a:cubicBezTo>
                <a:lnTo>
                  <a:pt x="4884" y="2080"/>
                </a:lnTo>
                <a:lnTo>
                  <a:pt x="5892" y="2080"/>
                </a:lnTo>
                <a:cubicBezTo>
                  <a:pt x="6081" y="2080"/>
                  <a:pt x="6239" y="2237"/>
                  <a:pt x="6239" y="2426"/>
                </a:cubicBezTo>
                <a:lnTo>
                  <a:pt x="6239" y="3812"/>
                </a:lnTo>
                <a:cubicBezTo>
                  <a:pt x="6239" y="4001"/>
                  <a:pt x="6081" y="4159"/>
                  <a:pt x="5892" y="4159"/>
                </a:cubicBezTo>
                <a:lnTo>
                  <a:pt x="4884" y="4159"/>
                </a:lnTo>
                <a:lnTo>
                  <a:pt x="4884" y="5199"/>
                </a:lnTo>
                <a:cubicBezTo>
                  <a:pt x="4884" y="5388"/>
                  <a:pt x="4727" y="5545"/>
                  <a:pt x="4506" y="5545"/>
                </a:cubicBezTo>
                <a:lnTo>
                  <a:pt x="3151" y="5545"/>
                </a:lnTo>
                <a:cubicBezTo>
                  <a:pt x="2931" y="5545"/>
                  <a:pt x="2773" y="5388"/>
                  <a:pt x="2773" y="5199"/>
                </a:cubicBezTo>
                <a:lnTo>
                  <a:pt x="2773" y="4159"/>
                </a:lnTo>
                <a:lnTo>
                  <a:pt x="1765" y="4159"/>
                </a:lnTo>
                <a:cubicBezTo>
                  <a:pt x="1576" y="4159"/>
                  <a:pt x="1419" y="4001"/>
                  <a:pt x="1419" y="3812"/>
                </a:cubicBezTo>
                <a:lnTo>
                  <a:pt x="1419" y="2426"/>
                </a:lnTo>
                <a:cubicBezTo>
                  <a:pt x="1419" y="2237"/>
                  <a:pt x="1576" y="2080"/>
                  <a:pt x="1765" y="2080"/>
                </a:cubicBezTo>
                <a:lnTo>
                  <a:pt x="2773" y="2080"/>
                </a:lnTo>
                <a:lnTo>
                  <a:pt x="2773" y="1040"/>
                </a:lnTo>
                <a:cubicBezTo>
                  <a:pt x="2773" y="851"/>
                  <a:pt x="2931" y="693"/>
                  <a:pt x="3151" y="693"/>
                </a:cubicBezTo>
                <a:close/>
                <a:moveTo>
                  <a:pt x="1" y="0"/>
                </a:moveTo>
                <a:lnTo>
                  <a:pt x="1" y="6238"/>
                </a:lnTo>
                <a:lnTo>
                  <a:pt x="7625" y="6238"/>
                </a:ln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6" name="Google Shape;5616;p30"/>
          <p:cNvSpPr/>
          <p:nvPr/>
        </p:nvSpPr>
        <p:spPr>
          <a:xfrm>
            <a:off x="6852148" y="3433948"/>
            <a:ext cx="346547" cy="307247"/>
          </a:xfrm>
          <a:custGeom>
            <a:rect b="b" l="l" r="r" t="t"/>
            <a:pathLst>
              <a:path extrusionOk="0" h="9358" w="10555">
                <a:moveTo>
                  <a:pt x="1701" y="3119"/>
                </a:moveTo>
                <a:cubicBezTo>
                  <a:pt x="1890" y="3119"/>
                  <a:pt x="2048" y="3277"/>
                  <a:pt x="2048" y="3466"/>
                </a:cubicBezTo>
                <a:lnTo>
                  <a:pt x="2048" y="4159"/>
                </a:lnTo>
                <a:cubicBezTo>
                  <a:pt x="2048" y="4379"/>
                  <a:pt x="2205" y="4537"/>
                  <a:pt x="2394" y="4537"/>
                </a:cubicBezTo>
                <a:lnTo>
                  <a:pt x="3119" y="4537"/>
                </a:lnTo>
                <a:cubicBezTo>
                  <a:pt x="3308" y="4537"/>
                  <a:pt x="3466" y="4663"/>
                  <a:pt x="3466" y="4883"/>
                </a:cubicBezTo>
                <a:cubicBezTo>
                  <a:pt x="3466" y="5072"/>
                  <a:pt x="3308" y="5230"/>
                  <a:pt x="3119" y="5230"/>
                </a:cubicBezTo>
                <a:lnTo>
                  <a:pt x="2394" y="5230"/>
                </a:lnTo>
                <a:cubicBezTo>
                  <a:pt x="1796" y="5198"/>
                  <a:pt x="1323" y="4726"/>
                  <a:pt x="1323" y="4159"/>
                </a:cubicBezTo>
                <a:lnTo>
                  <a:pt x="1323" y="3466"/>
                </a:lnTo>
                <a:cubicBezTo>
                  <a:pt x="1323" y="3277"/>
                  <a:pt x="1512" y="3119"/>
                  <a:pt x="1701" y="3119"/>
                </a:cubicBezTo>
                <a:close/>
                <a:moveTo>
                  <a:pt x="3781" y="6585"/>
                </a:moveTo>
                <a:lnTo>
                  <a:pt x="3781" y="6931"/>
                </a:lnTo>
                <a:cubicBezTo>
                  <a:pt x="3781" y="7120"/>
                  <a:pt x="3623" y="7278"/>
                  <a:pt x="3434" y="7278"/>
                </a:cubicBezTo>
                <a:cubicBezTo>
                  <a:pt x="3214" y="7278"/>
                  <a:pt x="3056" y="7120"/>
                  <a:pt x="3056" y="6931"/>
                </a:cubicBezTo>
                <a:lnTo>
                  <a:pt x="3056" y="6585"/>
                </a:lnTo>
                <a:close/>
                <a:moveTo>
                  <a:pt x="6900" y="0"/>
                </a:moveTo>
                <a:cubicBezTo>
                  <a:pt x="5986" y="0"/>
                  <a:pt x="5293" y="693"/>
                  <a:pt x="5293" y="1607"/>
                </a:cubicBezTo>
                <a:cubicBezTo>
                  <a:pt x="5293" y="2363"/>
                  <a:pt x="5765" y="2741"/>
                  <a:pt x="6238" y="3182"/>
                </a:cubicBezTo>
                <a:lnTo>
                  <a:pt x="7561" y="4379"/>
                </a:lnTo>
                <a:lnTo>
                  <a:pt x="7561" y="7624"/>
                </a:lnTo>
                <a:cubicBezTo>
                  <a:pt x="7561" y="8223"/>
                  <a:pt x="7089" y="8664"/>
                  <a:pt x="6553" y="8664"/>
                </a:cubicBezTo>
                <a:lnTo>
                  <a:pt x="4820" y="8664"/>
                </a:lnTo>
                <a:cubicBezTo>
                  <a:pt x="4348" y="8664"/>
                  <a:pt x="3938" y="8349"/>
                  <a:pt x="3812" y="7876"/>
                </a:cubicBezTo>
                <a:cubicBezTo>
                  <a:pt x="4222" y="7719"/>
                  <a:pt x="4505" y="7372"/>
                  <a:pt x="4505" y="6931"/>
                </a:cubicBezTo>
                <a:lnTo>
                  <a:pt x="4505" y="6585"/>
                </a:lnTo>
                <a:lnTo>
                  <a:pt x="5198" y="6585"/>
                </a:lnTo>
                <a:cubicBezTo>
                  <a:pt x="6144" y="6585"/>
                  <a:pt x="6931" y="5797"/>
                  <a:pt x="6931" y="4852"/>
                </a:cubicBezTo>
                <a:lnTo>
                  <a:pt x="6931" y="4631"/>
                </a:lnTo>
                <a:lnTo>
                  <a:pt x="5829" y="3686"/>
                </a:lnTo>
                <a:cubicBezTo>
                  <a:pt x="5671" y="3529"/>
                  <a:pt x="5482" y="3371"/>
                  <a:pt x="5293" y="3182"/>
                </a:cubicBezTo>
                <a:cubicBezTo>
                  <a:pt x="4568" y="3151"/>
                  <a:pt x="3875" y="2899"/>
                  <a:pt x="3182" y="2332"/>
                </a:cubicBezTo>
                <a:cubicBezTo>
                  <a:pt x="2720" y="1911"/>
                  <a:pt x="1880" y="1701"/>
                  <a:pt x="1091" y="1701"/>
                </a:cubicBezTo>
                <a:cubicBezTo>
                  <a:pt x="697" y="1701"/>
                  <a:pt x="315" y="1754"/>
                  <a:pt x="0" y="1859"/>
                </a:cubicBezTo>
                <a:lnTo>
                  <a:pt x="0" y="4883"/>
                </a:lnTo>
                <a:cubicBezTo>
                  <a:pt x="0" y="5829"/>
                  <a:pt x="788" y="6616"/>
                  <a:pt x="1733" y="6616"/>
                </a:cubicBezTo>
                <a:lnTo>
                  <a:pt x="2457" y="6616"/>
                </a:lnTo>
                <a:lnTo>
                  <a:pt x="2457" y="6963"/>
                </a:lnTo>
                <a:cubicBezTo>
                  <a:pt x="2394" y="7404"/>
                  <a:pt x="2678" y="7782"/>
                  <a:pt x="3119" y="7908"/>
                </a:cubicBezTo>
                <a:cubicBezTo>
                  <a:pt x="3277" y="8727"/>
                  <a:pt x="3970" y="9357"/>
                  <a:pt x="4820" y="9357"/>
                </a:cubicBezTo>
                <a:lnTo>
                  <a:pt x="6553" y="9357"/>
                </a:lnTo>
                <a:cubicBezTo>
                  <a:pt x="7498" y="9357"/>
                  <a:pt x="8286" y="8569"/>
                  <a:pt x="8286" y="7624"/>
                </a:cubicBezTo>
                <a:lnTo>
                  <a:pt x="8286" y="4379"/>
                </a:lnTo>
                <a:cubicBezTo>
                  <a:pt x="9294" y="3497"/>
                  <a:pt x="9546" y="3277"/>
                  <a:pt x="9546" y="3277"/>
                </a:cubicBezTo>
                <a:cubicBezTo>
                  <a:pt x="9987" y="2867"/>
                  <a:pt x="10554" y="2395"/>
                  <a:pt x="10554" y="1607"/>
                </a:cubicBezTo>
                <a:cubicBezTo>
                  <a:pt x="10554" y="693"/>
                  <a:pt x="9830" y="0"/>
                  <a:pt x="8948" y="0"/>
                </a:cubicBezTo>
                <a:cubicBezTo>
                  <a:pt x="8538" y="0"/>
                  <a:pt x="8191" y="126"/>
                  <a:pt x="7908" y="347"/>
                </a:cubicBezTo>
                <a:cubicBezTo>
                  <a:pt x="7656" y="95"/>
                  <a:pt x="7278" y="0"/>
                  <a:pt x="69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7" name="Google Shape;5617;p30"/>
          <p:cNvSpPr/>
          <p:nvPr/>
        </p:nvSpPr>
        <p:spPr>
          <a:xfrm>
            <a:off x="6851097" y="3353249"/>
            <a:ext cx="207961" cy="160387"/>
          </a:xfrm>
          <a:custGeom>
            <a:rect b="b" l="l" r="r" t="t"/>
            <a:pathLst>
              <a:path extrusionOk="0" h="4885" w="6334">
                <a:moveTo>
                  <a:pt x="3844" y="631"/>
                </a:moveTo>
                <a:cubicBezTo>
                  <a:pt x="4065" y="631"/>
                  <a:pt x="4222" y="788"/>
                  <a:pt x="4222" y="1009"/>
                </a:cubicBezTo>
                <a:lnTo>
                  <a:pt x="4222" y="1387"/>
                </a:lnTo>
                <a:lnTo>
                  <a:pt x="2773" y="1387"/>
                </a:lnTo>
                <a:lnTo>
                  <a:pt x="2773" y="1009"/>
                </a:lnTo>
                <a:cubicBezTo>
                  <a:pt x="2773" y="788"/>
                  <a:pt x="2931" y="631"/>
                  <a:pt x="3151" y="631"/>
                </a:cubicBezTo>
                <a:close/>
                <a:moveTo>
                  <a:pt x="3088" y="1"/>
                </a:moveTo>
                <a:cubicBezTo>
                  <a:pt x="2521" y="1"/>
                  <a:pt x="2080" y="473"/>
                  <a:pt x="2080" y="1040"/>
                </a:cubicBezTo>
                <a:lnTo>
                  <a:pt x="2080" y="1419"/>
                </a:lnTo>
                <a:lnTo>
                  <a:pt x="1733" y="1419"/>
                </a:lnTo>
                <a:cubicBezTo>
                  <a:pt x="788" y="1419"/>
                  <a:pt x="1" y="2206"/>
                  <a:pt x="1" y="3151"/>
                </a:cubicBezTo>
                <a:lnTo>
                  <a:pt x="1" y="3592"/>
                </a:lnTo>
                <a:cubicBezTo>
                  <a:pt x="332" y="3503"/>
                  <a:pt x="705" y="3459"/>
                  <a:pt x="1087" y="3459"/>
                </a:cubicBezTo>
                <a:cubicBezTo>
                  <a:pt x="2048" y="3459"/>
                  <a:pt x="3069" y="3736"/>
                  <a:pt x="3655" y="4254"/>
                </a:cubicBezTo>
                <a:cubicBezTo>
                  <a:pt x="4002" y="4569"/>
                  <a:pt x="4411" y="4758"/>
                  <a:pt x="4789" y="4884"/>
                </a:cubicBezTo>
                <a:cubicBezTo>
                  <a:pt x="4726" y="4664"/>
                  <a:pt x="4632" y="4380"/>
                  <a:pt x="4632" y="4096"/>
                </a:cubicBezTo>
                <a:cubicBezTo>
                  <a:pt x="4632" y="2994"/>
                  <a:pt x="5356" y="2112"/>
                  <a:pt x="6333" y="1860"/>
                </a:cubicBezTo>
                <a:cubicBezTo>
                  <a:pt x="6018" y="1576"/>
                  <a:pt x="5608" y="1419"/>
                  <a:pt x="5199" y="1419"/>
                </a:cubicBezTo>
                <a:lnTo>
                  <a:pt x="4821" y="1419"/>
                </a:lnTo>
                <a:lnTo>
                  <a:pt x="4821" y="1040"/>
                </a:lnTo>
                <a:cubicBezTo>
                  <a:pt x="4821" y="442"/>
                  <a:pt x="4348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8" name="Google Shape;5618;p30"/>
          <p:cNvSpPr/>
          <p:nvPr/>
        </p:nvSpPr>
        <p:spPr>
          <a:xfrm>
            <a:off x="6818507" y="3853401"/>
            <a:ext cx="413788" cy="379708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9" name="Google Shape;5619;p30"/>
          <p:cNvSpPr/>
          <p:nvPr/>
        </p:nvSpPr>
        <p:spPr>
          <a:xfrm>
            <a:off x="8387437" y="4191721"/>
            <a:ext cx="85890" cy="45539"/>
          </a:xfrm>
          <a:custGeom>
            <a:rect b="b" l="l" r="r" t="t"/>
            <a:pathLst>
              <a:path extrusionOk="0" h="1387" w="2616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85" y="1387"/>
                  <a:pt x="2615" y="851"/>
                  <a:pt x="25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0" name="Google Shape;5620;p30"/>
          <p:cNvSpPr/>
          <p:nvPr/>
        </p:nvSpPr>
        <p:spPr>
          <a:xfrm>
            <a:off x="8527067" y="3849491"/>
            <a:ext cx="107625" cy="320577"/>
          </a:xfrm>
          <a:custGeom>
            <a:rect b="b" l="l" r="r" t="t"/>
            <a:pathLst>
              <a:path extrusionOk="0" h="9764" w="3278">
                <a:moveTo>
                  <a:pt x="1198" y="5541"/>
                </a:moveTo>
                <a:cubicBezTo>
                  <a:pt x="1387" y="5604"/>
                  <a:pt x="1544" y="5699"/>
                  <a:pt x="1544" y="5888"/>
                </a:cubicBezTo>
                <a:lnTo>
                  <a:pt x="1576" y="6266"/>
                </a:lnTo>
                <a:lnTo>
                  <a:pt x="788" y="6266"/>
                </a:lnTo>
                <a:lnTo>
                  <a:pt x="788" y="5888"/>
                </a:lnTo>
                <a:cubicBezTo>
                  <a:pt x="788" y="5699"/>
                  <a:pt x="946" y="5541"/>
                  <a:pt x="1198" y="5541"/>
                </a:cubicBezTo>
                <a:close/>
                <a:moveTo>
                  <a:pt x="2885" y="0"/>
                </a:moveTo>
                <a:cubicBezTo>
                  <a:pt x="2798" y="0"/>
                  <a:pt x="2714" y="40"/>
                  <a:pt x="2647" y="123"/>
                </a:cubicBezTo>
                <a:lnTo>
                  <a:pt x="914" y="2202"/>
                </a:lnTo>
                <a:cubicBezTo>
                  <a:pt x="883" y="2296"/>
                  <a:pt x="820" y="2360"/>
                  <a:pt x="820" y="2454"/>
                </a:cubicBezTo>
                <a:lnTo>
                  <a:pt x="820" y="4974"/>
                </a:lnTo>
                <a:cubicBezTo>
                  <a:pt x="442" y="5069"/>
                  <a:pt x="127" y="5478"/>
                  <a:pt x="127" y="5920"/>
                </a:cubicBezTo>
                <a:lnTo>
                  <a:pt x="1" y="9763"/>
                </a:lnTo>
                <a:lnTo>
                  <a:pt x="2458" y="9763"/>
                </a:lnTo>
                <a:lnTo>
                  <a:pt x="2238" y="5857"/>
                </a:lnTo>
                <a:cubicBezTo>
                  <a:pt x="2206" y="5447"/>
                  <a:pt x="1923" y="5069"/>
                  <a:pt x="1513" y="4974"/>
                </a:cubicBezTo>
                <a:lnTo>
                  <a:pt x="1513" y="2549"/>
                </a:lnTo>
                <a:lnTo>
                  <a:pt x="3151" y="595"/>
                </a:lnTo>
                <a:cubicBezTo>
                  <a:pt x="3277" y="375"/>
                  <a:pt x="3277" y="186"/>
                  <a:pt x="3120" y="91"/>
                </a:cubicBezTo>
                <a:cubicBezTo>
                  <a:pt x="3045" y="32"/>
                  <a:pt x="2964" y="0"/>
                  <a:pt x="28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1" name="Google Shape;5621;p30"/>
          <p:cNvSpPr/>
          <p:nvPr/>
        </p:nvSpPr>
        <p:spPr>
          <a:xfrm>
            <a:off x="8370890" y="3849359"/>
            <a:ext cx="114848" cy="320708"/>
          </a:xfrm>
          <a:custGeom>
            <a:rect b="b" l="l" r="r" t="t"/>
            <a:pathLst>
              <a:path extrusionOk="0" h="9768" w="3498">
                <a:moveTo>
                  <a:pt x="1733" y="1355"/>
                </a:moveTo>
                <a:cubicBezTo>
                  <a:pt x="1922" y="1355"/>
                  <a:pt x="2080" y="1513"/>
                  <a:pt x="2080" y="1702"/>
                </a:cubicBezTo>
                <a:cubicBezTo>
                  <a:pt x="2080" y="1922"/>
                  <a:pt x="1922" y="2048"/>
                  <a:pt x="1733" y="2048"/>
                </a:cubicBezTo>
                <a:cubicBezTo>
                  <a:pt x="1544" y="2048"/>
                  <a:pt x="1387" y="1891"/>
                  <a:pt x="1387" y="1702"/>
                </a:cubicBezTo>
                <a:cubicBezTo>
                  <a:pt x="1387" y="1513"/>
                  <a:pt x="1544" y="1355"/>
                  <a:pt x="1733" y="1355"/>
                </a:cubicBezTo>
                <a:close/>
                <a:moveTo>
                  <a:pt x="1765" y="5545"/>
                </a:moveTo>
                <a:cubicBezTo>
                  <a:pt x="1954" y="5608"/>
                  <a:pt x="2111" y="5703"/>
                  <a:pt x="2111" y="5892"/>
                </a:cubicBezTo>
                <a:lnTo>
                  <a:pt x="2174" y="6270"/>
                </a:lnTo>
                <a:lnTo>
                  <a:pt x="1387" y="6270"/>
                </a:lnTo>
                <a:lnTo>
                  <a:pt x="1387" y="5892"/>
                </a:lnTo>
                <a:cubicBezTo>
                  <a:pt x="1387" y="5703"/>
                  <a:pt x="1544" y="5545"/>
                  <a:pt x="1765" y="5545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553"/>
                  <a:pt x="599" y="3277"/>
                  <a:pt x="1387" y="3435"/>
                </a:cubicBezTo>
                <a:lnTo>
                  <a:pt x="1387" y="4947"/>
                </a:lnTo>
                <a:cubicBezTo>
                  <a:pt x="977" y="5073"/>
                  <a:pt x="662" y="5482"/>
                  <a:pt x="662" y="5892"/>
                </a:cubicBezTo>
                <a:lnTo>
                  <a:pt x="536" y="9767"/>
                </a:lnTo>
                <a:lnTo>
                  <a:pt x="2993" y="9767"/>
                </a:lnTo>
                <a:lnTo>
                  <a:pt x="2804" y="5861"/>
                </a:lnTo>
                <a:cubicBezTo>
                  <a:pt x="2741" y="5419"/>
                  <a:pt x="2489" y="5073"/>
                  <a:pt x="2048" y="4947"/>
                </a:cubicBezTo>
                <a:lnTo>
                  <a:pt x="2048" y="3435"/>
                </a:lnTo>
                <a:cubicBezTo>
                  <a:pt x="2836" y="3277"/>
                  <a:pt x="3435" y="2553"/>
                  <a:pt x="3435" y="1733"/>
                </a:cubicBezTo>
                <a:cubicBezTo>
                  <a:pt x="3498" y="757"/>
                  <a:pt x="2710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2" name="Google Shape;5622;p30"/>
          <p:cNvSpPr/>
          <p:nvPr/>
        </p:nvSpPr>
        <p:spPr>
          <a:xfrm>
            <a:off x="8524999" y="4191721"/>
            <a:ext cx="84872" cy="45539"/>
          </a:xfrm>
          <a:custGeom>
            <a:rect b="b" l="l" r="r" t="t"/>
            <a:pathLst>
              <a:path extrusionOk="0" h="1387" w="2585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54" y="1387"/>
                  <a:pt x="2584" y="851"/>
                  <a:pt x="25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3" name="Google Shape;5623;p30"/>
          <p:cNvSpPr/>
          <p:nvPr/>
        </p:nvSpPr>
        <p:spPr>
          <a:xfrm>
            <a:off x="6337368" y="1295597"/>
            <a:ext cx="390017" cy="206910"/>
          </a:xfrm>
          <a:custGeom>
            <a:rect b="b" l="l" r="r" t="t"/>
            <a:pathLst>
              <a:path extrusionOk="0" h="6302" w="11879">
                <a:moveTo>
                  <a:pt x="7688" y="2080"/>
                </a:moveTo>
                <a:lnTo>
                  <a:pt x="7688" y="2836"/>
                </a:lnTo>
                <a:lnTo>
                  <a:pt x="4191" y="2836"/>
                </a:lnTo>
                <a:lnTo>
                  <a:pt x="4191" y="2080"/>
                </a:lnTo>
                <a:close/>
                <a:moveTo>
                  <a:pt x="10177" y="3497"/>
                </a:moveTo>
                <a:cubicBezTo>
                  <a:pt x="10586" y="3497"/>
                  <a:pt x="10996" y="3781"/>
                  <a:pt x="11154" y="4222"/>
                </a:cubicBezTo>
                <a:lnTo>
                  <a:pt x="820" y="4222"/>
                </a:lnTo>
                <a:cubicBezTo>
                  <a:pt x="914" y="3812"/>
                  <a:pt x="1292" y="3497"/>
                  <a:pt x="1765" y="3497"/>
                </a:cubicBezTo>
                <a:close/>
                <a:moveTo>
                  <a:pt x="3844" y="0"/>
                </a:moveTo>
                <a:cubicBezTo>
                  <a:pt x="2899" y="0"/>
                  <a:pt x="2112" y="788"/>
                  <a:pt x="2112" y="1733"/>
                </a:cubicBezTo>
                <a:lnTo>
                  <a:pt x="2112" y="2836"/>
                </a:lnTo>
                <a:lnTo>
                  <a:pt x="1734" y="2836"/>
                </a:lnTo>
                <a:cubicBezTo>
                  <a:pt x="788" y="2836"/>
                  <a:pt x="1" y="3623"/>
                  <a:pt x="1" y="4568"/>
                </a:cubicBezTo>
                <a:lnTo>
                  <a:pt x="1" y="6301"/>
                </a:lnTo>
                <a:lnTo>
                  <a:pt x="1387" y="6301"/>
                </a:lnTo>
                <a:lnTo>
                  <a:pt x="1387" y="5955"/>
                </a:lnTo>
                <a:lnTo>
                  <a:pt x="1418" y="5955"/>
                </a:lnTo>
                <a:cubicBezTo>
                  <a:pt x="1418" y="5734"/>
                  <a:pt x="1576" y="5577"/>
                  <a:pt x="1765" y="5577"/>
                </a:cubicBezTo>
                <a:lnTo>
                  <a:pt x="3151" y="5577"/>
                </a:lnTo>
                <a:cubicBezTo>
                  <a:pt x="3340" y="5577"/>
                  <a:pt x="3529" y="5734"/>
                  <a:pt x="3529" y="5955"/>
                </a:cubicBezTo>
                <a:lnTo>
                  <a:pt x="3529" y="6301"/>
                </a:lnTo>
                <a:lnTo>
                  <a:pt x="8413" y="6301"/>
                </a:lnTo>
                <a:lnTo>
                  <a:pt x="8413" y="5955"/>
                </a:lnTo>
                <a:cubicBezTo>
                  <a:pt x="8413" y="5734"/>
                  <a:pt x="8570" y="5577"/>
                  <a:pt x="8759" y="5577"/>
                </a:cubicBezTo>
                <a:lnTo>
                  <a:pt x="10145" y="5577"/>
                </a:lnTo>
                <a:cubicBezTo>
                  <a:pt x="10334" y="5577"/>
                  <a:pt x="10492" y="5734"/>
                  <a:pt x="10492" y="5955"/>
                </a:cubicBezTo>
                <a:lnTo>
                  <a:pt x="10492" y="6301"/>
                </a:lnTo>
                <a:lnTo>
                  <a:pt x="11878" y="6301"/>
                </a:lnTo>
                <a:lnTo>
                  <a:pt x="11878" y="4568"/>
                </a:lnTo>
                <a:cubicBezTo>
                  <a:pt x="11878" y="3623"/>
                  <a:pt x="11091" y="2836"/>
                  <a:pt x="10145" y="2836"/>
                </a:cubicBezTo>
                <a:lnTo>
                  <a:pt x="9767" y="2836"/>
                </a:lnTo>
                <a:lnTo>
                  <a:pt x="9767" y="1733"/>
                </a:lnTo>
                <a:cubicBezTo>
                  <a:pt x="9767" y="788"/>
                  <a:pt x="8980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4" name="Google Shape;5624;p30"/>
          <p:cNvSpPr/>
          <p:nvPr/>
        </p:nvSpPr>
        <p:spPr>
          <a:xfrm>
            <a:off x="6636295" y="1502465"/>
            <a:ext cx="22786" cy="682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1733"/>
                </a:lnTo>
                <a:cubicBezTo>
                  <a:pt x="1" y="1922"/>
                  <a:pt x="158" y="2079"/>
                  <a:pt x="347" y="2079"/>
                </a:cubicBezTo>
                <a:cubicBezTo>
                  <a:pt x="536" y="2079"/>
                  <a:pt x="694" y="1922"/>
                  <a:pt x="694" y="1733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5" name="Google Shape;5625;p30"/>
          <p:cNvSpPr/>
          <p:nvPr/>
        </p:nvSpPr>
        <p:spPr>
          <a:xfrm>
            <a:off x="6338419" y="1525217"/>
            <a:ext cx="389984" cy="159303"/>
          </a:xfrm>
          <a:custGeom>
            <a:rect b="b" l="l" r="r" t="t"/>
            <a:pathLst>
              <a:path extrusionOk="0" h="4852" w="11878">
                <a:moveTo>
                  <a:pt x="5923" y="693"/>
                </a:moveTo>
                <a:cubicBezTo>
                  <a:pt x="6112" y="693"/>
                  <a:pt x="6270" y="851"/>
                  <a:pt x="6270" y="1040"/>
                </a:cubicBezTo>
                <a:lnTo>
                  <a:pt x="6270" y="1733"/>
                </a:lnTo>
                <a:lnTo>
                  <a:pt x="6994" y="1733"/>
                </a:lnTo>
                <a:cubicBezTo>
                  <a:pt x="7183" y="1733"/>
                  <a:pt x="7341" y="1891"/>
                  <a:pt x="7341" y="2080"/>
                </a:cubicBezTo>
                <a:cubicBezTo>
                  <a:pt x="7341" y="2300"/>
                  <a:pt x="7183" y="2458"/>
                  <a:pt x="6994" y="2458"/>
                </a:cubicBezTo>
                <a:lnTo>
                  <a:pt x="6270" y="2458"/>
                </a:lnTo>
                <a:lnTo>
                  <a:pt x="6270" y="3151"/>
                </a:lnTo>
                <a:cubicBezTo>
                  <a:pt x="6270" y="3340"/>
                  <a:pt x="6112" y="3497"/>
                  <a:pt x="5923" y="3497"/>
                </a:cubicBezTo>
                <a:cubicBezTo>
                  <a:pt x="5734" y="3497"/>
                  <a:pt x="5577" y="3340"/>
                  <a:pt x="5577" y="3151"/>
                </a:cubicBezTo>
                <a:lnTo>
                  <a:pt x="5577" y="2458"/>
                </a:lnTo>
                <a:lnTo>
                  <a:pt x="4852" y="2458"/>
                </a:lnTo>
                <a:cubicBezTo>
                  <a:pt x="4663" y="2458"/>
                  <a:pt x="4505" y="2300"/>
                  <a:pt x="4505" y="2080"/>
                </a:cubicBezTo>
                <a:cubicBezTo>
                  <a:pt x="4537" y="1891"/>
                  <a:pt x="4695" y="1733"/>
                  <a:pt x="4852" y="1733"/>
                </a:cubicBezTo>
                <a:lnTo>
                  <a:pt x="5577" y="1733"/>
                </a:lnTo>
                <a:lnTo>
                  <a:pt x="5577" y="1040"/>
                </a:lnTo>
                <a:cubicBezTo>
                  <a:pt x="5577" y="851"/>
                  <a:pt x="5734" y="693"/>
                  <a:pt x="5923" y="693"/>
                </a:cubicBezTo>
                <a:close/>
                <a:moveTo>
                  <a:pt x="126" y="0"/>
                </a:moveTo>
                <a:lnTo>
                  <a:pt x="126" y="3119"/>
                </a:lnTo>
                <a:cubicBezTo>
                  <a:pt x="0" y="4064"/>
                  <a:pt x="756" y="4852"/>
                  <a:pt x="1733" y="4852"/>
                </a:cubicBezTo>
                <a:lnTo>
                  <a:pt x="10145" y="4852"/>
                </a:lnTo>
                <a:cubicBezTo>
                  <a:pt x="11090" y="4852"/>
                  <a:pt x="11878" y="4064"/>
                  <a:pt x="11878" y="3119"/>
                </a:cubicBezTo>
                <a:lnTo>
                  <a:pt x="11878" y="0"/>
                </a:lnTo>
                <a:lnTo>
                  <a:pt x="10491" y="0"/>
                </a:lnTo>
                <a:lnTo>
                  <a:pt x="10491" y="1040"/>
                </a:lnTo>
                <a:cubicBezTo>
                  <a:pt x="10491" y="1639"/>
                  <a:pt x="10019" y="2048"/>
                  <a:pt x="9452" y="2048"/>
                </a:cubicBezTo>
                <a:cubicBezTo>
                  <a:pt x="8885" y="2048"/>
                  <a:pt x="8444" y="1576"/>
                  <a:pt x="8444" y="1040"/>
                </a:cubicBezTo>
                <a:lnTo>
                  <a:pt x="8444" y="0"/>
                </a:lnTo>
                <a:lnTo>
                  <a:pt x="3560" y="0"/>
                </a:lnTo>
                <a:lnTo>
                  <a:pt x="3560" y="1040"/>
                </a:lnTo>
                <a:cubicBezTo>
                  <a:pt x="3560" y="1639"/>
                  <a:pt x="3088" y="2048"/>
                  <a:pt x="2521" y="2048"/>
                </a:cubicBezTo>
                <a:cubicBezTo>
                  <a:pt x="1954" y="2048"/>
                  <a:pt x="1513" y="1576"/>
                  <a:pt x="1513" y="1040"/>
                </a:cubicBezTo>
                <a:lnTo>
                  <a:pt x="151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6" name="Google Shape;5626;p30"/>
          <p:cNvSpPr/>
          <p:nvPr/>
        </p:nvSpPr>
        <p:spPr>
          <a:xfrm>
            <a:off x="6405656" y="1502465"/>
            <a:ext cx="23804" cy="68292"/>
          </a:xfrm>
          <a:custGeom>
            <a:rect b="b" l="l" r="r" t="t"/>
            <a:pathLst>
              <a:path extrusionOk="0" h="2080" w="725">
                <a:moveTo>
                  <a:pt x="0" y="0"/>
                </a:moveTo>
                <a:lnTo>
                  <a:pt x="0" y="1733"/>
                </a:lnTo>
                <a:cubicBezTo>
                  <a:pt x="0" y="1922"/>
                  <a:pt x="158" y="2079"/>
                  <a:pt x="378" y="2079"/>
                </a:cubicBezTo>
                <a:cubicBezTo>
                  <a:pt x="567" y="2079"/>
                  <a:pt x="725" y="1922"/>
                  <a:pt x="725" y="1733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7" name="Google Shape;5627;p30"/>
          <p:cNvSpPr/>
          <p:nvPr/>
        </p:nvSpPr>
        <p:spPr>
          <a:xfrm>
            <a:off x="6399226" y="1864037"/>
            <a:ext cx="274151" cy="227332"/>
          </a:xfrm>
          <a:custGeom>
            <a:rect b="b" l="l" r="r" t="t"/>
            <a:pathLst>
              <a:path extrusionOk="0" h="6924" w="8350">
                <a:moveTo>
                  <a:pt x="4128" y="2733"/>
                </a:moveTo>
                <a:cubicBezTo>
                  <a:pt x="4380" y="3048"/>
                  <a:pt x="4726" y="3269"/>
                  <a:pt x="5167" y="3552"/>
                </a:cubicBezTo>
                <a:lnTo>
                  <a:pt x="5167" y="4497"/>
                </a:lnTo>
                <a:cubicBezTo>
                  <a:pt x="5167" y="4844"/>
                  <a:pt x="5010" y="5159"/>
                  <a:pt x="4695" y="5348"/>
                </a:cubicBezTo>
                <a:cubicBezTo>
                  <a:pt x="4537" y="5474"/>
                  <a:pt x="4325" y="5537"/>
                  <a:pt x="4112" y="5537"/>
                </a:cubicBezTo>
                <a:cubicBezTo>
                  <a:pt x="3899" y="5537"/>
                  <a:pt x="3687" y="5474"/>
                  <a:pt x="3529" y="5348"/>
                </a:cubicBezTo>
                <a:cubicBezTo>
                  <a:pt x="3277" y="5159"/>
                  <a:pt x="3057" y="4844"/>
                  <a:pt x="3057" y="4497"/>
                </a:cubicBezTo>
                <a:lnTo>
                  <a:pt x="3057" y="3552"/>
                </a:lnTo>
                <a:lnTo>
                  <a:pt x="3120" y="3552"/>
                </a:lnTo>
                <a:cubicBezTo>
                  <a:pt x="3529" y="3269"/>
                  <a:pt x="3907" y="2985"/>
                  <a:pt x="4128" y="2733"/>
                </a:cubicBezTo>
                <a:close/>
                <a:moveTo>
                  <a:pt x="4222" y="0"/>
                </a:moveTo>
                <a:cubicBezTo>
                  <a:pt x="3568" y="0"/>
                  <a:pt x="2915" y="166"/>
                  <a:pt x="2363" y="496"/>
                </a:cubicBezTo>
                <a:cubicBezTo>
                  <a:pt x="1702" y="906"/>
                  <a:pt x="1229" y="1473"/>
                  <a:pt x="946" y="2166"/>
                </a:cubicBezTo>
                <a:lnTo>
                  <a:pt x="190" y="4560"/>
                </a:lnTo>
                <a:cubicBezTo>
                  <a:pt x="1" y="5002"/>
                  <a:pt x="64" y="5474"/>
                  <a:pt x="316" y="5915"/>
                </a:cubicBezTo>
                <a:cubicBezTo>
                  <a:pt x="662" y="6514"/>
                  <a:pt x="1324" y="6892"/>
                  <a:pt x="2080" y="6923"/>
                </a:cubicBezTo>
                <a:cubicBezTo>
                  <a:pt x="2363" y="6923"/>
                  <a:pt x="2615" y="6892"/>
                  <a:pt x="2805" y="6766"/>
                </a:cubicBezTo>
                <a:cubicBezTo>
                  <a:pt x="3120" y="6608"/>
                  <a:pt x="3403" y="6419"/>
                  <a:pt x="3561" y="6104"/>
                </a:cubicBezTo>
                <a:cubicBezTo>
                  <a:pt x="3750" y="6199"/>
                  <a:pt x="3939" y="6230"/>
                  <a:pt x="4191" y="6230"/>
                </a:cubicBezTo>
                <a:cubicBezTo>
                  <a:pt x="4380" y="6230"/>
                  <a:pt x="4600" y="6199"/>
                  <a:pt x="4821" y="6104"/>
                </a:cubicBezTo>
                <a:cubicBezTo>
                  <a:pt x="5010" y="6388"/>
                  <a:pt x="5230" y="6608"/>
                  <a:pt x="5545" y="6766"/>
                </a:cubicBezTo>
                <a:cubicBezTo>
                  <a:pt x="5797" y="6892"/>
                  <a:pt x="6018" y="6923"/>
                  <a:pt x="6270" y="6923"/>
                </a:cubicBezTo>
                <a:lnTo>
                  <a:pt x="6302" y="6923"/>
                </a:lnTo>
                <a:cubicBezTo>
                  <a:pt x="7026" y="6892"/>
                  <a:pt x="7688" y="6451"/>
                  <a:pt x="8034" y="5915"/>
                </a:cubicBezTo>
                <a:cubicBezTo>
                  <a:pt x="8318" y="5474"/>
                  <a:pt x="8349" y="5002"/>
                  <a:pt x="8192" y="4623"/>
                </a:cubicBezTo>
                <a:lnTo>
                  <a:pt x="7436" y="2135"/>
                </a:lnTo>
                <a:cubicBezTo>
                  <a:pt x="7184" y="1473"/>
                  <a:pt x="6711" y="906"/>
                  <a:pt x="6081" y="496"/>
                </a:cubicBezTo>
                <a:cubicBezTo>
                  <a:pt x="5530" y="166"/>
                  <a:pt x="4876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8" name="Google Shape;5628;p30"/>
          <p:cNvSpPr/>
          <p:nvPr/>
        </p:nvSpPr>
        <p:spPr>
          <a:xfrm>
            <a:off x="6387866" y="2090275"/>
            <a:ext cx="296871" cy="93146"/>
          </a:xfrm>
          <a:custGeom>
            <a:rect b="b" l="l" r="r" t="t"/>
            <a:pathLst>
              <a:path extrusionOk="0" h="2837" w="9042">
                <a:moveTo>
                  <a:pt x="4159" y="1"/>
                </a:moveTo>
                <a:cubicBezTo>
                  <a:pt x="3970" y="190"/>
                  <a:pt x="3686" y="379"/>
                  <a:pt x="3403" y="505"/>
                </a:cubicBezTo>
                <a:cubicBezTo>
                  <a:pt x="3151" y="631"/>
                  <a:pt x="2772" y="694"/>
                  <a:pt x="2426" y="694"/>
                </a:cubicBezTo>
                <a:cubicBezTo>
                  <a:pt x="1764" y="662"/>
                  <a:pt x="1166" y="442"/>
                  <a:pt x="693" y="32"/>
                </a:cubicBezTo>
                <a:cubicBezTo>
                  <a:pt x="252" y="473"/>
                  <a:pt x="0" y="1072"/>
                  <a:pt x="0" y="1734"/>
                </a:cubicBezTo>
                <a:lnTo>
                  <a:pt x="0" y="2490"/>
                </a:lnTo>
                <a:cubicBezTo>
                  <a:pt x="0" y="2679"/>
                  <a:pt x="158" y="2836"/>
                  <a:pt x="347" y="2836"/>
                </a:cubicBezTo>
                <a:lnTo>
                  <a:pt x="8695" y="2836"/>
                </a:lnTo>
                <a:cubicBezTo>
                  <a:pt x="8884" y="2836"/>
                  <a:pt x="9042" y="2679"/>
                  <a:pt x="9042" y="2490"/>
                </a:cubicBezTo>
                <a:lnTo>
                  <a:pt x="9042" y="1765"/>
                </a:lnTo>
                <a:cubicBezTo>
                  <a:pt x="9042" y="1135"/>
                  <a:pt x="8821" y="505"/>
                  <a:pt x="8349" y="95"/>
                </a:cubicBezTo>
                <a:cubicBezTo>
                  <a:pt x="7876" y="473"/>
                  <a:pt x="7309" y="725"/>
                  <a:pt x="6679" y="757"/>
                </a:cubicBezTo>
                <a:lnTo>
                  <a:pt x="6616" y="757"/>
                </a:lnTo>
                <a:cubicBezTo>
                  <a:pt x="6238" y="757"/>
                  <a:pt x="5891" y="662"/>
                  <a:pt x="5576" y="505"/>
                </a:cubicBezTo>
                <a:cubicBezTo>
                  <a:pt x="5324" y="379"/>
                  <a:pt x="5072" y="221"/>
                  <a:pt x="4883" y="1"/>
                </a:cubicBezTo>
                <a:cubicBezTo>
                  <a:pt x="4757" y="32"/>
                  <a:pt x="4631" y="32"/>
                  <a:pt x="4505" y="32"/>
                </a:cubicBezTo>
                <a:cubicBezTo>
                  <a:pt x="4411" y="32"/>
                  <a:pt x="4285" y="32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9" name="Google Shape;5629;p30"/>
          <p:cNvSpPr/>
          <p:nvPr/>
        </p:nvSpPr>
        <p:spPr>
          <a:xfrm>
            <a:off x="6457139" y="1794205"/>
            <a:ext cx="160354" cy="67536"/>
          </a:xfrm>
          <a:custGeom>
            <a:rect b="b" l="l" r="r" t="t"/>
            <a:pathLst>
              <a:path extrusionOk="0" h="2057" w="4884">
                <a:moveTo>
                  <a:pt x="2454" y="1"/>
                </a:moveTo>
                <a:cubicBezTo>
                  <a:pt x="1639" y="1"/>
                  <a:pt x="820" y="339"/>
                  <a:pt x="127" y="1017"/>
                </a:cubicBezTo>
                <a:cubicBezTo>
                  <a:pt x="32" y="1111"/>
                  <a:pt x="1" y="1237"/>
                  <a:pt x="32" y="1332"/>
                </a:cubicBezTo>
                <a:lnTo>
                  <a:pt x="190" y="2056"/>
                </a:lnTo>
                <a:cubicBezTo>
                  <a:pt x="820" y="1647"/>
                  <a:pt x="1608" y="1458"/>
                  <a:pt x="2395" y="1458"/>
                </a:cubicBezTo>
                <a:cubicBezTo>
                  <a:pt x="3183" y="1458"/>
                  <a:pt x="3970" y="1647"/>
                  <a:pt x="4601" y="2056"/>
                </a:cubicBezTo>
                <a:lnTo>
                  <a:pt x="4664" y="2056"/>
                </a:lnTo>
                <a:lnTo>
                  <a:pt x="4853" y="1332"/>
                </a:lnTo>
                <a:cubicBezTo>
                  <a:pt x="4884" y="1237"/>
                  <a:pt x="4853" y="1111"/>
                  <a:pt x="4758" y="1017"/>
                </a:cubicBezTo>
                <a:cubicBezTo>
                  <a:pt x="4081" y="339"/>
                  <a:pt x="3269" y="1"/>
                  <a:pt x="24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0" name="Google Shape;5630;p30"/>
          <p:cNvSpPr/>
          <p:nvPr/>
        </p:nvSpPr>
        <p:spPr>
          <a:xfrm>
            <a:off x="6337368" y="2481353"/>
            <a:ext cx="201756" cy="204842"/>
          </a:xfrm>
          <a:custGeom>
            <a:rect b="b" l="l" r="r" t="t"/>
            <a:pathLst>
              <a:path extrusionOk="0" h="6239" w="6145">
                <a:moveTo>
                  <a:pt x="3183" y="1"/>
                </a:moveTo>
                <a:lnTo>
                  <a:pt x="2490" y="725"/>
                </a:lnTo>
                <a:cubicBezTo>
                  <a:pt x="2206" y="1009"/>
                  <a:pt x="1986" y="1387"/>
                  <a:pt x="1860" y="1828"/>
                </a:cubicBezTo>
                <a:cubicBezTo>
                  <a:pt x="1608" y="2742"/>
                  <a:pt x="1229" y="3435"/>
                  <a:pt x="725" y="4002"/>
                </a:cubicBezTo>
                <a:lnTo>
                  <a:pt x="316" y="4411"/>
                </a:lnTo>
                <a:cubicBezTo>
                  <a:pt x="127" y="4632"/>
                  <a:pt x="1" y="4884"/>
                  <a:pt x="1" y="5167"/>
                </a:cubicBezTo>
                <a:cubicBezTo>
                  <a:pt x="1" y="5451"/>
                  <a:pt x="127" y="5734"/>
                  <a:pt x="316" y="5923"/>
                </a:cubicBezTo>
                <a:cubicBezTo>
                  <a:pt x="505" y="6113"/>
                  <a:pt x="788" y="6239"/>
                  <a:pt x="1072" y="6239"/>
                </a:cubicBezTo>
                <a:cubicBezTo>
                  <a:pt x="1355" y="6113"/>
                  <a:pt x="1608" y="5986"/>
                  <a:pt x="1765" y="5797"/>
                </a:cubicBezTo>
                <a:lnTo>
                  <a:pt x="2206" y="5419"/>
                </a:lnTo>
                <a:cubicBezTo>
                  <a:pt x="2710" y="4884"/>
                  <a:pt x="3435" y="4506"/>
                  <a:pt x="4380" y="4254"/>
                </a:cubicBezTo>
                <a:cubicBezTo>
                  <a:pt x="4664" y="4191"/>
                  <a:pt x="4916" y="4033"/>
                  <a:pt x="5168" y="3876"/>
                </a:cubicBezTo>
                <a:lnTo>
                  <a:pt x="4664" y="3372"/>
                </a:lnTo>
                <a:cubicBezTo>
                  <a:pt x="4537" y="3246"/>
                  <a:pt x="4537" y="2994"/>
                  <a:pt x="4664" y="2899"/>
                </a:cubicBezTo>
                <a:cubicBezTo>
                  <a:pt x="4711" y="2836"/>
                  <a:pt x="4797" y="2805"/>
                  <a:pt x="4888" y="2805"/>
                </a:cubicBezTo>
                <a:cubicBezTo>
                  <a:pt x="4979" y="2805"/>
                  <a:pt x="5073" y="2836"/>
                  <a:pt x="5136" y="2899"/>
                </a:cubicBezTo>
                <a:lnTo>
                  <a:pt x="5672" y="3435"/>
                </a:lnTo>
                <a:lnTo>
                  <a:pt x="6144" y="2962"/>
                </a:lnTo>
                <a:lnTo>
                  <a:pt x="31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1" name="Google Shape;5631;p30"/>
          <p:cNvSpPr/>
          <p:nvPr/>
        </p:nvSpPr>
        <p:spPr>
          <a:xfrm>
            <a:off x="6461502" y="2293100"/>
            <a:ext cx="266895" cy="265878"/>
          </a:xfrm>
          <a:custGeom>
            <a:rect b="b" l="l" r="r" t="t"/>
            <a:pathLst>
              <a:path extrusionOk="0" h="8098" w="8129">
                <a:moveTo>
                  <a:pt x="1891" y="2364"/>
                </a:moveTo>
                <a:cubicBezTo>
                  <a:pt x="1985" y="2364"/>
                  <a:pt x="2048" y="2395"/>
                  <a:pt x="2143" y="2490"/>
                </a:cubicBezTo>
                <a:lnTo>
                  <a:pt x="5545" y="5892"/>
                </a:lnTo>
                <a:cubicBezTo>
                  <a:pt x="5671" y="6018"/>
                  <a:pt x="5671" y="6239"/>
                  <a:pt x="5545" y="6365"/>
                </a:cubicBezTo>
                <a:cubicBezTo>
                  <a:pt x="5498" y="6428"/>
                  <a:pt x="5411" y="6459"/>
                  <a:pt x="5321" y="6459"/>
                </a:cubicBezTo>
                <a:cubicBezTo>
                  <a:pt x="5230" y="6459"/>
                  <a:pt x="5136" y="6428"/>
                  <a:pt x="5073" y="6365"/>
                </a:cubicBezTo>
                <a:lnTo>
                  <a:pt x="1670" y="2962"/>
                </a:lnTo>
                <a:cubicBezTo>
                  <a:pt x="1544" y="2836"/>
                  <a:pt x="1544" y="2647"/>
                  <a:pt x="1670" y="2490"/>
                </a:cubicBezTo>
                <a:cubicBezTo>
                  <a:pt x="1733" y="2395"/>
                  <a:pt x="1828" y="2364"/>
                  <a:pt x="1891" y="2364"/>
                </a:cubicBezTo>
                <a:close/>
                <a:moveTo>
                  <a:pt x="6742" y="1"/>
                </a:moveTo>
                <a:cubicBezTo>
                  <a:pt x="6333" y="1"/>
                  <a:pt x="6018" y="158"/>
                  <a:pt x="5766" y="379"/>
                </a:cubicBezTo>
                <a:lnTo>
                  <a:pt x="4128" y="2017"/>
                </a:lnTo>
                <a:cubicBezTo>
                  <a:pt x="3938" y="2206"/>
                  <a:pt x="3679" y="2301"/>
                  <a:pt x="3415" y="2301"/>
                </a:cubicBezTo>
                <a:cubicBezTo>
                  <a:pt x="3151" y="2301"/>
                  <a:pt x="2883" y="2206"/>
                  <a:pt x="2678" y="2017"/>
                </a:cubicBezTo>
                <a:cubicBezTo>
                  <a:pt x="2489" y="1812"/>
                  <a:pt x="2229" y="1710"/>
                  <a:pt x="1965" y="1710"/>
                </a:cubicBezTo>
                <a:cubicBezTo>
                  <a:pt x="1702" y="1710"/>
                  <a:pt x="1434" y="1812"/>
                  <a:pt x="1229" y="2017"/>
                </a:cubicBezTo>
                <a:cubicBezTo>
                  <a:pt x="851" y="2395"/>
                  <a:pt x="851" y="3057"/>
                  <a:pt x="1229" y="3466"/>
                </a:cubicBezTo>
                <a:lnTo>
                  <a:pt x="1481" y="3687"/>
                </a:lnTo>
                <a:lnTo>
                  <a:pt x="0" y="5167"/>
                </a:lnTo>
                <a:lnTo>
                  <a:pt x="2962" y="8097"/>
                </a:lnTo>
                <a:lnTo>
                  <a:pt x="3403" y="7625"/>
                </a:lnTo>
                <a:lnTo>
                  <a:pt x="2836" y="7089"/>
                </a:lnTo>
                <a:cubicBezTo>
                  <a:pt x="2710" y="6963"/>
                  <a:pt x="2710" y="6743"/>
                  <a:pt x="2836" y="6617"/>
                </a:cubicBezTo>
                <a:cubicBezTo>
                  <a:pt x="2899" y="6554"/>
                  <a:pt x="2985" y="6522"/>
                  <a:pt x="3072" y="6522"/>
                </a:cubicBezTo>
                <a:cubicBezTo>
                  <a:pt x="3159" y="6522"/>
                  <a:pt x="3245" y="6554"/>
                  <a:pt x="3308" y="6617"/>
                </a:cubicBezTo>
                <a:lnTo>
                  <a:pt x="3875" y="7152"/>
                </a:lnTo>
                <a:lnTo>
                  <a:pt x="4380" y="6648"/>
                </a:lnTo>
                <a:lnTo>
                  <a:pt x="4600" y="6900"/>
                </a:lnTo>
                <a:cubicBezTo>
                  <a:pt x="4821" y="7089"/>
                  <a:pt x="5073" y="7215"/>
                  <a:pt x="5356" y="7215"/>
                </a:cubicBezTo>
                <a:cubicBezTo>
                  <a:pt x="5640" y="7215"/>
                  <a:pt x="5923" y="7089"/>
                  <a:pt x="6112" y="6900"/>
                </a:cubicBezTo>
                <a:cubicBezTo>
                  <a:pt x="6490" y="6491"/>
                  <a:pt x="6490" y="5829"/>
                  <a:pt x="6112" y="5420"/>
                </a:cubicBezTo>
                <a:cubicBezTo>
                  <a:pt x="5703" y="5041"/>
                  <a:pt x="5703" y="4380"/>
                  <a:pt x="6112" y="3970"/>
                </a:cubicBezTo>
                <a:lnTo>
                  <a:pt x="7719" y="2364"/>
                </a:lnTo>
                <a:cubicBezTo>
                  <a:pt x="8003" y="2080"/>
                  <a:pt x="8129" y="1733"/>
                  <a:pt x="8129" y="1387"/>
                </a:cubicBezTo>
                <a:cubicBezTo>
                  <a:pt x="8129" y="1009"/>
                  <a:pt x="7971" y="662"/>
                  <a:pt x="7719" y="379"/>
                </a:cubicBezTo>
                <a:cubicBezTo>
                  <a:pt x="7436" y="127"/>
                  <a:pt x="7120" y="1"/>
                  <a:pt x="67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2" name="Google Shape;5632;p30"/>
          <p:cNvSpPr/>
          <p:nvPr/>
        </p:nvSpPr>
        <p:spPr>
          <a:xfrm>
            <a:off x="4890513" y="3076240"/>
            <a:ext cx="162422" cy="137601"/>
          </a:xfrm>
          <a:custGeom>
            <a:rect b="b" l="l" r="r" t="t"/>
            <a:pathLst>
              <a:path extrusionOk="0" h="4191" w="4947">
                <a:moveTo>
                  <a:pt x="3088" y="0"/>
                </a:moveTo>
                <a:cubicBezTo>
                  <a:pt x="2364" y="883"/>
                  <a:pt x="1387" y="2080"/>
                  <a:pt x="127" y="3655"/>
                </a:cubicBezTo>
                <a:cubicBezTo>
                  <a:pt x="1" y="3718"/>
                  <a:pt x="1" y="3875"/>
                  <a:pt x="32" y="4001"/>
                </a:cubicBezTo>
                <a:cubicBezTo>
                  <a:pt x="95" y="4127"/>
                  <a:pt x="253" y="4191"/>
                  <a:pt x="379" y="4191"/>
                </a:cubicBezTo>
                <a:lnTo>
                  <a:pt x="3246" y="4191"/>
                </a:lnTo>
                <a:cubicBezTo>
                  <a:pt x="3372" y="4191"/>
                  <a:pt x="3435" y="4159"/>
                  <a:pt x="3529" y="4096"/>
                </a:cubicBezTo>
                <a:lnTo>
                  <a:pt x="4947" y="2363"/>
                </a:lnTo>
                <a:lnTo>
                  <a:pt x="3466" y="536"/>
                </a:lnTo>
                <a:lnTo>
                  <a:pt x="3120" y="63"/>
                </a:lnTo>
                <a:cubicBezTo>
                  <a:pt x="3120" y="32"/>
                  <a:pt x="3088" y="32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3" name="Google Shape;5633;p30"/>
          <p:cNvSpPr/>
          <p:nvPr/>
        </p:nvSpPr>
        <p:spPr>
          <a:xfrm>
            <a:off x="4952597" y="2824656"/>
            <a:ext cx="289648" cy="389196"/>
          </a:xfrm>
          <a:custGeom>
            <a:rect b="b" l="l" r="r" t="t"/>
            <a:pathLst>
              <a:path extrusionOk="0" h="11854" w="8822">
                <a:moveTo>
                  <a:pt x="3491" y="1"/>
                </a:moveTo>
                <a:cubicBezTo>
                  <a:pt x="3420" y="1"/>
                  <a:pt x="3348" y="3"/>
                  <a:pt x="3277" y="8"/>
                </a:cubicBezTo>
                <a:cubicBezTo>
                  <a:pt x="1481" y="134"/>
                  <a:pt x="0" y="1709"/>
                  <a:pt x="0" y="3568"/>
                </a:cubicBezTo>
                <a:cubicBezTo>
                  <a:pt x="0" y="4733"/>
                  <a:pt x="945" y="6246"/>
                  <a:pt x="1764" y="7285"/>
                </a:cubicBezTo>
                <a:lnTo>
                  <a:pt x="2142" y="7758"/>
                </a:lnTo>
                <a:lnTo>
                  <a:pt x="5324" y="11759"/>
                </a:lnTo>
                <a:cubicBezTo>
                  <a:pt x="5387" y="11822"/>
                  <a:pt x="5482" y="11854"/>
                  <a:pt x="5608" y="11854"/>
                </a:cubicBezTo>
                <a:lnTo>
                  <a:pt x="8475" y="11854"/>
                </a:lnTo>
                <a:cubicBezTo>
                  <a:pt x="8601" y="11854"/>
                  <a:pt x="8695" y="11790"/>
                  <a:pt x="8790" y="11664"/>
                </a:cubicBezTo>
                <a:cubicBezTo>
                  <a:pt x="8821" y="11538"/>
                  <a:pt x="8821" y="11381"/>
                  <a:pt x="8758" y="11318"/>
                </a:cubicBezTo>
                <a:cubicBezTo>
                  <a:pt x="7939" y="10278"/>
                  <a:pt x="7183" y="9302"/>
                  <a:pt x="6459" y="8482"/>
                </a:cubicBezTo>
                <a:cubicBezTo>
                  <a:pt x="6144" y="8073"/>
                  <a:pt x="5828" y="7695"/>
                  <a:pt x="5513" y="7348"/>
                </a:cubicBezTo>
                <a:cubicBezTo>
                  <a:pt x="5387" y="7191"/>
                  <a:pt x="5293" y="7065"/>
                  <a:pt x="5167" y="6907"/>
                </a:cubicBezTo>
                <a:cubicBezTo>
                  <a:pt x="4600" y="6246"/>
                  <a:pt x="4127" y="5647"/>
                  <a:pt x="3749" y="5080"/>
                </a:cubicBezTo>
                <a:cubicBezTo>
                  <a:pt x="3088" y="4198"/>
                  <a:pt x="2646" y="3568"/>
                  <a:pt x="2363" y="3032"/>
                </a:cubicBezTo>
                <a:cubicBezTo>
                  <a:pt x="2174" y="2686"/>
                  <a:pt x="2079" y="2371"/>
                  <a:pt x="2079" y="2182"/>
                </a:cubicBezTo>
                <a:cubicBezTo>
                  <a:pt x="2079" y="1425"/>
                  <a:pt x="2678" y="764"/>
                  <a:pt x="3466" y="764"/>
                </a:cubicBezTo>
                <a:cubicBezTo>
                  <a:pt x="4253" y="764"/>
                  <a:pt x="4852" y="1425"/>
                  <a:pt x="4852" y="2182"/>
                </a:cubicBezTo>
                <a:cubicBezTo>
                  <a:pt x="4852" y="2308"/>
                  <a:pt x="4820" y="2528"/>
                  <a:pt x="4568" y="3001"/>
                </a:cubicBezTo>
                <a:cubicBezTo>
                  <a:pt x="4379" y="3347"/>
                  <a:pt x="4159" y="3757"/>
                  <a:pt x="3907" y="4103"/>
                </a:cubicBezTo>
                <a:cubicBezTo>
                  <a:pt x="4064" y="4292"/>
                  <a:pt x="4190" y="4513"/>
                  <a:pt x="4316" y="4670"/>
                </a:cubicBezTo>
                <a:cubicBezTo>
                  <a:pt x="4694" y="5206"/>
                  <a:pt x="5167" y="5805"/>
                  <a:pt x="5734" y="6435"/>
                </a:cubicBezTo>
                <a:lnTo>
                  <a:pt x="5765" y="6466"/>
                </a:lnTo>
                <a:cubicBezTo>
                  <a:pt x="6396" y="5521"/>
                  <a:pt x="6931" y="4418"/>
                  <a:pt x="6931" y="3505"/>
                </a:cubicBezTo>
                <a:cubicBezTo>
                  <a:pt x="6931" y="1621"/>
                  <a:pt x="5408" y="1"/>
                  <a:pt x="3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4" name="Google Shape;5634;p30"/>
          <p:cNvSpPr/>
          <p:nvPr/>
        </p:nvSpPr>
        <p:spPr>
          <a:xfrm>
            <a:off x="5043604" y="2871440"/>
            <a:ext cx="46589" cy="47607"/>
          </a:xfrm>
          <a:custGeom>
            <a:rect b="b" l="l" r="r" t="t"/>
            <a:pathLst>
              <a:path extrusionOk="0" h="1450" w="1419">
                <a:moveTo>
                  <a:pt x="694" y="0"/>
                </a:moveTo>
                <a:cubicBezTo>
                  <a:pt x="316" y="0"/>
                  <a:pt x="0" y="347"/>
                  <a:pt x="0" y="757"/>
                </a:cubicBezTo>
                <a:cubicBezTo>
                  <a:pt x="0" y="757"/>
                  <a:pt x="0" y="914"/>
                  <a:pt x="190" y="1292"/>
                </a:cubicBezTo>
                <a:cubicBezTo>
                  <a:pt x="221" y="1355"/>
                  <a:pt x="221" y="1418"/>
                  <a:pt x="253" y="1450"/>
                </a:cubicBezTo>
                <a:cubicBezTo>
                  <a:pt x="379" y="1418"/>
                  <a:pt x="536" y="1387"/>
                  <a:pt x="662" y="1387"/>
                </a:cubicBezTo>
                <a:cubicBezTo>
                  <a:pt x="788" y="1387"/>
                  <a:pt x="946" y="1418"/>
                  <a:pt x="1040" y="1450"/>
                </a:cubicBezTo>
                <a:cubicBezTo>
                  <a:pt x="1103" y="1418"/>
                  <a:pt x="1135" y="1355"/>
                  <a:pt x="1135" y="1292"/>
                </a:cubicBezTo>
                <a:cubicBezTo>
                  <a:pt x="1324" y="914"/>
                  <a:pt x="1324" y="757"/>
                  <a:pt x="1324" y="757"/>
                </a:cubicBezTo>
                <a:cubicBezTo>
                  <a:pt x="1418" y="347"/>
                  <a:pt x="1103" y="0"/>
                  <a:pt x="6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5" name="Google Shape;5635;p30"/>
          <p:cNvSpPr/>
          <p:nvPr/>
        </p:nvSpPr>
        <p:spPr>
          <a:xfrm>
            <a:off x="4938610" y="3365168"/>
            <a:ext cx="226544" cy="136550"/>
          </a:xfrm>
          <a:custGeom>
            <a:rect b="b" l="l" r="r" t="t"/>
            <a:pathLst>
              <a:path extrusionOk="0" h="4159" w="6900">
                <a:moveTo>
                  <a:pt x="4884" y="1166"/>
                </a:moveTo>
                <a:lnTo>
                  <a:pt x="5797" y="2079"/>
                </a:lnTo>
                <a:lnTo>
                  <a:pt x="4884" y="2079"/>
                </a:lnTo>
                <a:lnTo>
                  <a:pt x="4884" y="1166"/>
                </a:lnTo>
                <a:close/>
                <a:moveTo>
                  <a:pt x="379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151"/>
                </a:lnTo>
                <a:cubicBezTo>
                  <a:pt x="284" y="2899"/>
                  <a:pt x="631" y="2804"/>
                  <a:pt x="1040" y="2804"/>
                </a:cubicBezTo>
                <a:lnTo>
                  <a:pt x="4065" y="2804"/>
                </a:lnTo>
                <a:cubicBezTo>
                  <a:pt x="4726" y="2804"/>
                  <a:pt x="5325" y="3151"/>
                  <a:pt x="5608" y="3718"/>
                </a:cubicBezTo>
                <a:lnTo>
                  <a:pt x="5797" y="4159"/>
                </a:lnTo>
                <a:lnTo>
                  <a:pt x="6900" y="4159"/>
                </a:lnTo>
                <a:lnTo>
                  <a:pt x="6900" y="2426"/>
                </a:lnTo>
                <a:cubicBezTo>
                  <a:pt x="6900" y="2394"/>
                  <a:pt x="6869" y="2237"/>
                  <a:pt x="6774" y="2205"/>
                </a:cubicBezTo>
                <a:lnTo>
                  <a:pt x="4695" y="126"/>
                </a:lnTo>
                <a:cubicBezTo>
                  <a:pt x="4726" y="32"/>
                  <a:pt x="463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6" name="Google Shape;5636;p30"/>
          <p:cNvSpPr/>
          <p:nvPr/>
        </p:nvSpPr>
        <p:spPr>
          <a:xfrm>
            <a:off x="4870355" y="3476859"/>
            <a:ext cx="392053" cy="252416"/>
          </a:xfrm>
          <a:custGeom>
            <a:rect b="b" l="l" r="r" t="t"/>
            <a:pathLst>
              <a:path extrusionOk="0" h="7688" w="11941">
                <a:moveTo>
                  <a:pt x="10838" y="3529"/>
                </a:moveTo>
                <a:cubicBezTo>
                  <a:pt x="10964" y="3529"/>
                  <a:pt x="11027" y="3561"/>
                  <a:pt x="11121" y="3655"/>
                </a:cubicBezTo>
                <a:cubicBezTo>
                  <a:pt x="11184" y="3718"/>
                  <a:pt x="11184" y="3813"/>
                  <a:pt x="11184" y="3907"/>
                </a:cubicBezTo>
                <a:lnTo>
                  <a:pt x="10901" y="5703"/>
                </a:lnTo>
                <a:lnTo>
                  <a:pt x="10365" y="3529"/>
                </a:lnTo>
                <a:close/>
                <a:moveTo>
                  <a:pt x="5227" y="2768"/>
                </a:moveTo>
                <a:cubicBezTo>
                  <a:pt x="5400" y="2768"/>
                  <a:pt x="5580" y="2884"/>
                  <a:pt x="5608" y="3025"/>
                </a:cubicBezTo>
                <a:lnTo>
                  <a:pt x="5892" y="4159"/>
                </a:lnTo>
                <a:lnTo>
                  <a:pt x="7341" y="4159"/>
                </a:lnTo>
                <a:cubicBezTo>
                  <a:pt x="7530" y="4159"/>
                  <a:pt x="7687" y="4317"/>
                  <a:pt x="7687" y="4506"/>
                </a:cubicBezTo>
                <a:cubicBezTo>
                  <a:pt x="7687" y="4758"/>
                  <a:pt x="7530" y="4915"/>
                  <a:pt x="7341" y="4915"/>
                </a:cubicBezTo>
                <a:lnTo>
                  <a:pt x="6018" y="4915"/>
                </a:lnTo>
                <a:lnTo>
                  <a:pt x="6270" y="5829"/>
                </a:lnTo>
                <a:cubicBezTo>
                  <a:pt x="6301" y="6050"/>
                  <a:pt x="6175" y="6207"/>
                  <a:pt x="6018" y="6270"/>
                </a:cubicBezTo>
                <a:lnTo>
                  <a:pt x="5955" y="6270"/>
                </a:lnTo>
                <a:cubicBezTo>
                  <a:pt x="5797" y="6270"/>
                  <a:pt x="5640" y="6176"/>
                  <a:pt x="5608" y="6018"/>
                </a:cubicBezTo>
                <a:lnTo>
                  <a:pt x="5324" y="4852"/>
                </a:lnTo>
                <a:lnTo>
                  <a:pt x="3875" y="4852"/>
                </a:lnTo>
                <a:cubicBezTo>
                  <a:pt x="3686" y="4852"/>
                  <a:pt x="3529" y="4695"/>
                  <a:pt x="3529" y="4506"/>
                </a:cubicBezTo>
                <a:cubicBezTo>
                  <a:pt x="3529" y="4317"/>
                  <a:pt x="3686" y="4159"/>
                  <a:pt x="3875" y="4159"/>
                </a:cubicBezTo>
                <a:lnTo>
                  <a:pt x="5167" y="4159"/>
                </a:lnTo>
                <a:lnTo>
                  <a:pt x="4946" y="3214"/>
                </a:lnTo>
                <a:cubicBezTo>
                  <a:pt x="4883" y="3025"/>
                  <a:pt x="5009" y="2868"/>
                  <a:pt x="5167" y="2773"/>
                </a:cubicBezTo>
                <a:cubicBezTo>
                  <a:pt x="5187" y="2770"/>
                  <a:pt x="5207" y="2768"/>
                  <a:pt x="5227" y="2768"/>
                </a:cubicBezTo>
                <a:close/>
                <a:moveTo>
                  <a:pt x="3151" y="1"/>
                </a:moveTo>
                <a:cubicBezTo>
                  <a:pt x="2584" y="1"/>
                  <a:pt x="2142" y="473"/>
                  <a:pt x="2142" y="1040"/>
                </a:cubicBezTo>
                <a:lnTo>
                  <a:pt x="2142" y="1387"/>
                </a:lnTo>
                <a:lnTo>
                  <a:pt x="1103" y="1387"/>
                </a:lnTo>
                <a:cubicBezTo>
                  <a:pt x="788" y="1387"/>
                  <a:pt x="473" y="1544"/>
                  <a:pt x="284" y="1796"/>
                </a:cubicBezTo>
                <a:cubicBezTo>
                  <a:pt x="95" y="2017"/>
                  <a:pt x="0" y="2332"/>
                  <a:pt x="95" y="2679"/>
                </a:cubicBezTo>
                <a:lnTo>
                  <a:pt x="1166" y="6869"/>
                </a:lnTo>
                <a:cubicBezTo>
                  <a:pt x="1260" y="7341"/>
                  <a:pt x="1701" y="7656"/>
                  <a:pt x="2174" y="7656"/>
                </a:cubicBezTo>
                <a:lnTo>
                  <a:pt x="10995" y="7688"/>
                </a:lnTo>
                <a:cubicBezTo>
                  <a:pt x="11153" y="7688"/>
                  <a:pt x="11310" y="7593"/>
                  <a:pt x="11342" y="7436"/>
                </a:cubicBezTo>
                <a:lnTo>
                  <a:pt x="11909" y="4033"/>
                </a:lnTo>
                <a:cubicBezTo>
                  <a:pt x="11941" y="3718"/>
                  <a:pt x="11846" y="3435"/>
                  <a:pt x="11657" y="3214"/>
                </a:cubicBezTo>
                <a:cubicBezTo>
                  <a:pt x="11468" y="2962"/>
                  <a:pt x="11184" y="2868"/>
                  <a:pt x="10869" y="2868"/>
                </a:cubicBezTo>
                <a:lnTo>
                  <a:pt x="10208" y="2868"/>
                </a:lnTo>
                <a:lnTo>
                  <a:pt x="10050" y="2269"/>
                </a:lnTo>
                <a:cubicBezTo>
                  <a:pt x="9924" y="1796"/>
                  <a:pt x="9546" y="1450"/>
                  <a:pt x="9042" y="1450"/>
                </a:cubicBezTo>
                <a:lnTo>
                  <a:pt x="7530" y="1450"/>
                </a:lnTo>
                <a:lnTo>
                  <a:pt x="7120" y="599"/>
                </a:lnTo>
                <a:cubicBezTo>
                  <a:pt x="6963" y="253"/>
                  <a:pt x="6585" y="1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7" name="Google Shape;5637;p30"/>
          <p:cNvSpPr/>
          <p:nvPr/>
        </p:nvSpPr>
        <p:spPr>
          <a:xfrm>
            <a:off x="5065322" y="3849688"/>
            <a:ext cx="197586" cy="195912"/>
          </a:xfrm>
          <a:custGeom>
            <a:rect b="b" l="l" r="r" t="t"/>
            <a:pathLst>
              <a:path extrusionOk="0" h="5967" w="6018">
                <a:moveTo>
                  <a:pt x="3836" y="0"/>
                </a:moveTo>
                <a:cubicBezTo>
                  <a:pt x="3278" y="0"/>
                  <a:pt x="2726" y="214"/>
                  <a:pt x="2332" y="642"/>
                </a:cubicBezTo>
                <a:lnTo>
                  <a:pt x="1891" y="1083"/>
                </a:lnTo>
                <a:lnTo>
                  <a:pt x="2458" y="1619"/>
                </a:lnTo>
                <a:cubicBezTo>
                  <a:pt x="2552" y="1745"/>
                  <a:pt x="2552" y="1966"/>
                  <a:pt x="2458" y="2092"/>
                </a:cubicBezTo>
                <a:cubicBezTo>
                  <a:pt x="2363" y="2186"/>
                  <a:pt x="2300" y="2218"/>
                  <a:pt x="2206" y="2218"/>
                </a:cubicBezTo>
                <a:cubicBezTo>
                  <a:pt x="2143" y="2218"/>
                  <a:pt x="2017" y="2186"/>
                  <a:pt x="1985" y="2092"/>
                </a:cubicBezTo>
                <a:lnTo>
                  <a:pt x="1418" y="1556"/>
                </a:lnTo>
                <a:lnTo>
                  <a:pt x="946" y="2029"/>
                </a:lnTo>
                <a:lnTo>
                  <a:pt x="1513" y="2564"/>
                </a:lnTo>
                <a:cubicBezTo>
                  <a:pt x="1607" y="2690"/>
                  <a:pt x="1607" y="2911"/>
                  <a:pt x="1513" y="3037"/>
                </a:cubicBezTo>
                <a:cubicBezTo>
                  <a:pt x="1418" y="3131"/>
                  <a:pt x="1355" y="3163"/>
                  <a:pt x="1261" y="3163"/>
                </a:cubicBezTo>
                <a:cubicBezTo>
                  <a:pt x="1198" y="3163"/>
                  <a:pt x="1072" y="3131"/>
                  <a:pt x="1040" y="3037"/>
                </a:cubicBezTo>
                <a:lnTo>
                  <a:pt x="473" y="2501"/>
                </a:lnTo>
                <a:lnTo>
                  <a:pt x="1" y="3005"/>
                </a:lnTo>
                <a:lnTo>
                  <a:pt x="2962" y="5967"/>
                </a:lnTo>
                <a:lnTo>
                  <a:pt x="5388" y="3478"/>
                </a:lnTo>
                <a:cubicBezTo>
                  <a:pt x="5829" y="3037"/>
                  <a:pt x="6018" y="2501"/>
                  <a:pt x="5987" y="1903"/>
                </a:cubicBezTo>
                <a:cubicBezTo>
                  <a:pt x="5892" y="1398"/>
                  <a:pt x="5640" y="831"/>
                  <a:pt x="5167" y="453"/>
                </a:cubicBezTo>
                <a:cubicBezTo>
                  <a:pt x="4779" y="151"/>
                  <a:pt x="4305" y="0"/>
                  <a:pt x="3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8" name="Google Shape;5638;p30"/>
          <p:cNvSpPr/>
          <p:nvPr/>
        </p:nvSpPr>
        <p:spPr>
          <a:xfrm>
            <a:off x="4869846" y="3964892"/>
            <a:ext cx="274119" cy="272050"/>
          </a:xfrm>
          <a:custGeom>
            <a:rect b="b" l="l" r="r" t="t"/>
            <a:pathLst>
              <a:path extrusionOk="0" h="8286" w="8349">
                <a:moveTo>
                  <a:pt x="5419" y="0"/>
                </a:moveTo>
                <a:lnTo>
                  <a:pt x="4883" y="567"/>
                </a:lnTo>
                <a:lnTo>
                  <a:pt x="5450" y="1103"/>
                </a:lnTo>
                <a:cubicBezTo>
                  <a:pt x="5545" y="1229"/>
                  <a:pt x="5545" y="1449"/>
                  <a:pt x="5450" y="1575"/>
                </a:cubicBezTo>
                <a:cubicBezTo>
                  <a:pt x="5356" y="1670"/>
                  <a:pt x="5293" y="1702"/>
                  <a:pt x="5198" y="1702"/>
                </a:cubicBezTo>
                <a:cubicBezTo>
                  <a:pt x="5135" y="1702"/>
                  <a:pt x="5009" y="1670"/>
                  <a:pt x="4978" y="1575"/>
                </a:cubicBezTo>
                <a:lnTo>
                  <a:pt x="4411" y="1040"/>
                </a:lnTo>
                <a:lnTo>
                  <a:pt x="3938" y="1512"/>
                </a:lnTo>
                <a:lnTo>
                  <a:pt x="4505" y="2048"/>
                </a:lnTo>
                <a:cubicBezTo>
                  <a:pt x="4631" y="2174"/>
                  <a:pt x="4631" y="2395"/>
                  <a:pt x="4505" y="2521"/>
                </a:cubicBezTo>
                <a:cubicBezTo>
                  <a:pt x="4411" y="2615"/>
                  <a:pt x="4348" y="2647"/>
                  <a:pt x="4253" y="2647"/>
                </a:cubicBezTo>
                <a:cubicBezTo>
                  <a:pt x="4190" y="2647"/>
                  <a:pt x="4064" y="2615"/>
                  <a:pt x="4033" y="2521"/>
                </a:cubicBezTo>
                <a:lnTo>
                  <a:pt x="3466" y="1985"/>
                </a:lnTo>
                <a:lnTo>
                  <a:pt x="3214" y="2237"/>
                </a:lnTo>
                <a:cubicBezTo>
                  <a:pt x="2773" y="2678"/>
                  <a:pt x="2458" y="3277"/>
                  <a:pt x="2363" y="3907"/>
                </a:cubicBezTo>
                <a:cubicBezTo>
                  <a:pt x="2300" y="4379"/>
                  <a:pt x="2111" y="4852"/>
                  <a:pt x="1733" y="5167"/>
                </a:cubicBezTo>
                <a:lnTo>
                  <a:pt x="410" y="6490"/>
                </a:lnTo>
                <a:cubicBezTo>
                  <a:pt x="0" y="6900"/>
                  <a:pt x="0" y="7561"/>
                  <a:pt x="410" y="7971"/>
                </a:cubicBezTo>
                <a:cubicBezTo>
                  <a:pt x="599" y="8160"/>
                  <a:pt x="882" y="8286"/>
                  <a:pt x="1166" y="8286"/>
                </a:cubicBezTo>
                <a:cubicBezTo>
                  <a:pt x="1418" y="8286"/>
                  <a:pt x="1701" y="8160"/>
                  <a:pt x="1890" y="7971"/>
                </a:cubicBezTo>
                <a:lnTo>
                  <a:pt x="3245" y="6616"/>
                </a:lnTo>
                <a:cubicBezTo>
                  <a:pt x="3592" y="6270"/>
                  <a:pt x="4033" y="6081"/>
                  <a:pt x="4505" y="5986"/>
                </a:cubicBezTo>
                <a:cubicBezTo>
                  <a:pt x="5135" y="5923"/>
                  <a:pt x="5734" y="5608"/>
                  <a:pt x="6144" y="5167"/>
                </a:cubicBezTo>
                <a:lnTo>
                  <a:pt x="8349" y="2962"/>
                </a:lnTo>
                <a:lnTo>
                  <a:pt x="5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9" name="Google Shape;5639;p30"/>
          <p:cNvSpPr/>
          <p:nvPr/>
        </p:nvSpPr>
        <p:spPr>
          <a:xfrm>
            <a:off x="7484577" y="2871309"/>
            <a:ext cx="69309" cy="70393"/>
          </a:xfrm>
          <a:custGeom>
            <a:rect b="b" l="l" r="r" t="t"/>
            <a:pathLst>
              <a:path extrusionOk="0" h="2144" w="2111">
                <a:moveTo>
                  <a:pt x="1040" y="1"/>
                </a:moveTo>
                <a:cubicBezTo>
                  <a:pt x="851" y="1"/>
                  <a:pt x="693" y="158"/>
                  <a:pt x="693" y="347"/>
                </a:cubicBezTo>
                <a:lnTo>
                  <a:pt x="693" y="725"/>
                </a:lnTo>
                <a:lnTo>
                  <a:pt x="347" y="725"/>
                </a:lnTo>
                <a:cubicBezTo>
                  <a:pt x="158" y="725"/>
                  <a:pt x="0" y="883"/>
                  <a:pt x="0" y="1072"/>
                </a:cubicBezTo>
                <a:cubicBezTo>
                  <a:pt x="0" y="1261"/>
                  <a:pt x="158" y="1418"/>
                  <a:pt x="347" y="1418"/>
                </a:cubicBezTo>
                <a:lnTo>
                  <a:pt x="693" y="1418"/>
                </a:lnTo>
                <a:lnTo>
                  <a:pt x="693" y="1765"/>
                </a:lnTo>
                <a:cubicBezTo>
                  <a:pt x="693" y="1986"/>
                  <a:pt x="851" y="2143"/>
                  <a:pt x="1040" y="2143"/>
                </a:cubicBezTo>
                <a:cubicBezTo>
                  <a:pt x="1260" y="2143"/>
                  <a:pt x="1418" y="1986"/>
                  <a:pt x="1418" y="1765"/>
                </a:cubicBezTo>
                <a:lnTo>
                  <a:pt x="1418" y="1418"/>
                </a:lnTo>
                <a:lnTo>
                  <a:pt x="1764" y="1418"/>
                </a:lnTo>
                <a:cubicBezTo>
                  <a:pt x="1953" y="1418"/>
                  <a:pt x="2111" y="1261"/>
                  <a:pt x="2111" y="1072"/>
                </a:cubicBezTo>
                <a:cubicBezTo>
                  <a:pt x="2111" y="883"/>
                  <a:pt x="1953" y="725"/>
                  <a:pt x="1764" y="725"/>
                </a:cubicBezTo>
                <a:lnTo>
                  <a:pt x="1418" y="725"/>
                </a:lnTo>
                <a:lnTo>
                  <a:pt x="1418" y="347"/>
                </a:ln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0" name="Google Shape;5640;p30"/>
          <p:cNvSpPr/>
          <p:nvPr/>
        </p:nvSpPr>
        <p:spPr>
          <a:xfrm>
            <a:off x="7325282" y="2981982"/>
            <a:ext cx="45539" cy="227595"/>
          </a:xfrm>
          <a:custGeom>
            <a:rect b="b" l="l" r="r" t="t"/>
            <a:pathLst>
              <a:path extrusionOk="0" h="6932" w="1387">
                <a:moveTo>
                  <a:pt x="1008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6585"/>
                </a:lnTo>
                <a:cubicBezTo>
                  <a:pt x="0" y="6774"/>
                  <a:pt x="158" y="6932"/>
                  <a:pt x="347" y="6932"/>
                </a:cubicBezTo>
                <a:lnTo>
                  <a:pt x="1386" y="6932"/>
                </a:lnTo>
                <a:lnTo>
                  <a:pt x="1386" y="4285"/>
                </a:lnTo>
                <a:lnTo>
                  <a:pt x="662" y="4285"/>
                </a:lnTo>
                <a:lnTo>
                  <a:pt x="662" y="3561"/>
                </a:lnTo>
                <a:lnTo>
                  <a:pt x="1386" y="3561"/>
                </a:lnTo>
                <a:lnTo>
                  <a:pt x="1386" y="2868"/>
                </a:lnTo>
                <a:lnTo>
                  <a:pt x="662" y="2868"/>
                </a:lnTo>
                <a:lnTo>
                  <a:pt x="662" y="2143"/>
                </a:lnTo>
                <a:lnTo>
                  <a:pt x="1386" y="2143"/>
                </a:lnTo>
                <a:lnTo>
                  <a:pt x="1386" y="1418"/>
                </a:lnTo>
                <a:lnTo>
                  <a:pt x="662" y="1418"/>
                </a:lnTo>
                <a:lnTo>
                  <a:pt x="662" y="1072"/>
                </a:lnTo>
                <a:cubicBezTo>
                  <a:pt x="662" y="883"/>
                  <a:pt x="819" y="725"/>
                  <a:pt x="1008" y="725"/>
                </a:cubicBezTo>
                <a:lnTo>
                  <a:pt x="1386" y="725"/>
                </a:ln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1" name="Google Shape;5641;p30"/>
          <p:cNvSpPr/>
          <p:nvPr/>
        </p:nvSpPr>
        <p:spPr>
          <a:xfrm>
            <a:off x="7667643" y="2985101"/>
            <a:ext cx="45539" cy="227595"/>
          </a:xfrm>
          <a:custGeom>
            <a:rect b="b" l="l" r="r" t="t"/>
            <a:pathLst>
              <a:path extrusionOk="0" h="6932" w="1387">
                <a:moveTo>
                  <a:pt x="0" y="0"/>
                </a:moveTo>
                <a:lnTo>
                  <a:pt x="0" y="725"/>
                </a:lnTo>
                <a:lnTo>
                  <a:pt x="347" y="725"/>
                </a:lnTo>
                <a:cubicBezTo>
                  <a:pt x="568" y="725"/>
                  <a:pt x="725" y="882"/>
                  <a:pt x="725" y="1071"/>
                </a:cubicBezTo>
                <a:lnTo>
                  <a:pt x="725" y="1418"/>
                </a:lnTo>
                <a:lnTo>
                  <a:pt x="0" y="1418"/>
                </a:lnTo>
                <a:lnTo>
                  <a:pt x="0" y="2143"/>
                </a:lnTo>
                <a:lnTo>
                  <a:pt x="725" y="2143"/>
                </a:lnTo>
                <a:lnTo>
                  <a:pt x="725" y="2836"/>
                </a:lnTo>
                <a:lnTo>
                  <a:pt x="0" y="2836"/>
                </a:lnTo>
                <a:lnTo>
                  <a:pt x="0" y="3560"/>
                </a:lnTo>
                <a:lnTo>
                  <a:pt x="725" y="3560"/>
                </a:lnTo>
                <a:lnTo>
                  <a:pt x="725" y="4253"/>
                </a:lnTo>
                <a:lnTo>
                  <a:pt x="0" y="4253"/>
                </a:lnTo>
                <a:lnTo>
                  <a:pt x="0" y="6931"/>
                </a:lnTo>
                <a:lnTo>
                  <a:pt x="1040" y="6931"/>
                </a:lnTo>
                <a:cubicBezTo>
                  <a:pt x="1229" y="6931"/>
                  <a:pt x="1387" y="6774"/>
                  <a:pt x="1387" y="6585"/>
                </a:cubicBezTo>
                <a:lnTo>
                  <a:pt x="1387" y="1040"/>
                </a:lnTo>
                <a:cubicBezTo>
                  <a:pt x="1387" y="441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2" name="Google Shape;5642;p30"/>
          <p:cNvSpPr/>
          <p:nvPr/>
        </p:nvSpPr>
        <p:spPr>
          <a:xfrm>
            <a:off x="7394588" y="2824787"/>
            <a:ext cx="251366" cy="388934"/>
          </a:xfrm>
          <a:custGeom>
            <a:rect b="b" l="l" r="r" t="t"/>
            <a:pathLst>
              <a:path extrusionOk="0" h="11846" w="7656">
                <a:moveTo>
                  <a:pt x="5545" y="662"/>
                </a:moveTo>
                <a:lnTo>
                  <a:pt x="5545" y="1764"/>
                </a:lnTo>
                <a:lnTo>
                  <a:pt x="5545" y="4222"/>
                </a:lnTo>
                <a:lnTo>
                  <a:pt x="2079" y="4222"/>
                </a:lnTo>
                <a:lnTo>
                  <a:pt x="2079" y="1764"/>
                </a:lnTo>
                <a:lnTo>
                  <a:pt x="2079" y="662"/>
                </a:lnTo>
                <a:close/>
                <a:moveTo>
                  <a:pt x="3434" y="4883"/>
                </a:moveTo>
                <a:lnTo>
                  <a:pt x="3434" y="5608"/>
                </a:lnTo>
                <a:lnTo>
                  <a:pt x="2079" y="5608"/>
                </a:lnTo>
                <a:lnTo>
                  <a:pt x="2079" y="4883"/>
                </a:lnTo>
                <a:close/>
                <a:moveTo>
                  <a:pt x="5513" y="4883"/>
                </a:moveTo>
                <a:lnTo>
                  <a:pt x="5513" y="5608"/>
                </a:lnTo>
                <a:lnTo>
                  <a:pt x="4159" y="5608"/>
                </a:lnTo>
                <a:lnTo>
                  <a:pt x="4159" y="4883"/>
                </a:lnTo>
                <a:close/>
                <a:moveTo>
                  <a:pt x="3434" y="6301"/>
                </a:moveTo>
                <a:lnTo>
                  <a:pt x="3434" y="7026"/>
                </a:lnTo>
                <a:lnTo>
                  <a:pt x="2079" y="7026"/>
                </a:lnTo>
                <a:lnTo>
                  <a:pt x="2079" y="6301"/>
                </a:lnTo>
                <a:close/>
                <a:moveTo>
                  <a:pt x="5513" y="6301"/>
                </a:moveTo>
                <a:lnTo>
                  <a:pt x="5513" y="7026"/>
                </a:lnTo>
                <a:lnTo>
                  <a:pt x="4159" y="7026"/>
                </a:lnTo>
                <a:lnTo>
                  <a:pt x="4159" y="6301"/>
                </a:lnTo>
                <a:close/>
                <a:moveTo>
                  <a:pt x="3434" y="7687"/>
                </a:moveTo>
                <a:lnTo>
                  <a:pt x="3434" y="8380"/>
                </a:lnTo>
                <a:lnTo>
                  <a:pt x="2079" y="8380"/>
                </a:lnTo>
                <a:lnTo>
                  <a:pt x="2079" y="7687"/>
                </a:lnTo>
                <a:close/>
                <a:moveTo>
                  <a:pt x="5513" y="7687"/>
                </a:moveTo>
                <a:lnTo>
                  <a:pt x="5513" y="8380"/>
                </a:lnTo>
                <a:lnTo>
                  <a:pt x="4159" y="8380"/>
                </a:lnTo>
                <a:lnTo>
                  <a:pt x="4159" y="7687"/>
                </a:lnTo>
                <a:close/>
                <a:moveTo>
                  <a:pt x="1733" y="0"/>
                </a:moveTo>
                <a:cubicBezTo>
                  <a:pt x="1544" y="0"/>
                  <a:pt x="1386" y="158"/>
                  <a:pt x="1386" y="347"/>
                </a:cubicBezTo>
                <a:lnTo>
                  <a:pt x="1386" y="1449"/>
                </a:lnTo>
                <a:lnTo>
                  <a:pt x="1040" y="1449"/>
                </a:lnTo>
                <a:cubicBezTo>
                  <a:pt x="441" y="1449"/>
                  <a:pt x="0" y="1922"/>
                  <a:pt x="0" y="2489"/>
                </a:cubicBezTo>
                <a:lnTo>
                  <a:pt x="0" y="11846"/>
                </a:lnTo>
                <a:lnTo>
                  <a:pt x="2804" y="11846"/>
                </a:lnTo>
                <a:lnTo>
                  <a:pt x="2804" y="10491"/>
                </a:lnTo>
                <a:lnTo>
                  <a:pt x="4883" y="10491"/>
                </a:lnTo>
                <a:cubicBezTo>
                  <a:pt x="4852" y="10586"/>
                  <a:pt x="4852" y="11688"/>
                  <a:pt x="4852" y="11846"/>
                </a:cubicBezTo>
                <a:lnTo>
                  <a:pt x="7656" y="11846"/>
                </a:lnTo>
                <a:lnTo>
                  <a:pt x="7656" y="2489"/>
                </a:lnTo>
                <a:cubicBezTo>
                  <a:pt x="7656" y="1890"/>
                  <a:pt x="7183" y="1449"/>
                  <a:pt x="6616" y="1449"/>
                </a:cubicBezTo>
                <a:lnTo>
                  <a:pt x="6270" y="1449"/>
                </a:lnTo>
                <a:lnTo>
                  <a:pt x="6270" y="347"/>
                </a:lnTo>
                <a:cubicBezTo>
                  <a:pt x="6270" y="158"/>
                  <a:pt x="6112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3" name="Google Shape;5643;p30"/>
          <p:cNvSpPr/>
          <p:nvPr/>
        </p:nvSpPr>
        <p:spPr>
          <a:xfrm>
            <a:off x="7323184" y="3352111"/>
            <a:ext cx="393104" cy="39011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4" name="Google Shape;5644;p30"/>
          <p:cNvSpPr/>
          <p:nvPr/>
        </p:nvSpPr>
        <p:spPr>
          <a:xfrm>
            <a:off x="7324757" y="3923311"/>
            <a:ext cx="388967" cy="254485"/>
          </a:xfrm>
          <a:custGeom>
            <a:rect b="b" l="l" r="r" t="t"/>
            <a:pathLst>
              <a:path extrusionOk="0" h="7751" w="11847">
                <a:moveTo>
                  <a:pt x="10838" y="2993"/>
                </a:moveTo>
                <a:cubicBezTo>
                  <a:pt x="11027" y="2993"/>
                  <a:pt x="11185" y="3119"/>
                  <a:pt x="11185" y="3340"/>
                </a:cubicBezTo>
                <a:cubicBezTo>
                  <a:pt x="11153" y="3403"/>
                  <a:pt x="11153" y="3497"/>
                  <a:pt x="11059" y="3529"/>
                </a:cubicBezTo>
                <a:cubicBezTo>
                  <a:pt x="10996" y="3592"/>
                  <a:pt x="10901" y="3687"/>
                  <a:pt x="10806" y="3687"/>
                </a:cubicBezTo>
                <a:lnTo>
                  <a:pt x="1040" y="3687"/>
                </a:lnTo>
                <a:cubicBezTo>
                  <a:pt x="914" y="3687"/>
                  <a:pt x="819" y="3655"/>
                  <a:pt x="756" y="3529"/>
                </a:cubicBezTo>
                <a:cubicBezTo>
                  <a:pt x="725" y="3497"/>
                  <a:pt x="662" y="3403"/>
                  <a:pt x="662" y="3340"/>
                </a:cubicBezTo>
                <a:cubicBezTo>
                  <a:pt x="662" y="3119"/>
                  <a:pt x="819" y="2993"/>
                  <a:pt x="1040" y="2993"/>
                </a:cubicBezTo>
                <a:close/>
                <a:moveTo>
                  <a:pt x="9735" y="4411"/>
                </a:moveTo>
                <a:cubicBezTo>
                  <a:pt x="9641" y="4947"/>
                  <a:pt x="9357" y="5671"/>
                  <a:pt x="8507" y="6364"/>
                </a:cubicBezTo>
                <a:cubicBezTo>
                  <a:pt x="8444" y="6396"/>
                  <a:pt x="8349" y="6459"/>
                  <a:pt x="8318" y="6459"/>
                </a:cubicBezTo>
                <a:cubicBezTo>
                  <a:pt x="8192" y="6459"/>
                  <a:pt x="8129" y="6396"/>
                  <a:pt x="8034" y="6333"/>
                </a:cubicBezTo>
                <a:cubicBezTo>
                  <a:pt x="7908" y="6175"/>
                  <a:pt x="7971" y="5986"/>
                  <a:pt x="8066" y="5860"/>
                </a:cubicBezTo>
                <a:cubicBezTo>
                  <a:pt x="8696" y="5356"/>
                  <a:pt x="8948" y="4821"/>
                  <a:pt x="9011" y="4411"/>
                </a:cubicBezTo>
                <a:close/>
                <a:moveTo>
                  <a:pt x="3497" y="0"/>
                </a:moveTo>
                <a:cubicBezTo>
                  <a:pt x="3434" y="95"/>
                  <a:pt x="3340" y="221"/>
                  <a:pt x="3214" y="347"/>
                </a:cubicBezTo>
                <a:lnTo>
                  <a:pt x="2237" y="1324"/>
                </a:lnTo>
                <a:cubicBezTo>
                  <a:pt x="2111" y="1450"/>
                  <a:pt x="1985" y="1576"/>
                  <a:pt x="1765" y="1639"/>
                </a:cubicBezTo>
                <a:lnTo>
                  <a:pt x="2174" y="2237"/>
                </a:lnTo>
                <a:lnTo>
                  <a:pt x="1040" y="2237"/>
                </a:lnTo>
                <a:cubicBezTo>
                  <a:pt x="441" y="2237"/>
                  <a:pt x="0" y="2710"/>
                  <a:pt x="0" y="3245"/>
                </a:cubicBezTo>
                <a:cubicBezTo>
                  <a:pt x="0" y="3497"/>
                  <a:pt x="63" y="3687"/>
                  <a:pt x="189" y="3876"/>
                </a:cubicBezTo>
                <a:cubicBezTo>
                  <a:pt x="315" y="4096"/>
                  <a:pt x="504" y="4191"/>
                  <a:pt x="756" y="4254"/>
                </a:cubicBezTo>
                <a:cubicBezTo>
                  <a:pt x="945" y="6018"/>
                  <a:pt x="1765" y="6932"/>
                  <a:pt x="2930" y="7719"/>
                </a:cubicBezTo>
                <a:cubicBezTo>
                  <a:pt x="2962" y="7751"/>
                  <a:pt x="3025" y="7751"/>
                  <a:pt x="3119" y="7751"/>
                </a:cubicBezTo>
                <a:lnTo>
                  <a:pt x="8696" y="7751"/>
                </a:lnTo>
                <a:cubicBezTo>
                  <a:pt x="8790" y="7751"/>
                  <a:pt x="8822" y="7719"/>
                  <a:pt x="8916" y="7719"/>
                </a:cubicBezTo>
                <a:cubicBezTo>
                  <a:pt x="10239" y="6805"/>
                  <a:pt x="10932" y="5671"/>
                  <a:pt x="11090" y="4254"/>
                </a:cubicBezTo>
                <a:cubicBezTo>
                  <a:pt x="11311" y="4159"/>
                  <a:pt x="11500" y="4033"/>
                  <a:pt x="11626" y="3876"/>
                </a:cubicBezTo>
                <a:cubicBezTo>
                  <a:pt x="11752" y="3687"/>
                  <a:pt x="11815" y="3497"/>
                  <a:pt x="11815" y="3245"/>
                </a:cubicBezTo>
                <a:cubicBezTo>
                  <a:pt x="11846" y="2741"/>
                  <a:pt x="11374" y="2269"/>
                  <a:pt x="10775" y="2269"/>
                </a:cubicBezTo>
                <a:lnTo>
                  <a:pt x="10712" y="2269"/>
                </a:lnTo>
                <a:cubicBezTo>
                  <a:pt x="10996" y="1733"/>
                  <a:pt x="11153" y="1135"/>
                  <a:pt x="11153" y="536"/>
                </a:cubicBezTo>
                <a:cubicBezTo>
                  <a:pt x="11153" y="347"/>
                  <a:pt x="10996" y="189"/>
                  <a:pt x="10775" y="189"/>
                </a:cubicBezTo>
                <a:cubicBezTo>
                  <a:pt x="9326" y="189"/>
                  <a:pt x="8034" y="1009"/>
                  <a:pt x="7404" y="2269"/>
                </a:cubicBezTo>
                <a:lnTo>
                  <a:pt x="6301" y="2269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5" name="Google Shape;5645;p30"/>
          <p:cNvSpPr/>
          <p:nvPr/>
        </p:nvSpPr>
        <p:spPr>
          <a:xfrm>
            <a:off x="7324757" y="3860210"/>
            <a:ext cx="101387" cy="101420"/>
          </a:xfrm>
          <a:custGeom>
            <a:rect b="b" l="l" r="r" t="t"/>
            <a:pathLst>
              <a:path extrusionOk="0" h="3089" w="3088">
                <a:moveTo>
                  <a:pt x="2009" y="1"/>
                </a:moveTo>
                <a:cubicBezTo>
                  <a:pt x="1733" y="1"/>
                  <a:pt x="1465" y="95"/>
                  <a:pt x="1292" y="284"/>
                </a:cubicBezTo>
                <a:lnTo>
                  <a:pt x="315" y="1292"/>
                </a:lnTo>
                <a:cubicBezTo>
                  <a:pt x="126" y="1481"/>
                  <a:pt x="0" y="1765"/>
                  <a:pt x="0" y="2017"/>
                </a:cubicBezTo>
                <a:cubicBezTo>
                  <a:pt x="0" y="2301"/>
                  <a:pt x="126" y="2584"/>
                  <a:pt x="315" y="2773"/>
                </a:cubicBezTo>
                <a:cubicBezTo>
                  <a:pt x="504" y="2962"/>
                  <a:pt x="756" y="3088"/>
                  <a:pt x="1040" y="3088"/>
                </a:cubicBezTo>
                <a:cubicBezTo>
                  <a:pt x="1292" y="3088"/>
                  <a:pt x="1576" y="2962"/>
                  <a:pt x="1765" y="2773"/>
                </a:cubicBezTo>
                <a:lnTo>
                  <a:pt x="2773" y="1796"/>
                </a:lnTo>
                <a:cubicBezTo>
                  <a:pt x="2962" y="1576"/>
                  <a:pt x="3088" y="1324"/>
                  <a:pt x="3088" y="1040"/>
                </a:cubicBezTo>
                <a:cubicBezTo>
                  <a:pt x="3088" y="757"/>
                  <a:pt x="2962" y="505"/>
                  <a:pt x="2773" y="284"/>
                </a:cubicBezTo>
                <a:cubicBezTo>
                  <a:pt x="2568" y="95"/>
                  <a:pt x="2284" y="1"/>
                  <a:pt x="2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6" name="Google Shape;5646;p30"/>
          <p:cNvSpPr/>
          <p:nvPr/>
        </p:nvSpPr>
        <p:spPr>
          <a:xfrm>
            <a:off x="7418884" y="4203621"/>
            <a:ext cx="201723" cy="22786"/>
          </a:xfrm>
          <a:custGeom>
            <a:rect b="b" l="l" r="r" t="t"/>
            <a:pathLst>
              <a:path extrusionOk="0" h="694" w="6144">
                <a:moveTo>
                  <a:pt x="0" y="0"/>
                </a:moveTo>
                <a:cubicBezTo>
                  <a:pt x="158" y="378"/>
                  <a:pt x="536" y="693"/>
                  <a:pt x="1008" y="693"/>
                </a:cubicBezTo>
                <a:lnTo>
                  <a:pt x="5167" y="693"/>
                </a:lnTo>
                <a:cubicBezTo>
                  <a:pt x="5608" y="693"/>
                  <a:pt x="5986" y="441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7" name="Google Shape;5647;p30"/>
          <p:cNvSpPr/>
          <p:nvPr/>
        </p:nvSpPr>
        <p:spPr>
          <a:xfrm>
            <a:off x="6353394" y="4336393"/>
            <a:ext cx="387916" cy="386898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8" name="Google Shape;5648;p30"/>
          <p:cNvSpPr/>
          <p:nvPr/>
        </p:nvSpPr>
        <p:spPr>
          <a:xfrm>
            <a:off x="7066503" y="1295729"/>
            <a:ext cx="151029" cy="149749"/>
          </a:xfrm>
          <a:custGeom>
            <a:rect b="b" l="l" r="r" t="t"/>
            <a:pathLst>
              <a:path extrusionOk="0" h="4561" w="4600"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78"/>
                  <a:pt x="378" y="1756"/>
                </a:cubicBezTo>
                <a:lnTo>
                  <a:pt x="2773" y="4245"/>
                </a:lnTo>
                <a:cubicBezTo>
                  <a:pt x="2962" y="4434"/>
                  <a:pt x="3245" y="4560"/>
                  <a:pt x="3529" y="4560"/>
                </a:cubicBezTo>
                <a:cubicBezTo>
                  <a:pt x="3812" y="4560"/>
                  <a:pt x="4064" y="4434"/>
                  <a:pt x="4285" y="4245"/>
                </a:cubicBezTo>
                <a:cubicBezTo>
                  <a:pt x="4474" y="4056"/>
                  <a:pt x="4600" y="3773"/>
                  <a:pt x="4600" y="3489"/>
                </a:cubicBezTo>
                <a:cubicBezTo>
                  <a:pt x="4600" y="3206"/>
                  <a:pt x="4474" y="2954"/>
                  <a:pt x="4285" y="2733"/>
                </a:cubicBezTo>
                <a:lnTo>
                  <a:pt x="1828" y="307"/>
                </a:ln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9" name="Google Shape;5649;p30"/>
          <p:cNvSpPr/>
          <p:nvPr/>
        </p:nvSpPr>
        <p:spPr>
          <a:xfrm>
            <a:off x="6827559" y="1493010"/>
            <a:ext cx="221390" cy="191381"/>
          </a:xfrm>
          <a:custGeom>
            <a:rect b="b" l="l" r="r" t="t"/>
            <a:pathLst>
              <a:path extrusionOk="0" h="5829" w="6743">
                <a:moveTo>
                  <a:pt x="3797" y="2167"/>
                </a:moveTo>
                <a:cubicBezTo>
                  <a:pt x="3884" y="2167"/>
                  <a:pt x="3970" y="2190"/>
                  <a:pt x="4033" y="2237"/>
                </a:cubicBezTo>
                <a:cubicBezTo>
                  <a:pt x="4159" y="2363"/>
                  <a:pt x="4159" y="2616"/>
                  <a:pt x="4033" y="2710"/>
                </a:cubicBezTo>
                <a:cubicBezTo>
                  <a:pt x="3970" y="2773"/>
                  <a:pt x="3884" y="2805"/>
                  <a:pt x="3797" y="2805"/>
                </a:cubicBezTo>
                <a:cubicBezTo>
                  <a:pt x="3710" y="2805"/>
                  <a:pt x="3624" y="2773"/>
                  <a:pt x="3561" y="2710"/>
                </a:cubicBezTo>
                <a:cubicBezTo>
                  <a:pt x="3435" y="2616"/>
                  <a:pt x="3435" y="2363"/>
                  <a:pt x="3561" y="2237"/>
                </a:cubicBezTo>
                <a:cubicBezTo>
                  <a:pt x="3624" y="2190"/>
                  <a:pt x="3710" y="2167"/>
                  <a:pt x="3797" y="2167"/>
                </a:cubicBezTo>
                <a:close/>
                <a:moveTo>
                  <a:pt x="2336" y="2639"/>
                </a:moveTo>
                <a:cubicBezTo>
                  <a:pt x="2426" y="2639"/>
                  <a:pt x="2521" y="2663"/>
                  <a:pt x="2584" y="2710"/>
                </a:cubicBezTo>
                <a:cubicBezTo>
                  <a:pt x="2679" y="2836"/>
                  <a:pt x="2679" y="3057"/>
                  <a:pt x="2584" y="3183"/>
                </a:cubicBezTo>
                <a:cubicBezTo>
                  <a:pt x="2521" y="3246"/>
                  <a:pt x="2426" y="3277"/>
                  <a:pt x="2336" y="3277"/>
                </a:cubicBezTo>
                <a:cubicBezTo>
                  <a:pt x="2245" y="3277"/>
                  <a:pt x="2159" y="3246"/>
                  <a:pt x="2111" y="3183"/>
                </a:cubicBezTo>
                <a:cubicBezTo>
                  <a:pt x="1985" y="3057"/>
                  <a:pt x="1985" y="2868"/>
                  <a:pt x="2111" y="2710"/>
                </a:cubicBezTo>
                <a:cubicBezTo>
                  <a:pt x="2159" y="2663"/>
                  <a:pt x="2245" y="2639"/>
                  <a:pt x="2336" y="2639"/>
                </a:cubicBezTo>
                <a:close/>
                <a:moveTo>
                  <a:pt x="2931" y="1"/>
                </a:moveTo>
                <a:lnTo>
                  <a:pt x="599" y="2332"/>
                </a:lnTo>
                <a:cubicBezTo>
                  <a:pt x="221" y="2710"/>
                  <a:pt x="1" y="3214"/>
                  <a:pt x="1" y="3781"/>
                </a:cubicBezTo>
                <a:cubicBezTo>
                  <a:pt x="1" y="4317"/>
                  <a:pt x="221" y="4852"/>
                  <a:pt x="599" y="5230"/>
                </a:cubicBezTo>
                <a:cubicBezTo>
                  <a:pt x="1009" y="5608"/>
                  <a:pt x="1513" y="5829"/>
                  <a:pt x="2048" y="5829"/>
                </a:cubicBezTo>
                <a:cubicBezTo>
                  <a:pt x="2616" y="5829"/>
                  <a:pt x="3120" y="5640"/>
                  <a:pt x="3529" y="5230"/>
                </a:cubicBezTo>
                <a:lnTo>
                  <a:pt x="6743" y="2048"/>
                </a:lnTo>
                <a:cubicBezTo>
                  <a:pt x="6743" y="2017"/>
                  <a:pt x="6711" y="1954"/>
                  <a:pt x="6711" y="1922"/>
                </a:cubicBezTo>
                <a:cubicBezTo>
                  <a:pt x="6396" y="1418"/>
                  <a:pt x="5829" y="1103"/>
                  <a:pt x="5136" y="1103"/>
                </a:cubicBezTo>
                <a:lnTo>
                  <a:pt x="5104" y="1103"/>
                </a:lnTo>
                <a:cubicBezTo>
                  <a:pt x="5075" y="1104"/>
                  <a:pt x="5045" y="1105"/>
                  <a:pt x="5016" y="1105"/>
                </a:cubicBezTo>
                <a:cubicBezTo>
                  <a:pt x="4168" y="1105"/>
                  <a:pt x="3387" y="670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0" name="Google Shape;5650;p30"/>
          <p:cNvSpPr/>
          <p:nvPr/>
        </p:nvSpPr>
        <p:spPr>
          <a:xfrm>
            <a:off x="6941351" y="1362704"/>
            <a:ext cx="208979" cy="181038"/>
          </a:xfrm>
          <a:custGeom>
            <a:rect b="b" l="l" r="r" t="t"/>
            <a:pathLst>
              <a:path extrusionOk="0" h="5514" w="6365">
                <a:moveTo>
                  <a:pt x="3403" y="0"/>
                </a:moveTo>
                <a:lnTo>
                  <a:pt x="2678" y="693"/>
                </a:lnTo>
                <a:lnTo>
                  <a:pt x="2300" y="1103"/>
                </a:lnTo>
                <a:lnTo>
                  <a:pt x="3056" y="1859"/>
                </a:lnTo>
                <a:cubicBezTo>
                  <a:pt x="3151" y="1953"/>
                  <a:pt x="3151" y="2205"/>
                  <a:pt x="3056" y="2331"/>
                </a:cubicBezTo>
                <a:cubicBezTo>
                  <a:pt x="2962" y="2394"/>
                  <a:pt x="2899" y="2426"/>
                  <a:pt x="2804" y="2426"/>
                </a:cubicBezTo>
                <a:cubicBezTo>
                  <a:pt x="2741" y="2426"/>
                  <a:pt x="2615" y="2394"/>
                  <a:pt x="2584" y="2331"/>
                </a:cubicBezTo>
                <a:lnTo>
                  <a:pt x="1827" y="1575"/>
                </a:lnTo>
                <a:lnTo>
                  <a:pt x="1355" y="2048"/>
                </a:lnTo>
                <a:lnTo>
                  <a:pt x="2111" y="2804"/>
                </a:lnTo>
                <a:cubicBezTo>
                  <a:pt x="2205" y="2898"/>
                  <a:pt x="2205" y="3150"/>
                  <a:pt x="2111" y="3277"/>
                </a:cubicBezTo>
                <a:cubicBezTo>
                  <a:pt x="2016" y="3340"/>
                  <a:pt x="1953" y="3371"/>
                  <a:pt x="1859" y="3371"/>
                </a:cubicBezTo>
                <a:cubicBezTo>
                  <a:pt x="1796" y="3371"/>
                  <a:pt x="1670" y="3340"/>
                  <a:pt x="1638" y="3277"/>
                </a:cubicBezTo>
                <a:lnTo>
                  <a:pt x="882" y="2520"/>
                </a:lnTo>
                <a:lnTo>
                  <a:pt x="0" y="3371"/>
                </a:lnTo>
                <a:cubicBezTo>
                  <a:pt x="0" y="3403"/>
                  <a:pt x="63" y="3466"/>
                  <a:pt x="63" y="3497"/>
                </a:cubicBezTo>
                <a:cubicBezTo>
                  <a:pt x="364" y="4068"/>
                  <a:pt x="894" y="4381"/>
                  <a:pt x="1490" y="4381"/>
                </a:cubicBezTo>
                <a:cubicBezTo>
                  <a:pt x="1518" y="4381"/>
                  <a:pt x="1547" y="4381"/>
                  <a:pt x="1575" y="4379"/>
                </a:cubicBezTo>
                <a:cubicBezTo>
                  <a:pt x="1890" y="4379"/>
                  <a:pt x="2174" y="4411"/>
                  <a:pt x="2458" y="4474"/>
                </a:cubicBezTo>
                <a:cubicBezTo>
                  <a:pt x="2993" y="4631"/>
                  <a:pt x="3529" y="5009"/>
                  <a:pt x="3781" y="5513"/>
                </a:cubicBezTo>
                <a:lnTo>
                  <a:pt x="6364" y="2961"/>
                </a:lnTo>
                <a:lnTo>
                  <a:pt x="340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1" name="Google Shape;5651;p30"/>
          <p:cNvSpPr/>
          <p:nvPr/>
        </p:nvSpPr>
        <p:spPr>
          <a:xfrm>
            <a:off x="6852436" y="1799529"/>
            <a:ext cx="341360" cy="387949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2" name="Google Shape;5652;p30"/>
          <p:cNvSpPr/>
          <p:nvPr/>
        </p:nvSpPr>
        <p:spPr>
          <a:xfrm>
            <a:off x="6832221" y="2330331"/>
            <a:ext cx="227595" cy="204842"/>
          </a:xfrm>
          <a:custGeom>
            <a:rect b="b" l="l" r="r" t="t"/>
            <a:pathLst>
              <a:path extrusionOk="0" h="6239" w="6932">
                <a:moveTo>
                  <a:pt x="3340" y="2364"/>
                </a:moveTo>
                <a:cubicBezTo>
                  <a:pt x="3529" y="2364"/>
                  <a:pt x="3686" y="2521"/>
                  <a:pt x="3686" y="2710"/>
                </a:cubicBezTo>
                <a:lnTo>
                  <a:pt x="3686" y="3435"/>
                </a:lnTo>
                <a:lnTo>
                  <a:pt x="4411" y="3435"/>
                </a:lnTo>
                <a:cubicBezTo>
                  <a:pt x="4600" y="3435"/>
                  <a:pt x="4757" y="3592"/>
                  <a:pt x="4757" y="3782"/>
                </a:cubicBezTo>
                <a:cubicBezTo>
                  <a:pt x="4757" y="3971"/>
                  <a:pt x="4600" y="4128"/>
                  <a:pt x="4411" y="4128"/>
                </a:cubicBezTo>
                <a:lnTo>
                  <a:pt x="3686" y="4128"/>
                </a:lnTo>
                <a:lnTo>
                  <a:pt x="3686" y="4853"/>
                </a:lnTo>
                <a:cubicBezTo>
                  <a:pt x="3686" y="5042"/>
                  <a:pt x="3529" y="5199"/>
                  <a:pt x="3340" y="5199"/>
                </a:cubicBezTo>
                <a:cubicBezTo>
                  <a:pt x="3151" y="5199"/>
                  <a:pt x="2993" y="5042"/>
                  <a:pt x="2993" y="4853"/>
                </a:cubicBezTo>
                <a:lnTo>
                  <a:pt x="2993" y="4128"/>
                </a:lnTo>
                <a:lnTo>
                  <a:pt x="2268" y="4128"/>
                </a:lnTo>
                <a:cubicBezTo>
                  <a:pt x="2079" y="4128"/>
                  <a:pt x="1922" y="3971"/>
                  <a:pt x="1922" y="3782"/>
                </a:cubicBezTo>
                <a:cubicBezTo>
                  <a:pt x="1922" y="3592"/>
                  <a:pt x="2079" y="3435"/>
                  <a:pt x="2268" y="3435"/>
                </a:cubicBezTo>
                <a:lnTo>
                  <a:pt x="2993" y="3435"/>
                </a:lnTo>
                <a:lnTo>
                  <a:pt x="2993" y="2710"/>
                </a:lnTo>
                <a:cubicBezTo>
                  <a:pt x="2993" y="2521"/>
                  <a:pt x="3151" y="2364"/>
                  <a:pt x="3340" y="2364"/>
                </a:cubicBezTo>
                <a:close/>
                <a:moveTo>
                  <a:pt x="3434" y="1"/>
                </a:moveTo>
                <a:cubicBezTo>
                  <a:pt x="2836" y="1"/>
                  <a:pt x="2394" y="474"/>
                  <a:pt x="2394" y="1041"/>
                </a:cubicBezTo>
                <a:lnTo>
                  <a:pt x="2394" y="1387"/>
                </a:lnTo>
                <a:lnTo>
                  <a:pt x="1008" y="1387"/>
                </a:lnTo>
                <a:cubicBezTo>
                  <a:pt x="441" y="1387"/>
                  <a:pt x="0" y="1860"/>
                  <a:pt x="0" y="2395"/>
                </a:cubicBezTo>
                <a:lnTo>
                  <a:pt x="0" y="6239"/>
                </a:lnTo>
                <a:lnTo>
                  <a:pt x="6931" y="6239"/>
                </a:lnTo>
                <a:lnTo>
                  <a:pt x="6931" y="2395"/>
                </a:lnTo>
                <a:lnTo>
                  <a:pt x="6837" y="2395"/>
                </a:lnTo>
                <a:cubicBezTo>
                  <a:pt x="6837" y="1828"/>
                  <a:pt x="6364" y="1387"/>
                  <a:pt x="5829" y="1387"/>
                </a:cubicBezTo>
                <a:lnTo>
                  <a:pt x="4442" y="1387"/>
                </a:lnTo>
                <a:lnTo>
                  <a:pt x="4442" y="1041"/>
                </a:lnTo>
                <a:cubicBezTo>
                  <a:pt x="4442" y="442"/>
                  <a:pt x="3970" y="1"/>
                  <a:pt x="34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3" name="Google Shape;5653;p30"/>
          <p:cNvSpPr/>
          <p:nvPr/>
        </p:nvSpPr>
        <p:spPr>
          <a:xfrm>
            <a:off x="6828084" y="2556865"/>
            <a:ext cx="228613" cy="92095"/>
          </a:xfrm>
          <a:custGeom>
            <a:rect b="b" l="l" r="r" t="t"/>
            <a:pathLst>
              <a:path extrusionOk="0" h="2805" w="6963">
                <a:moveTo>
                  <a:pt x="2457" y="1418"/>
                </a:moveTo>
                <a:cubicBezTo>
                  <a:pt x="2647" y="1418"/>
                  <a:pt x="2804" y="1576"/>
                  <a:pt x="2804" y="1765"/>
                </a:cubicBezTo>
                <a:cubicBezTo>
                  <a:pt x="2804" y="1954"/>
                  <a:pt x="2647" y="2111"/>
                  <a:pt x="2457" y="2111"/>
                </a:cubicBezTo>
                <a:cubicBezTo>
                  <a:pt x="2237" y="2111"/>
                  <a:pt x="2079" y="1954"/>
                  <a:pt x="2079" y="1765"/>
                </a:cubicBezTo>
                <a:cubicBezTo>
                  <a:pt x="2079" y="1576"/>
                  <a:pt x="2237" y="1418"/>
                  <a:pt x="2457" y="1418"/>
                </a:cubicBezTo>
                <a:close/>
                <a:moveTo>
                  <a:pt x="32" y="0"/>
                </a:moveTo>
                <a:lnTo>
                  <a:pt x="32" y="1009"/>
                </a:lnTo>
                <a:cubicBezTo>
                  <a:pt x="0" y="1607"/>
                  <a:pt x="473" y="2080"/>
                  <a:pt x="1071" y="2080"/>
                </a:cubicBezTo>
                <a:lnTo>
                  <a:pt x="1449" y="2080"/>
                </a:lnTo>
                <a:cubicBezTo>
                  <a:pt x="1607" y="2489"/>
                  <a:pt x="1985" y="2804"/>
                  <a:pt x="2457" y="2804"/>
                </a:cubicBezTo>
                <a:cubicBezTo>
                  <a:pt x="2867" y="2804"/>
                  <a:pt x="3277" y="2521"/>
                  <a:pt x="3434" y="2080"/>
                </a:cubicBezTo>
                <a:lnTo>
                  <a:pt x="6963" y="2080"/>
                </a:lnTo>
                <a:lnTo>
                  <a:pt x="696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4" name="Google Shape;5654;p30"/>
          <p:cNvSpPr/>
          <p:nvPr/>
        </p:nvSpPr>
        <p:spPr>
          <a:xfrm>
            <a:off x="7079405" y="2396551"/>
            <a:ext cx="137601" cy="252416"/>
          </a:xfrm>
          <a:custGeom>
            <a:rect b="b" l="l" r="r" t="t"/>
            <a:pathLst>
              <a:path extrusionOk="0" h="7688" w="4191">
                <a:moveTo>
                  <a:pt x="1513" y="693"/>
                </a:moveTo>
                <a:cubicBezTo>
                  <a:pt x="1954" y="693"/>
                  <a:pt x="2364" y="977"/>
                  <a:pt x="2521" y="1386"/>
                </a:cubicBezTo>
                <a:lnTo>
                  <a:pt x="3372" y="3497"/>
                </a:lnTo>
                <a:lnTo>
                  <a:pt x="1765" y="3497"/>
                </a:lnTo>
                <a:cubicBezTo>
                  <a:pt x="1576" y="3497"/>
                  <a:pt x="1419" y="3340"/>
                  <a:pt x="1419" y="3151"/>
                </a:cubicBezTo>
                <a:lnTo>
                  <a:pt x="1419" y="693"/>
                </a:lnTo>
                <a:close/>
                <a:moveTo>
                  <a:pt x="1765" y="6270"/>
                </a:moveTo>
                <a:cubicBezTo>
                  <a:pt x="1954" y="6270"/>
                  <a:pt x="2112" y="6427"/>
                  <a:pt x="2112" y="6616"/>
                </a:cubicBezTo>
                <a:cubicBezTo>
                  <a:pt x="2112" y="6805"/>
                  <a:pt x="1954" y="6963"/>
                  <a:pt x="1765" y="6963"/>
                </a:cubicBezTo>
                <a:cubicBezTo>
                  <a:pt x="1576" y="6963"/>
                  <a:pt x="1419" y="6805"/>
                  <a:pt x="1419" y="6616"/>
                </a:cubicBezTo>
                <a:cubicBezTo>
                  <a:pt x="1419" y="6427"/>
                  <a:pt x="1576" y="6270"/>
                  <a:pt x="1765" y="6270"/>
                </a:cubicBezTo>
                <a:close/>
                <a:moveTo>
                  <a:pt x="1" y="0"/>
                </a:moveTo>
                <a:lnTo>
                  <a:pt x="1" y="6963"/>
                </a:lnTo>
                <a:lnTo>
                  <a:pt x="788" y="6963"/>
                </a:lnTo>
                <a:cubicBezTo>
                  <a:pt x="946" y="7372"/>
                  <a:pt x="1293" y="7687"/>
                  <a:pt x="1765" y="7687"/>
                </a:cubicBezTo>
                <a:cubicBezTo>
                  <a:pt x="2206" y="7687"/>
                  <a:pt x="2584" y="7404"/>
                  <a:pt x="2742" y="6963"/>
                </a:cubicBezTo>
                <a:lnTo>
                  <a:pt x="3151" y="6963"/>
                </a:lnTo>
                <a:cubicBezTo>
                  <a:pt x="3718" y="6963"/>
                  <a:pt x="4159" y="6490"/>
                  <a:pt x="4159" y="5955"/>
                </a:cubicBezTo>
                <a:lnTo>
                  <a:pt x="4159" y="5577"/>
                </a:lnTo>
                <a:lnTo>
                  <a:pt x="3151" y="5577"/>
                </a:lnTo>
                <a:cubicBezTo>
                  <a:pt x="2931" y="5577"/>
                  <a:pt x="2773" y="5419"/>
                  <a:pt x="2773" y="5230"/>
                </a:cubicBezTo>
                <a:cubicBezTo>
                  <a:pt x="2773" y="5041"/>
                  <a:pt x="2994" y="4883"/>
                  <a:pt x="3183" y="4883"/>
                </a:cubicBezTo>
                <a:lnTo>
                  <a:pt x="4191" y="4883"/>
                </a:lnTo>
                <a:lnTo>
                  <a:pt x="4191" y="4096"/>
                </a:lnTo>
                <a:cubicBezTo>
                  <a:pt x="4191" y="3970"/>
                  <a:pt x="4159" y="3812"/>
                  <a:pt x="4159" y="3686"/>
                </a:cubicBezTo>
                <a:cubicBezTo>
                  <a:pt x="4096" y="3466"/>
                  <a:pt x="3246" y="1386"/>
                  <a:pt x="3151" y="1103"/>
                </a:cubicBezTo>
                <a:cubicBezTo>
                  <a:pt x="2868" y="410"/>
                  <a:pt x="2238" y="0"/>
                  <a:pt x="15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5" name="Google Shape;5655;p30"/>
          <p:cNvSpPr/>
          <p:nvPr/>
        </p:nvSpPr>
        <p:spPr>
          <a:xfrm>
            <a:off x="5494406" y="2823737"/>
            <a:ext cx="114520" cy="160879"/>
          </a:xfrm>
          <a:custGeom>
            <a:rect b="b" l="l" r="r" t="t"/>
            <a:pathLst>
              <a:path extrusionOk="0" h="4900" w="3488">
                <a:moveTo>
                  <a:pt x="1408" y="1"/>
                </a:moveTo>
                <a:lnTo>
                  <a:pt x="1408" y="1922"/>
                </a:lnTo>
                <a:cubicBezTo>
                  <a:pt x="1408" y="2647"/>
                  <a:pt x="998" y="3277"/>
                  <a:pt x="463" y="3561"/>
                </a:cubicBezTo>
                <a:cubicBezTo>
                  <a:pt x="211" y="3655"/>
                  <a:pt x="53" y="3907"/>
                  <a:pt x="22" y="4128"/>
                </a:cubicBezTo>
                <a:cubicBezTo>
                  <a:pt x="1" y="4609"/>
                  <a:pt x="369" y="4896"/>
                  <a:pt x="738" y="4896"/>
                </a:cubicBezTo>
                <a:cubicBezTo>
                  <a:pt x="925" y="4896"/>
                  <a:pt x="1113" y="4822"/>
                  <a:pt x="1250" y="4663"/>
                </a:cubicBezTo>
                <a:cubicBezTo>
                  <a:pt x="1361" y="4506"/>
                  <a:pt x="1557" y="4427"/>
                  <a:pt x="1754" y="4427"/>
                </a:cubicBezTo>
                <a:cubicBezTo>
                  <a:pt x="1951" y="4427"/>
                  <a:pt x="2148" y="4506"/>
                  <a:pt x="2258" y="4663"/>
                </a:cubicBezTo>
                <a:cubicBezTo>
                  <a:pt x="2411" y="4826"/>
                  <a:pt x="2604" y="4899"/>
                  <a:pt x="2792" y="4899"/>
                </a:cubicBezTo>
                <a:cubicBezTo>
                  <a:pt x="3149" y="4899"/>
                  <a:pt x="3487" y="4635"/>
                  <a:pt x="3487" y="4222"/>
                </a:cubicBezTo>
                <a:cubicBezTo>
                  <a:pt x="3487" y="3939"/>
                  <a:pt x="3330" y="3718"/>
                  <a:pt x="3109" y="3592"/>
                </a:cubicBezTo>
                <a:cubicBezTo>
                  <a:pt x="2479" y="3277"/>
                  <a:pt x="2101" y="2710"/>
                  <a:pt x="2101" y="2143"/>
                </a:cubicBezTo>
                <a:lnTo>
                  <a:pt x="2101" y="32"/>
                </a:lnTo>
                <a:cubicBezTo>
                  <a:pt x="2006" y="32"/>
                  <a:pt x="1880" y="1"/>
                  <a:pt x="17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6" name="Google Shape;5656;p30"/>
          <p:cNvSpPr/>
          <p:nvPr/>
        </p:nvSpPr>
        <p:spPr>
          <a:xfrm>
            <a:off x="5356484" y="2827874"/>
            <a:ext cx="387949" cy="382761"/>
          </a:xfrm>
          <a:custGeom>
            <a:rect b="b" l="l" r="r" t="t"/>
            <a:pathLst>
              <a:path extrusionOk="0" h="11658" w="11816">
                <a:moveTo>
                  <a:pt x="4884" y="1"/>
                </a:moveTo>
                <a:cubicBezTo>
                  <a:pt x="2143" y="505"/>
                  <a:pt x="1" y="2899"/>
                  <a:pt x="1" y="5829"/>
                </a:cubicBezTo>
                <a:cubicBezTo>
                  <a:pt x="1" y="8696"/>
                  <a:pt x="2143" y="11153"/>
                  <a:pt x="4884" y="11657"/>
                </a:cubicBezTo>
                <a:lnTo>
                  <a:pt x="4884" y="9799"/>
                </a:lnTo>
                <a:cubicBezTo>
                  <a:pt x="4884" y="9358"/>
                  <a:pt x="4664" y="8980"/>
                  <a:pt x="4349" y="8822"/>
                </a:cubicBezTo>
                <a:cubicBezTo>
                  <a:pt x="3876" y="8633"/>
                  <a:pt x="3561" y="8160"/>
                  <a:pt x="3530" y="7625"/>
                </a:cubicBezTo>
                <a:cubicBezTo>
                  <a:pt x="3446" y="6731"/>
                  <a:pt x="4186" y="6180"/>
                  <a:pt x="4925" y="6180"/>
                </a:cubicBezTo>
                <a:cubicBezTo>
                  <a:pt x="5306" y="6180"/>
                  <a:pt x="5687" y="6327"/>
                  <a:pt x="5955" y="6648"/>
                </a:cubicBezTo>
                <a:cubicBezTo>
                  <a:pt x="6188" y="6316"/>
                  <a:pt x="6553" y="6163"/>
                  <a:pt x="6929" y="6163"/>
                </a:cubicBezTo>
                <a:cubicBezTo>
                  <a:pt x="7621" y="6163"/>
                  <a:pt x="8350" y="6684"/>
                  <a:pt x="8350" y="7562"/>
                </a:cubicBezTo>
                <a:cubicBezTo>
                  <a:pt x="8350" y="8066"/>
                  <a:pt x="8035" y="8570"/>
                  <a:pt x="7562" y="8822"/>
                </a:cubicBezTo>
                <a:cubicBezTo>
                  <a:pt x="7184" y="9011"/>
                  <a:pt x="6995" y="9326"/>
                  <a:pt x="6995" y="9641"/>
                </a:cubicBezTo>
                <a:lnTo>
                  <a:pt x="6995" y="11657"/>
                </a:lnTo>
                <a:cubicBezTo>
                  <a:pt x="9736" y="11153"/>
                  <a:pt x="11815" y="8728"/>
                  <a:pt x="11815" y="5829"/>
                </a:cubicBezTo>
                <a:cubicBezTo>
                  <a:pt x="11815" y="2899"/>
                  <a:pt x="9736" y="505"/>
                  <a:pt x="6995" y="1"/>
                </a:cubicBezTo>
                <a:lnTo>
                  <a:pt x="6995" y="2017"/>
                </a:lnTo>
                <a:cubicBezTo>
                  <a:pt x="6995" y="2364"/>
                  <a:pt x="7216" y="2679"/>
                  <a:pt x="7562" y="2836"/>
                </a:cubicBezTo>
                <a:cubicBezTo>
                  <a:pt x="8035" y="3057"/>
                  <a:pt x="8350" y="3529"/>
                  <a:pt x="8350" y="4096"/>
                </a:cubicBezTo>
                <a:cubicBezTo>
                  <a:pt x="8350" y="4945"/>
                  <a:pt x="7656" y="5495"/>
                  <a:pt x="6948" y="5495"/>
                </a:cubicBezTo>
                <a:cubicBezTo>
                  <a:pt x="6578" y="5495"/>
                  <a:pt x="6205" y="5345"/>
                  <a:pt x="5924" y="5010"/>
                </a:cubicBezTo>
                <a:cubicBezTo>
                  <a:pt x="5691" y="5321"/>
                  <a:pt x="5310" y="5471"/>
                  <a:pt x="4919" y="5471"/>
                </a:cubicBezTo>
                <a:cubicBezTo>
                  <a:pt x="4200" y="5471"/>
                  <a:pt x="3448" y="4961"/>
                  <a:pt x="3530" y="4002"/>
                </a:cubicBezTo>
                <a:cubicBezTo>
                  <a:pt x="3561" y="3498"/>
                  <a:pt x="3876" y="3057"/>
                  <a:pt x="4349" y="2836"/>
                </a:cubicBezTo>
                <a:cubicBezTo>
                  <a:pt x="4664" y="2679"/>
                  <a:pt x="4884" y="2269"/>
                  <a:pt x="4884" y="1859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7" name="Google Shape;5657;p30"/>
          <p:cNvSpPr/>
          <p:nvPr/>
        </p:nvSpPr>
        <p:spPr>
          <a:xfrm>
            <a:off x="5494406" y="3053423"/>
            <a:ext cx="114520" cy="161339"/>
          </a:xfrm>
          <a:custGeom>
            <a:rect b="b" l="l" r="r" t="t"/>
            <a:pathLst>
              <a:path extrusionOk="0" h="4914" w="3488">
                <a:moveTo>
                  <a:pt x="2777" y="1"/>
                </a:moveTo>
                <a:cubicBezTo>
                  <a:pt x="2589" y="1"/>
                  <a:pt x="2399" y="77"/>
                  <a:pt x="2258" y="251"/>
                </a:cubicBezTo>
                <a:cubicBezTo>
                  <a:pt x="2148" y="408"/>
                  <a:pt x="1951" y="487"/>
                  <a:pt x="1754" y="487"/>
                </a:cubicBezTo>
                <a:cubicBezTo>
                  <a:pt x="1557" y="487"/>
                  <a:pt x="1361" y="408"/>
                  <a:pt x="1250" y="251"/>
                </a:cubicBezTo>
                <a:cubicBezTo>
                  <a:pt x="1122" y="91"/>
                  <a:pt x="936" y="17"/>
                  <a:pt x="748" y="17"/>
                </a:cubicBezTo>
                <a:cubicBezTo>
                  <a:pt x="379" y="17"/>
                  <a:pt x="1" y="297"/>
                  <a:pt x="22" y="755"/>
                </a:cubicBezTo>
                <a:cubicBezTo>
                  <a:pt x="22" y="1007"/>
                  <a:pt x="242" y="1227"/>
                  <a:pt x="463" y="1353"/>
                </a:cubicBezTo>
                <a:cubicBezTo>
                  <a:pt x="1061" y="1637"/>
                  <a:pt x="1408" y="2267"/>
                  <a:pt x="1408" y="2960"/>
                </a:cubicBezTo>
                <a:lnTo>
                  <a:pt x="1408" y="4914"/>
                </a:lnTo>
                <a:cubicBezTo>
                  <a:pt x="1534" y="4851"/>
                  <a:pt x="1660" y="4851"/>
                  <a:pt x="1754" y="4851"/>
                </a:cubicBezTo>
                <a:lnTo>
                  <a:pt x="2101" y="4851"/>
                </a:lnTo>
                <a:lnTo>
                  <a:pt x="2101" y="2771"/>
                </a:lnTo>
                <a:cubicBezTo>
                  <a:pt x="2101" y="2141"/>
                  <a:pt x="2479" y="1606"/>
                  <a:pt x="3109" y="1322"/>
                </a:cubicBezTo>
                <a:cubicBezTo>
                  <a:pt x="3330" y="1196"/>
                  <a:pt x="3487" y="975"/>
                  <a:pt x="3487" y="692"/>
                </a:cubicBezTo>
                <a:cubicBezTo>
                  <a:pt x="3487" y="279"/>
                  <a:pt x="3135" y="1"/>
                  <a:pt x="27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8" name="Google Shape;5658;p30"/>
          <p:cNvSpPr/>
          <p:nvPr/>
        </p:nvSpPr>
        <p:spPr>
          <a:xfrm>
            <a:off x="5493028" y="3397753"/>
            <a:ext cx="22786" cy="22786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cubicBezTo>
                  <a:pt x="536" y="693"/>
                  <a:pt x="694" y="536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9" name="Google Shape;5659;p30"/>
          <p:cNvSpPr/>
          <p:nvPr/>
        </p:nvSpPr>
        <p:spPr>
          <a:xfrm>
            <a:off x="5425790" y="3512562"/>
            <a:ext cx="68324" cy="68292"/>
          </a:xfrm>
          <a:custGeom>
            <a:rect b="b" l="l" r="r" t="t"/>
            <a:pathLst>
              <a:path extrusionOk="0" h="2080" w="2081">
                <a:moveTo>
                  <a:pt x="1" y="0"/>
                </a:moveTo>
                <a:lnTo>
                  <a:pt x="1" y="2080"/>
                </a:lnTo>
                <a:lnTo>
                  <a:pt x="2080" y="2080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0" name="Google Shape;5660;p30"/>
          <p:cNvSpPr/>
          <p:nvPr/>
        </p:nvSpPr>
        <p:spPr>
          <a:xfrm>
            <a:off x="5356484" y="3353267"/>
            <a:ext cx="294836" cy="387916"/>
          </a:xfrm>
          <a:custGeom>
            <a:rect b="b" l="l" r="r" t="t"/>
            <a:pathLst>
              <a:path extrusionOk="0" h="11815" w="8980">
                <a:moveTo>
                  <a:pt x="4538" y="694"/>
                </a:moveTo>
                <a:cubicBezTo>
                  <a:pt x="5136" y="694"/>
                  <a:pt x="5577" y="1166"/>
                  <a:pt x="5577" y="1702"/>
                </a:cubicBezTo>
                <a:cubicBezTo>
                  <a:pt x="5577" y="1891"/>
                  <a:pt x="5735" y="2048"/>
                  <a:pt x="5924" y="2048"/>
                </a:cubicBezTo>
                <a:lnTo>
                  <a:pt x="6649" y="2048"/>
                </a:lnTo>
                <a:cubicBezTo>
                  <a:pt x="6838" y="2048"/>
                  <a:pt x="6995" y="2206"/>
                  <a:pt x="6995" y="2426"/>
                </a:cubicBezTo>
                <a:lnTo>
                  <a:pt x="6995" y="2773"/>
                </a:lnTo>
                <a:lnTo>
                  <a:pt x="2143" y="2773"/>
                </a:lnTo>
                <a:lnTo>
                  <a:pt x="2143" y="2426"/>
                </a:lnTo>
                <a:lnTo>
                  <a:pt x="2112" y="2426"/>
                </a:lnTo>
                <a:cubicBezTo>
                  <a:pt x="2112" y="2206"/>
                  <a:pt x="2269" y="2048"/>
                  <a:pt x="2458" y="2048"/>
                </a:cubicBezTo>
                <a:lnTo>
                  <a:pt x="3183" y="2048"/>
                </a:lnTo>
                <a:cubicBezTo>
                  <a:pt x="3372" y="2048"/>
                  <a:pt x="3530" y="1891"/>
                  <a:pt x="3530" y="1702"/>
                </a:cubicBezTo>
                <a:cubicBezTo>
                  <a:pt x="3530" y="1103"/>
                  <a:pt x="4002" y="694"/>
                  <a:pt x="4538" y="694"/>
                </a:cubicBezTo>
                <a:close/>
                <a:moveTo>
                  <a:pt x="7310" y="4159"/>
                </a:moveTo>
                <a:cubicBezTo>
                  <a:pt x="7499" y="4159"/>
                  <a:pt x="7657" y="4317"/>
                  <a:pt x="7657" y="4506"/>
                </a:cubicBezTo>
                <a:cubicBezTo>
                  <a:pt x="7657" y="4695"/>
                  <a:pt x="7499" y="4852"/>
                  <a:pt x="7310" y="4852"/>
                </a:cubicBezTo>
                <a:lnTo>
                  <a:pt x="5924" y="4852"/>
                </a:lnTo>
                <a:cubicBezTo>
                  <a:pt x="5735" y="4852"/>
                  <a:pt x="5577" y="4695"/>
                  <a:pt x="5577" y="4506"/>
                </a:cubicBezTo>
                <a:cubicBezTo>
                  <a:pt x="5577" y="4317"/>
                  <a:pt x="5735" y="4159"/>
                  <a:pt x="5924" y="4159"/>
                </a:cubicBezTo>
                <a:close/>
                <a:moveTo>
                  <a:pt x="7310" y="5514"/>
                </a:moveTo>
                <a:cubicBezTo>
                  <a:pt x="7499" y="5514"/>
                  <a:pt x="7657" y="5671"/>
                  <a:pt x="7657" y="5892"/>
                </a:cubicBezTo>
                <a:cubicBezTo>
                  <a:pt x="7657" y="6081"/>
                  <a:pt x="7499" y="6238"/>
                  <a:pt x="7310" y="6238"/>
                </a:cubicBezTo>
                <a:lnTo>
                  <a:pt x="5924" y="6238"/>
                </a:lnTo>
                <a:cubicBezTo>
                  <a:pt x="5735" y="6238"/>
                  <a:pt x="5577" y="6081"/>
                  <a:pt x="5577" y="5892"/>
                </a:cubicBezTo>
                <a:cubicBezTo>
                  <a:pt x="5577" y="5671"/>
                  <a:pt x="5735" y="5514"/>
                  <a:pt x="5924" y="5514"/>
                </a:cubicBezTo>
                <a:close/>
                <a:moveTo>
                  <a:pt x="4506" y="4159"/>
                </a:moveTo>
                <a:cubicBezTo>
                  <a:pt x="4695" y="4159"/>
                  <a:pt x="4853" y="4317"/>
                  <a:pt x="4853" y="4506"/>
                </a:cubicBezTo>
                <a:lnTo>
                  <a:pt x="4853" y="7247"/>
                </a:lnTo>
                <a:cubicBezTo>
                  <a:pt x="4853" y="7467"/>
                  <a:pt x="4695" y="7593"/>
                  <a:pt x="4506" y="7593"/>
                </a:cubicBezTo>
                <a:lnTo>
                  <a:pt x="1734" y="7593"/>
                </a:lnTo>
                <a:cubicBezTo>
                  <a:pt x="1545" y="7593"/>
                  <a:pt x="1387" y="7467"/>
                  <a:pt x="1387" y="7247"/>
                </a:cubicBezTo>
                <a:lnTo>
                  <a:pt x="1387" y="4506"/>
                </a:lnTo>
                <a:cubicBezTo>
                  <a:pt x="1387" y="4317"/>
                  <a:pt x="1545" y="4159"/>
                  <a:pt x="1734" y="4159"/>
                </a:cubicBezTo>
                <a:close/>
                <a:moveTo>
                  <a:pt x="7310" y="6900"/>
                </a:moveTo>
                <a:cubicBezTo>
                  <a:pt x="7499" y="6900"/>
                  <a:pt x="7657" y="7058"/>
                  <a:pt x="7657" y="7247"/>
                </a:cubicBezTo>
                <a:cubicBezTo>
                  <a:pt x="7657" y="7467"/>
                  <a:pt x="7499" y="7593"/>
                  <a:pt x="7310" y="7593"/>
                </a:cubicBezTo>
                <a:lnTo>
                  <a:pt x="5924" y="7593"/>
                </a:lnTo>
                <a:cubicBezTo>
                  <a:pt x="5735" y="7593"/>
                  <a:pt x="5577" y="7467"/>
                  <a:pt x="5577" y="7247"/>
                </a:cubicBezTo>
                <a:cubicBezTo>
                  <a:pt x="5577" y="7058"/>
                  <a:pt x="5735" y="6900"/>
                  <a:pt x="5924" y="6900"/>
                </a:cubicBezTo>
                <a:close/>
                <a:moveTo>
                  <a:pt x="7310" y="8318"/>
                </a:moveTo>
                <a:cubicBezTo>
                  <a:pt x="7499" y="8318"/>
                  <a:pt x="7657" y="8475"/>
                  <a:pt x="7657" y="8664"/>
                </a:cubicBezTo>
                <a:cubicBezTo>
                  <a:pt x="7657" y="8853"/>
                  <a:pt x="7499" y="9011"/>
                  <a:pt x="7310" y="9011"/>
                </a:cubicBezTo>
                <a:lnTo>
                  <a:pt x="1734" y="9011"/>
                </a:lnTo>
                <a:cubicBezTo>
                  <a:pt x="1545" y="9011"/>
                  <a:pt x="1387" y="8853"/>
                  <a:pt x="1387" y="8664"/>
                </a:cubicBezTo>
                <a:cubicBezTo>
                  <a:pt x="1387" y="8475"/>
                  <a:pt x="1545" y="8318"/>
                  <a:pt x="1734" y="8318"/>
                </a:cubicBezTo>
                <a:close/>
                <a:moveTo>
                  <a:pt x="7310" y="9704"/>
                </a:moveTo>
                <a:cubicBezTo>
                  <a:pt x="7499" y="9704"/>
                  <a:pt x="7657" y="9861"/>
                  <a:pt x="7657" y="10050"/>
                </a:cubicBezTo>
                <a:cubicBezTo>
                  <a:pt x="7657" y="10240"/>
                  <a:pt x="7499" y="10397"/>
                  <a:pt x="7310" y="10397"/>
                </a:cubicBezTo>
                <a:lnTo>
                  <a:pt x="1734" y="10397"/>
                </a:lnTo>
                <a:cubicBezTo>
                  <a:pt x="1545" y="10397"/>
                  <a:pt x="1387" y="10240"/>
                  <a:pt x="1387" y="10050"/>
                </a:cubicBezTo>
                <a:cubicBezTo>
                  <a:pt x="1387" y="9861"/>
                  <a:pt x="1545" y="9704"/>
                  <a:pt x="1734" y="9704"/>
                </a:cubicBezTo>
                <a:close/>
                <a:moveTo>
                  <a:pt x="4506" y="0"/>
                </a:moveTo>
                <a:cubicBezTo>
                  <a:pt x="3687" y="0"/>
                  <a:pt x="2962" y="599"/>
                  <a:pt x="2805" y="1387"/>
                </a:cubicBezTo>
                <a:lnTo>
                  <a:pt x="2427" y="1387"/>
                </a:lnTo>
                <a:cubicBezTo>
                  <a:pt x="1986" y="1387"/>
                  <a:pt x="1576" y="1670"/>
                  <a:pt x="1419" y="2080"/>
                </a:cubicBezTo>
                <a:lnTo>
                  <a:pt x="1041" y="2080"/>
                </a:lnTo>
                <a:cubicBezTo>
                  <a:pt x="442" y="2080"/>
                  <a:pt x="1" y="2552"/>
                  <a:pt x="1" y="3119"/>
                </a:cubicBezTo>
                <a:lnTo>
                  <a:pt x="1" y="10807"/>
                </a:lnTo>
                <a:cubicBezTo>
                  <a:pt x="1" y="11342"/>
                  <a:pt x="474" y="11815"/>
                  <a:pt x="1041" y="11815"/>
                </a:cubicBezTo>
                <a:lnTo>
                  <a:pt x="7972" y="11815"/>
                </a:lnTo>
                <a:cubicBezTo>
                  <a:pt x="8570" y="11815"/>
                  <a:pt x="8980" y="11342"/>
                  <a:pt x="8980" y="10807"/>
                </a:cubicBezTo>
                <a:lnTo>
                  <a:pt x="8980" y="3119"/>
                </a:lnTo>
                <a:cubicBezTo>
                  <a:pt x="8980" y="2521"/>
                  <a:pt x="8507" y="2080"/>
                  <a:pt x="7972" y="2080"/>
                </a:cubicBezTo>
                <a:lnTo>
                  <a:pt x="7562" y="2080"/>
                </a:lnTo>
                <a:cubicBezTo>
                  <a:pt x="7405" y="1702"/>
                  <a:pt x="7058" y="1387"/>
                  <a:pt x="6585" y="1387"/>
                </a:cubicBezTo>
                <a:lnTo>
                  <a:pt x="6207" y="1387"/>
                </a:lnTo>
                <a:cubicBezTo>
                  <a:pt x="6050" y="599"/>
                  <a:pt x="532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1" name="Google Shape;5661;p30"/>
          <p:cNvSpPr/>
          <p:nvPr/>
        </p:nvSpPr>
        <p:spPr>
          <a:xfrm>
            <a:off x="5675075" y="3399558"/>
            <a:ext cx="69342" cy="250610"/>
          </a:xfrm>
          <a:custGeom>
            <a:rect b="b" l="l" r="r" t="t"/>
            <a:pathLst>
              <a:path extrusionOk="0" h="7633" w="2112">
                <a:moveTo>
                  <a:pt x="1060" y="0"/>
                </a:moveTo>
                <a:cubicBezTo>
                  <a:pt x="930" y="0"/>
                  <a:pt x="804" y="55"/>
                  <a:pt x="757" y="166"/>
                </a:cubicBezTo>
                <a:lnTo>
                  <a:pt x="32" y="1552"/>
                </a:lnTo>
                <a:cubicBezTo>
                  <a:pt x="0" y="1583"/>
                  <a:pt x="0" y="1678"/>
                  <a:pt x="0" y="1709"/>
                </a:cubicBezTo>
                <a:lnTo>
                  <a:pt x="0" y="7632"/>
                </a:lnTo>
                <a:lnTo>
                  <a:pt x="2080" y="7632"/>
                </a:lnTo>
                <a:lnTo>
                  <a:pt x="2080" y="1709"/>
                </a:lnTo>
                <a:lnTo>
                  <a:pt x="2111" y="1709"/>
                </a:lnTo>
                <a:cubicBezTo>
                  <a:pt x="2111" y="1678"/>
                  <a:pt x="2111" y="1583"/>
                  <a:pt x="2080" y="1552"/>
                </a:cubicBezTo>
                <a:lnTo>
                  <a:pt x="1387" y="166"/>
                </a:lnTo>
                <a:cubicBezTo>
                  <a:pt x="1324" y="55"/>
                  <a:pt x="1190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2" name="Google Shape;5662;p30"/>
          <p:cNvSpPr/>
          <p:nvPr/>
        </p:nvSpPr>
        <p:spPr>
          <a:xfrm>
            <a:off x="5676093" y="3669757"/>
            <a:ext cx="68324" cy="70393"/>
          </a:xfrm>
          <a:custGeom>
            <a:rect b="b" l="l" r="r" t="t"/>
            <a:pathLst>
              <a:path extrusionOk="0" h="2144" w="2081">
                <a:moveTo>
                  <a:pt x="1" y="1"/>
                </a:moveTo>
                <a:lnTo>
                  <a:pt x="1" y="1104"/>
                </a:lnTo>
                <a:lnTo>
                  <a:pt x="64" y="1104"/>
                </a:lnTo>
                <a:cubicBezTo>
                  <a:pt x="64" y="1702"/>
                  <a:pt x="505" y="2143"/>
                  <a:pt x="1072" y="2143"/>
                </a:cubicBezTo>
                <a:cubicBezTo>
                  <a:pt x="1671" y="2143"/>
                  <a:pt x="2080" y="1671"/>
                  <a:pt x="2080" y="1104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3" name="Google Shape;5663;p30"/>
          <p:cNvSpPr/>
          <p:nvPr/>
        </p:nvSpPr>
        <p:spPr>
          <a:xfrm>
            <a:off x="5356501" y="3909936"/>
            <a:ext cx="388967" cy="266633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4" name="Google Shape;5664;p30"/>
          <p:cNvSpPr/>
          <p:nvPr/>
        </p:nvSpPr>
        <p:spPr>
          <a:xfrm>
            <a:off x="7886305" y="2960281"/>
            <a:ext cx="252449" cy="138619"/>
          </a:xfrm>
          <a:custGeom>
            <a:rect b="b" l="l" r="r" t="t"/>
            <a:pathLst>
              <a:path extrusionOk="0" h="4222" w="7689">
                <a:moveTo>
                  <a:pt x="3151" y="0"/>
                </a:moveTo>
                <a:lnTo>
                  <a:pt x="2616" y="1260"/>
                </a:lnTo>
                <a:cubicBezTo>
                  <a:pt x="2584" y="1386"/>
                  <a:pt x="2427" y="1481"/>
                  <a:pt x="2301" y="1481"/>
                </a:cubicBezTo>
                <a:lnTo>
                  <a:pt x="1" y="1481"/>
                </a:lnTo>
                <a:lnTo>
                  <a:pt x="1" y="4222"/>
                </a:lnTo>
                <a:lnTo>
                  <a:pt x="7688" y="4222"/>
                </a:lnTo>
                <a:lnTo>
                  <a:pt x="7688" y="1481"/>
                </a:lnTo>
                <a:lnTo>
                  <a:pt x="5672" y="1481"/>
                </a:lnTo>
                <a:lnTo>
                  <a:pt x="4884" y="3371"/>
                </a:lnTo>
                <a:cubicBezTo>
                  <a:pt x="4827" y="3513"/>
                  <a:pt x="4713" y="3578"/>
                  <a:pt x="4593" y="3578"/>
                </a:cubicBezTo>
                <a:cubicBezTo>
                  <a:pt x="4447" y="3578"/>
                  <a:pt x="4292" y="3481"/>
                  <a:pt x="4223" y="3308"/>
                </a:cubicBezTo>
                <a:lnTo>
                  <a:pt x="31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5" name="Google Shape;5665;p30"/>
          <p:cNvSpPr/>
          <p:nvPr/>
        </p:nvSpPr>
        <p:spPr>
          <a:xfrm>
            <a:off x="7885287" y="2893043"/>
            <a:ext cx="252416" cy="139669"/>
          </a:xfrm>
          <a:custGeom>
            <a:rect b="b" l="l" r="r" t="t"/>
            <a:pathLst>
              <a:path extrusionOk="0" h="4254" w="7688">
                <a:moveTo>
                  <a:pt x="0" y="0"/>
                </a:moveTo>
                <a:lnTo>
                  <a:pt x="0" y="2836"/>
                </a:lnTo>
                <a:lnTo>
                  <a:pt x="2111" y="2836"/>
                </a:lnTo>
                <a:lnTo>
                  <a:pt x="2962" y="945"/>
                </a:lnTo>
                <a:cubicBezTo>
                  <a:pt x="3020" y="800"/>
                  <a:pt x="3138" y="735"/>
                  <a:pt x="3258" y="735"/>
                </a:cubicBezTo>
                <a:cubicBezTo>
                  <a:pt x="3399" y="735"/>
                  <a:pt x="3541" y="824"/>
                  <a:pt x="3592" y="977"/>
                </a:cubicBezTo>
                <a:lnTo>
                  <a:pt x="4632" y="4253"/>
                </a:lnTo>
                <a:lnTo>
                  <a:pt x="5104" y="3056"/>
                </a:lnTo>
                <a:cubicBezTo>
                  <a:pt x="5167" y="2930"/>
                  <a:pt x="5325" y="2836"/>
                  <a:pt x="5419" y="2836"/>
                </a:cubicBezTo>
                <a:lnTo>
                  <a:pt x="7688" y="2836"/>
                </a:lnTo>
                <a:lnTo>
                  <a:pt x="768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6" name="Google Shape;5666;p30"/>
          <p:cNvSpPr/>
          <p:nvPr/>
        </p:nvSpPr>
        <p:spPr>
          <a:xfrm>
            <a:off x="7817032" y="2824787"/>
            <a:ext cx="388934" cy="388934"/>
          </a:xfrm>
          <a:custGeom>
            <a:rect b="b" l="l" r="r" t="t"/>
            <a:pathLst>
              <a:path extrusionOk="0" h="11846" w="11846">
                <a:moveTo>
                  <a:pt x="10113" y="1386"/>
                </a:moveTo>
                <a:cubicBezTo>
                  <a:pt x="10302" y="1386"/>
                  <a:pt x="10460" y="1544"/>
                  <a:pt x="10460" y="1733"/>
                </a:cubicBezTo>
                <a:lnTo>
                  <a:pt x="10460" y="8758"/>
                </a:lnTo>
                <a:cubicBezTo>
                  <a:pt x="10460" y="8947"/>
                  <a:pt x="10302" y="9105"/>
                  <a:pt x="10113" y="9105"/>
                </a:cubicBezTo>
                <a:lnTo>
                  <a:pt x="1733" y="9105"/>
                </a:lnTo>
                <a:cubicBezTo>
                  <a:pt x="1512" y="9105"/>
                  <a:pt x="1355" y="8947"/>
                  <a:pt x="1355" y="8758"/>
                </a:cubicBezTo>
                <a:lnTo>
                  <a:pt x="1355" y="1733"/>
                </a:lnTo>
                <a:cubicBezTo>
                  <a:pt x="1355" y="1544"/>
                  <a:pt x="1512" y="1386"/>
                  <a:pt x="1733" y="1386"/>
                </a:cubicBezTo>
                <a:close/>
                <a:moveTo>
                  <a:pt x="2426" y="9767"/>
                </a:moveTo>
                <a:cubicBezTo>
                  <a:pt x="2615" y="9767"/>
                  <a:pt x="2804" y="9924"/>
                  <a:pt x="2804" y="10113"/>
                </a:cubicBezTo>
                <a:cubicBezTo>
                  <a:pt x="2804" y="10334"/>
                  <a:pt x="2615" y="10491"/>
                  <a:pt x="2426" y="10491"/>
                </a:cubicBezTo>
                <a:cubicBezTo>
                  <a:pt x="2237" y="10491"/>
                  <a:pt x="2079" y="10334"/>
                  <a:pt x="2079" y="10113"/>
                </a:cubicBezTo>
                <a:cubicBezTo>
                  <a:pt x="2079" y="9924"/>
                  <a:pt x="2237" y="9767"/>
                  <a:pt x="2426" y="9767"/>
                </a:cubicBezTo>
                <a:close/>
                <a:moveTo>
                  <a:pt x="3844" y="9767"/>
                </a:moveTo>
                <a:cubicBezTo>
                  <a:pt x="4033" y="9767"/>
                  <a:pt x="4190" y="9924"/>
                  <a:pt x="4190" y="10113"/>
                </a:cubicBezTo>
                <a:cubicBezTo>
                  <a:pt x="4190" y="10334"/>
                  <a:pt x="4001" y="10491"/>
                  <a:pt x="3844" y="10491"/>
                </a:cubicBezTo>
                <a:cubicBezTo>
                  <a:pt x="3655" y="10491"/>
                  <a:pt x="3497" y="10334"/>
                  <a:pt x="3497" y="10113"/>
                </a:cubicBezTo>
                <a:cubicBezTo>
                  <a:pt x="3497" y="9924"/>
                  <a:pt x="3655" y="9767"/>
                  <a:pt x="3844" y="9767"/>
                </a:cubicBezTo>
                <a:close/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10113"/>
                </a:lnTo>
                <a:cubicBezTo>
                  <a:pt x="0" y="11058"/>
                  <a:pt x="788" y="11846"/>
                  <a:pt x="1733" y="11846"/>
                </a:cubicBezTo>
                <a:lnTo>
                  <a:pt x="10113" y="11846"/>
                </a:lnTo>
                <a:cubicBezTo>
                  <a:pt x="11058" y="11846"/>
                  <a:pt x="11846" y="11058"/>
                  <a:pt x="11846" y="10113"/>
                </a:cubicBezTo>
                <a:lnTo>
                  <a:pt x="11846" y="1733"/>
                </a:lnTo>
                <a:cubicBezTo>
                  <a:pt x="11846" y="788"/>
                  <a:pt x="11058" y="0"/>
                  <a:pt x="101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7" name="Google Shape;5667;p30"/>
          <p:cNvSpPr/>
          <p:nvPr/>
        </p:nvSpPr>
        <p:spPr>
          <a:xfrm>
            <a:off x="7863531" y="3353194"/>
            <a:ext cx="296904" cy="387949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8" name="Google Shape;5668;p30"/>
          <p:cNvSpPr/>
          <p:nvPr/>
        </p:nvSpPr>
        <p:spPr>
          <a:xfrm>
            <a:off x="7999587" y="3941925"/>
            <a:ext cx="23836" cy="22786"/>
          </a:xfrm>
          <a:custGeom>
            <a:rect b="b" l="l" r="r" t="t"/>
            <a:pathLst>
              <a:path extrusionOk="0" h="694" w="726">
                <a:moveTo>
                  <a:pt x="0" y="0"/>
                </a:moveTo>
                <a:lnTo>
                  <a:pt x="0" y="694"/>
                </a:lnTo>
                <a:lnTo>
                  <a:pt x="725" y="694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9" name="Google Shape;5669;p30"/>
          <p:cNvSpPr/>
          <p:nvPr/>
        </p:nvSpPr>
        <p:spPr>
          <a:xfrm>
            <a:off x="7999587" y="3986411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0" name="Google Shape;5670;p30"/>
          <p:cNvSpPr/>
          <p:nvPr/>
        </p:nvSpPr>
        <p:spPr>
          <a:xfrm>
            <a:off x="7999587" y="4078469"/>
            <a:ext cx="23836" cy="45539"/>
          </a:xfrm>
          <a:custGeom>
            <a:rect b="b" l="l" r="r" t="t"/>
            <a:pathLst>
              <a:path extrusionOk="0" h="1387" w="726">
                <a:moveTo>
                  <a:pt x="0" y="0"/>
                </a:moveTo>
                <a:lnTo>
                  <a:pt x="0" y="1040"/>
                </a:lnTo>
                <a:cubicBezTo>
                  <a:pt x="0" y="1229"/>
                  <a:pt x="158" y="1386"/>
                  <a:pt x="379" y="1386"/>
                </a:cubicBezTo>
                <a:cubicBezTo>
                  <a:pt x="568" y="1386"/>
                  <a:pt x="725" y="1229"/>
                  <a:pt x="725" y="1040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1" name="Google Shape;5671;p30"/>
          <p:cNvSpPr/>
          <p:nvPr/>
        </p:nvSpPr>
        <p:spPr>
          <a:xfrm>
            <a:off x="8046142" y="3918122"/>
            <a:ext cx="69309" cy="35229"/>
          </a:xfrm>
          <a:custGeom>
            <a:rect b="b" l="l" r="r" t="t"/>
            <a:pathLst>
              <a:path extrusionOk="0" h="1073" w="2111">
                <a:moveTo>
                  <a:pt x="0" y="1"/>
                </a:moveTo>
                <a:lnTo>
                  <a:pt x="0" y="725"/>
                </a:lnTo>
                <a:lnTo>
                  <a:pt x="1040" y="725"/>
                </a:lnTo>
                <a:cubicBezTo>
                  <a:pt x="1386" y="725"/>
                  <a:pt x="1701" y="883"/>
                  <a:pt x="1985" y="1072"/>
                </a:cubicBezTo>
                <a:cubicBezTo>
                  <a:pt x="2048" y="946"/>
                  <a:pt x="2111" y="851"/>
                  <a:pt x="2111" y="725"/>
                </a:cubicBezTo>
                <a:cubicBezTo>
                  <a:pt x="2111" y="316"/>
                  <a:pt x="1764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2" name="Google Shape;5672;p30"/>
          <p:cNvSpPr/>
          <p:nvPr/>
        </p:nvSpPr>
        <p:spPr>
          <a:xfrm>
            <a:off x="7999587" y="3895371"/>
            <a:ext cx="23836" cy="22786"/>
          </a:xfrm>
          <a:custGeom>
            <a:rect b="b" l="l" r="r" t="t"/>
            <a:pathLst>
              <a:path extrusionOk="0" h="694" w="726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694"/>
                </a:lnTo>
                <a:lnTo>
                  <a:pt x="725" y="694"/>
                </a:lnTo>
                <a:lnTo>
                  <a:pt x="725" y="347"/>
                </a:ln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3" name="Google Shape;5673;p30"/>
          <p:cNvSpPr/>
          <p:nvPr/>
        </p:nvSpPr>
        <p:spPr>
          <a:xfrm>
            <a:off x="7999587" y="4031915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4" name="Google Shape;5674;p30"/>
          <p:cNvSpPr/>
          <p:nvPr/>
        </p:nvSpPr>
        <p:spPr>
          <a:xfrm>
            <a:off x="7817540" y="3848849"/>
            <a:ext cx="387916" cy="388934"/>
          </a:xfrm>
          <a:custGeom>
            <a:rect b="b" l="l" r="r" t="t"/>
            <a:pathLst>
              <a:path extrusionOk="0" h="11846" w="11815">
                <a:moveTo>
                  <a:pt x="5892" y="725"/>
                </a:moveTo>
                <a:cubicBezTo>
                  <a:pt x="6333" y="725"/>
                  <a:pt x="6743" y="1008"/>
                  <a:pt x="6900" y="1449"/>
                </a:cubicBezTo>
                <a:lnTo>
                  <a:pt x="8349" y="1449"/>
                </a:lnTo>
                <a:cubicBezTo>
                  <a:pt x="9106" y="1449"/>
                  <a:pt x="9736" y="2079"/>
                  <a:pt x="9736" y="2835"/>
                </a:cubicBezTo>
                <a:cubicBezTo>
                  <a:pt x="9736" y="3214"/>
                  <a:pt x="9578" y="3529"/>
                  <a:pt x="9295" y="3812"/>
                </a:cubicBezTo>
                <a:cubicBezTo>
                  <a:pt x="9326" y="3938"/>
                  <a:pt x="9358" y="4096"/>
                  <a:pt x="9358" y="4190"/>
                </a:cubicBezTo>
                <a:cubicBezTo>
                  <a:pt x="9358" y="4600"/>
                  <a:pt x="9200" y="4915"/>
                  <a:pt x="8948" y="5198"/>
                </a:cubicBezTo>
                <a:cubicBezTo>
                  <a:pt x="8980" y="5324"/>
                  <a:pt x="9011" y="5450"/>
                  <a:pt x="9011" y="5576"/>
                </a:cubicBezTo>
                <a:cubicBezTo>
                  <a:pt x="9011" y="6333"/>
                  <a:pt x="8381" y="6963"/>
                  <a:pt x="7625" y="6963"/>
                </a:cubicBezTo>
                <a:cubicBezTo>
                  <a:pt x="7436" y="6963"/>
                  <a:pt x="7278" y="6805"/>
                  <a:pt x="7278" y="6616"/>
                </a:cubicBezTo>
                <a:cubicBezTo>
                  <a:pt x="7278" y="6427"/>
                  <a:pt x="7436" y="6269"/>
                  <a:pt x="7625" y="6269"/>
                </a:cubicBezTo>
                <a:cubicBezTo>
                  <a:pt x="8034" y="6269"/>
                  <a:pt x="8349" y="5954"/>
                  <a:pt x="8349" y="5545"/>
                </a:cubicBezTo>
                <a:cubicBezTo>
                  <a:pt x="8349" y="5167"/>
                  <a:pt x="8034" y="4852"/>
                  <a:pt x="7625" y="4852"/>
                </a:cubicBezTo>
                <a:lnTo>
                  <a:pt x="6932" y="4852"/>
                </a:lnTo>
                <a:lnTo>
                  <a:pt x="6932" y="7593"/>
                </a:lnTo>
                <a:lnTo>
                  <a:pt x="7940" y="7593"/>
                </a:lnTo>
                <a:cubicBezTo>
                  <a:pt x="8538" y="7593"/>
                  <a:pt x="8980" y="8065"/>
                  <a:pt x="8980" y="8632"/>
                </a:cubicBezTo>
                <a:cubicBezTo>
                  <a:pt x="8980" y="9105"/>
                  <a:pt x="8664" y="9514"/>
                  <a:pt x="8192" y="9609"/>
                </a:cubicBezTo>
                <a:cubicBezTo>
                  <a:pt x="7562" y="9767"/>
                  <a:pt x="7058" y="10145"/>
                  <a:pt x="6680" y="10586"/>
                </a:cubicBezTo>
                <a:cubicBezTo>
                  <a:pt x="6459" y="10869"/>
                  <a:pt x="6176" y="11027"/>
                  <a:pt x="5861" y="11027"/>
                </a:cubicBezTo>
                <a:cubicBezTo>
                  <a:pt x="5545" y="11027"/>
                  <a:pt x="5230" y="10869"/>
                  <a:pt x="5041" y="10586"/>
                </a:cubicBezTo>
                <a:cubicBezTo>
                  <a:pt x="4695" y="10113"/>
                  <a:pt x="4128" y="9767"/>
                  <a:pt x="3529" y="9609"/>
                </a:cubicBezTo>
                <a:cubicBezTo>
                  <a:pt x="3057" y="9483"/>
                  <a:pt x="2742" y="9042"/>
                  <a:pt x="2742" y="8569"/>
                </a:cubicBezTo>
                <a:cubicBezTo>
                  <a:pt x="2742" y="8002"/>
                  <a:pt x="3214" y="7561"/>
                  <a:pt x="3781" y="7561"/>
                </a:cubicBezTo>
                <a:lnTo>
                  <a:pt x="4789" y="7561"/>
                </a:lnTo>
                <a:lnTo>
                  <a:pt x="4789" y="4789"/>
                </a:lnTo>
                <a:lnTo>
                  <a:pt x="4096" y="4789"/>
                </a:lnTo>
                <a:cubicBezTo>
                  <a:pt x="3687" y="4789"/>
                  <a:pt x="3372" y="5104"/>
                  <a:pt x="3372" y="5513"/>
                </a:cubicBezTo>
                <a:cubicBezTo>
                  <a:pt x="3372" y="5891"/>
                  <a:pt x="3687" y="6206"/>
                  <a:pt x="4096" y="6206"/>
                </a:cubicBezTo>
                <a:cubicBezTo>
                  <a:pt x="4285" y="6206"/>
                  <a:pt x="4443" y="6364"/>
                  <a:pt x="4443" y="6553"/>
                </a:cubicBezTo>
                <a:cubicBezTo>
                  <a:pt x="4443" y="6774"/>
                  <a:pt x="4285" y="6931"/>
                  <a:pt x="4096" y="6931"/>
                </a:cubicBezTo>
                <a:cubicBezTo>
                  <a:pt x="3340" y="6931"/>
                  <a:pt x="2710" y="6301"/>
                  <a:pt x="2710" y="5545"/>
                </a:cubicBezTo>
                <a:cubicBezTo>
                  <a:pt x="2710" y="5387"/>
                  <a:pt x="2742" y="5261"/>
                  <a:pt x="2805" y="5135"/>
                </a:cubicBezTo>
                <a:cubicBezTo>
                  <a:pt x="2521" y="4883"/>
                  <a:pt x="2363" y="4568"/>
                  <a:pt x="2363" y="4159"/>
                </a:cubicBezTo>
                <a:cubicBezTo>
                  <a:pt x="2363" y="4001"/>
                  <a:pt x="2395" y="3875"/>
                  <a:pt x="2426" y="3781"/>
                </a:cubicBezTo>
                <a:cubicBezTo>
                  <a:pt x="2174" y="3497"/>
                  <a:pt x="2017" y="3182"/>
                  <a:pt x="2017" y="2772"/>
                </a:cubicBezTo>
                <a:cubicBezTo>
                  <a:pt x="2080" y="2048"/>
                  <a:pt x="2710" y="1449"/>
                  <a:pt x="3466" y="1449"/>
                </a:cubicBezTo>
                <a:lnTo>
                  <a:pt x="4915" y="1449"/>
                </a:lnTo>
                <a:cubicBezTo>
                  <a:pt x="5073" y="1040"/>
                  <a:pt x="5419" y="725"/>
                  <a:pt x="5892" y="725"/>
                </a:cubicBezTo>
                <a:close/>
                <a:moveTo>
                  <a:pt x="1009" y="0"/>
                </a:moveTo>
                <a:cubicBezTo>
                  <a:pt x="473" y="32"/>
                  <a:pt x="1" y="504"/>
                  <a:pt x="1" y="1040"/>
                </a:cubicBezTo>
                <a:lnTo>
                  <a:pt x="1" y="10838"/>
                </a:lnTo>
                <a:cubicBezTo>
                  <a:pt x="1" y="11405"/>
                  <a:pt x="473" y="11846"/>
                  <a:pt x="1009" y="11846"/>
                </a:cubicBezTo>
                <a:lnTo>
                  <a:pt x="10807" y="11846"/>
                </a:lnTo>
                <a:cubicBezTo>
                  <a:pt x="11374" y="11846"/>
                  <a:pt x="11815" y="11373"/>
                  <a:pt x="11815" y="10775"/>
                </a:cubicBezTo>
                <a:lnTo>
                  <a:pt x="11815" y="1071"/>
                </a:lnTo>
                <a:cubicBezTo>
                  <a:pt x="11815" y="504"/>
                  <a:pt x="11342" y="32"/>
                  <a:pt x="10807" y="32"/>
                </a:cubicBezTo>
                <a:lnTo>
                  <a:pt x="100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5" name="Google Shape;5675;p30"/>
          <p:cNvSpPr/>
          <p:nvPr/>
        </p:nvSpPr>
        <p:spPr>
          <a:xfrm>
            <a:off x="8046142" y="3963659"/>
            <a:ext cx="56899" cy="35196"/>
          </a:xfrm>
          <a:custGeom>
            <a:rect b="b" l="l" r="r" t="t"/>
            <a:pathLst>
              <a:path extrusionOk="0" h="1072" w="1733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cubicBezTo>
                  <a:pt x="748" y="722"/>
                  <a:pt x="772" y="721"/>
                  <a:pt x="795" y="721"/>
                </a:cubicBezTo>
                <a:cubicBezTo>
                  <a:pt x="1086" y="721"/>
                  <a:pt x="1374" y="896"/>
                  <a:pt x="1607" y="1071"/>
                </a:cubicBezTo>
                <a:cubicBezTo>
                  <a:pt x="1701" y="945"/>
                  <a:pt x="1733" y="819"/>
                  <a:pt x="1733" y="725"/>
                </a:cubicBezTo>
                <a:cubicBezTo>
                  <a:pt x="1733" y="315"/>
                  <a:pt x="141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6" name="Google Shape;5676;p30"/>
          <p:cNvSpPr/>
          <p:nvPr/>
        </p:nvSpPr>
        <p:spPr>
          <a:xfrm>
            <a:off x="7931332" y="4123973"/>
            <a:ext cx="159303" cy="68292"/>
          </a:xfrm>
          <a:custGeom>
            <a:rect b="b" l="l" r="r" t="t"/>
            <a:pathLst>
              <a:path extrusionOk="0" h="2080" w="4852">
                <a:moveTo>
                  <a:pt x="315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662"/>
                  <a:pt x="284" y="693"/>
                </a:cubicBezTo>
                <a:cubicBezTo>
                  <a:pt x="1008" y="914"/>
                  <a:pt x="1701" y="1355"/>
                  <a:pt x="2174" y="1922"/>
                </a:cubicBezTo>
                <a:cubicBezTo>
                  <a:pt x="2205" y="2017"/>
                  <a:pt x="2269" y="2080"/>
                  <a:pt x="2426" y="2080"/>
                </a:cubicBezTo>
                <a:cubicBezTo>
                  <a:pt x="2584" y="2080"/>
                  <a:pt x="2678" y="2017"/>
                  <a:pt x="2710" y="1922"/>
                </a:cubicBezTo>
                <a:cubicBezTo>
                  <a:pt x="3151" y="1355"/>
                  <a:pt x="3812" y="882"/>
                  <a:pt x="4568" y="662"/>
                </a:cubicBezTo>
                <a:cubicBezTo>
                  <a:pt x="4726" y="630"/>
                  <a:pt x="4852" y="504"/>
                  <a:pt x="4852" y="347"/>
                </a:cubicBezTo>
                <a:cubicBezTo>
                  <a:pt x="4852" y="158"/>
                  <a:pt x="4694" y="0"/>
                  <a:pt x="4474" y="0"/>
                </a:cubicBezTo>
                <a:lnTo>
                  <a:pt x="3371" y="0"/>
                </a:lnTo>
                <a:cubicBezTo>
                  <a:pt x="3214" y="410"/>
                  <a:pt x="2867" y="725"/>
                  <a:pt x="2395" y="725"/>
                </a:cubicBezTo>
                <a:cubicBezTo>
                  <a:pt x="1922" y="725"/>
                  <a:pt x="1575" y="441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7" name="Google Shape;5677;p30"/>
          <p:cNvSpPr/>
          <p:nvPr/>
        </p:nvSpPr>
        <p:spPr>
          <a:xfrm>
            <a:off x="7907529" y="3918122"/>
            <a:ext cx="69342" cy="35229"/>
          </a:xfrm>
          <a:custGeom>
            <a:rect b="b" l="l" r="r" t="t"/>
            <a:pathLst>
              <a:path extrusionOk="0" h="1073" w="2112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851"/>
                  <a:pt x="64" y="978"/>
                  <a:pt x="127" y="1072"/>
                </a:cubicBezTo>
                <a:cubicBezTo>
                  <a:pt x="410" y="883"/>
                  <a:pt x="725" y="725"/>
                  <a:pt x="1072" y="725"/>
                </a:cubicBezTo>
                <a:lnTo>
                  <a:pt x="2111" y="725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8" name="Google Shape;5678;p30"/>
          <p:cNvSpPr/>
          <p:nvPr/>
        </p:nvSpPr>
        <p:spPr>
          <a:xfrm>
            <a:off x="7920990" y="3964677"/>
            <a:ext cx="57949" cy="35196"/>
          </a:xfrm>
          <a:custGeom>
            <a:rect b="b" l="l" r="r" t="t"/>
            <a:pathLst>
              <a:path extrusionOk="0" h="1072" w="1765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851"/>
                  <a:pt x="32" y="1009"/>
                  <a:pt x="126" y="1072"/>
                </a:cubicBezTo>
                <a:cubicBezTo>
                  <a:pt x="347" y="820"/>
                  <a:pt x="693" y="725"/>
                  <a:pt x="1071" y="725"/>
                </a:cubicBezTo>
                <a:lnTo>
                  <a:pt x="1764" y="725"/>
                </a:lnTo>
                <a:lnTo>
                  <a:pt x="176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9" name="Google Shape;5679;p30"/>
          <p:cNvSpPr/>
          <p:nvPr/>
        </p:nvSpPr>
        <p:spPr>
          <a:xfrm>
            <a:off x="6799252" y="4334842"/>
            <a:ext cx="390017" cy="389984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0" name="Google Shape;5680;p30"/>
          <p:cNvSpPr txBox="1"/>
          <p:nvPr/>
        </p:nvSpPr>
        <p:spPr>
          <a:xfrm>
            <a:off x="444156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Educational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681" name="Google Shape;5681;p30"/>
          <p:cNvSpPr txBox="1"/>
          <p:nvPr/>
        </p:nvSpPr>
        <p:spPr>
          <a:xfrm>
            <a:off x="4863207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Medical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85" name="Shape 5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6" name="Google Shape;5686;p31"/>
          <p:cNvSpPr/>
          <p:nvPr/>
        </p:nvSpPr>
        <p:spPr>
          <a:xfrm>
            <a:off x="670325" y="1260428"/>
            <a:ext cx="66152" cy="261444"/>
          </a:xfrm>
          <a:custGeom>
            <a:rect b="b" l="l" r="r" t="t"/>
            <a:pathLst>
              <a:path extrusionOk="0" h="8098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8097"/>
                </a:lnTo>
                <a:cubicBezTo>
                  <a:pt x="348" y="7782"/>
                  <a:pt x="820" y="7562"/>
                  <a:pt x="1387" y="7562"/>
                </a:cubicBezTo>
                <a:lnTo>
                  <a:pt x="2049" y="7562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7" name="Google Shape;5687;p31"/>
          <p:cNvSpPr/>
          <p:nvPr/>
        </p:nvSpPr>
        <p:spPr>
          <a:xfrm>
            <a:off x="670325" y="1525910"/>
            <a:ext cx="313326" cy="88525"/>
          </a:xfrm>
          <a:custGeom>
            <a:rect b="b" l="l" r="r" t="t"/>
            <a:pathLst>
              <a:path extrusionOk="0" h="2742" w="9705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00" y="2741"/>
                  <a:pt x="1356" y="2741"/>
                </a:cubicBezTo>
                <a:lnTo>
                  <a:pt x="4758" y="2741"/>
                </a:lnTo>
                <a:lnTo>
                  <a:pt x="4758" y="1733"/>
                </a:lnTo>
                <a:lnTo>
                  <a:pt x="1702" y="1733"/>
                </a:lnTo>
                <a:cubicBezTo>
                  <a:pt x="1513" y="1733"/>
                  <a:pt x="1356" y="1575"/>
                  <a:pt x="1356" y="1355"/>
                </a:cubicBezTo>
                <a:cubicBezTo>
                  <a:pt x="1356" y="1166"/>
                  <a:pt x="1513" y="1008"/>
                  <a:pt x="1702" y="1008"/>
                </a:cubicBezTo>
                <a:lnTo>
                  <a:pt x="9232" y="1008"/>
                </a:lnTo>
                <a:cubicBezTo>
                  <a:pt x="9263" y="851"/>
                  <a:pt x="9326" y="662"/>
                  <a:pt x="9452" y="536"/>
                </a:cubicBezTo>
                <a:cubicBezTo>
                  <a:pt x="9704" y="221"/>
                  <a:pt x="9484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8" name="Google Shape;5688;p31"/>
          <p:cNvSpPr/>
          <p:nvPr/>
        </p:nvSpPr>
        <p:spPr>
          <a:xfrm>
            <a:off x="912432" y="1581827"/>
            <a:ext cx="71221" cy="32608"/>
          </a:xfrm>
          <a:custGeom>
            <a:rect b="b" l="l" r="r" t="t"/>
            <a:pathLst>
              <a:path extrusionOk="0" h="1010" w="2206">
                <a:moveTo>
                  <a:pt x="0" y="1"/>
                </a:moveTo>
                <a:lnTo>
                  <a:pt x="0" y="1009"/>
                </a:lnTo>
                <a:lnTo>
                  <a:pt x="1670" y="1009"/>
                </a:lnTo>
                <a:cubicBezTo>
                  <a:pt x="1953" y="1009"/>
                  <a:pt x="2205" y="788"/>
                  <a:pt x="1953" y="505"/>
                </a:cubicBezTo>
                <a:cubicBezTo>
                  <a:pt x="1827" y="347"/>
                  <a:pt x="1764" y="190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9" name="Google Shape;5689;p31"/>
          <p:cNvSpPr/>
          <p:nvPr/>
        </p:nvSpPr>
        <p:spPr>
          <a:xfrm>
            <a:off x="813769" y="1393669"/>
            <a:ext cx="108865" cy="44779"/>
          </a:xfrm>
          <a:custGeom>
            <a:rect b="b" l="l" r="r" t="t"/>
            <a:pathLst>
              <a:path extrusionOk="0" h="1387" w="3372">
                <a:moveTo>
                  <a:pt x="1701" y="0"/>
                </a:moveTo>
                <a:cubicBezTo>
                  <a:pt x="882" y="0"/>
                  <a:pt x="221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521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0" name="Google Shape;5690;p31"/>
          <p:cNvSpPr/>
          <p:nvPr/>
        </p:nvSpPr>
        <p:spPr>
          <a:xfrm>
            <a:off x="847313" y="1327549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316" y="1"/>
                  <a:pt x="1" y="284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cubicBezTo>
                  <a:pt x="1040" y="1324"/>
                  <a:pt x="1324" y="1040"/>
                  <a:pt x="1324" y="662"/>
                </a:cubicBezTo>
                <a:cubicBezTo>
                  <a:pt x="1324" y="284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1" name="Google Shape;5691;p31"/>
          <p:cNvSpPr/>
          <p:nvPr/>
        </p:nvSpPr>
        <p:spPr>
          <a:xfrm>
            <a:off x="757818" y="1260428"/>
            <a:ext cx="221766" cy="244139"/>
          </a:xfrm>
          <a:custGeom>
            <a:rect b="b" l="l" r="r" t="t"/>
            <a:pathLst>
              <a:path extrusionOk="0" h="7562" w="6869">
                <a:moveTo>
                  <a:pt x="3434" y="1355"/>
                </a:moveTo>
                <a:cubicBezTo>
                  <a:pt x="4191" y="1355"/>
                  <a:pt x="4821" y="1985"/>
                  <a:pt x="4821" y="2741"/>
                </a:cubicBezTo>
                <a:cubicBezTo>
                  <a:pt x="4821" y="3088"/>
                  <a:pt x="4663" y="3403"/>
                  <a:pt x="4474" y="3655"/>
                </a:cubicBezTo>
                <a:cubicBezTo>
                  <a:pt x="5293" y="4033"/>
                  <a:pt x="5829" y="4852"/>
                  <a:pt x="5829" y="5829"/>
                </a:cubicBezTo>
                <a:cubicBezTo>
                  <a:pt x="5829" y="6018"/>
                  <a:pt x="5671" y="6175"/>
                  <a:pt x="5482" y="6175"/>
                </a:cubicBezTo>
                <a:lnTo>
                  <a:pt x="1387" y="6175"/>
                </a:lnTo>
                <a:cubicBezTo>
                  <a:pt x="1198" y="6175"/>
                  <a:pt x="1040" y="6018"/>
                  <a:pt x="1040" y="5829"/>
                </a:cubicBezTo>
                <a:cubicBezTo>
                  <a:pt x="1040" y="4852"/>
                  <a:pt x="1576" y="4033"/>
                  <a:pt x="2426" y="3655"/>
                </a:cubicBezTo>
                <a:cubicBezTo>
                  <a:pt x="2174" y="3403"/>
                  <a:pt x="2048" y="3088"/>
                  <a:pt x="2048" y="2741"/>
                </a:cubicBezTo>
                <a:cubicBezTo>
                  <a:pt x="2048" y="1985"/>
                  <a:pt x="2678" y="1355"/>
                  <a:pt x="3434" y="1355"/>
                </a:cubicBezTo>
                <a:close/>
                <a:moveTo>
                  <a:pt x="0" y="0"/>
                </a:moveTo>
                <a:lnTo>
                  <a:pt x="0" y="7562"/>
                </a:lnTo>
                <a:lnTo>
                  <a:pt x="6868" y="7562"/>
                </a:lnTo>
                <a:lnTo>
                  <a:pt x="6868" y="1009"/>
                </a:lnTo>
                <a:cubicBezTo>
                  <a:pt x="6868" y="473"/>
                  <a:pt x="6396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2" name="Google Shape;5692;p31"/>
          <p:cNvSpPr/>
          <p:nvPr/>
        </p:nvSpPr>
        <p:spPr>
          <a:xfrm>
            <a:off x="847313" y="1581827"/>
            <a:ext cx="44779" cy="54981"/>
          </a:xfrm>
          <a:custGeom>
            <a:rect b="b" l="l" r="r" t="t"/>
            <a:pathLst>
              <a:path extrusionOk="0" h="1703" w="1387">
                <a:moveTo>
                  <a:pt x="1" y="1"/>
                </a:moveTo>
                <a:lnTo>
                  <a:pt x="1" y="1702"/>
                </a:lnTo>
                <a:lnTo>
                  <a:pt x="505" y="1387"/>
                </a:lnTo>
                <a:cubicBezTo>
                  <a:pt x="536" y="1324"/>
                  <a:pt x="631" y="1324"/>
                  <a:pt x="694" y="1324"/>
                </a:cubicBezTo>
                <a:cubicBezTo>
                  <a:pt x="711" y="1316"/>
                  <a:pt x="725" y="1312"/>
                  <a:pt x="739" y="1312"/>
                </a:cubicBezTo>
                <a:cubicBezTo>
                  <a:pt x="776" y="1312"/>
                  <a:pt x="805" y="1341"/>
                  <a:pt x="851" y="1387"/>
                </a:cubicBezTo>
                <a:lnTo>
                  <a:pt x="1387" y="1702"/>
                </a:ln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3" name="Google Shape;5693;p31"/>
          <p:cNvSpPr/>
          <p:nvPr/>
        </p:nvSpPr>
        <p:spPr>
          <a:xfrm>
            <a:off x="725259" y="1796074"/>
            <a:ext cx="200425" cy="184121"/>
          </a:xfrm>
          <a:custGeom>
            <a:rect b="b" l="l" r="r" t="t"/>
            <a:pathLst>
              <a:path extrusionOk="0" h="5703" w="6208">
                <a:moveTo>
                  <a:pt x="3088" y="693"/>
                </a:moveTo>
                <a:cubicBezTo>
                  <a:pt x="3655" y="693"/>
                  <a:pt x="4128" y="1166"/>
                  <a:pt x="4128" y="1733"/>
                </a:cubicBezTo>
                <a:cubicBezTo>
                  <a:pt x="4128" y="2174"/>
                  <a:pt x="3844" y="2552"/>
                  <a:pt x="3466" y="2710"/>
                </a:cubicBezTo>
                <a:lnTo>
                  <a:pt x="3466" y="3119"/>
                </a:lnTo>
                <a:cubicBezTo>
                  <a:pt x="3466" y="3308"/>
                  <a:pt x="3309" y="3466"/>
                  <a:pt x="3088" y="3466"/>
                </a:cubicBezTo>
                <a:cubicBezTo>
                  <a:pt x="2899" y="3466"/>
                  <a:pt x="2742" y="3308"/>
                  <a:pt x="2742" y="3119"/>
                </a:cubicBezTo>
                <a:lnTo>
                  <a:pt x="2742" y="2710"/>
                </a:lnTo>
                <a:cubicBezTo>
                  <a:pt x="2742" y="2426"/>
                  <a:pt x="2931" y="2174"/>
                  <a:pt x="3214" y="2080"/>
                </a:cubicBezTo>
                <a:cubicBezTo>
                  <a:pt x="3340" y="2048"/>
                  <a:pt x="3466" y="1891"/>
                  <a:pt x="3466" y="1765"/>
                </a:cubicBezTo>
                <a:cubicBezTo>
                  <a:pt x="3466" y="1576"/>
                  <a:pt x="3309" y="1418"/>
                  <a:pt x="3088" y="1418"/>
                </a:cubicBezTo>
                <a:cubicBezTo>
                  <a:pt x="2899" y="1418"/>
                  <a:pt x="2742" y="1576"/>
                  <a:pt x="2742" y="1765"/>
                </a:cubicBezTo>
                <a:cubicBezTo>
                  <a:pt x="2742" y="1954"/>
                  <a:pt x="2584" y="2111"/>
                  <a:pt x="2395" y="2111"/>
                </a:cubicBezTo>
                <a:cubicBezTo>
                  <a:pt x="2206" y="2111"/>
                  <a:pt x="2049" y="1954"/>
                  <a:pt x="2049" y="1765"/>
                </a:cubicBezTo>
                <a:cubicBezTo>
                  <a:pt x="2080" y="1166"/>
                  <a:pt x="2553" y="693"/>
                  <a:pt x="3088" y="693"/>
                </a:cubicBezTo>
                <a:close/>
                <a:moveTo>
                  <a:pt x="3088" y="3781"/>
                </a:moveTo>
                <a:cubicBezTo>
                  <a:pt x="3309" y="3781"/>
                  <a:pt x="3466" y="3938"/>
                  <a:pt x="3466" y="4127"/>
                </a:cubicBezTo>
                <a:cubicBezTo>
                  <a:pt x="3466" y="4317"/>
                  <a:pt x="3309" y="4474"/>
                  <a:pt x="3088" y="4474"/>
                </a:cubicBezTo>
                <a:cubicBezTo>
                  <a:pt x="2899" y="4474"/>
                  <a:pt x="2742" y="4317"/>
                  <a:pt x="2742" y="4127"/>
                </a:cubicBezTo>
                <a:cubicBezTo>
                  <a:pt x="2742" y="3938"/>
                  <a:pt x="2899" y="3781"/>
                  <a:pt x="3088" y="3781"/>
                </a:cubicBezTo>
                <a:close/>
                <a:moveTo>
                  <a:pt x="347" y="0"/>
                </a:moveTo>
                <a:cubicBezTo>
                  <a:pt x="158" y="32"/>
                  <a:pt x="1" y="189"/>
                  <a:pt x="1" y="347"/>
                </a:cubicBezTo>
                <a:lnTo>
                  <a:pt x="1" y="5010"/>
                </a:lnTo>
                <a:lnTo>
                  <a:pt x="694" y="5703"/>
                </a:lnTo>
                <a:cubicBezTo>
                  <a:pt x="1371" y="5088"/>
                  <a:pt x="2238" y="4781"/>
                  <a:pt x="3104" y="4781"/>
                </a:cubicBezTo>
                <a:cubicBezTo>
                  <a:pt x="3970" y="4781"/>
                  <a:pt x="4837" y="5088"/>
                  <a:pt x="5514" y="5703"/>
                </a:cubicBezTo>
                <a:lnTo>
                  <a:pt x="6207" y="5010"/>
                </a:lnTo>
                <a:lnTo>
                  <a:pt x="6207" y="347"/>
                </a:lnTo>
                <a:cubicBezTo>
                  <a:pt x="6207" y="158"/>
                  <a:pt x="6050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4" name="Google Shape;5694;p31"/>
          <p:cNvSpPr/>
          <p:nvPr/>
        </p:nvSpPr>
        <p:spPr>
          <a:xfrm>
            <a:off x="920552" y="1901840"/>
            <a:ext cx="94627" cy="185154"/>
          </a:xfrm>
          <a:custGeom>
            <a:rect b="b" l="l" r="r" t="t"/>
            <a:pathLst>
              <a:path extrusionOk="0" h="5735" w="2931">
                <a:moveTo>
                  <a:pt x="2931" y="1"/>
                </a:moveTo>
                <a:lnTo>
                  <a:pt x="1" y="2899"/>
                </a:lnTo>
                <a:lnTo>
                  <a:pt x="2805" y="5735"/>
                </a:lnTo>
                <a:cubicBezTo>
                  <a:pt x="2868" y="5609"/>
                  <a:pt x="2931" y="5451"/>
                  <a:pt x="2931" y="5294"/>
                </a:cubicBezTo>
                <a:lnTo>
                  <a:pt x="293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5" name="Google Shape;5695;p31"/>
          <p:cNvSpPr/>
          <p:nvPr/>
        </p:nvSpPr>
        <p:spPr>
          <a:xfrm>
            <a:off x="655071" y="1972028"/>
            <a:ext cx="339767" cy="134306"/>
          </a:xfrm>
          <a:custGeom>
            <a:rect b="b" l="l" r="r" t="t"/>
            <a:pathLst>
              <a:path extrusionOk="0" h="4160" w="10524">
                <a:moveTo>
                  <a:pt x="5235" y="1"/>
                </a:moveTo>
                <a:cubicBezTo>
                  <a:pt x="4482" y="1"/>
                  <a:pt x="3734" y="284"/>
                  <a:pt x="3183" y="851"/>
                </a:cubicBezTo>
                <a:lnTo>
                  <a:pt x="1" y="4033"/>
                </a:lnTo>
                <a:cubicBezTo>
                  <a:pt x="158" y="4128"/>
                  <a:pt x="316" y="4159"/>
                  <a:pt x="473" y="4159"/>
                </a:cubicBezTo>
                <a:lnTo>
                  <a:pt x="10082" y="4159"/>
                </a:lnTo>
                <a:cubicBezTo>
                  <a:pt x="10240" y="4159"/>
                  <a:pt x="10398" y="4128"/>
                  <a:pt x="10524" y="4033"/>
                </a:cubicBezTo>
                <a:lnTo>
                  <a:pt x="7310" y="851"/>
                </a:lnTo>
                <a:cubicBezTo>
                  <a:pt x="6743" y="284"/>
                  <a:pt x="5987" y="1"/>
                  <a:pt x="52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6" name="Google Shape;5696;p31"/>
          <p:cNvSpPr/>
          <p:nvPr/>
        </p:nvSpPr>
        <p:spPr>
          <a:xfrm>
            <a:off x="648969" y="1825583"/>
            <a:ext cx="53948" cy="109866"/>
          </a:xfrm>
          <a:custGeom>
            <a:rect b="b" l="l" r="r" t="t"/>
            <a:pathLst>
              <a:path extrusionOk="0" h="3403" w="1671">
                <a:moveTo>
                  <a:pt x="1671" y="0"/>
                </a:moveTo>
                <a:lnTo>
                  <a:pt x="1" y="1701"/>
                </a:lnTo>
                <a:lnTo>
                  <a:pt x="1671" y="3403"/>
                </a:lnTo>
                <a:lnTo>
                  <a:pt x="167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7" name="Google Shape;5697;p31"/>
          <p:cNvSpPr/>
          <p:nvPr/>
        </p:nvSpPr>
        <p:spPr>
          <a:xfrm>
            <a:off x="946994" y="1825583"/>
            <a:ext cx="55982" cy="109866"/>
          </a:xfrm>
          <a:custGeom>
            <a:rect b="b" l="l" r="r" t="t"/>
            <a:pathLst>
              <a:path extrusionOk="0" h="3403" w="1734">
                <a:moveTo>
                  <a:pt x="1" y="0"/>
                </a:moveTo>
                <a:lnTo>
                  <a:pt x="1" y="3403"/>
                </a:lnTo>
                <a:lnTo>
                  <a:pt x="1734" y="170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8" name="Google Shape;5698;p31"/>
          <p:cNvSpPr/>
          <p:nvPr/>
        </p:nvSpPr>
        <p:spPr>
          <a:xfrm>
            <a:off x="754768" y="1729695"/>
            <a:ext cx="143442" cy="46071"/>
          </a:xfrm>
          <a:custGeom>
            <a:rect b="b" l="l" r="r" t="t"/>
            <a:pathLst>
              <a:path extrusionOk="0" h="1427" w="4443">
                <a:moveTo>
                  <a:pt x="2182" y="1"/>
                </a:moveTo>
                <a:cubicBezTo>
                  <a:pt x="1686" y="1"/>
                  <a:pt x="1198" y="182"/>
                  <a:pt x="851" y="544"/>
                </a:cubicBezTo>
                <a:lnTo>
                  <a:pt x="0" y="1426"/>
                </a:lnTo>
                <a:lnTo>
                  <a:pt x="4443" y="1426"/>
                </a:lnTo>
                <a:lnTo>
                  <a:pt x="3560" y="544"/>
                </a:lnTo>
                <a:cubicBezTo>
                  <a:pt x="3182" y="182"/>
                  <a:pt x="2678" y="1"/>
                  <a:pt x="21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9" name="Google Shape;5699;p31"/>
          <p:cNvSpPr/>
          <p:nvPr/>
        </p:nvSpPr>
        <p:spPr>
          <a:xfrm>
            <a:off x="638799" y="1901840"/>
            <a:ext cx="93627" cy="185154"/>
          </a:xfrm>
          <a:custGeom>
            <a:rect b="b" l="l" r="r" t="t"/>
            <a:pathLst>
              <a:path extrusionOk="0" h="5735" w="2900">
                <a:moveTo>
                  <a:pt x="1" y="1"/>
                </a:moveTo>
                <a:lnTo>
                  <a:pt x="1" y="5294"/>
                </a:lnTo>
                <a:cubicBezTo>
                  <a:pt x="1" y="5451"/>
                  <a:pt x="32" y="5609"/>
                  <a:pt x="95" y="5735"/>
                </a:cubicBezTo>
                <a:lnTo>
                  <a:pt x="2899" y="289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0" name="Google Shape;5700;p31"/>
          <p:cNvSpPr/>
          <p:nvPr/>
        </p:nvSpPr>
        <p:spPr>
          <a:xfrm>
            <a:off x="637121" y="2193235"/>
            <a:ext cx="378412" cy="376379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1" name="Google Shape;5701;p31"/>
          <p:cNvSpPr/>
          <p:nvPr/>
        </p:nvSpPr>
        <p:spPr>
          <a:xfrm>
            <a:off x="3215493" y="1372328"/>
            <a:ext cx="165848" cy="64086"/>
          </a:xfrm>
          <a:custGeom>
            <a:rect b="b" l="l" r="r" t="t"/>
            <a:pathLst>
              <a:path extrusionOk="0" h="1985" w="5137">
                <a:moveTo>
                  <a:pt x="473" y="0"/>
                </a:moveTo>
                <a:cubicBezTo>
                  <a:pt x="316" y="0"/>
                  <a:pt x="158" y="32"/>
                  <a:pt x="1" y="126"/>
                </a:cubicBezTo>
                <a:lnTo>
                  <a:pt x="2521" y="1985"/>
                </a:lnTo>
                <a:lnTo>
                  <a:pt x="5136" y="158"/>
                </a:lnTo>
                <a:cubicBezTo>
                  <a:pt x="4979" y="32"/>
                  <a:pt x="4790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2" name="Google Shape;5702;p31"/>
          <p:cNvSpPr/>
          <p:nvPr/>
        </p:nvSpPr>
        <p:spPr>
          <a:xfrm>
            <a:off x="3198221" y="1391635"/>
            <a:ext cx="198359" cy="133272"/>
          </a:xfrm>
          <a:custGeom>
            <a:rect b="b" l="l" r="r" t="t"/>
            <a:pathLst>
              <a:path extrusionOk="0" h="4128" w="6144">
                <a:moveTo>
                  <a:pt x="63" y="1"/>
                </a:moveTo>
                <a:cubicBezTo>
                  <a:pt x="32" y="127"/>
                  <a:pt x="0" y="284"/>
                  <a:pt x="0" y="379"/>
                </a:cubicBezTo>
                <a:lnTo>
                  <a:pt x="0" y="3120"/>
                </a:lnTo>
                <a:cubicBezTo>
                  <a:pt x="0" y="3655"/>
                  <a:pt x="473" y="4128"/>
                  <a:pt x="1040" y="4128"/>
                </a:cubicBezTo>
                <a:lnTo>
                  <a:pt x="5136" y="4128"/>
                </a:lnTo>
                <a:cubicBezTo>
                  <a:pt x="5671" y="4128"/>
                  <a:pt x="6144" y="3655"/>
                  <a:pt x="6144" y="3120"/>
                </a:cubicBezTo>
                <a:lnTo>
                  <a:pt x="6144" y="379"/>
                </a:lnTo>
                <a:cubicBezTo>
                  <a:pt x="6144" y="284"/>
                  <a:pt x="6112" y="190"/>
                  <a:pt x="6112" y="64"/>
                </a:cubicBezTo>
                <a:lnTo>
                  <a:pt x="3277" y="2048"/>
                </a:lnTo>
                <a:cubicBezTo>
                  <a:pt x="3214" y="2080"/>
                  <a:pt x="3151" y="2080"/>
                  <a:pt x="3056" y="2080"/>
                </a:cubicBezTo>
                <a:cubicBezTo>
                  <a:pt x="2993" y="2080"/>
                  <a:pt x="2962" y="2080"/>
                  <a:pt x="2867" y="2048"/>
                </a:cubicBezTo>
                <a:lnTo>
                  <a:pt x="6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3" name="Google Shape;5703;p31"/>
          <p:cNvSpPr/>
          <p:nvPr/>
        </p:nvSpPr>
        <p:spPr>
          <a:xfrm>
            <a:off x="3020200" y="1327549"/>
            <a:ext cx="244139" cy="243138"/>
          </a:xfrm>
          <a:custGeom>
            <a:rect b="b" l="l" r="r" t="t"/>
            <a:pathLst>
              <a:path extrusionOk="0" h="7531" w="7562">
                <a:moveTo>
                  <a:pt x="3781" y="2017"/>
                </a:moveTo>
                <a:cubicBezTo>
                  <a:pt x="3970" y="2017"/>
                  <a:pt x="4128" y="2175"/>
                  <a:pt x="4128" y="2364"/>
                </a:cubicBezTo>
                <a:cubicBezTo>
                  <a:pt x="4128" y="2584"/>
                  <a:pt x="3970" y="2742"/>
                  <a:pt x="3781" y="2742"/>
                </a:cubicBezTo>
                <a:lnTo>
                  <a:pt x="1702" y="2742"/>
                </a:lnTo>
                <a:cubicBezTo>
                  <a:pt x="1482" y="2742"/>
                  <a:pt x="1324" y="2584"/>
                  <a:pt x="1324" y="2364"/>
                </a:cubicBezTo>
                <a:cubicBezTo>
                  <a:pt x="1324" y="2175"/>
                  <a:pt x="1482" y="2017"/>
                  <a:pt x="1702" y="2017"/>
                </a:cubicBezTo>
                <a:close/>
                <a:moveTo>
                  <a:pt x="3057" y="3403"/>
                </a:moveTo>
                <a:cubicBezTo>
                  <a:pt x="3277" y="3403"/>
                  <a:pt x="3435" y="3561"/>
                  <a:pt x="3435" y="3750"/>
                </a:cubicBezTo>
                <a:cubicBezTo>
                  <a:pt x="3466" y="3939"/>
                  <a:pt x="3277" y="4096"/>
                  <a:pt x="3057" y="4096"/>
                </a:cubicBezTo>
                <a:lnTo>
                  <a:pt x="1702" y="4096"/>
                </a:lnTo>
                <a:cubicBezTo>
                  <a:pt x="1482" y="4096"/>
                  <a:pt x="1324" y="3939"/>
                  <a:pt x="1324" y="3750"/>
                </a:cubicBezTo>
                <a:cubicBezTo>
                  <a:pt x="1324" y="3561"/>
                  <a:pt x="1482" y="3403"/>
                  <a:pt x="1702" y="3403"/>
                </a:cubicBezTo>
                <a:close/>
                <a:moveTo>
                  <a:pt x="2395" y="4790"/>
                </a:moveTo>
                <a:cubicBezTo>
                  <a:pt x="2584" y="4790"/>
                  <a:pt x="2742" y="4947"/>
                  <a:pt x="2742" y="5136"/>
                </a:cubicBezTo>
                <a:cubicBezTo>
                  <a:pt x="2742" y="5325"/>
                  <a:pt x="2584" y="5483"/>
                  <a:pt x="2395" y="5483"/>
                </a:cubicBezTo>
                <a:lnTo>
                  <a:pt x="1702" y="5483"/>
                </a:lnTo>
                <a:cubicBezTo>
                  <a:pt x="1482" y="5483"/>
                  <a:pt x="1324" y="5325"/>
                  <a:pt x="1324" y="5136"/>
                </a:cubicBezTo>
                <a:cubicBezTo>
                  <a:pt x="1324" y="4947"/>
                  <a:pt x="1482" y="4790"/>
                  <a:pt x="1702" y="4790"/>
                </a:cubicBezTo>
                <a:close/>
                <a:moveTo>
                  <a:pt x="1" y="1"/>
                </a:moveTo>
                <a:lnTo>
                  <a:pt x="1" y="7530"/>
                </a:lnTo>
                <a:lnTo>
                  <a:pt x="7562" y="7530"/>
                </a:lnTo>
                <a:lnTo>
                  <a:pt x="7562" y="6837"/>
                </a:lnTo>
                <a:lnTo>
                  <a:pt x="6522" y="6837"/>
                </a:lnTo>
                <a:cubicBezTo>
                  <a:pt x="5577" y="6837"/>
                  <a:pt x="4853" y="6081"/>
                  <a:pt x="4853" y="5136"/>
                </a:cubicBezTo>
                <a:lnTo>
                  <a:pt x="4853" y="2395"/>
                </a:lnTo>
                <a:cubicBezTo>
                  <a:pt x="4853" y="1450"/>
                  <a:pt x="5577" y="725"/>
                  <a:pt x="6522" y="725"/>
                </a:cubicBezTo>
                <a:lnTo>
                  <a:pt x="7562" y="725"/>
                </a:lnTo>
                <a:lnTo>
                  <a:pt x="75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4" name="Google Shape;5704;p31"/>
          <p:cNvSpPr/>
          <p:nvPr/>
        </p:nvSpPr>
        <p:spPr>
          <a:xfrm>
            <a:off x="3020200" y="1260427"/>
            <a:ext cx="244139" cy="44779"/>
          </a:xfrm>
          <a:custGeom>
            <a:rect b="b" l="l" r="r" t="t"/>
            <a:pathLst>
              <a:path extrusionOk="0" h="1387" w="7562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62" y="1387"/>
                </a:lnTo>
                <a:lnTo>
                  <a:pt x="7562" y="1040"/>
                </a:lnTo>
                <a:cubicBezTo>
                  <a:pt x="7562" y="473"/>
                  <a:pt x="7089" y="1"/>
                  <a:pt x="65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5" name="Google Shape;5705;p31"/>
          <p:cNvSpPr/>
          <p:nvPr/>
        </p:nvSpPr>
        <p:spPr>
          <a:xfrm>
            <a:off x="3020200" y="1592029"/>
            <a:ext cx="244139" cy="44779"/>
          </a:xfrm>
          <a:custGeom>
            <a:rect b="b" l="l" r="r" t="t"/>
            <a:pathLst>
              <a:path extrusionOk="0" h="1387" w="7562">
                <a:moveTo>
                  <a:pt x="1" y="0"/>
                </a:moveTo>
                <a:lnTo>
                  <a:pt x="1" y="347"/>
                </a:lnTo>
                <a:cubicBezTo>
                  <a:pt x="1" y="945"/>
                  <a:pt x="442" y="1386"/>
                  <a:pt x="1009" y="1386"/>
                </a:cubicBezTo>
                <a:lnTo>
                  <a:pt x="6522" y="1386"/>
                </a:lnTo>
                <a:cubicBezTo>
                  <a:pt x="7089" y="1386"/>
                  <a:pt x="7562" y="914"/>
                  <a:pt x="7562" y="347"/>
                </a:cubicBezTo>
                <a:lnTo>
                  <a:pt x="75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6" name="Google Shape;5706;p31"/>
          <p:cNvSpPr/>
          <p:nvPr/>
        </p:nvSpPr>
        <p:spPr>
          <a:xfrm>
            <a:off x="3242436" y="1729453"/>
            <a:ext cx="133272" cy="199134"/>
          </a:xfrm>
          <a:custGeom>
            <a:rect b="b" l="l" r="r" t="t"/>
            <a:pathLst>
              <a:path extrusionOk="0" h="6168" w="4128">
                <a:moveTo>
                  <a:pt x="2426" y="1"/>
                </a:moveTo>
                <a:cubicBezTo>
                  <a:pt x="2286" y="1"/>
                  <a:pt x="2136" y="77"/>
                  <a:pt x="2112" y="244"/>
                </a:cubicBezTo>
                <a:lnTo>
                  <a:pt x="64" y="5064"/>
                </a:lnTo>
                <a:cubicBezTo>
                  <a:pt x="1" y="5222"/>
                  <a:pt x="64" y="5474"/>
                  <a:pt x="253" y="5506"/>
                </a:cubicBezTo>
                <a:cubicBezTo>
                  <a:pt x="295" y="5531"/>
                  <a:pt x="342" y="5543"/>
                  <a:pt x="389" y="5543"/>
                </a:cubicBezTo>
                <a:cubicBezTo>
                  <a:pt x="517" y="5543"/>
                  <a:pt x="648" y="5455"/>
                  <a:pt x="694" y="5317"/>
                </a:cubicBezTo>
                <a:lnTo>
                  <a:pt x="1261" y="4025"/>
                </a:lnTo>
                <a:cubicBezTo>
                  <a:pt x="1419" y="4088"/>
                  <a:pt x="1576" y="4119"/>
                  <a:pt x="1765" y="4119"/>
                </a:cubicBezTo>
                <a:cubicBezTo>
                  <a:pt x="1891" y="4119"/>
                  <a:pt x="1986" y="4088"/>
                  <a:pt x="2112" y="4056"/>
                </a:cubicBezTo>
                <a:lnTo>
                  <a:pt x="2112" y="4844"/>
                </a:lnTo>
                <a:cubicBezTo>
                  <a:pt x="1450" y="4970"/>
                  <a:pt x="946" y="5506"/>
                  <a:pt x="789" y="6167"/>
                </a:cubicBezTo>
                <a:lnTo>
                  <a:pt x="4128" y="6167"/>
                </a:lnTo>
                <a:cubicBezTo>
                  <a:pt x="4002" y="5506"/>
                  <a:pt x="3466" y="5001"/>
                  <a:pt x="2773" y="4844"/>
                </a:cubicBezTo>
                <a:lnTo>
                  <a:pt x="2773" y="3143"/>
                </a:lnTo>
                <a:cubicBezTo>
                  <a:pt x="2773" y="2670"/>
                  <a:pt x="2458" y="2324"/>
                  <a:pt x="2080" y="2166"/>
                </a:cubicBezTo>
                <a:lnTo>
                  <a:pt x="2773" y="496"/>
                </a:lnTo>
                <a:cubicBezTo>
                  <a:pt x="2773" y="307"/>
                  <a:pt x="2710" y="118"/>
                  <a:pt x="2553" y="24"/>
                </a:cubicBezTo>
                <a:cubicBezTo>
                  <a:pt x="2515" y="8"/>
                  <a:pt x="247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7" name="Google Shape;5707;p31"/>
          <p:cNvSpPr/>
          <p:nvPr/>
        </p:nvSpPr>
        <p:spPr>
          <a:xfrm>
            <a:off x="3019699" y="1864470"/>
            <a:ext cx="200393" cy="242105"/>
          </a:xfrm>
          <a:custGeom>
            <a:rect b="b" l="l" r="r" t="t"/>
            <a:pathLst>
              <a:path extrusionOk="0" h="7499" w="6207">
                <a:moveTo>
                  <a:pt x="693" y="0"/>
                </a:moveTo>
                <a:cubicBezTo>
                  <a:pt x="315" y="0"/>
                  <a:pt x="0" y="315"/>
                  <a:pt x="0" y="662"/>
                </a:cubicBezTo>
                <a:lnTo>
                  <a:pt x="0" y="6490"/>
                </a:lnTo>
                <a:cubicBezTo>
                  <a:pt x="32" y="7026"/>
                  <a:pt x="504" y="7498"/>
                  <a:pt x="1103" y="7498"/>
                </a:cubicBezTo>
                <a:lnTo>
                  <a:pt x="6207" y="7498"/>
                </a:lnTo>
                <a:lnTo>
                  <a:pt x="6207" y="5797"/>
                </a:lnTo>
                <a:cubicBezTo>
                  <a:pt x="6207" y="5608"/>
                  <a:pt x="6049" y="5451"/>
                  <a:pt x="5860" y="5451"/>
                </a:cubicBezTo>
                <a:lnTo>
                  <a:pt x="1765" y="5451"/>
                </a:lnTo>
                <a:cubicBezTo>
                  <a:pt x="1576" y="5451"/>
                  <a:pt x="1418" y="5293"/>
                  <a:pt x="1418" y="5104"/>
                </a:cubicBezTo>
                <a:lnTo>
                  <a:pt x="1418" y="662"/>
                </a:lnTo>
                <a:cubicBezTo>
                  <a:pt x="1418" y="252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8" name="Google Shape;5708;p31"/>
          <p:cNvSpPr/>
          <p:nvPr/>
        </p:nvSpPr>
        <p:spPr>
          <a:xfrm>
            <a:off x="3108193" y="1774943"/>
            <a:ext cx="66120" cy="6615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6" y="2049"/>
                  <a:pt x="2048" y="1576"/>
                  <a:pt x="2048" y="1041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9" name="Google Shape;5709;p31"/>
          <p:cNvSpPr/>
          <p:nvPr/>
        </p:nvSpPr>
        <p:spPr>
          <a:xfrm>
            <a:off x="3086821" y="1864114"/>
            <a:ext cx="201426" cy="241427"/>
          </a:xfrm>
          <a:custGeom>
            <a:rect b="b" l="l" r="r" t="t"/>
            <a:pathLst>
              <a:path extrusionOk="0" h="7478" w="6239">
                <a:moveTo>
                  <a:pt x="1641" y="1"/>
                </a:moveTo>
                <a:cubicBezTo>
                  <a:pt x="1242" y="1"/>
                  <a:pt x="819" y="205"/>
                  <a:pt x="568" y="484"/>
                </a:cubicBezTo>
                <a:cubicBezTo>
                  <a:pt x="190" y="799"/>
                  <a:pt x="1" y="1209"/>
                  <a:pt x="1" y="1681"/>
                </a:cubicBezTo>
                <a:lnTo>
                  <a:pt x="1" y="4769"/>
                </a:lnTo>
                <a:lnTo>
                  <a:pt x="2679" y="4769"/>
                </a:lnTo>
                <a:cubicBezTo>
                  <a:pt x="2521" y="4359"/>
                  <a:pt x="2175" y="4107"/>
                  <a:pt x="1702" y="4107"/>
                </a:cubicBezTo>
                <a:lnTo>
                  <a:pt x="1040" y="4107"/>
                </a:lnTo>
                <a:cubicBezTo>
                  <a:pt x="820" y="4107"/>
                  <a:pt x="662" y="3949"/>
                  <a:pt x="662" y="3729"/>
                </a:cubicBezTo>
                <a:lnTo>
                  <a:pt x="662" y="2374"/>
                </a:lnTo>
                <a:cubicBezTo>
                  <a:pt x="662" y="2154"/>
                  <a:pt x="820" y="1996"/>
                  <a:pt x="1040" y="1996"/>
                </a:cubicBezTo>
                <a:cubicBezTo>
                  <a:pt x="1229" y="1996"/>
                  <a:pt x="1387" y="2154"/>
                  <a:pt x="1387" y="2374"/>
                </a:cubicBezTo>
                <a:lnTo>
                  <a:pt x="1387" y="3382"/>
                </a:lnTo>
                <a:lnTo>
                  <a:pt x="1733" y="3382"/>
                </a:lnTo>
                <a:cubicBezTo>
                  <a:pt x="2553" y="3382"/>
                  <a:pt x="3277" y="3981"/>
                  <a:pt x="3435" y="4769"/>
                </a:cubicBezTo>
                <a:lnTo>
                  <a:pt x="3813" y="4769"/>
                </a:lnTo>
                <a:cubicBezTo>
                  <a:pt x="4380" y="4769"/>
                  <a:pt x="4852" y="5241"/>
                  <a:pt x="4852" y="5777"/>
                </a:cubicBezTo>
                <a:lnTo>
                  <a:pt x="4852" y="7478"/>
                </a:lnTo>
                <a:lnTo>
                  <a:pt x="6239" y="7478"/>
                </a:lnTo>
                <a:lnTo>
                  <a:pt x="6239" y="5084"/>
                </a:lnTo>
                <a:cubicBezTo>
                  <a:pt x="6176" y="4580"/>
                  <a:pt x="5703" y="4107"/>
                  <a:pt x="5168" y="4107"/>
                </a:cubicBezTo>
                <a:lnTo>
                  <a:pt x="3781" y="4107"/>
                </a:lnTo>
                <a:cubicBezTo>
                  <a:pt x="3592" y="4107"/>
                  <a:pt x="3435" y="3949"/>
                  <a:pt x="3435" y="3729"/>
                </a:cubicBezTo>
                <a:lnTo>
                  <a:pt x="3435" y="1807"/>
                </a:lnTo>
                <a:cubicBezTo>
                  <a:pt x="3435" y="862"/>
                  <a:pt x="2710" y="43"/>
                  <a:pt x="1796" y="11"/>
                </a:cubicBezTo>
                <a:cubicBezTo>
                  <a:pt x="1745" y="4"/>
                  <a:pt x="1694" y="1"/>
                  <a:pt x="16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0" name="Google Shape;5710;p31"/>
          <p:cNvSpPr/>
          <p:nvPr/>
        </p:nvSpPr>
        <p:spPr>
          <a:xfrm>
            <a:off x="3220062" y="1951931"/>
            <a:ext cx="177019" cy="42745"/>
          </a:xfrm>
          <a:custGeom>
            <a:rect b="b" l="l" r="r" t="t"/>
            <a:pathLst>
              <a:path extrusionOk="0" h="1324" w="5483">
                <a:moveTo>
                  <a:pt x="1" y="1"/>
                </a:moveTo>
                <a:lnTo>
                  <a:pt x="1" y="662"/>
                </a:lnTo>
                <a:lnTo>
                  <a:pt x="1041" y="662"/>
                </a:lnTo>
                <a:cubicBezTo>
                  <a:pt x="1576" y="662"/>
                  <a:pt x="2080" y="946"/>
                  <a:pt x="2395" y="1324"/>
                </a:cubicBezTo>
                <a:lnTo>
                  <a:pt x="5136" y="1324"/>
                </a:lnTo>
                <a:cubicBezTo>
                  <a:pt x="5325" y="1324"/>
                  <a:pt x="5483" y="1166"/>
                  <a:pt x="5483" y="977"/>
                </a:cubicBezTo>
                <a:lnTo>
                  <a:pt x="5483" y="316"/>
                </a:lnTo>
                <a:cubicBezTo>
                  <a:pt x="5483" y="158"/>
                  <a:pt x="5325" y="1"/>
                  <a:pt x="51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1" name="Google Shape;5711;p31"/>
          <p:cNvSpPr/>
          <p:nvPr/>
        </p:nvSpPr>
        <p:spPr>
          <a:xfrm>
            <a:off x="3087337" y="2260787"/>
            <a:ext cx="241104" cy="241104"/>
          </a:xfrm>
          <a:custGeom>
            <a:rect b="b" l="l" r="r" t="t"/>
            <a:pathLst>
              <a:path extrusionOk="0" h="7468" w="7468">
                <a:moveTo>
                  <a:pt x="5861" y="2017"/>
                </a:moveTo>
                <a:cubicBezTo>
                  <a:pt x="6050" y="2017"/>
                  <a:pt x="6207" y="2143"/>
                  <a:pt x="6207" y="2364"/>
                </a:cubicBezTo>
                <a:lnTo>
                  <a:pt x="6207" y="3750"/>
                </a:lnTo>
                <a:lnTo>
                  <a:pt x="6207" y="5104"/>
                </a:lnTo>
                <a:cubicBezTo>
                  <a:pt x="6207" y="5325"/>
                  <a:pt x="6050" y="5451"/>
                  <a:pt x="5861" y="5451"/>
                </a:cubicBezTo>
                <a:cubicBezTo>
                  <a:pt x="5672" y="5451"/>
                  <a:pt x="5514" y="5325"/>
                  <a:pt x="5514" y="5104"/>
                </a:cubicBezTo>
                <a:lnTo>
                  <a:pt x="5514" y="4096"/>
                </a:lnTo>
                <a:lnTo>
                  <a:pt x="4474" y="4096"/>
                </a:lnTo>
                <a:cubicBezTo>
                  <a:pt x="4285" y="4096"/>
                  <a:pt x="4128" y="3939"/>
                  <a:pt x="4128" y="3750"/>
                </a:cubicBezTo>
                <a:lnTo>
                  <a:pt x="4128" y="2364"/>
                </a:lnTo>
                <a:cubicBezTo>
                  <a:pt x="4128" y="2143"/>
                  <a:pt x="4285" y="2017"/>
                  <a:pt x="4474" y="2017"/>
                </a:cubicBezTo>
                <a:cubicBezTo>
                  <a:pt x="4695" y="2017"/>
                  <a:pt x="4852" y="2143"/>
                  <a:pt x="4852" y="2364"/>
                </a:cubicBezTo>
                <a:lnTo>
                  <a:pt x="4852" y="3372"/>
                </a:lnTo>
                <a:lnTo>
                  <a:pt x="5514" y="3372"/>
                </a:lnTo>
                <a:lnTo>
                  <a:pt x="5514" y="2364"/>
                </a:lnTo>
                <a:cubicBezTo>
                  <a:pt x="5514" y="2143"/>
                  <a:pt x="5672" y="2017"/>
                  <a:pt x="5861" y="2017"/>
                </a:cubicBezTo>
                <a:close/>
                <a:moveTo>
                  <a:pt x="2332" y="2017"/>
                </a:moveTo>
                <a:cubicBezTo>
                  <a:pt x="2868" y="2017"/>
                  <a:pt x="3340" y="2490"/>
                  <a:pt x="3340" y="3025"/>
                </a:cubicBezTo>
                <a:lnTo>
                  <a:pt x="3340" y="3309"/>
                </a:lnTo>
                <a:lnTo>
                  <a:pt x="3435" y="3309"/>
                </a:lnTo>
                <a:cubicBezTo>
                  <a:pt x="3435" y="3687"/>
                  <a:pt x="3183" y="4065"/>
                  <a:pt x="2868" y="4222"/>
                </a:cubicBezTo>
                <a:lnTo>
                  <a:pt x="2238" y="4537"/>
                </a:lnTo>
                <a:cubicBezTo>
                  <a:pt x="2175" y="4569"/>
                  <a:pt x="2080" y="4632"/>
                  <a:pt x="2049" y="4758"/>
                </a:cubicBezTo>
                <a:lnTo>
                  <a:pt x="3057" y="4758"/>
                </a:lnTo>
                <a:cubicBezTo>
                  <a:pt x="3277" y="4758"/>
                  <a:pt x="3435" y="4915"/>
                  <a:pt x="3435" y="5104"/>
                </a:cubicBezTo>
                <a:cubicBezTo>
                  <a:pt x="3435" y="5325"/>
                  <a:pt x="3277" y="5483"/>
                  <a:pt x="3057" y="5483"/>
                </a:cubicBezTo>
                <a:lnTo>
                  <a:pt x="1702" y="5483"/>
                </a:lnTo>
                <a:cubicBezTo>
                  <a:pt x="1481" y="5483"/>
                  <a:pt x="1324" y="5325"/>
                  <a:pt x="1324" y="5104"/>
                </a:cubicBezTo>
                <a:lnTo>
                  <a:pt x="1324" y="4852"/>
                </a:lnTo>
                <a:cubicBezTo>
                  <a:pt x="1324" y="4443"/>
                  <a:pt x="1576" y="4096"/>
                  <a:pt x="1891" y="3939"/>
                </a:cubicBezTo>
                <a:lnTo>
                  <a:pt x="2521" y="3624"/>
                </a:lnTo>
                <a:cubicBezTo>
                  <a:pt x="2647" y="3592"/>
                  <a:pt x="2710" y="3466"/>
                  <a:pt x="2710" y="3309"/>
                </a:cubicBezTo>
                <a:lnTo>
                  <a:pt x="2710" y="3025"/>
                </a:lnTo>
                <a:cubicBezTo>
                  <a:pt x="2710" y="2836"/>
                  <a:pt x="2553" y="2679"/>
                  <a:pt x="2364" y="2679"/>
                </a:cubicBezTo>
                <a:cubicBezTo>
                  <a:pt x="2175" y="2679"/>
                  <a:pt x="2017" y="2836"/>
                  <a:pt x="2017" y="3025"/>
                </a:cubicBezTo>
                <a:cubicBezTo>
                  <a:pt x="2017" y="3214"/>
                  <a:pt x="1859" y="3372"/>
                  <a:pt x="1639" y="3372"/>
                </a:cubicBezTo>
                <a:cubicBezTo>
                  <a:pt x="1450" y="3372"/>
                  <a:pt x="1292" y="3214"/>
                  <a:pt x="1292" y="3025"/>
                </a:cubicBezTo>
                <a:cubicBezTo>
                  <a:pt x="1292" y="2490"/>
                  <a:pt x="1765" y="2017"/>
                  <a:pt x="2332" y="2017"/>
                </a:cubicBezTo>
                <a:close/>
                <a:moveTo>
                  <a:pt x="3214" y="1"/>
                </a:moveTo>
                <a:cubicBezTo>
                  <a:pt x="3214" y="127"/>
                  <a:pt x="3183" y="284"/>
                  <a:pt x="3120" y="379"/>
                </a:cubicBezTo>
                <a:cubicBezTo>
                  <a:pt x="2962" y="662"/>
                  <a:pt x="2679" y="914"/>
                  <a:pt x="2364" y="946"/>
                </a:cubicBezTo>
                <a:lnTo>
                  <a:pt x="1009" y="1135"/>
                </a:lnTo>
                <a:cubicBezTo>
                  <a:pt x="473" y="1733"/>
                  <a:pt x="64" y="2521"/>
                  <a:pt x="1" y="3372"/>
                </a:cubicBezTo>
                <a:lnTo>
                  <a:pt x="316" y="3372"/>
                </a:lnTo>
                <a:cubicBezTo>
                  <a:pt x="505" y="3372"/>
                  <a:pt x="662" y="3529"/>
                  <a:pt x="662" y="3750"/>
                </a:cubicBezTo>
                <a:cubicBezTo>
                  <a:pt x="662" y="3939"/>
                  <a:pt x="505" y="4096"/>
                  <a:pt x="316" y="4096"/>
                </a:cubicBezTo>
                <a:lnTo>
                  <a:pt x="1" y="4096"/>
                </a:lnTo>
                <a:cubicBezTo>
                  <a:pt x="158" y="5892"/>
                  <a:pt x="1607" y="7310"/>
                  <a:pt x="3372" y="7467"/>
                </a:cubicBezTo>
                <a:lnTo>
                  <a:pt x="3372" y="7121"/>
                </a:lnTo>
                <a:cubicBezTo>
                  <a:pt x="3372" y="6932"/>
                  <a:pt x="3529" y="6774"/>
                  <a:pt x="3750" y="6774"/>
                </a:cubicBezTo>
                <a:cubicBezTo>
                  <a:pt x="3939" y="6774"/>
                  <a:pt x="4096" y="6932"/>
                  <a:pt x="4096" y="7121"/>
                </a:cubicBezTo>
                <a:lnTo>
                  <a:pt x="4096" y="7436"/>
                </a:lnTo>
                <a:lnTo>
                  <a:pt x="4254" y="7436"/>
                </a:lnTo>
                <a:cubicBezTo>
                  <a:pt x="4254" y="7373"/>
                  <a:pt x="4285" y="7278"/>
                  <a:pt x="4317" y="7215"/>
                </a:cubicBezTo>
                <a:cubicBezTo>
                  <a:pt x="4443" y="6900"/>
                  <a:pt x="4758" y="6648"/>
                  <a:pt x="5073" y="6617"/>
                </a:cubicBezTo>
                <a:lnTo>
                  <a:pt x="6491" y="6333"/>
                </a:lnTo>
                <a:cubicBezTo>
                  <a:pt x="7089" y="5703"/>
                  <a:pt x="7404" y="5010"/>
                  <a:pt x="7467" y="4096"/>
                </a:cubicBezTo>
                <a:lnTo>
                  <a:pt x="7152" y="4096"/>
                </a:lnTo>
                <a:cubicBezTo>
                  <a:pt x="6963" y="4096"/>
                  <a:pt x="6806" y="3939"/>
                  <a:pt x="6806" y="3750"/>
                </a:cubicBezTo>
                <a:cubicBezTo>
                  <a:pt x="6806" y="3529"/>
                  <a:pt x="6963" y="3372"/>
                  <a:pt x="7152" y="3372"/>
                </a:cubicBezTo>
                <a:lnTo>
                  <a:pt x="7467" y="3372"/>
                </a:lnTo>
                <a:cubicBezTo>
                  <a:pt x="7310" y="1576"/>
                  <a:pt x="5861" y="158"/>
                  <a:pt x="4096" y="1"/>
                </a:cubicBezTo>
                <a:lnTo>
                  <a:pt x="4096" y="316"/>
                </a:lnTo>
                <a:cubicBezTo>
                  <a:pt x="4096" y="505"/>
                  <a:pt x="3939" y="662"/>
                  <a:pt x="3750" y="662"/>
                </a:cubicBezTo>
                <a:cubicBezTo>
                  <a:pt x="3529" y="662"/>
                  <a:pt x="3372" y="505"/>
                  <a:pt x="3372" y="316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2" name="Google Shape;5712;p31"/>
          <p:cNvSpPr/>
          <p:nvPr/>
        </p:nvSpPr>
        <p:spPr>
          <a:xfrm>
            <a:off x="3097507" y="2192633"/>
            <a:ext cx="300089" cy="319428"/>
          </a:xfrm>
          <a:custGeom>
            <a:rect b="b" l="l" r="r" t="t"/>
            <a:pathLst>
              <a:path extrusionOk="0" h="9894" w="9295">
                <a:moveTo>
                  <a:pt x="3466" y="1"/>
                </a:moveTo>
                <a:cubicBezTo>
                  <a:pt x="2490" y="1"/>
                  <a:pt x="1450" y="316"/>
                  <a:pt x="1103" y="536"/>
                </a:cubicBezTo>
                <a:lnTo>
                  <a:pt x="1040" y="410"/>
                </a:lnTo>
                <a:cubicBezTo>
                  <a:pt x="970" y="340"/>
                  <a:pt x="881" y="304"/>
                  <a:pt x="788" y="304"/>
                </a:cubicBezTo>
                <a:cubicBezTo>
                  <a:pt x="757" y="304"/>
                  <a:pt x="725" y="308"/>
                  <a:pt x="694" y="316"/>
                </a:cubicBezTo>
                <a:cubicBezTo>
                  <a:pt x="599" y="379"/>
                  <a:pt x="505" y="473"/>
                  <a:pt x="473" y="568"/>
                </a:cubicBezTo>
                <a:cubicBezTo>
                  <a:pt x="347" y="1041"/>
                  <a:pt x="442" y="726"/>
                  <a:pt x="32" y="2143"/>
                </a:cubicBezTo>
                <a:cubicBezTo>
                  <a:pt x="1" y="2269"/>
                  <a:pt x="32" y="2395"/>
                  <a:pt x="127" y="2458"/>
                </a:cubicBezTo>
                <a:cubicBezTo>
                  <a:pt x="253" y="2584"/>
                  <a:pt x="316" y="2584"/>
                  <a:pt x="473" y="2584"/>
                </a:cubicBezTo>
                <a:lnTo>
                  <a:pt x="2049" y="2332"/>
                </a:lnTo>
                <a:cubicBezTo>
                  <a:pt x="2238" y="2301"/>
                  <a:pt x="2395" y="2080"/>
                  <a:pt x="2332" y="1860"/>
                </a:cubicBezTo>
                <a:lnTo>
                  <a:pt x="2206" y="1545"/>
                </a:lnTo>
                <a:cubicBezTo>
                  <a:pt x="2647" y="1450"/>
                  <a:pt x="3057" y="1356"/>
                  <a:pt x="3529" y="1356"/>
                </a:cubicBezTo>
                <a:cubicBezTo>
                  <a:pt x="5987" y="1356"/>
                  <a:pt x="8003" y="3372"/>
                  <a:pt x="8003" y="5798"/>
                </a:cubicBezTo>
                <a:cubicBezTo>
                  <a:pt x="8003" y="6806"/>
                  <a:pt x="7688" y="7657"/>
                  <a:pt x="7152" y="8413"/>
                </a:cubicBezTo>
                <a:cubicBezTo>
                  <a:pt x="7278" y="8444"/>
                  <a:pt x="7404" y="8539"/>
                  <a:pt x="7530" y="8633"/>
                </a:cubicBezTo>
                <a:cubicBezTo>
                  <a:pt x="7751" y="8885"/>
                  <a:pt x="7845" y="9232"/>
                  <a:pt x="7751" y="9578"/>
                </a:cubicBezTo>
                <a:lnTo>
                  <a:pt x="7593" y="9893"/>
                </a:lnTo>
                <a:cubicBezTo>
                  <a:pt x="8633" y="8854"/>
                  <a:pt x="9295" y="7436"/>
                  <a:pt x="9295" y="5861"/>
                </a:cubicBezTo>
                <a:cubicBezTo>
                  <a:pt x="9295" y="2616"/>
                  <a:pt x="6648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3" name="Google Shape;5713;p31"/>
          <p:cNvSpPr/>
          <p:nvPr/>
        </p:nvSpPr>
        <p:spPr>
          <a:xfrm>
            <a:off x="3019183" y="2246550"/>
            <a:ext cx="306191" cy="323496"/>
          </a:xfrm>
          <a:custGeom>
            <a:rect b="b" l="l" r="r" t="t"/>
            <a:pathLst>
              <a:path extrusionOk="0" h="10020" w="9484">
                <a:moveTo>
                  <a:pt x="1797" y="1"/>
                </a:moveTo>
                <a:lnTo>
                  <a:pt x="1797" y="1"/>
                </a:lnTo>
                <a:cubicBezTo>
                  <a:pt x="694" y="1072"/>
                  <a:pt x="1" y="2521"/>
                  <a:pt x="1" y="4191"/>
                </a:cubicBezTo>
                <a:cubicBezTo>
                  <a:pt x="64" y="7373"/>
                  <a:pt x="2647" y="10019"/>
                  <a:pt x="5892" y="10019"/>
                </a:cubicBezTo>
                <a:cubicBezTo>
                  <a:pt x="6239" y="10019"/>
                  <a:pt x="7972" y="9736"/>
                  <a:pt x="8224" y="9547"/>
                </a:cubicBezTo>
                <a:cubicBezTo>
                  <a:pt x="8255" y="9547"/>
                  <a:pt x="8287" y="9484"/>
                  <a:pt x="8350" y="9484"/>
                </a:cubicBezTo>
                <a:lnTo>
                  <a:pt x="8507" y="9641"/>
                </a:lnTo>
                <a:cubicBezTo>
                  <a:pt x="8576" y="9710"/>
                  <a:pt x="8661" y="9741"/>
                  <a:pt x="8743" y="9741"/>
                </a:cubicBezTo>
                <a:cubicBezTo>
                  <a:pt x="8887" y="9741"/>
                  <a:pt x="9023" y="9644"/>
                  <a:pt x="9043" y="9484"/>
                </a:cubicBezTo>
                <a:lnTo>
                  <a:pt x="9169" y="9011"/>
                </a:lnTo>
                <a:lnTo>
                  <a:pt x="9452" y="7814"/>
                </a:lnTo>
                <a:cubicBezTo>
                  <a:pt x="9484" y="7688"/>
                  <a:pt x="9452" y="7562"/>
                  <a:pt x="9358" y="7467"/>
                </a:cubicBezTo>
                <a:cubicBezTo>
                  <a:pt x="9278" y="7407"/>
                  <a:pt x="9211" y="7385"/>
                  <a:pt x="9132" y="7385"/>
                </a:cubicBezTo>
                <a:cubicBezTo>
                  <a:pt x="9087" y="7385"/>
                  <a:pt x="9037" y="7393"/>
                  <a:pt x="8980" y="7404"/>
                </a:cubicBezTo>
                <a:lnTo>
                  <a:pt x="7310" y="7719"/>
                </a:lnTo>
                <a:cubicBezTo>
                  <a:pt x="7089" y="7751"/>
                  <a:pt x="6963" y="8034"/>
                  <a:pt x="7089" y="8223"/>
                </a:cubicBezTo>
                <a:lnTo>
                  <a:pt x="7184" y="8444"/>
                </a:lnTo>
                <a:cubicBezTo>
                  <a:pt x="6774" y="8538"/>
                  <a:pt x="6333" y="8633"/>
                  <a:pt x="5861" y="8633"/>
                </a:cubicBezTo>
                <a:cubicBezTo>
                  <a:pt x="3403" y="8633"/>
                  <a:pt x="1419" y="6648"/>
                  <a:pt x="1419" y="4191"/>
                </a:cubicBezTo>
                <a:cubicBezTo>
                  <a:pt x="1419" y="3183"/>
                  <a:pt x="1734" y="2269"/>
                  <a:pt x="2269" y="1544"/>
                </a:cubicBezTo>
                <a:cubicBezTo>
                  <a:pt x="2143" y="1481"/>
                  <a:pt x="2049" y="1418"/>
                  <a:pt x="1954" y="1292"/>
                </a:cubicBezTo>
                <a:cubicBezTo>
                  <a:pt x="1734" y="1009"/>
                  <a:pt x="1639" y="662"/>
                  <a:pt x="1734" y="316"/>
                </a:cubicBezTo>
                <a:lnTo>
                  <a:pt x="179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4" name="Google Shape;5714;p31"/>
          <p:cNvSpPr/>
          <p:nvPr/>
        </p:nvSpPr>
        <p:spPr>
          <a:xfrm>
            <a:off x="1584370" y="2808099"/>
            <a:ext cx="376379" cy="198391"/>
          </a:xfrm>
          <a:custGeom>
            <a:rect b="b" l="l" r="r" t="t"/>
            <a:pathLst>
              <a:path extrusionOk="0" h="6145" w="11658">
                <a:moveTo>
                  <a:pt x="5829" y="694"/>
                </a:moveTo>
                <a:cubicBezTo>
                  <a:pt x="7184" y="694"/>
                  <a:pt x="8255" y="1734"/>
                  <a:pt x="8255" y="3088"/>
                </a:cubicBezTo>
                <a:cubicBezTo>
                  <a:pt x="8255" y="4412"/>
                  <a:pt x="7153" y="5483"/>
                  <a:pt x="5829" y="5483"/>
                </a:cubicBezTo>
                <a:cubicBezTo>
                  <a:pt x="4506" y="5483"/>
                  <a:pt x="3435" y="4412"/>
                  <a:pt x="3435" y="3088"/>
                </a:cubicBezTo>
                <a:cubicBezTo>
                  <a:pt x="3435" y="1734"/>
                  <a:pt x="4506" y="694"/>
                  <a:pt x="5829" y="694"/>
                </a:cubicBezTo>
                <a:close/>
                <a:moveTo>
                  <a:pt x="1" y="1"/>
                </a:moveTo>
                <a:lnTo>
                  <a:pt x="1" y="6144"/>
                </a:lnTo>
                <a:lnTo>
                  <a:pt x="11658" y="6144"/>
                </a:ln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5" name="Google Shape;5715;p31"/>
          <p:cNvSpPr/>
          <p:nvPr/>
        </p:nvSpPr>
        <p:spPr>
          <a:xfrm>
            <a:off x="1718645" y="2852879"/>
            <a:ext cx="108865" cy="109866"/>
          </a:xfrm>
          <a:custGeom>
            <a:rect b="b" l="l" r="r" t="t"/>
            <a:pathLst>
              <a:path extrusionOk="0" h="3403" w="3372">
                <a:moveTo>
                  <a:pt x="1670" y="662"/>
                </a:moveTo>
                <a:cubicBezTo>
                  <a:pt x="1891" y="662"/>
                  <a:pt x="2048" y="819"/>
                  <a:pt x="2048" y="1040"/>
                </a:cubicBezTo>
                <a:lnTo>
                  <a:pt x="2048" y="1386"/>
                </a:lnTo>
                <a:lnTo>
                  <a:pt x="2395" y="1386"/>
                </a:lnTo>
                <a:cubicBezTo>
                  <a:pt x="2584" y="1386"/>
                  <a:pt x="2741" y="1544"/>
                  <a:pt x="2741" y="1733"/>
                </a:cubicBezTo>
                <a:cubicBezTo>
                  <a:pt x="2710" y="1890"/>
                  <a:pt x="2552" y="2048"/>
                  <a:pt x="2363" y="2048"/>
                </a:cubicBezTo>
                <a:lnTo>
                  <a:pt x="1670" y="2048"/>
                </a:lnTo>
                <a:cubicBezTo>
                  <a:pt x="1481" y="2048"/>
                  <a:pt x="1324" y="1890"/>
                  <a:pt x="1324" y="1701"/>
                </a:cubicBezTo>
                <a:lnTo>
                  <a:pt x="1324" y="1040"/>
                </a:lnTo>
                <a:cubicBezTo>
                  <a:pt x="1324" y="819"/>
                  <a:pt x="1481" y="662"/>
                  <a:pt x="1670" y="662"/>
                </a:cubicBezTo>
                <a:close/>
                <a:moveTo>
                  <a:pt x="1670" y="0"/>
                </a:moveTo>
                <a:cubicBezTo>
                  <a:pt x="725" y="0"/>
                  <a:pt x="1" y="756"/>
                  <a:pt x="1" y="1701"/>
                </a:cubicBezTo>
                <a:cubicBezTo>
                  <a:pt x="1" y="2646"/>
                  <a:pt x="725" y="3403"/>
                  <a:pt x="1670" y="3403"/>
                </a:cubicBezTo>
                <a:cubicBezTo>
                  <a:pt x="2615" y="3403"/>
                  <a:pt x="3372" y="2646"/>
                  <a:pt x="3372" y="1701"/>
                </a:cubicBezTo>
                <a:cubicBezTo>
                  <a:pt x="3372" y="756"/>
                  <a:pt x="2615" y="0"/>
                  <a:pt x="1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6" name="Google Shape;5716;p31"/>
          <p:cNvSpPr/>
          <p:nvPr/>
        </p:nvSpPr>
        <p:spPr>
          <a:xfrm>
            <a:off x="1584370" y="3029835"/>
            <a:ext cx="376379" cy="44812"/>
          </a:xfrm>
          <a:custGeom>
            <a:rect b="b" l="l" r="r" t="t"/>
            <a:pathLst>
              <a:path extrusionOk="0" h="1388" w="11658">
                <a:moveTo>
                  <a:pt x="1" y="1"/>
                </a:moveTo>
                <a:lnTo>
                  <a:pt x="1" y="347"/>
                </a:lnTo>
                <a:cubicBezTo>
                  <a:pt x="1" y="915"/>
                  <a:pt x="442" y="1387"/>
                  <a:pt x="1041" y="1387"/>
                </a:cubicBezTo>
                <a:lnTo>
                  <a:pt x="10650" y="1387"/>
                </a:lnTo>
                <a:cubicBezTo>
                  <a:pt x="11217" y="1387"/>
                  <a:pt x="11658" y="915"/>
                  <a:pt x="11658" y="347"/>
                </a:cubicBez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7" name="Google Shape;5717;p31"/>
          <p:cNvSpPr/>
          <p:nvPr/>
        </p:nvSpPr>
        <p:spPr>
          <a:xfrm>
            <a:off x="1579301" y="2696231"/>
            <a:ext cx="381447" cy="90559"/>
          </a:xfrm>
          <a:custGeom>
            <a:rect b="b" l="l" r="r" t="t"/>
            <a:pathLst>
              <a:path extrusionOk="0" h="2805" w="11815">
                <a:moveTo>
                  <a:pt x="1733" y="0"/>
                </a:moveTo>
                <a:cubicBezTo>
                  <a:pt x="1544" y="0"/>
                  <a:pt x="1387" y="158"/>
                  <a:pt x="1387" y="378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73" y="725"/>
                  <a:pt x="0" y="1197"/>
                  <a:pt x="0" y="1733"/>
                </a:cubicBezTo>
                <a:lnTo>
                  <a:pt x="0" y="2804"/>
                </a:lnTo>
                <a:lnTo>
                  <a:pt x="11657" y="2804"/>
                </a:lnTo>
                <a:lnTo>
                  <a:pt x="11657" y="1733"/>
                </a:lnTo>
                <a:lnTo>
                  <a:pt x="11815" y="1733"/>
                </a:lnTo>
                <a:cubicBezTo>
                  <a:pt x="11815" y="1197"/>
                  <a:pt x="11374" y="725"/>
                  <a:pt x="10807" y="725"/>
                </a:cubicBezTo>
                <a:lnTo>
                  <a:pt x="10460" y="725"/>
                </a:lnTo>
                <a:lnTo>
                  <a:pt x="10460" y="378"/>
                </a:lnTo>
                <a:cubicBezTo>
                  <a:pt x="10460" y="158"/>
                  <a:pt x="10303" y="0"/>
                  <a:pt x="10082" y="0"/>
                </a:cubicBezTo>
                <a:cubicBezTo>
                  <a:pt x="9893" y="0"/>
                  <a:pt x="9735" y="158"/>
                  <a:pt x="9735" y="378"/>
                </a:cubicBezTo>
                <a:lnTo>
                  <a:pt x="9735" y="725"/>
                </a:lnTo>
                <a:lnTo>
                  <a:pt x="8349" y="725"/>
                </a:lnTo>
                <a:lnTo>
                  <a:pt x="8349" y="378"/>
                </a:lnTo>
                <a:cubicBezTo>
                  <a:pt x="8349" y="158"/>
                  <a:pt x="8192" y="0"/>
                  <a:pt x="8003" y="0"/>
                </a:cubicBezTo>
                <a:cubicBezTo>
                  <a:pt x="7814" y="0"/>
                  <a:pt x="7656" y="158"/>
                  <a:pt x="7656" y="378"/>
                </a:cubicBezTo>
                <a:lnTo>
                  <a:pt x="7656" y="725"/>
                </a:lnTo>
                <a:lnTo>
                  <a:pt x="6270" y="725"/>
                </a:lnTo>
                <a:lnTo>
                  <a:pt x="6270" y="378"/>
                </a:lnTo>
                <a:cubicBezTo>
                  <a:pt x="6270" y="158"/>
                  <a:pt x="6112" y="0"/>
                  <a:pt x="5923" y="0"/>
                </a:cubicBezTo>
                <a:cubicBezTo>
                  <a:pt x="5734" y="0"/>
                  <a:pt x="5577" y="158"/>
                  <a:pt x="5577" y="378"/>
                </a:cubicBezTo>
                <a:lnTo>
                  <a:pt x="5577" y="725"/>
                </a:lnTo>
                <a:lnTo>
                  <a:pt x="4191" y="725"/>
                </a:lnTo>
                <a:lnTo>
                  <a:pt x="4191" y="378"/>
                </a:lnTo>
                <a:cubicBezTo>
                  <a:pt x="4191" y="158"/>
                  <a:pt x="4033" y="0"/>
                  <a:pt x="3844" y="0"/>
                </a:cubicBezTo>
                <a:cubicBezTo>
                  <a:pt x="3623" y="0"/>
                  <a:pt x="3466" y="158"/>
                  <a:pt x="3466" y="378"/>
                </a:cubicBezTo>
                <a:lnTo>
                  <a:pt x="3466" y="725"/>
                </a:lnTo>
                <a:lnTo>
                  <a:pt x="2111" y="725"/>
                </a:lnTo>
                <a:lnTo>
                  <a:pt x="2111" y="378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8" name="Google Shape;5718;p31"/>
          <p:cNvSpPr/>
          <p:nvPr/>
        </p:nvSpPr>
        <p:spPr>
          <a:xfrm>
            <a:off x="1576158" y="3197580"/>
            <a:ext cx="386548" cy="377670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9" name="Google Shape;5719;p31"/>
          <p:cNvSpPr/>
          <p:nvPr/>
        </p:nvSpPr>
        <p:spPr>
          <a:xfrm>
            <a:off x="1581243" y="3692566"/>
            <a:ext cx="376379" cy="37737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0" name="Google Shape;5720;p31"/>
          <p:cNvSpPr/>
          <p:nvPr/>
        </p:nvSpPr>
        <p:spPr>
          <a:xfrm>
            <a:off x="3984785" y="2697247"/>
            <a:ext cx="333665" cy="156195"/>
          </a:xfrm>
          <a:custGeom>
            <a:rect b="b" l="l" r="r" t="t"/>
            <a:pathLst>
              <a:path extrusionOk="0" h="4838" w="10335"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2458"/>
                </a:lnTo>
                <a:cubicBezTo>
                  <a:pt x="1" y="2993"/>
                  <a:pt x="473" y="3466"/>
                  <a:pt x="1040" y="3466"/>
                </a:cubicBezTo>
                <a:lnTo>
                  <a:pt x="2048" y="3466"/>
                </a:lnTo>
                <a:lnTo>
                  <a:pt x="2048" y="4505"/>
                </a:lnTo>
                <a:cubicBezTo>
                  <a:pt x="2048" y="4663"/>
                  <a:pt x="2143" y="4757"/>
                  <a:pt x="2269" y="4820"/>
                </a:cubicBezTo>
                <a:cubicBezTo>
                  <a:pt x="2300" y="4831"/>
                  <a:pt x="2339" y="4838"/>
                  <a:pt x="2380" y="4838"/>
                </a:cubicBezTo>
                <a:cubicBezTo>
                  <a:pt x="2461" y="4838"/>
                  <a:pt x="2552" y="4810"/>
                  <a:pt x="2615" y="4726"/>
                </a:cubicBezTo>
                <a:lnTo>
                  <a:pt x="3876" y="3466"/>
                </a:lnTo>
                <a:lnTo>
                  <a:pt x="6365" y="3466"/>
                </a:lnTo>
                <a:lnTo>
                  <a:pt x="7625" y="4726"/>
                </a:lnTo>
                <a:cubicBezTo>
                  <a:pt x="7688" y="4810"/>
                  <a:pt x="7765" y="4838"/>
                  <a:pt x="7846" y="4838"/>
                </a:cubicBezTo>
                <a:cubicBezTo>
                  <a:pt x="7887" y="4838"/>
                  <a:pt x="7929" y="4831"/>
                  <a:pt x="7971" y="4820"/>
                </a:cubicBezTo>
                <a:cubicBezTo>
                  <a:pt x="8097" y="4789"/>
                  <a:pt x="8160" y="4631"/>
                  <a:pt x="8160" y="4505"/>
                </a:cubicBezTo>
                <a:lnTo>
                  <a:pt x="8160" y="3466"/>
                </a:lnTo>
                <a:lnTo>
                  <a:pt x="9231" y="3466"/>
                </a:lnTo>
                <a:cubicBezTo>
                  <a:pt x="9862" y="3466"/>
                  <a:pt x="10334" y="2993"/>
                  <a:pt x="10334" y="2458"/>
                </a:cubicBezTo>
                <a:lnTo>
                  <a:pt x="10334" y="1071"/>
                </a:lnTo>
                <a:cubicBezTo>
                  <a:pt x="10334" y="536"/>
                  <a:pt x="98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1" name="Google Shape;5721;p31"/>
          <p:cNvSpPr/>
          <p:nvPr/>
        </p:nvSpPr>
        <p:spPr>
          <a:xfrm>
            <a:off x="4007158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599" y="1"/>
                  <a:pt x="1" y="631"/>
                  <a:pt x="1" y="1387"/>
                </a:cubicBezTo>
                <a:cubicBezTo>
                  <a:pt x="1" y="2143"/>
                  <a:pt x="599" y="2773"/>
                  <a:pt x="1387" y="2773"/>
                </a:cubicBezTo>
                <a:cubicBezTo>
                  <a:pt x="2143" y="2773"/>
                  <a:pt x="2742" y="2143"/>
                  <a:pt x="2742" y="1387"/>
                </a:cubicBezTo>
                <a:cubicBezTo>
                  <a:pt x="2742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2" name="Google Shape;5722;p31"/>
          <p:cNvSpPr/>
          <p:nvPr/>
        </p:nvSpPr>
        <p:spPr>
          <a:xfrm>
            <a:off x="3962411" y="2986103"/>
            <a:ext cx="177019" cy="87525"/>
          </a:xfrm>
          <a:custGeom>
            <a:rect b="b" l="l" r="r" t="t"/>
            <a:pathLst>
              <a:path extrusionOk="0" h="2711" w="5483">
                <a:moveTo>
                  <a:pt x="2741" y="1"/>
                </a:moveTo>
                <a:cubicBezTo>
                  <a:pt x="1387" y="1"/>
                  <a:pt x="221" y="1040"/>
                  <a:pt x="32" y="2332"/>
                </a:cubicBezTo>
                <a:cubicBezTo>
                  <a:pt x="0" y="2521"/>
                  <a:pt x="158" y="2710"/>
                  <a:pt x="378" y="2710"/>
                </a:cubicBezTo>
                <a:lnTo>
                  <a:pt x="5104" y="2710"/>
                </a:lnTo>
                <a:cubicBezTo>
                  <a:pt x="5325" y="2710"/>
                  <a:pt x="5482" y="2521"/>
                  <a:pt x="5482" y="2332"/>
                </a:cubicBezTo>
                <a:cubicBezTo>
                  <a:pt x="5262" y="977"/>
                  <a:pt x="4128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3" name="Google Shape;5723;p31"/>
          <p:cNvSpPr/>
          <p:nvPr/>
        </p:nvSpPr>
        <p:spPr>
          <a:xfrm>
            <a:off x="4206520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87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4" name="Google Shape;5724;p31"/>
          <p:cNvSpPr/>
          <p:nvPr/>
        </p:nvSpPr>
        <p:spPr>
          <a:xfrm>
            <a:off x="4161773" y="2986103"/>
            <a:ext cx="178019" cy="87525"/>
          </a:xfrm>
          <a:custGeom>
            <a:rect b="b" l="l" r="r" t="t"/>
            <a:pathLst>
              <a:path extrusionOk="0" h="2711" w="5514">
                <a:moveTo>
                  <a:pt x="2773" y="1"/>
                </a:moveTo>
                <a:cubicBezTo>
                  <a:pt x="1387" y="1"/>
                  <a:pt x="252" y="1040"/>
                  <a:pt x="32" y="2332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67" y="2710"/>
                </a:lnTo>
                <a:cubicBezTo>
                  <a:pt x="5356" y="2710"/>
                  <a:pt x="5514" y="2521"/>
                  <a:pt x="5514" y="2332"/>
                </a:cubicBezTo>
                <a:cubicBezTo>
                  <a:pt x="5293" y="977"/>
                  <a:pt x="4128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5" name="Google Shape;5725;p31"/>
          <p:cNvSpPr/>
          <p:nvPr/>
        </p:nvSpPr>
        <p:spPr>
          <a:xfrm>
            <a:off x="1201626" y="1392829"/>
            <a:ext cx="199392" cy="111028"/>
          </a:xfrm>
          <a:custGeom>
            <a:rect b="b" l="l" r="r" t="t"/>
            <a:pathLst>
              <a:path extrusionOk="0" h="3439" w="6176">
                <a:moveTo>
                  <a:pt x="4433" y="0"/>
                </a:moveTo>
                <a:cubicBezTo>
                  <a:pt x="4393" y="0"/>
                  <a:pt x="4354" y="8"/>
                  <a:pt x="4317" y="26"/>
                </a:cubicBezTo>
                <a:cubicBezTo>
                  <a:pt x="4191" y="58"/>
                  <a:pt x="4128" y="216"/>
                  <a:pt x="4128" y="342"/>
                </a:cubicBezTo>
                <a:lnTo>
                  <a:pt x="4128" y="1003"/>
                </a:lnTo>
                <a:lnTo>
                  <a:pt x="2048" y="1003"/>
                </a:lnTo>
                <a:lnTo>
                  <a:pt x="2048" y="342"/>
                </a:lnTo>
                <a:cubicBezTo>
                  <a:pt x="2048" y="184"/>
                  <a:pt x="1954" y="58"/>
                  <a:pt x="1828" y="26"/>
                </a:cubicBezTo>
                <a:cubicBezTo>
                  <a:pt x="1793" y="15"/>
                  <a:pt x="1750" y="8"/>
                  <a:pt x="1705" y="8"/>
                </a:cubicBezTo>
                <a:cubicBezTo>
                  <a:pt x="1626" y="8"/>
                  <a:pt x="1541" y="30"/>
                  <a:pt x="1481" y="89"/>
                </a:cubicBezTo>
                <a:lnTo>
                  <a:pt x="95" y="1476"/>
                </a:lnTo>
                <a:cubicBezTo>
                  <a:pt x="0" y="1602"/>
                  <a:pt x="0" y="1822"/>
                  <a:pt x="95" y="1948"/>
                </a:cubicBezTo>
                <a:lnTo>
                  <a:pt x="1481" y="3334"/>
                </a:lnTo>
                <a:cubicBezTo>
                  <a:pt x="1548" y="3379"/>
                  <a:pt x="1646" y="3424"/>
                  <a:pt x="1732" y="3424"/>
                </a:cubicBezTo>
                <a:cubicBezTo>
                  <a:pt x="1767" y="3424"/>
                  <a:pt x="1800" y="3416"/>
                  <a:pt x="1828" y="3398"/>
                </a:cubicBezTo>
                <a:cubicBezTo>
                  <a:pt x="1954" y="3366"/>
                  <a:pt x="2048" y="3208"/>
                  <a:pt x="2048" y="3082"/>
                </a:cubicBezTo>
                <a:lnTo>
                  <a:pt x="2048" y="2421"/>
                </a:lnTo>
                <a:lnTo>
                  <a:pt x="4128" y="2421"/>
                </a:lnTo>
                <a:lnTo>
                  <a:pt x="4128" y="3082"/>
                </a:lnTo>
                <a:cubicBezTo>
                  <a:pt x="4128" y="3240"/>
                  <a:pt x="4191" y="3366"/>
                  <a:pt x="4317" y="3398"/>
                </a:cubicBezTo>
                <a:cubicBezTo>
                  <a:pt x="4369" y="3424"/>
                  <a:pt x="4426" y="3439"/>
                  <a:pt x="4483" y="3439"/>
                </a:cubicBezTo>
                <a:cubicBezTo>
                  <a:pt x="4562" y="3439"/>
                  <a:pt x="4639" y="3408"/>
                  <a:pt x="4695" y="3334"/>
                </a:cubicBezTo>
                <a:lnTo>
                  <a:pt x="6049" y="1948"/>
                </a:lnTo>
                <a:cubicBezTo>
                  <a:pt x="6175" y="1822"/>
                  <a:pt x="6175" y="1602"/>
                  <a:pt x="6049" y="1476"/>
                </a:cubicBezTo>
                <a:lnTo>
                  <a:pt x="4695" y="89"/>
                </a:lnTo>
                <a:cubicBezTo>
                  <a:pt x="4628" y="45"/>
                  <a:pt x="4530" y="0"/>
                  <a:pt x="44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6" name="Google Shape;5726;p31"/>
          <p:cNvSpPr/>
          <p:nvPr/>
        </p:nvSpPr>
        <p:spPr>
          <a:xfrm>
            <a:off x="1202627" y="1260428"/>
            <a:ext cx="44812" cy="133272"/>
          </a:xfrm>
          <a:custGeom>
            <a:rect b="b" l="l" r="r" t="t"/>
            <a:pathLst>
              <a:path extrusionOk="0" h="4128" w="1388">
                <a:moveTo>
                  <a:pt x="1" y="0"/>
                </a:moveTo>
                <a:lnTo>
                  <a:pt x="1" y="4127"/>
                </a:lnTo>
                <a:lnTo>
                  <a:pt x="348" y="4127"/>
                </a:lnTo>
                <a:cubicBezTo>
                  <a:pt x="915" y="4127"/>
                  <a:pt x="1387" y="3655"/>
                  <a:pt x="1387" y="3088"/>
                </a:cubicBezTo>
                <a:lnTo>
                  <a:pt x="1387" y="1009"/>
                </a:lnTo>
                <a:cubicBezTo>
                  <a:pt x="1387" y="473"/>
                  <a:pt x="915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7" name="Google Shape;5727;p31"/>
          <p:cNvSpPr/>
          <p:nvPr/>
        </p:nvSpPr>
        <p:spPr>
          <a:xfrm>
            <a:off x="1202627" y="1502502"/>
            <a:ext cx="44812" cy="133337"/>
          </a:xfrm>
          <a:custGeom>
            <a:rect b="b" l="l" r="r" t="t"/>
            <a:pathLst>
              <a:path extrusionOk="0" h="4130" w="1388">
                <a:moveTo>
                  <a:pt x="1" y="1"/>
                </a:moveTo>
                <a:lnTo>
                  <a:pt x="1" y="4128"/>
                </a:lnTo>
                <a:lnTo>
                  <a:pt x="348" y="4128"/>
                </a:lnTo>
                <a:cubicBezTo>
                  <a:pt x="367" y="4129"/>
                  <a:pt x="386" y="4129"/>
                  <a:pt x="405" y="4129"/>
                </a:cubicBezTo>
                <a:cubicBezTo>
                  <a:pt x="946" y="4129"/>
                  <a:pt x="1387" y="3698"/>
                  <a:pt x="1387" y="3119"/>
                </a:cubicBezTo>
                <a:lnTo>
                  <a:pt x="1387" y="1040"/>
                </a:lnTo>
                <a:cubicBezTo>
                  <a:pt x="1387" y="473"/>
                  <a:pt x="915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8" name="Google Shape;5728;p31"/>
          <p:cNvSpPr/>
          <p:nvPr/>
        </p:nvSpPr>
        <p:spPr>
          <a:xfrm>
            <a:off x="1359275" y="1260428"/>
            <a:ext cx="43778" cy="133272"/>
          </a:xfrm>
          <a:custGeom>
            <a:rect b="b" l="l" r="r" t="t"/>
            <a:pathLst>
              <a:path extrusionOk="0" h="4128" w="1356"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3088"/>
                </a:lnTo>
                <a:cubicBezTo>
                  <a:pt x="1" y="3655"/>
                  <a:pt x="410" y="4127"/>
                  <a:pt x="1009" y="4127"/>
                </a:cubicBezTo>
                <a:lnTo>
                  <a:pt x="1355" y="4127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9" name="Google Shape;5729;p31"/>
          <p:cNvSpPr/>
          <p:nvPr/>
        </p:nvSpPr>
        <p:spPr>
          <a:xfrm>
            <a:off x="1425395" y="1261428"/>
            <a:ext cx="66152" cy="375378"/>
          </a:xfrm>
          <a:custGeom>
            <a:rect b="b" l="l" r="r" t="t"/>
            <a:pathLst>
              <a:path extrusionOk="0" h="11627" w="2049">
                <a:moveTo>
                  <a:pt x="1" y="1"/>
                </a:moveTo>
                <a:lnTo>
                  <a:pt x="1" y="11626"/>
                </a:lnTo>
                <a:cubicBezTo>
                  <a:pt x="1135" y="11469"/>
                  <a:pt x="2048" y="10460"/>
                  <a:pt x="2048" y="9263"/>
                </a:cubicBezTo>
                <a:lnTo>
                  <a:pt x="2048" y="2395"/>
                </a:lnTo>
                <a:cubicBezTo>
                  <a:pt x="2048" y="1167"/>
                  <a:pt x="1135" y="158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0" name="Google Shape;5730;p31"/>
          <p:cNvSpPr/>
          <p:nvPr/>
        </p:nvSpPr>
        <p:spPr>
          <a:xfrm>
            <a:off x="1359275" y="1502502"/>
            <a:ext cx="43778" cy="134306"/>
          </a:xfrm>
          <a:custGeom>
            <a:rect b="b" l="l" r="r" t="t"/>
            <a:pathLst>
              <a:path extrusionOk="0" h="4160" w="1356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3119"/>
                </a:lnTo>
                <a:cubicBezTo>
                  <a:pt x="1" y="3718"/>
                  <a:pt x="410" y="4159"/>
                  <a:pt x="1009" y="4159"/>
                </a:cubicBezTo>
                <a:lnTo>
                  <a:pt x="1355" y="4159"/>
                </a:lnTo>
                <a:lnTo>
                  <a:pt x="135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1" name="Google Shape;5731;p31"/>
          <p:cNvSpPr/>
          <p:nvPr/>
        </p:nvSpPr>
        <p:spPr>
          <a:xfrm>
            <a:off x="1115166" y="1260427"/>
            <a:ext cx="66152" cy="374345"/>
          </a:xfrm>
          <a:custGeom>
            <a:rect b="b" l="l" r="r" t="t"/>
            <a:pathLst>
              <a:path extrusionOk="0" h="11595" w="2049">
                <a:moveTo>
                  <a:pt x="2048" y="0"/>
                </a:moveTo>
                <a:cubicBezTo>
                  <a:pt x="883" y="158"/>
                  <a:pt x="1" y="1166"/>
                  <a:pt x="1" y="2363"/>
                </a:cubicBezTo>
                <a:lnTo>
                  <a:pt x="1" y="9200"/>
                </a:lnTo>
                <a:cubicBezTo>
                  <a:pt x="1" y="10460"/>
                  <a:pt x="851" y="11437"/>
                  <a:pt x="2048" y="11594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2" name="Google Shape;5732;p31"/>
          <p:cNvSpPr/>
          <p:nvPr/>
        </p:nvSpPr>
        <p:spPr>
          <a:xfrm>
            <a:off x="1114666" y="1973448"/>
            <a:ext cx="377379" cy="132239"/>
          </a:xfrm>
          <a:custGeom>
            <a:rect b="b" l="l" r="r" t="t"/>
            <a:pathLst>
              <a:path extrusionOk="0" h="4096" w="11689">
                <a:moveTo>
                  <a:pt x="1701" y="0"/>
                </a:moveTo>
                <a:cubicBezTo>
                  <a:pt x="1040" y="0"/>
                  <a:pt x="473" y="315"/>
                  <a:pt x="63" y="819"/>
                </a:cubicBezTo>
                <a:cubicBezTo>
                  <a:pt x="0" y="945"/>
                  <a:pt x="0" y="1040"/>
                  <a:pt x="32" y="1166"/>
                </a:cubicBezTo>
                <a:cubicBezTo>
                  <a:pt x="63" y="1292"/>
                  <a:pt x="189" y="1355"/>
                  <a:pt x="347" y="1355"/>
                </a:cubicBezTo>
                <a:lnTo>
                  <a:pt x="1008" y="1355"/>
                </a:lnTo>
                <a:cubicBezTo>
                  <a:pt x="1418" y="1355"/>
                  <a:pt x="1670" y="1670"/>
                  <a:pt x="1670" y="2048"/>
                </a:cubicBezTo>
                <a:cubicBezTo>
                  <a:pt x="1670" y="2426"/>
                  <a:pt x="1355" y="2710"/>
                  <a:pt x="1008" y="2710"/>
                </a:cubicBezTo>
                <a:lnTo>
                  <a:pt x="347" y="2710"/>
                </a:lnTo>
                <a:cubicBezTo>
                  <a:pt x="221" y="2710"/>
                  <a:pt x="95" y="2773"/>
                  <a:pt x="32" y="2899"/>
                </a:cubicBezTo>
                <a:cubicBezTo>
                  <a:pt x="0" y="3025"/>
                  <a:pt x="0" y="3151"/>
                  <a:pt x="63" y="3245"/>
                </a:cubicBezTo>
                <a:cubicBezTo>
                  <a:pt x="410" y="3781"/>
                  <a:pt x="1040" y="4096"/>
                  <a:pt x="1701" y="4096"/>
                </a:cubicBezTo>
                <a:cubicBezTo>
                  <a:pt x="2615" y="4096"/>
                  <a:pt x="3371" y="3497"/>
                  <a:pt x="3655" y="2710"/>
                </a:cubicBezTo>
                <a:lnTo>
                  <a:pt x="8065" y="2710"/>
                </a:lnTo>
                <a:cubicBezTo>
                  <a:pt x="8317" y="3497"/>
                  <a:pt x="9073" y="4096"/>
                  <a:pt x="9987" y="4096"/>
                </a:cubicBezTo>
                <a:cubicBezTo>
                  <a:pt x="10649" y="4096"/>
                  <a:pt x="11247" y="3781"/>
                  <a:pt x="11594" y="3245"/>
                </a:cubicBezTo>
                <a:cubicBezTo>
                  <a:pt x="11688" y="3119"/>
                  <a:pt x="11688" y="3025"/>
                  <a:pt x="11625" y="2899"/>
                </a:cubicBezTo>
                <a:cubicBezTo>
                  <a:pt x="11594" y="2773"/>
                  <a:pt x="11468" y="2710"/>
                  <a:pt x="11310" y="2710"/>
                </a:cubicBezTo>
                <a:lnTo>
                  <a:pt x="10649" y="2710"/>
                </a:lnTo>
                <a:cubicBezTo>
                  <a:pt x="10271" y="2710"/>
                  <a:pt x="9987" y="2395"/>
                  <a:pt x="9987" y="2048"/>
                </a:cubicBezTo>
                <a:cubicBezTo>
                  <a:pt x="9987" y="1670"/>
                  <a:pt x="10302" y="1355"/>
                  <a:pt x="10649" y="1355"/>
                </a:cubicBezTo>
                <a:lnTo>
                  <a:pt x="11310" y="1355"/>
                </a:lnTo>
                <a:cubicBezTo>
                  <a:pt x="11436" y="1355"/>
                  <a:pt x="11562" y="1292"/>
                  <a:pt x="11625" y="1166"/>
                </a:cubicBezTo>
                <a:cubicBezTo>
                  <a:pt x="11688" y="1040"/>
                  <a:pt x="11688" y="945"/>
                  <a:pt x="11594" y="819"/>
                </a:cubicBezTo>
                <a:cubicBezTo>
                  <a:pt x="11247" y="315"/>
                  <a:pt x="10649" y="0"/>
                  <a:pt x="9987" y="0"/>
                </a:cubicBezTo>
                <a:cubicBezTo>
                  <a:pt x="9073" y="0"/>
                  <a:pt x="8349" y="567"/>
                  <a:pt x="8065" y="1355"/>
                </a:cubicBezTo>
                <a:lnTo>
                  <a:pt x="3655" y="1355"/>
                </a:lnTo>
                <a:cubicBezTo>
                  <a:pt x="3371" y="567"/>
                  <a:pt x="2615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3" name="Google Shape;5733;p31"/>
          <p:cNvSpPr/>
          <p:nvPr/>
        </p:nvSpPr>
        <p:spPr>
          <a:xfrm>
            <a:off x="1258077" y="1730340"/>
            <a:ext cx="88525" cy="88525"/>
          </a:xfrm>
          <a:custGeom>
            <a:rect b="b" l="l" r="r" t="t"/>
            <a:pathLst>
              <a:path extrusionOk="0" h="2742" w="2742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1"/>
                  <a:pt x="630" y="2741"/>
                  <a:pt x="1355" y="2741"/>
                </a:cubicBezTo>
                <a:cubicBezTo>
                  <a:pt x="2111" y="2741"/>
                  <a:pt x="2741" y="2111"/>
                  <a:pt x="2741" y="1387"/>
                </a:cubicBezTo>
                <a:cubicBezTo>
                  <a:pt x="2741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4" name="Google Shape;5734;p31"/>
          <p:cNvSpPr/>
          <p:nvPr/>
        </p:nvSpPr>
        <p:spPr>
          <a:xfrm>
            <a:off x="1214330" y="1841208"/>
            <a:ext cx="175986" cy="154645"/>
          </a:xfrm>
          <a:custGeom>
            <a:rect b="b" l="l" r="r" t="t"/>
            <a:pathLst>
              <a:path extrusionOk="0" h="4790" w="5451">
                <a:moveTo>
                  <a:pt x="2710" y="1"/>
                </a:moveTo>
                <a:cubicBezTo>
                  <a:pt x="1387" y="1"/>
                  <a:pt x="253" y="1009"/>
                  <a:pt x="32" y="2300"/>
                </a:cubicBezTo>
                <a:cubicBezTo>
                  <a:pt x="1" y="2521"/>
                  <a:pt x="158" y="2710"/>
                  <a:pt x="410" y="2710"/>
                </a:cubicBezTo>
                <a:lnTo>
                  <a:pt x="2395" y="2710"/>
                </a:lnTo>
                <a:lnTo>
                  <a:pt x="2395" y="4789"/>
                </a:lnTo>
                <a:lnTo>
                  <a:pt x="3088" y="4789"/>
                </a:lnTo>
                <a:lnTo>
                  <a:pt x="3088" y="2710"/>
                </a:lnTo>
                <a:lnTo>
                  <a:pt x="5073" y="2710"/>
                </a:lnTo>
                <a:cubicBezTo>
                  <a:pt x="5293" y="2710"/>
                  <a:pt x="5451" y="2521"/>
                  <a:pt x="5451" y="2300"/>
                </a:cubicBezTo>
                <a:cubicBezTo>
                  <a:pt x="5230" y="977"/>
                  <a:pt x="4096" y="1"/>
                  <a:pt x="27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5" name="Google Shape;5735;p31"/>
          <p:cNvSpPr/>
          <p:nvPr/>
        </p:nvSpPr>
        <p:spPr>
          <a:xfrm>
            <a:off x="1314527" y="2458616"/>
            <a:ext cx="108865" cy="109898"/>
          </a:xfrm>
          <a:custGeom>
            <a:rect b="b" l="l" r="r" t="t"/>
            <a:pathLst>
              <a:path extrusionOk="0" h="3404" w="3372">
                <a:moveTo>
                  <a:pt x="3025" y="1"/>
                </a:moveTo>
                <a:cubicBezTo>
                  <a:pt x="2836" y="1"/>
                  <a:pt x="2678" y="159"/>
                  <a:pt x="2678" y="348"/>
                </a:cubicBezTo>
                <a:lnTo>
                  <a:pt x="2678" y="1041"/>
                </a:lnTo>
                <a:cubicBezTo>
                  <a:pt x="2678" y="1576"/>
                  <a:pt x="2206" y="2049"/>
                  <a:pt x="1639" y="2049"/>
                </a:cubicBezTo>
                <a:lnTo>
                  <a:pt x="1103" y="2049"/>
                </a:lnTo>
                <a:lnTo>
                  <a:pt x="1229" y="1923"/>
                </a:lnTo>
                <a:cubicBezTo>
                  <a:pt x="1387" y="1860"/>
                  <a:pt x="1387" y="1608"/>
                  <a:pt x="1261" y="1513"/>
                </a:cubicBezTo>
                <a:cubicBezTo>
                  <a:pt x="1198" y="1450"/>
                  <a:pt x="1111" y="1419"/>
                  <a:pt x="1024" y="1419"/>
                </a:cubicBezTo>
                <a:cubicBezTo>
                  <a:pt x="938" y="1419"/>
                  <a:pt x="851" y="1450"/>
                  <a:pt x="788" y="1513"/>
                </a:cubicBezTo>
                <a:lnTo>
                  <a:pt x="127" y="2175"/>
                </a:lnTo>
                <a:cubicBezTo>
                  <a:pt x="1" y="2301"/>
                  <a:pt x="1" y="2521"/>
                  <a:pt x="127" y="2647"/>
                </a:cubicBezTo>
                <a:lnTo>
                  <a:pt x="788" y="3309"/>
                </a:lnTo>
                <a:cubicBezTo>
                  <a:pt x="851" y="3372"/>
                  <a:pt x="938" y="3404"/>
                  <a:pt x="1024" y="3404"/>
                </a:cubicBezTo>
                <a:cubicBezTo>
                  <a:pt x="1111" y="3404"/>
                  <a:pt x="1198" y="3372"/>
                  <a:pt x="1261" y="3309"/>
                </a:cubicBezTo>
                <a:cubicBezTo>
                  <a:pt x="1387" y="3183"/>
                  <a:pt x="1387" y="2962"/>
                  <a:pt x="1261" y="2836"/>
                </a:cubicBezTo>
                <a:lnTo>
                  <a:pt x="1135" y="2710"/>
                </a:lnTo>
                <a:lnTo>
                  <a:pt x="1702" y="2710"/>
                </a:lnTo>
                <a:cubicBezTo>
                  <a:pt x="2647" y="2710"/>
                  <a:pt x="3372" y="1986"/>
                  <a:pt x="3372" y="1041"/>
                </a:cubicBezTo>
                <a:lnTo>
                  <a:pt x="3372" y="348"/>
                </a:lnTo>
                <a:cubicBezTo>
                  <a:pt x="3372" y="159"/>
                  <a:pt x="3214" y="1"/>
                  <a:pt x="30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6" name="Google Shape;5736;p31"/>
          <p:cNvSpPr/>
          <p:nvPr/>
        </p:nvSpPr>
        <p:spPr>
          <a:xfrm>
            <a:off x="1182287" y="2195201"/>
            <a:ext cx="108865" cy="109866"/>
          </a:xfrm>
          <a:custGeom>
            <a:rect b="b" l="l" r="r" t="t"/>
            <a:pathLst>
              <a:path extrusionOk="0" h="3403" w="3372">
                <a:moveTo>
                  <a:pt x="2360" y="0"/>
                </a:moveTo>
                <a:cubicBezTo>
                  <a:pt x="2269" y="0"/>
                  <a:pt x="2175" y="32"/>
                  <a:pt x="2112" y="95"/>
                </a:cubicBezTo>
                <a:cubicBezTo>
                  <a:pt x="2017" y="221"/>
                  <a:pt x="2017" y="441"/>
                  <a:pt x="2112" y="567"/>
                </a:cubicBezTo>
                <a:lnTo>
                  <a:pt x="2238" y="693"/>
                </a:lnTo>
                <a:lnTo>
                  <a:pt x="1702" y="693"/>
                </a:lnTo>
                <a:cubicBezTo>
                  <a:pt x="757" y="693"/>
                  <a:pt x="1" y="1418"/>
                  <a:pt x="1" y="2363"/>
                </a:cubicBezTo>
                <a:lnTo>
                  <a:pt x="1" y="3056"/>
                </a:lnTo>
                <a:cubicBezTo>
                  <a:pt x="1" y="3245"/>
                  <a:pt x="158" y="3403"/>
                  <a:pt x="347" y="3403"/>
                </a:cubicBezTo>
                <a:cubicBezTo>
                  <a:pt x="536" y="3403"/>
                  <a:pt x="694" y="3245"/>
                  <a:pt x="694" y="3056"/>
                </a:cubicBezTo>
                <a:lnTo>
                  <a:pt x="694" y="2332"/>
                </a:lnTo>
                <a:cubicBezTo>
                  <a:pt x="694" y="1796"/>
                  <a:pt x="1167" y="1292"/>
                  <a:pt x="1734" y="1292"/>
                </a:cubicBezTo>
                <a:lnTo>
                  <a:pt x="2269" y="1292"/>
                </a:lnTo>
                <a:lnTo>
                  <a:pt x="2175" y="1418"/>
                </a:lnTo>
                <a:cubicBezTo>
                  <a:pt x="2017" y="1544"/>
                  <a:pt x="2017" y="1733"/>
                  <a:pt x="2112" y="1891"/>
                </a:cubicBezTo>
                <a:cubicBezTo>
                  <a:pt x="2175" y="1954"/>
                  <a:pt x="2269" y="1985"/>
                  <a:pt x="2360" y="1985"/>
                </a:cubicBezTo>
                <a:cubicBezTo>
                  <a:pt x="2450" y="1985"/>
                  <a:pt x="2537" y="1954"/>
                  <a:pt x="2584" y="1891"/>
                </a:cubicBezTo>
                <a:lnTo>
                  <a:pt x="3277" y="1229"/>
                </a:lnTo>
                <a:cubicBezTo>
                  <a:pt x="3372" y="1103"/>
                  <a:pt x="3372" y="882"/>
                  <a:pt x="3277" y="756"/>
                </a:cubicBezTo>
                <a:lnTo>
                  <a:pt x="2584" y="95"/>
                </a:lnTo>
                <a:cubicBezTo>
                  <a:pt x="2537" y="32"/>
                  <a:pt x="2450" y="0"/>
                  <a:pt x="23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7" name="Google Shape;5737;p31"/>
          <p:cNvSpPr/>
          <p:nvPr/>
        </p:nvSpPr>
        <p:spPr>
          <a:xfrm>
            <a:off x="1115166" y="2325375"/>
            <a:ext cx="177019" cy="45812"/>
          </a:xfrm>
          <a:custGeom>
            <a:rect b="b" l="l" r="r" t="t"/>
            <a:pathLst>
              <a:path extrusionOk="0" h="1419" w="5483">
                <a:moveTo>
                  <a:pt x="1009" y="1"/>
                </a:moveTo>
                <a:cubicBezTo>
                  <a:pt x="473" y="1"/>
                  <a:pt x="1" y="473"/>
                  <a:pt x="1" y="1072"/>
                </a:cubicBezTo>
                <a:lnTo>
                  <a:pt x="1" y="1419"/>
                </a:lnTo>
                <a:lnTo>
                  <a:pt x="5482" y="1419"/>
                </a:lnTo>
                <a:lnTo>
                  <a:pt x="5482" y="1072"/>
                </a:lnTo>
                <a:lnTo>
                  <a:pt x="5451" y="1072"/>
                </a:lnTo>
                <a:cubicBezTo>
                  <a:pt x="5451" y="505"/>
                  <a:pt x="5010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8" name="Google Shape;5738;p31"/>
          <p:cNvSpPr/>
          <p:nvPr/>
        </p:nvSpPr>
        <p:spPr>
          <a:xfrm>
            <a:off x="1115166" y="2392528"/>
            <a:ext cx="175986" cy="110899"/>
          </a:xfrm>
          <a:custGeom>
            <a:rect b="b" l="l" r="r" t="t"/>
            <a:pathLst>
              <a:path extrusionOk="0" h="3435" w="5451">
                <a:moveTo>
                  <a:pt x="1" y="0"/>
                </a:moveTo>
                <a:lnTo>
                  <a:pt x="1" y="3434"/>
                </a:lnTo>
                <a:lnTo>
                  <a:pt x="5451" y="3434"/>
                </a:lnTo>
                <a:lnTo>
                  <a:pt x="54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9" name="Google Shape;5739;p31"/>
          <p:cNvSpPr/>
          <p:nvPr/>
        </p:nvSpPr>
        <p:spPr>
          <a:xfrm>
            <a:off x="1115166" y="2524736"/>
            <a:ext cx="175986" cy="44779"/>
          </a:xfrm>
          <a:custGeom>
            <a:rect b="b" l="l" r="r" t="t"/>
            <a:pathLst>
              <a:path extrusionOk="0" h="1387" w="5451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10" y="1387"/>
                  <a:pt x="1009" y="1387"/>
                </a:cubicBezTo>
                <a:lnTo>
                  <a:pt x="4443" y="1387"/>
                </a:lnTo>
                <a:cubicBezTo>
                  <a:pt x="4978" y="1387"/>
                  <a:pt x="5451" y="914"/>
                  <a:pt x="5451" y="347"/>
                </a:cubicBezTo>
                <a:lnTo>
                  <a:pt x="54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0" name="Google Shape;5740;p31"/>
          <p:cNvSpPr/>
          <p:nvPr/>
        </p:nvSpPr>
        <p:spPr>
          <a:xfrm>
            <a:off x="1314527" y="2193167"/>
            <a:ext cx="177019" cy="43746"/>
          </a:xfrm>
          <a:custGeom>
            <a:rect b="b" l="l" r="r" t="t"/>
            <a:pathLst>
              <a:path extrusionOk="0" h="1355" w="5483"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1355"/>
                </a:lnTo>
                <a:lnTo>
                  <a:pt x="5482" y="1355"/>
                </a:lnTo>
                <a:lnTo>
                  <a:pt x="5482" y="1008"/>
                </a:lnTo>
                <a:cubicBezTo>
                  <a:pt x="5482" y="473"/>
                  <a:pt x="5010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1" name="Google Shape;5741;p31"/>
          <p:cNvSpPr/>
          <p:nvPr/>
        </p:nvSpPr>
        <p:spPr>
          <a:xfrm>
            <a:off x="1313527" y="2259287"/>
            <a:ext cx="175986" cy="110899"/>
          </a:xfrm>
          <a:custGeom>
            <a:rect b="b" l="l" r="r" t="t"/>
            <a:pathLst>
              <a:path extrusionOk="0" h="3435" w="5451">
                <a:moveTo>
                  <a:pt x="0" y="0"/>
                </a:moveTo>
                <a:lnTo>
                  <a:pt x="0" y="3434"/>
                </a:lnTo>
                <a:lnTo>
                  <a:pt x="5450" y="3434"/>
                </a:ln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2" name="Google Shape;5742;p31"/>
          <p:cNvSpPr/>
          <p:nvPr/>
        </p:nvSpPr>
        <p:spPr>
          <a:xfrm>
            <a:off x="1313527" y="2392528"/>
            <a:ext cx="175986" cy="45780"/>
          </a:xfrm>
          <a:custGeom>
            <a:rect b="b" l="l" r="r" t="t"/>
            <a:pathLst>
              <a:path extrusionOk="0" h="1418" w="5451">
                <a:moveTo>
                  <a:pt x="0" y="0"/>
                </a:moveTo>
                <a:lnTo>
                  <a:pt x="0" y="347"/>
                </a:lnTo>
                <a:cubicBezTo>
                  <a:pt x="0" y="914"/>
                  <a:pt x="473" y="1418"/>
                  <a:pt x="1008" y="1418"/>
                </a:cubicBezTo>
                <a:lnTo>
                  <a:pt x="4442" y="1418"/>
                </a:lnTo>
                <a:cubicBezTo>
                  <a:pt x="4978" y="1418"/>
                  <a:pt x="5450" y="945"/>
                  <a:pt x="5450" y="347"/>
                </a:cubicBez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3" name="Google Shape;5743;p31"/>
          <p:cNvSpPr/>
          <p:nvPr/>
        </p:nvSpPr>
        <p:spPr>
          <a:xfrm>
            <a:off x="3738643" y="1304659"/>
            <a:ext cx="108865" cy="109898"/>
          </a:xfrm>
          <a:custGeom>
            <a:rect b="b" l="l" r="r" t="t"/>
            <a:pathLst>
              <a:path extrusionOk="0" h="3404" w="337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09" y="694"/>
                </a:lnTo>
                <a:cubicBezTo>
                  <a:pt x="1576" y="694"/>
                  <a:pt x="2049" y="1166"/>
                  <a:pt x="2049" y="1733"/>
                </a:cubicBezTo>
                <a:lnTo>
                  <a:pt x="2049" y="2269"/>
                </a:lnTo>
                <a:lnTo>
                  <a:pt x="1923" y="2175"/>
                </a:lnTo>
                <a:cubicBezTo>
                  <a:pt x="1860" y="2112"/>
                  <a:pt x="1773" y="2080"/>
                  <a:pt x="1686" y="2080"/>
                </a:cubicBezTo>
                <a:cubicBezTo>
                  <a:pt x="1600" y="2080"/>
                  <a:pt x="1513" y="2112"/>
                  <a:pt x="1450" y="2175"/>
                </a:cubicBezTo>
                <a:cubicBezTo>
                  <a:pt x="1324" y="2269"/>
                  <a:pt x="1324" y="2521"/>
                  <a:pt x="1450" y="2647"/>
                </a:cubicBezTo>
                <a:lnTo>
                  <a:pt x="2112" y="3309"/>
                </a:lnTo>
                <a:cubicBezTo>
                  <a:pt x="2175" y="3372"/>
                  <a:pt x="2269" y="3403"/>
                  <a:pt x="2360" y="3403"/>
                </a:cubicBezTo>
                <a:cubicBezTo>
                  <a:pt x="2450" y="3403"/>
                  <a:pt x="2537" y="3372"/>
                  <a:pt x="2584" y="3309"/>
                </a:cubicBezTo>
                <a:lnTo>
                  <a:pt x="3277" y="2647"/>
                </a:lnTo>
                <a:cubicBezTo>
                  <a:pt x="3372" y="2521"/>
                  <a:pt x="3372" y="2269"/>
                  <a:pt x="3277" y="2175"/>
                </a:cubicBezTo>
                <a:cubicBezTo>
                  <a:pt x="3214" y="2112"/>
                  <a:pt x="3120" y="2080"/>
                  <a:pt x="3029" y="2080"/>
                </a:cubicBezTo>
                <a:cubicBezTo>
                  <a:pt x="2939" y="2080"/>
                  <a:pt x="2852" y="2112"/>
                  <a:pt x="2805" y="2175"/>
                </a:cubicBezTo>
                <a:lnTo>
                  <a:pt x="2679" y="2269"/>
                </a:lnTo>
                <a:lnTo>
                  <a:pt x="2679" y="1733"/>
                </a:lnTo>
                <a:cubicBezTo>
                  <a:pt x="2742" y="788"/>
                  <a:pt x="1954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4" name="Google Shape;5744;p31"/>
          <p:cNvSpPr/>
          <p:nvPr/>
        </p:nvSpPr>
        <p:spPr>
          <a:xfrm>
            <a:off x="3585062" y="1526394"/>
            <a:ext cx="109866" cy="109898"/>
          </a:xfrm>
          <a:custGeom>
            <a:rect b="b" l="l" r="r" t="t"/>
            <a:pathLst>
              <a:path extrusionOk="0" h="3404" w="3403">
                <a:moveTo>
                  <a:pt x="1013" y="1"/>
                </a:moveTo>
                <a:cubicBezTo>
                  <a:pt x="922" y="1"/>
                  <a:pt x="835" y="32"/>
                  <a:pt x="788" y="95"/>
                </a:cubicBezTo>
                <a:lnTo>
                  <a:pt x="127" y="757"/>
                </a:lnTo>
                <a:cubicBezTo>
                  <a:pt x="1" y="883"/>
                  <a:pt x="1" y="1135"/>
                  <a:pt x="127" y="1229"/>
                </a:cubicBezTo>
                <a:cubicBezTo>
                  <a:pt x="174" y="1292"/>
                  <a:pt x="260" y="1324"/>
                  <a:pt x="351" y="1324"/>
                </a:cubicBezTo>
                <a:cubicBezTo>
                  <a:pt x="442" y="1324"/>
                  <a:pt x="536" y="1292"/>
                  <a:pt x="599" y="1229"/>
                </a:cubicBezTo>
                <a:lnTo>
                  <a:pt x="694" y="1135"/>
                </a:lnTo>
                <a:lnTo>
                  <a:pt x="694" y="1671"/>
                </a:lnTo>
                <a:cubicBezTo>
                  <a:pt x="694" y="2616"/>
                  <a:pt x="1450" y="3372"/>
                  <a:pt x="2395" y="3372"/>
                </a:cubicBezTo>
                <a:lnTo>
                  <a:pt x="3057" y="3372"/>
                </a:lnTo>
                <a:lnTo>
                  <a:pt x="3057" y="3403"/>
                </a:lnTo>
                <a:cubicBezTo>
                  <a:pt x="3246" y="3403"/>
                  <a:pt x="3403" y="3246"/>
                  <a:pt x="3403" y="3057"/>
                </a:cubicBezTo>
                <a:cubicBezTo>
                  <a:pt x="3403" y="2868"/>
                  <a:pt x="3246" y="2710"/>
                  <a:pt x="3057" y="2710"/>
                </a:cubicBezTo>
                <a:lnTo>
                  <a:pt x="2363" y="2710"/>
                </a:lnTo>
                <a:cubicBezTo>
                  <a:pt x="1796" y="2710"/>
                  <a:pt x="1324" y="2238"/>
                  <a:pt x="1324" y="1671"/>
                </a:cubicBezTo>
                <a:lnTo>
                  <a:pt x="1324" y="1135"/>
                </a:lnTo>
                <a:lnTo>
                  <a:pt x="1450" y="1229"/>
                </a:lnTo>
                <a:cubicBezTo>
                  <a:pt x="1513" y="1292"/>
                  <a:pt x="1599" y="1324"/>
                  <a:pt x="1686" y="1324"/>
                </a:cubicBezTo>
                <a:cubicBezTo>
                  <a:pt x="1773" y="1324"/>
                  <a:pt x="1859" y="1292"/>
                  <a:pt x="1922" y="1229"/>
                </a:cubicBezTo>
                <a:cubicBezTo>
                  <a:pt x="2048" y="1135"/>
                  <a:pt x="2048" y="883"/>
                  <a:pt x="1922" y="757"/>
                </a:cubicBezTo>
                <a:lnTo>
                  <a:pt x="1261" y="95"/>
                </a:lnTo>
                <a:cubicBezTo>
                  <a:pt x="1198" y="32"/>
                  <a:pt x="1103" y="1"/>
                  <a:pt x="10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5" name="Google Shape;5745;p31"/>
          <p:cNvSpPr/>
          <p:nvPr/>
        </p:nvSpPr>
        <p:spPr>
          <a:xfrm>
            <a:off x="3494534" y="1260944"/>
            <a:ext cx="266513" cy="198359"/>
          </a:xfrm>
          <a:custGeom>
            <a:rect b="b" l="l" r="r" t="t"/>
            <a:pathLst>
              <a:path extrusionOk="0" h="6144" w="8255">
                <a:moveTo>
                  <a:pt x="4191" y="0"/>
                </a:moveTo>
                <a:cubicBezTo>
                  <a:pt x="2300" y="0"/>
                  <a:pt x="757" y="1544"/>
                  <a:pt x="757" y="3434"/>
                </a:cubicBezTo>
                <a:lnTo>
                  <a:pt x="757" y="3529"/>
                </a:lnTo>
                <a:cubicBezTo>
                  <a:pt x="347" y="3686"/>
                  <a:pt x="95" y="4033"/>
                  <a:pt x="95" y="4474"/>
                </a:cubicBezTo>
                <a:lnTo>
                  <a:pt x="95" y="5135"/>
                </a:lnTo>
                <a:cubicBezTo>
                  <a:pt x="1" y="5671"/>
                  <a:pt x="473" y="6143"/>
                  <a:pt x="1009" y="6143"/>
                </a:cubicBezTo>
                <a:cubicBezTo>
                  <a:pt x="1135" y="6143"/>
                  <a:pt x="1261" y="6112"/>
                  <a:pt x="1387" y="6080"/>
                </a:cubicBezTo>
                <a:lnTo>
                  <a:pt x="1387" y="3403"/>
                </a:lnTo>
                <a:cubicBezTo>
                  <a:pt x="1387" y="1890"/>
                  <a:pt x="2647" y="630"/>
                  <a:pt x="4128" y="630"/>
                </a:cubicBezTo>
                <a:cubicBezTo>
                  <a:pt x="5640" y="630"/>
                  <a:pt x="6900" y="1890"/>
                  <a:pt x="6900" y="3403"/>
                </a:cubicBezTo>
                <a:lnTo>
                  <a:pt x="6900" y="6080"/>
                </a:lnTo>
                <a:cubicBezTo>
                  <a:pt x="6995" y="6112"/>
                  <a:pt x="7121" y="6143"/>
                  <a:pt x="7247" y="6143"/>
                </a:cubicBezTo>
                <a:cubicBezTo>
                  <a:pt x="7782" y="6143"/>
                  <a:pt x="8255" y="5671"/>
                  <a:pt x="8255" y="5135"/>
                </a:cubicBezTo>
                <a:lnTo>
                  <a:pt x="8255" y="4474"/>
                </a:lnTo>
                <a:cubicBezTo>
                  <a:pt x="8255" y="4033"/>
                  <a:pt x="8003" y="3623"/>
                  <a:pt x="7593" y="3529"/>
                </a:cubicBezTo>
                <a:lnTo>
                  <a:pt x="7593" y="3434"/>
                </a:lnTo>
                <a:cubicBezTo>
                  <a:pt x="7593" y="1544"/>
                  <a:pt x="6050" y="0"/>
                  <a:pt x="41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6" name="Google Shape;5746;p31"/>
          <p:cNvSpPr/>
          <p:nvPr/>
        </p:nvSpPr>
        <p:spPr>
          <a:xfrm>
            <a:off x="3561656" y="1327032"/>
            <a:ext cx="135306" cy="67508"/>
          </a:xfrm>
          <a:custGeom>
            <a:rect b="b" l="l" r="r" t="t"/>
            <a:pathLst>
              <a:path extrusionOk="0" h="2091" w="4191">
                <a:moveTo>
                  <a:pt x="1734" y="1"/>
                </a:moveTo>
                <a:cubicBezTo>
                  <a:pt x="789" y="1"/>
                  <a:pt x="1" y="757"/>
                  <a:pt x="1" y="1702"/>
                </a:cubicBezTo>
                <a:lnTo>
                  <a:pt x="1" y="2049"/>
                </a:lnTo>
                <a:lnTo>
                  <a:pt x="1230" y="2049"/>
                </a:lnTo>
                <a:cubicBezTo>
                  <a:pt x="1545" y="2049"/>
                  <a:pt x="1891" y="2049"/>
                  <a:pt x="2017" y="1986"/>
                </a:cubicBezTo>
                <a:cubicBezTo>
                  <a:pt x="2049" y="1954"/>
                  <a:pt x="2080" y="1828"/>
                  <a:pt x="2080" y="1734"/>
                </a:cubicBezTo>
                <a:cubicBezTo>
                  <a:pt x="2080" y="1545"/>
                  <a:pt x="2238" y="1387"/>
                  <a:pt x="2458" y="1387"/>
                </a:cubicBezTo>
                <a:cubicBezTo>
                  <a:pt x="2647" y="1387"/>
                  <a:pt x="2805" y="1545"/>
                  <a:pt x="2805" y="1734"/>
                </a:cubicBezTo>
                <a:cubicBezTo>
                  <a:pt x="2805" y="1828"/>
                  <a:pt x="2805" y="1954"/>
                  <a:pt x="2868" y="1986"/>
                </a:cubicBezTo>
                <a:cubicBezTo>
                  <a:pt x="2942" y="2059"/>
                  <a:pt x="3091" y="2090"/>
                  <a:pt x="3266" y="2090"/>
                </a:cubicBezTo>
                <a:cubicBezTo>
                  <a:pt x="3389" y="2090"/>
                  <a:pt x="3525" y="2075"/>
                  <a:pt x="3656" y="2049"/>
                </a:cubicBezTo>
                <a:lnTo>
                  <a:pt x="4191" y="2049"/>
                </a:lnTo>
                <a:lnTo>
                  <a:pt x="4191" y="1702"/>
                </a:lnTo>
                <a:lnTo>
                  <a:pt x="4128" y="1702"/>
                </a:lnTo>
                <a:cubicBezTo>
                  <a:pt x="4128" y="757"/>
                  <a:pt x="3340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7" name="Google Shape;5747;p31"/>
          <p:cNvSpPr/>
          <p:nvPr/>
        </p:nvSpPr>
        <p:spPr>
          <a:xfrm>
            <a:off x="3561656" y="1407390"/>
            <a:ext cx="135306" cy="95660"/>
          </a:xfrm>
          <a:custGeom>
            <a:rect b="b" l="l" r="r" t="t"/>
            <a:pathLst>
              <a:path extrusionOk="0" h="2963" w="4191">
                <a:moveTo>
                  <a:pt x="2395" y="1"/>
                </a:moveTo>
                <a:cubicBezTo>
                  <a:pt x="2080" y="253"/>
                  <a:pt x="1671" y="253"/>
                  <a:pt x="1230" y="253"/>
                </a:cubicBezTo>
                <a:lnTo>
                  <a:pt x="1" y="253"/>
                </a:lnTo>
                <a:lnTo>
                  <a:pt x="1" y="914"/>
                </a:lnTo>
                <a:cubicBezTo>
                  <a:pt x="1" y="2049"/>
                  <a:pt x="946" y="2962"/>
                  <a:pt x="2112" y="2962"/>
                </a:cubicBezTo>
                <a:cubicBezTo>
                  <a:pt x="3246" y="2962"/>
                  <a:pt x="4191" y="2049"/>
                  <a:pt x="4191" y="914"/>
                </a:cubicBezTo>
                <a:lnTo>
                  <a:pt x="4191" y="253"/>
                </a:lnTo>
                <a:lnTo>
                  <a:pt x="3466" y="253"/>
                </a:lnTo>
                <a:cubicBezTo>
                  <a:pt x="3088" y="253"/>
                  <a:pt x="2679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8" name="Google Shape;5748;p31"/>
          <p:cNvSpPr/>
          <p:nvPr/>
        </p:nvSpPr>
        <p:spPr>
          <a:xfrm>
            <a:off x="3739677" y="1459273"/>
            <a:ext cx="135306" cy="67476"/>
          </a:xfrm>
          <a:custGeom>
            <a:rect b="b" l="l" r="r" t="t"/>
            <a:pathLst>
              <a:path extrusionOk="0" h="2090" w="4191">
                <a:moveTo>
                  <a:pt x="1702" y="0"/>
                </a:moveTo>
                <a:cubicBezTo>
                  <a:pt x="756" y="0"/>
                  <a:pt x="0" y="757"/>
                  <a:pt x="0" y="1702"/>
                </a:cubicBezTo>
                <a:lnTo>
                  <a:pt x="0" y="2048"/>
                </a:lnTo>
                <a:lnTo>
                  <a:pt x="1229" y="2048"/>
                </a:lnTo>
                <a:cubicBezTo>
                  <a:pt x="1544" y="2048"/>
                  <a:pt x="1891" y="2048"/>
                  <a:pt x="2017" y="1985"/>
                </a:cubicBezTo>
                <a:cubicBezTo>
                  <a:pt x="2048" y="1954"/>
                  <a:pt x="2080" y="1828"/>
                  <a:pt x="2080" y="1733"/>
                </a:cubicBezTo>
                <a:cubicBezTo>
                  <a:pt x="2080" y="1544"/>
                  <a:pt x="2237" y="1387"/>
                  <a:pt x="2458" y="1387"/>
                </a:cubicBezTo>
                <a:cubicBezTo>
                  <a:pt x="2647" y="1387"/>
                  <a:pt x="2804" y="1544"/>
                  <a:pt x="2804" y="1733"/>
                </a:cubicBezTo>
                <a:cubicBezTo>
                  <a:pt x="2804" y="1828"/>
                  <a:pt x="2804" y="1954"/>
                  <a:pt x="2867" y="1985"/>
                </a:cubicBezTo>
                <a:cubicBezTo>
                  <a:pt x="2941" y="2059"/>
                  <a:pt x="3091" y="2090"/>
                  <a:pt x="3265" y="2090"/>
                </a:cubicBezTo>
                <a:cubicBezTo>
                  <a:pt x="3388" y="2090"/>
                  <a:pt x="3524" y="2074"/>
                  <a:pt x="3655" y="2048"/>
                </a:cubicBezTo>
                <a:lnTo>
                  <a:pt x="4190" y="2048"/>
                </a:lnTo>
                <a:lnTo>
                  <a:pt x="4190" y="1702"/>
                </a:lnTo>
                <a:cubicBezTo>
                  <a:pt x="4096" y="757"/>
                  <a:pt x="3308" y="0"/>
                  <a:pt x="2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9" name="Google Shape;5749;p31"/>
          <p:cNvSpPr/>
          <p:nvPr/>
        </p:nvSpPr>
        <p:spPr>
          <a:xfrm>
            <a:off x="3738643" y="1539631"/>
            <a:ext cx="132272" cy="96661"/>
          </a:xfrm>
          <a:custGeom>
            <a:rect b="b" l="l" r="r" t="t"/>
            <a:pathLst>
              <a:path extrusionOk="0" h="2994" w="4097">
                <a:moveTo>
                  <a:pt x="2395" y="0"/>
                </a:moveTo>
                <a:cubicBezTo>
                  <a:pt x="2080" y="252"/>
                  <a:pt x="1639" y="252"/>
                  <a:pt x="1230" y="252"/>
                </a:cubicBezTo>
                <a:lnTo>
                  <a:pt x="1" y="252"/>
                </a:lnTo>
                <a:lnTo>
                  <a:pt x="1" y="914"/>
                </a:lnTo>
                <a:cubicBezTo>
                  <a:pt x="1" y="2048"/>
                  <a:pt x="914" y="2993"/>
                  <a:pt x="2049" y="2993"/>
                </a:cubicBezTo>
                <a:cubicBezTo>
                  <a:pt x="3183" y="2993"/>
                  <a:pt x="4096" y="2048"/>
                  <a:pt x="4096" y="914"/>
                </a:cubicBezTo>
                <a:lnTo>
                  <a:pt x="4096" y="252"/>
                </a:lnTo>
                <a:lnTo>
                  <a:pt x="3435" y="252"/>
                </a:lnTo>
                <a:cubicBezTo>
                  <a:pt x="3025" y="252"/>
                  <a:pt x="2679" y="189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0" name="Google Shape;5750;p31"/>
          <p:cNvSpPr/>
          <p:nvPr/>
        </p:nvSpPr>
        <p:spPr>
          <a:xfrm>
            <a:off x="3495566" y="1926651"/>
            <a:ext cx="183088" cy="180053"/>
          </a:xfrm>
          <a:custGeom>
            <a:rect b="b" l="l" r="r" t="t"/>
            <a:pathLst>
              <a:path extrusionOk="0" h="5577" w="5671">
                <a:moveTo>
                  <a:pt x="4190" y="1"/>
                </a:moveTo>
                <a:cubicBezTo>
                  <a:pt x="4001" y="316"/>
                  <a:pt x="3970" y="725"/>
                  <a:pt x="4127" y="1040"/>
                </a:cubicBezTo>
                <a:lnTo>
                  <a:pt x="3497" y="1670"/>
                </a:lnTo>
                <a:cubicBezTo>
                  <a:pt x="3345" y="1589"/>
                  <a:pt x="3194" y="1550"/>
                  <a:pt x="3047" y="1550"/>
                </a:cubicBezTo>
                <a:cubicBezTo>
                  <a:pt x="2797" y="1550"/>
                  <a:pt x="2561" y="1661"/>
                  <a:pt x="2363" y="1859"/>
                </a:cubicBezTo>
                <a:lnTo>
                  <a:pt x="378" y="3813"/>
                </a:lnTo>
                <a:cubicBezTo>
                  <a:pt x="0" y="4222"/>
                  <a:pt x="0" y="4884"/>
                  <a:pt x="378" y="5293"/>
                </a:cubicBezTo>
                <a:cubicBezTo>
                  <a:pt x="583" y="5482"/>
                  <a:pt x="851" y="5577"/>
                  <a:pt x="1115" y="5577"/>
                </a:cubicBezTo>
                <a:cubicBezTo>
                  <a:pt x="1378" y="5577"/>
                  <a:pt x="1638" y="5482"/>
                  <a:pt x="1827" y="5293"/>
                </a:cubicBezTo>
                <a:lnTo>
                  <a:pt x="3812" y="3309"/>
                </a:lnTo>
                <a:cubicBezTo>
                  <a:pt x="4096" y="3025"/>
                  <a:pt x="4190" y="2553"/>
                  <a:pt x="4001" y="2143"/>
                </a:cubicBezTo>
                <a:lnTo>
                  <a:pt x="4631" y="1513"/>
                </a:lnTo>
                <a:cubicBezTo>
                  <a:pt x="4789" y="1576"/>
                  <a:pt x="4915" y="1607"/>
                  <a:pt x="5072" y="1607"/>
                </a:cubicBezTo>
                <a:cubicBezTo>
                  <a:pt x="5261" y="1607"/>
                  <a:pt x="5450" y="1544"/>
                  <a:pt x="5671" y="1418"/>
                </a:cubicBezTo>
                <a:cubicBezTo>
                  <a:pt x="5041" y="1040"/>
                  <a:pt x="4568" y="568"/>
                  <a:pt x="41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1" name="Google Shape;5751;p31"/>
          <p:cNvSpPr/>
          <p:nvPr/>
        </p:nvSpPr>
        <p:spPr>
          <a:xfrm>
            <a:off x="3630842" y="1729323"/>
            <a:ext cx="243106" cy="242105"/>
          </a:xfrm>
          <a:custGeom>
            <a:rect b="b" l="l" r="r" t="t"/>
            <a:pathLst>
              <a:path extrusionOk="0" h="7499" w="7530">
                <a:moveTo>
                  <a:pt x="3718" y="1387"/>
                </a:moveTo>
                <a:cubicBezTo>
                  <a:pt x="4253" y="1387"/>
                  <a:pt x="4726" y="1859"/>
                  <a:pt x="4726" y="2427"/>
                </a:cubicBezTo>
                <a:cubicBezTo>
                  <a:pt x="4789" y="2805"/>
                  <a:pt x="4505" y="3214"/>
                  <a:pt x="4096" y="3372"/>
                </a:cubicBezTo>
                <a:lnTo>
                  <a:pt x="4096" y="3750"/>
                </a:lnTo>
                <a:cubicBezTo>
                  <a:pt x="4096" y="3939"/>
                  <a:pt x="3938" y="4096"/>
                  <a:pt x="3749" y="4096"/>
                </a:cubicBezTo>
                <a:cubicBezTo>
                  <a:pt x="3560" y="4096"/>
                  <a:pt x="3403" y="3939"/>
                  <a:pt x="3403" y="3750"/>
                </a:cubicBezTo>
                <a:lnTo>
                  <a:pt x="3403" y="3372"/>
                </a:lnTo>
                <a:cubicBezTo>
                  <a:pt x="3403" y="3088"/>
                  <a:pt x="3592" y="2805"/>
                  <a:pt x="3875" y="2742"/>
                </a:cubicBezTo>
                <a:cubicBezTo>
                  <a:pt x="4001" y="2679"/>
                  <a:pt x="4096" y="2521"/>
                  <a:pt x="4096" y="2427"/>
                </a:cubicBezTo>
                <a:cubicBezTo>
                  <a:pt x="4096" y="2206"/>
                  <a:pt x="3938" y="2049"/>
                  <a:pt x="3749" y="2049"/>
                </a:cubicBezTo>
                <a:cubicBezTo>
                  <a:pt x="3560" y="2049"/>
                  <a:pt x="3403" y="2206"/>
                  <a:pt x="3403" y="2427"/>
                </a:cubicBezTo>
                <a:cubicBezTo>
                  <a:pt x="3403" y="2616"/>
                  <a:pt x="3245" y="2773"/>
                  <a:pt x="3056" y="2773"/>
                </a:cubicBezTo>
                <a:cubicBezTo>
                  <a:pt x="2836" y="2773"/>
                  <a:pt x="2678" y="2616"/>
                  <a:pt x="2678" y="2427"/>
                </a:cubicBezTo>
                <a:cubicBezTo>
                  <a:pt x="2678" y="1859"/>
                  <a:pt x="3151" y="1387"/>
                  <a:pt x="3718" y="1387"/>
                </a:cubicBezTo>
                <a:close/>
                <a:moveTo>
                  <a:pt x="3749" y="4726"/>
                </a:moveTo>
                <a:cubicBezTo>
                  <a:pt x="3938" y="4726"/>
                  <a:pt x="4096" y="4884"/>
                  <a:pt x="4096" y="5104"/>
                </a:cubicBezTo>
                <a:cubicBezTo>
                  <a:pt x="4096" y="5294"/>
                  <a:pt x="3938" y="5451"/>
                  <a:pt x="3749" y="5451"/>
                </a:cubicBezTo>
                <a:cubicBezTo>
                  <a:pt x="3560" y="5451"/>
                  <a:pt x="3403" y="5294"/>
                  <a:pt x="3403" y="5104"/>
                </a:cubicBezTo>
                <a:cubicBezTo>
                  <a:pt x="3403" y="4884"/>
                  <a:pt x="3560" y="4726"/>
                  <a:pt x="3749" y="4726"/>
                </a:cubicBezTo>
                <a:close/>
                <a:moveTo>
                  <a:pt x="3749" y="1"/>
                </a:moveTo>
                <a:cubicBezTo>
                  <a:pt x="1670" y="1"/>
                  <a:pt x="0" y="1702"/>
                  <a:pt x="0" y="3750"/>
                </a:cubicBezTo>
                <a:cubicBezTo>
                  <a:pt x="0" y="5829"/>
                  <a:pt x="1702" y="7499"/>
                  <a:pt x="3749" y="7499"/>
                </a:cubicBezTo>
                <a:cubicBezTo>
                  <a:pt x="5829" y="7499"/>
                  <a:pt x="7498" y="5798"/>
                  <a:pt x="7498" y="3750"/>
                </a:cubicBezTo>
                <a:cubicBezTo>
                  <a:pt x="7530" y="1670"/>
                  <a:pt x="5829" y="1"/>
                  <a:pt x="3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2" name="Google Shape;5752;p31"/>
          <p:cNvSpPr/>
          <p:nvPr/>
        </p:nvSpPr>
        <p:spPr>
          <a:xfrm>
            <a:off x="3620171" y="2192133"/>
            <a:ext cx="127171" cy="91560"/>
          </a:xfrm>
          <a:custGeom>
            <a:rect b="b" l="l" r="r" t="t"/>
            <a:pathLst>
              <a:path extrusionOk="0" h="2836" w="3939">
                <a:moveTo>
                  <a:pt x="1985" y="0"/>
                </a:moveTo>
                <a:cubicBezTo>
                  <a:pt x="1260" y="0"/>
                  <a:pt x="473" y="946"/>
                  <a:pt x="0" y="2521"/>
                </a:cubicBezTo>
                <a:cubicBezTo>
                  <a:pt x="158" y="2615"/>
                  <a:pt x="284" y="2710"/>
                  <a:pt x="410" y="2836"/>
                </a:cubicBezTo>
                <a:cubicBezTo>
                  <a:pt x="914" y="2773"/>
                  <a:pt x="1481" y="2773"/>
                  <a:pt x="1985" y="2773"/>
                </a:cubicBezTo>
                <a:cubicBezTo>
                  <a:pt x="2489" y="2773"/>
                  <a:pt x="3056" y="2804"/>
                  <a:pt x="3560" y="2836"/>
                </a:cubicBezTo>
                <a:cubicBezTo>
                  <a:pt x="3623" y="2678"/>
                  <a:pt x="3781" y="2584"/>
                  <a:pt x="3938" y="2521"/>
                </a:cubicBezTo>
                <a:cubicBezTo>
                  <a:pt x="3529" y="946"/>
                  <a:pt x="2741" y="0"/>
                  <a:pt x="19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3" name="Google Shape;5753;p31"/>
          <p:cNvSpPr/>
          <p:nvPr/>
        </p:nvSpPr>
        <p:spPr>
          <a:xfrm>
            <a:off x="3496067" y="2317238"/>
            <a:ext cx="91560" cy="127171"/>
          </a:xfrm>
          <a:custGeom>
            <a:rect b="b" l="l" r="r" t="t"/>
            <a:pathLst>
              <a:path extrusionOk="0" h="3939" w="2836">
                <a:moveTo>
                  <a:pt x="2521" y="0"/>
                </a:moveTo>
                <a:cubicBezTo>
                  <a:pt x="946" y="473"/>
                  <a:pt x="32" y="1229"/>
                  <a:pt x="32" y="1954"/>
                </a:cubicBezTo>
                <a:cubicBezTo>
                  <a:pt x="1" y="2710"/>
                  <a:pt x="946" y="3466"/>
                  <a:pt x="2521" y="3939"/>
                </a:cubicBezTo>
                <a:cubicBezTo>
                  <a:pt x="2584" y="3781"/>
                  <a:pt x="2710" y="3655"/>
                  <a:pt x="2836" y="3529"/>
                </a:cubicBezTo>
                <a:cubicBezTo>
                  <a:pt x="2773" y="3025"/>
                  <a:pt x="2773" y="2521"/>
                  <a:pt x="2773" y="1954"/>
                </a:cubicBezTo>
                <a:cubicBezTo>
                  <a:pt x="2773" y="1418"/>
                  <a:pt x="2805" y="914"/>
                  <a:pt x="2836" y="379"/>
                </a:cubicBezTo>
                <a:cubicBezTo>
                  <a:pt x="2679" y="316"/>
                  <a:pt x="2553" y="158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4" name="Google Shape;5754;p31"/>
          <p:cNvSpPr/>
          <p:nvPr/>
        </p:nvSpPr>
        <p:spPr>
          <a:xfrm>
            <a:off x="3781889" y="2318240"/>
            <a:ext cx="91560" cy="67185"/>
          </a:xfrm>
          <a:custGeom>
            <a:rect b="b" l="l" r="r" t="t"/>
            <a:pathLst>
              <a:path extrusionOk="0" h="2081" w="2836">
                <a:moveTo>
                  <a:pt x="316" y="1"/>
                </a:moveTo>
                <a:cubicBezTo>
                  <a:pt x="253" y="159"/>
                  <a:pt x="127" y="285"/>
                  <a:pt x="1" y="379"/>
                </a:cubicBezTo>
                <a:cubicBezTo>
                  <a:pt x="32" y="600"/>
                  <a:pt x="32" y="789"/>
                  <a:pt x="32" y="978"/>
                </a:cubicBezTo>
                <a:cubicBezTo>
                  <a:pt x="158" y="978"/>
                  <a:pt x="284" y="946"/>
                  <a:pt x="442" y="946"/>
                </a:cubicBezTo>
                <a:cubicBezTo>
                  <a:pt x="1387" y="946"/>
                  <a:pt x="2237" y="1387"/>
                  <a:pt x="2804" y="2080"/>
                </a:cubicBezTo>
                <a:lnTo>
                  <a:pt x="2804" y="1954"/>
                </a:lnTo>
                <a:cubicBezTo>
                  <a:pt x="2836" y="1230"/>
                  <a:pt x="1891" y="474"/>
                  <a:pt x="3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5" name="Google Shape;5755;p31"/>
          <p:cNvSpPr/>
          <p:nvPr/>
        </p:nvSpPr>
        <p:spPr>
          <a:xfrm>
            <a:off x="3620171" y="2476922"/>
            <a:ext cx="111900" cy="91593"/>
          </a:xfrm>
          <a:custGeom>
            <a:rect b="b" l="l" r="r" t="t"/>
            <a:pathLst>
              <a:path extrusionOk="0" h="2837" w="3466">
                <a:moveTo>
                  <a:pt x="410" y="1"/>
                </a:moveTo>
                <a:cubicBezTo>
                  <a:pt x="315" y="158"/>
                  <a:pt x="158" y="284"/>
                  <a:pt x="0" y="316"/>
                </a:cubicBezTo>
                <a:cubicBezTo>
                  <a:pt x="473" y="1891"/>
                  <a:pt x="1260" y="2836"/>
                  <a:pt x="1985" y="2836"/>
                </a:cubicBezTo>
                <a:cubicBezTo>
                  <a:pt x="2489" y="2836"/>
                  <a:pt x="3056" y="2364"/>
                  <a:pt x="3466" y="1544"/>
                </a:cubicBezTo>
                <a:lnTo>
                  <a:pt x="3119" y="1072"/>
                </a:lnTo>
                <a:cubicBezTo>
                  <a:pt x="2836" y="851"/>
                  <a:pt x="2678" y="473"/>
                  <a:pt x="2521" y="95"/>
                </a:cubicBezTo>
                <a:lnTo>
                  <a:pt x="1985" y="95"/>
                </a:lnTo>
                <a:cubicBezTo>
                  <a:pt x="1418" y="95"/>
                  <a:pt x="882" y="64"/>
                  <a:pt x="4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6" name="Google Shape;5756;p31"/>
          <p:cNvSpPr/>
          <p:nvPr/>
        </p:nvSpPr>
        <p:spPr>
          <a:xfrm>
            <a:off x="3607967" y="2303001"/>
            <a:ext cx="153612" cy="155646"/>
          </a:xfrm>
          <a:custGeom>
            <a:rect b="b" l="l" r="r" t="t"/>
            <a:pathLst>
              <a:path extrusionOk="0" h="4821" w="4758">
                <a:moveTo>
                  <a:pt x="2395" y="0"/>
                </a:moveTo>
                <a:cubicBezTo>
                  <a:pt x="1922" y="0"/>
                  <a:pt x="1418" y="32"/>
                  <a:pt x="1008" y="95"/>
                </a:cubicBezTo>
                <a:cubicBezTo>
                  <a:pt x="977" y="599"/>
                  <a:pt x="599" y="977"/>
                  <a:pt x="63" y="1040"/>
                </a:cubicBezTo>
                <a:cubicBezTo>
                  <a:pt x="32" y="1450"/>
                  <a:pt x="0" y="1922"/>
                  <a:pt x="0" y="2395"/>
                </a:cubicBezTo>
                <a:cubicBezTo>
                  <a:pt x="0" y="2867"/>
                  <a:pt x="32" y="3340"/>
                  <a:pt x="63" y="3781"/>
                </a:cubicBezTo>
                <a:cubicBezTo>
                  <a:pt x="599" y="3812"/>
                  <a:pt x="977" y="4222"/>
                  <a:pt x="1008" y="4726"/>
                </a:cubicBezTo>
                <a:cubicBezTo>
                  <a:pt x="1449" y="4758"/>
                  <a:pt x="1922" y="4821"/>
                  <a:pt x="2395" y="4821"/>
                </a:cubicBezTo>
                <a:lnTo>
                  <a:pt x="2804" y="4821"/>
                </a:lnTo>
                <a:cubicBezTo>
                  <a:pt x="2804" y="4695"/>
                  <a:pt x="2741" y="4569"/>
                  <a:pt x="2741" y="4506"/>
                </a:cubicBezTo>
                <a:cubicBezTo>
                  <a:pt x="2741" y="3151"/>
                  <a:pt x="3592" y="2017"/>
                  <a:pt x="4757" y="1576"/>
                </a:cubicBezTo>
                <a:cubicBezTo>
                  <a:pt x="4757" y="1387"/>
                  <a:pt x="4726" y="1229"/>
                  <a:pt x="4726" y="1040"/>
                </a:cubicBezTo>
                <a:cubicBezTo>
                  <a:pt x="4222" y="977"/>
                  <a:pt x="3812" y="599"/>
                  <a:pt x="3781" y="95"/>
                </a:cubicBezTo>
                <a:cubicBezTo>
                  <a:pt x="3340" y="32"/>
                  <a:pt x="2867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7" name="Google Shape;5757;p31"/>
          <p:cNvSpPr/>
          <p:nvPr/>
        </p:nvSpPr>
        <p:spPr>
          <a:xfrm>
            <a:off x="3503201" y="2431174"/>
            <a:ext cx="130205" cy="130205"/>
          </a:xfrm>
          <a:custGeom>
            <a:rect b="b" l="l" r="r" t="t"/>
            <a:pathLst>
              <a:path extrusionOk="0" h="4033" w="4033">
                <a:moveTo>
                  <a:pt x="0" y="0"/>
                </a:moveTo>
                <a:lnTo>
                  <a:pt x="0" y="0"/>
                </a:lnTo>
                <a:cubicBezTo>
                  <a:pt x="567" y="1953"/>
                  <a:pt x="2111" y="3466"/>
                  <a:pt x="4033" y="4033"/>
                </a:cubicBezTo>
                <a:cubicBezTo>
                  <a:pt x="3592" y="3466"/>
                  <a:pt x="3245" y="2741"/>
                  <a:pt x="2962" y="1827"/>
                </a:cubicBezTo>
                <a:cubicBezTo>
                  <a:pt x="2584" y="1733"/>
                  <a:pt x="2300" y="1481"/>
                  <a:pt x="2206" y="1071"/>
                </a:cubicBezTo>
                <a:cubicBezTo>
                  <a:pt x="1323" y="851"/>
                  <a:pt x="567" y="44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8" name="Google Shape;5758;p31"/>
          <p:cNvSpPr/>
          <p:nvPr/>
        </p:nvSpPr>
        <p:spPr>
          <a:xfrm>
            <a:off x="3736108" y="2201270"/>
            <a:ext cx="130238" cy="129237"/>
          </a:xfrm>
          <a:custGeom>
            <a:rect b="b" l="l" r="r" t="t"/>
            <a:pathLst>
              <a:path extrusionOk="0" h="4003" w="4034">
                <a:moveTo>
                  <a:pt x="1" y="1"/>
                </a:moveTo>
                <a:lnTo>
                  <a:pt x="1" y="1"/>
                </a:lnTo>
                <a:cubicBezTo>
                  <a:pt x="442" y="537"/>
                  <a:pt x="788" y="1293"/>
                  <a:pt x="1072" y="2206"/>
                </a:cubicBezTo>
                <a:cubicBezTo>
                  <a:pt x="1419" y="2238"/>
                  <a:pt x="1734" y="2553"/>
                  <a:pt x="1828" y="2962"/>
                </a:cubicBezTo>
                <a:cubicBezTo>
                  <a:pt x="2710" y="3183"/>
                  <a:pt x="3466" y="3592"/>
                  <a:pt x="4033" y="4002"/>
                </a:cubicBezTo>
                <a:cubicBezTo>
                  <a:pt x="3466" y="2080"/>
                  <a:pt x="1923" y="53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9" name="Google Shape;5759;p31"/>
          <p:cNvSpPr/>
          <p:nvPr/>
        </p:nvSpPr>
        <p:spPr>
          <a:xfrm>
            <a:off x="3503201" y="2200269"/>
            <a:ext cx="130205" cy="129205"/>
          </a:xfrm>
          <a:custGeom>
            <a:rect b="b" l="l" r="r" t="t"/>
            <a:pathLst>
              <a:path extrusionOk="0" h="4002" w="4033">
                <a:moveTo>
                  <a:pt x="4033" y="0"/>
                </a:moveTo>
                <a:lnTo>
                  <a:pt x="4033" y="0"/>
                </a:lnTo>
                <a:cubicBezTo>
                  <a:pt x="2111" y="536"/>
                  <a:pt x="567" y="2080"/>
                  <a:pt x="0" y="4002"/>
                </a:cubicBezTo>
                <a:cubicBezTo>
                  <a:pt x="567" y="3592"/>
                  <a:pt x="1323" y="3214"/>
                  <a:pt x="2206" y="2962"/>
                </a:cubicBezTo>
                <a:cubicBezTo>
                  <a:pt x="2300" y="2552"/>
                  <a:pt x="2615" y="2269"/>
                  <a:pt x="2962" y="2206"/>
                </a:cubicBezTo>
                <a:cubicBezTo>
                  <a:pt x="3214" y="1292"/>
                  <a:pt x="3592" y="505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0" name="Google Shape;5760;p31"/>
          <p:cNvSpPr/>
          <p:nvPr/>
        </p:nvSpPr>
        <p:spPr>
          <a:xfrm>
            <a:off x="3718835" y="2370122"/>
            <a:ext cx="154613" cy="200425"/>
          </a:xfrm>
          <a:custGeom>
            <a:rect b="b" l="l" r="r" t="t"/>
            <a:pathLst>
              <a:path extrusionOk="0" h="6208" w="4789">
                <a:moveTo>
                  <a:pt x="2395" y="1355"/>
                </a:moveTo>
                <a:cubicBezTo>
                  <a:pt x="2930" y="1355"/>
                  <a:pt x="3403" y="1828"/>
                  <a:pt x="3403" y="2364"/>
                </a:cubicBezTo>
                <a:cubicBezTo>
                  <a:pt x="3403" y="2962"/>
                  <a:pt x="2930" y="3403"/>
                  <a:pt x="2395" y="3403"/>
                </a:cubicBezTo>
                <a:cubicBezTo>
                  <a:pt x="1827" y="3403"/>
                  <a:pt x="1355" y="2931"/>
                  <a:pt x="1355" y="2364"/>
                </a:cubicBezTo>
                <a:cubicBezTo>
                  <a:pt x="1355" y="1828"/>
                  <a:pt x="1827" y="1355"/>
                  <a:pt x="2395" y="1355"/>
                </a:cubicBezTo>
                <a:close/>
                <a:moveTo>
                  <a:pt x="2395" y="1"/>
                </a:moveTo>
                <a:cubicBezTo>
                  <a:pt x="1040" y="1"/>
                  <a:pt x="0" y="1072"/>
                  <a:pt x="0" y="2427"/>
                </a:cubicBezTo>
                <a:cubicBezTo>
                  <a:pt x="0" y="2994"/>
                  <a:pt x="221" y="3592"/>
                  <a:pt x="630" y="4002"/>
                </a:cubicBezTo>
                <a:lnTo>
                  <a:pt x="2111" y="6050"/>
                </a:lnTo>
                <a:cubicBezTo>
                  <a:pt x="2206" y="6113"/>
                  <a:pt x="2269" y="6207"/>
                  <a:pt x="2395" y="6207"/>
                </a:cubicBezTo>
                <a:cubicBezTo>
                  <a:pt x="2521" y="6207"/>
                  <a:pt x="2584" y="6144"/>
                  <a:pt x="2678" y="6050"/>
                </a:cubicBezTo>
                <a:lnTo>
                  <a:pt x="4442" y="3592"/>
                </a:lnTo>
                <a:cubicBezTo>
                  <a:pt x="4663" y="3246"/>
                  <a:pt x="4757" y="2805"/>
                  <a:pt x="4757" y="2364"/>
                </a:cubicBezTo>
                <a:cubicBezTo>
                  <a:pt x="4789" y="1072"/>
                  <a:pt x="3686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1" name="Google Shape;5761;p31"/>
          <p:cNvSpPr/>
          <p:nvPr/>
        </p:nvSpPr>
        <p:spPr>
          <a:xfrm>
            <a:off x="3784955" y="2436242"/>
            <a:ext cx="22406" cy="23439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2" name="Google Shape;5762;p31"/>
          <p:cNvSpPr/>
          <p:nvPr/>
        </p:nvSpPr>
        <p:spPr>
          <a:xfrm>
            <a:off x="2116616" y="2696327"/>
            <a:ext cx="264479" cy="198359"/>
          </a:xfrm>
          <a:custGeom>
            <a:rect b="b" l="l" r="r" t="t"/>
            <a:pathLst>
              <a:path extrusionOk="0" h="6144" w="8192">
                <a:moveTo>
                  <a:pt x="4096" y="0"/>
                </a:moveTo>
                <a:cubicBezTo>
                  <a:pt x="2206" y="0"/>
                  <a:pt x="662" y="1544"/>
                  <a:pt x="662" y="3434"/>
                </a:cubicBezTo>
                <a:lnTo>
                  <a:pt x="662" y="3497"/>
                </a:lnTo>
                <a:cubicBezTo>
                  <a:pt x="252" y="3655"/>
                  <a:pt x="0" y="4033"/>
                  <a:pt x="0" y="4442"/>
                </a:cubicBezTo>
                <a:lnTo>
                  <a:pt x="0" y="5136"/>
                </a:lnTo>
                <a:cubicBezTo>
                  <a:pt x="0" y="5671"/>
                  <a:pt x="473" y="6144"/>
                  <a:pt x="1009" y="6144"/>
                </a:cubicBezTo>
                <a:cubicBezTo>
                  <a:pt x="1135" y="6144"/>
                  <a:pt x="1261" y="6112"/>
                  <a:pt x="1387" y="6081"/>
                </a:cubicBezTo>
                <a:lnTo>
                  <a:pt x="1387" y="3403"/>
                </a:lnTo>
                <a:cubicBezTo>
                  <a:pt x="1387" y="1891"/>
                  <a:pt x="2584" y="630"/>
                  <a:pt x="4096" y="630"/>
                </a:cubicBezTo>
                <a:cubicBezTo>
                  <a:pt x="5577" y="630"/>
                  <a:pt x="6806" y="1891"/>
                  <a:pt x="6806" y="3403"/>
                </a:cubicBezTo>
                <a:lnTo>
                  <a:pt x="6806" y="6081"/>
                </a:lnTo>
                <a:cubicBezTo>
                  <a:pt x="6932" y="6112"/>
                  <a:pt x="7058" y="6144"/>
                  <a:pt x="7152" y="6144"/>
                </a:cubicBezTo>
                <a:cubicBezTo>
                  <a:pt x="7719" y="6144"/>
                  <a:pt x="8192" y="5671"/>
                  <a:pt x="8192" y="5136"/>
                </a:cubicBezTo>
                <a:lnTo>
                  <a:pt x="8192" y="4442"/>
                </a:lnTo>
                <a:cubicBezTo>
                  <a:pt x="8192" y="4033"/>
                  <a:pt x="7908" y="3623"/>
                  <a:pt x="7530" y="3497"/>
                </a:cubicBezTo>
                <a:lnTo>
                  <a:pt x="7530" y="3434"/>
                </a:lnTo>
                <a:cubicBezTo>
                  <a:pt x="7467" y="1576"/>
                  <a:pt x="5986" y="0"/>
                  <a:pt x="40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3" name="Google Shape;5763;p31"/>
          <p:cNvSpPr/>
          <p:nvPr/>
        </p:nvSpPr>
        <p:spPr>
          <a:xfrm>
            <a:off x="2184770" y="2763449"/>
            <a:ext cx="131239" cy="67734"/>
          </a:xfrm>
          <a:custGeom>
            <a:rect b="b" l="l" r="r" t="t"/>
            <a:pathLst>
              <a:path extrusionOk="0" h="2098" w="4065">
                <a:moveTo>
                  <a:pt x="1702" y="1"/>
                </a:moveTo>
                <a:cubicBezTo>
                  <a:pt x="756" y="1"/>
                  <a:pt x="0" y="757"/>
                  <a:pt x="0" y="1702"/>
                </a:cubicBezTo>
                <a:lnTo>
                  <a:pt x="0" y="2080"/>
                </a:lnTo>
                <a:lnTo>
                  <a:pt x="1229" y="2080"/>
                </a:lnTo>
                <a:cubicBezTo>
                  <a:pt x="1418" y="2080"/>
                  <a:pt x="1765" y="2080"/>
                  <a:pt x="1891" y="1985"/>
                </a:cubicBezTo>
                <a:cubicBezTo>
                  <a:pt x="1922" y="1954"/>
                  <a:pt x="1985" y="1828"/>
                  <a:pt x="1985" y="1765"/>
                </a:cubicBezTo>
                <a:cubicBezTo>
                  <a:pt x="1985" y="1544"/>
                  <a:pt x="2143" y="1387"/>
                  <a:pt x="2332" y="1387"/>
                </a:cubicBezTo>
                <a:cubicBezTo>
                  <a:pt x="2521" y="1387"/>
                  <a:pt x="2678" y="1544"/>
                  <a:pt x="2678" y="1765"/>
                </a:cubicBezTo>
                <a:cubicBezTo>
                  <a:pt x="2678" y="1828"/>
                  <a:pt x="2678" y="1954"/>
                  <a:pt x="2773" y="1985"/>
                </a:cubicBezTo>
                <a:cubicBezTo>
                  <a:pt x="2836" y="2069"/>
                  <a:pt x="3025" y="2097"/>
                  <a:pt x="3237" y="2097"/>
                </a:cubicBezTo>
                <a:cubicBezTo>
                  <a:pt x="3343" y="2097"/>
                  <a:pt x="3455" y="2090"/>
                  <a:pt x="3560" y="2080"/>
                </a:cubicBezTo>
                <a:lnTo>
                  <a:pt x="4064" y="2080"/>
                </a:lnTo>
                <a:lnTo>
                  <a:pt x="4064" y="1702"/>
                </a:lnTo>
                <a:cubicBezTo>
                  <a:pt x="4064" y="757"/>
                  <a:pt x="3308" y="1"/>
                  <a:pt x="2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4" name="Google Shape;5764;p31"/>
          <p:cNvSpPr/>
          <p:nvPr/>
        </p:nvSpPr>
        <p:spPr>
          <a:xfrm>
            <a:off x="2182736" y="2845841"/>
            <a:ext cx="132239" cy="94627"/>
          </a:xfrm>
          <a:custGeom>
            <a:rect b="b" l="l" r="r" t="t"/>
            <a:pathLst>
              <a:path extrusionOk="0" h="2931" w="4096">
                <a:moveTo>
                  <a:pt x="2395" y="1"/>
                </a:moveTo>
                <a:cubicBezTo>
                  <a:pt x="2080" y="221"/>
                  <a:pt x="1639" y="221"/>
                  <a:pt x="1197" y="221"/>
                </a:cubicBezTo>
                <a:lnTo>
                  <a:pt x="0" y="221"/>
                </a:lnTo>
                <a:lnTo>
                  <a:pt x="0" y="883"/>
                </a:lnTo>
                <a:cubicBezTo>
                  <a:pt x="0" y="2048"/>
                  <a:pt x="914" y="2930"/>
                  <a:pt x="2048" y="2930"/>
                </a:cubicBezTo>
                <a:cubicBezTo>
                  <a:pt x="3182" y="2930"/>
                  <a:pt x="4096" y="2048"/>
                  <a:pt x="4096" y="883"/>
                </a:cubicBezTo>
                <a:lnTo>
                  <a:pt x="4096" y="221"/>
                </a:lnTo>
                <a:lnTo>
                  <a:pt x="3403" y="221"/>
                </a:lnTo>
                <a:cubicBezTo>
                  <a:pt x="3025" y="221"/>
                  <a:pt x="2678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5" name="Google Shape;5765;p31"/>
          <p:cNvSpPr/>
          <p:nvPr/>
        </p:nvSpPr>
        <p:spPr>
          <a:xfrm>
            <a:off x="2062699" y="2946539"/>
            <a:ext cx="375345" cy="128010"/>
          </a:xfrm>
          <a:custGeom>
            <a:rect b="b" l="l" r="r" t="t"/>
            <a:pathLst>
              <a:path extrusionOk="0" h="3965" w="11626">
                <a:moveTo>
                  <a:pt x="2092" y="0"/>
                </a:moveTo>
                <a:cubicBezTo>
                  <a:pt x="1962" y="0"/>
                  <a:pt x="1828" y="63"/>
                  <a:pt x="1765" y="190"/>
                </a:cubicBezTo>
                <a:lnTo>
                  <a:pt x="1355" y="1072"/>
                </a:lnTo>
                <a:lnTo>
                  <a:pt x="316" y="1229"/>
                </a:lnTo>
                <a:cubicBezTo>
                  <a:pt x="190" y="1229"/>
                  <a:pt x="95" y="1355"/>
                  <a:pt x="64" y="1481"/>
                </a:cubicBezTo>
                <a:cubicBezTo>
                  <a:pt x="1" y="1607"/>
                  <a:pt x="64" y="1765"/>
                  <a:pt x="127" y="1828"/>
                </a:cubicBezTo>
                <a:lnTo>
                  <a:pt x="883" y="2552"/>
                </a:lnTo>
                <a:lnTo>
                  <a:pt x="725" y="3561"/>
                </a:lnTo>
                <a:cubicBezTo>
                  <a:pt x="694" y="3687"/>
                  <a:pt x="757" y="3844"/>
                  <a:pt x="851" y="3876"/>
                </a:cubicBezTo>
                <a:cubicBezTo>
                  <a:pt x="903" y="3928"/>
                  <a:pt x="965" y="3951"/>
                  <a:pt x="1031" y="3951"/>
                </a:cubicBezTo>
                <a:cubicBezTo>
                  <a:pt x="1085" y="3951"/>
                  <a:pt x="1141" y="3935"/>
                  <a:pt x="1198" y="3907"/>
                </a:cubicBezTo>
                <a:lnTo>
                  <a:pt x="2112" y="3435"/>
                </a:lnTo>
                <a:lnTo>
                  <a:pt x="2994" y="3907"/>
                </a:lnTo>
                <a:cubicBezTo>
                  <a:pt x="3046" y="3947"/>
                  <a:pt x="3099" y="3964"/>
                  <a:pt x="3152" y="3964"/>
                </a:cubicBezTo>
                <a:cubicBezTo>
                  <a:pt x="3225" y="3964"/>
                  <a:pt x="3298" y="3930"/>
                  <a:pt x="3372" y="3876"/>
                </a:cubicBezTo>
                <a:cubicBezTo>
                  <a:pt x="3466" y="3813"/>
                  <a:pt x="3529" y="3687"/>
                  <a:pt x="3466" y="3561"/>
                </a:cubicBezTo>
                <a:lnTo>
                  <a:pt x="3309" y="2552"/>
                </a:lnTo>
                <a:lnTo>
                  <a:pt x="4002" y="1891"/>
                </a:lnTo>
                <a:lnTo>
                  <a:pt x="4663" y="2552"/>
                </a:lnTo>
                <a:lnTo>
                  <a:pt x="4506" y="3561"/>
                </a:lnTo>
                <a:cubicBezTo>
                  <a:pt x="4474" y="3687"/>
                  <a:pt x="4537" y="3844"/>
                  <a:pt x="4632" y="3876"/>
                </a:cubicBezTo>
                <a:cubicBezTo>
                  <a:pt x="4684" y="3928"/>
                  <a:pt x="4746" y="3951"/>
                  <a:pt x="4811" y="3951"/>
                </a:cubicBezTo>
                <a:cubicBezTo>
                  <a:pt x="4865" y="3951"/>
                  <a:pt x="4922" y="3935"/>
                  <a:pt x="4978" y="3907"/>
                </a:cubicBezTo>
                <a:lnTo>
                  <a:pt x="5892" y="3435"/>
                </a:lnTo>
                <a:lnTo>
                  <a:pt x="6774" y="3907"/>
                </a:lnTo>
                <a:cubicBezTo>
                  <a:pt x="6827" y="3947"/>
                  <a:pt x="6880" y="3964"/>
                  <a:pt x="6933" y="3964"/>
                </a:cubicBezTo>
                <a:cubicBezTo>
                  <a:pt x="7006" y="3964"/>
                  <a:pt x="7079" y="3930"/>
                  <a:pt x="7152" y="3876"/>
                </a:cubicBezTo>
                <a:cubicBezTo>
                  <a:pt x="7247" y="3813"/>
                  <a:pt x="7310" y="3687"/>
                  <a:pt x="7247" y="3561"/>
                </a:cubicBezTo>
                <a:lnTo>
                  <a:pt x="7089" y="2552"/>
                </a:lnTo>
                <a:lnTo>
                  <a:pt x="7782" y="1891"/>
                </a:lnTo>
                <a:lnTo>
                  <a:pt x="8444" y="2552"/>
                </a:lnTo>
                <a:lnTo>
                  <a:pt x="8286" y="3561"/>
                </a:lnTo>
                <a:cubicBezTo>
                  <a:pt x="8255" y="3687"/>
                  <a:pt x="8318" y="3844"/>
                  <a:pt x="8413" y="3876"/>
                </a:cubicBezTo>
                <a:cubicBezTo>
                  <a:pt x="8465" y="3928"/>
                  <a:pt x="8526" y="3951"/>
                  <a:pt x="8592" y="3951"/>
                </a:cubicBezTo>
                <a:cubicBezTo>
                  <a:pt x="8646" y="3951"/>
                  <a:pt x="8702" y="3935"/>
                  <a:pt x="8759" y="3907"/>
                </a:cubicBezTo>
                <a:lnTo>
                  <a:pt x="9673" y="3435"/>
                </a:lnTo>
                <a:lnTo>
                  <a:pt x="10555" y="3907"/>
                </a:lnTo>
                <a:cubicBezTo>
                  <a:pt x="10608" y="3947"/>
                  <a:pt x="10660" y="3964"/>
                  <a:pt x="10713" y="3964"/>
                </a:cubicBezTo>
                <a:cubicBezTo>
                  <a:pt x="10786" y="3964"/>
                  <a:pt x="10860" y="3930"/>
                  <a:pt x="10933" y="3876"/>
                </a:cubicBezTo>
                <a:cubicBezTo>
                  <a:pt x="11027" y="3813"/>
                  <a:pt x="11090" y="3687"/>
                  <a:pt x="11027" y="3561"/>
                </a:cubicBezTo>
                <a:lnTo>
                  <a:pt x="10870" y="2552"/>
                </a:lnTo>
                <a:lnTo>
                  <a:pt x="11626" y="1828"/>
                </a:lnTo>
                <a:cubicBezTo>
                  <a:pt x="11532" y="1702"/>
                  <a:pt x="11595" y="1607"/>
                  <a:pt x="11532" y="1481"/>
                </a:cubicBezTo>
                <a:cubicBezTo>
                  <a:pt x="11500" y="1355"/>
                  <a:pt x="11374" y="1292"/>
                  <a:pt x="11279" y="1229"/>
                </a:cubicBezTo>
                <a:lnTo>
                  <a:pt x="10240" y="1072"/>
                </a:lnTo>
                <a:lnTo>
                  <a:pt x="9799" y="190"/>
                </a:lnTo>
                <a:cubicBezTo>
                  <a:pt x="9751" y="63"/>
                  <a:pt x="9625" y="0"/>
                  <a:pt x="9495" y="0"/>
                </a:cubicBezTo>
                <a:cubicBezTo>
                  <a:pt x="9366" y="0"/>
                  <a:pt x="9232" y="63"/>
                  <a:pt x="9169" y="190"/>
                </a:cubicBezTo>
                <a:lnTo>
                  <a:pt x="8759" y="1072"/>
                </a:lnTo>
                <a:lnTo>
                  <a:pt x="7782" y="1229"/>
                </a:lnTo>
                <a:cubicBezTo>
                  <a:pt x="7719" y="1229"/>
                  <a:pt x="7688" y="1292"/>
                  <a:pt x="7656" y="1292"/>
                </a:cubicBezTo>
                <a:cubicBezTo>
                  <a:pt x="7593" y="1229"/>
                  <a:pt x="7562" y="1229"/>
                  <a:pt x="7530" y="1229"/>
                </a:cubicBezTo>
                <a:lnTo>
                  <a:pt x="6554" y="1072"/>
                </a:lnTo>
                <a:lnTo>
                  <a:pt x="6113" y="190"/>
                </a:lnTo>
                <a:cubicBezTo>
                  <a:pt x="6050" y="63"/>
                  <a:pt x="5924" y="0"/>
                  <a:pt x="5798" y="0"/>
                </a:cubicBezTo>
                <a:cubicBezTo>
                  <a:pt x="5672" y="0"/>
                  <a:pt x="5546" y="63"/>
                  <a:pt x="5483" y="190"/>
                </a:cubicBezTo>
                <a:lnTo>
                  <a:pt x="5041" y="1072"/>
                </a:lnTo>
                <a:lnTo>
                  <a:pt x="4065" y="1229"/>
                </a:lnTo>
                <a:cubicBezTo>
                  <a:pt x="4033" y="1229"/>
                  <a:pt x="4002" y="1292"/>
                  <a:pt x="3939" y="1292"/>
                </a:cubicBezTo>
                <a:cubicBezTo>
                  <a:pt x="3907" y="1229"/>
                  <a:pt x="3876" y="1229"/>
                  <a:pt x="3813" y="1229"/>
                </a:cubicBezTo>
                <a:lnTo>
                  <a:pt x="2836" y="1072"/>
                </a:lnTo>
                <a:lnTo>
                  <a:pt x="2395" y="190"/>
                </a:lnTo>
                <a:cubicBezTo>
                  <a:pt x="2348" y="63"/>
                  <a:pt x="2222" y="0"/>
                  <a:pt x="20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6" name="Google Shape;5766;p31"/>
          <p:cNvSpPr/>
          <p:nvPr/>
        </p:nvSpPr>
        <p:spPr>
          <a:xfrm>
            <a:off x="2393785" y="3255116"/>
            <a:ext cx="44779" cy="43778"/>
          </a:xfrm>
          <a:custGeom>
            <a:rect b="b" l="l" r="r" t="t"/>
            <a:pathLst>
              <a:path extrusionOk="0" h="1356" w="1387">
                <a:moveTo>
                  <a:pt x="0" y="1"/>
                </a:moveTo>
                <a:lnTo>
                  <a:pt x="0" y="1355"/>
                </a:lnTo>
                <a:lnTo>
                  <a:pt x="662" y="1355"/>
                </a:lnTo>
                <a:cubicBezTo>
                  <a:pt x="1071" y="1355"/>
                  <a:pt x="1324" y="1040"/>
                  <a:pt x="1324" y="694"/>
                </a:cubicBezTo>
                <a:cubicBezTo>
                  <a:pt x="1387" y="316"/>
                  <a:pt x="1071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7" name="Google Shape;5767;p31"/>
          <p:cNvSpPr/>
          <p:nvPr/>
        </p:nvSpPr>
        <p:spPr>
          <a:xfrm>
            <a:off x="2258510" y="3297442"/>
            <a:ext cx="180053" cy="92529"/>
          </a:xfrm>
          <a:custGeom>
            <a:rect b="b" l="l" r="r" t="t"/>
            <a:pathLst>
              <a:path extrusionOk="0" h="2866" w="5577">
                <a:moveTo>
                  <a:pt x="1438" y="1"/>
                </a:moveTo>
                <a:cubicBezTo>
                  <a:pt x="1338" y="1"/>
                  <a:pt x="1235" y="30"/>
                  <a:pt x="1166" y="76"/>
                </a:cubicBezTo>
                <a:lnTo>
                  <a:pt x="126" y="1179"/>
                </a:lnTo>
                <a:cubicBezTo>
                  <a:pt x="0" y="1305"/>
                  <a:pt x="0" y="1525"/>
                  <a:pt x="126" y="1651"/>
                </a:cubicBezTo>
                <a:lnTo>
                  <a:pt x="1166" y="2754"/>
                </a:lnTo>
                <a:cubicBezTo>
                  <a:pt x="1208" y="2838"/>
                  <a:pt x="1292" y="2866"/>
                  <a:pt x="1390" y="2866"/>
                </a:cubicBezTo>
                <a:cubicBezTo>
                  <a:pt x="1439" y="2866"/>
                  <a:pt x="1491" y="2859"/>
                  <a:pt x="1544" y="2848"/>
                </a:cubicBezTo>
                <a:cubicBezTo>
                  <a:pt x="1670" y="2817"/>
                  <a:pt x="1796" y="2659"/>
                  <a:pt x="1796" y="2533"/>
                </a:cubicBezTo>
                <a:lnTo>
                  <a:pt x="1796" y="2124"/>
                </a:lnTo>
                <a:lnTo>
                  <a:pt x="4190" y="2124"/>
                </a:lnTo>
                <a:cubicBezTo>
                  <a:pt x="4946" y="2124"/>
                  <a:pt x="5577" y="1494"/>
                  <a:pt x="5577" y="769"/>
                </a:cubicBezTo>
                <a:lnTo>
                  <a:pt x="5577" y="549"/>
                </a:lnTo>
                <a:cubicBezTo>
                  <a:pt x="5356" y="675"/>
                  <a:pt x="5135" y="769"/>
                  <a:pt x="4883" y="769"/>
                </a:cubicBezTo>
                <a:cubicBezTo>
                  <a:pt x="3686" y="738"/>
                  <a:pt x="2930" y="738"/>
                  <a:pt x="1796" y="738"/>
                </a:cubicBezTo>
                <a:lnTo>
                  <a:pt x="1796" y="328"/>
                </a:lnTo>
                <a:cubicBezTo>
                  <a:pt x="1796" y="170"/>
                  <a:pt x="1701" y="44"/>
                  <a:pt x="1544" y="13"/>
                </a:cubicBezTo>
                <a:cubicBezTo>
                  <a:pt x="1510" y="5"/>
                  <a:pt x="1474" y="1"/>
                  <a:pt x="14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8" name="Google Shape;5768;p31"/>
          <p:cNvSpPr/>
          <p:nvPr/>
        </p:nvSpPr>
        <p:spPr>
          <a:xfrm>
            <a:off x="2062183" y="3321236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253" y="1"/>
                  <a:pt x="1" y="316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lnTo>
                  <a:pt x="1324" y="1324"/>
                </a:lnTo>
                <a:lnTo>
                  <a:pt x="13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9" name="Google Shape;5769;p31"/>
          <p:cNvSpPr/>
          <p:nvPr/>
        </p:nvSpPr>
        <p:spPr>
          <a:xfrm>
            <a:off x="2062183" y="3361593"/>
            <a:ext cx="179053" cy="93304"/>
          </a:xfrm>
          <a:custGeom>
            <a:rect b="b" l="l" r="r" t="t"/>
            <a:pathLst>
              <a:path extrusionOk="0" h="2890" w="5546">
                <a:moveTo>
                  <a:pt x="4193" y="1"/>
                </a:moveTo>
                <a:cubicBezTo>
                  <a:pt x="4132" y="1"/>
                  <a:pt x="4067" y="16"/>
                  <a:pt x="4002" y="42"/>
                </a:cubicBezTo>
                <a:cubicBezTo>
                  <a:pt x="3876" y="74"/>
                  <a:pt x="3781" y="231"/>
                  <a:pt x="3781" y="357"/>
                </a:cubicBezTo>
                <a:lnTo>
                  <a:pt x="3781" y="735"/>
                </a:lnTo>
                <a:lnTo>
                  <a:pt x="662" y="735"/>
                </a:lnTo>
                <a:cubicBezTo>
                  <a:pt x="410" y="735"/>
                  <a:pt x="190" y="672"/>
                  <a:pt x="1" y="546"/>
                </a:cubicBezTo>
                <a:lnTo>
                  <a:pt x="1" y="767"/>
                </a:lnTo>
                <a:cubicBezTo>
                  <a:pt x="1" y="1523"/>
                  <a:pt x="631" y="2153"/>
                  <a:pt x="1355" y="2153"/>
                </a:cubicBezTo>
                <a:lnTo>
                  <a:pt x="3781" y="2153"/>
                </a:lnTo>
                <a:lnTo>
                  <a:pt x="3781" y="2563"/>
                </a:lnTo>
                <a:cubicBezTo>
                  <a:pt x="3781" y="2720"/>
                  <a:pt x="3844" y="2815"/>
                  <a:pt x="4002" y="2878"/>
                </a:cubicBezTo>
                <a:cubicBezTo>
                  <a:pt x="4033" y="2886"/>
                  <a:pt x="4067" y="2890"/>
                  <a:pt x="4101" y="2890"/>
                </a:cubicBezTo>
                <a:cubicBezTo>
                  <a:pt x="4205" y="2890"/>
                  <a:pt x="4317" y="2854"/>
                  <a:pt x="4411" y="2783"/>
                </a:cubicBezTo>
                <a:lnTo>
                  <a:pt x="5420" y="1681"/>
                </a:lnTo>
                <a:cubicBezTo>
                  <a:pt x="5546" y="1555"/>
                  <a:pt x="5546" y="1365"/>
                  <a:pt x="5420" y="1208"/>
                </a:cubicBezTo>
                <a:lnTo>
                  <a:pt x="4411" y="105"/>
                </a:lnTo>
                <a:cubicBezTo>
                  <a:pt x="4356" y="31"/>
                  <a:pt x="4279" y="1"/>
                  <a:pt x="419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0" name="Google Shape;5770;p31"/>
          <p:cNvSpPr/>
          <p:nvPr/>
        </p:nvSpPr>
        <p:spPr>
          <a:xfrm>
            <a:off x="2128303" y="3507362"/>
            <a:ext cx="242105" cy="68186"/>
          </a:xfrm>
          <a:custGeom>
            <a:rect b="b" l="l" r="r" t="t"/>
            <a:pathLst>
              <a:path extrusionOk="0" h="2112" w="7499">
                <a:moveTo>
                  <a:pt x="1" y="1"/>
                </a:moveTo>
                <a:lnTo>
                  <a:pt x="1" y="1072"/>
                </a:lnTo>
                <a:cubicBezTo>
                  <a:pt x="1" y="1639"/>
                  <a:pt x="473" y="2112"/>
                  <a:pt x="1009" y="2112"/>
                </a:cubicBezTo>
                <a:lnTo>
                  <a:pt x="6491" y="2112"/>
                </a:lnTo>
                <a:cubicBezTo>
                  <a:pt x="7026" y="2112"/>
                  <a:pt x="7499" y="1639"/>
                  <a:pt x="7499" y="1072"/>
                </a:cubicBezTo>
                <a:lnTo>
                  <a:pt x="74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1" name="Google Shape;5771;p31"/>
          <p:cNvSpPr/>
          <p:nvPr/>
        </p:nvSpPr>
        <p:spPr>
          <a:xfrm>
            <a:off x="2128303" y="3197132"/>
            <a:ext cx="242105" cy="45812"/>
          </a:xfrm>
          <a:custGeom>
            <a:rect b="b" l="l" r="r" t="t"/>
            <a:pathLst>
              <a:path extrusionOk="0" h="1419" w="7499">
                <a:moveTo>
                  <a:pt x="1009" y="1"/>
                </a:moveTo>
                <a:cubicBezTo>
                  <a:pt x="473" y="1"/>
                  <a:pt x="1" y="474"/>
                  <a:pt x="1" y="1072"/>
                </a:cubicBezTo>
                <a:lnTo>
                  <a:pt x="1" y="1419"/>
                </a:lnTo>
                <a:lnTo>
                  <a:pt x="7499" y="1419"/>
                </a:lnTo>
                <a:lnTo>
                  <a:pt x="7499" y="1072"/>
                </a:lnTo>
                <a:cubicBezTo>
                  <a:pt x="7499" y="537"/>
                  <a:pt x="7026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2" name="Google Shape;5772;p31"/>
          <p:cNvSpPr/>
          <p:nvPr/>
        </p:nvSpPr>
        <p:spPr>
          <a:xfrm>
            <a:off x="2129336" y="3264285"/>
            <a:ext cx="243106" cy="222767"/>
          </a:xfrm>
          <a:custGeom>
            <a:rect b="b" l="l" r="r" t="t"/>
            <a:pathLst>
              <a:path extrusionOk="0" h="6900" w="7530">
                <a:moveTo>
                  <a:pt x="0" y="0"/>
                </a:moveTo>
                <a:lnTo>
                  <a:pt x="0" y="3088"/>
                </a:lnTo>
                <a:lnTo>
                  <a:pt x="1071" y="3088"/>
                </a:lnTo>
                <a:cubicBezTo>
                  <a:pt x="1134" y="2773"/>
                  <a:pt x="1386" y="2552"/>
                  <a:pt x="1701" y="2426"/>
                </a:cubicBezTo>
                <a:cubicBezTo>
                  <a:pt x="1822" y="2376"/>
                  <a:pt x="1952" y="2351"/>
                  <a:pt x="2083" y="2351"/>
                </a:cubicBezTo>
                <a:cubicBezTo>
                  <a:pt x="2361" y="2351"/>
                  <a:pt x="2642" y="2464"/>
                  <a:pt x="2835" y="2678"/>
                </a:cubicBezTo>
                <a:lnTo>
                  <a:pt x="3844" y="3781"/>
                </a:lnTo>
                <a:cubicBezTo>
                  <a:pt x="4222" y="4190"/>
                  <a:pt x="4222" y="4789"/>
                  <a:pt x="3844" y="5167"/>
                </a:cubicBezTo>
                <a:lnTo>
                  <a:pt x="2835" y="6270"/>
                </a:lnTo>
                <a:cubicBezTo>
                  <a:pt x="2635" y="6493"/>
                  <a:pt x="2339" y="6621"/>
                  <a:pt x="2050" y="6621"/>
                </a:cubicBezTo>
                <a:cubicBezTo>
                  <a:pt x="1930" y="6621"/>
                  <a:pt x="1812" y="6599"/>
                  <a:pt x="1701" y="6553"/>
                </a:cubicBezTo>
                <a:cubicBezTo>
                  <a:pt x="1386" y="6427"/>
                  <a:pt x="1134" y="6144"/>
                  <a:pt x="1071" y="5892"/>
                </a:cubicBezTo>
                <a:lnTo>
                  <a:pt x="0" y="5892"/>
                </a:lnTo>
                <a:lnTo>
                  <a:pt x="0" y="6900"/>
                </a:lnTo>
                <a:lnTo>
                  <a:pt x="7530" y="6900"/>
                </a:lnTo>
                <a:lnTo>
                  <a:pt x="7530" y="3844"/>
                </a:lnTo>
                <a:lnTo>
                  <a:pt x="6459" y="3844"/>
                </a:lnTo>
                <a:cubicBezTo>
                  <a:pt x="6364" y="4159"/>
                  <a:pt x="6143" y="4379"/>
                  <a:pt x="5828" y="4505"/>
                </a:cubicBezTo>
                <a:cubicBezTo>
                  <a:pt x="5709" y="4551"/>
                  <a:pt x="5589" y="4573"/>
                  <a:pt x="5472" y="4573"/>
                </a:cubicBezTo>
                <a:cubicBezTo>
                  <a:pt x="5188" y="4573"/>
                  <a:pt x="4917" y="4445"/>
                  <a:pt x="4694" y="4222"/>
                </a:cubicBezTo>
                <a:lnTo>
                  <a:pt x="3655" y="3119"/>
                </a:lnTo>
                <a:cubicBezTo>
                  <a:pt x="3308" y="2741"/>
                  <a:pt x="3308" y="2143"/>
                  <a:pt x="3655" y="1765"/>
                </a:cubicBezTo>
                <a:lnTo>
                  <a:pt x="4694" y="630"/>
                </a:lnTo>
                <a:cubicBezTo>
                  <a:pt x="4866" y="416"/>
                  <a:pt x="5140" y="304"/>
                  <a:pt x="5427" y="304"/>
                </a:cubicBezTo>
                <a:cubicBezTo>
                  <a:pt x="5561" y="304"/>
                  <a:pt x="5698" y="328"/>
                  <a:pt x="5828" y="378"/>
                </a:cubicBezTo>
                <a:cubicBezTo>
                  <a:pt x="6143" y="504"/>
                  <a:pt x="6364" y="756"/>
                  <a:pt x="6459" y="1040"/>
                </a:cubicBezTo>
                <a:lnTo>
                  <a:pt x="7530" y="1040"/>
                </a:ln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3" name="Google Shape;5773;p31"/>
          <p:cNvSpPr/>
          <p:nvPr/>
        </p:nvSpPr>
        <p:spPr>
          <a:xfrm>
            <a:off x="2055580" y="3693257"/>
            <a:ext cx="389583" cy="377799"/>
          </a:xfrm>
          <a:custGeom>
            <a:rect b="b" l="l" r="r" t="t"/>
            <a:pathLst>
              <a:path extrusionOk="0" h="11702" w="12067">
                <a:moveTo>
                  <a:pt x="2558" y="0"/>
                </a:moveTo>
                <a:cubicBezTo>
                  <a:pt x="2357" y="0"/>
                  <a:pt x="2155" y="24"/>
                  <a:pt x="1954" y="70"/>
                </a:cubicBezTo>
                <a:cubicBezTo>
                  <a:pt x="1828" y="102"/>
                  <a:pt x="1733" y="196"/>
                  <a:pt x="1702" y="322"/>
                </a:cubicBezTo>
                <a:cubicBezTo>
                  <a:pt x="1670" y="448"/>
                  <a:pt x="1702" y="543"/>
                  <a:pt x="1796" y="637"/>
                </a:cubicBezTo>
                <a:lnTo>
                  <a:pt x="2679" y="1551"/>
                </a:lnTo>
                <a:cubicBezTo>
                  <a:pt x="2962" y="1803"/>
                  <a:pt x="2962" y="2244"/>
                  <a:pt x="2679" y="2528"/>
                </a:cubicBezTo>
                <a:cubicBezTo>
                  <a:pt x="2553" y="2669"/>
                  <a:pt x="2379" y="2740"/>
                  <a:pt x="2202" y="2740"/>
                </a:cubicBezTo>
                <a:cubicBezTo>
                  <a:pt x="2025" y="2740"/>
                  <a:pt x="1844" y="2669"/>
                  <a:pt x="1702" y="2528"/>
                </a:cubicBezTo>
                <a:lnTo>
                  <a:pt x="788" y="1614"/>
                </a:lnTo>
                <a:cubicBezTo>
                  <a:pt x="744" y="1569"/>
                  <a:pt x="668" y="1525"/>
                  <a:pt x="582" y="1525"/>
                </a:cubicBezTo>
                <a:cubicBezTo>
                  <a:pt x="547" y="1525"/>
                  <a:pt x="510" y="1532"/>
                  <a:pt x="473" y="1551"/>
                </a:cubicBezTo>
                <a:cubicBezTo>
                  <a:pt x="347" y="1582"/>
                  <a:pt x="284" y="1645"/>
                  <a:pt x="253" y="1771"/>
                </a:cubicBezTo>
                <a:cubicBezTo>
                  <a:pt x="1" y="2591"/>
                  <a:pt x="253" y="3473"/>
                  <a:pt x="883" y="4103"/>
                </a:cubicBezTo>
                <a:cubicBezTo>
                  <a:pt x="1366" y="4494"/>
                  <a:pt x="1932" y="4750"/>
                  <a:pt x="2619" y="4750"/>
                </a:cubicBezTo>
                <a:cubicBezTo>
                  <a:pt x="2874" y="4750"/>
                  <a:pt x="3145" y="4715"/>
                  <a:pt x="3435" y="4638"/>
                </a:cubicBezTo>
                <a:lnTo>
                  <a:pt x="7247" y="8482"/>
                </a:lnTo>
                <a:cubicBezTo>
                  <a:pt x="6963" y="9522"/>
                  <a:pt x="7215" y="10372"/>
                  <a:pt x="7814" y="10971"/>
                </a:cubicBezTo>
                <a:cubicBezTo>
                  <a:pt x="8291" y="11472"/>
                  <a:pt x="8895" y="11702"/>
                  <a:pt x="9516" y="11702"/>
                </a:cubicBezTo>
                <a:cubicBezTo>
                  <a:pt x="9714" y="11702"/>
                  <a:pt x="9915" y="11678"/>
                  <a:pt x="10114" y="11632"/>
                </a:cubicBezTo>
                <a:cubicBezTo>
                  <a:pt x="10240" y="11569"/>
                  <a:pt x="10334" y="11506"/>
                  <a:pt x="10366" y="11380"/>
                </a:cubicBezTo>
                <a:cubicBezTo>
                  <a:pt x="10397" y="11254"/>
                  <a:pt x="10366" y="11128"/>
                  <a:pt x="10271" y="11065"/>
                </a:cubicBezTo>
                <a:lnTo>
                  <a:pt x="9389" y="10152"/>
                </a:lnTo>
                <a:cubicBezTo>
                  <a:pt x="9106" y="9868"/>
                  <a:pt x="9106" y="9459"/>
                  <a:pt x="9389" y="9175"/>
                </a:cubicBezTo>
                <a:cubicBezTo>
                  <a:pt x="9515" y="9033"/>
                  <a:pt x="9688" y="8962"/>
                  <a:pt x="9866" y="8962"/>
                </a:cubicBezTo>
                <a:cubicBezTo>
                  <a:pt x="10043" y="8962"/>
                  <a:pt x="10224" y="9033"/>
                  <a:pt x="10366" y="9175"/>
                </a:cubicBezTo>
                <a:lnTo>
                  <a:pt x="11279" y="10089"/>
                </a:lnTo>
                <a:cubicBezTo>
                  <a:pt x="11326" y="10135"/>
                  <a:pt x="11405" y="10164"/>
                  <a:pt x="11494" y="10164"/>
                </a:cubicBezTo>
                <a:cubicBezTo>
                  <a:pt x="11527" y="10164"/>
                  <a:pt x="11561" y="10160"/>
                  <a:pt x="11594" y="10152"/>
                </a:cubicBezTo>
                <a:cubicBezTo>
                  <a:pt x="11720" y="10120"/>
                  <a:pt x="11783" y="10026"/>
                  <a:pt x="11815" y="9931"/>
                </a:cubicBezTo>
                <a:cubicBezTo>
                  <a:pt x="12067" y="9081"/>
                  <a:pt x="11815" y="8230"/>
                  <a:pt x="11185" y="7600"/>
                </a:cubicBezTo>
                <a:cubicBezTo>
                  <a:pt x="10778" y="7170"/>
                  <a:pt x="10224" y="6903"/>
                  <a:pt x="9537" y="6903"/>
                </a:cubicBezTo>
                <a:cubicBezTo>
                  <a:pt x="9266" y="6903"/>
                  <a:pt x="8975" y="6944"/>
                  <a:pt x="8665" y="7033"/>
                </a:cubicBezTo>
                <a:lnTo>
                  <a:pt x="4852" y="3221"/>
                </a:lnTo>
                <a:lnTo>
                  <a:pt x="4884" y="3032"/>
                </a:lnTo>
                <a:cubicBezTo>
                  <a:pt x="5136" y="2213"/>
                  <a:pt x="4884" y="1330"/>
                  <a:pt x="4254" y="700"/>
                </a:cubicBezTo>
                <a:cubicBezTo>
                  <a:pt x="3778" y="225"/>
                  <a:pt x="3177" y="0"/>
                  <a:pt x="25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4" name="Google Shape;5774;p31"/>
          <p:cNvSpPr/>
          <p:nvPr/>
        </p:nvSpPr>
        <p:spPr>
          <a:xfrm>
            <a:off x="2056613" y="3888776"/>
            <a:ext cx="186155" cy="181571"/>
          </a:xfrm>
          <a:custGeom>
            <a:rect b="b" l="l" r="r" t="t"/>
            <a:pathLst>
              <a:path extrusionOk="0" h="5624" w="5766">
                <a:moveTo>
                  <a:pt x="4080" y="1504"/>
                </a:moveTo>
                <a:cubicBezTo>
                  <a:pt x="4167" y="1504"/>
                  <a:pt x="4253" y="1528"/>
                  <a:pt x="4316" y="1575"/>
                </a:cubicBezTo>
                <a:cubicBezTo>
                  <a:pt x="4442" y="1701"/>
                  <a:pt x="4442" y="1953"/>
                  <a:pt x="4316" y="2048"/>
                </a:cubicBezTo>
                <a:lnTo>
                  <a:pt x="2205" y="4159"/>
                </a:lnTo>
                <a:cubicBezTo>
                  <a:pt x="2158" y="4206"/>
                  <a:pt x="2072" y="4230"/>
                  <a:pt x="1985" y="4230"/>
                </a:cubicBezTo>
                <a:cubicBezTo>
                  <a:pt x="1898" y="4230"/>
                  <a:pt x="1812" y="4206"/>
                  <a:pt x="1764" y="4159"/>
                </a:cubicBezTo>
                <a:cubicBezTo>
                  <a:pt x="1638" y="4033"/>
                  <a:pt x="1638" y="3781"/>
                  <a:pt x="1764" y="3686"/>
                </a:cubicBezTo>
                <a:lnTo>
                  <a:pt x="3844" y="1575"/>
                </a:lnTo>
                <a:cubicBezTo>
                  <a:pt x="3907" y="1528"/>
                  <a:pt x="3993" y="1504"/>
                  <a:pt x="4080" y="1504"/>
                </a:cubicBezTo>
                <a:close/>
                <a:moveTo>
                  <a:pt x="3844" y="0"/>
                </a:moveTo>
                <a:lnTo>
                  <a:pt x="567" y="3277"/>
                </a:lnTo>
                <a:cubicBezTo>
                  <a:pt x="0" y="3844"/>
                  <a:pt x="0" y="4694"/>
                  <a:pt x="567" y="5198"/>
                </a:cubicBezTo>
                <a:cubicBezTo>
                  <a:pt x="835" y="5482"/>
                  <a:pt x="1189" y="5624"/>
                  <a:pt x="1540" y="5624"/>
                </a:cubicBezTo>
                <a:cubicBezTo>
                  <a:pt x="1890" y="5624"/>
                  <a:pt x="2237" y="5482"/>
                  <a:pt x="2489" y="5198"/>
                </a:cubicBezTo>
                <a:lnTo>
                  <a:pt x="5766" y="1953"/>
                </a:lnTo>
                <a:lnTo>
                  <a:pt x="384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5" name="Google Shape;5775;p31"/>
          <p:cNvSpPr/>
          <p:nvPr/>
        </p:nvSpPr>
        <p:spPr>
          <a:xfrm>
            <a:off x="2274280" y="3691287"/>
            <a:ext cx="166817" cy="164944"/>
          </a:xfrm>
          <a:custGeom>
            <a:rect b="b" l="l" r="r" t="t"/>
            <a:pathLst>
              <a:path extrusionOk="0" h="5109" w="5167">
                <a:moveTo>
                  <a:pt x="4249" y="1"/>
                </a:moveTo>
                <a:cubicBezTo>
                  <a:pt x="4179" y="1"/>
                  <a:pt x="4106" y="24"/>
                  <a:pt x="4033" y="68"/>
                </a:cubicBezTo>
                <a:lnTo>
                  <a:pt x="2206" y="1171"/>
                </a:lnTo>
                <a:cubicBezTo>
                  <a:pt x="2017" y="1265"/>
                  <a:pt x="1985" y="1549"/>
                  <a:pt x="2143" y="1706"/>
                </a:cubicBezTo>
                <a:lnTo>
                  <a:pt x="2300" y="1864"/>
                </a:lnTo>
                <a:lnTo>
                  <a:pt x="0" y="4164"/>
                </a:lnTo>
                <a:lnTo>
                  <a:pt x="945" y="5109"/>
                </a:lnTo>
                <a:lnTo>
                  <a:pt x="3245" y="2809"/>
                </a:lnTo>
                <a:lnTo>
                  <a:pt x="3434" y="2998"/>
                </a:lnTo>
                <a:cubicBezTo>
                  <a:pt x="3502" y="3066"/>
                  <a:pt x="3594" y="3099"/>
                  <a:pt x="3684" y="3099"/>
                </a:cubicBezTo>
                <a:cubicBezTo>
                  <a:pt x="3802" y="3099"/>
                  <a:pt x="3916" y="3042"/>
                  <a:pt x="3970" y="2935"/>
                </a:cubicBezTo>
                <a:lnTo>
                  <a:pt x="5073" y="1108"/>
                </a:lnTo>
                <a:cubicBezTo>
                  <a:pt x="5167" y="1013"/>
                  <a:pt x="5167" y="793"/>
                  <a:pt x="5041" y="698"/>
                </a:cubicBezTo>
                <a:lnTo>
                  <a:pt x="4474" y="100"/>
                </a:lnTo>
                <a:cubicBezTo>
                  <a:pt x="4406" y="32"/>
                  <a:pt x="4330" y="1"/>
                  <a:pt x="4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6" name="Google Shape;5776;p31"/>
          <p:cNvSpPr/>
          <p:nvPr/>
        </p:nvSpPr>
        <p:spPr>
          <a:xfrm>
            <a:off x="3962395" y="3243429"/>
            <a:ext cx="178052" cy="330598"/>
          </a:xfrm>
          <a:custGeom>
            <a:rect b="b" l="l" r="r" t="t"/>
            <a:pathLst>
              <a:path extrusionOk="0" h="10240" w="5515">
                <a:moveTo>
                  <a:pt x="662" y="0"/>
                </a:moveTo>
                <a:cubicBezTo>
                  <a:pt x="284" y="0"/>
                  <a:pt x="1" y="315"/>
                  <a:pt x="1" y="662"/>
                </a:cubicBezTo>
                <a:lnTo>
                  <a:pt x="1" y="4411"/>
                </a:lnTo>
                <a:cubicBezTo>
                  <a:pt x="1" y="4632"/>
                  <a:pt x="64" y="4884"/>
                  <a:pt x="190" y="5073"/>
                </a:cubicBezTo>
                <a:lnTo>
                  <a:pt x="1639" y="7467"/>
                </a:lnTo>
                <a:cubicBezTo>
                  <a:pt x="1891" y="7877"/>
                  <a:pt x="2049" y="8097"/>
                  <a:pt x="2049" y="8538"/>
                </a:cubicBezTo>
                <a:lnTo>
                  <a:pt x="2049" y="9861"/>
                </a:lnTo>
                <a:cubicBezTo>
                  <a:pt x="2049" y="10082"/>
                  <a:pt x="2206" y="10239"/>
                  <a:pt x="2395" y="10239"/>
                </a:cubicBezTo>
                <a:lnTo>
                  <a:pt x="5514" y="10239"/>
                </a:lnTo>
                <a:lnTo>
                  <a:pt x="5514" y="6364"/>
                </a:lnTo>
                <a:cubicBezTo>
                  <a:pt x="5514" y="5986"/>
                  <a:pt x="5357" y="5671"/>
                  <a:pt x="5168" y="5419"/>
                </a:cubicBezTo>
                <a:cubicBezTo>
                  <a:pt x="5167" y="5420"/>
                  <a:pt x="5165" y="5421"/>
                  <a:pt x="5163" y="5421"/>
                </a:cubicBezTo>
                <a:cubicBezTo>
                  <a:pt x="5042" y="5421"/>
                  <a:pt x="3214" y="3623"/>
                  <a:pt x="3183" y="3592"/>
                </a:cubicBezTo>
                <a:cubicBezTo>
                  <a:pt x="3041" y="3432"/>
                  <a:pt x="2828" y="3332"/>
                  <a:pt x="2613" y="3332"/>
                </a:cubicBezTo>
                <a:cubicBezTo>
                  <a:pt x="2448" y="3332"/>
                  <a:pt x="2280" y="3392"/>
                  <a:pt x="2143" y="3529"/>
                </a:cubicBezTo>
                <a:cubicBezTo>
                  <a:pt x="1891" y="3812"/>
                  <a:pt x="1923" y="4285"/>
                  <a:pt x="2112" y="4442"/>
                </a:cubicBezTo>
                <a:lnTo>
                  <a:pt x="3970" y="6301"/>
                </a:lnTo>
                <a:cubicBezTo>
                  <a:pt x="4097" y="6427"/>
                  <a:pt x="4097" y="6648"/>
                  <a:pt x="3970" y="6774"/>
                </a:cubicBezTo>
                <a:cubicBezTo>
                  <a:pt x="3907" y="6821"/>
                  <a:pt x="3821" y="6845"/>
                  <a:pt x="3734" y="6845"/>
                </a:cubicBezTo>
                <a:cubicBezTo>
                  <a:pt x="3648" y="6845"/>
                  <a:pt x="3561" y="6821"/>
                  <a:pt x="3498" y="6774"/>
                </a:cubicBezTo>
                <a:lnTo>
                  <a:pt x="1639" y="4915"/>
                </a:lnTo>
                <a:cubicBezTo>
                  <a:pt x="1450" y="4726"/>
                  <a:pt x="1324" y="4442"/>
                  <a:pt x="1324" y="4190"/>
                </a:cubicBezTo>
                <a:lnTo>
                  <a:pt x="1324" y="662"/>
                </a:lnTo>
                <a:cubicBezTo>
                  <a:pt x="1324" y="252"/>
                  <a:pt x="1009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7" name="Google Shape;5777;p31"/>
          <p:cNvSpPr/>
          <p:nvPr/>
        </p:nvSpPr>
        <p:spPr>
          <a:xfrm>
            <a:off x="4162790" y="3243429"/>
            <a:ext cx="177019" cy="331599"/>
          </a:xfrm>
          <a:custGeom>
            <a:rect b="b" l="l" r="r" t="t"/>
            <a:pathLst>
              <a:path extrusionOk="0" h="10271" w="5483">
                <a:moveTo>
                  <a:pt x="4758" y="0"/>
                </a:moveTo>
                <a:cubicBezTo>
                  <a:pt x="4380" y="0"/>
                  <a:pt x="4096" y="315"/>
                  <a:pt x="4096" y="662"/>
                </a:cubicBezTo>
                <a:lnTo>
                  <a:pt x="4096" y="4190"/>
                </a:lnTo>
                <a:cubicBezTo>
                  <a:pt x="4096" y="4474"/>
                  <a:pt x="3970" y="4758"/>
                  <a:pt x="3781" y="4915"/>
                </a:cubicBezTo>
                <a:lnTo>
                  <a:pt x="1922" y="6774"/>
                </a:lnTo>
                <a:cubicBezTo>
                  <a:pt x="1875" y="6821"/>
                  <a:pt x="1788" y="6845"/>
                  <a:pt x="1698" y="6845"/>
                </a:cubicBezTo>
                <a:cubicBezTo>
                  <a:pt x="1607" y="6845"/>
                  <a:pt x="1513" y="6821"/>
                  <a:pt x="1450" y="6774"/>
                </a:cubicBezTo>
                <a:cubicBezTo>
                  <a:pt x="1355" y="6648"/>
                  <a:pt x="1355" y="6427"/>
                  <a:pt x="1450" y="6301"/>
                </a:cubicBezTo>
                <a:lnTo>
                  <a:pt x="3308" y="4442"/>
                </a:lnTo>
                <a:cubicBezTo>
                  <a:pt x="3497" y="4285"/>
                  <a:pt x="3560" y="3812"/>
                  <a:pt x="3277" y="3529"/>
                </a:cubicBezTo>
                <a:cubicBezTo>
                  <a:pt x="3140" y="3392"/>
                  <a:pt x="2972" y="3332"/>
                  <a:pt x="2807" y="3332"/>
                </a:cubicBezTo>
                <a:cubicBezTo>
                  <a:pt x="2592" y="3332"/>
                  <a:pt x="2379" y="3432"/>
                  <a:pt x="2237" y="3592"/>
                </a:cubicBezTo>
                <a:cubicBezTo>
                  <a:pt x="2237" y="3592"/>
                  <a:pt x="347" y="5419"/>
                  <a:pt x="347" y="5482"/>
                </a:cubicBezTo>
                <a:cubicBezTo>
                  <a:pt x="158" y="5671"/>
                  <a:pt x="0" y="6018"/>
                  <a:pt x="0" y="6427"/>
                </a:cubicBezTo>
                <a:lnTo>
                  <a:pt x="0" y="8129"/>
                </a:lnTo>
                <a:lnTo>
                  <a:pt x="0" y="8412"/>
                </a:lnTo>
                <a:lnTo>
                  <a:pt x="0" y="10271"/>
                </a:lnTo>
                <a:lnTo>
                  <a:pt x="3088" y="10271"/>
                </a:lnTo>
                <a:cubicBezTo>
                  <a:pt x="3277" y="10271"/>
                  <a:pt x="3434" y="10113"/>
                  <a:pt x="3434" y="9924"/>
                </a:cubicBezTo>
                <a:lnTo>
                  <a:pt x="3434" y="8570"/>
                </a:lnTo>
                <a:cubicBezTo>
                  <a:pt x="3434" y="8129"/>
                  <a:pt x="3623" y="7908"/>
                  <a:pt x="3812" y="7530"/>
                </a:cubicBezTo>
                <a:lnTo>
                  <a:pt x="5293" y="5104"/>
                </a:lnTo>
                <a:cubicBezTo>
                  <a:pt x="5388" y="4915"/>
                  <a:pt x="5482" y="4663"/>
                  <a:pt x="5482" y="4411"/>
                </a:cubicBezTo>
                <a:lnTo>
                  <a:pt x="5482" y="662"/>
                </a:lnTo>
                <a:cubicBezTo>
                  <a:pt x="5451" y="284"/>
                  <a:pt x="5136" y="0"/>
                  <a:pt x="47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8" name="Google Shape;5778;p31"/>
          <p:cNvSpPr/>
          <p:nvPr/>
        </p:nvSpPr>
        <p:spPr>
          <a:xfrm>
            <a:off x="4239080" y="3285142"/>
            <a:ext cx="33576" cy="48847"/>
          </a:xfrm>
          <a:custGeom>
            <a:rect b="b" l="l" r="r" t="t"/>
            <a:pathLst>
              <a:path extrusionOk="0" h="1513" w="1040">
                <a:moveTo>
                  <a:pt x="504" y="0"/>
                </a:moveTo>
                <a:cubicBezTo>
                  <a:pt x="252" y="32"/>
                  <a:pt x="0" y="284"/>
                  <a:pt x="0" y="567"/>
                </a:cubicBezTo>
                <a:lnTo>
                  <a:pt x="0" y="1418"/>
                </a:lnTo>
                <a:cubicBezTo>
                  <a:pt x="126" y="1386"/>
                  <a:pt x="252" y="1355"/>
                  <a:pt x="410" y="1355"/>
                </a:cubicBezTo>
                <a:cubicBezTo>
                  <a:pt x="630" y="1355"/>
                  <a:pt x="819" y="1386"/>
                  <a:pt x="1040" y="1512"/>
                </a:cubicBezTo>
                <a:lnTo>
                  <a:pt x="1040" y="504"/>
                </a:lnTo>
                <a:cubicBezTo>
                  <a:pt x="1040" y="252"/>
                  <a:pt x="788" y="0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9" name="Google Shape;5779;p31"/>
          <p:cNvSpPr/>
          <p:nvPr/>
        </p:nvSpPr>
        <p:spPr>
          <a:xfrm>
            <a:off x="4028515" y="3287853"/>
            <a:ext cx="32576" cy="47136"/>
          </a:xfrm>
          <a:custGeom>
            <a:rect b="b" l="l" r="r" t="t"/>
            <a:pathLst>
              <a:path extrusionOk="0" h="1460" w="1009">
                <a:moveTo>
                  <a:pt x="418" y="1"/>
                </a:moveTo>
                <a:cubicBezTo>
                  <a:pt x="177" y="1"/>
                  <a:pt x="1" y="229"/>
                  <a:pt x="1" y="483"/>
                </a:cubicBezTo>
                <a:lnTo>
                  <a:pt x="1" y="1460"/>
                </a:lnTo>
                <a:cubicBezTo>
                  <a:pt x="190" y="1334"/>
                  <a:pt x="379" y="1302"/>
                  <a:pt x="631" y="1302"/>
                </a:cubicBezTo>
                <a:cubicBezTo>
                  <a:pt x="725" y="1302"/>
                  <a:pt x="883" y="1334"/>
                  <a:pt x="1009" y="1365"/>
                </a:cubicBezTo>
                <a:lnTo>
                  <a:pt x="1009" y="515"/>
                </a:lnTo>
                <a:cubicBezTo>
                  <a:pt x="1009" y="231"/>
                  <a:pt x="788" y="11"/>
                  <a:pt x="505" y="11"/>
                </a:cubicBezTo>
                <a:cubicBezTo>
                  <a:pt x="475" y="4"/>
                  <a:pt x="446" y="1"/>
                  <a:pt x="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0" name="Google Shape;5780;p31"/>
          <p:cNvSpPr/>
          <p:nvPr/>
        </p:nvSpPr>
        <p:spPr>
          <a:xfrm>
            <a:off x="4105838" y="3197648"/>
            <a:ext cx="88493" cy="88525"/>
          </a:xfrm>
          <a:custGeom>
            <a:rect b="b" l="l" r="r" t="t"/>
            <a:pathLst>
              <a:path extrusionOk="0" h="2742" w="2741">
                <a:moveTo>
                  <a:pt x="1386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74"/>
                  <a:pt x="630" y="2742"/>
                  <a:pt x="1386" y="2742"/>
                </a:cubicBezTo>
                <a:cubicBezTo>
                  <a:pt x="2111" y="2742"/>
                  <a:pt x="2741" y="2111"/>
                  <a:pt x="2741" y="1387"/>
                </a:cubicBezTo>
                <a:cubicBezTo>
                  <a:pt x="2741" y="631"/>
                  <a:pt x="2111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1" name="Google Shape;5781;p31"/>
          <p:cNvSpPr/>
          <p:nvPr/>
        </p:nvSpPr>
        <p:spPr>
          <a:xfrm>
            <a:off x="4080397" y="3308516"/>
            <a:ext cx="139374" cy="88525"/>
          </a:xfrm>
          <a:custGeom>
            <a:rect b="b" l="l" r="r" t="t"/>
            <a:pathLst>
              <a:path extrusionOk="0" h="2742" w="4317">
                <a:moveTo>
                  <a:pt x="2174" y="1"/>
                </a:moveTo>
                <a:cubicBezTo>
                  <a:pt x="1292" y="1"/>
                  <a:pt x="505" y="379"/>
                  <a:pt x="0" y="1040"/>
                </a:cubicBezTo>
                <a:lnTo>
                  <a:pt x="32" y="1103"/>
                </a:lnTo>
                <a:cubicBezTo>
                  <a:pt x="946" y="1985"/>
                  <a:pt x="1450" y="2458"/>
                  <a:pt x="1702" y="2742"/>
                </a:cubicBezTo>
                <a:lnTo>
                  <a:pt x="2647" y="2742"/>
                </a:lnTo>
                <a:lnTo>
                  <a:pt x="4254" y="1135"/>
                </a:lnTo>
                <a:lnTo>
                  <a:pt x="4317" y="1040"/>
                </a:lnTo>
                <a:cubicBezTo>
                  <a:pt x="3813" y="410"/>
                  <a:pt x="3025" y="1"/>
                  <a:pt x="21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2" name="Google Shape;5782;p31"/>
          <p:cNvSpPr/>
          <p:nvPr/>
        </p:nvSpPr>
        <p:spPr>
          <a:xfrm>
            <a:off x="1740563" y="1260427"/>
            <a:ext cx="221733" cy="221152"/>
          </a:xfrm>
          <a:custGeom>
            <a:rect b="b" l="l" r="r" t="t"/>
            <a:pathLst>
              <a:path extrusionOk="0" h="6850" w="6868">
                <a:moveTo>
                  <a:pt x="3466" y="1355"/>
                </a:moveTo>
                <a:cubicBezTo>
                  <a:pt x="4222" y="1355"/>
                  <a:pt x="4852" y="1985"/>
                  <a:pt x="4852" y="2741"/>
                </a:cubicBezTo>
                <a:lnTo>
                  <a:pt x="4852" y="4127"/>
                </a:lnTo>
                <a:cubicBezTo>
                  <a:pt x="4852" y="4348"/>
                  <a:pt x="4757" y="4600"/>
                  <a:pt x="4631" y="4821"/>
                </a:cubicBezTo>
                <a:lnTo>
                  <a:pt x="4726" y="4915"/>
                </a:lnTo>
                <a:cubicBezTo>
                  <a:pt x="4852" y="5041"/>
                  <a:pt x="4852" y="5262"/>
                  <a:pt x="4726" y="5388"/>
                </a:cubicBezTo>
                <a:cubicBezTo>
                  <a:pt x="4663" y="5451"/>
                  <a:pt x="4576" y="5482"/>
                  <a:pt x="4489" y="5482"/>
                </a:cubicBezTo>
                <a:cubicBezTo>
                  <a:pt x="4403" y="5482"/>
                  <a:pt x="4316" y="5451"/>
                  <a:pt x="4253" y="5388"/>
                </a:cubicBezTo>
                <a:lnTo>
                  <a:pt x="4190" y="5293"/>
                </a:lnTo>
                <a:cubicBezTo>
                  <a:pt x="3970" y="5419"/>
                  <a:pt x="3749" y="5514"/>
                  <a:pt x="3466" y="5514"/>
                </a:cubicBezTo>
                <a:cubicBezTo>
                  <a:pt x="2709" y="5514"/>
                  <a:pt x="2079" y="4884"/>
                  <a:pt x="2079" y="4127"/>
                </a:cubicBezTo>
                <a:lnTo>
                  <a:pt x="2079" y="2741"/>
                </a:lnTo>
                <a:cubicBezTo>
                  <a:pt x="2079" y="1985"/>
                  <a:pt x="2709" y="1355"/>
                  <a:pt x="3466" y="1355"/>
                </a:cubicBezTo>
                <a:close/>
                <a:moveTo>
                  <a:pt x="3466" y="0"/>
                </a:moveTo>
                <a:cubicBezTo>
                  <a:pt x="1575" y="0"/>
                  <a:pt x="32" y="1576"/>
                  <a:pt x="32" y="3403"/>
                </a:cubicBezTo>
                <a:cubicBezTo>
                  <a:pt x="32" y="4001"/>
                  <a:pt x="189" y="4569"/>
                  <a:pt x="473" y="5104"/>
                </a:cubicBezTo>
                <a:lnTo>
                  <a:pt x="32" y="6396"/>
                </a:lnTo>
                <a:cubicBezTo>
                  <a:pt x="0" y="6522"/>
                  <a:pt x="32" y="6679"/>
                  <a:pt x="126" y="6774"/>
                </a:cubicBezTo>
                <a:cubicBezTo>
                  <a:pt x="172" y="6820"/>
                  <a:pt x="269" y="6849"/>
                  <a:pt x="367" y="6849"/>
                </a:cubicBezTo>
                <a:cubicBezTo>
                  <a:pt x="403" y="6849"/>
                  <a:pt x="439" y="6845"/>
                  <a:pt x="473" y="6837"/>
                </a:cubicBezTo>
                <a:lnTo>
                  <a:pt x="1764" y="6396"/>
                </a:lnTo>
                <a:cubicBezTo>
                  <a:pt x="2300" y="6679"/>
                  <a:pt x="2867" y="6837"/>
                  <a:pt x="3466" y="6837"/>
                </a:cubicBezTo>
                <a:cubicBezTo>
                  <a:pt x="5356" y="6837"/>
                  <a:pt x="6868" y="5293"/>
                  <a:pt x="6868" y="3403"/>
                </a:cubicBezTo>
                <a:cubicBezTo>
                  <a:pt x="6868" y="1513"/>
                  <a:pt x="5356" y="0"/>
                  <a:pt x="3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3" name="Google Shape;5783;p31"/>
          <p:cNvSpPr/>
          <p:nvPr/>
        </p:nvSpPr>
        <p:spPr>
          <a:xfrm>
            <a:off x="1831059" y="1327549"/>
            <a:ext cx="42778" cy="87525"/>
          </a:xfrm>
          <a:custGeom>
            <a:rect b="b" l="l" r="r" t="t"/>
            <a:pathLst>
              <a:path extrusionOk="0" h="2711" w="1325">
                <a:moveTo>
                  <a:pt x="663" y="1"/>
                </a:moveTo>
                <a:cubicBezTo>
                  <a:pt x="253" y="1"/>
                  <a:pt x="1" y="316"/>
                  <a:pt x="1" y="662"/>
                </a:cubicBezTo>
                <a:lnTo>
                  <a:pt x="1" y="2048"/>
                </a:lnTo>
                <a:cubicBezTo>
                  <a:pt x="1" y="2427"/>
                  <a:pt x="316" y="2710"/>
                  <a:pt x="663" y="2710"/>
                </a:cubicBezTo>
                <a:cubicBezTo>
                  <a:pt x="694" y="2710"/>
                  <a:pt x="789" y="2710"/>
                  <a:pt x="820" y="2679"/>
                </a:cubicBezTo>
                <a:lnTo>
                  <a:pt x="757" y="2584"/>
                </a:lnTo>
                <a:cubicBezTo>
                  <a:pt x="631" y="2490"/>
                  <a:pt x="631" y="2238"/>
                  <a:pt x="757" y="2111"/>
                </a:cubicBezTo>
                <a:cubicBezTo>
                  <a:pt x="804" y="2064"/>
                  <a:pt x="891" y="2041"/>
                  <a:pt x="978" y="2041"/>
                </a:cubicBezTo>
                <a:cubicBezTo>
                  <a:pt x="1064" y="2041"/>
                  <a:pt x="1151" y="2064"/>
                  <a:pt x="1198" y="2111"/>
                </a:cubicBezTo>
                <a:lnTo>
                  <a:pt x="1293" y="2206"/>
                </a:lnTo>
                <a:cubicBezTo>
                  <a:pt x="1293" y="2175"/>
                  <a:pt x="1324" y="2080"/>
                  <a:pt x="1324" y="2048"/>
                </a:cubicBezTo>
                <a:lnTo>
                  <a:pt x="1324" y="662"/>
                </a:lnTo>
                <a:cubicBezTo>
                  <a:pt x="1324" y="284"/>
                  <a:pt x="1041" y="1"/>
                  <a:pt x="6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4" name="Google Shape;5784;p31"/>
          <p:cNvSpPr/>
          <p:nvPr/>
        </p:nvSpPr>
        <p:spPr>
          <a:xfrm>
            <a:off x="1640867" y="1436382"/>
            <a:ext cx="89526" cy="89559"/>
          </a:xfrm>
          <a:custGeom>
            <a:rect b="b" l="l" r="r" t="t"/>
            <a:pathLst>
              <a:path extrusionOk="0" h="2774" w="2773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64" y="2143"/>
                  <a:pt x="631" y="2773"/>
                  <a:pt x="1387" y="2773"/>
                </a:cubicBezTo>
                <a:cubicBezTo>
                  <a:pt x="2143" y="2773"/>
                  <a:pt x="2773" y="2143"/>
                  <a:pt x="2773" y="1387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5" name="Google Shape;5785;p31"/>
          <p:cNvSpPr/>
          <p:nvPr/>
        </p:nvSpPr>
        <p:spPr>
          <a:xfrm>
            <a:off x="1598153" y="1547250"/>
            <a:ext cx="177019" cy="89559"/>
          </a:xfrm>
          <a:custGeom>
            <a:rect b="b" l="l" r="r" t="t"/>
            <a:pathLst>
              <a:path extrusionOk="0" h="2774" w="5483">
                <a:moveTo>
                  <a:pt x="2741" y="1"/>
                </a:moveTo>
                <a:cubicBezTo>
                  <a:pt x="1387" y="1"/>
                  <a:pt x="221" y="1040"/>
                  <a:pt x="32" y="2364"/>
                </a:cubicBezTo>
                <a:cubicBezTo>
                  <a:pt x="0" y="2553"/>
                  <a:pt x="158" y="2773"/>
                  <a:pt x="347" y="2773"/>
                </a:cubicBezTo>
                <a:lnTo>
                  <a:pt x="5104" y="2773"/>
                </a:lnTo>
                <a:cubicBezTo>
                  <a:pt x="5325" y="2773"/>
                  <a:pt x="5482" y="2553"/>
                  <a:pt x="5482" y="2364"/>
                </a:cubicBezTo>
                <a:cubicBezTo>
                  <a:pt x="5262" y="1040"/>
                  <a:pt x="4127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6" name="Google Shape;5786;p31"/>
          <p:cNvSpPr/>
          <p:nvPr/>
        </p:nvSpPr>
        <p:spPr>
          <a:xfrm>
            <a:off x="1591534" y="1818544"/>
            <a:ext cx="265480" cy="287433"/>
          </a:xfrm>
          <a:custGeom>
            <a:rect b="b" l="l" r="r" t="t"/>
            <a:pathLst>
              <a:path extrusionOk="0" h="8903" w="8223">
                <a:moveTo>
                  <a:pt x="2080" y="2710"/>
                </a:moveTo>
                <a:cubicBezTo>
                  <a:pt x="2458" y="2710"/>
                  <a:pt x="2741" y="3056"/>
                  <a:pt x="2741" y="3403"/>
                </a:cubicBezTo>
                <a:cubicBezTo>
                  <a:pt x="2741" y="3781"/>
                  <a:pt x="2426" y="4065"/>
                  <a:pt x="2080" y="4065"/>
                </a:cubicBezTo>
                <a:cubicBezTo>
                  <a:pt x="1733" y="4065"/>
                  <a:pt x="1418" y="3750"/>
                  <a:pt x="1418" y="3403"/>
                </a:cubicBezTo>
                <a:cubicBezTo>
                  <a:pt x="1418" y="3056"/>
                  <a:pt x="1670" y="2710"/>
                  <a:pt x="2080" y="2710"/>
                </a:cubicBezTo>
                <a:close/>
                <a:moveTo>
                  <a:pt x="4127" y="2710"/>
                </a:moveTo>
                <a:cubicBezTo>
                  <a:pt x="4506" y="2710"/>
                  <a:pt x="4789" y="3056"/>
                  <a:pt x="4789" y="3403"/>
                </a:cubicBezTo>
                <a:cubicBezTo>
                  <a:pt x="4789" y="3781"/>
                  <a:pt x="4474" y="4065"/>
                  <a:pt x="4127" y="4065"/>
                </a:cubicBezTo>
                <a:cubicBezTo>
                  <a:pt x="3718" y="4065"/>
                  <a:pt x="3466" y="3750"/>
                  <a:pt x="3466" y="3403"/>
                </a:cubicBezTo>
                <a:cubicBezTo>
                  <a:pt x="3466" y="3056"/>
                  <a:pt x="3718" y="2710"/>
                  <a:pt x="4127" y="2710"/>
                </a:cubicBezTo>
                <a:close/>
                <a:moveTo>
                  <a:pt x="6207" y="2710"/>
                </a:moveTo>
                <a:cubicBezTo>
                  <a:pt x="6616" y="2710"/>
                  <a:pt x="6868" y="3056"/>
                  <a:pt x="6868" y="3403"/>
                </a:cubicBezTo>
                <a:cubicBezTo>
                  <a:pt x="6868" y="3781"/>
                  <a:pt x="6553" y="4065"/>
                  <a:pt x="6207" y="4065"/>
                </a:cubicBezTo>
                <a:cubicBezTo>
                  <a:pt x="5829" y="4065"/>
                  <a:pt x="5545" y="3750"/>
                  <a:pt x="5545" y="3403"/>
                </a:cubicBezTo>
                <a:cubicBezTo>
                  <a:pt x="5514" y="3056"/>
                  <a:pt x="5829" y="2710"/>
                  <a:pt x="6207" y="2710"/>
                </a:cubicBezTo>
                <a:close/>
                <a:moveTo>
                  <a:pt x="1733" y="0"/>
                </a:moveTo>
                <a:cubicBezTo>
                  <a:pt x="788" y="0"/>
                  <a:pt x="0" y="757"/>
                  <a:pt x="0" y="1702"/>
                </a:cubicBezTo>
                <a:lnTo>
                  <a:pt x="0" y="5136"/>
                </a:lnTo>
                <a:cubicBezTo>
                  <a:pt x="0" y="5955"/>
                  <a:pt x="630" y="6616"/>
                  <a:pt x="1418" y="6774"/>
                </a:cubicBezTo>
                <a:lnTo>
                  <a:pt x="1418" y="8570"/>
                </a:lnTo>
                <a:cubicBezTo>
                  <a:pt x="1418" y="8696"/>
                  <a:pt x="1481" y="8822"/>
                  <a:pt x="1607" y="8885"/>
                </a:cubicBezTo>
                <a:cubicBezTo>
                  <a:pt x="1649" y="8895"/>
                  <a:pt x="1695" y="8902"/>
                  <a:pt x="1739" y="8902"/>
                </a:cubicBezTo>
                <a:cubicBezTo>
                  <a:pt x="1828" y="8902"/>
                  <a:pt x="1912" y="8874"/>
                  <a:pt x="1954" y="8790"/>
                </a:cubicBezTo>
                <a:lnTo>
                  <a:pt x="3938" y="6837"/>
                </a:lnTo>
                <a:lnTo>
                  <a:pt x="6522" y="6837"/>
                </a:lnTo>
                <a:cubicBezTo>
                  <a:pt x="7467" y="6837"/>
                  <a:pt x="8223" y="6081"/>
                  <a:pt x="8223" y="5136"/>
                </a:cubicBezTo>
                <a:lnTo>
                  <a:pt x="8223" y="1702"/>
                </a:lnTo>
                <a:cubicBezTo>
                  <a:pt x="8223" y="757"/>
                  <a:pt x="7467" y="0"/>
                  <a:pt x="65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7" name="Google Shape;5787;p31"/>
          <p:cNvSpPr/>
          <p:nvPr/>
        </p:nvSpPr>
        <p:spPr>
          <a:xfrm>
            <a:off x="1681029" y="1730050"/>
            <a:ext cx="287885" cy="286465"/>
          </a:xfrm>
          <a:custGeom>
            <a:rect b="b" l="l" r="r" t="t"/>
            <a:pathLst>
              <a:path extrusionOk="0" h="8873" w="8917">
                <a:moveTo>
                  <a:pt x="1702" y="1"/>
                </a:moveTo>
                <a:cubicBezTo>
                  <a:pt x="757" y="1"/>
                  <a:pt x="1" y="725"/>
                  <a:pt x="1" y="1702"/>
                </a:cubicBezTo>
                <a:lnTo>
                  <a:pt x="1" y="2048"/>
                </a:lnTo>
                <a:lnTo>
                  <a:pt x="3781" y="2048"/>
                </a:lnTo>
                <a:cubicBezTo>
                  <a:pt x="5136" y="2048"/>
                  <a:pt x="6207" y="3088"/>
                  <a:pt x="6207" y="4443"/>
                </a:cubicBezTo>
                <a:lnTo>
                  <a:pt x="6207" y="7877"/>
                </a:lnTo>
                <a:lnTo>
                  <a:pt x="6207" y="8003"/>
                </a:lnTo>
                <a:lnTo>
                  <a:pt x="6995" y="8790"/>
                </a:lnTo>
                <a:cubicBezTo>
                  <a:pt x="7055" y="8850"/>
                  <a:pt x="7127" y="8872"/>
                  <a:pt x="7205" y="8872"/>
                </a:cubicBezTo>
                <a:cubicBezTo>
                  <a:pt x="7249" y="8872"/>
                  <a:pt x="7295" y="8865"/>
                  <a:pt x="7341" y="8853"/>
                </a:cubicBezTo>
                <a:cubicBezTo>
                  <a:pt x="7467" y="8822"/>
                  <a:pt x="7530" y="8664"/>
                  <a:pt x="7530" y="8538"/>
                </a:cubicBezTo>
                <a:lnTo>
                  <a:pt x="7530" y="6806"/>
                </a:lnTo>
                <a:cubicBezTo>
                  <a:pt x="8318" y="6648"/>
                  <a:pt x="8917" y="5955"/>
                  <a:pt x="8917" y="5104"/>
                </a:cubicBezTo>
                <a:lnTo>
                  <a:pt x="8917" y="1702"/>
                </a:lnTo>
                <a:cubicBezTo>
                  <a:pt x="8917" y="725"/>
                  <a:pt x="8129" y="1"/>
                  <a:pt x="71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8" name="Google Shape;5788;p31"/>
          <p:cNvSpPr/>
          <p:nvPr/>
        </p:nvSpPr>
        <p:spPr>
          <a:xfrm>
            <a:off x="1636298" y="2193167"/>
            <a:ext cx="287853" cy="376346"/>
          </a:xfrm>
          <a:custGeom>
            <a:rect b="b" l="l" r="r" t="t"/>
            <a:pathLst>
              <a:path extrusionOk="0" h="11657" w="8916">
                <a:moveTo>
                  <a:pt x="4474" y="1418"/>
                </a:moveTo>
                <a:cubicBezTo>
                  <a:pt x="6143" y="1418"/>
                  <a:pt x="7530" y="2804"/>
                  <a:pt x="7530" y="4474"/>
                </a:cubicBezTo>
                <a:cubicBezTo>
                  <a:pt x="7561" y="6175"/>
                  <a:pt x="6143" y="7561"/>
                  <a:pt x="4474" y="7561"/>
                </a:cubicBezTo>
                <a:cubicBezTo>
                  <a:pt x="2772" y="7561"/>
                  <a:pt x="1386" y="6175"/>
                  <a:pt x="1386" y="4474"/>
                </a:cubicBezTo>
                <a:cubicBezTo>
                  <a:pt x="1386" y="2804"/>
                  <a:pt x="2772" y="1418"/>
                  <a:pt x="4474" y="1418"/>
                </a:cubicBezTo>
                <a:close/>
                <a:moveTo>
                  <a:pt x="4474" y="0"/>
                </a:moveTo>
                <a:cubicBezTo>
                  <a:pt x="2016" y="0"/>
                  <a:pt x="0" y="2017"/>
                  <a:pt x="0" y="4442"/>
                </a:cubicBezTo>
                <a:cubicBezTo>
                  <a:pt x="0" y="5419"/>
                  <a:pt x="315" y="6333"/>
                  <a:pt x="914" y="7120"/>
                </a:cubicBezTo>
                <a:lnTo>
                  <a:pt x="4190" y="11531"/>
                </a:lnTo>
                <a:cubicBezTo>
                  <a:pt x="4253" y="11626"/>
                  <a:pt x="4348" y="11657"/>
                  <a:pt x="4474" y="11657"/>
                </a:cubicBezTo>
                <a:cubicBezTo>
                  <a:pt x="4568" y="11657"/>
                  <a:pt x="4663" y="11626"/>
                  <a:pt x="4726" y="11531"/>
                </a:cubicBezTo>
                <a:lnTo>
                  <a:pt x="8002" y="7120"/>
                </a:lnTo>
                <a:cubicBezTo>
                  <a:pt x="8601" y="6333"/>
                  <a:pt x="8916" y="5419"/>
                  <a:pt x="8916" y="4442"/>
                </a:cubicBezTo>
                <a:cubicBezTo>
                  <a:pt x="8916" y="2017"/>
                  <a:pt x="693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9" name="Google Shape;5789;p31"/>
          <p:cNvSpPr/>
          <p:nvPr/>
        </p:nvSpPr>
        <p:spPr>
          <a:xfrm>
            <a:off x="1702385" y="2260288"/>
            <a:ext cx="155646" cy="155646"/>
          </a:xfrm>
          <a:custGeom>
            <a:rect b="b" l="l" r="r" t="t"/>
            <a:pathLst>
              <a:path extrusionOk="0" h="4821" w="4821">
                <a:moveTo>
                  <a:pt x="2427" y="662"/>
                </a:moveTo>
                <a:cubicBezTo>
                  <a:pt x="2616" y="662"/>
                  <a:pt x="2773" y="820"/>
                  <a:pt x="2773" y="1040"/>
                </a:cubicBezTo>
                <a:cubicBezTo>
                  <a:pt x="2773" y="1229"/>
                  <a:pt x="2616" y="1387"/>
                  <a:pt x="2427" y="1387"/>
                </a:cubicBezTo>
                <a:cubicBezTo>
                  <a:pt x="2206" y="1387"/>
                  <a:pt x="2049" y="1229"/>
                  <a:pt x="2049" y="1040"/>
                </a:cubicBezTo>
                <a:cubicBezTo>
                  <a:pt x="2049" y="820"/>
                  <a:pt x="2206" y="662"/>
                  <a:pt x="2427" y="662"/>
                </a:cubicBezTo>
                <a:close/>
                <a:moveTo>
                  <a:pt x="2427" y="2017"/>
                </a:moveTo>
                <a:cubicBezTo>
                  <a:pt x="2616" y="2017"/>
                  <a:pt x="2773" y="2174"/>
                  <a:pt x="2773" y="2363"/>
                </a:cubicBezTo>
                <a:lnTo>
                  <a:pt x="2773" y="3750"/>
                </a:lnTo>
                <a:cubicBezTo>
                  <a:pt x="2773" y="3939"/>
                  <a:pt x="2616" y="4096"/>
                  <a:pt x="2427" y="4096"/>
                </a:cubicBezTo>
                <a:cubicBezTo>
                  <a:pt x="2206" y="4096"/>
                  <a:pt x="2049" y="3939"/>
                  <a:pt x="2049" y="3750"/>
                </a:cubicBezTo>
                <a:lnTo>
                  <a:pt x="2049" y="2363"/>
                </a:lnTo>
                <a:cubicBezTo>
                  <a:pt x="2049" y="2174"/>
                  <a:pt x="2206" y="2017"/>
                  <a:pt x="2427" y="2017"/>
                </a:cubicBezTo>
                <a:close/>
                <a:moveTo>
                  <a:pt x="2427" y="1"/>
                </a:moveTo>
                <a:cubicBezTo>
                  <a:pt x="1072" y="1"/>
                  <a:pt x="1" y="1072"/>
                  <a:pt x="1" y="2395"/>
                </a:cubicBezTo>
                <a:cubicBezTo>
                  <a:pt x="1" y="3750"/>
                  <a:pt x="1072" y="4821"/>
                  <a:pt x="2427" y="4821"/>
                </a:cubicBezTo>
                <a:cubicBezTo>
                  <a:pt x="3750" y="4821"/>
                  <a:pt x="4821" y="3750"/>
                  <a:pt x="4821" y="2395"/>
                </a:cubicBezTo>
                <a:cubicBezTo>
                  <a:pt x="4821" y="1072"/>
                  <a:pt x="3750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0" name="Google Shape;5790;p31"/>
          <p:cNvSpPr/>
          <p:nvPr/>
        </p:nvSpPr>
        <p:spPr>
          <a:xfrm>
            <a:off x="4241025" y="1536338"/>
            <a:ext cx="42745" cy="43778"/>
          </a:xfrm>
          <a:custGeom>
            <a:rect b="b" l="l" r="r" t="t"/>
            <a:pathLst>
              <a:path extrusionOk="0" h="1356" w="1324">
                <a:moveTo>
                  <a:pt x="662" y="0"/>
                </a:moveTo>
                <a:cubicBezTo>
                  <a:pt x="284" y="0"/>
                  <a:pt x="1" y="315"/>
                  <a:pt x="1" y="693"/>
                </a:cubicBezTo>
                <a:cubicBezTo>
                  <a:pt x="1" y="1040"/>
                  <a:pt x="284" y="1355"/>
                  <a:pt x="662" y="1355"/>
                </a:cubicBezTo>
                <a:cubicBezTo>
                  <a:pt x="1040" y="1355"/>
                  <a:pt x="1324" y="1040"/>
                  <a:pt x="1324" y="693"/>
                </a:cubicBezTo>
                <a:cubicBezTo>
                  <a:pt x="1324" y="315"/>
                  <a:pt x="1040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1" name="Google Shape;5791;p31"/>
          <p:cNvSpPr/>
          <p:nvPr/>
        </p:nvSpPr>
        <p:spPr>
          <a:xfrm>
            <a:off x="4129157" y="1260686"/>
            <a:ext cx="22406" cy="133272"/>
          </a:xfrm>
          <a:custGeom>
            <a:rect b="b" l="l" r="r" t="t"/>
            <a:pathLst>
              <a:path extrusionOk="0" h="4128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4128"/>
                </a:lnTo>
                <a:cubicBezTo>
                  <a:pt x="95" y="4096"/>
                  <a:pt x="221" y="4096"/>
                  <a:pt x="347" y="4096"/>
                </a:cubicBezTo>
                <a:cubicBezTo>
                  <a:pt x="473" y="4096"/>
                  <a:pt x="567" y="4096"/>
                  <a:pt x="693" y="412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2" name="Google Shape;5792;p31"/>
          <p:cNvSpPr/>
          <p:nvPr/>
        </p:nvSpPr>
        <p:spPr>
          <a:xfrm>
            <a:off x="4106783" y="1416140"/>
            <a:ext cx="66120" cy="66313"/>
          </a:xfrm>
          <a:custGeom>
            <a:rect b="b" l="l" r="r" t="t"/>
            <a:pathLst>
              <a:path extrusionOk="0" h="2054" w="2048">
                <a:moveTo>
                  <a:pt x="938" y="0"/>
                </a:moveTo>
                <a:cubicBezTo>
                  <a:pt x="417" y="0"/>
                  <a:pt x="0" y="451"/>
                  <a:pt x="0" y="1014"/>
                </a:cubicBezTo>
                <a:cubicBezTo>
                  <a:pt x="0" y="1549"/>
                  <a:pt x="473" y="2054"/>
                  <a:pt x="1040" y="2054"/>
                </a:cubicBezTo>
                <a:cubicBezTo>
                  <a:pt x="1575" y="2054"/>
                  <a:pt x="2048" y="1581"/>
                  <a:pt x="2048" y="1014"/>
                </a:cubicBezTo>
                <a:cubicBezTo>
                  <a:pt x="2048" y="447"/>
                  <a:pt x="1575" y="6"/>
                  <a:pt x="1040" y="6"/>
                </a:cubicBezTo>
                <a:cubicBezTo>
                  <a:pt x="1006" y="2"/>
                  <a:pt x="972" y="0"/>
                  <a:pt x="9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3" name="Google Shape;5793;p31"/>
          <p:cNvSpPr/>
          <p:nvPr/>
        </p:nvSpPr>
        <p:spPr>
          <a:xfrm>
            <a:off x="4042697" y="1489556"/>
            <a:ext cx="206495" cy="147510"/>
          </a:xfrm>
          <a:custGeom>
            <a:rect b="b" l="l" r="r" t="t"/>
            <a:pathLst>
              <a:path extrusionOk="0" h="4569" w="6396">
                <a:moveTo>
                  <a:pt x="1954" y="0"/>
                </a:moveTo>
                <a:lnTo>
                  <a:pt x="0" y="2520"/>
                </a:lnTo>
                <a:lnTo>
                  <a:pt x="0" y="4222"/>
                </a:lnTo>
                <a:cubicBezTo>
                  <a:pt x="0" y="4411"/>
                  <a:pt x="158" y="4568"/>
                  <a:pt x="347" y="4568"/>
                </a:cubicBezTo>
                <a:lnTo>
                  <a:pt x="3781" y="4568"/>
                </a:lnTo>
                <a:cubicBezTo>
                  <a:pt x="3970" y="4568"/>
                  <a:pt x="4127" y="4411"/>
                  <a:pt x="4127" y="4222"/>
                </a:cubicBezTo>
                <a:lnTo>
                  <a:pt x="4127" y="3875"/>
                </a:lnTo>
                <a:lnTo>
                  <a:pt x="5136" y="3875"/>
                </a:lnTo>
                <a:cubicBezTo>
                  <a:pt x="5577" y="3844"/>
                  <a:pt x="6018" y="3718"/>
                  <a:pt x="6396" y="3434"/>
                </a:cubicBezTo>
                <a:cubicBezTo>
                  <a:pt x="5986" y="3277"/>
                  <a:pt x="5608" y="2930"/>
                  <a:pt x="5514" y="2489"/>
                </a:cubicBezTo>
                <a:lnTo>
                  <a:pt x="4442" y="2489"/>
                </a:lnTo>
                <a:cubicBezTo>
                  <a:pt x="3497" y="2489"/>
                  <a:pt x="2741" y="1733"/>
                  <a:pt x="2741" y="788"/>
                </a:cubicBezTo>
                <a:lnTo>
                  <a:pt x="2741" y="410"/>
                </a:lnTo>
                <a:cubicBezTo>
                  <a:pt x="2426" y="315"/>
                  <a:pt x="2206" y="189"/>
                  <a:pt x="19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4" name="Google Shape;5794;p31"/>
          <p:cNvSpPr/>
          <p:nvPr/>
        </p:nvSpPr>
        <p:spPr>
          <a:xfrm>
            <a:off x="4150497" y="1370553"/>
            <a:ext cx="164815" cy="179020"/>
          </a:xfrm>
          <a:custGeom>
            <a:rect b="b" l="l" r="r" t="t"/>
            <a:pathLst>
              <a:path extrusionOk="0" h="5545" w="5105">
                <a:moveTo>
                  <a:pt x="4128" y="0"/>
                </a:moveTo>
                <a:lnTo>
                  <a:pt x="694" y="662"/>
                </a:lnTo>
                <a:lnTo>
                  <a:pt x="694" y="1040"/>
                </a:lnTo>
                <a:cubicBezTo>
                  <a:pt x="1103" y="1355"/>
                  <a:pt x="1387" y="1827"/>
                  <a:pt x="1387" y="2426"/>
                </a:cubicBezTo>
                <a:cubicBezTo>
                  <a:pt x="1387" y="3245"/>
                  <a:pt x="788" y="3938"/>
                  <a:pt x="1" y="4127"/>
                </a:cubicBezTo>
                <a:lnTo>
                  <a:pt x="1" y="4505"/>
                </a:lnTo>
                <a:cubicBezTo>
                  <a:pt x="1" y="5072"/>
                  <a:pt x="473" y="5545"/>
                  <a:pt x="1009" y="5545"/>
                </a:cubicBezTo>
                <a:lnTo>
                  <a:pt x="2080" y="5545"/>
                </a:lnTo>
                <a:cubicBezTo>
                  <a:pt x="2238" y="4946"/>
                  <a:pt x="2742" y="4505"/>
                  <a:pt x="3372" y="4505"/>
                </a:cubicBezTo>
                <a:cubicBezTo>
                  <a:pt x="3624" y="4505"/>
                  <a:pt x="3844" y="4600"/>
                  <a:pt x="4065" y="4726"/>
                </a:cubicBezTo>
                <a:lnTo>
                  <a:pt x="4065" y="4127"/>
                </a:lnTo>
                <a:lnTo>
                  <a:pt x="4128" y="4127"/>
                </a:lnTo>
                <a:cubicBezTo>
                  <a:pt x="4443" y="4064"/>
                  <a:pt x="4758" y="3938"/>
                  <a:pt x="4916" y="3655"/>
                </a:cubicBezTo>
                <a:cubicBezTo>
                  <a:pt x="5105" y="3340"/>
                  <a:pt x="5105" y="2993"/>
                  <a:pt x="4947" y="2678"/>
                </a:cubicBezTo>
                <a:lnTo>
                  <a:pt x="4128" y="1008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5" name="Google Shape;5795;p31"/>
          <p:cNvSpPr/>
          <p:nvPr/>
        </p:nvSpPr>
        <p:spPr>
          <a:xfrm>
            <a:off x="4174905" y="1260170"/>
            <a:ext cx="157712" cy="108381"/>
          </a:xfrm>
          <a:custGeom>
            <a:rect b="b" l="l" r="r" t="t"/>
            <a:pathLst>
              <a:path extrusionOk="0" h="3357" w="4885">
                <a:moveTo>
                  <a:pt x="3376" y="1"/>
                </a:moveTo>
                <a:cubicBezTo>
                  <a:pt x="3025" y="1"/>
                  <a:pt x="2679" y="143"/>
                  <a:pt x="2427" y="426"/>
                </a:cubicBezTo>
                <a:lnTo>
                  <a:pt x="2143" y="678"/>
                </a:lnTo>
                <a:lnTo>
                  <a:pt x="1" y="678"/>
                </a:lnTo>
                <a:lnTo>
                  <a:pt x="1" y="3356"/>
                </a:lnTo>
                <a:lnTo>
                  <a:pt x="4191" y="2537"/>
                </a:lnTo>
                <a:lnTo>
                  <a:pt x="4349" y="2379"/>
                </a:lnTo>
                <a:cubicBezTo>
                  <a:pt x="4884" y="1844"/>
                  <a:pt x="4884" y="962"/>
                  <a:pt x="4349" y="426"/>
                </a:cubicBezTo>
                <a:cubicBezTo>
                  <a:pt x="4081" y="143"/>
                  <a:pt x="3726" y="1"/>
                  <a:pt x="33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6" name="Google Shape;5796;p31"/>
          <p:cNvSpPr/>
          <p:nvPr/>
        </p:nvSpPr>
        <p:spPr>
          <a:xfrm>
            <a:off x="3974543" y="1284093"/>
            <a:ext cx="132239" cy="256343"/>
          </a:xfrm>
          <a:custGeom>
            <a:rect b="b" l="l" r="r" t="t"/>
            <a:pathLst>
              <a:path extrusionOk="0" h="7940" w="4096">
                <a:moveTo>
                  <a:pt x="4096" y="0"/>
                </a:moveTo>
                <a:cubicBezTo>
                  <a:pt x="1828" y="95"/>
                  <a:pt x="0" y="1985"/>
                  <a:pt x="0" y="4316"/>
                </a:cubicBezTo>
                <a:cubicBezTo>
                  <a:pt x="0" y="5766"/>
                  <a:pt x="757" y="7120"/>
                  <a:pt x="1954" y="7939"/>
                </a:cubicBezTo>
                <a:lnTo>
                  <a:pt x="3592" y="5829"/>
                </a:lnTo>
                <a:cubicBezTo>
                  <a:pt x="3466" y="5576"/>
                  <a:pt x="3434" y="5356"/>
                  <a:pt x="3434" y="5104"/>
                </a:cubicBezTo>
                <a:cubicBezTo>
                  <a:pt x="3434" y="4568"/>
                  <a:pt x="3718" y="4033"/>
                  <a:pt x="4096" y="3718"/>
                </a:cubicBezTo>
                <a:lnTo>
                  <a:pt x="409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7" name="Google Shape;5797;p31"/>
          <p:cNvSpPr/>
          <p:nvPr/>
        </p:nvSpPr>
        <p:spPr>
          <a:xfrm>
            <a:off x="4187125" y="1729824"/>
            <a:ext cx="154645" cy="155646"/>
          </a:xfrm>
          <a:custGeom>
            <a:rect b="b" l="l" r="r" t="t"/>
            <a:pathLst>
              <a:path extrusionOk="0" h="4821" w="4790">
                <a:moveTo>
                  <a:pt x="2395" y="631"/>
                </a:moveTo>
                <a:cubicBezTo>
                  <a:pt x="2584" y="631"/>
                  <a:pt x="2742" y="788"/>
                  <a:pt x="2742" y="1009"/>
                </a:cubicBezTo>
                <a:lnTo>
                  <a:pt x="2742" y="2017"/>
                </a:lnTo>
                <a:lnTo>
                  <a:pt x="3782" y="2017"/>
                </a:lnTo>
                <a:cubicBezTo>
                  <a:pt x="3971" y="2017"/>
                  <a:pt x="4128" y="2175"/>
                  <a:pt x="4128" y="2364"/>
                </a:cubicBezTo>
                <a:cubicBezTo>
                  <a:pt x="4128" y="2584"/>
                  <a:pt x="3971" y="2742"/>
                  <a:pt x="3782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64"/>
                </a:cubicBezTo>
                <a:lnTo>
                  <a:pt x="2049" y="1009"/>
                </a:lnTo>
                <a:cubicBezTo>
                  <a:pt x="2049" y="788"/>
                  <a:pt x="2206" y="631"/>
                  <a:pt x="2395" y="631"/>
                </a:cubicBezTo>
                <a:close/>
                <a:moveTo>
                  <a:pt x="2395" y="1"/>
                </a:moveTo>
                <a:cubicBezTo>
                  <a:pt x="1041" y="1"/>
                  <a:pt x="1" y="1072"/>
                  <a:pt x="1" y="2427"/>
                </a:cubicBezTo>
                <a:cubicBezTo>
                  <a:pt x="1" y="3750"/>
                  <a:pt x="1041" y="4821"/>
                  <a:pt x="2395" y="4821"/>
                </a:cubicBezTo>
                <a:cubicBezTo>
                  <a:pt x="3719" y="4821"/>
                  <a:pt x="4790" y="3750"/>
                  <a:pt x="4790" y="2427"/>
                </a:cubicBezTo>
                <a:cubicBezTo>
                  <a:pt x="4790" y="1072"/>
                  <a:pt x="3719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8" name="Google Shape;5798;p31"/>
          <p:cNvSpPr/>
          <p:nvPr/>
        </p:nvSpPr>
        <p:spPr>
          <a:xfrm>
            <a:off x="3965390" y="2039052"/>
            <a:ext cx="311292" cy="67153"/>
          </a:xfrm>
          <a:custGeom>
            <a:rect b="b" l="l" r="r" t="t"/>
            <a:pathLst>
              <a:path extrusionOk="0" h="2080" w="9642">
                <a:moveTo>
                  <a:pt x="32" y="0"/>
                </a:moveTo>
                <a:lnTo>
                  <a:pt x="32" y="1764"/>
                </a:lnTo>
                <a:cubicBezTo>
                  <a:pt x="1" y="1922"/>
                  <a:pt x="158" y="2079"/>
                  <a:pt x="347" y="2079"/>
                </a:cubicBezTo>
                <a:lnTo>
                  <a:pt x="9295" y="2079"/>
                </a:lnTo>
                <a:cubicBezTo>
                  <a:pt x="9484" y="2079"/>
                  <a:pt x="9641" y="1922"/>
                  <a:pt x="9641" y="1733"/>
                </a:cubicBezTo>
                <a:lnTo>
                  <a:pt x="9641" y="1040"/>
                </a:lnTo>
                <a:cubicBezTo>
                  <a:pt x="9641" y="473"/>
                  <a:pt x="9169" y="0"/>
                  <a:pt x="86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9" name="Google Shape;5799;p31"/>
          <p:cNvSpPr/>
          <p:nvPr/>
        </p:nvSpPr>
        <p:spPr>
          <a:xfrm>
            <a:off x="4097630" y="1949525"/>
            <a:ext cx="133272" cy="67185"/>
          </a:xfrm>
          <a:custGeom>
            <a:rect b="b" l="l" r="r" t="t"/>
            <a:pathLst>
              <a:path extrusionOk="0" h="2081" w="4128">
                <a:moveTo>
                  <a:pt x="1040" y="1"/>
                </a:moveTo>
                <a:cubicBezTo>
                  <a:pt x="473" y="1"/>
                  <a:pt x="1" y="505"/>
                  <a:pt x="1" y="1040"/>
                </a:cubicBezTo>
                <a:lnTo>
                  <a:pt x="1" y="2080"/>
                </a:lnTo>
                <a:lnTo>
                  <a:pt x="4128" y="2080"/>
                </a:lnTo>
                <a:lnTo>
                  <a:pt x="4128" y="1040"/>
                </a:lnTo>
                <a:cubicBezTo>
                  <a:pt x="4128" y="505"/>
                  <a:pt x="3687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0" name="Google Shape;5800;p31"/>
          <p:cNvSpPr/>
          <p:nvPr/>
        </p:nvSpPr>
        <p:spPr>
          <a:xfrm>
            <a:off x="4009136" y="1794944"/>
            <a:ext cx="88525" cy="89526"/>
          </a:xfrm>
          <a:custGeom>
            <a:rect b="b" l="l" r="r" t="t"/>
            <a:pathLst>
              <a:path extrusionOk="0" h="2773" w="2742">
                <a:moveTo>
                  <a:pt x="1387" y="0"/>
                </a:moveTo>
                <a:cubicBezTo>
                  <a:pt x="599" y="0"/>
                  <a:pt x="1" y="630"/>
                  <a:pt x="1" y="1386"/>
                </a:cubicBezTo>
                <a:cubicBezTo>
                  <a:pt x="1" y="2142"/>
                  <a:pt x="599" y="2772"/>
                  <a:pt x="1387" y="2772"/>
                </a:cubicBezTo>
                <a:cubicBezTo>
                  <a:pt x="2143" y="2772"/>
                  <a:pt x="2742" y="2142"/>
                  <a:pt x="2742" y="1386"/>
                </a:cubicBezTo>
                <a:cubicBezTo>
                  <a:pt x="2742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1" name="Google Shape;5801;p31"/>
          <p:cNvSpPr/>
          <p:nvPr/>
        </p:nvSpPr>
        <p:spPr>
          <a:xfrm>
            <a:off x="3965390" y="1906263"/>
            <a:ext cx="150577" cy="110447"/>
          </a:xfrm>
          <a:custGeom>
            <a:rect b="b" l="l" r="r" t="t"/>
            <a:pathLst>
              <a:path extrusionOk="0" h="3421" w="4664">
                <a:moveTo>
                  <a:pt x="2788" y="1"/>
                </a:moveTo>
                <a:cubicBezTo>
                  <a:pt x="2690" y="1"/>
                  <a:pt x="2591" y="6"/>
                  <a:pt x="2490" y="18"/>
                </a:cubicBezTo>
                <a:cubicBezTo>
                  <a:pt x="1072" y="144"/>
                  <a:pt x="1" y="1435"/>
                  <a:pt x="1" y="2853"/>
                </a:cubicBezTo>
                <a:lnTo>
                  <a:pt x="1" y="3105"/>
                </a:lnTo>
                <a:cubicBezTo>
                  <a:pt x="1" y="3263"/>
                  <a:pt x="158" y="3420"/>
                  <a:pt x="347" y="3420"/>
                </a:cubicBezTo>
                <a:lnTo>
                  <a:pt x="3435" y="3420"/>
                </a:lnTo>
                <a:lnTo>
                  <a:pt x="3435" y="2380"/>
                </a:lnTo>
                <a:cubicBezTo>
                  <a:pt x="3435" y="1624"/>
                  <a:pt x="3939" y="963"/>
                  <a:pt x="4664" y="774"/>
                </a:cubicBezTo>
                <a:cubicBezTo>
                  <a:pt x="4164" y="302"/>
                  <a:pt x="3517" y="1"/>
                  <a:pt x="27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2" name="Google Shape;5802;p31"/>
          <p:cNvSpPr/>
          <p:nvPr/>
        </p:nvSpPr>
        <p:spPr>
          <a:xfrm>
            <a:off x="4083392" y="2258253"/>
            <a:ext cx="258377" cy="312293"/>
          </a:xfrm>
          <a:custGeom>
            <a:rect b="b" l="l" r="r" t="t"/>
            <a:pathLst>
              <a:path extrusionOk="0" h="9673" w="8003">
                <a:moveTo>
                  <a:pt x="2300" y="0"/>
                </a:moveTo>
                <a:cubicBezTo>
                  <a:pt x="2017" y="0"/>
                  <a:pt x="1796" y="252"/>
                  <a:pt x="1796" y="536"/>
                </a:cubicBezTo>
                <a:lnTo>
                  <a:pt x="1796" y="2962"/>
                </a:lnTo>
                <a:lnTo>
                  <a:pt x="694" y="4064"/>
                </a:lnTo>
                <a:cubicBezTo>
                  <a:pt x="95" y="4663"/>
                  <a:pt x="0" y="5640"/>
                  <a:pt x="536" y="6301"/>
                </a:cubicBezTo>
                <a:lnTo>
                  <a:pt x="1576" y="7719"/>
                </a:lnTo>
                <a:cubicBezTo>
                  <a:pt x="1702" y="7876"/>
                  <a:pt x="1796" y="8128"/>
                  <a:pt x="1796" y="8349"/>
                </a:cubicBezTo>
                <a:lnTo>
                  <a:pt x="1796" y="9294"/>
                </a:lnTo>
                <a:cubicBezTo>
                  <a:pt x="1796" y="9515"/>
                  <a:pt x="1954" y="9672"/>
                  <a:pt x="2143" y="9672"/>
                </a:cubicBezTo>
                <a:lnTo>
                  <a:pt x="6932" y="9672"/>
                </a:lnTo>
                <a:cubicBezTo>
                  <a:pt x="7152" y="9672"/>
                  <a:pt x="7310" y="9515"/>
                  <a:pt x="7310" y="9294"/>
                </a:cubicBezTo>
                <a:lnTo>
                  <a:pt x="7310" y="8349"/>
                </a:lnTo>
                <a:cubicBezTo>
                  <a:pt x="7310" y="8128"/>
                  <a:pt x="7373" y="7939"/>
                  <a:pt x="7530" y="7782"/>
                </a:cubicBezTo>
                <a:cubicBezTo>
                  <a:pt x="7814" y="7498"/>
                  <a:pt x="7971" y="7089"/>
                  <a:pt x="7971" y="6711"/>
                </a:cubicBezTo>
                <a:lnTo>
                  <a:pt x="7971" y="3938"/>
                </a:lnTo>
                <a:cubicBezTo>
                  <a:pt x="8003" y="3686"/>
                  <a:pt x="7782" y="3434"/>
                  <a:pt x="7499" y="3434"/>
                </a:cubicBezTo>
                <a:cubicBezTo>
                  <a:pt x="7215" y="3434"/>
                  <a:pt x="6995" y="3686"/>
                  <a:pt x="6995" y="3938"/>
                </a:cubicBezTo>
                <a:lnTo>
                  <a:pt x="6995" y="4474"/>
                </a:lnTo>
                <a:cubicBezTo>
                  <a:pt x="6995" y="4663"/>
                  <a:pt x="6837" y="4820"/>
                  <a:pt x="6617" y="4820"/>
                </a:cubicBezTo>
                <a:cubicBezTo>
                  <a:pt x="6427" y="4820"/>
                  <a:pt x="6270" y="4663"/>
                  <a:pt x="6270" y="4474"/>
                </a:cubicBezTo>
                <a:lnTo>
                  <a:pt x="6270" y="3277"/>
                </a:lnTo>
                <a:cubicBezTo>
                  <a:pt x="6270" y="2993"/>
                  <a:pt x="6049" y="2773"/>
                  <a:pt x="5766" y="2773"/>
                </a:cubicBezTo>
                <a:cubicBezTo>
                  <a:pt x="5482" y="2773"/>
                  <a:pt x="5262" y="2993"/>
                  <a:pt x="5262" y="3277"/>
                </a:cubicBezTo>
                <a:lnTo>
                  <a:pt x="5262" y="4474"/>
                </a:lnTo>
                <a:cubicBezTo>
                  <a:pt x="5262" y="4663"/>
                  <a:pt x="5104" y="4820"/>
                  <a:pt x="4884" y="4820"/>
                </a:cubicBezTo>
                <a:cubicBezTo>
                  <a:pt x="4695" y="4820"/>
                  <a:pt x="4537" y="4663"/>
                  <a:pt x="4537" y="4474"/>
                </a:cubicBezTo>
                <a:lnTo>
                  <a:pt x="4537" y="1890"/>
                </a:lnTo>
                <a:cubicBezTo>
                  <a:pt x="4537" y="1638"/>
                  <a:pt x="4317" y="1386"/>
                  <a:pt x="4033" y="1386"/>
                </a:cubicBezTo>
                <a:cubicBezTo>
                  <a:pt x="3750" y="1386"/>
                  <a:pt x="3529" y="1638"/>
                  <a:pt x="3529" y="1890"/>
                </a:cubicBezTo>
                <a:lnTo>
                  <a:pt x="3529" y="4474"/>
                </a:lnTo>
                <a:cubicBezTo>
                  <a:pt x="3529" y="4663"/>
                  <a:pt x="3371" y="4820"/>
                  <a:pt x="3151" y="4820"/>
                </a:cubicBezTo>
                <a:cubicBezTo>
                  <a:pt x="2962" y="4820"/>
                  <a:pt x="2804" y="4663"/>
                  <a:pt x="2804" y="4474"/>
                </a:cubicBezTo>
                <a:lnTo>
                  <a:pt x="2804" y="4159"/>
                </a:lnTo>
                <a:lnTo>
                  <a:pt x="2804" y="536"/>
                </a:lnTo>
                <a:cubicBezTo>
                  <a:pt x="2804" y="252"/>
                  <a:pt x="2584" y="0"/>
                  <a:pt x="23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3" name="Google Shape;5803;p31"/>
          <p:cNvSpPr/>
          <p:nvPr/>
        </p:nvSpPr>
        <p:spPr>
          <a:xfrm>
            <a:off x="4299026" y="2215508"/>
            <a:ext cx="42745" cy="136340"/>
          </a:xfrm>
          <a:custGeom>
            <a:rect b="b" l="l" r="r" t="t"/>
            <a:pathLst>
              <a:path extrusionOk="0" h="4223" w="1324">
                <a:moveTo>
                  <a:pt x="1" y="1"/>
                </a:moveTo>
                <a:lnTo>
                  <a:pt x="1" y="3782"/>
                </a:lnTo>
                <a:cubicBezTo>
                  <a:pt x="95" y="3908"/>
                  <a:pt x="221" y="4065"/>
                  <a:pt x="253" y="4223"/>
                </a:cubicBezTo>
                <a:cubicBezTo>
                  <a:pt x="410" y="4128"/>
                  <a:pt x="631" y="4065"/>
                  <a:pt x="820" y="4065"/>
                </a:cubicBezTo>
                <a:cubicBezTo>
                  <a:pt x="1009" y="4065"/>
                  <a:pt x="1166" y="4097"/>
                  <a:pt x="1324" y="4160"/>
                </a:cubicBezTo>
                <a:lnTo>
                  <a:pt x="1324" y="285"/>
                </a:lnTo>
                <a:cubicBezTo>
                  <a:pt x="1324" y="127"/>
                  <a:pt x="116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4" name="Google Shape;5804;p31"/>
          <p:cNvSpPr/>
          <p:nvPr/>
        </p:nvSpPr>
        <p:spPr>
          <a:xfrm>
            <a:off x="3965390" y="2214507"/>
            <a:ext cx="124136" cy="265512"/>
          </a:xfrm>
          <a:custGeom>
            <a:rect b="b" l="l" r="r" t="t"/>
            <a:pathLst>
              <a:path extrusionOk="0" h="8224" w="3845">
                <a:moveTo>
                  <a:pt x="379" y="0"/>
                </a:moveTo>
                <a:cubicBezTo>
                  <a:pt x="158" y="0"/>
                  <a:pt x="1" y="127"/>
                  <a:pt x="1" y="347"/>
                </a:cubicBezTo>
                <a:lnTo>
                  <a:pt x="1" y="7877"/>
                </a:lnTo>
                <a:cubicBezTo>
                  <a:pt x="1" y="8066"/>
                  <a:pt x="158" y="8223"/>
                  <a:pt x="347" y="8223"/>
                </a:cubicBezTo>
                <a:lnTo>
                  <a:pt x="3844" y="8223"/>
                </a:lnTo>
                <a:lnTo>
                  <a:pt x="3718" y="8066"/>
                </a:lnTo>
                <a:cubicBezTo>
                  <a:pt x="3435" y="7719"/>
                  <a:pt x="3277" y="7278"/>
                  <a:pt x="3246" y="6837"/>
                </a:cubicBezTo>
                <a:lnTo>
                  <a:pt x="2458" y="6837"/>
                </a:lnTo>
                <a:cubicBezTo>
                  <a:pt x="1891" y="6837"/>
                  <a:pt x="1419" y="6364"/>
                  <a:pt x="1419" y="5829"/>
                </a:cubicBezTo>
                <a:lnTo>
                  <a:pt x="1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5" name="Google Shape;5805;p31"/>
          <p:cNvSpPr/>
          <p:nvPr/>
        </p:nvSpPr>
        <p:spPr>
          <a:xfrm>
            <a:off x="4031510" y="2192133"/>
            <a:ext cx="244139" cy="221766"/>
          </a:xfrm>
          <a:custGeom>
            <a:rect b="b" l="l" r="r" t="t"/>
            <a:pathLst>
              <a:path extrusionOk="0" h="6869" w="7562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6522"/>
                </a:lnTo>
                <a:cubicBezTo>
                  <a:pt x="1" y="6711"/>
                  <a:pt x="158" y="6868"/>
                  <a:pt x="379" y="6868"/>
                </a:cubicBezTo>
                <a:lnTo>
                  <a:pt x="1198" y="6868"/>
                </a:lnTo>
                <a:cubicBezTo>
                  <a:pt x="1261" y="6427"/>
                  <a:pt x="1513" y="5986"/>
                  <a:pt x="1828" y="5640"/>
                </a:cubicBezTo>
                <a:lnTo>
                  <a:pt x="2742" y="4726"/>
                </a:lnTo>
                <a:lnTo>
                  <a:pt x="2742" y="2584"/>
                </a:lnTo>
                <a:cubicBezTo>
                  <a:pt x="2742" y="1891"/>
                  <a:pt x="3277" y="1387"/>
                  <a:pt x="3907" y="1387"/>
                </a:cubicBezTo>
                <a:cubicBezTo>
                  <a:pt x="4537" y="1387"/>
                  <a:pt x="5105" y="1922"/>
                  <a:pt x="5105" y="2584"/>
                </a:cubicBezTo>
                <a:lnTo>
                  <a:pt x="5105" y="2836"/>
                </a:lnTo>
                <a:cubicBezTo>
                  <a:pt x="5262" y="2773"/>
                  <a:pt x="5420" y="2710"/>
                  <a:pt x="5609" y="2710"/>
                </a:cubicBezTo>
                <a:cubicBezTo>
                  <a:pt x="6270" y="2710"/>
                  <a:pt x="6774" y="3277"/>
                  <a:pt x="6774" y="3907"/>
                </a:cubicBezTo>
                <a:lnTo>
                  <a:pt x="6774" y="4191"/>
                </a:lnTo>
                <a:cubicBezTo>
                  <a:pt x="7058" y="4159"/>
                  <a:pt x="7215" y="4096"/>
                  <a:pt x="7404" y="4096"/>
                </a:cubicBezTo>
                <a:cubicBezTo>
                  <a:pt x="7499" y="4096"/>
                  <a:pt x="7530" y="4096"/>
                  <a:pt x="7562" y="4159"/>
                </a:cubicBezTo>
                <a:lnTo>
                  <a:pt x="7562" y="347"/>
                </a:lnTo>
                <a:cubicBezTo>
                  <a:pt x="7562" y="158"/>
                  <a:pt x="7404" y="0"/>
                  <a:pt x="7215" y="0"/>
                </a:cubicBezTo>
                <a:lnTo>
                  <a:pt x="5168" y="0"/>
                </a:lnTo>
                <a:cubicBezTo>
                  <a:pt x="4600" y="0"/>
                  <a:pt x="4096" y="284"/>
                  <a:pt x="3781" y="725"/>
                </a:cubicBezTo>
                <a:cubicBezTo>
                  <a:pt x="3466" y="284"/>
                  <a:pt x="2994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6" name="Google Shape;5806;p31"/>
          <p:cNvSpPr/>
          <p:nvPr/>
        </p:nvSpPr>
        <p:spPr>
          <a:xfrm>
            <a:off x="2715521" y="2807614"/>
            <a:ext cx="133272" cy="23407"/>
          </a:xfrm>
          <a:custGeom>
            <a:rect b="b" l="l" r="r" t="t"/>
            <a:pathLst>
              <a:path extrusionOk="0" h="725" w="4128">
                <a:moveTo>
                  <a:pt x="1" y="0"/>
                </a:moveTo>
                <a:lnTo>
                  <a:pt x="1" y="725"/>
                </a:lnTo>
                <a:lnTo>
                  <a:pt x="4128" y="725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7" name="Google Shape;5807;p31"/>
          <p:cNvSpPr/>
          <p:nvPr/>
        </p:nvSpPr>
        <p:spPr>
          <a:xfrm>
            <a:off x="2647367" y="2741494"/>
            <a:ext cx="266545" cy="285851"/>
          </a:xfrm>
          <a:custGeom>
            <a:rect b="b" l="l" r="r" t="t"/>
            <a:pathLst>
              <a:path extrusionOk="0" h="8854" w="8256">
                <a:moveTo>
                  <a:pt x="6554" y="1387"/>
                </a:moveTo>
                <a:cubicBezTo>
                  <a:pt x="6743" y="1387"/>
                  <a:pt x="6901" y="1544"/>
                  <a:pt x="6901" y="1733"/>
                </a:cubicBezTo>
                <a:lnTo>
                  <a:pt x="6901" y="3119"/>
                </a:lnTo>
                <a:cubicBezTo>
                  <a:pt x="6901" y="3309"/>
                  <a:pt x="6743" y="3466"/>
                  <a:pt x="6554" y="3466"/>
                </a:cubicBezTo>
                <a:lnTo>
                  <a:pt x="1734" y="3466"/>
                </a:lnTo>
                <a:cubicBezTo>
                  <a:pt x="1545" y="3466"/>
                  <a:pt x="1387" y="3309"/>
                  <a:pt x="1387" y="3119"/>
                </a:cubicBezTo>
                <a:lnTo>
                  <a:pt x="1387" y="1733"/>
                </a:lnTo>
                <a:cubicBezTo>
                  <a:pt x="1387" y="1544"/>
                  <a:pt x="1545" y="1387"/>
                  <a:pt x="1734" y="1387"/>
                </a:cubicBezTo>
                <a:close/>
                <a:moveTo>
                  <a:pt x="2427" y="4096"/>
                </a:moveTo>
                <a:cubicBezTo>
                  <a:pt x="2616" y="4096"/>
                  <a:pt x="2773" y="4254"/>
                  <a:pt x="2773" y="4443"/>
                </a:cubicBezTo>
                <a:cubicBezTo>
                  <a:pt x="2773" y="4663"/>
                  <a:pt x="2616" y="4821"/>
                  <a:pt x="2427" y="4821"/>
                </a:cubicBezTo>
                <a:lnTo>
                  <a:pt x="1734" y="4821"/>
                </a:lnTo>
                <a:cubicBezTo>
                  <a:pt x="1545" y="4821"/>
                  <a:pt x="1387" y="4663"/>
                  <a:pt x="1387" y="4443"/>
                </a:cubicBezTo>
                <a:cubicBezTo>
                  <a:pt x="1387" y="4254"/>
                  <a:pt x="1545" y="4096"/>
                  <a:pt x="1734" y="4096"/>
                </a:cubicBezTo>
                <a:close/>
                <a:moveTo>
                  <a:pt x="4475" y="4096"/>
                </a:moveTo>
                <a:cubicBezTo>
                  <a:pt x="4664" y="4096"/>
                  <a:pt x="4821" y="4254"/>
                  <a:pt x="4821" y="4443"/>
                </a:cubicBezTo>
                <a:cubicBezTo>
                  <a:pt x="4821" y="4663"/>
                  <a:pt x="4664" y="4821"/>
                  <a:pt x="4475" y="4821"/>
                </a:cubicBezTo>
                <a:lnTo>
                  <a:pt x="3782" y="4821"/>
                </a:lnTo>
                <a:cubicBezTo>
                  <a:pt x="3593" y="4821"/>
                  <a:pt x="3435" y="4663"/>
                  <a:pt x="3435" y="4443"/>
                </a:cubicBezTo>
                <a:cubicBezTo>
                  <a:pt x="3435" y="4254"/>
                  <a:pt x="3593" y="4096"/>
                  <a:pt x="3782" y="4096"/>
                </a:cubicBezTo>
                <a:close/>
                <a:moveTo>
                  <a:pt x="6554" y="4096"/>
                </a:moveTo>
                <a:cubicBezTo>
                  <a:pt x="6743" y="4096"/>
                  <a:pt x="6901" y="4254"/>
                  <a:pt x="6901" y="4443"/>
                </a:cubicBezTo>
                <a:cubicBezTo>
                  <a:pt x="6901" y="4663"/>
                  <a:pt x="6743" y="4821"/>
                  <a:pt x="6554" y="4821"/>
                </a:cubicBezTo>
                <a:lnTo>
                  <a:pt x="5892" y="4821"/>
                </a:lnTo>
                <a:cubicBezTo>
                  <a:pt x="5672" y="4821"/>
                  <a:pt x="5514" y="4663"/>
                  <a:pt x="5514" y="4443"/>
                </a:cubicBezTo>
                <a:cubicBezTo>
                  <a:pt x="5514" y="4254"/>
                  <a:pt x="5672" y="4096"/>
                  <a:pt x="5892" y="4096"/>
                </a:cubicBezTo>
                <a:close/>
                <a:moveTo>
                  <a:pt x="2427" y="5482"/>
                </a:moveTo>
                <a:cubicBezTo>
                  <a:pt x="2616" y="5482"/>
                  <a:pt x="2773" y="5640"/>
                  <a:pt x="2773" y="5829"/>
                </a:cubicBezTo>
                <a:cubicBezTo>
                  <a:pt x="2773" y="6018"/>
                  <a:pt x="2616" y="6175"/>
                  <a:pt x="2427" y="6175"/>
                </a:cubicBezTo>
                <a:lnTo>
                  <a:pt x="1734" y="6175"/>
                </a:lnTo>
                <a:cubicBezTo>
                  <a:pt x="1545" y="6175"/>
                  <a:pt x="1387" y="6018"/>
                  <a:pt x="1387" y="5829"/>
                </a:cubicBezTo>
                <a:cubicBezTo>
                  <a:pt x="1387" y="5640"/>
                  <a:pt x="1545" y="5482"/>
                  <a:pt x="1734" y="5482"/>
                </a:cubicBezTo>
                <a:close/>
                <a:moveTo>
                  <a:pt x="4475" y="5482"/>
                </a:moveTo>
                <a:cubicBezTo>
                  <a:pt x="4664" y="5482"/>
                  <a:pt x="4821" y="5640"/>
                  <a:pt x="4821" y="5829"/>
                </a:cubicBezTo>
                <a:cubicBezTo>
                  <a:pt x="4821" y="6018"/>
                  <a:pt x="4664" y="6175"/>
                  <a:pt x="4475" y="6175"/>
                </a:cubicBezTo>
                <a:lnTo>
                  <a:pt x="3782" y="6175"/>
                </a:lnTo>
                <a:cubicBezTo>
                  <a:pt x="3593" y="6175"/>
                  <a:pt x="3435" y="6018"/>
                  <a:pt x="3435" y="5829"/>
                </a:cubicBezTo>
                <a:cubicBezTo>
                  <a:pt x="3435" y="5640"/>
                  <a:pt x="3593" y="5482"/>
                  <a:pt x="3782" y="5482"/>
                </a:cubicBezTo>
                <a:close/>
                <a:moveTo>
                  <a:pt x="6554" y="5482"/>
                </a:moveTo>
                <a:cubicBezTo>
                  <a:pt x="6743" y="5482"/>
                  <a:pt x="6901" y="5640"/>
                  <a:pt x="6901" y="5829"/>
                </a:cubicBezTo>
                <a:cubicBezTo>
                  <a:pt x="6901" y="6018"/>
                  <a:pt x="6743" y="6175"/>
                  <a:pt x="6554" y="6175"/>
                </a:cubicBezTo>
                <a:lnTo>
                  <a:pt x="5892" y="6175"/>
                </a:lnTo>
                <a:cubicBezTo>
                  <a:pt x="5672" y="6175"/>
                  <a:pt x="5514" y="6018"/>
                  <a:pt x="5514" y="5829"/>
                </a:cubicBezTo>
                <a:cubicBezTo>
                  <a:pt x="5514" y="5640"/>
                  <a:pt x="5672" y="5482"/>
                  <a:pt x="5892" y="5482"/>
                </a:cubicBezTo>
                <a:close/>
                <a:moveTo>
                  <a:pt x="2427" y="6869"/>
                </a:moveTo>
                <a:cubicBezTo>
                  <a:pt x="2616" y="6869"/>
                  <a:pt x="2773" y="7026"/>
                  <a:pt x="2773" y="7215"/>
                </a:cubicBezTo>
                <a:cubicBezTo>
                  <a:pt x="2773" y="7404"/>
                  <a:pt x="2616" y="7562"/>
                  <a:pt x="2427" y="7562"/>
                </a:cubicBezTo>
                <a:lnTo>
                  <a:pt x="1734" y="7562"/>
                </a:lnTo>
                <a:cubicBezTo>
                  <a:pt x="1545" y="7562"/>
                  <a:pt x="1387" y="7404"/>
                  <a:pt x="1387" y="7215"/>
                </a:cubicBezTo>
                <a:cubicBezTo>
                  <a:pt x="1387" y="7026"/>
                  <a:pt x="1545" y="6869"/>
                  <a:pt x="1734" y="6869"/>
                </a:cubicBezTo>
                <a:close/>
                <a:moveTo>
                  <a:pt x="4475" y="6869"/>
                </a:moveTo>
                <a:cubicBezTo>
                  <a:pt x="4664" y="6869"/>
                  <a:pt x="4821" y="7026"/>
                  <a:pt x="4821" y="7215"/>
                </a:cubicBezTo>
                <a:cubicBezTo>
                  <a:pt x="4821" y="7404"/>
                  <a:pt x="4664" y="7562"/>
                  <a:pt x="4475" y="7562"/>
                </a:cubicBezTo>
                <a:lnTo>
                  <a:pt x="3782" y="7562"/>
                </a:lnTo>
                <a:cubicBezTo>
                  <a:pt x="3593" y="7562"/>
                  <a:pt x="3435" y="7404"/>
                  <a:pt x="3435" y="7215"/>
                </a:cubicBezTo>
                <a:cubicBezTo>
                  <a:pt x="3435" y="7026"/>
                  <a:pt x="3593" y="6869"/>
                  <a:pt x="3782" y="6869"/>
                </a:cubicBezTo>
                <a:close/>
                <a:moveTo>
                  <a:pt x="6554" y="6869"/>
                </a:moveTo>
                <a:cubicBezTo>
                  <a:pt x="6743" y="6869"/>
                  <a:pt x="6901" y="7026"/>
                  <a:pt x="6901" y="7215"/>
                </a:cubicBezTo>
                <a:cubicBezTo>
                  <a:pt x="6901" y="7404"/>
                  <a:pt x="6743" y="7562"/>
                  <a:pt x="6554" y="7562"/>
                </a:cubicBezTo>
                <a:lnTo>
                  <a:pt x="5892" y="7562"/>
                </a:lnTo>
                <a:cubicBezTo>
                  <a:pt x="5672" y="7562"/>
                  <a:pt x="5514" y="7404"/>
                  <a:pt x="5514" y="7215"/>
                </a:cubicBezTo>
                <a:cubicBezTo>
                  <a:pt x="5514" y="7026"/>
                  <a:pt x="5672" y="6869"/>
                  <a:pt x="5892" y="6869"/>
                </a:cubicBezTo>
                <a:close/>
                <a:moveTo>
                  <a:pt x="694" y="1"/>
                </a:moveTo>
                <a:lnTo>
                  <a:pt x="694" y="95"/>
                </a:lnTo>
                <a:cubicBezTo>
                  <a:pt x="694" y="631"/>
                  <a:pt x="442" y="1198"/>
                  <a:pt x="64" y="1576"/>
                </a:cubicBezTo>
                <a:lnTo>
                  <a:pt x="1" y="1607"/>
                </a:lnTo>
                <a:lnTo>
                  <a:pt x="1" y="5860"/>
                </a:lnTo>
                <a:lnTo>
                  <a:pt x="64" y="5923"/>
                </a:lnTo>
                <a:cubicBezTo>
                  <a:pt x="442" y="6301"/>
                  <a:pt x="694" y="6869"/>
                  <a:pt x="694" y="7404"/>
                </a:cubicBezTo>
                <a:cubicBezTo>
                  <a:pt x="694" y="7971"/>
                  <a:pt x="442" y="8475"/>
                  <a:pt x="95" y="8853"/>
                </a:cubicBezTo>
                <a:lnTo>
                  <a:pt x="7184" y="8853"/>
                </a:lnTo>
                <a:cubicBezTo>
                  <a:pt x="7720" y="8853"/>
                  <a:pt x="8192" y="8381"/>
                  <a:pt x="8192" y="7845"/>
                </a:cubicBezTo>
                <a:lnTo>
                  <a:pt x="8192" y="946"/>
                </a:lnTo>
                <a:cubicBezTo>
                  <a:pt x="8255" y="473"/>
                  <a:pt x="7814" y="1"/>
                  <a:pt x="7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8" name="Google Shape;5808;p31"/>
          <p:cNvSpPr/>
          <p:nvPr/>
        </p:nvSpPr>
        <p:spPr>
          <a:xfrm>
            <a:off x="2537533" y="2695713"/>
            <a:ext cx="111900" cy="334666"/>
          </a:xfrm>
          <a:custGeom>
            <a:rect b="b" l="l" r="r" t="t"/>
            <a:pathLst>
              <a:path extrusionOk="0" h="10366" w="3466">
                <a:moveTo>
                  <a:pt x="1450" y="1"/>
                </a:moveTo>
                <a:cubicBezTo>
                  <a:pt x="662" y="1"/>
                  <a:pt x="0" y="662"/>
                  <a:pt x="0" y="1450"/>
                </a:cubicBezTo>
                <a:cubicBezTo>
                  <a:pt x="0" y="1860"/>
                  <a:pt x="158" y="2206"/>
                  <a:pt x="410" y="2490"/>
                </a:cubicBezTo>
                <a:lnTo>
                  <a:pt x="694" y="2773"/>
                </a:lnTo>
                <a:lnTo>
                  <a:pt x="694" y="7593"/>
                </a:lnTo>
                <a:lnTo>
                  <a:pt x="410" y="7877"/>
                </a:lnTo>
                <a:cubicBezTo>
                  <a:pt x="158" y="8161"/>
                  <a:pt x="0" y="8507"/>
                  <a:pt x="0" y="8917"/>
                </a:cubicBezTo>
                <a:cubicBezTo>
                  <a:pt x="0" y="9704"/>
                  <a:pt x="662" y="10366"/>
                  <a:pt x="1450" y="10366"/>
                </a:cubicBezTo>
                <a:lnTo>
                  <a:pt x="1985" y="10366"/>
                </a:lnTo>
                <a:cubicBezTo>
                  <a:pt x="2773" y="10366"/>
                  <a:pt x="3466" y="9704"/>
                  <a:pt x="3466" y="8917"/>
                </a:cubicBezTo>
                <a:cubicBezTo>
                  <a:pt x="3466" y="8507"/>
                  <a:pt x="3308" y="8161"/>
                  <a:pt x="3025" y="7877"/>
                </a:cubicBezTo>
                <a:lnTo>
                  <a:pt x="2741" y="7593"/>
                </a:lnTo>
                <a:lnTo>
                  <a:pt x="2741" y="2773"/>
                </a:lnTo>
                <a:lnTo>
                  <a:pt x="3025" y="2490"/>
                </a:lnTo>
                <a:cubicBezTo>
                  <a:pt x="3308" y="2206"/>
                  <a:pt x="3466" y="1860"/>
                  <a:pt x="3466" y="1450"/>
                </a:cubicBezTo>
                <a:cubicBezTo>
                  <a:pt x="3466" y="662"/>
                  <a:pt x="2773" y="1"/>
                  <a:pt x="19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9" name="Google Shape;5809;p31"/>
          <p:cNvSpPr/>
          <p:nvPr/>
        </p:nvSpPr>
        <p:spPr>
          <a:xfrm>
            <a:off x="2593483" y="3052724"/>
            <a:ext cx="120036" cy="22438"/>
          </a:xfrm>
          <a:custGeom>
            <a:rect b="b" l="l" r="r" t="t"/>
            <a:pathLst>
              <a:path extrusionOk="0" h="695" w="3718">
                <a:moveTo>
                  <a:pt x="0" y="1"/>
                </a:moveTo>
                <a:cubicBezTo>
                  <a:pt x="0" y="379"/>
                  <a:pt x="315" y="694"/>
                  <a:pt x="662" y="694"/>
                </a:cubicBezTo>
                <a:lnTo>
                  <a:pt x="3056" y="694"/>
                </a:lnTo>
                <a:cubicBezTo>
                  <a:pt x="3466" y="694"/>
                  <a:pt x="3718" y="379"/>
                  <a:pt x="37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0" name="Google Shape;5810;p31"/>
          <p:cNvSpPr/>
          <p:nvPr/>
        </p:nvSpPr>
        <p:spPr>
          <a:xfrm>
            <a:off x="2537032" y="3462098"/>
            <a:ext cx="200393" cy="44779"/>
          </a:xfrm>
          <a:custGeom>
            <a:rect b="b" l="l" r="r" t="t"/>
            <a:pathLst>
              <a:path extrusionOk="0" h="1387" w="6207">
                <a:moveTo>
                  <a:pt x="32" y="1"/>
                </a:moveTo>
                <a:lnTo>
                  <a:pt x="32" y="1040"/>
                </a:lnTo>
                <a:cubicBezTo>
                  <a:pt x="0" y="1292"/>
                  <a:pt x="158" y="1387"/>
                  <a:pt x="347" y="1387"/>
                </a:cubicBezTo>
                <a:lnTo>
                  <a:pt x="6207" y="1387"/>
                </a:lnTo>
                <a:lnTo>
                  <a:pt x="620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1" name="Google Shape;5811;p31"/>
          <p:cNvSpPr/>
          <p:nvPr/>
        </p:nvSpPr>
        <p:spPr>
          <a:xfrm>
            <a:off x="2537033" y="3197649"/>
            <a:ext cx="237004" cy="243138"/>
          </a:xfrm>
          <a:custGeom>
            <a:rect b="b" l="l" r="r" t="t"/>
            <a:pathLst>
              <a:path extrusionOk="0" h="7531" w="7341">
                <a:moveTo>
                  <a:pt x="4474" y="0"/>
                </a:moveTo>
                <a:cubicBezTo>
                  <a:pt x="3939" y="0"/>
                  <a:pt x="3466" y="473"/>
                  <a:pt x="3466" y="1040"/>
                </a:cubicBezTo>
                <a:cubicBezTo>
                  <a:pt x="3466" y="1576"/>
                  <a:pt x="3939" y="2080"/>
                  <a:pt x="4474" y="2080"/>
                </a:cubicBezTo>
                <a:cubicBezTo>
                  <a:pt x="4600" y="2080"/>
                  <a:pt x="4726" y="2017"/>
                  <a:pt x="4852" y="1985"/>
                </a:cubicBezTo>
                <a:lnTo>
                  <a:pt x="4852" y="2773"/>
                </a:lnTo>
                <a:lnTo>
                  <a:pt x="2741" y="2773"/>
                </a:lnTo>
                <a:cubicBezTo>
                  <a:pt x="1261" y="2773"/>
                  <a:pt x="0" y="4002"/>
                  <a:pt x="0" y="5482"/>
                </a:cubicBezTo>
                <a:lnTo>
                  <a:pt x="0" y="7530"/>
                </a:lnTo>
                <a:lnTo>
                  <a:pt x="6175" y="7530"/>
                </a:lnTo>
                <a:lnTo>
                  <a:pt x="6175" y="5167"/>
                </a:lnTo>
                <a:cubicBezTo>
                  <a:pt x="6175" y="4191"/>
                  <a:pt x="6648" y="3372"/>
                  <a:pt x="7341" y="2773"/>
                </a:cubicBezTo>
                <a:lnTo>
                  <a:pt x="5514" y="2773"/>
                </a:lnTo>
                <a:lnTo>
                  <a:pt x="5514" y="1040"/>
                </a:lnTo>
                <a:cubicBezTo>
                  <a:pt x="5514" y="505"/>
                  <a:pt x="504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2" name="Google Shape;5812;p31"/>
          <p:cNvSpPr/>
          <p:nvPr/>
        </p:nvSpPr>
        <p:spPr>
          <a:xfrm>
            <a:off x="2648901" y="3529251"/>
            <a:ext cx="67185" cy="45780"/>
          </a:xfrm>
          <a:custGeom>
            <a:rect b="b" l="l" r="r" t="t"/>
            <a:pathLst>
              <a:path extrusionOk="0" h="1418" w="2081">
                <a:moveTo>
                  <a:pt x="32" y="0"/>
                </a:moveTo>
                <a:lnTo>
                  <a:pt x="32" y="1040"/>
                </a:lnTo>
                <a:lnTo>
                  <a:pt x="1" y="1040"/>
                </a:lnTo>
                <a:cubicBezTo>
                  <a:pt x="1" y="1260"/>
                  <a:pt x="159" y="1418"/>
                  <a:pt x="348" y="1418"/>
                </a:cubicBezTo>
                <a:lnTo>
                  <a:pt x="1734" y="1418"/>
                </a:lnTo>
                <a:cubicBezTo>
                  <a:pt x="1923" y="1418"/>
                  <a:pt x="2080" y="1260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3" name="Google Shape;5813;p31"/>
          <p:cNvSpPr/>
          <p:nvPr/>
        </p:nvSpPr>
        <p:spPr>
          <a:xfrm>
            <a:off x="2758768" y="3287143"/>
            <a:ext cx="155646" cy="221766"/>
          </a:xfrm>
          <a:custGeom>
            <a:rect b="b" l="l" r="r" t="t"/>
            <a:pathLst>
              <a:path extrusionOk="0" h="6869" w="4821">
                <a:moveTo>
                  <a:pt x="3435" y="2017"/>
                </a:moveTo>
                <a:cubicBezTo>
                  <a:pt x="3624" y="2017"/>
                  <a:pt x="3781" y="2175"/>
                  <a:pt x="3781" y="2364"/>
                </a:cubicBezTo>
                <a:cubicBezTo>
                  <a:pt x="3750" y="2553"/>
                  <a:pt x="3592" y="2710"/>
                  <a:pt x="3435" y="2710"/>
                </a:cubicBezTo>
                <a:lnTo>
                  <a:pt x="1387" y="2710"/>
                </a:lnTo>
                <a:cubicBezTo>
                  <a:pt x="1198" y="2710"/>
                  <a:pt x="1040" y="2553"/>
                  <a:pt x="1040" y="2364"/>
                </a:cubicBezTo>
                <a:cubicBezTo>
                  <a:pt x="1040" y="2175"/>
                  <a:pt x="1198" y="2017"/>
                  <a:pt x="1387" y="2017"/>
                </a:cubicBezTo>
                <a:close/>
                <a:moveTo>
                  <a:pt x="3088" y="4128"/>
                </a:moveTo>
                <a:cubicBezTo>
                  <a:pt x="3466" y="4128"/>
                  <a:pt x="3750" y="4443"/>
                  <a:pt x="3750" y="4821"/>
                </a:cubicBezTo>
                <a:cubicBezTo>
                  <a:pt x="3750" y="5168"/>
                  <a:pt x="3466" y="5483"/>
                  <a:pt x="3088" y="5483"/>
                </a:cubicBezTo>
                <a:lnTo>
                  <a:pt x="1702" y="5483"/>
                </a:lnTo>
                <a:cubicBezTo>
                  <a:pt x="1324" y="5483"/>
                  <a:pt x="1040" y="5168"/>
                  <a:pt x="1040" y="4821"/>
                </a:cubicBezTo>
                <a:cubicBezTo>
                  <a:pt x="1040" y="4412"/>
                  <a:pt x="1355" y="4128"/>
                  <a:pt x="1702" y="4128"/>
                </a:cubicBezTo>
                <a:close/>
                <a:moveTo>
                  <a:pt x="2426" y="1"/>
                </a:moveTo>
                <a:cubicBezTo>
                  <a:pt x="1072" y="1"/>
                  <a:pt x="1" y="1072"/>
                  <a:pt x="1" y="2395"/>
                </a:cubicBezTo>
                <a:lnTo>
                  <a:pt x="1" y="6869"/>
                </a:lnTo>
                <a:lnTo>
                  <a:pt x="4474" y="6869"/>
                </a:lnTo>
                <a:cubicBezTo>
                  <a:pt x="4663" y="6869"/>
                  <a:pt x="4821" y="6711"/>
                  <a:pt x="4821" y="6491"/>
                </a:cubicBezTo>
                <a:lnTo>
                  <a:pt x="4821" y="2395"/>
                </a:lnTo>
                <a:cubicBezTo>
                  <a:pt x="4789" y="1072"/>
                  <a:pt x="3718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4" name="Google Shape;5814;p31"/>
          <p:cNvSpPr/>
          <p:nvPr/>
        </p:nvSpPr>
        <p:spPr>
          <a:xfrm>
            <a:off x="2535499" y="3691465"/>
            <a:ext cx="380446" cy="379413"/>
          </a:xfrm>
          <a:custGeom>
            <a:rect b="b" l="l" r="r" t="t"/>
            <a:pathLst>
              <a:path extrusionOk="0" h="11752" w="11784">
                <a:moveTo>
                  <a:pt x="5199" y="1"/>
                </a:moveTo>
                <a:cubicBezTo>
                  <a:pt x="5042" y="1"/>
                  <a:pt x="4916" y="127"/>
                  <a:pt x="4884" y="284"/>
                </a:cubicBezTo>
                <a:lnTo>
                  <a:pt x="4727" y="883"/>
                </a:lnTo>
                <a:cubicBezTo>
                  <a:pt x="4191" y="977"/>
                  <a:pt x="3655" y="1229"/>
                  <a:pt x="3151" y="1513"/>
                </a:cubicBezTo>
                <a:lnTo>
                  <a:pt x="2647" y="1229"/>
                </a:lnTo>
                <a:cubicBezTo>
                  <a:pt x="2599" y="1205"/>
                  <a:pt x="2542" y="1195"/>
                  <a:pt x="2482" y="1195"/>
                </a:cubicBezTo>
                <a:cubicBezTo>
                  <a:pt x="2386" y="1195"/>
                  <a:pt x="2284" y="1222"/>
                  <a:pt x="2206" y="1261"/>
                </a:cubicBezTo>
                <a:lnTo>
                  <a:pt x="1261" y="2206"/>
                </a:lnTo>
                <a:cubicBezTo>
                  <a:pt x="1135" y="2332"/>
                  <a:pt x="1135" y="2490"/>
                  <a:pt x="1230" y="2647"/>
                </a:cubicBezTo>
                <a:lnTo>
                  <a:pt x="1513" y="3151"/>
                </a:lnTo>
                <a:cubicBezTo>
                  <a:pt x="1198" y="3624"/>
                  <a:pt x="978" y="4191"/>
                  <a:pt x="883" y="4726"/>
                </a:cubicBezTo>
                <a:lnTo>
                  <a:pt x="284" y="4884"/>
                </a:lnTo>
                <a:cubicBezTo>
                  <a:pt x="127" y="4947"/>
                  <a:pt x="1" y="5041"/>
                  <a:pt x="1" y="5199"/>
                </a:cubicBezTo>
                <a:lnTo>
                  <a:pt x="1" y="6585"/>
                </a:lnTo>
                <a:cubicBezTo>
                  <a:pt x="1" y="6743"/>
                  <a:pt x="127" y="6869"/>
                  <a:pt x="284" y="6900"/>
                </a:cubicBezTo>
                <a:lnTo>
                  <a:pt x="883" y="7058"/>
                </a:lnTo>
                <a:cubicBezTo>
                  <a:pt x="946" y="7404"/>
                  <a:pt x="1072" y="7782"/>
                  <a:pt x="1230" y="8129"/>
                </a:cubicBezTo>
                <a:cubicBezTo>
                  <a:pt x="1504" y="7854"/>
                  <a:pt x="2843" y="6486"/>
                  <a:pt x="2841" y="6486"/>
                </a:cubicBezTo>
                <a:lnTo>
                  <a:pt x="2841" y="6486"/>
                </a:lnTo>
                <a:cubicBezTo>
                  <a:pt x="2841" y="6486"/>
                  <a:pt x="2839" y="6488"/>
                  <a:pt x="2836" y="6491"/>
                </a:cubicBezTo>
                <a:cubicBezTo>
                  <a:pt x="2836" y="6459"/>
                  <a:pt x="2805" y="6050"/>
                  <a:pt x="2805" y="5955"/>
                </a:cubicBezTo>
                <a:cubicBezTo>
                  <a:pt x="2773" y="4222"/>
                  <a:pt x="4191" y="2836"/>
                  <a:pt x="5861" y="2836"/>
                </a:cubicBezTo>
                <a:cubicBezTo>
                  <a:pt x="7562" y="2836"/>
                  <a:pt x="8948" y="4222"/>
                  <a:pt x="8948" y="5924"/>
                </a:cubicBezTo>
                <a:cubicBezTo>
                  <a:pt x="8948" y="7499"/>
                  <a:pt x="7751" y="8822"/>
                  <a:pt x="6113" y="8948"/>
                </a:cubicBezTo>
                <a:cubicBezTo>
                  <a:pt x="6066" y="8948"/>
                  <a:pt x="5963" y="8956"/>
                  <a:pt x="5821" y="8956"/>
                </a:cubicBezTo>
                <a:cubicBezTo>
                  <a:pt x="5680" y="8956"/>
                  <a:pt x="5499" y="8948"/>
                  <a:pt x="5294" y="8917"/>
                </a:cubicBezTo>
                <a:lnTo>
                  <a:pt x="3655" y="10523"/>
                </a:lnTo>
                <a:cubicBezTo>
                  <a:pt x="4034" y="10681"/>
                  <a:pt x="4349" y="10807"/>
                  <a:pt x="4727" y="10870"/>
                </a:cubicBezTo>
                <a:lnTo>
                  <a:pt x="4884" y="11468"/>
                </a:lnTo>
                <a:cubicBezTo>
                  <a:pt x="4916" y="11626"/>
                  <a:pt x="5042" y="11752"/>
                  <a:pt x="5199" y="11752"/>
                </a:cubicBezTo>
                <a:lnTo>
                  <a:pt x="6585" y="11752"/>
                </a:lnTo>
                <a:cubicBezTo>
                  <a:pt x="6743" y="11752"/>
                  <a:pt x="6869" y="11626"/>
                  <a:pt x="6901" y="11468"/>
                </a:cubicBezTo>
                <a:lnTo>
                  <a:pt x="7058" y="10870"/>
                </a:lnTo>
                <a:cubicBezTo>
                  <a:pt x="7594" y="10775"/>
                  <a:pt x="8129" y="10523"/>
                  <a:pt x="8633" y="10240"/>
                </a:cubicBezTo>
                <a:lnTo>
                  <a:pt x="9137" y="10523"/>
                </a:lnTo>
                <a:cubicBezTo>
                  <a:pt x="9185" y="10547"/>
                  <a:pt x="9243" y="10558"/>
                  <a:pt x="9302" y="10558"/>
                </a:cubicBezTo>
                <a:cubicBezTo>
                  <a:pt x="9399" y="10558"/>
                  <a:pt x="9501" y="10531"/>
                  <a:pt x="9578" y="10492"/>
                </a:cubicBezTo>
                <a:lnTo>
                  <a:pt x="10524" y="9547"/>
                </a:lnTo>
                <a:cubicBezTo>
                  <a:pt x="10650" y="9421"/>
                  <a:pt x="10650" y="9263"/>
                  <a:pt x="10555" y="9106"/>
                </a:cubicBezTo>
                <a:lnTo>
                  <a:pt x="10303" y="8601"/>
                </a:lnTo>
                <a:cubicBezTo>
                  <a:pt x="10618" y="8129"/>
                  <a:pt x="10807" y="7562"/>
                  <a:pt x="10933" y="7026"/>
                </a:cubicBezTo>
                <a:lnTo>
                  <a:pt x="11500" y="6869"/>
                </a:lnTo>
                <a:cubicBezTo>
                  <a:pt x="11658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752" y="5041"/>
                  <a:pt x="11658" y="4915"/>
                  <a:pt x="11500" y="4884"/>
                </a:cubicBezTo>
                <a:lnTo>
                  <a:pt x="10902" y="4726"/>
                </a:lnTo>
                <a:cubicBezTo>
                  <a:pt x="10807" y="4191"/>
                  <a:pt x="10555" y="3687"/>
                  <a:pt x="10272" y="3151"/>
                </a:cubicBezTo>
                <a:lnTo>
                  <a:pt x="10555" y="2647"/>
                </a:lnTo>
                <a:cubicBezTo>
                  <a:pt x="10650" y="2521"/>
                  <a:pt x="10587" y="2332"/>
                  <a:pt x="10524" y="2206"/>
                </a:cubicBezTo>
                <a:lnTo>
                  <a:pt x="9578" y="1261"/>
                </a:lnTo>
                <a:cubicBezTo>
                  <a:pt x="9509" y="1209"/>
                  <a:pt x="9430" y="1185"/>
                  <a:pt x="9347" y="1185"/>
                </a:cubicBezTo>
                <a:cubicBezTo>
                  <a:pt x="9279" y="1185"/>
                  <a:pt x="9208" y="1201"/>
                  <a:pt x="9137" y="1229"/>
                </a:cubicBezTo>
                <a:lnTo>
                  <a:pt x="8633" y="1513"/>
                </a:lnTo>
                <a:cubicBezTo>
                  <a:pt x="8161" y="1198"/>
                  <a:pt x="7594" y="977"/>
                  <a:pt x="7058" y="883"/>
                </a:cubicBezTo>
                <a:lnTo>
                  <a:pt x="6901" y="284"/>
                </a:lnTo>
                <a:cubicBezTo>
                  <a:pt x="6869" y="127"/>
                  <a:pt x="6743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5" name="Google Shape;5815;p31"/>
          <p:cNvSpPr/>
          <p:nvPr/>
        </p:nvSpPr>
        <p:spPr>
          <a:xfrm>
            <a:off x="2535499" y="3805109"/>
            <a:ext cx="277716" cy="264769"/>
          </a:xfrm>
          <a:custGeom>
            <a:rect b="b" l="l" r="r" t="t"/>
            <a:pathLst>
              <a:path extrusionOk="0" h="8201" w="8602">
                <a:moveTo>
                  <a:pt x="5939" y="0"/>
                </a:moveTo>
                <a:cubicBezTo>
                  <a:pt x="4729" y="0"/>
                  <a:pt x="3750" y="854"/>
                  <a:pt x="3561" y="1963"/>
                </a:cubicBezTo>
                <a:cubicBezTo>
                  <a:pt x="3466" y="2404"/>
                  <a:pt x="3498" y="2813"/>
                  <a:pt x="3624" y="3223"/>
                </a:cubicBezTo>
                <a:lnTo>
                  <a:pt x="410" y="6468"/>
                </a:lnTo>
                <a:cubicBezTo>
                  <a:pt x="1" y="6846"/>
                  <a:pt x="1" y="7507"/>
                  <a:pt x="410" y="7917"/>
                </a:cubicBezTo>
                <a:cubicBezTo>
                  <a:pt x="600" y="8106"/>
                  <a:pt x="852" y="8200"/>
                  <a:pt x="1111" y="8200"/>
                </a:cubicBezTo>
                <a:cubicBezTo>
                  <a:pt x="1371" y="8200"/>
                  <a:pt x="1639" y="8106"/>
                  <a:pt x="1860" y="7917"/>
                </a:cubicBezTo>
                <a:lnTo>
                  <a:pt x="5136" y="4640"/>
                </a:lnTo>
                <a:cubicBezTo>
                  <a:pt x="5388" y="4735"/>
                  <a:pt x="5664" y="4782"/>
                  <a:pt x="5947" y="4782"/>
                </a:cubicBezTo>
                <a:cubicBezTo>
                  <a:pt x="6231" y="4782"/>
                  <a:pt x="6522" y="4735"/>
                  <a:pt x="6806" y="4640"/>
                </a:cubicBezTo>
                <a:cubicBezTo>
                  <a:pt x="7846" y="4294"/>
                  <a:pt x="8602" y="3065"/>
                  <a:pt x="8224" y="1773"/>
                </a:cubicBezTo>
                <a:cubicBezTo>
                  <a:pt x="8192" y="1647"/>
                  <a:pt x="8129" y="1553"/>
                  <a:pt x="8003" y="1521"/>
                </a:cubicBezTo>
                <a:cubicBezTo>
                  <a:pt x="7972" y="1514"/>
                  <a:pt x="7942" y="1510"/>
                  <a:pt x="7914" y="1510"/>
                </a:cubicBezTo>
                <a:cubicBezTo>
                  <a:pt x="7830" y="1510"/>
                  <a:pt x="7759" y="1545"/>
                  <a:pt x="7688" y="1616"/>
                </a:cubicBezTo>
                <a:lnTo>
                  <a:pt x="6901" y="2404"/>
                </a:lnTo>
                <a:cubicBezTo>
                  <a:pt x="6759" y="2530"/>
                  <a:pt x="6578" y="2593"/>
                  <a:pt x="6400" y="2593"/>
                </a:cubicBezTo>
                <a:cubicBezTo>
                  <a:pt x="6223" y="2593"/>
                  <a:pt x="6050" y="2530"/>
                  <a:pt x="5924" y="2404"/>
                </a:cubicBezTo>
                <a:cubicBezTo>
                  <a:pt x="5640" y="2120"/>
                  <a:pt x="5640" y="1679"/>
                  <a:pt x="5924" y="1395"/>
                </a:cubicBezTo>
                <a:lnTo>
                  <a:pt x="6711" y="608"/>
                </a:lnTo>
                <a:cubicBezTo>
                  <a:pt x="6774" y="545"/>
                  <a:pt x="6806" y="419"/>
                  <a:pt x="6774" y="293"/>
                </a:cubicBezTo>
                <a:cubicBezTo>
                  <a:pt x="6743" y="198"/>
                  <a:pt x="6648" y="104"/>
                  <a:pt x="6554" y="72"/>
                </a:cubicBezTo>
                <a:cubicBezTo>
                  <a:pt x="6344" y="23"/>
                  <a:pt x="6139" y="0"/>
                  <a:pt x="59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6" name="Google Shape;5816;p31"/>
          <p:cNvSpPr/>
          <p:nvPr/>
        </p:nvSpPr>
        <p:spPr>
          <a:xfrm>
            <a:off x="4183613" y="3782008"/>
            <a:ext cx="155678" cy="155194"/>
          </a:xfrm>
          <a:custGeom>
            <a:rect b="b" l="l" r="r" t="t"/>
            <a:pathLst>
              <a:path extrusionOk="0" h="4807" w="4822">
                <a:moveTo>
                  <a:pt x="1041" y="0"/>
                </a:moveTo>
                <a:cubicBezTo>
                  <a:pt x="474" y="0"/>
                  <a:pt x="1" y="473"/>
                  <a:pt x="1" y="1040"/>
                </a:cubicBezTo>
                <a:lnTo>
                  <a:pt x="1" y="2426"/>
                </a:lnTo>
                <a:cubicBezTo>
                  <a:pt x="1" y="2962"/>
                  <a:pt x="474" y="3434"/>
                  <a:pt x="1041" y="3434"/>
                </a:cubicBezTo>
                <a:lnTo>
                  <a:pt x="1387" y="3434"/>
                </a:lnTo>
                <a:lnTo>
                  <a:pt x="1387" y="4474"/>
                </a:lnTo>
                <a:cubicBezTo>
                  <a:pt x="1387" y="4631"/>
                  <a:pt x="1482" y="4726"/>
                  <a:pt x="1576" y="4789"/>
                </a:cubicBezTo>
                <a:cubicBezTo>
                  <a:pt x="1618" y="4799"/>
                  <a:pt x="1664" y="4806"/>
                  <a:pt x="1709" y="4806"/>
                </a:cubicBezTo>
                <a:cubicBezTo>
                  <a:pt x="1800" y="4806"/>
                  <a:pt x="1891" y="4778"/>
                  <a:pt x="1954" y="4694"/>
                </a:cubicBezTo>
                <a:lnTo>
                  <a:pt x="3214" y="3434"/>
                </a:lnTo>
                <a:lnTo>
                  <a:pt x="3750" y="3434"/>
                </a:lnTo>
                <a:cubicBezTo>
                  <a:pt x="4317" y="3434"/>
                  <a:pt x="4790" y="2962"/>
                  <a:pt x="4790" y="2426"/>
                </a:cubicBezTo>
                <a:lnTo>
                  <a:pt x="4790" y="1040"/>
                </a:lnTo>
                <a:cubicBezTo>
                  <a:pt x="4821" y="473"/>
                  <a:pt x="4380" y="0"/>
                  <a:pt x="3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7" name="Google Shape;5817;p31"/>
          <p:cNvSpPr/>
          <p:nvPr/>
        </p:nvSpPr>
        <p:spPr>
          <a:xfrm>
            <a:off x="3962911" y="3782008"/>
            <a:ext cx="154645" cy="155194"/>
          </a:xfrm>
          <a:custGeom>
            <a:rect b="b" l="l" r="r" t="t"/>
            <a:pathLst>
              <a:path extrusionOk="0" h="4807" w="4790">
                <a:moveTo>
                  <a:pt x="1009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2395"/>
                </a:lnTo>
                <a:cubicBezTo>
                  <a:pt x="0" y="2962"/>
                  <a:pt x="473" y="3434"/>
                  <a:pt x="1009" y="3434"/>
                </a:cubicBezTo>
                <a:lnTo>
                  <a:pt x="1576" y="3434"/>
                </a:lnTo>
                <a:lnTo>
                  <a:pt x="2836" y="4694"/>
                </a:lnTo>
                <a:cubicBezTo>
                  <a:pt x="2920" y="4778"/>
                  <a:pt x="3018" y="4806"/>
                  <a:pt x="3102" y="4806"/>
                </a:cubicBezTo>
                <a:cubicBezTo>
                  <a:pt x="3144" y="4806"/>
                  <a:pt x="3182" y="4799"/>
                  <a:pt x="3214" y="4789"/>
                </a:cubicBezTo>
                <a:cubicBezTo>
                  <a:pt x="3340" y="4726"/>
                  <a:pt x="3434" y="4568"/>
                  <a:pt x="3434" y="4474"/>
                </a:cubicBezTo>
                <a:lnTo>
                  <a:pt x="3434" y="3434"/>
                </a:lnTo>
                <a:lnTo>
                  <a:pt x="3781" y="3434"/>
                </a:lnTo>
                <a:cubicBezTo>
                  <a:pt x="4348" y="3434"/>
                  <a:pt x="4789" y="2962"/>
                  <a:pt x="4789" y="2395"/>
                </a:cubicBezTo>
                <a:lnTo>
                  <a:pt x="4789" y="1040"/>
                </a:lnTo>
                <a:cubicBezTo>
                  <a:pt x="4789" y="473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8" name="Google Shape;5818;p31"/>
          <p:cNvSpPr/>
          <p:nvPr/>
        </p:nvSpPr>
        <p:spPr>
          <a:xfrm>
            <a:off x="4030032" y="4002710"/>
            <a:ext cx="243138" cy="67153"/>
          </a:xfrm>
          <a:custGeom>
            <a:rect b="b" l="l" r="r" t="t"/>
            <a:pathLst>
              <a:path extrusionOk="0" h="2080" w="7531">
                <a:moveTo>
                  <a:pt x="1" y="1"/>
                </a:moveTo>
                <a:lnTo>
                  <a:pt x="1" y="1040"/>
                </a:lnTo>
                <a:cubicBezTo>
                  <a:pt x="1" y="1607"/>
                  <a:pt x="473" y="2080"/>
                  <a:pt x="1040" y="2080"/>
                </a:cubicBezTo>
                <a:lnTo>
                  <a:pt x="6491" y="2080"/>
                </a:lnTo>
                <a:cubicBezTo>
                  <a:pt x="7058" y="2080"/>
                  <a:pt x="7530" y="1607"/>
                  <a:pt x="7530" y="1040"/>
                </a:cubicBezTo>
                <a:lnTo>
                  <a:pt x="753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9" name="Google Shape;5819;p31"/>
          <p:cNvSpPr/>
          <p:nvPr/>
        </p:nvSpPr>
        <p:spPr>
          <a:xfrm>
            <a:off x="4030032" y="3692481"/>
            <a:ext cx="243138" cy="44779"/>
          </a:xfrm>
          <a:custGeom>
            <a:rect b="b" l="l" r="r" t="t"/>
            <a:pathLst>
              <a:path extrusionOk="0" h="1387" w="7531">
                <a:moveTo>
                  <a:pt x="1040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30" y="1387"/>
                </a:lnTo>
                <a:lnTo>
                  <a:pt x="7530" y="1040"/>
                </a:lnTo>
                <a:cubicBezTo>
                  <a:pt x="7530" y="505"/>
                  <a:pt x="7058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0" name="Google Shape;5820;p31"/>
          <p:cNvSpPr/>
          <p:nvPr/>
        </p:nvSpPr>
        <p:spPr>
          <a:xfrm>
            <a:off x="4029031" y="3759635"/>
            <a:ext cx="243106" cy="220733"/>
          </a:xfrm>
          <a:custGeom>
            <a:rect b="b" l="l" r="r" t="t"/>
            <a:pathLst>
              <a:path extrusionOk="0" h="6837" w="7530">
                <a:moveTo>
                  <a:pt x="1733" y="0"/>
                </a:moveTo>
                <a:cubicBezTo>
                  <a:pt x="2678" y="0"/>
                  <a:pt x="3434" y="756"/>
                  <a:pt x="3434" y="1701"/>
                </a:cubicBezTo>
                <a:lnTo>
                  <a:pt x="3434" y="3056"/>
                </a:lnTo>
                <a:cubicBezTo>
                  <a:pt x="3434" y="3907"/>
                  <a:pt x="2836" y="4568"/>
                  <a:pt x="2048" y="4757"/>
                </a:cubicBezTo>
                <a:lnTo>
                  <a:pt x="2048" y="5167"/>
                </a:lnTo>
                <a:cubicBezTo>
                  <a:pt x="2048" y="5576"/>
                  <a:pt x="1828" y="5954"/>
                  <a:pt x="1418" y="6112"/>
                </a:cubicBezTo>
                <a:cubicBezTo>
                  <a:pt x="1307" y="6162"/>
                  <a:pt x="1184" y="6187"/>
                  <a:pt x="1058" y="6187"/>
                </a:cubicBezTo>
                <a:cubicBezTo>
                  <a:pt x="789" y="6187"/>
                  <a:pt x="508" y="6075"/>
                  <a:pt x="315" y="5860"/>
                </a:cubicBezTo>
                <a:lnTo>
                  <a:pt x="0" y="5545"/>
                </a:lnTo>
                <a:lnTo>
                  <a:pt x="0" y="6837"/>
                </a:lnTo>
                <a:lnTo>
                  <a:pt x="7530" y="6837"/>
                </a:lnTo>
                <a:lnTo>
                  <a:pt x="7530" y="5545"/>
                </a:lnTo>
                <a:lnTo>
                  <a:pt x="7215" y="5860"/>
                </a:lnTo>
                <a:cubicBezTo>
                  <a:pt x="7022" y="6075"/>
                  <a:pt x="6756" y="6187"/>
                  <a:pt x="6496" y="6187"/>
                </a:cubicBezTo>
                <a:cubicBezTo>
                  <a:pt x="6374" y="6187"/>
                  <a:pt x="6254" y="6162"/>
                  <a:pt x="6144" y="6112"/>
                </a:cubicBezTo>
                <a:cubicBezTo>
                  <a:pt x="5734" y="5954"/>
                  <a:pt x="5514" y="5576"/>
                  <a:pt x="5514" y="5167"/>
                </a:cubicBezTo>
                <a:lnTo>
                  <a:pt x="5514" y="4757"/>
                </a:lnTo>
                <a:cubicBezTo>
                  <a:pt x="4726" y="4600"/>
                  <a:pt x="4127" y="3907"/>
                  <a:pt x="4127" y="3056"/>
                </a:cubicBezTo>
                <a:lnTo>
                  <a:pt x="4127" y="1701"/>
                </a:lnTo>
                <a:cubicBezTo>
                  <a:pt x="4127" y="756"/>
                  <a:pt x="4884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1" name="Google Shape;5821;p31"/>
          <p:cNvSpPr/>
          <p:nvPr/>
        </p:nvSpPr>
        <p:spPr>
          <a:xfrm>
            <a:off x="2158430" y="1818318"/>
            <a:ext cx="196325" cy="197358"/>
          </a:xfrm>
          <a:custGeom>
            <a:rect b="b" l="l" r="r" t="t"/>
            <a:pathLst>
              <a:path extrusionOk="0" h="6113" w="6081">
                <a:moveTo>
                  <a:pt x="3025" y="1387"/>
                </a:moveTo>
                <a:cubicBezTo>
                  <a:pt x="3970" y="1387"/>
                  <a:pt x="4726" y="2143"/>
                  <a:pt x="4726" y="3088"/>
                </a:cubicBezTo>
                <a:cubicBezTo>
                  <a:pt x="4726" y="4033"/>
                  <a:pt x="3970" y="4789"/>
                  <a:pt x="3025" y="4789"/>
                </a:cubicBezTo>
                <a:cubicBezTo>
                  <a:pt x="2080" y="4789"/>
                  <a:pt x="1324" y="4033"/>
                  <a:pt x="1324" y="3088"/>
                </a:cubicBezTo>
                <a:cubicBezTo>
                  <a:pt x="1324" y="2143"/>
                  <a:pt x="2080" y="1387"/>
                  <a:pt x="3025" y="1387"/>
                </a:cubicBezTo>
                <a:close/>
                <a:moveTo>
                  <a:pt x="2710" y="0"/>
                </a:moveTo>
                <a:lnTo>
                  <a:pt x="2710" y="442"/>
                </a:lnTo>
                <a:cubicBezTo>
                  <a:pt x="2710" y="599"/>
                  <a:pt x="2584" y="725"/>
                  <a:pt x="2426" y="757"/>
                </a:cubicBezTo>
                <a:cubicBezTo>
                  <a:pt x="2237" y="788"/>
                  <a:pt x="2017" y="914"/>
                  <a:pt x="1859" y="1009"/>
                </a:cubicBezTo>
                <a:cubicBezTo>
                  <a:pt x="1815" y="1031"/>
                  <a:pt x="1762" y="1041"/>
                  <a:pt x="1707" y="1041"/>
                </a:cubicBezTo>
                <a:cubicBezTo>
                  <a:pt x="1607" y="1041"/>
                  <a:pt x="1500" y="1007"/>
                  <a:pt x="1418" y="946"/>
                </a:cubicBezTo>
                <a:lnTo>
                  <a:pt x="1103" y="631"/>
                </a:lnTo>
                <a:lnTo>
                  <a:pt x="631" y="1103"/>
                </a:lnTo>
                <a:lnTo>
                  <a:pt x="946" y="1418"/>
                </a:lnTo>
                <a:cubicBezTo>
                  <a:pt x="1072" y="1544"/>
                  <a:pt x="1072" y="1702"/>
                  <a:pt x="977" y="1859"/>
                </a:cubicBezTo>
                <a:cubicBezTo>
                  <a:pt x="851" y="2048"/>
                  <a:pt x="788" y="2269"/>
                  <a:pt x="757" y="2458"/>
                </a:cubicBezTo>
                <a:cubicBezTo>
                  <a:pt x="694" y="2615"/>
                  <a:pt x="599" y="2710"/>
                  <a:pt x="442" y="2710"/>
                </a:cubicBezTo>
                <a:lnTo>
                  <a:pt x="1" y="2710"/>
                </a:lnTo>
                <a:lnTo>
                  <a:pt x="1" y="3403"/>
                </a:lnTo>
                <a:lnTo>
                  <a:pt x="442" y="3403"/>
                </a:lnTo>
                <a:cubicBezTo>
                  <a:pt x="599" y="3403"/>
                  <a:pt x="694" y="3498"/>
                  <a:pt x="757" y="3655"/>
                </a:cubicBezTo>
                <a:cubicBezTo>
                  <a:pt x="788" y="3876"/>
                  <a:pt x="914" y="4096"/>
                  <a:pt x="977" y="4254"/>
                </a:cubicBezTo>
                <a:cubicBezTo>
                  <a:pt x="1072" y="4380"/>
                  <a:pt x="1009" y="4569"/>
                  <a:pt x="946" y="4695"/>
                </a:cubicBezTo>
                <a:lnTo>
                  <a:pt x="631" y="5010"/>
                </a:lnTo>
                <a:lnTo>
                  <a:pt x="1103" y="5482"/>
                </a:lnTo>
                <a:lnTo>
                  <a:pt x="1418" y="5167"/>
                </a:lnTo>
                <a:cubicBezTo>
                  <a:pt x="1486" y="5100"/>
                  <a:pt x="1562" y="5068"/>
                  <a:pt x="1643" y="5068"/>
                </a:cubicBezTo>
                <a:cubicBezTo>
                  <a:pt x="1713" y="5068"/>
                  <a:pt x="1786" y="5092"/>
                  <a:pt x="1859" y="5136"/>
                </a:cubicBezTo>
                <a:cubicBezTo>
                  <a:pt x="2048" y="5230"/>
                  <a:pt x="2237" y="5325"/>
                  <a:pt x="2426" y="5356"/>
                </a:cubicBezTo>
                <a:cubicBezTo>
                  <a:pt x="2584" y="5419"/>
                  <a:pt x="2710" y="5514"/>
                  <a:pt x="2710" y="5671"/>
                </a:cubicBezTo>
                <a:lnTo>
                  <a:pt x="2710" y="6112"/>
                </a:lnTo>
                <a:lnTo>
                  <a:pt x="3372" y="6112"/>
                </a:lnTo>
                <a:lnTo>
                  <a:pt x="3372" y="5734"/>
                </a:lnTo>
                <a:cubicBezTo>
                  <a:pt x="3372" y="5577"/>
                  <a:pt x="3498" y="5451"/>
                  <a:pt x="3655" y="5419"/>
                </a:cubicBezTo>
                <a:cubicBezTo>
                  <a:pt x="3844" y="5356"/>
                  <a:pt x="4096" y="5262"/>
                  <a:pt x="4254" y="5167"/>
                </a:cubicBezTo>
                <a:cubicBezTo>
                  <a:pt x="4300" y="5133"/>
                  <a:pt x="4355" y="5119"/>
                  <a:pt x="4410" y="5119"/>
                </a:cubicBezTo>
                <a:cubicBezTo>
                  <a:pt x="4506" y="5119"/>
                  <a:pt x="4603" y="5159"/>
                  <a:pt x="4663" y="5199"/>
                </a:cubicBezTo>
                <a:lnTo>
                  <a:pt x="5010" y="5514"/>
                </a:lnTo>
                <a:lnTo>
                  <a:pt x="5451" y="5041"/>
                </a:lnTo>
                <a:lnTo>
                  <a:pt x="5136" y="4726"/>
                </a:lnTo>
                <a:cubicBezTo>
                  <a:pt x="5041" y="4632"/>
                  <a:pt x="5041" y="4474"/>
                  <a:pt x="5104" y="4285"/>
                </a:cubicBezTo>
                <a:cubicBezTo>
                  <a:pt x="5230" y="4096"/>
                  <a:pt x="5293" y="3907"/>
                  <a:pt x="5356" y="3718"/>
                </a:cubicBezTo>
                <a:cubicBezTo>
                  <a:pt x="5388" y="3561"/>
                  <a:pt x="5514" y="3434"/>
                  <a:pt x="5671" y="3434"/>
                </a:cubicBezTo>
                <a:lnTo>
                  <a:pt x="6081" y="3434"/>
                </a:lnTo>
                <a:lnTo>
                  <a:pt x="6081" y="2773"/>
                </a:lnTo>
                <a:lnTo>
                  <a:pt x="5671" y="2773"/>
                </a:lnTo>
                <a:cubicBezTo>
                  <a:pt x="5514" y="2710"/>
                  <a:pt x="5388" y="2615"/>
                  <a:pt x="5356" y="2458"/>
                </a:cubicBezTo>
                <a:cubicBezTo>
                  <a:pt x="5293" y="2269"/>
                  <a:pt x="5199" y="2017"/>
                  <a:pt x="5104" y="1859"/>
                </a:cubicBezTo>
                <a:cubicBezTo>
                  <a:pt x="5041" y="1733"/>
                  <a:pt x="5073" y="1544"/>
                  <a:pt x="5136" y="1418"/>
                </a:cubicBezTo>
                <a:lnTo>
                  <a:pt x="5451" y="1103"/>
                </a:lnTo>
                <a:lnTo>
                  <a:pt x="5010" y="631"/>
                </a:lnTo>
                <a:lnTo>
                  <a:pt x="4663" y="946"/>
                </a:lnTo>
                <a:cubicBezTo>
                  <a:pt x="4608" y="1019"/>
                  <a:pt x="4531" y="1050"/>
                  <a:pt x="4445" y="1050"/>
                </a:cubicBezTo>
                <a:cubicBezTo>
                  <a:pt x="4384" y="1050"/>
                  <a:pt x="4319" y="1035"/>
                  <a:pt x="4254" y="1009"/>
                </a:cubicBezTo>
                <a:cubicBezTo>
                  <a:pt x="4033" y="883"/>
                  <a:pt x="3844" y="788"/>
                  <a:pt x="3655" y="757"/>
                </a:cubicBezTo>
                <a:cubicBezTo>
                  <a:pt x="3498" y="725"/>
                  <a:pt x="3372" y="599"/>
                  <a:pt x="3372" y="442"/>
                </a:cubicBezTo>
                <a:lnTo>
                  <a:pt x="337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2" name="Google Shape;5822;p31"/>
          <p:cNvSpPr/>
          <p:nvPr/>
        </p:nvSpPr>
        <p:spPr>
          <a:xfrm>
            <a:off x="2067902" y="1729824"/>
            <a:ext cx="376379" cy="376379"/>
          </a:xfrm>
          <a:custGeom>
            <a:rect b="b" l="l" r="r" t="t"/>
            <a:pathLst>
              <a:path extrusionOk="0" h="11658" w="11658">
                <a:moveTo>
                  <a:pt x="6522" y="2048"/>
                </a:moveTo>
                <a:cubicBezTo>
                  <a:pt x="6743" y="2048"/>
                  <a:pt x="6900" y="2206"/>
                  <a:pt x="6900" y="2395"/>
                </a:cubicBezTo>
                <a:lnTo>
                  <a:pt x="6900" y="2899"/>
                </a:lnTo>
                <a:cubicBezTo>
                  <a:pt x="6995" y="2962"/>
                  <a:pt x="7089" y="2994"/>
                  <a:pt x="7152" y="3025"/>
                </a:cubicBezTo>
                <a:lnTo>
                  <a:pt x="7530" y="2678"/>
                </a:lnTo>
                <a:cubicBezTo>
                  <a:pt x="7578" y="2615"/>
                  <a:pt x="7664" y="2584"/>
                  <a:pt x="7755" y="2584"/>
                </a:cubicBezTo>
                <a:cubicBezTo>
                  <a:pt x="7845" y="2584"/>
                  <a:pt x="7940" y="2615"/>
                  <a:pt x="8003" y="2678"/>
                </a:cubicBezTo>
                <a:lnTo>
                  <a:pt x="8979" y="3655"/>
                </a:lnTo>
                <a:cubicBezTo>
                  <a:pt x="9106" y="3781"/>
                  <a:pt x="9106" y="4002"/>
                  <a:pt x="8979" y="4128"/>
                </a:cubicBezTo>
                <a:lnTo>
                  <a:pt x="8633" y="4474"/>
                </a:lnTo>
                <a:cubicBezTo>
                  <a:pt x="8664" y="4569"/>
                  <a:pt x="8696" y="4695"/>
                  <a:pt x="8727" y="4758"/>
                </a:cubicBezTo>
                <a:lnTo>
                  <a:pt x="9263" y="4758"/>
                </a:lnTo>
                <a:cubicBezTo>
                  <a:pt x="9452" y="4758"/>
                  <a:pt x="9610" y="4915"/>
                  <a:pt x="9610" y="5104"/>
                </a:cubicBezTo>
                <a:lnTo>
                  <a:pt x="9610" y="6491"/>
                </a:lnTo>
                <a:cubicBezTo>
                  <a:pt x="9610" y="6680"/>
                  <a:pt x="9452" y="6837"/>
                  <a:pt x="9263" y="6837"/>
                </a:cubicBezTo>
                <a:lnTo>
                  <a:pt x="8727" y="6837"/>
                </a:lnTo>
                <a:cubicBezTo>
                  <a:pt x="8696" y="6963"/>
                  <a:pt x="8664" y="7026"/>
                  <a:pt x="8633" y="7121"/>
                </a:cubicBezTo>
                <a:lnTo>
                  <a:pt x="8979" y="7467"/>
                </a:lnTo>
                <a:cubicBezTo>
                  <a:pt x="9106" y="7593"/>
                  <a:pt x="9106" y="7814"/>
                  <a:pt x="8979" y="7940"/>
                </a:cubicBezTo>
                <a:lnTo>
                  <a:pt x="8003" y="8916"/>
                </a:lnTo>
                <a:cubicBezTo>
                  <a:pt x="7940" y="8979"/>
                  <a:pt x="7845" y="9011"/>
                  <a:pt x="7755" y="9011"/>
                </a:cubicBezTo>
                <a:cubicBezTo>
                  <a:pt x="7664" y="9011"/>
                  <a:pt x="7578" y="8979"/>
                  <a:pt x="7530" y="8916"/>
                </a:cubicBezTo>
                <a:lnTo>
                  <a:pt x="7152" y="8570"/>
                </a:lnTo>
                <a:cubicBezTo>
                  <a:pt x="7089" y="8601"/>
                  <a:pt x="6963" y="8664"/>
                  <a:pt x="6900" y="8696"/>
                </a:cubicBezTo>
                <a:lnTo>
                  <a:pt x="6900" y="9200"/>
                </a:lnTo>
                <a:cubicBezTo>
                  <a:pt x="6900" y="9389"/>
                  <a:pt x="6743" y="9547"/>
                  <a:pt x="6522" y="9547"/>
                </a:cubicBezTo>
                <a:lnTo>
                  <a:pt x="5167" y="9547"/>
                </a:lnTo>
                <a:cubicBezTo>
                  <a:pt x="4947" y="9547"/>
                  <a:pt x="4789" y="9389"/>
                  <a:pt x="4789" y="9200"/>
                </a:cubicBezTo>
                <a:lnTo>
                  <a:pt x="4789" y="8696"/>
                </a:lnTo>
                <a:cubicBezTo>
                  <a:pt x="4695" y="8664"/>
                  <a:pt x="4600" y="8601"/>
                  <a:pt x="4537" y="8570"/>
                </a:cubicBezTo>
                <a:lnTo>
                  <a:pt x="4159" y="8916"/>
                </a:lnTo>
                <a:cubicBezTo>
                  <a:pt x="4112" y="8979"/>
                  <a:pt x="4025" y="9011"/>
                  <a:pt x="3935" y="9011"/>
                </a:cubicBezTo>
                <a:cubicBezTo>
                  <a:pt x="3844" y="9011"/>
                  <a:pt x="3750" y="8979"/>
                  <a:pt x="3687" y="8916"/>
                </a:cubicBezTo>
                <a:lnTo>
                  <a:pt x="2710" y="7940"/>
                </a:lnTo>
                <a:cubicBezTo>
                  <a:pt x="2584" y="7814"/>
                  <a:pt x="2584" y="7593"/>
                  <a:pt x="2710" y="7467"/>
                </a:cubicBezTo>
                <a:lnTo>
                  <a:pt x="3057" y="7121"/>
                </a:lnTo>
                <a:cubicBezTo>
                  <a:pt x="3025" y="7026"/>
                  <a:pt x="2994" y="6932"/>
                  <a:pt x="2962" y="6837"/>
                </a:cubicBezTo>
                <a:lnTo>
                  <a:pt x="2426" y="6837"/>
                </a:lnTo>
                <a:cubicBezTo>
                  <a:pt x="2237" y="6837"/>
                  <a:pt x="2080" y="6680"/>
                  <a:pt x="2080" y="6491"/>
                </a:cubicBezTo>
                <a:lnTo>
                  <a:pt x="2080" y="5104"/>
                </a:lnTo>
                <a:cubicBezTo>
                  <a:pt x="2080" y="4915"/>
                  <a:pt x="2237" y="4758"/>
                  <a:pt x="2426" y="4758"/>
                </a:cubicBezTo>
                <a:lnTo>
                  <a:pt x="2962" y="4758"/>
                </a:lnTo>
                <a:cubicBezTo>
                  <a:pt x="2994" y="4632"/>
                  <a:pt x="3025" y="4569"/>
                  <a:pt x="3057" y="4474"/>
                </a:cubicBezTo>
                <a:lnTo>
                  <a:pt x="2710" y="4128"/>
                </a:lnTo>
                <a:cubicBezTo>
                  <a:pt x="2584" y="4002"/>
                  <a:pt x="2584" y="3781"/>
                  <a:pt x="2710" y="3655"/>
                </a:cubicBezTo>
                <a:lnTo>
                  <a:pt x="3687" y="2678"/>
                </a:lnTo>
                <a:cubicBezTo>
                  <a:pt x="3750" y="2615"/>
                  <a:pt x="3844" y="2584"/>
                  <a:pt x="3935" y="2584"/>
                </a:cubicBezTo>
                <a:cubicBezTo>
                  <a:pt x="4025" y="2584"/>
                  <a:pt x="4112" y="2615"/>
                  <a:pt x="4159" y="2678"/>
                </a:cubicBezTo>
                <a:lnTo>
                  <a:pt x="4537" y="3025"/>
                </a:lnTo>
                <a:cubicBezTo>
                  <a:pt x="4600" y="2994"/>
                  <a:pt x="4726" y="2962"/>
                  <a:pt x="4789" y="2899"/>
                </a:cubicBezTo>
                <a:lnTo>
                  <a:pt x="4789" y="2395"/>
                </a:lnTo>
                <a:cubicBezTo>
                  <a:pt x="4789" y="2206"/>
                  <a:pt x="4947" y="2048"/>
                  <a:pt x="5167" y="2048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1" y="6837"/>
                  <a:pt x="284" y="7877"/>
                  <a:pt x="820" y="8790"/>
                </a:cubicBezTo>
                <a:lnTo>
                  <a:pt x="32" y="11185"/>
                </a:lnTo>
                <a:cubicBezTo>
                  <a:pt x="1" y="11311"/>
                  <a:pt x="32" y="11468"/>
                  <a:pt x="127" y="11531"/>
                </a:cubicBezTo>
                <a:cubicBezTo>
                  <a:pt x="174" y="11602"/>
                  <a:pt x="274" y="11638"/>
                  <a:pt x="375" y="11638"/>
                </a:cubicBezTo>
                <a:cubicBezTo>
                  <a:pt x="408" y="11638"/>
                  <a:pt x="442" y="11634"/>
                  <a:pt x="473" y="11626"/>
                </a:cubicBezTo>
                <a:lnTo>
                  <a:pt x="2868" y="10838"/>
                </a:lnTo>
                <a:cubicBezTo>
                  <a:pt x="3781" y="11374"/>
                  <a:pt x="4789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584"/>
                  <a:pt x="9011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3" name="Google Shape;5823;p31"/>
          <p:cNvSpPr/>
          <p:nvPr/>
        </p:nvSpPr>
        <p:spPr>
          <a:xfrm>
            <a:off x="2222516" y="1884438"/>
            <a:ext cx="66152" cy="66152"/>
          </a:xfrm>
          <a:custGeom>
            <a:rect b="b" l="l" r="r" t="t"/>
            <a:pathLst>
              <a:path extrusionOk="0" h="2049" w="2049"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6" y="2048"/>
                  <a:pt x="2048" y="1576"/>
                  <a:pt x="2048" y="1040"/>
                </a:cubicBezTo>
                <a:cubicBezTo>
                  <a:pt x="2048" y="441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4" name="Google Shape;5824;p31"/>
          <p:cNvSpPr/>
          <p:nvPr/>
        </p:nvSpPr>
        <p:spPr>
          <a:xfrm>
            <a:off x="2067263" y="2193251"/>
            <a:ext cx="376379" cy="376346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5" name="Google Shape;5825;p31"/>
          <p:cNvSpPr/>
          <p:nvPr/>
        </p:nvSpPr>
        <p:spPr>
          <a:xfrm>
            <a:off x="636320" y="2697779"/>
            <a:ext cx="89526" cy="376346"/>
          </a:xfrm>
          <a:custGeom>
            <a:rect b="b" l="l" r="r" t="t"/>
            <a:pathLst>
              <a:path extrusionOk="0" h="11657" w="2773">
                <a:moveTo>
                  <a:pt x="1733" y="0"/>
                </a:moveTo>
                <a:cubicBezTo>
                  <a:pt x="1198" y="0"/>
                  <a:pt x="725" y="473"/>
                  <a:pt x="725" y="1040"/>
                </a:cubicBezTo>
                <a:lnTo>
                  <a:pt x="725" y="1386"/>
                </a:lnTo>
                <a:lnTo>
                  <a:pt x="347" y="1386"/>
                </a:lnTo>
                <a:cubicBezTo>
                  <a:pt x="158" y="1386"/>
                  <a:pt x="1" y="1544"/>
                  <a:pt x="1" y="1733"/>
                </a:cubicBezTo>
                <a:cubicBezTo>
                  <a:pt x="1" y="1922"/>
                  <a:pt x="158" y="2079"/>
                  <a:pt x="347" y="2079"/>
                </a:cubicBezTo>
                <a:lnTo>
                  <a:pt x="725" y="2079"/>
                </a:lnTo>
                <a:lnTo>
                  <a:pt x="725" y="3466"/>
                </a:lnTo>
                <a:lnTo>
                  <a:pt x="347" y="3466"/>
                </a:lnTo>
                <a:cubicBezTo>
                  <a:pt x="158" y="3466"/>
                  <a:pt x="1" y="3623"/>
                  <a:pt x="1" y="3812"/>
                </a:cubicBezTo>
                <a:cubicBezTo>
                  <a:pt x="1" y="4033"/>
                  <a:pt x="158" y="4190"/>
                  <a:pt x="347" y="4190"/>
                </a:cubicBezTo>
                <a:lnTo>
                  <a:pt x="725" y="4190"/>
                </a:lnTo>
                <a:lnTo>
                  <a:pt x="725" y="5608"/>
                </a:lnTo>
                <a:lnTo>
                  <a:pt x="347" y="5608"/>
                </a:lnTo>
                <a:cubicBezTo>
                  <a:pt x="158" y="5608"/>
                  <a:pt x="1" y="5765"/>
                  <a:pt x="1" y="5954"/>
                </a:cubicBezTo>
                <a:cubicBezTo>
                  <a:pt x="1" y="6143"/>
                  <a:pt x="158" y="6301"/>
                  <a:pt x="347" y="6301"/>
                </a:cubicBezTo>
                <a:lnTo>
                  <a:pt x="725" y="6301"/>
                </a:lnTo>
                <a:lnTo>
                  <a:pt x="725" y="7687"/>
                </a:lnTo>
                <a:lnTo>
                  <a:pt x="347" y="7687"/>
                </a:lnTo>
                <a:cubicBezTo>
                  <a:pt x="158" y="7687"/>
                  <a:pt x="1" y="7845"/>
                  <a:pt x="1" y="8034"/>
                </a:cubicBezTo>
                <a:cubicBezTo>
                  <a:pt x="1" y="8223"/>
                  <a:pt x="158" y="8380"/>
                  <a:pt x="347" y="8380"/>
                </a:cubicBezTo>
                <a:lnTo>
                  <a:pt x="725" y="8380"/>
                </a:lnTo>
                <a:lnTo>
                  <a:pt x="725" y="9767"/>
                </a:lnTo>
                <a:lnTo>
                  <a:pt x="347" y="9767"/>
                </a:lnTo>
                <a:lnTo>
                  <a:pt x="347" y="9577"/>
                </a:lnTo>
                <a:cubicBezTo>
                  <a:pt x="158" y="9577"/>
                  <a:pt x="1" y="9735"/>
                  <a:pt x="1" y="9924"/>
                </a:cubicBezTo>
                <a:cubicBezTo>
                  <a:pt x="1" y="10113"/>
                  <a:pt x="158" y="10271"/>
                  <a:pt x="347" y="10271"/>
                </a:cubicBezTo>
                <a:lnTo>
                  <a:pt x="725" y="10271"/>
                </a:lnTo>
                <a:lnTo>
                  <a:pt x="725" y="10649"/>
                </a:lnTo>
                <a:cubicBezTo>
                  <a:pt x="725" y="11184"/>
                  <a:pt x="1198" y="11657"/>
                  <a:pt x="1733" y="11657"/>
                </a:cubicBezTo>
                <a:lnTo>
                  <a:pt x="2773" y="11657"/>
                </a:lnTo>
                <a:lnTo>
                  <a:pt x="277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6" name="Google Shape;5826;p31"/>
          <p:cNvSpPr/>
          <p:nvPr/>
        </p:nvSpPr>
        <p:spPr>
          <a:xfrm>
            <a:off x="748221" y="2696746"/>
            <a:ext cx="199392" cy="376379"/>
          </a:xfrm>
          <a:custGeom>
            <a:rect b="b" l="l" r="r" t="t"/>
            <a:pathLst>
              <a:path extrusionOk="0" h="11658" w="6176">
                <a:moveTo>
                  <a:pt x="4096" y="2048"/>
                </a:moveTo>
                <a:cubicBezTo>
                  <a:pt x="4285" y="2048"/>
                  <a:pt x="4442" y="2206"/>
                  <a:pt x="4442" y="2395"/>
                </a:cubicBezTo>
                <a:lnTo>
                  <a:pt x="4442" y="3750"/>
                </a:lnTo>
                <a:cubicBezTo>
                  <a:pt x="4442" y="3939"/>
                  <a:pt x="4285" y="4096"/>
                  <a:pt x="4096" y="4096"/>
                </a:cubicBezTo>
                <a:lnTo>
                  <a:pt x="3088" y="4096"/>
                </a:lnTo>
                <a:lnTo>
                  <a:pt x="3088" y="7562"/>
                </a:lnTo>
                <a:lnTo>
                  <a:pt x="4096" y="7562"/>
                </a:lnTo>
                <a:cubicBezTo>
                  <a:pt x="4285" y="7562"/>
                  <a:pt x="4442" y="7719"/>
                  <a:pt x="4442" y="7908"/>
                </a:cubicBezTo>
                <a:lnTo>
                  <a:pt x="4442" y="9294"/>
                </a:lnTo>
                <a:cubicBezTo>
                  <a:pt x="4442" y="9483"/>
                  <a:pt x="4285" y="9641"/>
                  <a:pt x="4096" y="9641"/>
                </a:cubicBezTo>
                <a:lnTo>
                  <a:pt x="3088" y="9641"/>
                </a:lnTo>
                <a:cubicBezTo>
                  <a:pt x="2332" y="9641"/>
                  <a:pt x="1701" y="9011"/>
                  <a:pt x="1701" y="8255"/>
                </a:cubicBezTo>
                <a:lnTo>
                  <a:pt x="1701" y="3435"/>
                </a:lnTo>
                <a:cubicBezTo>
                  <a:pt x="1701" y="2678"/>
                  <a:pt x="2332" y="2048"/>
                  <a:pt x="3088" y="2048"/>
                </a:cubicBezTo>
                <a:close/>
                <a:moveTo>
                  <a:pt x="0" y="1"/>
                </a:moveTo>
                <a:lnTo>
                  <a:pt x="0" y="11657"/>
                </a:lnTo>
                <a:lnTo>
                  <a:pt x="5167" y="11657"/>
                </a:lnTo>
                <a:cubicBezTo>
                  <a:pt x="5703" y="11657"/>
                  <a:pt x="6175" y="11185"/>
                  <a:pt x="6175" y="10618"/>
                </a:cubicBezTo>
                <a:lnTo>
                  <a:pt x="6175" y="1009"/>
                </a:lnTo>
                <a:cubicBezTo>
                  <a:pt x="6175" y="473"/>
                  <a:pt x="5703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7" name="Google Shape;5827;p31"/>
          <p:cNvSpPr/>
          <p:nvPr/>
        </p:nvSpPr>
        <p:spPr>
          <a:xfrm>
            <a:off x="969956" y="2741493"/>
            <a:ext cx="43746" cy="66152"/>
          </a:xfrm>
          <a:custGeom>
            <a:rect b="b" l="l" r="r" t="t"/>
            <a:pathLst>
              <a:path extrusionOk="0" h="2049" w="1355">
                <a:moveTo>
                  <a:pt x="0" y="1"/>
                </a:moveTo>
                <a:lnTo>
                  <a:pt x="0" y="2049"/>
                </a:lnTo>
                <a:lnTo>
                  <a:pt x="1355" y="2049"/>
                </a:lnTo>
                <a:lnTo>
                  <a:pt x="1355" y="347"/>
                </a:lnTo>
                <a:cubicBezTo>
                  <a:pt x="1355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8" name="Google Shape;5828;p31"/>
          <p:cNvSpPr/>
          <p:nvPr/>
        </p:nvSpPr>
        <p:spPr>
          <a:xfrm>
            <a:off x="969956" y="2828987"/>
            <a:ext cx="43746" cy="45780"/>
          </a:xfrm>
          <a:custGeom>
            <a:rect b="b" l="l" r="r" t="t"/>
            <a:pathLst>
              <a:path extrusionOk="0" h="1418" w="1355">
                <a:moveTo>
                  <a:pt x="0" y="0"/>
                </a:moveTo>
                <a:lnTo>
                  <a:pt x="0" y="1418"/>
                </a:lnTo>
                <a:lnTo>
                  <a:pt x="1355" y="1418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9" name="Google Shape;5829;p31"/>
          <p:cNvSpPr/>
          <p:nvPr/>
        </p:nvSpPr>
        <p:spPr>
          <a:xfrm>
            <a:off x="969956" y="2896108"/>
            <a:ext cx="43746" cy="66152"/>
          </a:xfrm>
          <a:custGeom>
            <a:rect b="b" l="l" r="r" t="t"/>
            <a:pathLst>
              <a:path extrusionOk="0" h="2049" w="1355">
                <a:moveTo>
                  <a:pt x="0" y="0"/>
                </a:moveTo>
                <a:lnTo>
                  <a:pt x="0" y="2048"/>
                </a:lnTo>
                <a:lnTo>
                  <a:pt x="1008" y="2048"/>
                </a:lnTo>
                <a:cubicBezTo>
                  <a:pt x="1197" y="2048"/>
                  <a:pt x="1355" y="1891"/>
                  <a:pt x="1355" y="170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0" name="Google Shape;5830;p31"/>
          <p:cNvSpPr/>
          <p:nvPr/>
        </p:nvSpPr>
        <p:spPr>
          <a:xfrm>
            <a:off x="635804" y="3530751"/>
            <a:ext cx="378412" cy="43778"/>
          </a:xfrm>
          <a:custGeom>
            <a:rect b="b" l="l" r="r" t="t"/>
            <a:pathLst>
              <a:path extrusionOk="0" h="1356" w="11721">
                <a:moveTo>
                  <a:pt x="662" y="1"/>
                </a:moveTo>
                <a:cubicBezTo>
                  <a:pt x="284" y="1"/>
                  <a:pt x="1" y="316"/>
                  <a:pt x="1" y="662"/>
                </a:cubicBezTo>
                <a:lnTo>
                  <a:pt x="1" y="1009"/>
                </a:lnTo>
                <a:cubicBezTo>
                  <a:pt x="1" y="1198"/>
                  <a:pt x="158" y="1355"/>
                  <a:pt x="347" y="1355"/>
                </a:cubicBezTo>
                <a:lnTo>
                  <a:pt x="11342" y="1355"/>
                </a:lnTo>
                <a:cubicBezTo>
                  <a:pt x="11563" y="1355"/>
                  <a:pt x="11720" y="1198"/>
                  <a:pt x="11720" y="1009"/>
                </a:cubicBezTo>
                <a:lnTo>
                  <a:pt x="11720" y="694"/>
                </a:lnTo>
                <a:cubicBezTo>
                  <a:pt x="11689" y="316"/>
                  <a:pt x="11374" y="1"/>
                  <a:pt x="109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1" name="Google Shape;5831;p31"/>
          <p:cNvSpPr/>
          <p:nvPr/>
        </p:nvSpPr>
        <p:spPr>
          <a:xfrm>
            <a:off x="708025" y="3375137"/>
            <a:ext cx="232969" cy="67153"/>
          </a:xfrm>
          <a:custGeom>
            <a:rect b="b" l="l" r="r" t="t"/>
            <a:pathLst>
              <a:path extrusionOk="0" h="2080" w="7216">
                <a:moveTo>
                  <a:pt x="757" y="1"/>
                </a:moveTo>
                <a:lnTo>
                  <a:pt x="0" y="2080"/>
                </a:lnTo>
                <a:lnTo>
                  <a:pt x="7215" y="2080"/>
                </a:lnTo>
                <a:lnTo>
                  <a:pt x="65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2" name="Google Shape;5832;p31"/>
          <p:cNvSpPr/>
          <p:nvPr/>
        </p:nvSpPr>
        <p:spPr>
          <a:xfrm>
            <a:off x="684619" y="3464631"/>
            <a:ext cx="280783" cy="43778"/>
          </a:xfrm>
          <a:custGeom>
            <a:rect b="b" l="l" r="r" t="t"/>
            <a:pathLst>
              <a:path extrusionOk="0" h="1356" w="8697">
                <a:moveTo>
                  <a:pt x="505" y="1"/>
                </a:moveTo>
                <a:lnTo>
                  <a:pt x="1" y="1356"/>
                </a:lnTo>
                <a:lnTo>
                  <a:pt x="8696" y="1356"/>
                </a:lnTo>
                <a:lnTo>
                  <a:pt x="82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3" name="Google Shape;5833;p31"/>
          <p:cNvSpPr/>
          <p:nvPr/>
        </p:nvSpPr>
        <p:spPr>
          <a:xfrm>
            <a:off x="772112" y="3198149"/>
            <a:ext cx="106831" cy="68186"/>
          </a:xfrm>
          <a:custGeom>
            <a:rect b="b" l="l" r="r" t="t"/>
            <a:pathLst>
              <a:path extrusionOk="0" h="2112" w="3309">
                <a:moveTo>
                  <a:pt x="1639" y="1"/>
                </a:moveTo>
                <a:cubicBezTo>
                  <a:pt x="1103" y="1"/>
                  <a:pt x="599" y="379"/>
                  <a:pt x="441" y="883"/>
                </a:cubicBezTo>
                <a:lnTo>
                  <a:pt x="0" y="2112"/>
                </a:lnTo>
                <a:lnTo>
                  <a:pt x="3308" y="2112"/>
                </a:lnTo>
                <a:lnTo>
                  <a:pt x="2867" y="883"/>
                </a:lnTo>
                <a:cubicBezTo>
                  <a:pt x="2678" y="316"/>
                  <a:pt x="2206" y="1"/>
                  <a:pt x="16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4" name="Google Shape;5834;p31"/>
          <p:cNvSpPr/>
          <p:nvPr/>
        </p:nvSpPr>
        <p:spPr>
          <a:xfrm>
            <a:off x="740570" y="3287675"/>
            <a:ext cx="169884" cy="66120"/>
          </a:xfrm>
          <a:custGeom>
            <a:rect b="b" l="l" r="r" t="t"/>
            <a:pathLst>
              <a:path extrusionOk="0" h="2048" w="5262">
                <a:moveTo>
                  <a:pt x="694" y="0"/>
                </a:moveTo>
                <a:lnTo>
                  <a:pt x="1" y="2048"/>
                </a:lnTo>
                <a:lnTo>
                  <a:pt x="5262" y="2048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5" name="Google Shape;5835;p31"/>
          <p:cNvSpPr/>
          <p:nvPr/>
        </p:nvSpPr>
        <p:spPr>
          <a:xfrm>
            <a:off x="636320" y="3691964"/>
            <a:ext cx="89526" cy="377379"/>
          </a:xfrm>
          <a:custGeom>
            <a:rect b="b" l="l" r="r" t="t"/>
            <a:pathLst>
              <a:path extrusionOk="0" h="11689" w="2773">
                <a:moveTo>
                  <a:pt x="1418" y="0"/>
                </a:moveTo>
                <a:cubicBezTo>
                  <a:pt x="1072" y="0"/>
                  <a:pt x="757" y="315"/>
                  <a:pt x="757" y="662"/>
                </a:cubicBezTo>
                <a:lnTo>
                  <a:pt x="757" y="9578"/>
                </a:lnTo>
                <a:cubicBezTo>
                  <a:pt x="757" y="9830"/>
                  <a:pt x="914" y="10050"/>
                  <a:pt x="1103" y="10176"/>
                </a:cubicBezTo>
                <a:lnTo>
                  <a:pt x="1103" y="10996"/>
                </a:lnTo>
                <a:lnTo>
                  <a:pt x="347" y="10996"/>
                </a:lnTo>
                <a:cubicBezTo>
                  <a:pt x="158" y="10996"/>
                  <a:pt x="1" y="11153"/>
                  <a:pt x="1" y="11342"/>
                </a:cubicBezTo>
                <a:cubicBezTo>
                  <a:pt x="1" y="11531"/>
                  <a:pt x="158" y="11689"/>
                  <a:pt x="347" y="11689"/>
                </a:cubicBezTo>
                <a:lnTo>
                  <a:pt x="2395" y="11689"/>
                </a:lnTo>
                <a:cubicBezTo>
                  <a:pt x="2616" y="11689"/>
                  <a:pt x="2773" y="11531"/>
                  <a:pt x="2773" y="11342"/>
                </a:cubicBezTo>
                <a:cubicBezTo>
                  <a:pt x="2773" y="11153"/>
                  <a:pt x="2616" y="10996"/>
                  <a:pt x="2395" y="10996"/>
                </a:cubicBezTo>
                <a:lnTo>
                  <a:pt x="1733" y="10996"/>
                </a:lnTo>
                <a:lnTo>
                  <a:pt x="1733" y="10176"/>
                </a:lnTo>
                <a:cubicBezTo>
                  <a:pt x="1922" y="10050"/>
                  <a:pt x="2080" y="9861"/>
                  <a:pt x="2080" y="9578"/>
                </a:cubicBezTo>
                <a:lnTo>
                  <a:pt x="2080" y="662"/>
                </a:lnTo>
                <a:cubicBezTo>
                  <a:pt x="2080" y="284"/>
                  <a:pt x="1765" y="0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6" name="Google Shape;5836;p31"/>
          <p:cNvSpPr/>
          <p:nvPr/>
        </p:nvSpPr>
        <p:spPr>
          <a:xfrm>
            <a:off x="903836" y="3837409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190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7" name="Google Shape;5837;p31"/>
          <p:cNvSpPr/>
          <p:nvPr/>
        </p:nvSpPr>
        <p:spPr>
          <a:xfrm>
            <a:off x="903836" y="3892326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221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8" name="Google Shape;5838;p31"/>
          <p:cNvSpPr/>
          <p:nvPr/>
        </p:nvSpPr>
        <p:spPr>
          <a:xfrm>
            <a:off x="903836" y="3946243"/>
            <a:ext cx="87492" cy="33609"/>
          </a:xfrm>
          <a:custGeom>
            <a:rect b="b" l="l" r="r" t="t"/>
            <a:pathLst>
              <a:path extrusionOk="0" h="1041" w="2710">
                <a:moveTo>
                  <a:pt x="505" y="1"/>
                </a:moveTo>
                <a:cubicBezTo>
                  <a:pt x="221" y="1"/>
                  <a:pt x="0" y="253"/>
                  <a:pt x="0" y="536"/>
                </a:cubicBezTo>
                <a:cubicBezTo>
                  <a:pt x="0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58" y="1040"/>
                  <a:pt x="2710" y="788"/>
                  <a:pt x="2710" y="536"/>
                </a:cubicBezTo>
                <a:cubicBezTo>
                  <a:pt x="2710" y="253"/>
                  <a:pt x="2521" y="1"/>
                  <a:pt x="22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9" name="Google Shape;5839;p31"/>
          <p:cNvSpPr/>
          <p:nvPr/>
        </p:nvSpPr>
        <p:spPr>
          <a:xfrm>
            <a:off x="860090" y="3691964"/>
            <a:ext cx="66152" cy="67153"/>
          </a:xfrm>
          <a:custGeom>
            <a:rect b="b" l="l" r="r" t="t"/>
            <a:pathLst>
              <a:path extrusionOk="0" h="2080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2080"/>
                </a:lnTo>
                <a:lnTo>
                  <a:pt x="2049" y="2080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0" name="Google Shape;5840;p31"/>
          <p:cNvSpPr/>
          <p:nvPr/>
        </p:nvSpPr>
        <p:spPr>
          <a:xfrm>
            <a:off x="946550" y="3691964"/>
            <a:ext cx="44779" cy="71221"/>
          </a:xfrm>
          <a:custGeom>
            <a:rect b="b" l="l" r="r" t="t"/>
            <a:pathLst>
              <a:path extrusionOk="0" h="2206" w="1387">
                <a:moveTo>
                  <a:pt x="1" y="0"/>
                </a:moveTo>
                <a:lnTo>
                  <a:pt x="1" y="2111"/>
                </a:lnTo>
                <a:lnTo>
                  <a:pt x="883" y="2111"/>
                </a:lnTo>
                <a:cubicBezTo>
                  <a:pt x="1072" y="2111"/>
                  <a:pt x="1261" y="2143"/>
                  <a:pt x="1387" y="2206"/>
                </a:cubicBezTo>
                <a:lnTo>
                  <a:pt x="1387" y="1040"/>
                </a:lnTo>
                <a:cubicBezTo>
                  <a:pt x="1387" y="473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1" name="Google Shape;5841;p31"/>
          <p:cNvSpPr/>
          <p:nvPr/>
        </p:nvSpPr>
        <p:spPr>
          <a:xfrm>
            <a:off x="723814" y="3781459"/>
            <a:ext cx="267514" cy="198391"/>
          </a:xfrm>
          <a:custGeom>
            <a:rect b="b" l="l" r="r" t="t"/>
            <a:pathLst>
              <a:path extrusionOk="0" h="6145" w="8286">
                <a:moveTo>
                  <a:pt x="0" y="1"/>
                </a:moveTo>
                <a:lnTo>
                  <a:pt x="0" y="6144"/>
                </a:lnTo>
                <a:lnTo>
                  <a:pt x="378" y="6144"/>
                </a:lnTo>
                <a:cubicBezTo>
                  <a:pt x="756" y="6144"/>
                  <a:pt x="1071" y="5892"/>
                  <a:pt x="1260" y="5577"/>
                </a:cubicBezTo>
                <a:lnTo>
                  <a:pt x="2016" y="5955"/>
                </a:lnTo>
                <a:cubicBezTo>
                  <a:pt x="2268" y="6050"/>
                  <a:pt x="2552" y="6144"/>
                  <a:pt x="2773" y="6144"/>
                </a:cubicBezTo>
                <a:lnTo>
                  <a:pt x="3497" y="6144"/>
                </a:lnTo>
                <a:lnTo>
                  <a:pt x="3497" y="3057"/>
                </a:lnTo>
                <a:cubicBezTo>
                  <a:pt x="3214" y="3309"/>
                  <a:pt x="2867" y="3435"/>
                  <a:pt x="2457" y="3435"/>
                </a:cubicBezTo>
                <a:cubicBezTo>
                  <a:pt x="2268" y="3435"/>
                  <a:pt x="2111" y="3277"/>
                  <a:pt x="2111" y="3057"/>
                </a:cubicBezTo>
                <a:cubicBezTo>
                  <a:pt x="2111" y="2868"/>
                  <a:pt x="2268" y="2710"/>
                  <a:pt x="2457" y="2710"/>
                </a:cubicBezTo>
                <a:cubicBezTo>
                  <a:pt x="3025" y="2710"/>
                  <a:pt x="3497" y="2238"/>
                  <a:pt x="3497" y="1702"/>
                </a:cubicBezTo>
                <a:lnTo>
                  <a:pt x="3497" y="1009"/>
                </a:lnTo>
                <a:lnTo>
                  <a:pt x="7782" y="1009"/>
                </a:lnTo>
                <a:cubicBezTo>
                  <a:pt x="8065" y="1009"/>
                  <a:pt x="8286" y="788"/>
                  <a:pt x="8286" y="505"/>
                </a:cubicBezTo>
                <a:cubicBezTo>
                  <a:pt x="8286" y="221"/>
                  <a:pt x="8065" y="1"/>
                  <a:pt x="7782" y="1"/>
                </a:cubicBezTo>
                <a:lnTo>
                  <a:pt x="3560" y="1"/>
                </a:lnTo>
                <a:cubicBezTo>
                  <a:pt x="3308" y="1"/>
                  <a:pt x="2899" y="158"/>
                  <a:pt x="2583" y="442"/>
                </a:cubicBezTo>
                <a:cubicBezTo>
                  <a:pt x="2426" y="599"/>
                  <a:pt x="2205" y="662"/>
                  <a:pt x="1985" y="662"/>
                </a:cubicBezTo>
                <a:lnTo>
                  <a:pt x="1323" y="662"/>
                </a:lnTo>
                <a:cubicBezTo>
                  <a:pt x="1166" y="284"/>
                  <a:pt x="788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2" name="Google Shape;5842;p31"/>
          <p:cNvSpPr/>
          <p:nvPr/>
        </p:nvSpPr>
        <p:spPr>
          <a:xfrm>
            <a:off x="859089" y="3835375"/>
            <a:ext cx="66120" cy="233969"/>
          </a:xfrm>
          <a:custGeom>
            <a:rect b="b" l="l" r="r" t="t"/>
            <a:pathLst>
              <a:path extrusionOk="0" h="7247" w="2048">
                <a:moveTo>
                  <a:pt x="0" y="1"/>
                </a:moveTo>
                <a:lnTo>
                  <a:pt x="0" y="64"/>
                </a:lnTo>
                <a:lnTo>
                  <a:pt x="0" y="5514"/>
                </a:lnTo>
                <a:cubicBezTo>
                  <a:pt x="0" y="6459"/>
                  <a:pt x="756" y="7247"/>
                  <a:pt x="1701" y="7247"/>
                </a:cubicBezTo>
                <a:lnTo>
                  <a:pt x="2048" y="7247"/>
                </a:lnTo>
                <a:lnTo>
                  <a:pt x="2048" y="5167"/>
                </a:lnTo>
                <a:lnTo>
                  <a:pt x="1891" y="5167"/>
                </a:lnTo>
                <a:cubicBezTo>
                  <a:pt x="1229" y="5167"/>
                  <a:pt x="725" y="4632"/>
                  <a:pt x="725" y="4002"/>
                </a:cubicBezTo>
                <a:cubicBezTo>
                  <a:pt x="725" y="3624"/>
                  <a:pt x="882" y="3372"/>
                  <a:pt x="1071" y="3120"/>
                </a:cubicBezTo>
                <a:cubicBezTo>
                  <a:pt x="819" y="2899"/>
                  <a:pt x="725" y="2615"/>
                  <a:pt x="725" y="2269"/>
                </a:cubicBezTo>
                <a:cubicBezTo>
                  <a:pt x="725" y="1922"/>
                  <a:pt x="882" y="1639"/>
                  <a:pt x="1071" y="1387"/>
                </a:cubicBezTo>
                <a:cubicBezTo>
                  <a:pt x="819" y="1166"/>
                  <a:pt x="725" y="883"/>
                  <a:pt x="725" y="536"/>
                </a:cubicBezTo>
                <a:cubicBezTo>
                  <a:pt x="725" y="316"/>
                  <a:pt x="756" y="190"/>
                  <a:pt x="8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3" name="Google Shape;5843;p31"/>
          <p:cNvSpPr/>
          <p:nvPr/>
        </p:nvSpPr>
        <p:spPr>
          <a:xfrm>
            <a:off x="947583" y="3999126"/>
            <a:ext cx="44779" cy="71253"/>
          </a:xfrm>
          <a:custGeom>
            <a:rect b="b" l="l" r="r" t="t"/>
            <a:pathLst>
              <a:path extrusionOk="0" h="2207" w="1387">
                <a:moveTo>
                  <a:pt x="1386" y="1"/>
                </a:moveTo>
                <a:cubicBezTo>
                  <a:pt x="1229" y="64"/>
                  <a:pt x="1071" y="95"/>
                  <a:pt x="882" y="95"/>
                </a:cubicBezTo>
                <a:lnTo>
                  <a:pt x="0" y="95"/>
                </a:lnTo>
                <a:lnTo>
                  <a:pt x="0" y="2206"/>
                </a:lnTo>
                <a:lnTo>
                  <a:pt x="378" y="2206"/>
                </a:lnTo>
                <a:cubicBezTo>
                  <a:pt x="914" y="2206"/>
                  <a:pt x="1386" y="1734"/>
                  <a:pt x="1386" y="1167"/>
                </a:cubicBez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4" name="Google Shape;5844;p31"/>
          <p:cNvSpPr/>
          <p:nvPr/>
        </p:nvSpPr>
        <p:spPr>
          <a:xfrm>
            <a:off x="3086729" y="2697119"/>
            <a:ext cx="133272" cy="44037"/>
          </a:xfrm>
          <a:custGeom>
            <a:rect b="b" l="l" r="r" t="t"/>
            <a:pathLst>
              <a:path extrusionOk="0" h="1364" w="4128">
                <a:moveTo>
                  <a:pt x="645" y="0"/>
                </a:moveTo>
                <a:cubicBezTo>
                  <a:pt x="263" y="0"/>
                  <a:pt x="0" y="296"/>
                  <a:pt x="0" y="670"/>
                </a:cubicBezTo>
                <a:lnTo>
                  <a:pt x="0" y="1016"/>
                </a:lnTo>
                <a:cubicBezTo>
                  <a:pt x="0" y="1205"/>
                  <a:pt x="158" y="1363"/>
                  <a:pt x="347" y="1363"/>
                </a:cubicBezTo>
                <a:lnTo>
                  <a:pt x="3781" y="1363"/>
                </a:lnTo>
                <a:cubicBezTo>
                  <a:pt x="3970" y="1363"/>
                  <a:pt x="4127" y="1205"/>
                  <a:pt x="4127" y="1016"/>
                </a:cubicBezTo>
                <a:lnTo>
                  <a:pt x="4127" y="670"/>
                </a:lnTo>
                <a:cubicBezTo>
                  <a:pt x="4127" y="260"/>
                  <a:pt x="3812" y="8"/>
                  <a:pt x="3466" y="8"/>
                </a:cubicBezTo>
                <a:lnTo>
                  <a:pt x="756" y="8"/>
                </a:lnTo>
                <a:cubicBezTo>
                  <a:pt x="718" y="3"/>
                  <a:pt x="681" y="0"/>
                  <a:pt x="6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5" name="Google Shape;5845;p31"/>
          <p:cNvSpPr/>
          <p:nvPr/>
        </p:nvSpPr>
        <p:spPr>
          <a:xfrm>
            <a:off x="3075527" y="2893672"/>
            <a:ext cx="21373" cy="23439"/>
          </a:xfrm>
          <a:custGeom>
            <a:rect b="b" l="l" r="r" t="t"/>
            <a:pathLst>
              <a:path extrusionOk="0" h="726" w="662">
                <a:moveTo>
                  <a:pt x="1" y="1"/>
                </a:moveTo>
                <a:lnTo>
                  <a:pt x="1" y="725"/>
                </a:lnTo>
                <a:lnTo>
                  <a:pt x="662" y="725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6" name="Google Shape;5846;p31"/>
          <p:cNvSpPr/>
          <p:nvPr/>
        </p:nvSpPr>
        <p:spPr>
          <a:xfrm>
            <a:off x="3075527" y="2806211"/>
            <a:ext cx="21373" cy="21373"/>
          </a:xfrm>
          <a:custGeom>
            <a:rect b="b" l="l" r="r" t="t"/>
            <a:pathLst>
              <a:path extrusionOk="0" h="662" w="662">
                <a:moveTo>
                  <a:pt x="1" y="0"/>
                </a:moveTo>
                <a:lnTo>
                  <a:pt x="1" y="662"/>
                </a:lnTo>
                <a:lnTo>
                  <a:pt x="662" y="662"/>
                </a:lnTo>
                <a:lnTo>
                  <a:pt x="6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7" name="Google Shape;5847;p31"/>
          <p:cNvSpPr/>
          <p:nvPr/>
        </p:nvSpPr>
        <p:spPr>
          <a:xfrm>
            <a:off x="3075527" y="2984199"/>
            <a:ext cx="21373" cy="21405"/>
          </a:xfrm>
          <a:custGeom>
            <a:rect b="b" l="l" r="r" t="t"/>
            <a:pathLst>
              <a:path extrusionOk="0" h="663" w="662">
                <a:moveTo>
                  <a:pt x="1" y="1"/>
                </a:moveTo>
                <a:lnTo>
                  <a:pt x="1" y="662"/>
                </a:lnTo>
                <a:lnTo>
                  <a:pt x="662" y="662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8" name="Google Shape;5848;p31"/>
          <p:cNvSpPr/>
          <p:nvPr/>
        </p:nvSpPr>
        <p:spPr>
          <a:xfrm>
            <a:off x="3008405" y="2718717"/>
            <a:ext cx="287853" cy="355038"/>
          </a:xfrm>
          <a:custGeom>
            <a:rect b="b" l="l" r="r" t="t"/>
            <a:pathLst>
              <a:path extrusionOk="0" h="10997" w="8916">
                <a:moveTo>
                  <a:pt x="7183" y="2049"/>
                </a:moveTo>
                <a:cubicBezTo>
                  <a:pt x="7404" y="2049"/>
                  <a:pt x="7561" y="2206"/>
                  <a:pt x="7561" y="2395"/>
                </a:cubicBezTo>
                <a:cubicBezTo>
                  <a:pt x="7561" y="2584"/>
                  <a:pt x="7404" y="2742"/>
                  <a:pt x="7183" y="2742"/>
                </a:cubicBezTo>
                <a:lnTo>
                  <a:pt x="4474" y="2742"/>
                </a:lnTo>
                <a:cubicBezTo>
                  <a:pt x="4285" y="2742"/>
                  <a:pt x="4127" y="2584"/>
                  <a:pt x="4127" y="2395"/>
                </a:cubicBezTo>
                <a:cubicBezTo>
                  <a:pt x="4127" y="2206"/>
                  <a:pt x="4285" y="2049"/>
                  <a:pt x="4474" y="2049"/>
                </a:cubicBezTo>
                <a:close/>
                <a:moveTo>
                  <a:pt x="3151" y="2017"/>
                </a:moveTo>
                <a:cubicBezTo>
                  <a:pt x="3340" y="2017"/>
                  <a:pt x="3497" y="2175"/>
                  <a:pt x="3497" y="2364"/>
                </a:cubicBezTo>
                <a:lnTo>
                  <a:pt x="3497" y="3750"/>
                </a:lnTo>
                <a:cubicBezTo>
                  <a:pt x="3497" y="3939"/>
                  <a:pt x="3340" y="4097"/>
                  <a:pt x="3151" y="4097"/>
                </a:cubicBezTo>
                <a:lnTo>
                  <a:pt x="1764" y="4097"/>
                </a:lnTo>
                <a:cubicBezTo>
                  <a:pt x="1575" y="4097"/>
                  <a:pt x="1418" y="3939"/>
                  <a:pt x="1418" y="3750"/>
                </a:cubicBezTo>
                <a:lnTo>
                  <a:pt x="1418" y="2364"/>
                </a:lnTo>
                <a:cubicBezTo>
                  <a:pt x="1418" y="2175"/>
                  <a:pt x="1575" y="2017"/>
                  <a:pt x="1764" y="2017"/>
                </a:cubicBezTo>
                <a:close/>
                <a:moveTo>
                  <a:pt x="5860" y="3372"/>
                </a:moveTo>
                <a:cubicBezTo>
                  <a:pt x="6049" y="3372"/>
                  <a:pt x="6207" y="3529"/>
                  <a:pt x="6207" y="3750"/>
                </a:cubicBezTo>
                <a:cubicBezTo>
                  <a:pt x="6207" y="3939"/>
                  <a:pt x="6049" y="4097"/>
                  <a:pt x="5860" y="4097"/>
                </a:cubicBezTo>
                <a:lnTo>
                  <a:pt x="4474" y="4097"/>
                </a:lnTo>
                <a:cubicBezTo>
                  <a:pt x="4285" y="4097"/>
                  <a:pt x="4127" y="3939"/>
                  <a:pt x="4127" y="3750"/>
                </a:cubicBezTo>
                <a:cubicBezTo>
                  <a:pt x="4127" y="3529"/>
                  <a:pt x="4285" y="3372"/>
                  <a:pt x="4474" y="3372"/>
                </a:cubicBezTo>
                <a:close/>
                <a:moveTo>
                  <a:pt x="7183" y="4758"/>
                </a:moveTo>
                <a:cubicBezTo>
                  <a:pt x="7404" y="4758"/>
                  <a:pt x="7561" y="4916"/>
                  <a:pt x="7561" y="5105"/>
                </a:cubicBezTo>
                <a:cubicBezTo>
                  <a:pt x="7561" y="5325"/>
                  <a:pt x="7404" y="5483"/>
                  <a:pt x="7183" y="5483"/>
                </a:cubicBezTo>
                <a:lnTo>
                  <a:pt x="4474" y="5483"/>
                </a:lnTo>
                <a:cubicBezTo>
                  <a:pt x="4285" y="5483"/>
                  <a:pt x="4127" y="5325"/>
                  <a:pt x="4127" y="5105"/>
                </a:cubicBezTo>
                <a:cubicBezTo>
                  <a:pt x="4127" y="4916"/>
                  <a:pt x="4285" y="4758"/>
                  <a:pt x="4474" y="4758"/>
                </a:cubicBezTo>
                <a:close/>
                <a:moveTo>
                  <a:pt x="3151" y="4758"/>
                </a:moveTo>
                <a:cubicBezTo>
                  <a:pt x="3340" y="4758"/>
                  <a:pt x="3497" y="4916"/>
                  <a:pt x="3497" y="5105"/>
                </a:cubicBezTo>
                <a:lnTo>
                  <a:pt x="3497" y="6491"/>
                </a:lnTo>
                <a:cubicBezTo>
                  <a:pt x="3497" y="6680"/>
                  <a:pt x="3340" y="6837"/>
                  <a:pt x="3151" y="6837"/>
                </a:cubicBezTo>
                <a:lnTo>
                  <a:pt x="1764" y="6837"/>
                </a:lnTo>
                <a:cubicBezTo>
                  <a:pt x="1575" y="6837"/>
                  <a:pt x="1418" y="6680"/>
                  <a:pt x="1418" y="6491"/>
                </a:cubicBezTo>
                <a:lnTo>
                  <a:pt x="1418" y="5105"/>
                </a:lnTo>
                <a:cubicBezTo>
                  <a:pt x="1418" y="4916"/>
                  <a:pt x="1575" y="4758"/>
                  <a:pt x="1764" y="4758"/>
                </a:cubicBezTo>
                <a:close/>
                <a:moveTo>
                  <a:pt x="5860" y="6144"/>
                </a:moveTo>
                <a:cubicBezTo>
                  <a:pt x="6049" y="6144"/>
                  <a:pt x="6207" y="6302"/>
                  <a:pt x="6207" y="6491"/>
                </a:cubicBezTo>
                <a:cubicBezTo>
                  <a:pt x="6207" y="6680"/>
                  <a:pt x="6049" y="6837"/>
                  <a:pt x="5860" y="6837"/>
                </a:cubicBezTo>
                <a:lnTo>
                  <a:pt x="4474" y="6837"/>
                </a:lnTo>
                <a:cubicBezTo>
                  <a:pt x="4285" y="6837"/>
                  <a:pt x="4127" y="6680"/>
                  <a:pt x="4127" y="6491"/>
                </a:cubicBezTo>
                <a:cubicBezTo>
                  <a:pt x="4127" y="6302"/>
                  <a:pt x="4285" y="6144"/>
                  <a:pt x="4474" y="6144"/>
                </a:cubicBezTo>
                <a:close/>
                <a:moveTo>
                  <a:pt x="7183" y="7562"/>
                </a:moveTo>
                <a:cubicBezTo>
                  <a:pt x="7404" y="7562"/>
                  <a:pt x="7561" y="7720"/>
                  <a:pt x="7561" y="7909"/>
                </a:cubicBezTo>
                <a:cubicBezTo>
                  <a:pt x="7561" y="8098"/>
                  <a:pt x="7404" y="8255"/>
                  <a:pt x="7183" y="8255"/>
                </a:cubicBezTo>
                <a:lnTo>
                  <a:pt x="4474" y="8255"/>
                </a:lnTo>
                <a:cubicBezTo>
                  <a:pt x="4285" y="8255"/>
                  <a:pt x="4127" y="8098"/>
                  <a:pt x="4127" y="7909"/>
                </a:cubicBezTo>
                <a:cubicBezTo>
                  <a:pt x="4127" y="7720"/>
                  <a:pt x="4285" y="7562"/>
                  <a:pt x="4474" y="7562"/>
                </a:cubicBezTo>
                <a:close/>
                <a:moveTo>
                  <a:pt x="3151" y="7531"/>
                </a:moveTo>
                <a:cubicBezTo>
                  <a:pt x="3340" y="7531"/>
                  <a:pt x="3497" y="7657"/>
                  <a:pt x="3497" y="7877"/>
                </a:cubicBezTo>
                <a:lnTo>
                  <a:pt x="3497" y="9232"/>
                </a:lnTo>
                <a:cubicBezTo>
                  <a:pt x="3497" y="9452"/>
                  <a:pt x="3340" y="9610"/>
                  <a:pt x="3151" y="9610"/>
                </a:cubicBezTo>
                <a:lnTo>
                  <a:pt x="1764" y="9610"/>
                </a:lnTo>
                <a:cubicBezTo>
                  <a:pt x="1575" y="9610"/>
                  <a:pt x="1418" y="9452"/>
                  <a:pt x="1418" y="9232"/>
                </a:cubicBezTo>
                <a:lnTo>
                  <a:pt x="1418" y="7877"/>
                </a:lnTo>
                <a:cubicBezTo>
                  <a:pt x="1418" y="7657"/>
                  <a:pt x="1575" y="7531"/>
                  <a:pt x="1764" y="7531"/>
                </a:cubicBezTo>
                <a:close/>
                <a:moveTo>
                  <a:pt x="5860" y="8885"/>
                </a:moveTo>
                <a:cubicBezTo>
                  <a:pt x="6049" y="8885"/>
                  <a:pt x="6207" y="9043"/>
                  <a:pt x="6207" y="9232"/>
                </a:cubicBezTo>
                <a:cubicBezTo>
                  <a:pt x="6207" y="9452"/>
                  <a:pt x="6049" y="9610"/>
                  <a:pt x="5860" y="9610"/>
                </a:cubicBezTo>
                <a:lnTo>
                  <a:pt x="4474" y="9610"/>
                </a:lnTo>
                <a:cubicBezTo>
                  <a:pt x="4285" y="9610"/>
                  <a:pt x="4127" y="9452"/>
                  <a:pt x="4127" y="9232"/>
                </a:cubicBezTo>
                <a:cubicBezTo>
                  <a:pt x="4127" y="9043"/>
                  <a:pt x="4285" y="8885"/>
                  <a:pt x="4474" y="8885"/>
                </a:cubicBezTo>
                <a:close/>
                <a:moveTo>
                  <a:pt x="1040" y="1"/>
                </a:moveTo>
                <a:cubicBezTo>
                  <a:pt x="504" y="1"/>
                  <a:pt x="0" y="473"/>
                  <a:pt x="0" y="1009"/>
                </a:cubicBezTo>
                <a:lnTo>
                  <a:pt x="0" y="9956"/>
                </a:lnTo>
                <a:cubicBezTo>
                  <a:pt x="32" y="10524"/>
                  <a:pt x="504" y="10996"/>
                  <a:pt x="1040" y="10996"/>
                </a:cubicBezTo>
                <a:lnTo>
                  <a:pt x="7908" y="10996"/>
                </a:lnTo>
                <a:cubicBezTo>
                  <a:pt x="8444" y="10996"/>
                  <a:pt x="8916" y="10524"/>
                  <a:pt x="8916" y="9956"/>
                </a:cubicBezTo>
                <a:lnTo>
                  <a:pt x="8916" y="1009"/>
                </a:lnTo>
                <a:cubicBezTo>
                  <a:pt x="8916" y="473"/>
                  <a:pt x="8444" y="1"/>
                  <a:pt x="7908" y="1"/>
                </a:cubicBezTo>
                <a:lnTo>
                  <a:pt x="7183" y="1"/>
                </a:lnTo>
                <a:lnTo>
                  <a:pt x="7183" y="347"/>
                </a:lnTo>
                <a:cubicBezTo>
                  <a:pt x="7183" y="915"/>
                  <a:pt x="6711" y="1387"/>
                  <a:pt x="6175" y="1387"/>
                </a:cubicBezTo>
                <a:lnTo>
                  <a:pt x="2741" y="1387"/>
                </a:lnTo>
                <a:cubicBezTo>
                  <a:pt x="2206" y="1387"/>
                  <a:pt x="1733" y="915"/>
                  <a:pt x="1733" y="347"/>
                </a:cubicBezTo>
                <a:lnTo>
                  <a:pt x="173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9" name="Google Shape;5849;p31"/>
          <p:cNvSpPr/>
          <p:nvPr/>
        </p:nvSpPr>
        <p:spPr>
          <a:xfrm>
            <a:off x="3319636" y="2827551"/>
            <a:ext cx="66152" cy="134306"/>
          </a:xfrm>
          <a:custGeom>
            <a:rect b="b" l="l" r="r" t="t"/>
            <a:pathLst>
              <a:path extrusionOk="0" h="4160" w="2049">
                <a:moveTo>
                  <a:pt x="1" y="1"/>
                </a:moveTo>
                <a:lnTo>
                  <a:pt x="1" y="4160"/>
                </a:lnTo>
                <a:lnTo>
                  <a:pt x="2049" y="4160"/>
                </a:lnTo>
                <a:lnTo>
                  <a:pt x="204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0" name="Google Shape;5850;p31"/>
          <p:cNvSpPr/>
          <p:nvPr/>
        </p:nvSpPr>
        <p:spPr>
          <a:xfrm>
            <a:off x="3319636" y="2740091"/>
            <a:ext cx="66152" cy="66152"/>
          </a:xfrm>
          <a:custGeom>
            <a:rect b="b" l="l" r="r" t="t"/>
            <a:pathLst>
              <a:path extrusionOk="0" h="2049" w="2049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2048"/>
                </a:lnTo>
                <a:lnTo>
                  <a:pt x="2049" y="2048"/>
                </a:lnTo>
                <a:lnTo>
                  <a:pt x="2049" y="1040"/>
                </a:lnTo>
                <a:cubicBezTo>
                  <a:pt x="2049" y="473"/>
                  <a:pt x="157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1" name="Google Shape;5851;p31"/>
          <p:cNvSpPr/>
          <p:nvPr/>
        </p:nvSpPr>
        <p:spPr>
          <a:xfrm>
            <a:off x="3321670" y="2984199"/>
            <a:ext cx="60050" cy="66152"/>
          </a:xfrm>
          <a:custGeom>
            <a:rect b="b" l="l" r="r" t="t"/>
            <a:pathLst>
              <a:path extrusionOk="0" h="2049" w="1860">
                <a:moveTo>
                  <a:pt x="1" y="1"/>
                </a:moveTo>
                <a:lnTo>
                  <a:pt x="599" y="1796"/>
                </a:lnTo>
                <a:cubicBezTo>
                  <a:pt x="694" y="1985"/>
                  <a:pt x="788" y="2048"/>
                  <a:pt x="946" y="2048"/>
                </a:cubicBezTo>
                <a:cubicBezTo>
                  <a:pt x="1103" y="2048"/>
                  <a:pt x="1229" y="1985"/>
                  <a:pt x="1261" y="1796"/>
                </a:cubicBezTo>
                <a:lnTo>
                  <a:pt x="18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2" name="Google Shape;5852;p31"/>
          <p:cNvSpPr/>
          <p:nvPr/>
        </p:nvSpPr>
        <p:spPr>
          <a:xfrm>
            <a:off x="3114704" y="3447069"/>
            <a:ext cx="10202" cy="16304"/>
          </a:xfrm>
          <a:custGeom>
            <a:rect b="b" l="l" r="r" t="t"/>
            <a:pathLst>
              <a:path extrusionOk="0" h="505" w="316">
                <a:moveTo>
                  <a:pt x="158" y="1"/>
                </a:moveTo>
                <a:lnTo>
                  <a:pt x="0" y="505"/>
                </a:lnTo>
                <a:lnTo>
                  <a:pt x="315" y="505"/>
                </a:lnTo>
                <a:lnTo>
                  <a:pt x="1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3" name="Google Shape;5853;p31"/>
          <p:cNvSpPr/>
          <p:nvPr/>
        </p:nvSpPr>
        <p:spPr>
          <a:xfrm>
            <a:off x="3008906" y="3351472"/>
            <a:ext cx="221766" cy="223348"/>
          </a:xfrm>
          <a:custGeom>
            <a:rect b="b" l="l" r="r" t="t"/>
            <a:pathLst>
              <a:path extrusionOk="0" h="6918" w="6869">
                <a:moveTo>
                  <a:pt x="3427" y="1449"/>
                </a:moveTo>
                <a:cubicBezTo>
                  <a:pt x="3569" y="1449"/>
                  <a:pt x="3718" y="1512"/>
                  <a:pt x="3781" y="1638"/>
                </a:cubicBezTo>
                <a:lnTo>
                  <a:pt x="4317" y="3466"/>
                </a:lnTo>
                <a:lnTo>
                  <a:pt x="4474" y="3466"/>
                </a:lnTo>
                <a:cubicBezTo>
                  <a:pt x="4695" y="3466"/>
                  <a:pt x="4852" y="3623"/>
                  <a:pt x="4852" y="3812"/>
                </a:cubicBezTo>
                <a:cubicBezTo>
                  <a:pt x="4852" y="3970"/>
                  <a:pt x="4726" y="4127"/>
                  <a:pt x="4537" y="4127"/>
                </a:cubicBezTo>
                <a:lnTo>
                  <a:pt x="4789" y="5072"/>
                </a:lnTo>
                <a:cubicBezTo>
                  <a:pt x="4852" y="5262"/>
                  <a:pt x="4758" y="5419"/>
                  <a:pt x="4569" y="5514"/>
                </a:cubicBezTo>
                <a:cubicBezTo>
                  <a:pt x="4545" y="5518"/>
                  <a:pt x="4521" y="5520"/>
                  <a:pt x="4498" y="5520"/>
                </a:cubicBezTo>
                <a:cubicBezTo>
                  <a:pt x="4341" y="5520"/>
                  <a:pt x="4210" y="5427"/>
                  <a:pt x="4128" y="5262"/>
                </a:cubicBezTo>
                <a:lnTo>
                  <a:pt x="3781" y="4127"/>
                </a:lnTo>
                <a:lnTo>
                  <a:pt x="3057" y="4127"/>
                </a:lnTo>
                <a:lnTo>
                  <a:pt x="2710" y="5262"/>
                </a:lnTo>
                <a:cubicBezTo>
                  <a:pt x="2683" y="5427"/>
                  <a:pt x="2535" y="5520"/>
                  <a:pt x="2351" y="5520"/>
                </a:cubicBezTo>
                <a:cubicBezTo>
                  <a:pt x="2325" y="5520"/>
                  <a:pt x="2297" y="5518"/>
                  <a:pt x="2269" y="5514"/>
                </a:cubicBezTo>
                <a:cubicBezTo>
                  <a:pt x="2080" y="5451"/>
                  <a:pt x="2017" y="5262"/>
                  <a:pt x="2049" y="5072"/>
                </a:cubicBezTo>
                <a:lnTo>
                  <a:pt x="2332" y="4127"/>
                </a:lnTo>
                <a:cubicBezTo>
                  <a:pt x="2175" y="4096"/>
                  <a:pt x="2017" y="3970"/>
                  <a:pt x="2017" y="3812"/>
                </a:cubicBezTo>
                <a:cubicBezTo>
                  <a:pt x="2049" y="3623"/>
                  <a:pt x="2206" y="3466"/>
                  <a:pt x="2395" y="3466"/>
                </a:cubicBezTo>
                <a:lnTo>
                  <a:pt x="2553" y="3466"/>
                </a:lnTo>
                <a:lnTo>
                  <a:pt x="3120" y="1638"/>
                </a:lnTo>
                <a:cubicBezTo>
                  <a:pt x="3151" y="1512"/>
                  <a:pt x="3285" y="1449"/>
                  <a:pt x="3427" y="1449"/>
                </a:cubicBezTo>
                <a:close/>
                <a:moveTo>
                  <a:pt x="3435" y="0"/>
                </a:moveTo>
                <a:cubicBezTo>
                  <a:pt x="1544" y="0"/>
                  <a:pt x="1" y="1544"/>
                  <a:pt x="1" y="3434"/>
                </a:cubicBezTo>
                <a:cubicBezTo>
                  <a:pt x="1" y="5356"/>
                  <a:pt x="1544" y="6900"/>
                  <a:pt x="3435" y="6900"/>
                </a:cubicBezTo>
                <a:cubicBezTo>
                  <a:pt x="4065" y="6900"/>
                  <a:pt x="4632" y="6742"/>
                  <a:pt x="5168" y="6427"/>
                </a:cubicBezTo>
                <a:lnTo>
                  <a:pt x="6365" y="6900"/>
                </a:lnTo>
                <a:cubicBezTo>
                  <a:pt x="6407" y="6910"/>
                  <a:pt x="6449" y="6917"/>
                  <a:pt x="6491" y="6917"/>
                </a:cubicBezTo>
                <a:cubicBezTo>
                  <a:pt x="6575" y="6917"/>
                  <a:pt x="6659" y="6889"/>
                  <a:pt x="6743" y="6805"/>
                </a:cubicBezTo>
                <a:cubicBezTo>
                  <a:pt x="6806" y="6742"/>
                  <a:pt x="6869" y="6616"/>
                  <a:pt x="6869" y="6459"/>
                </a:cubicBezTo>
                <a:lnTo>
                  <a:pt x="6491" y="5009"/>
                </a:lnTo>
                <a:cubicBezTo>
                  <a:pt x="6743" y="4537"/>
                  <a:pt x="6869" y="4001"/>
                  <a:pt x="6869" y="3466"/>
                </a:cubicBezTo>
                <a:cubicBezTo>
                  <a:pt x="6869" y="3119"/>
                  <a:pt x="6774" y="2804"/>
                  <a:pt x="6711" y="2489"/>
                </a:cubicBezTo>
                <a:cubicBezTo>
                  <a:pt x="6617" y="2426"/>
                  <a:pt x="6491" y="2395"/>
                  <a:pt x="6428" y="2363"/>
                </a:cubicBezTo>
                <a:lnTo>
                  <a:pt x="5514" y="2710"/>
                </a:lnTo>
                <a:cubicBezTo>
                  <a:pt x="5389" y="2755"/>
                  <a:pt x="5256" y="2780"/>
                  <a:pt x="5125" y="2780"/>
                </a:cubicBezTo>
                <a:cubicBezTo>
                  <a:pt x="4892" y="2780"/>
                  <a:pt x="4667" y="2702"/>
                  <a:pt x="4506" y="2521"/>
                </a:cubicBezTo>
                <a:cubicBezTo>
                  <a:pt x="4222" y="2269"/>
                  <a:pt x="4096" y="1891"/>
                  <a:pt x="4159" y="1481"/>
                </a:cubicBezTo>
                <a:lnTo>
                  <a:pt x="4443" y="221"/>
                </a:lnTo>
                <a:cubicBezTo>
                  <a:pt x="4443" y="189"/>
                  <a:pt x="4443" y="189"/>
                  <a:pt x="4411" y="158"/>
                </a:cubicBezTo>
                <a:cubicBezTo>
                  <a:pt x="4096" y="63"/>
                  <a:pt x="3781" y="0"/>
                  <a:pt x="34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4" name="Google Shape;5854;p31"/>
          <p:cNvSpPr/>
          <p:nvPr/>
        </p:nvSpPr>
        <p:spPr>
          <a:xfrm>
            <a:off x="3264218" y="3286353"/>
            <a:ext cx="20372" cy="33609"/>
          </a:xfrm>
          <a:custGeom>
            <a:rect b="b" l="l" r="r" t="t"/>
            <a:pathLst>
              <a:path extrusionOk="0" h="1041" w="631">
                <a:moveTo>
                  <a:pt x="0" y="1"/>
                </a:moveTo>
                <a:cubicBezTo>
                  <a:pt x="32" y="410"/>
                  <a:pt x="126" y="694"/>
                  <a:pt x="315" y="1041"/>
                </a:cubicBezTo>
                <a:cubicBezTo>
                  <a:pt x="473" y="694"/>
                  <a:pt x="599" y="347"/>
                  <a:pt x="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5" name="Google Shape;5855;p31"/>
          <p:cNvSpPr/>
          <p:nvPr/>
        </p:nvSpPr>
        <p:spPr>
          <a:xfrm>
            <a:off x="3162487" y="3197859"/>
            <a:ext cx="222799" cy="222637"/>
          </a:xfrm>
          <a:custGeom>
            <a:rect b="b" l="l" r="r" t="t"/>
            <a:pathLst>
              <a:path extrusionOk="0" h="6896" w="6901">
                <a:moveTo>
                  <a:pt x="3435" y="1356"/>
                </a:moveTo>
                <a:cubicBezTo>
                  <a:pt x="3624" y="1356"/>
                  <a:pt x="3782" y="1513"/>
                  <a:pt x="3782" y="1734"/>
                </a:cubicBezTo>
                <a:lnTo>
                  <a:pt x="3782" y="2080"/>
                </a:lnTo>
                <a:lnTo>
                  <a:pt x="4821" y="2080"/>
                </a:lnTo>
                <a:cubicBezTo>
                  <a:pt x="5010" y="2080"/>
                  <a:pt x="5168" y="2238"/>
                  <a:pt x="5168" y="2427"/>
                </a:cubicBezTo>
                <a:cubicBezTo>
                  <a:pt x="5168" y="2616"/>
                  <a:pt x="5010" y="2742"/>
                  <a:pt x="4821" y="2742"/>
                </a:cubicBezTo>
                <a:lnTo>
                  <a:pt x="4412" y="2742"/>
                </a:lnTo>
                <a:cubicBezTo>
                  <a:pt x="4380" y="3341"/>
                  <a:pt x="4191" y="3876"/>
                  <a:pt x="3876" y="4412"/>
                </a:cubicBezTo>
                <a:cubicBezTo>
                  <a:pt x="3908" y="4443"/>
                  <a:pt x="3908" y="4475"/>
                  <a:pt x="3939" y="4506"/>
                </a:cubicBezTo>
                <a:lnTo>
                  <a:pt x="4349" y="4916"/>
                </a:lnTo>
                <a:cubicBezTo>
                  <a:pt x="4443" y="5042"/>
                  <a:pt x="4443" y="5262"/>
                  <a:pt x="4349" y="5388"/>
                </a:cubicBezTo>
                <a:cubicBezTo>
                  <a:pt x="4286" y="5451"/>
                  <a:pt x="4191" y="5483"/>
                  <a:pt x="4101" y="5483"/>
                </a:cubicBezTo>
                <a:cubicBezTo>
                  <a:pt x="4010" y="5483"/>
                  <a:pt x="3923" y="5451"/>
                  <a:pt x="3876" y="5388"/>
                </a:cubicBezTo>
                <a:lnTo>
                  <a:pt x="3466" y="4979"/>
                </a:lnTo>
                <a:lnTo>
                  <a:pt x="3435" y="4947"/>
                </a:lnTo>
                <a:lnTo>
                  <a:pt x="3403" y="4979"/>
                </a:lnTo>
                <a:lnTo>
                  <a:pt x="2994" y="5388"/>
                </a:lnTo>
                <a:cubicBezTo>
                  <a:pt x="2931" y="5451"/>
                  <a:pt x="2844" y="5483"/>
                  <a:pt x="2758" y="5483"/>
                </a:cubicBezTo>
                <a:cubicBezTo>
                  <a:pt x="2671" y="5483"/>
                  <a:pt x="2584" y="5451"/>
                  <a:pt x="2521" y="5388"/>
                </a:cubicBezTo>
                <a:cubicBezTo>
                  <a:pt x="2395" y="5262"/>
                  <a:pt x="2395" y="5042"/>
                  <a:pt x="2521" y="4916"/>
                </a:cubicBezTo>
                <a:lnTo>
                  <a:pt x="2931" y="4506"/>
                </a:lnTo>
                <a:cubicBezTo>
                  <a:pt x="2962" y="4475"/>
                  <a:pt x="2962" y="4443"/>
                  <a:pt x="2994" y="4412"/>
                </a:cubicBezTo>
                <a:cubicBezTo>
                  <a:pt x="2679" y="3939"/>
                  <a:pt x="2490" y="3341"/>
                  <a:pt x="2458" y="2742"/>
                </a:cubicBezTo>
                <a:lnTo>
                  <a:pt x="2049" y="2742"/>
                </a:lnTo>
                <a:cubicBezTo>
                  <a:pt x="1860" y="2742"/>
                  <a:pt x="1702" y="2584"/>
                  <a:pt x="1702" y="2395"/>
                </a:cubicBezTo>
                <a:cubicBezTo>
                  <a:pt x="1702" y="2206"/>
                  <a:pt x="1860" y="2049"/>
                  <a:pt x="2049" y="2049"/>
                </a:cubicBezTo>
                <a:lnTo>
                  <a:pt x="3088" y="2049"/>
                </a:lnTo>
                <a:lnTo>
                  <a:pt x="3088" y="1734"/>
                </a:lnTo>
                <a:cubicBezTo>
                  <a:pt x="3088" y="1513"/>
                  <a:pt x="3246" y="1356"/>
                  <a:pt x="3435" y="1356"/>
                </a:cubicBezTo>
                <a:close/>
                <a:moveTo>
                  <a:pt x="3466" y="1"/>
                </a:moveTo>
                <a:cubicBezTo>
                  <a:pt x="1576" y="1"/>
                  <a:pt x="32" y="1576"/>
                  <a:pt x="32" y="3467"/>
                </a:cubicBezTo>
                <a:cubicBezTo>
                  <a:pt x="32" y="3971"/>
                  <a:pt x="158" y="4506"/>
                  <a:pt x="411" y="4979"/>
                </a:cubicBezTo>
                <a:lnTo>
                  <a:pt x="32" y="6459"/>
                </a:lnTo>
                <a:cubicBezTo>
                  <a:pt x="1" y="6554"/>
                  <a:pt x="32" y="6680"/>
                  <a:pt x="158" y="6806"/>
                </a:cubicBezTo>
                <a:cubicBezTo>
                  <a:pt x="225" y="6851"/>
                  <a:pt x="324" y="6895"/>
                  <a:pt x="420" y="6895"/>
                </a:cubicBezTo>
                <a:cubicBezTo>
                  <a:pt x="460" y="6895"/>
                  <a:pt x="500" y="6887"/>
                  <a:pt x="537" y="6869"/>
                </a:cubicBezTo>
                <a:lnTo>
                  <a:pt x="1734" y="6396"/>
                </a:lnTo>
                <a:cubicBezTo>
                  <a:pt x="2269" y="6712"/>
                  <a:pt x="2899" y="6869"/>
                  <a:pt x="3466" y="6869"/>
                </a:cubicBezTo>
                <a:cubicBezTo>
                  <a:pt x="5357" y="6869"/>
                  <a:pt x="6901" y="5357"/>
                  <a:pt x="6901" y="3435"/>
                </a:cubicBezTo>
                <a:cubicBezTo>
                  <a:pt x="6901" y="1576"/>
                  <a:pt x="5325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6" name="Google Shape;5856;p31"/>
          <p:cNvSpPr/>
          <p:nvPr/>
        </p:nvSpPr>
        <p:spPr>
          <a:xfrm>
            <a:off x="2146227" y="1502502"/>
            <a:ext cx="108865" cy="44779"/>
          </a:xfrm>
          <a:custGeom>
            <a:rect b="b" l="l" r="r" t="t"/>
            <a:pathLst>
              <a:path extrusionOk="0" h="1387" w="3372">
                <a:moveTo>
                  <a:pt x="1670" y="1"/>
                </a:moveTo>
                <a:cubicBezTo>
                  <a:pt x="883" y="1"/>
                  <a:pt x="158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489" y="1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7" name="Google Shape;5857;p31"/>
          <p:cNvSpPr/>
          <p:nvPr/>
        </p:nvSpPr>
        <p:spPr>
          <a:xfrm>
            <a:off x="2232687" y="1449619"/>
            <a:ext cx="89526" cy="97662"/>
          </a:xfrm>
          <a:custGeom>
            <a:rect b="b" l="l" r="r" t="t"/>
            <a:pathLst>
              <a:path extrusionOk="0" h="3025" w="2773">
                <a:moveTo>
                  <a:pt x="2111" y="0"/>
                </a:moveTo>
                <a:lnTo>
                  <a:pt x="1387" y="221"/>
                </a:lnTo>
                <a:cubicBezTo>
                  <a:pt x="1298" y="265"/>
                  <a:pt x="1179" y="290"/>
                  <a:pt x="1049" y="290"/>
                </a:cubicBezTo>
                <a:cubicBezTo>
                  <a:pt x="808" y="290"/>
                  <a:pt x="531" y="205"/>
                  <a:pt x="347" y="0"/>
                </a:cubicBezTo>
                <a:lnTo>
                  <a:pt x="347" y="0"/>
                </a:lnTo>
                <a:cubicBezTo>
                  <a:pt x="378" y="63"/>
                  <a:pt x="378" y="189"/>
                  <a:pt x="378" y="315"/>
                </a:cubicBezTo>
                <a:cubicBezTo>
                  <a:pt x="378" y="662"/>
                  <a:pt x="221" y="977"/>
                  <a:pt x="0" y="1229"/>
                </a:cubicBezTo>
                <a:cubicBezTo>
                  <a:pt x="725" y="1575"/>
                  <a:pt x="1229" y="2237"/>
                  <a:pt x="1355" y="3025"/>
                </a:cubicBezTo>
                <a:lnTo>
                  <a:pt x="2773" y="3025"/>
                </a:lnTo>
                <a:lnTo>
                  <a:pt x="2773" y="221"/>
                </a:lnTo>
                <a:cubicBezTo>
                  <a:pt x="2521" y="189"/>
                  <a:pt x="2300" y="126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8" name="Google Shape;5858;p31"/>
          <p:cNvSpPr/>
          <p:nvPr/>
        </p:nvSpPr>
        <p:spPr>
          <a:xfrm>
            <a:off x="2082140" y="1326548"/>
            <a:ext cx="162781" cy="220733"/>
          </a:xfrm>
          <a:custGeom>
            <a:rect b="b" l="l" r="r" t="t"/>
            <a:pathLst>
              <a:path extrusionOk="0" h="6837" w="5042">
                <a:moveTo>
                  <a:pt x="1" y="0"/>
                </a:moveTo>
                <a:lnTo>
                  <a:pt x="1" y="6837"/>
                </a:lnTo>
                <a:lnTo>
                  <a:pt x="1418" y="6837"/>
                </a:lnTo>
                <a:cubicBezTo>
                  <a:pt x="1450" y="6018"/>
                  <a:pt x="1954" y="5356"/>
                  <a:pt x="2679" y="4978"/>
                </a:cubicBezTo>
                <a:cubicBezTo>
                  <a:pt x="2427" y="4757"/>
                  <a:pt x="2301" y="4442"/>
                  <a:pt x="2301" y="4064"/>
                </a:cubicBezTo>
                <a:cubicBezTo>
                  <a:pt x="2301" y="3340"/>
                  <a:pt x="2931" y="2710"/>
                  <a:pt x="3687" y="2710"/>
                </a:cubicBezTo>
                <a:cubicBezTo>
                  <a:pt x="4128" y="2710"/>
                  <a:pt x="4474" y="2899"/>
                  <a:pt x="4758" y="3214"/>
                </a:cubicBezTo>
                <a:cubicBezTo>
                  <a:pt x="4726" y="3056"/>
                  <a:pt x="4758" y="2899"/>
                  <a:pt x="4789" y="2741"/>
                </a:cubicBezTo>
                <a:lnTo>
                  <a:pt x="5041" y="2016"/>
                </a:lnTo>
                <a:cubicBezTo>
                  <a:pt x="4821" y="1607"/>
                  <a:pt x="4758" y="1134"/>
                  <a:pt x="4758" y="662"/>
                </a:cubicBezTo>
                <a:cubicBezTo>
                  <a:pt x="4758" y="410"/>
                  <a:pt x="4789" y="189"/>
                  <a:pt x="4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9" name="Google Shape;5859;p31"/>
          <p:cNvSpPr/>
          <p:nvPr/>
        </p:nvSpPr>
        <p:spPr>
          <a:xfrm>
            <a:off x="2179804" y="1436382"/>
            <a:ext cx="43746" cy="43778"/>
          </a:xfrm>
          <a:custGeom>
            <a:rect b="b" l="l" r="r" t="t"/>
            <a:pathLst>
              <a:path extrusionOk="0" h="1356" w="1355">
                <a:moveTo>
                  <a:pt x="662" y="1"/>
                </a:moveTo>
                <a:cubicBezTo>
                  <a:pt x="315" y="1"/>
                  <a:pt x="0" y="316"/>
                  <a:pt x="0" y="694"/>
                </a:cubicBezTo>
                <a:cubicBezTo>
                  <a:pt x="0" y="1040"/>
                  <a:pt x="315" y="1355"/>
                  <a:pt x="662" y="1355"/>
                </a:cubicBezTo>
                <a:cubicBezTo>
                  <a:pt x="1040" y="1355"/>
                  <a:pt x="1355" y="1040"/>
                  <a:pt x="1355" y="694"/>
                </a:cubicBezTo>
                <a:cubicBezTo>
                  <a:pt x="1355" y="316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0" name="Google Shape;5860;p31"/>
          <p:cNvSpPr/>
          <p:nvPr/>
        </p:nvSpPr>
        <p:spPr>
          <a:xfrm>
            <a:off x="2256062" y="1260977"/>
            <a:ext cx="177019" cy="175437"/>
          </a:xfrm>
          <a:custGeom>
            <a:rect b="b" l="l" r="r" t="t"/>
            <a:pathLst>
              <a:path extrusionOk="0" h="5434" w="5483">
                <a:moveTo>
                  <a:pt x="2710" y="992"/>
                </a:moveTo>
                <a:cubicBezTo>
                  <a:pt x="2899" y="992"/>
                  <a:pt x="3057" y="1149"/>
                  <a:pt x="3057" y="1338"/>
                </a:cubicBezTo>
                <a:cubicBezTo>
                  <a:pt x="3057" y="1559"/>
                  <a:pt x="2899" y="1716"/>
                  <a:pt x="2710" y="1716"/>
                </a:cubicBezTo>
                <a:cubicBezTo>
                  <a:pt x="2521" y="1716"/>
                  <a:pt x="2364" y="1559"/>
                  <a:pt x="2364" y="1338"/>
                </a:cubicBezTo>
                <a:cubicBezTo>
                  <a:pt x="2395" y="1149"/>
                  <a:pt x="2553" y="992"/>
                  <a:pt x="2710" y="992"/>
                </a:cubicBezTo>
                <a:close/>
                <a:moveTo>
                  <a:pt x="2742" y="2346"/>
                </a:moveTo>
                <a:cubicBezTo>
                  <a:pt x="2962" y="2346"/>
                  <a:pt x="3120" y="2504"/>
                  <a:pt x="3120" y="2693"/>
                </a:cubicBezTo>
                <a:lnTo>
                  <a:pt x="3120" y="4079"/>
                </a:lnTo>
                <a:cubicBezTo>
                  <a:pt x="3120" y="4268"/>
                  <a:pt x="2962" y="4426"/>
                  <a:pt x="2742" y="4426"/>
                </a:cubicBezTo>
                <a:cubicBezTo>
                  <a:pt x="2553" y="4426"/>
                  <a:pt x="2395" y="4268"/>
                  <a:pt x="2395" y="4079"/>
                </a:cubicBezTo>
                <a:lnTo>
                  <a:pt x="2395" y="2693"/>
                </a:lnTo>
                <a:cubicBezTo>
                  <a:pt x="2395" y="2504"/>
                  <a:pt x="2553" y="2346"/>
                  <a:pt x="2742" y="2346"/>
                </a:cubicBezTo>
                <a:close/>
                <a:moveTo>
                  <a:pt x="2646" y="0"/>
                </a:moveTo>
                <a:cubicBezTo>
                  <a:pt x="1359" y="0"/>
                  <a:pt x="1" y="1099"/>
                  <a:pt x="1" y="2724"/>
                </a:cubicBezTo>
                <a:cubicBezTo>
                  <a:pt x="1" y="3197"/>
                  <a:pt x="127" y="3638"/>
                  <a:pt x="348" y="4016"/>
                </a:cubicBezTo>
                <a:lnTo>
                  <a:pt x="33" y="4961"/>
                </a:lnTo>
                <a:cubicBezTo>
                  <a:pt x="1" y="5087"/>
                  <a:pt x="33" y="5245"/>
                  <a:pt x="127" y="5339"/>
                </a:cubicBezTo>
                <a:cubicBezTo>
                  <a:pt x="167" y="5399"/>
                  <a:pt x="245" y="5421"/>
                  <a:pt x="329" y="5421"/>
                </a:cubicBezTo>
                <a:cubicBezTo>
                  <a:pt x="377" y="5421"/>
                  <a:pt x="427" y="5414"/>
                  <a:pt x="474" y="5402"/>
                </a:cubicBezTo>
                <a:lnTo>
                  <a:pt x="1419" y="5087"/>
                </a:lnTo>
                <a:cubicBezTo>
                  <a:pt x="1797" y="5339"/>
                  <a:pt x="2238" y="5434"/>
                  <a:pt x="2742" y="5434"/>
                </a:cubicBezTo>
                <a:cubicBezTo>
                  <a:pt x="4254" y="5434"/>
                  <a:pt x="5483" y="4237"/>
                  <a:pt x="5483" y="2724"/>
                </a:cubicBezTo>
                <a:cubicBezTo>
                  <a:pt x="5483" y="1275"/>
                  <a:pt x="4317" y="78"/>
                  <a:pt x="2899" y="15"/>
                </a:cubicBezTo>
                <a:cubicBezTo>
                  <a:pt x="2815" y="5"/>
                  <a:pt x="2731" y="0"/>
                  <a:pt x="26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1" name="Google Shape;5861;p31"/>
          <p:cNvSpPr/>
          <p:nvPr/>
        </p:nvSpPr>
        <p:spPr>
          <a:xfrm>
            <a:off x="2079106" y="1568623"/>
            <a:ext cx="243106" cy="68186"/>
          </a:xfrm>
          <a:custGeom>
            <a:rect b="b" l="l" r="r" t="t"/>
            <a:pathLst>
              <a:path extrusionOk="0" h="2112" w="7530">
                <a:moveTo>
                  <a:pt x="0" y="0"/>
                </a:moveTo>
                <a:lnTo>
                  <a:pt x="0" y="1071"/>
                </a:lnTo>
                <a:cubicBezTo>
                  <a:pt x="0" y="1670"/>
                  <a:pt x="473" y="2111"/>
                  <a:pt x="1040" y="2111"/>
                </a:cubicBezTo>
                <a:lnTo>
                  <a:pt x="6490" y="2111"/>
                </a:lnTo>
                <a:cubicBezTo>
                  <a:pt x="7057" y="2111"/>
                  <a:pt x="7530" y="1639"/>
                  <a:pt x="7530" y="1071"/>
                </a:cubicBez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2" name="Google Shape;5862;p31"/>
          <p:cNvSpPr/>
          <p:nvPr/>
        </p:nvSpPr>
        <p:spPr>
          <a:xfrm>
            <a:off x="2080106" y="1260427"/>
            <a:ext cx="198359" cy="43778"/>
          </a:xfrm>
          <a:custGeom>
            <a:rect b="b" l="l" r="r" t="t"/>
            <a:pathLst>
              <a:path extrusionOk="0" h="1356" w="6144">
                <a:moveTo>
                  <a:pt x="1040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1355"/>
                </a:lnTo>
                <a:lnTo>
                  <a:pt x="5104" y="1355"/>
                </a:lnTo>
                <a:cubicBezTo>
                  <a:pt x="5293" y="819"/>
                  <a:pt x="5672" y="347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3" name="Google Shape;5863;p31"/>
          <p:cNvSpPr/>
          <p:nvPr/>
        </p:nvSpPr>
        <p:spPr>
          <a:xfrm>
            <a:off x="3008906" y="3692997"/>
            <a:ext cx="376379" cy="376346"/>
          </a:xfrm>
          <a:custGeom>
            <a:rect b="b" l="l" r="r" t="t"/>
            <a:pathLst>
              <a:path extrusionOk="0" h="11657" w="11658">
                <a:moveTo>
                  <a:pt x="5829" y="0"/>
                </a:moveTo>
                <a:cubicBezTo>
                  <a:pt x="3372" y="0"/>
                  <a:pt x="1261" y="1796"/>
                  <a:pt x="788" y="4159"/>
                </a:cubicBezTo>
                <a:cubicBezTo>
                  <a:pt x="347" y="4285"/>
                  <a:pt x="1" y="4694"/>
                  <a:pt x="1" y="5167"/>
                </a:cubicBezTo>
                <a:lnTo>
                  <a:pt x="1" y="7876"/>
                </a:lnTo>
                <a:cubicBezTo>
                  <a:pt x="1" y="8412"/>
                  <a:pt x="473" y="8885"/>
                  <a:pt x="1009" y="8885"/>
                </a:cubicBezTo>
                <a:lnTo>
                  <a:pt x="1702" y="8885"/>
                </a:lnTo>
                <a:cubicBezTo>
                  <a:pt x="1891" y="8885"/>
                  <a:pt x="2049" y="8727"/>
                  <a:pt x="2049" y="8538"/>
                </a:cubicBezTo>
                <a:lnTo>
                  <a:pt x="2049" y="4442"/>
                </a:lnTo>
                <a:cubicBezTo>
                  <a:pt x="2049" y="4253"/>
                  <a:pt x="1891" y="4096"/>
                  <a:pt x="1702" y="4096"/>
                </a:cubicBezTo>
                <a:lnTo>
                  <a:pt x="1481" y="4096"/>
                </a:lnTo>
                <a:cubicBezTo>
                  <a:pt x="1954" y="2111"/>
                  <a:pt x="3781" y="630"/>
                  <a:pt x="5829" y="630"/>
                </a:cubicBezTo>
                <a:cubicBezTo>
                  <a:pt x="7877" y="630"/>
                  <a:pt x="9673" y="2111"/>
                  <a:pt x="10145" y="4096"/>
                </a:cubicBezTo>
                <a:lnTo>
                  <a:pt x="9956" y="4096"/>
                </a:lnTo>
                <a:cubicBezTo>
                  <a:pt x="9767" y="4096"/>
                  <a:pt x="9610" y="4253"/>
                  <a:pt x="9610" y="4442"/>
                </a:cubicBezTo>
                <a:lnTo>
                  <a:pt x="9610" y="8538"/>
                </a:lnTo>
                <a:cubicBezTo>
                  <a:pt x="9610" y="8727"/>
                  <a:pt x="9767" y="8885"/>
                  <a:pt x="9956" y="8885"/>
                </a:cubicBezTo>
                <a:lnTo>
                  <a:pt x="10271" y="8885"/>
                </a:lnTo>
                <a:cubicBezTo>
                  <a:pt x="10114" y="9672"/>
                  <a:pt x="9421" y="10271"/>
                  <a:pt x="8570" y="10271"/>
                </a:cubicBezTo>
                <a:lnTo>
                  <a:pt x="6774" y="10271"/>
                </a:lnTo>
                <a:cubicBezTo>
                  <a:pt x="6617" y="9893"/>
                  <a:pt x="6270" y="9609"/>
                  <a:pt x="5829" y="9609"/>
                </a:cubicBezTo>
                <a:cubicBezTo>
                  <a:pt x="5262" y="9609"/>
                  <a:pt x="4789" y="10082"/>
                  <a:pt x="4789" y="10617"/>
                </a:cubicBezTo>
                <a:cubicBezTo>
                  <a:pt x="4789" y="11184"/>
                  <a:pt x="5262" y="11657"/>
                  <a:pt x="5829" y="11657"/>
                </a:cubicBezTo>
                <a:cubicBezTo>
                  <a:pt x="6270" y="11657"/>
                  <a:pt x="6648" y="11373"/>
                  <a:pt x="6774" y="10995"/>
                </a:cubicBezTo>
                <a:lnTo>
                  <a:pt x="8570" y="10995"/>
                </a:lnTo>
                <a:cubicBezTo>
                  <a:pt x="9799" y="10995"/>
                  <a:pt x="10775" y="10082"/>
                  <a:pt x="10933" y="8885"/>
                </a:cubicBezTo>
                <a:cubicBezTo>
                  <a:pt x="11342" y="8790"/>
                  <a:pt x="11658" y="8380"/>
                  <a:pt x="11658" y="7908"/>
                </a:cubicBezTo>
                <a:lnTo>
                  <a:pt x="11658" y="5198"/>
                </a:lnTo>
                <a:cubicBezTo>
                  <a:pt x="11658" y="4694"/>
                  <a:pt x="11311" y="4253"/>
                  <a:pt x="10870" y="4159"/>
                </a:cubicBezTo>
                <a:cubicBezTo>
                  <a:pt x="10397" y="1796"/>
                  <a:pt x="8255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4" name="Google Shape;5864;p31"/>
          <p:cNvSpPr/>
          <p:nvPr/>
        </p:nvSpPr>
        <p:spPr>
          <a:xfrm>
            <a:off x="3096398" y="3781491"/>
            <a:ext cx="202427" cy="199198"/>
          </a:xfrm>
          <a:custGeom>
            <a:rect b="b" l="l" r="r" t="t"/>
            <a:pathLst>
              <a:path extrusionOk="0" h="6170" w="6270">
                <a:moveTo>
                  <a:pt x="3119" y="1386"/>
                </a:moveTo>
                <a:cubicBezTo>
                  <a:pt x="3308" y="1386"/>
                  <a:pt x="3466" y="1544"/>
                  <a:pt x="3466" y="1733"/>
                </a:cubicBezTo>
                <a:cubicBezTo>
                  <a:pt x="3466" y="1953"/>
                  <a:pt x="3308" y="2079"/>
                  <a:pt x="3119" y="2079"/>
                </a:cubicBezTo>
                <a:cubicBezTo>
                  <a:pt x="2930" y="2079"/>
                  <a:pt x="2773" y="1953"/>
                  <a:pt x="2773" y="1733"/>
                </a:cubicBezTo>
                <a:cubicBezTo>
                  <a:pt x="2773" y="1544"/>
                  <a:pt x="2930" y="1386"/>
                  <a:pt x="3119" y="1386"/>
                </a:cubicBezTo>
                <a:close/>
                <a:moveTo>
                  <a:pt x="3119" y="2741"/>
                </a:moveTo>
                <a:cubicBezTo>
                  <a:pt x="3308" y="2741"/>
                  <a:pt x="3466" y="2867"/>
                  <a:pt x="3466" y="3088"/>
                </a:cubicBezTo>
                <a:lnTo>
                  <a:pt x="3466" y="4474"/>
                </a:lnTo>
                <a:cubicBezTo>
                  <a:pt x="3466" y="4663"/>
                  <a:pt x="3308" y="4820"/>
                  <a:pt x="3119" y="4820"/>
                </a:cubicBezTo>
                <a:cubicBezTo>
                  <a:pt x="2930" y="4820"/>
                  <a:pt x="2773" y="4663"/>
                  <a:pt x="2773" y="4474"/>
                </a:cubicBezTo>
                <a:lnTo>
                  <a:pt x="2773" y="3088"/>
                </a:lnTo>
                <a:cubicBezTo>
                  <a:pt x="2773" y="2867"/>
                  <a:pt x="2930" y="2741"/>
                  <a:pt x="3119" y="2741"/>
                </a:cubicBezTo>
                <a:close/>
                <a:moveTo>
                  <a:pt x="3151" y="0"/>
                </a:moveTo>
                <a:cubicBezTo>
                  <a:pt x="1449" y="0"/>
                  <a:pt x="63" y="1386"/>
                  <a:pt x="63" y="3088"/>
                </a:cubicBezTo>
                <a:cubicBezTo>
                  <a:pt x="63" y="3592"/>
                  <a:pt x="158" y="4096"/>
                  <a:pt x="441" y="4568"/>
                </a:cubicBezTo>
                <a:lnTo>
                  <a:pt x="63" y="5734"/>
                </a:lnTo>
                <a:cubicBezTo>
                  <a:pt x="0" y="5828"/>
                  <a:pt x="0" y="5955"/>
                  <a:pt x="126" y="6081"/>
                </a:cubicBezTo>
                <a:cubicBezTo>
                  <a:pt x="171" y="6125"/>
                  <a:pt x="263" y="6170"/>
                  <a:pt x="357" y="6170"/>
                </a:cubicBezTo>
                <a:cubicBezTo>
                  <a:pt x="396" y="6170"/>
                  <a:pt x="436" y="6162"/>
                  <a:pt x="473" y="6144"/>
                </a:cubicBezTo>
                <a:lnTo>
                  <a:pt x="1638" y="5765"/>
                </a:lnTo>
                <a:cubicBezTo>
                  <a:pt x="2079" y="6049"/>
                  <a:pt x="2615" y="6144"/>
                  <a:pt x="3151" y="6144"/>
                </a:cubicBezTo>
                <a:cubicBezTo>
                  <a:pt x="4852" y="6144"/>
                  <a:pt x="6270" y="4789"/>
                  <a:pt x="6270" y="3088"/>
                </a:cubicBezTo>
                <a:cubicBezTo>
                  <a:pt x="6270" y="1386"/>
                  <a:pt x="4852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5" name="Google Shape;5865;p31"/>
          <p:cNvSpPr/>
          <p:nvPr/>
        </p:nvSpPr>
        <p:spPr>
          <a:xfrm>
            <a:off x="2198388" y="4402079"/>
            <a:ext cx="241104" cy="43778"/>
          </a:xfrm>
          <a:custGeom>
            <a:rect b="b" l="l" r="r" t="t"/>
            <a:pathLst>
              <a:path extrusionOk="0" h="1356" w="7468">
                <a:moveTo>
                  <a:pt x="568" y="1"/>
                </a:moveTo>
                <a:cubicBezTo>
                  <a:pt x="568" y="505"/>
                  <a:pt x="379" y="977"/>
                  <a:pt x="1" y="1356"/>
                </a:cubicBezTo>
                <a:lnTo>
                  <a:pt x="7467" y="1356"/>
                </a:lnTo>
                <a:lnTo>
                  <a:pt x="74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6" name="Google Shape;5866;p31"/>
          <p:cNvSpPr/>
          <p:nvPr/>
        </p:nvSpPr>
        <p:spPr>
          <a:xfrm>
            <a:off x="2217727" y="4468199"/>
            <a:ext cx="222767" cy="88525"/>
          </a:xfrm>
          <a:custGeom>
            <a:rect b="b" l="l" r="r" t="t"/>
            <a:pathLst>
              <a:path extrusionOk="0" h="2742" w="6900">
                <a:moveTo>
                  <a:pt x="0" y="1"/>
                </a:moveTo>
                <a:cubicBezTo>
                  <a:pt x="662" y="505"/>
                  <a:pt x="1134" y="1292"/>
                  <a:pt x="1292" y="2237"/>
                </a:cubicBezTo>
                <a:cubicBezTo>
                  <a:pt x="1355" y="2395"/>
                  <a:pt x="1292" y="2584"/>
                  <a:pt x="1260" y="2742"/>
                </a:cubicBezTo>
                <a:lnTo>
                  <a:pt x="6553" y="2742"/>
                </a:lnTo>
                <a:cubicBezTo>
                  <a:pt x="6742" y="2742"/>
                  <a:pt x="6900" y="2584"/>
                  <a:pt x="6900" y="2395"/>
                </a:cubicBezTo>
                <a:lnTo>
                  <a:pt x="690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7" name="Google Shape;5867;p31"/>
          <p:cNvSpPr/>
          <p:nvPr/>
        </p:nvSpPr>
        <p:spPr>
          <a:xfrm>
            <a:off x="2305188" y="4179343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74"/>
                  <a:pt x="2773" y="1386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8" name="Google Shape;5868;p31"/>
          <p:cNvSpPr/>
          <p:nvPr/>
        </p:nvSpPr>
        <p:spPr>
          <a:xfrm>
            <a:off x="2261441" y="4290211"/>
            <a:ext cx="178052" cy="88525"/>
          </a:xfrm>
          <a:custGeom>
            <a:rect b="b" l="l" r="r" t="t"/>
            <a:pathLst>
              <a:path extrusionOk="0" h="2742" w="5515">
                <a:moveTo>
                  <a:pt x="2773" y="0"/>
                </a:moveTo>
                <a:cubicBezTo>
                  <a:pt x="1419" y="0"/>
                  <a:pt x="221" y="1040"/>
                  <a:pt x="32" y="2363"/>
                </a:cubicBezTo>
                <a:cubicBezTo>
                  <a:pt x="1" y="2552"/>
                  <a:pt x="158" y="2741"/>
                  <a:pt x="379" y="2741"/>
                </a:cubicBezTo>
                <a:lnTo>
                  <a:pt x="5136" y="2741"/>
                </a:lnTo>
                <a:cubicBezTo>
                  <a:pt x="5357" y="2741"/>
                  <a:pt x="5514" y="2552"/>
                  <a:pt x="5514" y="2363"/>
                </a:cubicBezTo>
                <a:cubicBezTo>
                  <a:pt x="5294" y="1008"/>
                  <a:pt x="4160" y="0"/>
                  <a:pt x="27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9" name="Google Shape;5869;p31"/>
          <p:cNvSpPr/>
          <p:nvPr/>
        </p:nvSpPr>
        <p:spPr>
          <a:xfrm>
            <a:off x="2105826" y="4357331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1"/>
                </a:moveTo>
                <a:cubicBezTo>
                  <a:pt x="631" y="1"/>
                  <a:pt x="1" y="599"/>
                  <a:pt x="1" y="1387"/>
                </a:cubicBezTo>
                <a:cubicBezTo>
                  <a:pt x="1" y="2143"/>
                  <a:pt x="631" y="2742"/>
                  <a:pt x="1387" y="2742"/>
                </a:cubicBezTo>
                <a:cubicBezTo>
                  <a:pt x="2143" y="2742"/>
                  <a:pt x="2773" y="2143"/>
                  <a:pt x="2773" y="1387"/>
                </a:cubicBez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0" name="Google Shape;5870;p31"/>
          <p:cNvSpPr/>
          <p:nvPr/>
        </p:nvSpPr>
        <p:spPr>
          <a:xfrm>
            <a:off x="2061079" y="4468199"/>
            <a:ext cx="177019" cy="87525"/>
          </a:xfrm>
          <a:custGeom>
            <a:rect b="b" l="l" r="r" t="t"/>
            <a:pathLst>
              <a:path extrusionOk="0" h="2711" w="5483">
                <a:moveTo>
                  <a:pt x="2773" y="1"/>
                </a:moveTo>
                <a:cubicBezTo>
                  <a:pt x="1387" y="1"/>
                  <a:pt x="252" y="1009"/>
                  <a:pt x="63" y="2300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36" y="2710"/>
                </a:lnTo>
                <a:cubicBezTo>
                  <a:pt x="5325" y="2710"/>
                  <a:pt x="5482" y="2521"/>
                  <a:pt x="5482" y="2300"/>
                </a:cubicBezTo>
                <a:cubicBezTo>
                  <a:pt x="5293" y="1009"/>
                  <a:pt x="415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1" name="Google Shape;5871;p31"/>
          <p:cNvSpPr/>
          <p:nvPr/>
        </p:nvSpPr>
        <p:spPr>
          <a:xfrm>
            <a:off x="2707111" y="1260155"/>
            <a:ext cx="208529" cy="208529"/>
          </a:xfrm>
          <a:custGeom>
            <a:rect b="b" l="l" r="r" t="t"/>
            <a:pathLst>
              <a:path extrusionOk="0" h="6459" w="6459">
                <a:moveTo>
                  <a:pt x="3718" y="0"/>
                </a:moveTo>
                <a:cubicBezTo>
                  <a:pt x="3560" y="0"/>
                  <a:pt x="3434" y="63"/>
                  <a:pt x="3403" y="189"/>
                </a:cubicBezTo>
                <a:cubicBezTo>
                  <a:pt x="3340" y="315"/>
                  <a:pt x="3340" y="473"/>
                  <a:pt x="3466" y="536"/>
                </a:cubicBezTo>
                <a:lnTo>
                  <a:pt x="4190" y="1261"/>
                </a:lnTo>
                <a:lnTo>
                  <a:pt x="1260" y="4159"/>
                </a:lnTo>
                <a:lnTo>
                  <a:pt x="567" y="3466"/>
                </a:lnTo>
                <a:cubicBezTo>
                  <a:pt x="496" y="3395"/>
                  <a:pt x="390" y="3360"/>
                  <a:pt x="288" y="3360"/>
                </a:cubicBezTo>
                <a:cubicBezTo>
                  <a:pt x="254" y="3360"/>
                  <a:pt x="221" y="3363"/>
                  <a:pt x="189" y="3371"/>
                </a:cubicBezTo>
                <a:cubicBezTo>
                  <a:pt x="95" y="3403"/>
                  <a:pt x="0" y="3560"/>
                  <a:pt x="0" y="3686"/>
                </a:cubicBezTo>
                <a:lnTo>
                  <a:pt x="0" y="6081"/>
                </a:lnTo>
                <a:cubicBezTo>
                  <a:pt x="0" y="6301"/>
                  <a:pt x="158" y="6459"/>
                  <a:pt x="347" y="6459"/>
                </a:cubicBezTo>
                <a:lnTo>
                  <a:pt x="2773" y="6459"/>
                </a:lnTo>
                <a:cubicBezTo>
                  <a:pt x="2930" y="6459"/>
                  <a:pt x="3025" y="6364"/>
                  <a:pt x="3088" y="6238"/>
                </a:cubicBezTo>
                <a:cubicBezTo>
                  <a:pt x="3119" y="6144"/>
                  <a:pt x="3119" y="5986"/>
                  <a:pt x="2993" y="5892"/>
                </a:cubicBezTo>
                <a:lnTo>
                  <a:pt x="2300" y="5199"/>
                </a:lnTo>
                <a:lnTo>
                  <a:pt x="5198" y="2269"/>
                </a:lnTo>
                <a:lnTo>
                  <a:pt x="5923" y="2993"/>
                </a:lnTo>
                <a:cubicBezTo>
                  <a:pt x="5969" y="3039"/>
                  <a:pt x="6066" y="3069"/>
                  <a:pt x="6164" y="3069"/>
                </a:cubicBezTo>
                <a:cubicBezTo>
                  <a:pt x="6200" y="3069"/>
                  <a:pt x="6236" y="3065"/>
                  <a:pt x="6270" y="3056"/>
                </a:cubicBezTo>
                <a:cubicBezTo>
                  <a:pt x="6396" y="3025"/>
                  <a:pt x="6459" y="2867"/>
                  <a:pt x="6459" y="2741"/>
                </a:cubicBezTo>
                <a:lnTo>
                  <a:pt x="6459" y="347"/>
                </a:lnTo>
                <a:cubicBezTo>
                  <a:pt x="6459" y="158"/>
                  <a:pt x="6301" y="0"/>
                  <a:pt x="6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2" name="Google Shape;5872;p31"/>
          <p:cNvSpPr/>
          <p:nvPr/>
        </p:nvSpPr>
        <p:spPr>
          <a:xfrm>
            <a:off x="2572836" y="1339060"/>
            <a:ext cx="98695" cy="95047"/>
          </a:xfrm>
          <a:custGeom>
            <a:rect b="b" l="l" r="r" t="t"/>
            <a:pathLst>
              <a:path extrusionOk="0" h="2944" w="3057">
                <a:moveTo>
                  <a:pt x="970" y="1"/>
                </a:moveTo>
                <a:cubicBezTo>
                  <a:pt x="685" y="1"/>
                  <a:pt x="405" y="114"/>
                  <a:pt x="221" y="297"/>
                </a:cubicBezTo>
                <a:lnTo>
                  <a:pt x="1" y="549"/>
                </a:lnTo>
                <a:lnTo>
                  <a:pt x="2395" y="2944"/>
                </a:lnTo>
                <a:lnTo>
                  <a:pt x="2678" y="2755"/>
                </a:lnTo>
                <a:cubicBezTo>
                  <a:pt x="3056" y="2345"/>
                  <a:pt x="3056" y="1683"/>
                  <a:pt x="2678" y="1274"/>
                </a:cubicBezTo>
                <a:lnTo>
                  <a:pt x="1670" y="297"/>
                </a:lnTo>
                <a:cubicBezTo>
                  <a:pt x="1478" y="90"/>
                  <a:pt x="1222" y="1"/>
                  <a:pt x="9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3" name="Google Shape;5873;p31"/>
          <p:cNvSpPr/>
          <p:nvPr/>
        </p:nvSpPr>
        <p:spPr>
          <a:xfrm>
            <a:off x="2738621" y="1505813"/>
            <a:ext cx="99728" cy="96112"/>
          </a:xfrm>
          <a:custGeom>
            <a:rect b="b" l="l" r="r" t="t"/>
            <a:pathLst>
              <a:path extrusionOk="0" h="2977" w="3089">
                <a:moveTo>
                  <a:pt x="999" y="0"/>
                </a:moveTo>
                <a:cubicBezTo>
                  <a:pt x="787" y="0"/>
                  <a:pt x="577" y="66"/>
                  <a:pt x="410" y="205"/>
                </a:cubicBezTo>
                <a:cubicBezTo>
                  <a:pt x="379" y="205"/>
                  <a:pt x="316" y="268"/>
                  <a:pt x="284" y="299"/>
                </a:cubicBezTo>
                <a:lnTo>
                  <a:pt x="1" y="583"/>
                </a:lnTo>
                <a:lnTo>
                  <a:pt x="2427" y="2977"/>
                </a:lnTo>
                <a:lnTo>
                  <a:pt x="2679" y="2693"/>
                </a:lnTo>
                <a:cubicBezTo>
                  <a:pt x="3088" y="2315"/>
                  <a:pt x="3088" y="1622"/>
                  <a:pt x="2679" y="1244"/>
                </a:cubicBezTo>
                <a:lnTo>
                  <a:pt x="1734" y="299"/>
                </a:lnTo>
                <a:cubicBezTo>
                  <a:pt x="1540" y="105"/>
                  <a:pt x="1267" y="0"/>
                  <a:pt x="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4" name="Google Shape;5874;p31"/>
          <p:cNvSpPr/>
          <p:nvPr/>
        </p:nvSpPr>
        <p:spPr>
          <a:xfrm>
            <a:off x="2534191" y="1374057"/>
            <a:ext cx="267514" cy="263026"/>
          </a:xfrm>
          <a:custGeom>
            <a:rect b="b" l="l" r="r" t="t"/>
            <a:pathLst>
              <a:path extrusionOk="0" h="8147" w="8286">
                <a:moveTo>
                  <a:pt x="725" y="1"/>
                </a:moveTo>
                <a:cubicBezTo>
                  <a:pt x="95" y="631"/>
                  <a:pt x="0" y="1387"/>
                  <a:pt x="284" y="2017"/>
                </a:cubicBezTo>
                <a:cubicBezTo>
                  <a:pt x="1387" y="4223"/>
                  <a:pt x="3938" y="6774"/>
                  <a:pt x="6270" y="7972"/>
                </a:cubicBezTo>
                <a:cubicBezTo>
                  <a:pt x="6499" y="8086"/>
                  <a:pt x="6745" y="8147"/>
                  <a:pt x="6996" y="8147"/>
                </a:cubicBezTo>
                <a:cubicBezTo>
                  <a:pt x="7434" y="8147"/>
                  <a:pt x="7886" y="7963"/>
                  <a:pt x="8286" y="7562"/>
                </a:cubicBez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5" name="Google Shape;5875;p31"/>
          <p:cNvSpPr/>
          <p:nvPr/>
        </p:nvSpPr>
        <p:spPr>
          <a:xfrm>
            <a:off x="2668433" y="1865003"/>
            <a:ext cx="245172" cy="242589"/>
          </a:xfrm>
          <a:custGeom>
            <a:rect b="b" l="l" r="r" t="t"/>
            <a:pathLst>
              <a:path extrusionOk="0" h="7514" w="7594">
                <a:moveTo>
                  <a:pt x="5487" y="0"/>
                </a:moveTo>
                <a:cubicBezTo>
                  <a:pt x="5380" y="0"/>
                  <a:pt x="5278" y="8"/>
                  <a:pt x="5168" y="24"/>
                </a:cubicBezTo>
                <a:cubicBezTo>
                  <a:pt x="4349" y="181"/>
                  <a:pt x="3656" y="843"/>
                  <a:pt x="3561" y="1630"/>
                </a:cubicBezTo>
                <a:cubicBezTo>
                  <a:pt x="3467" y="2198"/>
                  <a:pt x="3561" y="2513"/>
                  <a:pt x="3719" y="2891"/>
                </a:cubicBezTo>
                <a:lnTo>
                  <a:pt x="285" y="6325"/>
                </a:lnTo>
                <a:cubicBezTo>
                  <a:pt x="1" y="6608"/>
                  <a:pt x="1" y="7049"/>
                  <a:pt x="285" y="7301"/>
                </a:cubicBezTo>
                <a:cubicBezTo>
                  <a:pt x="426" y="7443"/>
                  <a:pt x="600" y="7514"/>
                  <a:pt x="773" y="7514"/>
                </a:cubicBezTo>
                <a:cubicBezTo>
                  <a:pt x="946" y="7514"/>
                  <a:pt x="1119" y="7443"/>
                  <a:pt x="1261" y="7301"/>
                </a:cubicBezTo>
                <a:lnTo>
                  <a:pt x="4695" y="3899"/>
                </a:lnTo>
                <a:cubicBezTo>
                  <a:pt x="5022" y="4016"/>
                  <a:pt x="5280" y="4080"/>
                  <a:pt x="5597" y="4080"/>
                </a:cubicBezTo>
                <a:cubicBezTo>
                  <a:pt x="5708" y="4080"/>
                  <a:pt x="5825" y="4073"/>
                  <a:pt x="5955" y="4056"/>
                </a:cubicBezTo>
                <a:cubicBezTo>
                  <a:pt x="6775" y="3899"/>
                  <a:pt x="7436" y="3206"/>
                  <a:pt x="7562" y="2418"/>
                </a:cubicBezTo>
                <a:cubicBezTo>
                  <a:pt x="7594" y="2198"/>
                  <a:pt x="7594" y="1945"/>
                  <a:pt x="7562" y="1756"/>
                </a:cubicBezTo>
                <a:cubicBezTo>
                  <a:pt x="7562" y="1630"/>
                  <a:pt x="7436" y="1504"/>
                  <a:pt x="7310" y="1473"/>
                </a:cubicBezTo>
                <a:cubicBezTo>
                  <a:pt x="7287" y="1465"/>
                  <a:pt x="7259" y="1461"/>
                  <a:pt x="7229" y="1461"/>
                </a:cubicBezTo>
                <a:cubicBezTo>
                  <a:pt x="7141" y="1461"/>
                  <a:pt x="7034" y="1497"/>
                  <a:pt x="6964" y="1567"/>
                </a:cubicBezTo>
                <a:lnTo>
                  <a:pt x="6491" y="2040"/>
                </a:lnTo>
                <a:cubicBezTo>
                  <a:pt x="6365" y="2166"/>
                  <a:pt x="6192" y="2229"/>
                  <a:pt x="6014" y="2229"/>
                </a:cubicBezTo>
                <a:cubicBezTo>
                  <a:pt x="5837" y="2229"/>
                  <a:pt x="5656" y="2166"/>
                  <a:pt x="5514" y="2040"/>
                </a:cubicBezTo>
                <a:cubicBezTo>
                  <a:pt x="5231" y="1756"/>
                  <a:pt x="5231" y="1315"/>
                  <a:pt x="5514" y="1032"/>
                </a:cubicBezTo>
                <a:lnTo>
                  <a:pt x="6018" y="622"/>
                </a:lnTo>
                <a:cubicBezTo>
                  <a:pt x="6113" y="528"/>
                  <a:pt x="6144" y="370"/>
                  <a:pt x="6113" y="276"/>
                </a:cubicBezTo>
                <a:cubicBezTo>
                  <a:pt x="6050" y="150"/>
                  <a:pt x="5955" y="55"/>
                  <a:pt x="5829" y="24"/>
                </a:cubicBezTo>
                <a:cubicBezTo>
                  <a:pt x="5703" y="8"/>
                  <a:pt x="5593" y="0"/>
                  <a:pt x="54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6" name="Google Shape;5876;p31"/>
          <p:cNvSpPr/>
          <p:nvPr/>
        </p:nvSpPr>
        <p:spPr>
          <a:xfrm>
            <a:off x="2736587" y="1738606"/>
            <a:ext cx="60050" cy="60050"/>
          </a:xfrm>
          <a:custGeom>
            <a:rect b="b" l="l" r="r" t="t"/>
            <a:pathLst>
              <a:path extrusionOk="0" h="1860" w="1860">
                <a:moveTo>
                  <a:pt x="1" y="1"/>
                </a:moveTo>
                <a:lnTo>
                  <a:pt x="1" y="1859"/>
                </a:lnTo>
                <a:lnTo>
                  <a:pt x="1860" y="185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7" name="Google Shape;5877;p31"/>
          <p:cNvSpPr/>
          <p:nvPr/>
        </p:nvSpPr>
        <p:spPr>
          <a:xfrm>
            <a:off x="2536225" y="1728437"/>
            <a:ext cx="266513" cy="357040"/>
          </a:xfrm>
          <a:custGeom>
            <a:rect b="b" l="l" r="r" t="t"/>
            <a:pathLst>
              <a:path extrusionOk="0" h="11059" w="8255">
                <a:moveTo>
                  <a:pt x="3812" y="1450"/>
                </a:moveTo>
                <a:cubicBezTo>
                  <a:pt x="4001" y="1450"/>
                  <a:pt x="4159" y="1607"/>
                  <a:pt x="4159" y="1796"/>
                </a:cubicBezTo>
                <a:cubicBezTo>
                  <a:pt x="4159" y="2017"/>
                  <a:pt x="4001" y="2174"/>
                  <a:pt x="3812" y="2174"/>
                </a:cubicBezTo>
                <a:cubicBezTo>
                  <a:pt x="3623" y="2174"/>
                  <a:pt x="3466" y="2017"/>
                  <a:pt x="3466" y="1796"/>
                </a:cubicBezTo>
                <a:cubicBezTo>
                  <a:pt x="3466" y="1607"/>
                  <a:pt x="3623" y="1450"/>
                  <a:pt x="3812" y="1450"/>
                </a:cubicBezTo>
                <a:close/>
                <a:moveTo>
                  <a:pt x="3812" y="2836"/>
                </a:moveTo>
                <a:cubicBezTo>
                  <a:pt x="4001" y="2836"/>
                  <a:pt x="4159" y="2993"/>
                  <a:pt x="4159" y="3183"/>
                </a:cubicBezTo>
                <a:lnTo>
                  <a:pt x="4159" y="5293"/>
                </a:lnTo>
                <a:cubicBezTo>
                  <a:pt x="4159" y="5482"/>
                  <a:pt x="4001" y="5640"/>
                  <a:pt x="3812" y="5640"/>
                </a:cubicBezTo>
                <a:cubicBezTo>
                  <a:pt x="3623" y="5640"/>
                  <a:pt x="3466" y="5482"/>
                  <a:pt x="3466" y="5293"/>
                </a:cubicBezTo>
                <a:lnTo>
                  <a:pt x="3466" y="3183"/>
                </a:lnTo>
                <a:cubicBezTo>
                  <a:pt x="3466" y="2993"/>
                  <a:pt x="3623" y="2836"/>
                  <a:pt x="3812" y="2836"/>
                </a:cubicBezTo>
                <a:close/>
                <a:moveTo>
                  <a:pt x="5860" y="6301"/>
                </a:moveTo>
                <a:cubicBezTo>
                  <a:pt x="6049" y="6301"/>
                  <a:pt x="6207" y="6459"/>
                  <a:pt x="6207" y="6648"/>
                </a:cubicBezTo>
                <a:cubicBezTo>
                  <a:pt x="6207" y="6837"/>
                  <a:pt x="6049" y="6995"/>
                  <a:pt x="5860" y="6995"/>
                </a:cubicBezTo>
                <a:lnTo>
                  <a:pt x="1733" y="6995"/>
                </a:lnTo>
                <a:cubicBezTo>
                  <a:pt x="1544" y="6995"/>
                  <a:pt x="1387" y="6837"/>
                  <a:pt x="1387" y="6648"/>
                </a:cubicBezTo>
                <a:cubicBezTo>
                  <a:pt x="1387" y="6459"/>
                  <a:pt x="1544" y="6301"/>
                  <a:pt x="1733" y="6301"/>
                </a:cubicBezTo>
                <a:close/>
                <a:moveTo>
                  <a:pt x="4537" y="7688"/>
                </a:moveTo>
                <a:cubicBezTo>
                  <a:pt x="4726" y="7688"/>
                  <a:pt x="4884" y="7845"/>
                  <a:pt x="4884" y="8034"/>
                </a:cubicBezTo>
                <a:cubicBezTo>
                  <a:pt x="4884" y="8223"/>
                  <a:pt x="4726" y="8381"/>
                  <a:pt x="4537" y="8381"/>
                </a:cubicBezTo>
                <a:lnTo>
                  <a:pt x="1733" y="8381"/>
                </a:lnTo>
                <a:cubicBezTo>
                  <a:pt x="1544" y="8381"/>
                  <a:pt x="1387" y="8223"/>
                  <a:pt x="1387" y="8034"/>
                </a:cubicBezTo>
                <a:cubicBezTo>
                  <a:pt x="1387" y="7845"/>
                  <a:pt x="1544" y="7688"/>
                  <a:pt x="1733" y="768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0681"/>
                </a:lnTo>
                <a:cubicBezTo>
                  <a:pt x="0" y="10964"/>
                  <a:pt x="158" y="11059"/>
                  <a:pt x="347" y="11059"/>
                </a:cubicBezTo>
                <a:lnTo>
                  <a:pt x="3466" y="11059"/>
                </a:lnTo>
                <a:cubicBezTo>
                  <a:pt x="3466" y="10712"/>
                  <a:pt x="3592" y="10366"/>
                  <a:pt x="3844" y="10082"/>
                </a:cubicBezTo>
                <a:lnTo>
                  <a:pt x="4254" y="9704"/>
                </a:lnTo>
                <a:lnTo>
                  <a:pt x="1702" y="9704"/>
                </a:lnTo>
                <a:cubicBezTo>
                  <a:pt x="1481" y="9704"/>
                  <a:pt x="1324" y="9546"/>
                  <a:pt x="1324" y="9326"/>
                </a:cubicBezTo>
                <a:cubicBezTo>
                  <a:pt x="1324" y="9137"/>
                  <a:pt x="1481" y="8979"/>
                  <a:pt x="1702" y="8979"/>
                </a:cubicBezTo>
                <a:lnTo>
                  <a:pt x="4915" y="8979"/>
                </a:lnTo>
                <a:lnTo>
                  <a:pt x="6963" y="6932"/>
                </a:lnTo>
                <a:cubicBezTo>
                  <a:pt x="6900" y="6585"/>
                  <a:pt x="6805" y="6238"/>
                  <a:pt x="6931" y="5703"/>
                </a:cubicBezTo>
                <a:cubicBezTo>
                  <a:pt x="7089" y="4915"/>
                  <a:pt x="7562" y="4254"/>
                  <a:pt x="8255" y="3876"/>
                </a:cubicBezTo>
                <a:lnTo>
                  <a:pt x="8255" y="2773"/>
                </a:lnTo>
                <a:lnTo>
                  <a:pt x="5860" y="2773"/>
                </a:lnTo>
                <a:cubicBezTo>
                  <a:pt x="5671" y="2773"/>
                  <a:pt x="5514" y="2615"/>
                  <a:pt x="5514" y="2395"/>
                </a:cubicBezTo>
                <a:lnTo>
                  <a:pt x="551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8" name="Google Shape;5878;p31"/>
          <p:cNvSpPr/>
          <p:nvPr/>
        </p:nvSpPr>
        <p:spPr>
          <a:xfrm>
            <a:off x="2843903" y="2209180"/>
            <a:ext cx="54949" cy="52399"/>
          </a:xfrm>
          <a:custGeom>
            <a:rect b="b" l="l" r="r" t="t"/>
            <a:pathLst>
              <a:path extrusionOk="0" h="1623" w="1702">
                <a:moveTo>
                  <a:pt x="1352" y="0"/>
                </a:moveTo>
                <a:cubicBezTo>
                  <a:pt x="1261" y="0"/>
                  <a:pt x="1167" y="24"/>
                  <a:pt x="1104" y="71"/>
                </a:cubicBezTo>
                <a:lnTo>
                  <a:pt x="127" y="1079"/>
                </a:lnTo>
                <a:cubicBezTo>
                  <a:pt x="1" y="1205"/>
                  <a:pt x="1" y="1426"/>
                  <a:pt x="127" y="1552"/>
                </a:cubicBezTo>
                <a:cubicBezTo>
                  <a:pt x="190" y="1599"/>
                  <a:pt x="284" y="1623"/>
                  <a:pt x="375" y="1623"/>
                </a:cubicBezTo>
                <a:cubicBezTo>
                  <a:pt x="466" y="1623"/>
                  <a:pt x="552" y="1599"/>
                  <a:pt x="599" y="1552"/>
                </a:cubicBezTo>
                <a:lnTo>
                  <a:pt x="1576" y="544"/>
                </a:lnTo>
                <a:cubicBezTo>
                  <a:pt x="1702" y="449"/>
                  <a:pt x="1702" y="260"/>
                  <a:pt x="1576" y="71"/>
                </a:cubicBezTo>
                <a:cubicBezTo>
                  <a:pt x="1529" y="24"/>
                  <a:pt x="1442" y="0"/>
                  <a:pt x="135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9" name="Google Shape;5879;p31"/>
          <p:cNvSpPr/>
          <p:nvPr/>
        </p:nvSpPr>
        <p:spPr>
          <a:xfrm>
            <a:off x="2690322" y="2197493"/>
            <a:ext cx="221766" cy="216406"/>
          </a:xfrm>
          <a:custGeom>
            <a:rect b="b" l="l" r="r" t="t"/>
            <a:pathLst>
              <a:path extrusionOk="0" h="6703" w="6869">
                <a:moveTo>
                  <a:pt x="772" y="0"/>
                </a:moveTo>
                <a:cubicBezTo>
                  <a:pt x="599" y="0"/>
                  <a:pt x="426" y="71"/>
                  <a:pt x="284" y="213"/>
                </a:cubicBezTo>
                <a:cubicBezTo>
                  <a:pt x="1" y="496"/>
                  <a:pt x="1" y="937"/>
                  <a:pt x="284" y="1189"/>
                </a:cubicBezTo>
                <a:lnTo>
                  <a:pt x="5608" y="6514"/>
                </a:lnTo>
                <a:cubicBezTo>
                  <a:pt x="5734" y="6640"/>
                  <a:pt x="5908" y="6703"/>
                  <a:pt x="6085" y="6703"/>
                </a:cubicBezTo>
                <a:cubicBezTo>
                  <a:pt x="6262" y="6703"/>
                  <a:pt x="6443" y="6640"/>
                  <a:pt x="6585" y="6514"/>
                </a:cubicBezTo>
                <a:cubicBezTo>
                  <a:pt x="6869" y="6230"/>
                  <a:pt x="6869" y="5821"/>
                  <a:pt x="6585" y="5537"/>
                </a:cubicBezTo>
                <a:lnTo>
                  <a:pt x="1261" y="213"/>
                </a:lnTo>
                <a:cubicBezTo>
                  <a:pt x="1119" y="71"/>
                  <a:pt x="946" y="0"/>
                  <a:pt x="7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0" name="Google Shape;5880;p31"/>
          <p:cNvSpPr/>
          <p:nvPr/>
        </p:nvSpPr>
        <p:spPr>
          <a:xfrm>
            <a:off x="2535707" y="2446670"/>
            <a:ext cx="127171" cy="122844"/>
          </a:xfrm>
          <a:custGeom>
            <a:rect b="b" l="l" r="r" t="t"/>
            <a:pathLst>
              <a:path extrusionOk="0" h="3805" w="3939">
                <a:moveTo>
                  <a:pt x="757" y="1"/>
                </a:moveTo>
                <a:cubicBezTo>
                  <a:pt x="576" y="1"/>
                  <a:pt x="395" y="72"/>
                  <a:pt x="253" y="213"/>
                </a:cubicBezTo>
                <a:cubicBezTo>
                  <a:pt x="1" y="497"/>
                  <a:pt x="1" y="938"/>
                  <a:pt x="253" y="1190"/>
                </a:cubicBezTo>
                <a:lnTo>
                  <a:pt x="2679" y="3616"/>
                </a:lnTo>
                <a:cubicBezTo>
                  <a:pt x="2805" y="3742"/>
                  <a:pt x="2978" y="3805"/>
                  <a:pt x="3155" y="3805"/>
                </a:cubicBezTo>
                <a:cubicBezTo>
                  <a:pt x="3332" y="3805"/>
                  <a:pt x="3514" y="3742"/>
                  <a:pt x="3655" y="3616"/>
                </a:cubicBezTo>
                <a:cubicBezTo>
                  <a:pt x="3939" y="3332"/>
                  <a:pt x="3939" y="2891"/>
                  <a:pt x="3655" y="2608"/>
                </a:cubicBezTo>
                <a:lnTo>
                  <a:pt x="1261" y="213"/>
                </a:lnTo>
                <a:cubicBezTo>
                  <a:pt x="1119" y="72"/>
                  <a:pt x="938" y="1"/>
                  <a:pt x="7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1" name="Google Shape;5881;p31"/>
          <p:cNvSpPr/>
          <p:nvPr/>
        </p:nvSpPr>
        <p:spPr>
          <a:xfrm>
            <a:off x="2589624" y="2254186"/>
            <a:ext cx="263478" cy="263478"/>
          </a:xfrm>
          <a:custGeom>
            <a:rect b="b" l="l" r="r" t="t"/>
            <a:pathLst>
              <a:path extrusionOk="0" h="8161" w="8161">
                <a:moveTo>
                  <a:pt x="2994" y="1"/>
                </a:moveTo>
                <a:lnTo>
                  <a:pt x="2489" y="1576"/>
                </a:lnTo>
                <a:cubicBezTo>
                  <a:pt x="1985" y="3088"/>
                  <a:pt x="1166" y="4474"/>
                  <a:pt x="1" y="5703"/>
                </a:cubicBezTo>
                <a:lnTo>
                  <a:pt x="2458" y="8160"/>
                </a:lnTo>
                <a:cubicBezTo>
                  <a:pt x="3687" y="6995"/>
                  <a:pt x="5104" y="6175"/>
                  <a:pt x="6585" y="5671"/>
                </a:cubicBezTo>
                <a:lnTo>
                  <a:pt x="8160" y="5136"/>
                </a:lnTo>
                <a:lnTo>
                  <a:pt x="29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2" name="Google Shape;5882;p31"/>
          <p:cNvSpPr/>
          <p:nvPr/>
        </p:nvSpPr>
        <p:spPr>
          <a:xfrm>
            <a:off x="2801189" y="2193167"/>
            <a:ext cx="22406" cy="43746"/>
          </a:xfrm>
          <a:custGeom>
            <a:rect b="b" l="l" r="r" t="t"/>
            <a:pathLst>
              <a:path extrusionOk="0" h="135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08"/>
                </a:lnTo>
                <a:cubicBezTo>
                  <a:pt x="1" y="1229"/>
                  <a:pt x="158" y="1355"/>
                  <a:pt x="347" y="1355"/>
                </a:cubicBezTo>
                <a:cubicBezTo>
                  <a:pt x="536" y="1355"/>
                  <a:pt x="694" y="1229"/>
                  <a:pt x="694" y="1008"/>
                </a:cubicBez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3" name="Google Shape;5883;p31"/>
          <p:cNvSpPr/>
          <p:nvPr/>
        </p:nvSpPr>
        <p:spPr>
          <a:xfrm>
            <a:off x="2869344" y="2283695"/>
            <a:ext cx="44779" cy="22406"/>
          </a:xfrm>
          <a:custGeom>
            <a:rect b="b" l="l" r="r" t="t"/>
            <a:pathLst>
              <a:path extrusionOk="0" h="694" w="1387">
                <a:moveTo>
                  <a:pt x="379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79" y="693"/>
                </a:cubicBezTo>
                <a:lnTo>
                  <a:pt x="1040" y="693"/>
                </a:lnTo>
                <a:cubicBezTo>
                  <a:pt x="1229" y="693"/>
                  <a:pt x="1387" y="536"/>
                  <a:pt x="1387" y="347"/>
                </a:cubicBezTo>
                <a:cubicBezTo>
                  <a:pt x="1387" y="126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4" name="Google Shape;5884;p31"/>
          <p:cNvSpPr/>
          <p:nvPr/>
        </p:nvSpPr>
        <p:spPr>
          <a:xfrm>
            <a:off x="2700491" y="2447445"/>
            <a:ext cx="150577" cy="88590"/>
          </a:xfrm>
          <a:custGeom>
            <a:rect b="b" l="l" r="r" t="t"/>
            <a:pathLst>
              <a:path extrusionOk="0" h="2744" w="4664">
                <a:moveTo>
                  <a:pt x="4411" y="0"/>
                </a:moveTo>
                <a:lnTo>
                  <a:pt x="3750" y="221"/>
                </a:lnTo>
                <a:cubicBezTo>
                  <a:pt x="3907" y="378"/>
                  <a:pt x="3813" y="631"/>
                  <a:pt x="3624" y="694"/>
                </a:cubicBezTo>
                <a:lnTo>
                  <a:pt x="1072" y="2017"/>
                </a:lnTo>
                <a:cubicBezTo>
                  <a:pt x="1030" y="2038"/>
                  <a:pt x="984" y="2048"/>
                  <a:pt x="938" y="2048"/>
                </a:cubicBezTo>
                <a:cubicBezTo>
                  <a:pt x="844" y="2048"/>
                  <a:pt x="746" y="2006"/>
                  <a:pt x="662" y="1922"/>
                </a:cubicBezTo>
                <a:lnTo>
                  <a:pt x="568" y="1796"/>
                </a:lnTo>
                <a:cubicBezTo>
                  <a:pt x="347" y="1922"/>
                  <a:pt x="190" y="2080"/>
                  <a:pt x="1" y="2237"/>
                </a:cubicBezTo>
                <a:lnTo>
                  <a:pt x="190" y="2426"/>
                </a:lnTo>
                <a:cubicBezTo>
                  <a:pt x="395" y="2632"/>
                  <a:pt x="669" y="2744"/>
                  <a:pt x="947" y="2744"/>
                </a:cubicBezTo>
                <a:cubicBezTo>
                  <a:pt x="1095" y="2744"/>
                  <a:pt x="1245" y="2712"/>
                  <a:pt x="1387" y="2647"/>
                </a:cubicBezTo>
                <a:lnTo>
                  <a:pt x="3939" y="1324"/>
                </a:lnTo>
                <a:cubicBezTo>
                  <a:pt x="4411" y="1103"/>
                  <a:pt x="4663" y="505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5" name="Google Shape;5885;p31"/>
          <p:cNvSpPr/>
          <p:nvPr/>
        </p:nvSpPr>
        <p:spPr>
          <a:xfrm>
            <a:off x="1144247" y="2703349"/>
            <a:ext cx="315328" cy="318395"/>
          </a:xfrm>
          <a:custGeom>
            <a:rect b="b" l="l" r="r" t="t"/>
            <a:pathLst>
              <a:path extrusionOk="0" h="9862" w="9767">
                <a:moveTo>
                  <a:pt x="4883" y="1"/>
                </a:moveTo>
                <a:cubicBezTo>
                  <a:pt x="4505" y="1"/>
                  <a:pt x="4222" y="316"/>
                  <a:pt x="4222" y="662"/>
                </a:cubicBezTo>
                <a:lnTo>
                  <a:pt x="4222" y="4128"/>
                </a:lnTo>
                <a:cubicBezTo>
                  <a:pt x="4159" y="4033"/>
                  <a:pt x="2899" y="1859"/>
                  <a:pt x="2772" y="1702"/>
                </a:cubicBezTo>
                <a:cubicBezTo>
                  <a:pt x="2639" y="1479"/>
                  <a:pt x="2394" y="1350"/>
                  <a:pt x="2151" y="1350"/>
                </a:cubicBezTo>
                <a:cubicBezTo>
                  <a:pt x="2051" y="1350"/>
                  <a:pt x="1951" y="1372"/>
                  <a:pt x="1859" y="1418"/>
                </a:cubicBezTo>
                <a:cubicBezTo>
                  <a:pt x="1512" y="1576"/>
                  <a:pt x="1386" y="2017"/>
                  <a:pt x="1544" y="2332"/>
                </a:cubicBezTo>
                <a:cubicBezTo>
                  <a:pt x="1544" y="2363"/>
                  <a:pt x="2804" y="4947"/>
                  <a:pt x="2836" y="4947"/>
                </a:cubicBezTo>
                <a:cubicBezTo>
                  <a:pt x="3434" y="4947"/>
                  <a:pt x="5261" y="4947"/>
                  <a:pt x="5261" y="6617"/>
                </a:cubicBezTo>
                <a:cubicBezTo>
                  <a:pt x="5261" y="6806"/>
                  <a:pt x="5104" y="6963"/>
                  <a:pt x="4883" y="6963"/>
                </a:cubicBezTo>
                <a:cubicBezTo>
                  <a:pt x="4694" y="6963"/>
                  <a:pt x="4537" y="6806"/>
                  <a:pt x="4537" y="6617"/>
                </a:cubicBezTo>
                <a:cubicBezTo>
                  <a:pt x="4537" y="6018"/>
                  <a:pt x="4253" y="5640"/>
                  <a:pt x="3056" y="5608"/>
                </a:cubicBezTo>
                <a:cubicBezTo>
                  <a:pt x="3056" y="5608"/>
                  <a:pt x="1260" y="4254"/>
                  <a:pt x="1197" y="4191"/>
                </a:cubicBezTo>
                <a:cubicBezTo>
                  <a:pt x="1060" y="4084"/>
                  <a:pt x="901" y="4029"/>
                  <a:pt x="745" y="4029"/>
                </a:cubicBezTo>
                <a:cubicBezTo>
                  <a:pt x="578" y="4029"/>
                  <a:pt x="414" y="4092"/>
                  <a:pt x="284" y="4222"/>
                </a:cubicBezTo>
                <a:cubicBezTo>
                  <a:pt x="0" y="4506"/>
                  <a:pt x="0" y="4915"/>
                  <a:pt x="284" y="5199"/>
                </a:cubicBezTo>
                <a:lnTo>
                  <a:pt x="1859" y="6774"/>
                </a:lnTo>
                <a:cubicBezTo>
                  <a:pt x="2048" y="6963"/>
                  <a:pt x="2142" y="7215"/>
                  <a:pt x="2142" y="7436"/>
                </a:cubicBezTo>
                <a:cubicBezTo>
                  <a:pt x="2142" y="8034"/>
                  <a:pt x="2520" y="8538"/>
                  <a:pt x="3088" y="8759"/>
                </a:cubicBezTo>
                <a:cubicBezTo>
                  <a:pt x="3245" y="8790"/>
                  <a:pt x="3371" y="8948"/>
                  <a:pt x="3434" y="9074"/>
                </a:cubicBezTo>
                <a:cubicBezTo>
                  <a:pt x="2426" y="8979"/>
                  <a:pt x="1260" y="8790"/>
                  <a:pt x="1103" y="8475"/>
                </a:cubicBezTo>
                <a:cubicBezTo>
                  <a:pt x="1103" y="8475"/>
                  <a:pt x="1197" y="8349"/>
                  <a:pt x="1638" y="8192"/>
                </a:cubicBezTo>
                <a:cubicBezTo>
                  <a:pt x="1544" y="8003"/>
                  <a:pt x="1481" y="7751"/>
                  <a:pt x="1481" y="7530"/>
                </a:cubicBezTo>
                <a:cubicBezTo>
                  <a:pt x="756" y="7782"/>
                  <a:pt x="441" y="8066"/>
                  <a:pt x="441" y="8475"/>
                </a:cubicBezTo>
                <a:cubicBezTo>
                  <a:pt x="441" y="9641"/>
                  <a:pt x="3718" y="9862"/>
                  <a:pt x="4883" y="9862"/>
                </a:cubicBezTo>
                <a:cubicBezTo>
                  <a:pt x="6081" y="9862"/>
                  <a:pt x="9357" y="9641"/>
                  <a:pt x="9357" y="8475"/>
                </a:cubicBezTo>
                <a:cubicBezTo>
                  <a:pt x="9357" y="8066"/>
                  <a:pt x="8979" y="7751"/>
                  <a:pt x="8317" y="7530"/>
                </a:cubicBezTo>
                <a:cubicBezTo>
                  <a:pt x="8317" y="7782"/>
                  <a:pt x="8286" y="8003"/>
                  <a:pt x="8160" y="8192"/>
                </a:cubicBezTo>
                <a:cubicBezTo>
                  <a:pt x="8286" y="8255"/>
                  <a:pt x="8349" y="8286"/>
                  <a:pt x="8443" y="8318"/>
                </a:cubicBezTo>
                <a:lnTo>
                  <a:pt x="8664" y="8444"/>
                </a:lnTo>
                <a:cubicBezTo>
                  <a:pt x="8475" y="8790"/>
                  <a:pt x="7372" y="8948"/>
                  <a:pt x="6364" y="9074"/>
                </a:cubicBezTo>
                <a:cubicBezTo>
                  <a:pt x="6427" y="8979"/>
                  <a:pt x="6553" y="8885"/>
                  <a:pt x="6711" y="8822"/>
                </a:cubicBezTo>
                <a:cubicBezTo>
                  <a:pt x="7246" y="8633"/>
                  <a:pt x="7656" y="8129"/>
                  <a:pt x="7656" y="7530"/>
                </a:cubicBezTo>
                <a:lnTo>
                  <a:pt x="7656" y="6428"/>
                </a:lnTo>
                <a:lnTo>
                  <a:pt x="9515" y="4569"/>
                </a:lnTo>
                <a:cubicBezTo>
                  <a:pt x="9767" y="4317"/>
                  <a:pt x="9767" y="3876"/>
                  <a:pt x="9515" y="3592"/>
                </a:cubicBezTo>
                <a:cubicBezTo>
                  <a:pt x="9373" y="3450"/>
                  <a:pt x="9192" y="3379"/>
                  <a:pt x="9010" y="3379"/>
                </a:cubicBezTo>
                <a:cubicBezTo>
                  <a:pt x="8829" y="3379"/>
                  <a:pt x="8648" y="3450"/>
                  <a:pt x="8506" y="3592"/>
                </a:cubicBezTo>
                <a:cubicBezTo>
                  <a:pt x="8191" y="3876"/>
                  <a:pt x="7498" y="4411"/>
                  <a:pt x="7026" y="4789"/>
                </a:cubicBezTo>
                <a:cubicBezTo>
                  <a:pt x="7089" y="4663"/>
                  <a:pt x="8191" y="2426"/>
                  <a:pt x="8254" y="2332"/>
                </a:cubicBezTo>
                <a:cubicBezTo>
                  <a:pt x="8412" y="1985"/>
                  <a:pt x="8286" y="1576"/>
                  <a:pt x="7939" y="1418"/>
                </a:cubicBezTo>
                <a:cubicBezTo>
                  <a:pt x="7847" y="1372"/>
                  <a:pt x="7747" y="1350"/>
                  <a:pt x="7647" y="1350"/>
                </a:cubicBezTo>
                <a:cubicBezTo>
                  <a:pt x="7404" y="1350"/>
                  <a:pt x="7159" y="1479"/>
                  <a:pt x="7026" y="1702"/>
                </a:cubicBezTo>
                <a:cubicBezTo>
                  <a:pt x="6900" y="1859"/>
                  <a:pt x="5639" y="4033"/>
                  <a:pt x="5576" y="4128"/>
                </a:cubicBezTo>
                <a:lnTo>
                  <a:pt x="5576" y="662"/>
                </a:lnTo>
                <a:cubicBezTo>
                  <a:pt x="5576" y="284"/>
                  <a:pt x="5261" y="1"/>
                  <a:pt x="4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6" name="Google Shape;5886;p31"/>
          <p:cNvSpPr/>
          <p:nvPr/>
        </p:nvSpPr>
        <p:spPr>
          <a:xfrm>
            <a:off x="1113705" y="2910847"/>
            <a:ext cx="376379" cy="156679"/>
          </a:xfrm>
          <a:custGeom>
            <a:rect b="b" l="l" r="r" t="t"/>
            <a:pathLst>
              <a:path extrusionOk="0" h="4853" w="11658">
                <a:moveTo>
                  <a:pt x="9578" y="1"/>
                </a:moveTo>
                <a:lnTo>
                  <a:pt x="9263" y="316"/>
                </a:lnTo>
                <a:lnTo>
                  <a:pt x="9263" y="631"/>
                </a:lnTo>
                <a:cubicBezTo>
                  <a:pt x="10335" y="1040"/>
                  <a:pt x="10965" y="1576"/>
                  <a:pt x="10965" y="2143"/>
                </a:cubicBezTo>
                <a:cubicBezTo>
                  <a:pt x="10965" y="3119"/>
                  <a:pt x="8885" y="4191"/>
                  <a:pt x="5829" y="4191"/>
                </a:cubicBezTo>
                <a:cubicBezTo>
                  <a:pt x="2805" y="4191"/>
                  <a:pt x="726" y="3119"/>
                  <a:pt x="726" y="2143"/>
                </a:cubicBezTo>
                <a:cubicBezTo>
                  <a:pt x="726" y="1607"/>
                  <a:pt x="1261" y="1103"/>
                  <a:pt x="2175" y="725"/>
                </a:cubicBezTo>
                <a:lnTo>
                  <a:pt x="1671" y="190"/>
                </a:lnTo>
                <a:cubicBezTo>
                  <a:pt x="631" y="725"/>
                  <a:pt x="1" y="1387"/>
                  <a:pt x="1" y="2111"/>
                </a:cubicBezTo>
                <a:cubicBezTo>
                  <a:pt x="1" y="3655"/>
                  <a:pt x="2584" y="4852"/>
                  <a:pt x="5829" y="4852"/>
                </a:cubicBezTo>
                <a:cubicBezTo>
                  <a:pt x="9106" y="4852"/>
                  <a:pt x="11658" y="3624"/>
                  <a:pt x="11658" y="2111"/>
                </a:cubicBezTo>
                <a:cubicBezTo>
                  <a:pt x="11658" y="1261"/>
                  <a:pt x="10870" y="505"/>
                  <a:pt x="95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7" name="Google Shape;5887;p31"/>
          <p:cNvSpPr/>
          <p:nvPr/>
        </p:nvSpPr>
        <p:spPr>
          <a:xfrm>
            <a:off x="1113205" y="3309016"/>
            <a:ext cx="377379" cy="265512"/>
          </a:xfrm>
          <a:custGeom>
            <a:rect b="b" l="l" r="r" t="t"/>
            <a:pathLst>
              <a:path extrusionOk="0" h="8224" w="11689">
                <a:moveTo>
                  <a:pt x="5860" y="1"/>
                </a:moveTo>
                <a:cubicBezTo>
                  <a:pt x="4506" y="1"/>
                  <a:pt x="3340" y="1040"/>
                  <a:pt x="3151" y="2332"/>
                </a:cubicBezTo>
                <a:cubicBezTo>
                  <a:pt x="3119" y="2521"/>
                  <a:pt x="3277" y="2710"/>
                  <a:pt x="3497" y="2710"/>
                </a:cubicBezTo>
                <a:lnTo>
                  <a:pt x="5514" y="2710"/>
                </a:lnTo>
                <a:lnTo>
                  <a:pt x="5514" y="3435"/>
                </a:lnTo>
                <a:lnTo>
                  <a:pt x="2395" y="3435"/>
                </a:lnTo>
                <a:cubicBezTo>
                  <a:pt x="1859" y="3435"/>
                  <a:pt x="1387" y="3907"/>
                  <a:pt x="1387" y="4443"/>
                </a:cubicBezTo>
                <a:lnTo>
                  <a:pt x="1387" y="4852"/>
                </a:lnTo>
                <a:cubicBezTo>
                  <a:pt x="599" y="5010"/>
                  <a:pt x="0" y="5703"/>
                  <a:pt x="0" y="6554"/>
                </a:cubicBezTo>
                <a:cubicBezTo>
                  <a:pt x="0" y="7499"/>
                  <a:pt x="757" y="8223"/>
                  <a:pt x="1702" y="8223"/>
                </a:cubicBezTo>
                <a:cubicBezTo>
                  <a:pt x="2647" y="8223"/>
                  <a:pt x="3403" y="7499"/>
                  <a:pt x="3403" y="6554"/>
                </a:cubicBezTo>
                <a:cubicBezTo>
                  <a:pt x="3403" y="5703"/>
                  <a:pt x="2804" y="5041"/>
                  <a:pt x="2017" y="4852"/>
                </a:cubicBezTo>
                <a:lnTo>
                  <a:pt x="2017" y="4443"/>
                </a:lnTo>
                <a:cubicBezTo>
                  <a:pt x="2017" y="4254"/>
                  <a:pt x="2174" y="4096"/>
                  <a:pt x="2363" y="4096"/>
                </a:cubicBezTo>
                <a:lnTo>
                  <a:pt x="5482" y="4096"/>
                </a:lnTo>
                <a:lnTo>
                  <a:pt x="5482" y="4821"/>
                </a:lnTo>
                <a:cubicBezTo>
                  <a:pt x="4695" y="4978"/>
                  <a:pt x="4096" y="5672"/>
                  <a:pt x="4096" y="6491"/>
                </a:cubicBezTo>
                <a:cubicBezTo>
                  <a:pt x="4096" y="7436"/>
                  <a:pt x="4852" y="8192"/>
                  <a:pt x="5797" y="8192"/>
                </a:cubicBezTo>
                <a:cubicBezTo>
                  <a:pt x="6742" y="8192"/>
                  <a:pt x="7499" y="7436"/>
                  <a:pt x="7499" y="6491"/>
                </a:cubicBezTo>
                <a:cubicBezTo>
                  <a:pt x="7499" y="5672"/>
                  <a:pt x="6900" y="5010"/>
                  <a:pt x="6112" y="4821"/>
                </a:cubicBezTo>
                <a:lnTo>
                  <a:pt x="6112" y="4096"/>
                </a:lnTo>
                <a:lnTo>
                  <a:pt x="9231" y="4096"/>
                </a:lnTo>
                <a:cubicBezTo>
                  <a:pt x="9420" y="4096"/>
                  <a:pt x="9578" y="4254"/>
                  <a:pt x="9578" y="4443"/>
                </a:cubicBezTo>
                <a:lnTo>
                  <a:pt x="9578" y="4852"/>
                </a:lnTo>
                <a:cubicBezTo>
                  <a:pt x="8790" y="5010"/>
                  <a:pt x="8192" y="5703"/>
                  <a:pt x="8192" y="6554"/>
                </a:cubicBezTo>
                <a:cubicBezTo>
                  <a:pt x="8192" y="7499"/>
                  <a:pt x="8948" y="8223"/>
                  <a:pt x="9893" y="8223"/>
                </a:cubicBezTo>
                <a:cubicBezTo>
                  <a:pt x="10838" y="8223"/>
                  <a:pt x="11594" y="7499"/>
                  <a:pt x="11594" y="6554"/>
                </a:cubicBezTo>
                <a:cubicBezTo>
                  <a:pt x="11689" y="5703"/>
                  <a:pt x="11153" y="5010"/>
                  <a:pt x="10366" y="4852"/>
                </a:cubicBezTo>
                <a:lnTo>
                  <a:pt x="10366" y="4443"/>
                </a:lnTo>
                <a:cubicBezTo>
                  <a:pt x="10366" y="3907"/>
                  <a:pt x="9893" y="3435"/>
                  <a:pt x="9326" y="3435"/>
                </a:cubicBezTo>
                <a:lnTo>
                  <a:pt x="6238" y="3435"/>
                </a:lnTo>
                <a:lnTo>
                  <a:pt x="6238" y="2710"/>
                </a:lnTo>
                <a:lnTo>
                  <a:pt x="8223" y="2710"/>
                </a:lnTo>
                <a:cubicBezTo>
                  <a:pt x="8444" y="2710"/>
                  <a:pt x="8601" y="2521"/>
                  <a:pt x="8601" y="2332"/>
                </a:cubicBezTo>
                <a:cubicBezTo>
                  <a:pt x="8381" y="977"/>
                  <a:pt x="7247" y="1"/>
                  <a:pt x="586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8" name="Google Shape;5888;p31"/>
          <p:cNvSpPr/>
          <p:nvPr/>
        </p:nvSpPr>
        <p:spPr>
          <a:xfrm>
            <a:off x="1258650" y="3198149"/>
            <a:ext cx="88525" cy="89559"/>
          </a:xfrm>
          <a:custGeom>
            <a:rect b="b" l="l" r="r" t="t"/>
            <a:pathLst>
              <a:path extrusionOk="0" h="2774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9" name="Google Shape;5889;p31"/>
          <p:cNvSpPr/>
          <p:nvPr/>
        </p:nvSpPr>
        <p:spPr>
          <a:xfrm>
            <a:off x="1224573" y="3692609"/>
            <a:ext cx="275682" cy="277199"/>
          </a:xfrm>
          <a:custGeom>
            <a:rect b="b" l="l" r="r" t="t"/>
            <a:pathLst>
              <a:path extrusionOk="0" h="8586" w="8539">
                <a:moveTo>
                  <a:pt x="5156" y="1"/>
                </a:moveTo>
                <a:cubicBezTo>
                  <a:pt x="4372" y="1"/>
                  <a:pt x="3593" y="308"/>
                  <a:pt x="2994" y="922"/>
                </a:cubicBezTo>
                <a:lnTo>
                  <a:pt x="1450" y="2466"/>
                </a:lnTo>
                <a:cubicBezTo>
                  <a:pt x="1681" y="2417"/>
                  <a:pt x="1916" y="2392"/>
                  <a:pt x="2152" y="2392"/>
                </a:cubicBezTo>
                <a:cubicBezTo>
                  <a:pt x="2529" y="2392"/>
                  <a:pt x="2909" y="2456"/>
                  <a:pt x="3277" y="2592"/>
                </a:cubicBezTo>
                <a:lnTo>
                  <a:pt x="3939" y="1899"/>
                </a:lnTo>
                <a:cubicBezTo>
                  <a:pt x="4270" y="1568"/>
                  <a:pt x="4703" y="1402"/>
                  <a:pt x="5136" y="1402"/>
                </a:cubicBezTo>
                <a:cubicBezTo>
                  <a:pt x="5569" y="1402"/>
                  <a:pt x="6003" y="1568"/>
                  <a:pt x="6333" y="1899"/>
                </a:cubicBezTo>
                <a:cubicBezTo>
                  <a:pt x="7027" y="2592"/>
                  <a:pt x="7027" y="3631"/>
                  <a:pt x="6333" y="4325"/>
                </a:cubicBezTo>
                <a:lnTo>
                  <a:pt x="3939" y="6719"/>
                </a:lnTo>
                <a:cubicBezTo>
                  <a:pt x="3608" y="7050"/>
                  <a:pt x="3175" y="7215"/>
                  <a:pt x="2742" y="7215"/>
                </a:cubicBezTo>
                <a:cubicBezTo>
                  <a:pt x="2309" y="7215"/>
                  <a:pt x="1875" y="7050"/>
                  <a:pt x="1545" y="6719"/>
                </a:cubicBezTo>
                <a:cubicBezTo>
                  <a:pt x="1261" y="6435"/>
                  <a:pt x="1104" y="6089"/>
                  <a:pt x="1072" y="5742"/>
                </a:cubicBezTo>
                <a:lnTo>
                  <a:pt x="1" y="6782"/>
                </a:lnTo>
                <a:cubicBezTo>
                  <a:pt x="158" y="7097"/>
                  <a:pt x="348" y="7381"/>
                  <a:pt x="600" y="7664"/>
                </a:cubicBezTo>
                <a:cubicBezTo>
                  <a:pt x="1214" y="8278"/>
                  <a:pt x="2002" y="8586"/>
                  <a:pt x="2781" y="8586"/>
                </a:cubicBezTo>
                <a:cubicBezTo>
                  <a:pt x="3561" y="8586"/>
                  <a:pt x="4333" y="8278"/>
                  <a:pt x="4916" y="7664"/>
                </a:cubicBezTo>
                <a:lnTo>
                  <a:pt x="7342" y="5270"/>
                </a:lnTo>
                <a:cubicBezTo>
                  <a:pt x="8539" y="4073"/>
                  <a:pt x="8539" y="2151"/>
                  <a:pt x="7342" y="922"/>
                </a:cubicBezTo>
                <a:cubicBezTo>
                  <a:pt x="6727" y="308"/>
                  <a:pt x="5940" y="1"/>
                  <a:pt x="51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0" name="Google Shape;5890;p31"/>
          <p:cNvSpPr/>
          <p:nvPr/>
        </p:nvSpPr>
        <p:spPr>
          <a:xfrm>
            <a:off x="1103536" y="3790240"/>
            <a:ext cx="278749" cy="279491"/>
          </a:xfrm>
          <a:custGeom>
            <a:rect b="b" l="l" r="r" t="t"/>
            <a:pathLst>
              <a:path extrusionOk="0" h="8657" w="8634">
                <a:moveTo>
                  <a:pt x="5865" y="1"/>
                </a:moveTo>
                <a:cubicBezTo>
                  <a:pt x="5081" y="1"/>
                  <a:pt x="4301" y="308"/>
                  <a:pt x="3718" y="922"/>
                </a:cubicBezTo>
                <a:lnTo>
                  <a:pt x="1230" y="3411"/>
                </a:lnTo>
                <a:cubicBezTo>
                  <a:pt x="1" y="4640"/>
                  <a:pt x="1" y="6562"/>
                  <a:pt x="1230" y="7759"/>
                </a:cubicBezTo>
                <a:cubicBezTo>
                  <a:pt x="1844" y="8358"/>
                  <a:pt x="2632" y="8657"/>
                  <a:pt x="3415" y="8657"/>
                </a:cubicBezTo>
                <a:cubicBezTo>
                  <a:pt x="4199" y="8657"/>
                  <a:pt x="4979" y="8358"/>
                  <a:pt x="5577" y="7759"/>
                </a:cubicBezTo>
                <a:lnTo>
                  <a:pt x="7152" y="6184"/>
                </a:lnTo>
                <a:lnTo>
                  <a:pt x="7152" y="6184"/>
                </a:lnTo>
                <a:cubicBezTo>
                  <a:pt x="6938" y="6218"/>
                  <a:pt x="6719" y="6235"/>
                  <a:pt x="6499" y="6235"/>
                </a:cubicBezTo>
                <a:cubicBezTo>
                  <a:pt x="6106" y="6235"/>
                  <a:pt x="5709" y="6179"/>
                  <a:pt x="5325" y="6058"/>
                </a:cubicBezTo>
                <a:lnTo>
                  <a:pt x="4569" y="6814"/>
                </a:lnTo>
                <a:cubicBezTo>
                  <a:pt x="4238" y="7145"/>
                  <a:pt x="3805" y="7310"/>
                  <a:pt x="3372" y="7310"/>
                </a:cubicBezTo>
                <a:cubicBezTo>
                  <a:pt x="2939" y="7310"/>
                  <a:pt x="2505" y="7145"/>
                  <a:pt x="2175" y="6814"/>
                </a:cubicBezTo>
                <a:cubicBezTo>
                  <a:pt x="1513" y="6121"/>
                  <a:pt x="1513" y="5081"/>
                  <a:pt x="2175" y="4388"/>
                </a:cubicBezTo>
                <a:lnTo>
                  <a:pt x="4664" y="1899"/>
                </a:lnTo>
                <a:cubicBezTo>
                  <a:pt x="4994" y="1568"/>
                  <a:pt x="5428" y="1403"/>
                  <a:pt x="5861" y="1403"/>
                </a:cubicBezTo>
                <a:cubicBezTo>
                  <a:pt x="6294" y="1403"/>
                  <a:pt x="6727" y="1568"/>
                  <a:pt x="7058" y="1899"/>
                </a:cubicBezTo>
                <a:cubicBezTo>
                  <a:pt x="7342" y="2183"/>
                  <a:pt x="7499" y="2561"/>
                  <a:pt x="7531" y="2907"/>
                </a:cubicBezTo>
                <a:lnTo>
                  <a:pt x="8287" y="2151"/>
                </a:lnTo>
                <a:lnTo>
                  <a:pt x="8633" y="1805"/>
                </a:lnTo>
                <a:cubicBezTo>
                  <a:pt x="8476" y="1490"/>
                  <a:pt x="8287" y="1206"/>
                  <a:pt x="8035" y="922"/>
                </a:cubicBezTo>
                <a:cubicBezTo>
                  <a:pt x="7436" y="308"/>
                  <a:pt x="6648" y="1"/>
                  <a:pt x="58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1" name="Google Shape;5891;p31"/>
          <p:cNvSpPr/>
          <p:nvPr/>
        </p:nvSpPr>
        <p:spPr>
          <a:xfrm>
            <a:off x="3583364" y="2696747"/>
            <a:ext cx="226834" cy="288886"/>
          </a:xfrm>
          <a:custGeom>
            <a:rect b="b" l="l" r="r" t="t"/>
            <a:pathLst>
              <a:path extrusionOk="0" h="8948" w="7026">
                <a:moveTo>
                  <a:pt x="2363" y="0"/>
                </a:moveTo>
                <a:cubicBezTo>
                  <a:pt x="2143" y="0"/>
                  <a:pt x="1985" y="158"/>
                  <a:pt x="1985" y="378"/>
                </a:cubicBezTo>
                <a:cubicBezTo>
                  <a:pt x="1985" y="567"/>
                  <a:pt x="2143" y="725"/>
                  <a:pt x="2363" y="725"/>
                </a:cubicBezTo>
                <a:lnTo>
                  <a:pt x="2710" y="725"/>
                </a:lnTo>
                <a:lnTo>
                  <a:pt x="2710" y="1576"/>
                </a:lnTo>
                <a:cubicBezTo>
                  <a:pt x="1135" y="2017"/>
                  <a:pt x="0" y="3466"/>
                  <a:pt x="0" y="5199"/>
                </a:cubicBezTo>
                <a:cubicBezTo>
                  <a:pt x="0" y="7278"/>
                  <a:pt x="1670" y="8948"/>
                  <a:pt x="3718" y="8948"/>
                </a:cubicBezTo>
                <a:cubicBezTo>
                  <a:pt x="3970" y="8948"/>
                  <a:pt x="4159" y="8916"/>
                  <a:pt x="4348" y="8853"/>
                </a:cubicBezTo>
                <a:cubicBezTo>
                  <a:pt x="4159" y="8664"/>
                  <a:pt x="4033" y="8381"/>
                  <a:pt x="4033" y="8066"/>
                </a:cubicBezTo>
                <a:cubicBezTo>
                  <a:pt x="4033" y="7877"/>
                  <a:pt x="4096" y="7687"/>
                  <a:pt x="4191" y="7530"/>
                </a:cubicBezTo>
                <a:lnTo>
                  <a:pt x="4191" y="7530"/>
                </a:lnTo>
                <a:cubicBezTo>
                  <a:pt x="4033" y="7561"/>
                  <a:pt x="3876" y="7561"/>
                  <a:pt x="3686" y="7561"/>
                </a:cubicBezTo>
                <a:cubicBezTo>
                  <a:pt x="2363" y="7561"/>
                  <a:pt x="1292" y="6522"/>
                  <a:pt x="1292" y="5167"/>
                </a:cubicBezTo>
                <a:cubicBezTo>
                  <a:pt x="1292" y="3844"/>
                  <a:pt x="2363" y="2773"/>
                  <a:pt x="3686" y="2773"/>
                </a:cubicBezTo>
                <a:cubicBezTo>
                  <a:pt x="4348" y="2773"/>
                  <a:pt x="4978" y="3088"/>
                  <a:pt x="5451" y="3560"/>
                </a:cubicBezTo>
                <a:cubicBezTo>
                  <a:pt x="5608" y="3466"/>
                  <a:pt x="5766" y="3466"/>
                  <a:pt x="5923" y="3466"/>
                </a:cubicBezTo>
                <a:lnTo>
                  <a:pt x="7026" y="3466"/>
                </a:lnTo>
                <a:cubicBezTo>
                  <a:pt x="6553" y="2584"/>
                  <a:pt x="5734" y="1859"/>
                  <a:pt x="4726" y="1576"/>
                </a:cubicBezTo>
                <a:lnTo>
                  <a:pt x="4726" y="725"/>
                </a:lnTo>
                <a:lnTo>
                  <a:pt x="5073" y="725"/>
                </a:lnTo>
                <a:cubicBezTo>
                  <a:pt x="5262" y="725"/>
                  <a:pt x="5419" y="567"/>
                  <a:pt x="5419" y="378"/>
                </a:cubicBezTo>
                <a:cubicBezTo>
                  <a:pt x="5419" y="158"/>
                  <a:pt x="5262" y="0"/>
                  <a:pt x="50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2" name="Google Shape;5892;p31"/>
          <p:cNvSpPr/>
          <p:nvPr/>
        </p:nvSpPr>
        <p:spPr>
          <a:xfrm>
            <a:off x="3647449" y="2807615"/>
            <a:ext cx="68154" cy="67153"/>
          </a:xfrm>
          <a:custGeom>
            <a:rect b="b" l="l" r="r" t="t"/>
            <a:pathLst>
              <a:path extrusionOk="0" h="2080" w="2111">
                <a:moveTo>
                  <a:pt x="1733" y="0"/>
                </a:moveTo>
                <a:cubicBezTo>
                  <a:pt x="1544" y="32"/>
                  <a:pt x="1386" y="158"/>
                  <a:pt x="1386" y="347"/>
                </a:cubicBezTo>
                <a:lnTo>
                  <a:pt x="1386" y="1387"/>
                </a:lnTo>
                <a:lnTo>
                  <a:pt x="378" y="1387"/>
                </a:lnTo>
                <a:cubicBezTo>
                  <a:pt x="158" y="1387"/>
                  <a:pt x="0" y="1544"/>
                  <a:pt x="0" y="1733"/>
                </a:cubicBezTo>
                <a:cubicBezTo>
                  <a:pt x="0" y="1922"/>
                  <a:pt x="158" y="2080"/>
                  <a:pt x="378" y="2080"/>
                </a:cubicBezTo>
                <a:lnTo>
                  <a:pt x="1733" y="2080"/>
                </a:lnTo>
                <a:cubicBezTo>
                  <a:pt x="1954" y="2080"/>
                  <a:pt x="2111" y="1922"/>
                  <a:pt x="2111" y="1733"/>
                </a:cubicBezTo>
                <a:lnTo>
                  <a:pt x="2111" y="347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3" name="Google Shape;5893;p31"/>
          <p:cNvSpPr/>
          <p:nvPr/>
        </p:nvSpPr>
        <p:spPr>
          <a:xfrm>
            <a:off x="3759318" y="2830989"/>
            <a:ext cx="110899" cy="32608"/>
          </a:xfrm>
          <a:custGeom>
            <a:rect b="b" l="l" r="r" t="t"/>
            <a:pathLst>
              <a:path extrusionOk="0" h="1010" w="3435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cubicBezTo>
                  <a:pt x="1" y="789"/>
                  <a:pt x="253" y="1009"/>
                  <a:pt x="536" y="1009"/>
                </a:cubicBezTo>
                <a:lnTo>
                  <a:pt x="2931" y="1009"/>
                </a:lnTo>
                <a:cubicBezTo>
                  <a:pt x="3214" y="1009"/>
                  <a:pt x="3435" y="789"/>
                  <a:pt x="3435" y="505"/>
                </a:cubicBezTo>
                <a:cubicBezTo>
                  <a:pt x="3435" y="221"/>
                  <a:pt x="3214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4" name="Google Shape;5894;p31"/>
          <p:cNvSpPr/>
          <p:nvPr/>
        </p:nvSpPr>
        <p:spPr>
          <a:xfrm>
            <a:off x="3736945" y="2884905"/>
            <a:ext cx="110899" cy="33609"/>
          </a:xfrm>
          <a:custGeom>
            <a:rect b="b" l="l" r="r" t="t"/>
            <a:pathLst>
              <a:path extrusionOk="0" h="1041" w="3435">
                <a:moveTo>
                  <a:pt x="505" y="1"/>
                </a:moveTo>
                <a:cubicBezTo>
                  <a:pt x="221" y="1"/>
                  <a:pt x="1" y="253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899" y="1040"/>
                </a:lnTo>
                <a:cubicBezTo>
                  <a:pt x="3183" y="1040"/>
                  <a:pt x="3435" y="851"/>
                  <a:pt x="3435" y="536"/>
                </a:cubicBezTo>
                <a:cubicBezTo>
                  <a:pt x="3435" y="253"/>
                  <a:pt x="3183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5" name="Google Shape;5895;p31"/>
          <p:cNvSpPr/>
          <p:nvPr/>
        </p:nvSpPr>
        <p:spPr>
          <a:xfrm>
            <a:off x="3736945" y="2940856"/>
            <a:ext cx="87492" cy="33609"/>
          </a:xfrm>
          <a:custGeom>
            <a:rect b="b" l="l" r="r" t="t"/>
            <a:pathLst>
              <a:path extrusionOk="0" h="1041" w="2710">
                <a:moveTo>
                  <a:pt x="505" y="0"/>
                </a:moveTo>
                <a:cubicBezTo>
                  <a:pt x="221" y="0"/>
                  <a:pt x="1" y="252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90" y="1040"/>
                  <a:pt x="2710" y="788"/>
                  <a:pt x="2710" y="536"/>
                </a:cubicBezTo>
                <a:cubicBezTo>
                  <a:pt x="2710" y="252"/>
                  <a:pt x="2490" y="0"/>
                  <a:pt x="22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6" name="Google Shape;5896;p31"/>
          <p:cNvSpPr/>
          <p:nvPr/>
        </p:nvSpPr>
        <p:spPr>
          <a:xfrm>
            <a:off x="3736945" y="2995773"/>
            <a:ext cx="66152" cy="33609"/>
          </a:xfrm>
          <a:custGeom>
            <a:rect b="b" l="l" r="r" t="t"/>
            <a:pathLst>
              <a:path extrusionOk="0" h="1041" w="2049">
                <a:moveTo>
                  <a:pt x="505" y="1"/>
                </a:moveTo>
                <a:cubicBezTo>
                  <a:pt x="221" y="1"/>
                  <a:pt x="1" y="253"/>
                  <a:pt x="1" y="505"/>
                </a:cubicBezTo>
                <a:cubicBezTo>
                  <a:pt x="1" y="788"/>
                  <a:pt x="221" y="1040"/>
                  <a:pt x="505" y="1040"/>
                </a:cubicBezTo>
                <a:lnTo>
                  <a:pt x="1544" y="1040"/>
                </a:lnTo>
                <a:cubicBezTo>
                  <a:pt x="1796" y="1040"/>
                  <a:pt x="2048" y="788"/>
                  <a:pt x="2048" y="505"/>
                </a:cubicBezTo>
                <a:cubicBezTo>
                  <a:pt x="2048" y="253"/>
                  <a:pt x="1796" y="1"/>
                  <a:pt x="15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7" name="Google Shape;5897;p31"/>
          <p:cNvSpPr/>
          <p:nvPr/>
        </p:nvSpPr>
        <p:spPr>
          <a:xfrm>
            <a:off x="3492836" y="2718313"/>
            <a:ext cx="224800" cy="355813"/>
          </a:xfrm>
          <a:custGeom>
            <a:rect b="b" l="l" r="r" t="t"/>
            <a:pathLst>
              <a:path extrusionOk="0" h="11021" w="6963">
                <a:moveTo>
                  <a:pt x="3803" y="0"/>
                </a:moveTo>
                <a:cubicBezTo>
                  <a:pt x="3716" y="0"/>
                  <a:pt x="3637" y="52"/>
                  <a:pt x="3592" y="120"/>
                </a:cubicBezTo>
                <a:lnTo>
                  <a:pt x="1702" y="2231"/>
                </a:lnTo>
                <a:cubicBezTo>
                  <a:pt x="1544" y="2420"/>
                  <a:pt x="1418" y="2640"/>
                  <a:pt x="1418" y="2892"/>
                </a:cubicBezTo>
                <a:lnTo>
                  <a:pt x="1418" y="5917"/>
                </a:lnTo>
                <a:cubicBezTo>
                  <a:pt x="1418" y="6200"/>
                  <a:pt x="1292" y="6421"/>
                  <a:pt x="1103" y="6641"/>
                </a:cubicBezTo>
                <a:lnTo>
                  <a:pt x="126" y="7618"/>
                </a:lnTo>
                <a:cubicBezTo>
                  <a:pt x="0" y="7744"/>
                  <a:pt x="0" y="7965"/>
                  <a:pt x="126" y="8091"/>
                </a:cubicBezTo>
                <a:lnTo>
                  <a:pt x="2867" y="10926"/>
                </a:lnTo>
                <a:cubicBezTo>
                  <a:pt x="2930" y="10989"/>
                  <a:pt x="3017" y="11021"/>
                  <a:pt x="3104" y="11021"/>
                </a:cubicBezTo>
                <a:cubicBezTo>
                  <a:pt x="3190" y="11021"/>
                  <a:pt x="3277" y="10989"/>
                  <a:pt x="3340" y="10926"/>
                </a:cubicBezTo>
                <a:lnTo>
                  <a:pt x="4317" y="9949"/>
                </a:lnTo>
                <a:cubicBezTo>
                  <a:pt x="4537" y="9729"/>
                  <a:pt x="4758" y="9634"/>
                  <a:pt x="5041" y="9634"/>
                </a:cubicBezTo>
                <a:lnTo>
                  <a:pt x="6963" y="9634"/>
                </a:lnTo>
                <a:cubicBezTo>
                  <a:pt x="6900" y="9477"/>
                  <a:pt x="6837" y="9288"/>
                  <a:pt x="6837" y="9099"/>
                </a:cubicBezTo>
                <a:cubicBezTo>
                  <a:pt x="6837" y="9036"/>
                  <a:pt x="6837" y="8973"/>
                  <a:pt x="6900" y="8910"/>
                </a:cubicBezTo>
                <a:cubicBezTo>
                  <a:pt x="6774" y="8910"/>
                  <a:pt x="6648" y="8941"/>
                  <a:pt x="6522" y="8941"/>
                </a:cubicBezTo>
                <a:cubicBezTo>
                  <a:pt x="4096" y="8941"/>
                  <a:pt x="2080" y="6925"/>
                  <a:pt x="2080" y="4499"/>
                </a:cubicBezTo>
                <a:cubicBezTo>
                  <a:pt x="2080" y="2892"/>
                  <a:pt x="2962" y="1475"/>
                  <a:pt x="4254" y="687"/>
                </a:cubicBezTo>
                <a:cubicBezTo>
                  <a:pt x="4254" y="592"/>
                  <a:pt x="4222" y="529"/>
                  <a:pt x="4222" y="498"/>
                </a:cubicBezTo>
                <a:lnTo>
                  <a:pt x="4128" y="246"/>
                </a:lnTo>
                <a:cubicBezTo>
                  <a:pt x="4096" y="120"/>
                  <a:pt x="4002" y="57"/>
                  <a:pt x="3907" y="25"/>
                </a:cubicBezTo>
                <a:cubicBezTo>
                  <a:pt x="3872" y="8"/>
                  <a:pt x="3837" y="0"/>
                  <a:pt x="38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8" name="Google Shape;5898;p31"/>
          <p:cNvSpPr/>
          <p:nvPr/>
        </p:nvSpPr>
        <p:spPr>
          <a:xfrm>
            <a:off x="3649484" y="3331761"/>
            <a:ext cx="220733" cy="242428"/>
          </a:xfrm>
          <a:custGeom>
            <a:rect b="b" l="l" r="r" t="t"/>
            <a:pathLst>
              <a:path extrusionOk="0" h="7509" w="6837">
                <a:moveTo>
                  <a:pt x="5120" y="2079"/>
                </a:moveTo>
                <a:cubicBezTo>
                  <a:pt x="5206" y="2079"/>
                  <a:pt x="5293" y="2111"/>
                  <a:pt x="5356" y="2174"/>
                </a:cubicBezTo>
                <a:cubicBezTo>
                  <a:pt x="5451" y="2268"/>
                  <a:pt x="5451" y="2458"/>
                  <a:pt x="5356" y="2647"/>
                </a:cubicBezTo>
                <a:lnTo>
                  <a:pt x="3308" y="4694"/>
                </a:lnTo>
                <a:cubicBezTo>
                  <a:pt x="3214" y="4757"/>
                  <a:pt x="3151" y="4789"/>
                  <a:pt x="3056" y="4789"/>
                </a:cubicBezTo>
                <a:cubicBezTo>
                  <a:pt x="2993" y="4789"/>
                  <a:pt x="2899" y="4757"/>
                  <a:pt x="2836" y="4694"/>
                </a:cubicBezTo>
                <a:lnTo>
                  <a:pt x="2174" y="4001"/>
                </a:lnTo>
                <a:cubicBezTo>
                  <a:pt x="2048" y="3907"/>
                  <a:pt x="2048" y="3655"/>
                  <a:pt x="2174" y="3529"/>
                </a:cubicBezTo>
                <a:cubicBezTo>
                  <a:pt x="2221" y="3481"/>
                  <a:pt x="2308" y="3458"/>
                  <a:pt x="2399" y="3458"/>
                </a:cubicBezTo>
                <a:cubicBezTo>
                  <a:pt x="2489" y="3458"/>
                  <a:pt x="2584" y="3481"/>
                  <a:pt x="2647" y="3529"/>
                </a:cubicBezTo>
                <a:lnTo>
                  <a:pt x="3056" y="3970"/>
                </a:lnTo>
                <a:lnTo>
                  <a:pt x="4883" y="2174"/>
                </a:lnTo>
                <a:cubicBezTo>
                  <a:pt x="4946" y="2111"/>
                  <a:pt x="5033" y="2079"/>
                  <a:pt x="5120" y="2079"/>
                </a:cubicBezTo>
                <a:close/>
                <a:moveTo>
                  <a:pt x="1701" y="0"/>
                </a:moveTo>
                <a:cubicBezTo>
                  <a:pt x="725" y="0"/>
                  <a:pt x="0" y="756"/>
                  <a:pt x="0" y="1701"/>
                </a:cubicBezTo>
                <a:lnTo>
                  <a:pt x="0" y="4411"/>
                </a:lnTo>
                <a:cubicBezTo>
                  <a:pt x="0" y="5356"/>
                  <a:pt x="725" y="6112"/>
                  <a:pt x="1701" y="6112"/>
                </a:cubicBezTo>
                <a:lnTo>
                  <a:pt x="2048" y="6112"/>
                </a:lnTo>
                <a:lnTo>
                  <a:pt x="2048" y="7152"/>
                </a:lnTo>
                <a:cubicBezTo>
                  <a:pt x="2048" y="7309"/>
                  <a:pt x="2111" y="7435"/>
                  <a:pt x="2237" y="7467"/>
                </a:cubicBezTo>
                <a:cubicBezTo>
                  <a:pt x="2289" y="7493"/>
                  <a:pt x="2347" y="7508"/>
                  <a:pt x="2401" y="7508"/>
                </a:cubicBezTo>
                <a:cubicBezTo>
                  <a:pt x="2477" y="7508"/>
                  <a:pt x="2547" y="7478"/>
                  <a:pt x="2584" y="7404"/>
                </a:cubicBezTo>
                <a:lnTo>
                  <a:pt x="3844" y="6112"/>
                </a:lnTo>
                <a:lnTo>
                  <a:pt x="5073" y="6112"/>
                </a:lnTo>
                <a:cubicBezTo>
                  <a:pt x="6018" y="6112"/>
                  <a:pt x="6805" y="5356"/>
                  <a:pt x="6805" y="4411"/>
                </a:cubicBezTo>
                <a:lnTo>
                  <a:pt x="6805" y="1701"/>
                </a:lnTo>
                <a:cubicBezTo>
                  <a:pt x="6837" y="756"/>
                  <a:pt x="6049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9" name="Google Shape;5899;p31"/>
          <p:cNvSpPr/>
          <p:nvPr/>
        </p:nvSpPr>
        <p:spPr>
          <a:xfrm>
            <a:off x="3492836" y="3198488"/>
            <a:ext cx="243138" cy="264834"/>
          </a:xfrm>
          <a:custGeom>
            <a:rect b="b" l="l" r="r" t="t"/>
            <a:pathLst>
              <a:path extrusionOk="0" h="8203" w="7531">
                <a:moveTo>
                  <a:pt x="3781" y="1356"/>
                </a:moveTo>
                <a:cubicBezTo>
                  <a:pt x="4317" y="1356"/>
                  <a:pt x="4789" y="1828"/>
                  <a:pt x="4789" y="2395"/>
                </a:cubicBezTo>
                <a:cubicBezTo>
                  <a:pt x="4789" y="2710"/>
                  <a:pt x="4632" y="3025"/>
                  <a:pt x="4411" y="3214"/>
                </a:cubicBezTo>
                <a:cubicBezTo>
                  <a:pt x="4254" y="3341"/>
                  <a:pt x="4128" y="3530"/>
                  <a:pt x="4128" y="3782"/>
                </a:cubicBezTo>
                <a:cubicBezTo>
                  <a:pt x="4128" y="3971"/>
                  <a:pt x="3970" y="4128"/>
                  <a:pt x="3781" y="4128"/>
                </a:cubicBezTo>
                <a:cubicBezTo>
                  <a:pt x="3592" y="4128"/>
                  <a:pt x="3434" y="3971"/>
                  <a:pt x="3434" y="3782"/>
                </a:cubicBezTo>
                <a:cubicBezTo>
                  <a:pt x="3434" y="3341"/>
                  <a:pt x="3624" y="2931"/>
                  <a:pt x="3970" y="2679"/>
                </a:cubicBezTo>
                <a:cubicBezTo>
                  <a:pt x="4065" y="2584"/>
                  <a:pt x="4096" y="2521"/>
                  <a:pt x="4096" y="2395"/>
                </a:cubicBezTo>
                <a:cubicBezTo>
                  <a:pt x="4096" y="2206"/>
                  <a:pt x="3939" y="2049"/>
                  <a:pt x="3750" y="2049"/>
                </a:cubicBezTo>
                <a:cubicBezTo>
                  <a:pt x="3529" y="2049"/>
                  <a:pt x="3371" y="2206"/>
                  <a:pt x="3371" y="2395"/>
                </a:cubicBezTo>
                <a:cubicBezTo>
                  <a:pt x="3371" y="2584"/>
                  <a:pt x="3214" y="2742"/>
                  <a:pt x="3025" y="2742"/>
                </a:cubicBezTo>
                <a:cubicBezTo>
                  <a:pt x="2836" y="2742"/>
                  <a:pt x="2678" y="2584"/>
                  <a:pt x="2678" y="2395"/>
                </a:cubicBezTo>
                <a:cubicBezTo>
                  <a:pt x="2741" y="1828"/>
                  <a:pt x="3214" y="1356"/>
                  <a:pt x="3781" y="1356"/>
                </a:cubicBezTo>
                <a:close/>
                <a:moveTo>
                  <a:pt x="3781" y="4758"/>
                </a:moveTo>
                <a:cubicBezTo>
                  <a:pt x="3970" y="4758"/>
                  <a:pt x="4128" y="4916"/>
                  <a:pt x="4128" y="5105"/>
                </a:cubicBezTo>
                <a:cubicBezTo>
                  <a:pt x="4128" y="5294"/>
                  <a:pt x="3970" y="5451"/>
                  <a:pt x="3781" y="5451"/>
                </a:cubicBezTo>
                <a:cubicBezTo>
                  <a:pt x="3592" y="5451"/>
                  <a:pt x="3434" y="5294"/>
                  <a:pt x="3434" y="5105"/>
                </a:cubicBezTo>
                <a:cubicBezTo>
                  <a:pt x="3434" y="4916"/>
                  <a:pt x="3592" y="4758"/>
                  <a:pt x="3781" y="4758"/>
                </a:cubicBezTo>
                <a:close/>
                <a:moveTo>
                  <a:pt x="1733" y="1"/>
                </a:moveTo>
                <a:cubicBezTo>
                  <a:pt x="788" y="1"/>
                  <a:pt x="0" y="789"/>
                  <a:pt x="0" y="1734"/>
                </a:cubicBezTo>
                <a:lnTo>
                  <a:pt x="0" y="5136"/>
                </a:lnTo>
                <a:cubicBezTo>
                  <a:pt x="0" y="5987"/>
                  <a:pt x="631" y="6649"/>
                  <a:pt x="1418" y="6806"/>
                </a:cubicBezTo>
                <a:lnTo>
                  <a:pt x="1418" y="7846"/>
                </a:lnTo>
                <a:cubicBezTo>
                  <a:pt x="1418" y="8003"/>
                  <a:pt x="1481" y="8129"/>
                  <a:pt x="1607" y="8161"/>
                </a:cubicBezTo>
                <a:cubicBezTo>
                  <a:pt x="1659" y="8187"/>
                  <a:pt x="1717" y="8202"/>
                  <a:pt x="1771" y="8202"/>
                </a:cubicBezTo>
                <a:cubicBezTo>
                  <a:pt x="1848" y="8202"/>
                  <a:pt x="1917" y="8172"/>
                  <a:pt x="1954" y="8098"/>
                </a:cubicBezTo>
                <a:lnTo>
                  <a:pt x="3214" y="6838"/>
                </a:lnTo>
                <a:lnTo>
                  <a:pt x="4096" y="6838"/>
                </a:lnTo>
                <a:lnTo>
                  <a:pt x="4096" y="5798"/>
                </a:lnTo>
                <a:cubicBezTo>
                  <a:pt x="4096" y="4475"/>
                  <a:pt x="5167" y="3404"/>
                  <a:pt x="6490" y="3404"/>
                </a:cubicBezTo>
                <a:lnTo>
                  <a:pt x="7530" y="3404"/>
                </a:lnTo>
                <a:lnTo>
                  <a:pt x="7530" y="1734"/>
                </a:lnTo>
                <a:cubicBezTo>
                  <a:pt x="7530" y="789"/>
                  <a:pt x="6774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0" name="Google Shape;5900;p31"/>
          <p:cNvSpPr/>
          <p:nvPr/>
        </p:nvSpPr>
        <p:spPr>
          <a:xfrm>
            <a:off x="3559957" y="3760103"/>
            <a:ext cx="243138" cy="241104"/>
          </a:xfrm>
          <a:custGeom>
            <a:rect b="b" l="l" r="r" t="t"/>
            <a:pathLst>
              <a:path extrusionOk="0" h="7468" w="7531">
                <a:moveTo>
                  <a:pt x="3750" y="663"/>
                </a:moveTo>
                <a:cubicBezTo>
                  <a:pt x="3939" y="663"/>
                  <a:pt x="4096" y="820"/>
                  <a:pt x="4096" y="1009"/>
                </a:cubicBezTo>
                <a:lnTo>
                  <a:pt x="4096" y="3624"/>
                </a:lnTo>
                <a:lnTo>
                  <a:pt x="5357" y="4884"/>
                </a:lnTo>
                <a:cubicBezTo>
                  <a:pt x="5514" y="5042"/>
                  <a:pt x="5514" y="5231"/>
                  <a:pt x="5357" y="5357"/>
                </a:cubicBezTo>
                <a:cubicBezTo>
                  <a:pt x="5294" y="5420"/>
                  <a:pt x="5207" y="5451"/>
                  <a:pt x="5120" y="5451"/>
                </a:cubicBezTo>
                <a:cubicBezTo>
                  <a:pt x="5034" y="5451"/>
                  <a:pt x="4947" y="5420"/>
                  <a:pt x="4884" y="5357"/>
                </a:cubicBezTo>
                <a:lnTo>
                  <a:pt x="3498" y="3971"/>
                </a:lnTo>
                <a:cubicBezTo>
                  <a:pt x="3435" y="3908"/>
                  <a:pt x="3403" y="3813"/>
                  <a:pt x="3403" y="3719"/>
                </a:cubicBezTo>
                <a:lnTo>
                  <a:pt x="3403" y="1009"/>
                </a:lnTo>
                <a:cubicBezTo>
                  <a:pt x="3403" y="820"/>
                  <a:pt x="3561" y="663"/>
                  <a:pt x="3750" y="663"/>
                </a:cubicBezTo>
                <a:close/>
                <a:moveTo>
                  <a:pt x="3750" y="1"/>
                </a:moveTo>
                <a:cubicBezTo>
                  <a:pt x="1671" y="1"/>
                  <a:pt x="1" y="1702"/>
                  <a:pt x="1" y="3750"/>
                </a:cubicBezTo>
                <a:cubicBezTo>
                  <a:pt x="1" y="5829"/>
                  <a:pt x="1702" y="7468"/>
                  <a:pt x="3750" y="7468"/>
                </a:cubicBezTo>
                <a:cubicBezTo>
                  <a:pt x="5798" y="7468"/>
                  <a:pt x="7499" y="5798"/>
                  <a:pt x="7499" y="3750"/>
                </a:cubicBezTo>
                <a:cubicBezTo>
                  <a:pt x="7530" y="1702"/>
                  <a:pt x="5829" y="1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1" name="Google Shape;5901;p31"/>
          <p:cNvSpPr/>
          <p:nvPr/>
        </p:nvSpPr>
        <p:spPr>
          <a:xfrm>
            <a:off x="3492836" y="3692981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1355"/>
                </a:moveTo>
                <a:cubicBezTo>
                  <a:pt x="8286" y="1355"/>
                  <a:pt x="10271" y="3372"/>
                  <a:pt x="10271" y="5829"/>
                </a:cubicBezTo>
                <a:cubicBezTo>
                  <a:pt x="10271" y="8286"/>
                  <a:pt x="8318" y="10271"/>
                  <a:pt x="5829" y="10271"/>
                </a:cubicBezTo>
                <a:cubicBezTo>
                  <a:pt x="3403" y="10271"/>
                  <a:pt x="1387" y="8255"/>
                  <a:pt x="1387" y="5829"/>
                </a:cubicBezTo>
                <a:cubicBezTo>
                  <a:pt x="1387" y="3372"/>
                  <a:pt x="3371" y="1355"/>
                  <a:pt x="5829" y="1355"/>
                </a:cubicBezTo>
                <a:close/>
                <a:moveTo>
                  <a:pt x="5829" y="1"/>
                </a:moveTo>
                <a:cubicBezTo>
                  <a:pt x="2647" y="1"/>
                  <a:pt x="0" y="2616"/>
                  <a:pt x="0" y="5829"/>
                </a:cubicBezTo>
                <a:cubicBezTo>
                  <a:pt x="0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89" y="2616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2" name="Google Shape;5902;p31"/>
          <p:cNvSpPr/>
          <p:nvPr/>
        </p:nvSpPr>
        <p:spPr>
          <a:xfrm>
            <a:off x="2538288" y="4179456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3" name="Google Shape;5903;p31"/>
          <p:cNvSpPr txBox="1"/>
          <p:nvPr/>
        </p:nvSpPr>
        <p:spPr>
          <a:xfrm>
            <a:off x="635795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Quattrocento Sans"/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Help &amp; Support Icons</a:t>
            </a:r>
            <a:endParaRPr b="1" sz="2400">
              <a:solidFill>
                <a:srgbClr val="000000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5904" name="Google Shape;5904;p31"/>
          <p:cNvSpPr txBox="1"/>
          <p:nvPr/>
        </p:nvSpPr>
        <p:spPr>
          <a:xfrm>
            <a:off x="4902248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000000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Teamwork Icons</a:t>
            </a:r>
            <a:endParaRPr sz="1100"/>
          </a:p>
        </p:txBody>
      </p:sp>
      <p:sp>
        <p:nvSpPr>
          <p:cNvPr id="5905" name="Google Shape;5905;p31"/>
          <p:cNvSpPr/>
          <p:nvPr/>
        </p:nvSpPr>
        <p:spPr>
          <a:xfrm>
            <a:off x="4947980" y="1400234"/>
            <a:ext cx="112430" cy="109430"/>
          </a:xfrm>
          <a:custGeom>
            <a:rect b="b" l="l" r="r" t="t"/>
            <a:pathLst>
              <a:path extrusionOk="0" h="3466" w="3561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6" name="Google Shape;5906;p31"/>
          <p:cNvSpPr/>
          <p:nvPr/>
        </p:nvSpPr>
        <p:spPr>
          <a:xfrm>
            <a:off x="5080297" y="1269937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7" name="Google Shape;5907;p31"/>
          <p:cNvSpPr/>
          <p:nvPr/>
        </p:nvSpPr>
        <p:spPr>
          <a:xfrm>
            <a:off x="4903243" y="1504673"/>
            <a:ext cx="198970" cy="13727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8" name="Google Shape;5908;p31"/>
          <p:cNvSpPr/>
          <p:nvPr/>
        </p:nvSpPr>
        <p:spPr>
          <a:xfrm>
            <a:off x="4938050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9" name="Google Shape;5909;p31"/>
          <p:cNvSpPr/>
          <p:nvPr/>
        </p:nvSpPr>
        <p:spPr>
          <a:xfrm>
            <a:off x="5013665" y="1738903"/>
            <a:ext cx="155179" cy="131941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0" name="Google Shape;5910;p31"/>
          <p:cNvSpPr/>
          <p:nvPr/>
        </p:nvSpPr>
        <p:spPr>
          <a:xfrm>
            <a:off x="4902248" y="1870210"/>
            <a:ext cx="179079" cy="242508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1" name="Google Shape;5911;p31"/>
          <p:cNvSpPr/>
          <p:nvPr/>
        </p:nvSpPr>
        <p:spPr>
          <a:xfrm>
            <a:off x="5179763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2" name="Google Shape;5912;p31"/>
          <p:cNvSpPr/>
          <p:nvPr/>
        </p:nvSpPr>
        <p:spPr>
          <a:xfrm>
            <a:off x="5101181" y="1871221"/>
            <a:ext cx="179079" cy="243235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3" name="Google Shape;5913;p31"/>
          <p:cNvSpPr/>
          <p:nvPr/>
        </p:nvSpPr>
        <p:spPr>
          <a:xfrm>
            <a:off x="5045459" y="2216688"/>
            <a:ext cx="89571" cy="86572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4" name="Google Shape;5914;p31"/>
          <p:cNvSpPr/>
          <p:nvPr/>
        </p:nvSpPr>
        <p:spPr>
          <a:xfrm>
            <a:off x="4937041" y="2414643"/>
            <a:ext cx="87582" cy="86540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5" name="Google Shape;5915;p31"/>
          <p:cNvSpPr/>
          <p:nvPr/>
        </p:nvSpPr>
        <p:spPr>
          <a:xfrm>
            <a:off x="5157854" y="2415622"/>
            <a:ext cx="86572" cy="86572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6" name="Google Shape;5916;p31"/>
          <p:cNvSpPr/>
          <p:nvPr/>
        </p:nvSpPr>
        <p:spPr>
          <a:xfrm>
            <a:off x="4904238" y="2500171"/>
            <a:ext cx="154200" cy="90550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7" name="Google Shape;5917;p31"/>
          <p:cNvSpPr/>
          <p:nvPr/>
        </p:nvSpPr>
        <p:spPr>
          <a:xfrm>
            <a:off x="5013634" y="2301237"/>
            <a:ext cx="155210" cy="9152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8" name="Google Shape;5918;p31"/>
          <p:cNvSpPr/>
          <p:nvPr/>
        </p:nvSpPr>
        <p:spPr>
          <a:xfrm>
            <a:off x="5124041" y="2500171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9" name="Google Shape;5919;p31"/>
          <p:cNvSpPr/>
          <p:nvPr/>
        </p:nvSpPr>
        <p:spPr>
          <a:xfrm>
            <a:off x="5041481" y="2414643"/>
            <a:ext cx="97527" cy="81583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0" name="Google Shape;5920;p31"/>
          <p:cNvSpPr/>
          <p:nvPr/>
        </p:nvSpPr>
        <p:spPr>
          <a:xfrm>
            <a:off x="7398015" y="1445240"/>
            <a:ext cx="109430" cy="65671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1" name="Google Shape;5921;p31"/>
          <p:cNvSpPr/>
          <p:nvPr/>
        </p:nvSpPr>
        <p:spPr>
          <a:xfrm>
            <a:off x="7429839" y="1379602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2" name="Google Shape;5922;p31"/>
          <p:cNvSpPr/>
          <p:nvPr/>
        </p:nvSpPr>
        <p:spPr>
          <a:xfrm>
            <a:off x="7289598" y="1269670"/>
            <a:ext cx="328259" cy="372555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3" name="Google Shape;5923;p31"/>
          <p:cNvSpPr/>
          <p:nvPr/>
        </p:nvSpPr>
        <p:spPr>
          <a:xfrm>
            <a:off x="7265225" y="1937111"/>
            <a:ext cx="66650" cy="17510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4" name="Google Shape;5924;p31"/>
          <p:cNvSpPr/>
          <p:nvPr/>
        </p:nvSpPr>
        <p:spPr>
          <a:xfrm>
            <a:off x="7332852" y="1741146"/>
            <a:ext cx="240740" cy="202948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5" name="Google Shape;5925;p31"/>
          <p:cNvSpPr/>
          <p:nvPr/>
        </p:nvSpPr>
        <p:spPr>
          <a:xfrm>
            <a:off x="7353752" y="1930639"/>
            <a:ext cx="288478" cy="158683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6" name="Google Shape;5926;p31"/>
          <p:cNvSpPr/>
          <p:nvPr/>
        </p:nvSpPr>
        <p:spPr>
          <a:xfrm>
            <a:off x="7266219" y="2217194"/>
            <a:ext cx="277554" cy="283521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7" name="Google Shape;5927;p31"/>
          <p:cNvSpPr/>
          <p:nvPr/>
        </p:nvSpPr>
        <p:spPr>
          <a:xfrm>
            <a:off x="7399484" y="2303385"/>
            <a:ext cx="241751" cy="110598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8" name="Google Shape;5928;p31"/>
          <p:cNvSpPr/>
          <p:nvPr/>
        </p:nvSpPr>
        <p:spPr>
          <a:xfrm>
            <a:off x="7291066" y="2510621"/>
            <a:ext cx="238751" cy="79594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9" name="Google Shape;5929;p31"/>
          <p:cNvSpPr/>
          <p:nvPr/>
        </p:nvSpPr>
        <p:spPr>
          <a:xfrm>
            <a:off x="7332836" y="2281853"/>
            <a:ext cx="145265" cy="154200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0" name="Google Shape;5930;p31"/>
          <p:cNvSpPr/>
          <p:nvPr/>
        </p:nvSpPr>
        <p:spPr>
          <a:xfrm>
            <a:off x="6034988" y="2910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1" name="Google Shape;5931;p31"/>
          <p:cNvSpPr/>
          <p:nvPr/>
        </p:nvSpPr>
        <p:spPr>
          <a:xfrm>
            <a:off x="6014087" y="2976739"/>
            <a:ext cx="88561" cy="43791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2" name="Google Shape;5932;p31"/>
          <p:cNvSpPr/>
          <p:nvPr/>
        </p:nvSpPr>
        <p:spPr>
          <a:xfrm>
            <a:off x="5959373" y="2867312"/>
            <a:ext cx="197991" cy="219871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3" name="Google Shape;5933;p31"/>
          <p:cNvSpPr/>
          <p:nvPr/>
        </p:nvSpPr>
        <p:spPr>
          <a:xfrm>
            <a:off x="5937494" y="2713147"/>
            <a:ext cx="241751" cy="44801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4" name="Google Shape;5934;p31"/>
          <p:cNvSpPr/>
          <p:nvPr/>
        </p:nvSpPr>
        <p:spPr>
          <a:xfrm>
            <a:off x="5870846" y="2780774"/>
            <a:ext cx="373061" cy="174122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5" name="Google Shape;5935;p31"/>
          <p:cNvSpPr/>
          <p:nvPr/>
        </p:nvSpPr>
        <p:spPr>
          <a:xfrm>
            <a:off x="5868368" y="3203722"/>
            <a:ext cx="378018" cy="283521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6" name="Google Shape;5936;p31"/>
          <p:cNvSpPr/>
          <p:nvPr/>
        </p:nvSpPr>
        <p:spPr>
          <a:xfrm>
            <a:off x="5952917" y="3510061"/>
            <a:ext cx="198970" cy="4382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7" name="Google Shape;5937;p31"/>
          <p:cNvSpPr/>
          <p:nvPr/>
        </p:nvSpPr>
        <p:spPr>
          <a:xfrm>
            <a:off x="6022043" y="3700949"/>
            <a:ext cx="67660" cy="64692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8" name="Google Shape;5938;p31"/>
          <p:cNvSpPr/>
          <p:nvPr/>
        </p:nvSpPr>
        <p:spPr>
          <a:xfrm>
            <a:off x="5934527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9" name="Google Shape;5939;p31"/>
          <p:cNvSpPr/>
          <p:nvPr/>
        </p:nvSpPr>
        <p:spPr>
          <a:xfrm>
            <a:off x="6111581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0" name="Google Shape;5940;p31"/>
          <p:cNvSpPr/>
          <p:nvPr/>
        </p:nvSpPr>
        <p:spPr>
          <a:xfrm>
            <a:off x="5868857" y="3854135"/>
            <a:ext cx="377039" cy="154200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1" name="Google Shape;5941;p31"/>
          <p:cNvSpPr/>
          <p:nvPr/>
        </p:nvSpPr>
        <p:spPr>
          <a:xfrm>
            <a:off x="6080735" y="3995354"/>
            <a:ext cx="131342" cy="78616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2" name="Google Shape;5942;p31"/>
          <p:cNvSpPr/>
          <p:nvPr/>
        </p:nvSpPr>
        <p:spPr>
          <a:xfrm>
            <a:off x="5990219" y="3775553"/>
            <a:ext cx="132320" cy="55725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3" name="Google Shape;5943;p31"/>
          <p:cNvSpPr/>
          <p:nvPr/>
        </p:nvSpPr>
        <p:spPr>
          <a:xfrm>
            <a:off x="5903680" y="3995354"/>
            <a:ext cx="129353" cy="78616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4" name="Google Shape;5944;p31"/>
          <p:cNvSpPr/>
          <p:nvPr/>
        </p:nvSpPr>
        <p:spPr>
          <a:xfrm>
            <a:off x="8435385" y="2915050"/>
            <a:ext cx="86540" cy="106462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5" name="Google Shape;5945;p31"/>
          <p:cNvSpPr/>
          <p:nvPr/>
        </p:nvSpPr>
        <p:spPr>
          <a:xfrm>
            <a:off x="8383640" y="2981697"/>
            <a:ext cx="78616" cy="38834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6" name="Google Shape;5946;p31"/>
          <p:cNvSpPr/>
          <p:nvPr/>
        </p:nvSpPr>
        <p:spPr>
          <a:xfrm>
            <a:off x="8324948" y="2913061"/>
            <a:ext cx="87582" cy="107473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7" name="Google Shape;5947;p31"/>
          <p:cNvSpPr/>
          <p:nvPr/>
        </p:nvSpPr>
        <p:spPr>
          <a:xfrm>
            <a:off x="8303069" y="304237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8" name="Google Shape;5948;p31"/>
          <p:cNvSpPr/>
          <p:nvPr/>
        </p:nvSpPr>
        <p:spPr>
          <a:xfrm>
            <a:off x="8303069" y="271314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9" name="Google Shape;5949;p31"/>
          <p:cNvSpPr/>
          <p:nvPr/>
        </p:nvSpPr>
        <p:spPr>
          <a:xfrm>
            <a:off x="8325958" y="2777807"/>
            <a:ext cx="195971" cy="45022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0" name="Google Shape;5950;p31"/>
          <p:cNvSpPr/>
          <p:nvPr/>
        </p:nvSpPr>
        <p:spPr>
          <a:xfrm>
            <a:off x="8323969" y="2817587"/>
            <a:ext cx="196981" cy="93518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1" name="Google Shape;5951;p31"/>
          <p:cNvSpPr/>
          <p:nvPr/>
        </p:nvSpPr>
        <p:spPr>
          <a:xfrm>
            <a:off x="5377785" y="1268943"/>
            <a:ext cx="264641" cy="330248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2" name="Google Shape;5952;p31"/>
          <p:cNvSpPr/>
          <p:nvPr/>
        </p:nvSpPr>
        <p:spPr>
          <a:xfrm>
            <a:off x="5428521" y="1319647"/>
            <a:ext cx="59735" cy="60714"/>
          </a:xfrm>
          <a:custGeom>
            <a:rect b="b" l="l" r="r" t="t"/>
            <a:pathLst>
              <a:path extrusionOk="0" h="1923" w="1892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3" name="Google Shape;5953;p31"/>
          <p:cNvSpPr/>
          <p:nvPr/>
        </p:nvSpPr>
        <p:spPr>
          <a:xfrm>
            <a:off x="5511080" y="1403217"/>
            <a:ext cx="154200" cy="153221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4" name="Google Shape;5954;p31"/>
          <p:cNvSpPr/>
          <p:nvPr/>
        </p:nvSpPr>
        <p:spPr>
          <a:xfrm>
            <a:off x="5420564" y="1314690"/>
            <a:ext cx="242729" cy="306380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5" name="Google Shape;5955;p31"/>
          <p:cNvSpPr/>
          <p:nvPr/>
        </p:nvSpPr>
        <p:spPr>
          <a:xfrm>
            <a:off x="5640398" y="1530515"/>
            <a:ext cx="114419" cy="112430"/>
          </a:xfrm>
          <a:custGeom>
            <a:rect b="b" l="l" r="r" t="t"/>
            <a:pathLst>
              <a:path extrusionOk="0" h="3561" w="3624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6" name="Google Shape;5956;p31"/>
          <p:cNvSpPr/>
          <p:nvPr/>
        </p:nvSpPr>
        <p:spPr>
          <a:xfrm>
            <a:off x="5400691" y="1741145"/>
            <a:ext cx="262620" cy="371072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7" name="Google Shape;5957;p31"/>
          <p:cNvSpPr/>
          <p:nvPr/>
        </p:nvSpPr>
        <p:spPr>
          <a:xfrm>
            <a:off x="5681174" y="1827683"/>
            <a:ext cx="72648" cy="70659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8" name="Google Shape;5958;p31"/>
          <p:cNvSpPr/>
          <p:nvPr/>
        </p:nvSpPr>
        <p:spPr>
          <a:xfrm>
            <a:off x="5557981" y="1963946"/>
            <a:ext cx="58567" cy="56862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9" name="Google Shape;5959;p31"/>
          <p:cNvSpPr/>
          <p:nvPr/>
        </p:nvSpPr>
        <p:spPr>
          <a:xfrm>
            <a:off x="5588669" y="1868473"/>
            <a:ext cx="123385" cy="123385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0" name="Google Shape;5960;p31"/>
          <p:cNvSpPr/>
          <p:nvPr/>
        </p:nvSpPr>
        <p:spPr>
          <a:xfrm>
            <a:off x="5598614" y="1746133"/>
            <a:ext cx="59704" cy="59704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1" name="Google Shape;5961;p31"/>
          <p:cNvSpPr/>
          <p:nvPr/>
        </p:nvSpPr>
        <p:spPr>
          <a:xfrm>
            <a:off x="5378780" y="2069395"/>
            <a:ext cx="209926" cy="42812"/>
          </a:xfrm>
          <a:custGeom>
            <a:rect b="b" l="l" r="r" t="t"/>
            <a:pathLst>
              <a:path extrusionOk="0" h="1356" w="6649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2" name="Google Shape;5962;p31"/>
          <p:cNvSpPr/>
          <p:nvPr/>
        </p:nvSpPr>
        <p:spPr>
          <a:xfrm>
            <a:off x="5378291" y="2216199"/>
            <a:ext cx="376028" cy="375018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3" name="Google Shape;5963;p31"/>
          <p:cNvSpPr/>
          <p:nvPr/>
        </p:nvSpPr>
        <p:spPr>
          <a:xfrm>
            <a:off x="5521532" y="2436002"/>
            <a:ext cx="91560" cy="65671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4" name="Google Shape;5964;p31"/>
          <p:cNvSpPr/>
          <p:nvPr/>
        </p:nvSpPr>
        <p:spPr>
          <a:xfrm>
            <a:off x="5544421" y="2370364"/>
            <a:ext cx="44801" cy="44801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5" name="Google Shape;5965;p31"/>
          <p:cNvSpPr/>
          <p:nvPr/>
        </p:nvSpPr>
        <p:spPr>
          <a:xfrm>
            <a:off x="5468807" y="2303716"/>
            <a:ext cx="196981" cy="173112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6" name="Google Shape;5966;p31"/>
          <p:cNvSpPr/>
          <p:nvPr/>
        </p:nvSpPr>
        <p:spPr>
          <a:xfrm>
            <a:off x="7891120" y="1269433"/>
            <a:ext cx="86572" cy="87551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7" name="Google Shape;5967;p31"/>
          <p:cNvSpPr/>
          <p:nvPr/>
        </p:nvSpPr>
        <p:spPr>
          <a:xfrm>
            <a:off x="7857306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8" name="Google Shape;5968;p31"/>
          <p:cNvSpPr/>
          <p:nvPr/>
        </p:nvSpPr>
        <p:spPr>
          <a:xfrm>
            <a:off x="7900086" y="1533025"/>
            <a:ext cx="22890" cy="43791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9" name="Google Shape;5969;p31"/>
          <p:cNvSpPr/>
          <p:nvPr/>
        </p:nvSpPr>
        <p:spPr>
          <a:xfrm>
            <a:off x="7813548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0" name="Google Shape;5970;p31"/>
          <p:cNvSpPr/>
          <p:nvPr/>
        </p:nvSpPr>
        <p:spPr>
          <a:xfrm>
            <a:off x="7943845" y="1533025"/>
            <a:ext cx="43791" cy="43791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1" name="Google Shape;5971;p31"/>
          <p:cNvSpPr/>
          <p:nvPr/>
        </p:nvSpPr>
        <p:spPr>
          <a:xfrm>
            <a:off x="7746900" y="1468366"/>
            <a:ext cx="308369" cy="174091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2" name="Google Shape;5972;p31"/>
          <p:cNvSpPr/>
          <p:nvPr/>
        </p:nvSpPr>
        <p:spPr>
          <a:xfrm>
            <a:off x="8077140" y="1512125"/>
            <a:ext cx="43791" cy="86572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3" name="Google Shape;5973;p31"/>
          <p:cNvSpPr/>
          <p:nvPr/>
        </p:nvSpPr>
        <p:spPr>
          <a:xfrm>
            <a:off x="7857306" y="1353982"/>
            <a:ext cx="154200" cy="92539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4" name="Google Shape;5974;p31"/>
          <p:cNvSpPr/>
          <p:nvPr/>
        </p:nvSpPr>
        <p:spPr>
          <a:xfrm>
            <a:off x="7911515" y="1848064"/>
            <a:ext cx="44801" cy="44801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5" name="Google Shape;5975;p31"/>
          <p:cNvSpPr/>
          <p:nvPr/>
        </p:nvSpPr>
        <p:spPr>
          <a:xfrm>
            <a:off x="7892635" y="1914712"/>
            <a:ext cx="84583" cy="42812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6" name="Google Shape;5976;p31"/>
          <p:cNvSpPr/>
          <p:nvPr/>
        </p:nvSpPr>
        <p:spPr>
          <a:xfrm>
            <a:off x="7856801" y="1805315"/>
            <a:ext cx="154232" cy="124364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7" name="Google Shape;5977;p31"/>
          <p:cNvSpPr/>
          <p:nvPr/>
        </p:nvSpPr>
        <p:spPr>
          <a:xfrm>
            <a:off x="7788196" y="1740467"/>
            <a:ext cx="289488" cy="326460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8" name="Google Shape;5978;p31"/>
          <p:cNvSpPr/>
          <p:nvPr/>
        </p:nvSpPr>
        <p:spPr>
          <a:xfrm>
            <a:off x="7769285" y="2004249"/>
            <a:ext cx="329270" cy="10864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9" name="Google Shape;5979;p31"/>
          <p:cNvSpPr/>
          <p:nvPr/>
        </p:nvSpPr>
        <p:spPr>
          <a:xfrm>
            <a:off x="7859312" y="2282359"/>
            <a:ext cx="154200" cy="88561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0" name="Google Shape;5980;p31"/>
          <p:cNvSpPr/>
          <p:nvPr/>
        </p:nvSpPr>
        <p:spPr>
          <a:xfrm>
            <a:off x="7812554" y="2501182"/>
            <a:ext cx="242729" cy="89540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1" name="Google Shape;5981;p31"/>
          <p:cNvSpPr/>
          <p:nvPr/>
        </p:nvSpPr>
        <p:spPr>
          <a:xfrm>
            <a:off x="7893125" y="2216690"/>
            <a:ext cx="86572" cy="44801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2" name="Google Shape;5982;p31"/>
          <p:cNvSpPr/>
          <p:nvPr/>
        </p:nvSpPr>
        <p:spPr>
          <a:xfrm>
            <a:off x="7860322" y="2391755"/>
            <a:ext cx="150222" cy="88561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3" name="Google Shape;5983;p31"/>
          <p:cNvSpPr/>
          <p:nvPr/>
        </p:nvSpPr>
        <p:spPr>
          <a:xfrm>
            <a:off x="6427700" y="2911085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4" name="Google Shape;5984;p31"/>
          <p:cNvSpPr/>
          <p:nvPr/>
        </p:nvSpPr>
        <p:spPr>
          <a:xfrm>
            <a:off x="6406799" y="2977733"/>
            <a:ext cx="87582" cy="43791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5" name="Google Shape;5985;p31"/>
          <p:cNvSpPr/>
          <p:nvPr/>
        </p:nvSpPr>
        <p:spPr>
          <a:xfrm>
            <a:off x="6342172" y="2846426"/>
            <a:ext cx="373029" cy="239762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6" name="Google Shape;5986;p31"/>
          <p:cNvSpPr/>
          <p:nvPr/>
        </p:nvSpPr>
        <p:spPr>
          <a:xfrm>
            <a:off x="6450589" y="2779779"/>
            <a:ext cx="154200" cy="88561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7" name="Google Shape;5987;p31"/>
          <p:cNvSpPr/>
          <p:nvPr/>
        </p:nvSpPr>
        <p:spPr>
          <a:xfrm>
            <a:off x="6472468" y="2714141"/>
            <a:ext cx="109430" cy="44801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8" name="Google Shape;5988;p31"/>
          <p:cNvSpPr/>
          <p:nvPr/>
        </p:nvSpPr>
        <p:spPr>
          <a:xfrm>
            <a:off x="6406814" y="3301689"/>
            <a:ext cx="21911" cy="10946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9" name="Google Shape;5989;p31"/>
          <p:cNvSpPr/>
          <p:nvPr/>
        </p:nvSpPr>
        <p:spPr>
          <a:xfrm>
            <a:off x="6627627" y="3301689"/>
            <a:ext cx="22922" cy="10946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0" name="Google Shape;5990;p31"/>
          <p:cNvSpPr/>
          <p:nvPr/>
        </p:nvSpPr>
        <p:spPr>
          <a:xfrm>
            <a:off x="6406814" y="3432996"/>
            <a:ext cx="21911" cy="131342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1" name="Google Shape;5991;p31"/>
          <p:cNvSpPr/>
          <p:nvPr/>
        </p:nvSpPr>
        <p:spPr>
          <a:xfrm>
            <a:off x="6627627" y="3432996"/>
            <a:ext cx="22922" cy="131342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2" name="Google Shape;5992;p31"/>
          <p:cNvSpPr/>
          <p:nvPr/>
        </p:nvSpPr>
        <p:spPr>
          <a:xfrm>
            <a:off x="6342155" y="3301689"/>
            <a:ext cx="43791" cy="10946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3" name="Google Shape;5993;p31"/>
          <p:cNvSpPr/>
          <p:nvPr/>
        </p:nvSpPr>
        <p:spPr>
          <a:xfrm>
            <a:off x="6451583" y="3301689"/>
            <a:ext cx="154200" cy="10946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4" name="Google Shape;5994;p31"/>
          <p:cNvSpPr/>
          <p:nvPr/>
        </p:nvSpPr>
        <p:spPr>
          <a:xfrm>
            <a:off x="6671385" y="3417083"/>
            <a:ext cx="43823" cy="148233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5" name="Google Shape;5995;p31"/>
          <p:cNvSpPr/>
          <p:nvPr/>
        </p:nvSpPr>
        <p:spPr>
          <a:xfrm>
            <a:off x="6342155" y="3417083"/>
            <a:ext cx="43791" cy="14725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6" name="Google Shape;5996;p31"/>
          <p:cNvSpPr/>
          <p:nvPr/>
        </p:nvSpPr>
        <p:spPr>
          <a:xfrm>
            <a:off x="6517220" y="3432996"/>
            <a:ext cx="21911" cy="22922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7" name="Google Shape;5997;p31"/>
          <p:cNvSpPr/>
          <p:nvPr/>
        </p:nvSpPr>
        <p:spPr>
          <a:xfrm>
            <a:off x="6671385" y="3301689"/>
            <a:ext cx="43823" cy="10946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8" name="Google Shape;5998;p31"/>
          <p:cNvSpPr/>
          <p:nvPr/>
        </p:nvSpPr>
        <p:spPr>
          <a:xfrm>
            <a:off x="6451583" y="3432996"/>
            <a:ext cx="154200" cy="131342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9" name="Google Shape;5999;p31"/>
          <p:cNvSpPr/>
          <p:nvPr/>
        </p:nvSpPr>
        <p:spPr>
          <a:xfrm>
            <a:off x="6450572" y="3192293"/>
            <a:ext cx="154200" cy="87551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0" name="Google Shape;6000;p31"/>
          <p:cNvSpPr/>
          <p:nvPr/>
        </p:nvSpPr>
        <p:spPr>
          <a:xfrm>
            <a:off x="6627153" y="3943167"/>
            <a:ext cx="65671" cy="131310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1" name="Google Shape;6001;p31"/>
          <p:cNvSpPr/>
          <p:nvPr/>
        </p:nvSpPr>
        <p:spPr>
          <a:xfrm>
            <a:off x="6452088" y="3943167"/>
            <a:ext cx="153190" cy="63934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2" name="Google Shape;6002;p31"/>
          <p:cNvSpPr/>
          <p:nvPr/>
        </p:nvSpPr>
        <p:spPr>
          <a:xfrm>
            <a:off x="6452088" y="4013793"/>
            <a:ext cx="153190" cy="60682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3" name="Google Shape;6003;p31"/>
          <p:cNvSpPr/>
          <p:nvPr/>
        </p:nvSpPr>
        <p:spPr>
          <a:xfrm>
            <a:off x="6364540" y="3942157"/>
            <a:ext cx="65702" cy="132320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4" name="Google Shape;6004;p31"/>
          <p:cNvSpPr/>
          <p:nvPr/>
        </p:nvSpPr>
        <p:spPr>
          <a:xfrm>
            <a:off x="6462033" y="3809871"/>
            <a:ext cx="131310" cy="133331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5" name="Google Shape;6005;p31"/>
          <p:cNvSpPr/>
          <p:nvPr/>
        </p:nvSpPr>
        <p:spPr>
          <a:xfrm>
            <a:off x="6406309" y="3700444"/>
            <a:ext cx="240772" cy="219871"/>
          </a:xfrm>
          <a:custGeom>
            <a:rect b="b" l="l" r="r" t="t"/>
            <a:pathLst>
              <a:path extrusionOk="0" h="6964" w="7626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6" name="Google Shape;6006;p31"/>
          <p:cNvSpPr/>
          <p:nvPr/>
        </p:nvSpPr>
        <p:spPr>
          <a:xfrm>
            <a:off x="8237431" y="3366854"/>
            <a:ext cx="373029" cy="197960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7" name="Google Shape;6007;p31"/>
          <p:cNvSpPr/>
          <p:nvPr/>
        </p:nvSpPr>
        <p:spPr>
          <a:xfrm>
            <a:off x="8367727" y="3433502"/>
            <a:ext cx="111419" cy="21911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8" name="Google Shape;6008;p31"/>
          <p:cNvSpPr/>
          <p:nvPr/>
        </p:nvSpPr>
        <p:spPr>
          <a:xfrm>
            <a:off x="8259310" y="3192799"/>
            <a:ext cx="109430" cy="43791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9" name="Google Shape;6009;p31"/>
          <p:cNvSpPr/>
          <p:nvPr/>
        </p:nvSpPr>
        <p:spPr>
          <a:xfrm>
            <a:off x="8258300" y="3257426"/>
            <a:ext cx="109462" cy="87582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0" name="Google Shape;6010;p31"/>
          <p:cNvSpPr/>
          <p:nvPr/>
        </p:nvSpPr>
        <p:spPr>
          <a:xfrm>
            <a:off x="8481101" y="3213668"/>
            <a:ext cx="108452" cy="87582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1" name="Google Shape;6011;p31"/>
          <p:cNvSpPr/>
          <p:nvPr/>
        </p:nvSpPr>
        <p:spPr>
          <a:xfrm>
            <a:off x="8479112" y="3324074"/>
            <a:ext cx="109462" cy="21911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2" name="Google Shape;6012;p31"/>
          <p:cNvSpPr/>
          <p:nvPr/>
        </p:nvSpPr>
        <p:spPr>
          <a:xfrm>
            <a:off x="8389607" y="3236557"/>
            <a:ext cx="67660" cy="109430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3" name="Google Shape;6013;p31"/>
          <p:cNvSpPr/>
          <p:nvPr/>
        </p:nvSpPr>
        <p:spPr>
          <a:xfrm>
            <a:off x="5996819" y="1403217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4" name="Google Shape;6014;p31"/>
          <p:cNvSpPr/>
          <p:nvPr/>
        </p:nvSpPr>
        <p:spPr>
          <a:xfrm>
            <a:off x="5853610" y="1268943"/>
            <a:ext cx="375018" cy="37400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5" name="Google Shape;6015;p31"/>
          <p:cNvSpPr/>
          <p:nvPr/>
        </p:nvSpPr>
        <p:spPr>
          <a:xfrm>
            <a:off x="5966984" y="1487766"/>
            <a:ext cx="147254" cy="66681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6" name="Google Shape;6016;p31"/>
          <p:cNvSpPr/>
          <p:nvPr/>
        </p:nvSpPr>
        <p:spPr>
          <a:xfrm>
            <a:off x="5855127" y="1741277"/>
            <a:ext cx="372050" cy="371040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7" name="Google Shape;6017;p31"/>
          <p:cNvSpPr/>
          <p:nvPr/>
        </p:nvSpPr>
        <p:spPr>
          <a:xfrm>
            <a:off x="5853104" y="2215837"/>
            <a:ext cx="376028" cy="375744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8" name="Google Shape;6018;p31"/>
          <p:cNvSpPr/>
          <p:nvPr/>
        </p:nvSpPr>
        <p:spPr>
          <a:xfrm>
            <a:off x="6029148" y="2350112"/>
            <a:ext cx="21911" cy="65671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9" name="Google Shape;6019;p31"/>
          <p:cNvSpPr/>
          <p:nvPr/>
        </p:nvSpPr>
        <p:spPr>
          <a:xfrm>
            <a:off x="5941631" y="2393870"/>
            <a:ext cx="21911" cy="21911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0" name="Google Shape;6020;p31"/>
          <p:cNvSpPr/>
          <p:nvPr/>
        </p:nvSpPr>
        <p:spPr>
          <a:xfrm>
            <a:off x="6116696" y="2306353"/>
            <a:ext cx="22890" cy="109430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1" name="Google Shape;6021;p31"/>
          <p:cNvSpPr/>
          <p:nvPr/>
        </p:nvSpPr>
        <p:spPr>
          <a:xfrm>
            <a:off x="8272840" y="1269433"/>
            <a:ext cx="284531" cy="262620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2" name="Google Shape;6022;p31"/>
          <p:cNvSpPr/>
          <p:nvPr/>
        </p:nvSpPr>
        <p:spPr>
          <a:xfrm>
            <a:off x="8393223" y="1334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3" name="Google Shape;6023;p31"/>
          <p:cNvSpPr/>
          <p:nvPr/>
        </p:nvSpPr>
        <p:spPr>
          <a:xfrm>
            <a:off x="8339488" y="1553894"/>
            <a:ext cx="153221" cy="44801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4" name="Google Shape;6024;p31"/>
          <p:cNvSpPr/>
          <p:nvPr/>
        </p:nvSpPr>
        <p:spPr>
          <a:xfrm>
            <a:off x="8361367" y="1401718"/>
            <a:ext cx="109462" cy="65671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5" name="Google Shape;6025;p31"/>
          <p:cNvSpPr/>
          <p:nvPr/>
        </p:nvSpPr>
        <p:spPr>
          <a:xfrm>
            <a:off x="8361367" y="1620542"/>
            <a:ext cx="110441" cy="21911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6" name="Google Shape;6026;p31"/>
          <p:cNvSpPr/>
          <p:nvPr/>
        </p:nvSpPr>
        <p:spPr>
          <a:xfrm>
            <a:off x="8218713" y="1739414"/>
            <a:ext cx="392951" cy="374766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7" name="Google Shape;6027;p31"/>
          <p:cNvSpPr/>
          <p:nvPr/>
        </p:nvSpPr>
        <p:spPr>
          <a:xfrm>
            <a:off x="8227093" y="2347507"/>
            <a:ext cx="376028" cy="242729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8" name="Google Shape;6028;p31"/>
          <p:cNvSpPr/>
          <p:nvPr/>
        </p:nvSpPr>
        <p:spPr>
          <a:xfrm>
            <a:off x="8391203" y="2282848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9" name="Google Shape;6029;p31"/>
          <p:cNvSpPr/>
          <p:nvPr/>
        </p:nvSpPr>
        <p:spPr>
          <a:xfrm>
            <a:off x="8315620" y="2217179"/>
            <a:ext cx="195971" cy="171123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0" name="Google Shape;6030;p31"/>
          <p:cNvSpPr/>
          <p:nvPr/>
        </p:nvSpPr>
        <p:spPr>
          <a:xfrm>
            <a:off x="6925386" y="2800506"/>
            <a:ext cx="154200" cy="125374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1" name="Google Shape;6031;p31"/>
          <p:cNvSpPr/>
          <p:nvPr/>
        </p:nvSpPr>
        <p:spPr>
          <a:xfrm>
            <a:off x="6981079" y="2845274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2" name="Google Shape;6032;p31"/>
          <p:cNvSpPr/>
          <p:nvPr/>
        </p:nvSpPr>
        <p:spPr>
          <a:xfrm>
            <a:off x="6839858" y="2712484"/>
            <a:ext cx="327281" cy="32977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3" name="Google Shape;6033;p31"/>
          <p:cNvSpPr/>
          <p:nvPr/>
        </p:nvSpPr>
        <p:spPr>
          <a:xfrm>
            <a:off x="6961189" y="2910944"/>
            <a:ext cx="84583" cy="43791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4" name="Google Shape;6034;p31"/>
          <p:cNvSpPr/>
          <p:nvPr/>
        </p:nvSpPr>
        <p:spPr>
          <a:xfrm>
            <a:off x="7070616" y="2975571"/>
            <a:ext cx="120386" cy="109841"/>
          </a:xfrm>
          <a:custGeom>
            <a:rect b="b" l="l" r="r" t="t"/>
            <a:pathLst>
              <a:path extrusionOk="0" h="3479" w="3813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5" name="Google Shape;6035;p31"/>
          <p:cNvSpPr/>
          <p:nvPr/>
        </p:nvSpPr>
        <p:spPr>
          <a:xfrm>
            <a:off x="6816969" y="2977560"/>
            <a:ext cx="120386" cy="110283"/>
          </a:xfrm>
          <a:custGeom>
            <a:rect b="b" l="l" r="r" t="t"/>
            <a:pathLst>
              <a:path extrusionOk="0" h="3493" w="3813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6" name="Google Shape;6036;p31"/>
          <p:cNvSpPr/>
          <p:nvPr/>
        </p:nvSpPr>
        <p:spPr>
          <a:xfrm>
            <a:off x="6915441" y="3367358"/>
            <a:ext cx="176080" cy="17608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7" name="Google Shape;6037;p31"/>
          <p:cNvSpPr/>
          <p:nvPr/>
        </p:nvSpPr>
        <p:spPr>
          <a:xfrm>
            <a:off x="7080561" y="3214172"/>
            <a:ext cx="87551" cy="87551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8" name="Google Shape;6038;p31"/>
          <p:cNvSpPr/>
          <p:nvPr/>
        </p:nvSpPr>
        <p:spPr>
          <a:xfrm>
            <a:off x="6839858" y="3214172"/>
            <a:ext cx="86540" cy="87551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9" name="Google Shape;6039;p31"/>
          <p:cNvSpPr/>
          <p:nvPr/>
        </p:nvSpPr>
        <p:spPr>
          <a:xfrm>
            <a:off x="6816969" y="3301689"/>
            <a:ext cx="132320" cy="65702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0" name="Google Shape;6040;p31"/>
          <p:cNvSpPr/>
          <p:nvPr/>
        </p:nvSpPr>
        <p:spPr>
          <a:xfrm>
            <a:off x="7059661" y="3301689"/>
            <a:ext cx="131342" cy="65702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1" name="Google Shape;6041;p31"/>
          <p:cNvSpPr/>
          <p:nvPr/>
        </p:nvSpPr>
        <p:spPr>
          <a:xfrm>
            <a:off x="7064649" y="3389237"/>
            <a:ext cx="126353" cy="66681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2" name="Google Shape;6042;p31"/>
          <p:cNvSpPr/>
          <p:nvPr/>
        </p:nvSpPr>
        <p:spPr>
          <a:xfrm>
            <a:off x="6816969" y="3389237"/>
            <a:ext cx="127363" cy="65671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3" name="Google Shape;6043;p31"/>
          <p:cNvSpPr/>
          <p:nvPr/>
        </p:nvSpPr>
        <p:spPr>
          <a:xfrm>
            <a:off x="7023858" y="3801394"/>
            <a:ext cx="84583" cy="132352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4" name="Google Shape;6044;p31"/>
          <p:cNvSpPr/>
          <p:nvPr/>
        </p:nvSpPr>
        <p:spPr>
          <a:xfrm>
            <a:off x="6910453" y="3700933"/>
            <a:ext cx="111451" cy="65702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5" name="Google Shape;6045;p31"/>
          <p:cNvSpPr/>
          <p:nvPr/>
        </p:nvSpPr>
        <p:spPr>
          <a:xfrm>
            <a:off x="6899529" y="3788481"/>
            <a:ext cx="131342" cy="285510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6" name="Google Shape;6046;p31"/>
          <p:cNvSpPr/>
          <p:nvPr/>
        </p:nvSpPr>
        <p:spPr>
          <a:xfrm>
            <a:off x="8302073" y="3988410"/>
            <a:ext cx="22922" cy="22890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7" name="Google Shape;6047;p31"/>
          <p:cNvSpPr/>
          <p:nvPr/>
        </p:nvSpPr>
        <p:spPr>
          <a:xfrm>
            <a:off x="8236435" y="3745718"/>
            <a:ext cx="287499" cy="328259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8" name="Google Shape;6048;p31"/>
          <p:cNvSpPr/>
          <p:nvPr/>
        </p:nvSpPr>
        <p:spPr>
          <a:xfrm>
            <a:off x="8312018" y="3700950"/>
            <a:ext cx="134309" cy="67660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9" name="Google Shape;6049;p31"/>
          <p:cNvSpPr/>
          <p:nvPr/>
        </p:nvSpPr>
        <p:spPr>
          <a:xfrm>
            <a:off x="8543786" y="3855115"/>
            <a:ext cx="65671" cy="133331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0" name="Google Shape;6050;p31"/>
          <p:cNvSpPr/>
          <p:nvPr/>
        </p:nvSpPr>
        <p:spPr>
          <a:xfrm>
            <a:off x="8545775" y="3789477"/>
            <a:ext cx="65671" cy="43791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1" name="Google Shape;6051;p31"/>
          <p:cNvSpPr/>
          <p:nvPr/>
        </p:nvSpPr>
        <p:spPr>
          <a:xfrm>
            <a:off x="8550732" y="3999334"/>
            <a:ext cx="54747" cy="54747"/>
          </a:xfrm>
          <a:custGeom>
            <a:rect b="b" l="l" r="r" t="t"/>
            <a:pathLst>
              <a:path extrusionOk="0" h="1734" w="1734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2" name="Google Shape;6052;p31"/>
          <p:cNvSpPr/>
          <p:nvPr/>
        </p:nvSpPr>
        <p:spPr>
          <a:xfrm>
            <a:off x="6348813" y="1385152"/>
            <a:ext cx="351149" cy="249707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3" name="Google Shape;6053;p31"/>
          <p:cNvSpPr/>
          <p:nvPr/>
        </p:nvSpPr>
        <p:spPr>
          <a:xfrm>
            <a:off x="6327944" y="1261833"/>
            <a:ext cx="350139" cy="249928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4" name="Google Shape;6054;p31"/>
          <p:cNvSpPr/>
          <p:nvPr/>
        </p:nvSpPr>
        <p:spPr>
          <a:xfrm>
            <a:off x="6394561" y="1328481"/>
            <a:ext cx="238783" cy="238751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5" name="Google Shape;6055;p31"/>
          <p:cNvSpPr/>
          <p:nvPr/>
        </p:nvSpPr>
        <p:spPr>
          <a:xfrm>
            <a:off x="6523346" y="1979890"/>
            <a:ext cx="22922" cy="44770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6" name="Google Shape;6056;p31"/>
          <p:cNvSpPr/>
          <p:nvPr/>
        </p:nvSpPr>
        <p:spPr>
          <a:xfrm>
            <a:off x="6479588" y="1913242"/>
            <a:ext cx="22890" cy="44770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7" name="Google Shape;6057;p31"/>
          <p:cNvSpPr/>
          <p:nvPr/>
        </p:nvSpPr>
        <p:spPr>
          <a:xfrm>
            <a:off x="6343324" y="1740166"/>
            <a:ext cx="341204" cy="37302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8" name="Google Shape;6058;p31"/>
          <p:cNvSpPr/>
          <p:nvPr/>
        </p:nvSpPr>
        <p:spPr>
          <a:xfrm>
            <a:off x="6483077" y="2217194"/>
            <a:ext cx="64692" cy="64692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9" name="Google Shape;6059;p31"/>
          <p:cNvSpPr/>
          <p:nvPr/>
        </p:nvSpPr>
        <p:spPr>
          <a:xfrm>
            <a:off x="6325913" y="2355446"/>
            <a:ext cx="376028" cy="23477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0" name="Google Shape;6060;p31"/>
          <p:cNvSpPr/>
          <p:nvPr/>
        </p:nvSpPr>
        <p:spPr>
          <a:xfrm>
            <a:off x="6460187" y="2303732"/>
            <a:ext cx="109462" cy="87551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1" name="Google Shape;6061;p31"/>
          <p:cNvSpPr/>
          <p:nvPr/>
        </p:nvSpPr>
        <p:spPr>
          <a:xfrm>
            <a:off x="5070647" y="2855378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2" name="Google Shape;6062;p31"/>
          <p:cNvSpPr/>
          <p:nvPr/>
        </p:nvSpPr>
        <p:spPr>
          <a:xfrm>
            <a:off x="4971196" y="2713147"/>
            <a:ext cx="109430" cy="10946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3" name="Google Shape;6063;p31"/>
          <p:cNvSpPr/>
          <p:nvPr/>
        </p:nvSpPr>
        <p:spPr>
          <a:xfrm>
            <a:off x="5147240" y="271314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4" name="Google Shape;6064;p31"/>
          <p:cNvSpPr/>
          <p:nvPr/>
        </p:nvSpPr>
        <p:spPr>
          <a:xfrm>
            <a:off x="5086558" y="2958838"/>
            <a:ext cx="52758" cy="31857"/>
          </a:xfrm>
          <a:custGeom>
            <a:rect b="b" l="l" r="r" t="t"/>
            <a:pathLst>
              <a:path extrusionOk="0" h="1009" w="1671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5" name="Google Shape;6065;p31"/>
          <p:cNvSpPr/>
          <p:nvPr/>
        </p:nvSpPr>
        <p:spPr>
          <a:xfrm>
            <a:off x="5015933" y="2951860"/>
            <a:ext cx="88561" cy="134309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6" name="Google Shape;6066;p31"/>
          <p:cNvSpPr/>
          <p:nvPr/>
        </p:nvSpPr>
        <p:spPr>
          <a:xfrm>
            <a:off x="5125361" y="2952871"/>
            <a:ext cx="88561" cy="134309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7" name="Google Shape;6067;p31"/>
          <p:cNvSpPr/>
          <p:nvPr/>
        </p:nvSpPr>
        <p:spPr>
          <a:xfrm>
            <a:off x="5128360" y="2818596"/>
            <a:ext cx="174091" cy="13727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8" name="Google Shape;6068;p31"/>
          <p:cNvSpPr/>
          <p:nvPr/>
        </p:nvSpPr>
        <p:spPr>
          <a:xfrm>
            <a:off x="4928416" y="2817586"/>
            <a:ext cx="172102" cy="137309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9" name="Google Shape;6069;p31"/>
          <p:cNvSpPr/>
          <p:nvPr/>
        </p:nvSpPr>
        <p:spPr>
          <a:xfrm>
            <a:off x="5095020" y="3360397"/>
            <a:ext cx="22922" cy="20901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0" name="Google Shape;6070;p31"/>
          <p:cNvSpPr/>
          <p:nvPr/>
        </p:nvSpPr>
        <p:spPr>
          <a:xfrm>
            <a:off x="5046305" y="3316355"/>
            <a:ext cx="119376" cy="10946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1" name="Google Shape;6071;p31"/>
          <p:cNvSpPr/>
          <p:nvPr/>
        </p:nvSpPr>
        <p:spPr>
          <a:xfrm>
            <a:off x="5152733" y="3205222"/>
            <a:ext cx="149212" cy="150222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2" name="Google Shape;6072;p31"/>
          <p:cNvSpPr/>
          <p:nvPr/>
        </p:nvSpPr>
        <p:spPr>
          <a:xfrm>
            <a:off x="5098019" y="3424046"/>
            <a:ext cx="130331" cy="129321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3" name="Google Shape;6073;p31"/>
          <p:cNvSpPr/>
          <p:nvPr/>
        </p:nvSpPr>
        <p:spPr>
          <a:xfrm>
            <a:off x="5174612" y="3363364"/>
            <a:ext cx="113408" cy="112461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4" name="Google Shape;6074;p31"/>
          <p:cNvSpPr/>
          <p:nvPr/>
        </p:nvSpPr>
        <p:spPr>
          <a:xfrm>
            <a:off x="4938866" y="3415079"/>
            <a:ext cx="152211" cy="14924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5" name="Google Shape;6075;p31"/>
          <p:cNvSpPr/>
          <p:nvPr/>
        </p:nvSpPr>
        <p:spPr>
          <a:xfrm>
            <a:off x="5098019" y="3193288"/>
            <a:ext cx="131342" cy="106462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6" name="Google Shape;6076;p31"/>
          <p:cNvSpPr/>
          <p:nvPr/>
        </p:nvSpPr>
        <p:spPr>
          <a:xfrm>
            <a:off x="4928921" y="3357398"/>
            <a:ext cx="106462" cy="135320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7" name="Google Shape;6077;p31"/>
          <p:cNvSpPr/>
          <p:nvPr/>
        </p:nvSpPr>
        <p:spPr>
          <a:xfrm>
            <a:off x="5134832" y="3802404"/>
            <a:ext cx="167113" cy="195971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8" name="Google Shape;6078;p31"/>
          <p:cNvSpPr/>
          <p:nvPr/>
        </p:nvSpPr>
        <p:spPr>
          <a:xfrm>
            <a:off x="5125865" y="3700933"/>
            <a:ext cx="144255" cy="16815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9" name="Google Shape;6079;p31"/>
          <p:cNvSpPr/>
          <p:nvPr/>
        </p:nvSpPr>
        <p:spPr>
          <a:xfrm>
            <a:off x="4928921" y="3700933"/>
            <a:ext cx="323302" cy="373061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0" name="Google Shape;6080;p31"/>
          <p:cNvSpPr/>
          <p:nvPr/>
        </p:nvSpPr>
        <p:spPr>
          <a:xfrm>
            <a:off x="7479776" y="2713921"/>
            <a:ext cx="21911" cy="55725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1" name="Google Shape;6081;p31"/>
          <p:cNvSpPr/>
          <p:nvPr/>
        </p:nvSpPr>
        <p:spPr>
          <a:xfrm>
            <a:off x="7546424" y="2737537"/>
            <a:ext cx="44770" cy="43065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2" name="Google Shape;6082;p31"/>
          <p:cNvSpPr/>
          <p:nvPr/>
        </p:nvSpPr>
        <p:spPr>
          <a:xfrm>
            <a:off x="7611050" y="2868086"/>
            <a:ext cx="44801" cy="22922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3" name="Google Shape;6083;p31"/>
          <p:cNvSpPr/>
          <p:nvPr/>
        </p:nvSpPr>
        <p:spPr>
          <a:xfrm>
            <a:off x="7305689" y="2868085"/>
            <a:ext cx="44801" cy="21911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4" name="Google Shape;6084;p31"/>
          <p:cNvSpPr/>
          <p:nvPr/>
        </p:nvSpPr>
        <p:spPr>
          <a:xfrm>
            <a:off x="7392227" y="2737537"/>
            <a:ext cx="44801" cy="43065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5" name="Google Shape;6085;p31"/>
          <p:cNvSpPr/>
          <p:nvPr/>
        </p:nvSpPr>
        <p:spPr>
          <a:xfrm>
            <a:off x="7325579" y="2780379"/>
            <a:ext cx="46790" cy="32804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6" name="Google Shape;6086;p31"/>
          <p:cNvSpPr/>
          <p:nvPr/>
        </p:nvSpPr>
        <p:spPr>
          <a:xfrm>
            <a:off x="7588193" y="2780758"/>
            <a:ext cx="46759" cy="33846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7" name="Google Shape;6087;p31"/>
          <p:cNvSpPr/>
          <p:nvPr/>
        </p:nvSpPr>
        <p:spPr>
          <a:xfrm>
            <a:off x="7365392" y="2778580"/>
            <a:ext cx="223817" cy="307832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8" name="Google Shape;6088;p31"/>
          <p:cNvSpPr/>
          <p:nvPr/>
        </p:nvSpPr>
        <p:spPr>
          <a:xfrm>
            <a:off x="7293251" y="3323079"/>
            <a:ext cx="44801" cy="241751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9" name="Google Shape;6089;p31"/>
          <p:cNvSpPr/>
          <p:nvPr/>
        </p:nvSpPr>
        <p:spPr>
          <a:xfrm>
            <a:off x="7336030" y="3411606"/>
            <a:ext cx="155210" cy="15521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0" name="Google Shape;6090;p31"/>
          <p:cNvSpPr/>
          <p:nvPr/>
        </p:nvSpPr>
        <p:spPr>
          <a:xfrm>
            <a:off x="7511096" y="3190793"/>
            <a:ext cx="133299" cy="44770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1" name="Google Shape;6091;p31"/>
          <p:cNvSpPr/>
          <p:nvPr/>
        </p:nvSpPr>
        <p:spPr>
          <a:xfrm>
            <a:off x="7533953" y="3258420"/>
            <a:ext cx="132352" cy="44801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2" name="Google Shape;6092;p31"/>
          <p:cNvSpPr/>
          <p:nvPr/>
        </p:nvSpPr>
        <p:spPr>
          <a:xfrm>
            <a:off x="7513085" y="3388717"/>
            <a:ext cx="154200" cy="44801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3" name="Google Shape;6093;p31"/>
          <p:cNvSpPr/>
          <p:nvPr/>
        </p:nvSpPr>
        <p:spPr>
          <a:xfrm>
            <a:off x="7490195" y="3323079"/>
            <a:ext cx="177090" cy="42812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4" name="Google Shape;6094;p31"/>
          <p:cNvSpPr/>
          <p:nvPr/>
        </p:nvSpPr>
        <p:spPr>
          <a:xfrm>
            <a:off x="7513085" y="3456374"/>
            <a:ext cx="155210" cy="110441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5" name="Google Shape;6095;p31"/>
          <p:cNvSpPr/>
          <p:nvPr/>
        </p:nvSpPr>
        <p:spPr>
          <a:xfrm>
            <a:off x="7359899" y="3257441"/>
            <a:ext cx="109462" cy="131310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6" name="Google Shape;6096;p31"/>
          <p:cNvSpPr/>
          <p:nvPr/>
        </p:nvSpPr>
        <p:spPr>
          <a:xfrm>
            <a:off x="7297734" y="3766586"/>
            <a:ext cx="366083" cy="112430"/>
          </a:xfrm>
          <a:custGeom>
            <a:rect b="b" l="l" r="r" t="t"/>
            <a:pathLst>
              <a:path extrusionOk="0" h="3561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7" name="Google Shape;6097;p31"/>
          <p:cNvSpPr/>
          <p:nvPr/>
        </p:nvSpPr>
        <p:spPr>
          <a:xfrm>
            <a:off x="7469831" y="3875003"/>
            <a:ext cx="21911" cy="22922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8" name="Google Shape;6098;p31"/>
          <p:cNvSpPr/>
          <p:nvPr/>
        </p:nvSpPr>
        <p:spPr>
          <a:xfrm>
            <a:off x="7426041" y="3844190"/>
            <a:ext cx="109462" cy="98506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9" name="Google Shape;6099;p31"/>
          <p:cNvSpPr/>
          <p:nvPr/>
        </p:nvSpPr>
        <p:spPr>
          <a:xfrm>
            <a:off x="7302722" y="3853124"/>
            <a:ext cx="356138" cy="15521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0" name="Google Shape;6100;p31"/>
          <p:cNvSpPr/>
          <p:nvPr/>
        </p:nvSpPr>
        <p:spPr>
          <a:xfrm>
            <a:off x="6540529" y="4175289"/>
            <a:ext cx="21911" cy="54747"/>
          </a:xfrm>
          <a:custGeom>
            <a:rect b="b" l="l" r="r" t="t"/>
            <a:pathLst>
              <a:path extrusionOk="0" h="173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1" name="Google Shape;6101;p31"/>
          <p:cNvSpPr/>
          <p:nvPr/>
        </p:nvSpPr>
        <p:spPr>
          <a:xfrm>
            <a:off x="6452981" y="4218289"/>
            <a:ext cx="44801" cy="4382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2" name="Google Shape;6102;p31"/>
          <p:cNvSpPr/>
          <p:nvPr/>
        </p:nvSpPr>
        <p:spPr>
          <a:xfrm>
            <a:off x="6605155" y="4218668"/>
            <a:ext cx="44801" cy="43444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3" name="Google Shape;6103;p31"/>
          <p:cNvSpPr/>
          <p:nvPr/>
        </p:nvSpPr>
        <p:spPr>
          <a:xfrm>
            <a:off x="6694693" y="4327465"/>
            <a:ext cx="44801" cy="153221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4" name="Google Shape;6104;p31"/>
          <p:cNvSpPr/>
          <p:nvPr/>
        </p:nvSpPr>
        <p:spPr>
          <a:xfrm>
            <a:off x="6364454" y="4328348"/>
            <a:ext cx="44801" cy="153316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5" name="Google Shape;6105;p31"/>
          <p:cNvSpPr/>
          <p:nvPr/>
        </p:nvSpPr>
        <p:spPr>
          <a:xfrm>
            <a:off x="6489793" y="4339399"/>
            <a:ext cx="181068" cy="131342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6" name="Google Shape;6106;p31"/>
          <p:cNvSpPr/>
          <p:nvPr/>
        </p:nvSpPr>
        <p:spPr>
          <a:xfrm>
            <a:off x="6429113" y="4284685"/>
            <a:ext cx="221860" cy="238341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7" name="Google Shape;6107;p31"/>
          <p:cNvSpPr/>
          <p:nvPr/>
        </p:nvSpPr>
        <p:spPr>
          <a:xfrm>
            <a:off x="6832113" y="126892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8" name="Google Shape;6108;p31"/>
          <p:cNvSpPr/>
          <p:nvPr/>
        </p:nvSpPr>
        <p:spPr>
          <a:xfrm>
            <a:off x="6976333" y="1313696"/>
            <a:ext cx="131342" cy="8581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9" name="Google Shape;6109;p31"/>
          <p:cNvSpPr/>
          <p:nvPr/>
        </p:nvSpPr>
        <p:spPr>
          <a:xfrm>
            <a:off x="6840070" y="1509094"/>
            <a:ext cx="134309" cy="87235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0" name="Google Shape;6110;p31"/>
          <p:cNvSpPr/>
          <p:nvPr/>
        </p:nvSpPr>
        <p:spPr>
          <a:xfrm>
            <a:off x="7029058" y="1422113"/>
            <a:ext cx="112430" cy="108452"/>
          </a:xfrm>
          <a:custGeom>
            <a:rect b="b" l="l" r="r" t="t"/>
            <a:pathLst>
              <a:path extrusionOk="0" h="3435" w="3561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1" name="Google Shape;6111;p31"/>
          <p:cNvSpPr/>
          <p:nvPr/>
        </p:nvSpPr>
        <p:spPr>
          <a:xfrm>
            <a:off x="6799279" y="1376365"/>
            <a:ext cx="175101" cy="111419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2" name="Google Shape;6112;p31"/>
          <p:cNvSpPr/>
          <p:nvPr/>
        </p:nvSpPr>
        <p:spPr>
          <a:xfrm>
            <a:off x="6996224" y="1529520"/>
            <a:ext cx="177090" cy="113440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3" name="Google Shape;6113;p31"/>
          <p:cNvSpPr/>
          <p:nvPr/>
        </p:nvSpPr>
        <p:spPr>
          <a:xfrm>
            <a:off x="7000201" y="1871584"/>
            <a:ext cx="87582" cy="42812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4" name="Google Shape;6114;p31"/>
          <p:cNvSpPr/>
          <p:nvPr/>
        </p:nvSpPr>
        <p:spPr>
          <a:xfrm>
            <a:off x="7021101" y="1804937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5" name="Google Shape;6115;p31"/>
          <p:cNvSpPr/>
          <p:nvPr/>
        </p:nvSpPr>
        <p:spPr>
          <a:xfrm>
            <a:off x="6911674" y="1740278"/>
            <a:ext cx="263630" cy="263630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6" name="Google Shape;6116;p31"/>
          <p:cNvSpPr/>
          <p:nvPr/>
        </p:nvSpPr>
        <p:spPr>
          <a:xfrm>
            <a:off x="6888816" y="1934254"/>
            <a:ext cx="92539" cy="9152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7" name="Google Shape;6117;p31"/>
          <p:cNvSpPr/>
          <p:nvPr/>
        </p:nvSpPr>
        <p:spPr>
          <a:xfrm>
            <a:off x="6797290" y="1990956"/>
            <a:ext cx="126353" cy="122122"/>
          </a:xfrm>
          <a:custGeom>
            <a:rect b="b" l="l" r="r" t="t"/>
            <a:pathLst>
              <a:path extrusionOk="0" h="3868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8" name="Google Shape;6118;p31"/>
          <p:cNvSpPr/>
          <p:nvPr/>
        </p:nvSpPr>
        <p:spPr>
          <a:xfrm>
            <a:off x="6843069" y="2348468"/>
            <a:ext cx="111419" cy="10946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9" name="Google Shape;6119;p31"/>
          <p:cNvSpPr/>
          <p:nvPr/>
        </p:nvSpPr>
        <p:spPr>
          <a:xfrm>
            <a:off x="6974344" y="2217194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0" name="Google Shape;6120;p31"/>
          <p:cNvSpPr/>
          <p:nvPr/>
        </p:nvSpPr>
        <p:spPr>
          <a:xfrm>
            <a:off x="6799279" y="2452907"/>
            <a:ext cx="198970" cy="137309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1" name="Google Shape;6121;p31"/>
          <p:cNvSpPr/>
          <p:nvPr/>
        </p:nvSpPr>
        <p:spPr>
          <a:xfrm>
            <a:off x="5712605" y="2878772"/>
            <a:ext cx="55757" cy="22890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2" name="Google Shape;6122;p31"/>
          <p:cNvSpPr/>
          <p:nvPr/>
        </p:nvSpPr>
        <p:spPr>
          <a:xfrm>
            <a:off x="5699693" y="2923541"/>
            <a:ext cx="46790" cy="42781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3" name="Google Shape;6123;p31"/>
          <p:cNvSpPr/>
          <p:nvPr/>
        </p:nvSpPr>
        <p:spPr>
          <a:xfrm>
            <a:off x="5701682" y="2813103"/>
            <a:ext cx="44801" cy="43570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4" name="Google Shape;6124;p31"/>
          <p:cNvSpPr/>
          <p:nvPr/>
        </p:nvSpPr>
        <p:spPr>
          <a:xfrm>
            <a:off x="5394331" y="2813103"/>
            <a:ext cx="133299" cy="132352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5" name="Google Shape;6125;p31"/>
          <p:cNvSpPr/>
          <p:nvPr/>
        </p:nvSpPr>
        <p:spPr>
          <a:xfrm>
            <a:off x="5634055" y="2747465"/>
            <a:ext cx="44770" cy="263630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6" name="Google Shape;6126;p31"/>
          <p:cNvSpPr/>
          <p:nvPr/>
        </p:nvSpPr>
        <p:spPr>
          <a:xfrm>
            <a:off x="5459969" y="2965310"/>
            <a:ext cx="64692" cy="87551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7" name="Google Shape;6127;p31"/>
          <p:cNvSpPr/>
          <p:nvPr/>
        </p:nvSpPr>
        <p:spPr>
          <a:xfrm>
            <a:off x="5548496" y="2774333"/>
            <a:ext cx="65671" cy="206926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8" name="Google Shape;6128;p31"/>
          <p:cNvSpPr/>
          <p:nvPr/>
        </p:nvSpPr>
        <p:spPr>
          <a:xfrm>
            <a:off x="5614637" y="3411591"/>
            <a:ext cx="154232" cy="154232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9" name="Google Shape;6129;p31"/>
          <p:cNvSpPr/>
          <p:nvPr/>
        </p:nvSpPr>
        <p:spPr>
          <a:xfrm>
            <a:off x="5394836" y="3302195"/>
            <a:ext cx="329270" cy="218861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0" name="Google Shape;6130;p31"/>
          <p:cNvSpPr/>
          <p:nvPr/>
        </p:nvSpPr>
        <p:spPr>
          <a:xfrm>
            <a:off x="5393825" y="3191788"/>
            <a:ext cx="330280" cy="89540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1" name="Google Shape;6131;p31"/>
          <p:cNvSpPr/>
          <p:nvPr/>
        </p:nvSpPr>
        <p:spPr>
          <a:xfrm>
            <a:off x="5537572" y="3700444"/>
            <a:ext cx="86540" cy="86572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2" name="Google Shape;6132;p31"/>
          <p:cNvSpPr/>
          <p:nvPr/>
        </p:nvSpPr>
        <p:spPr>
          <a:xfrm>
            <a:off x="5503727" y="3784993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3" name="Google Shape;6133;p31"/>
          <p:cNvSpPr/>
          <p:nvPr/>
        </p:nvSpPr>
        <p:spPr>
          <a:xfrm>
            <a:off x="5679802" y="3941178"/>
            <a:ext cx="88561" cy="132320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4" name="Google Shape;6134;p31"/>
          <p:cNvSpPr/>
          <p:nvPr/>
        </p:nvSpPr>
        <p:spPr>
          <a:xfrm>
            <a:off x="5394331" y="3984937"/>
            <a:ext cx="88561" cy="88561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5" name="Google Shape;6135;p31"/>
          <p:cNvSpPr/>
          <p:nvPr/>
        </p:nvSpPr>
        <p:spPr>
          <a:xfrm>
            <a:off x="5503727" y="3898399"/>
            <a:ext cx="154232" cy="17608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6" name="Google Shape;6136;p31"/>
          <p:cNvSpPr/>
          <p:nvPr/>
        </p:nvSpPr>
        <p:spPr>
          <a:xfrm>
            <a:off x="7761103" y="2807136"/>
            <a:ext cx="173112" cy="185046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7" name="Google Shape;6137;p31"/>
          <p:cNvSpPr/>
          <p:nvPr/>
        </p:nvSpPr>
        <p:spPr>
          <a:xfrm>
            <a:off x="7858596" y="2713652"/>
            <a:ext cx="184036" cy="169102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8" name="Google Shape;6138;p31"/>
          <p:cNvSpPr/>
          <p:nvPr/>
        </p:nvSpPr>
        <p:spPr>
          <a:xfrm>
            <a:off x="7967992" y="2807136"/>
            <a:ext cx="173112" cy="184036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9" name="Google Shape;6139;p31"/>
          <p:cNvSpPr/>
          <p:nvPr/>
        </p:nvSpPr>
        <p:spPr>
          <a:xfrm>
            <a:off x="7858596" y="2916563"/>
            <a:ext cx="186025" cy="17011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0" name="Google Shape;6140;p31"/>
          <p:cNvSpPr/>
          <p:nvPr/>
        </p:nvSpPr>
        <p:spPr>
          <a:xfrm>
            <a:off x="7972980" y="3400666"/>
            <a:ext cx="154200" cy="153221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1" name="Google Shape;6141;p31"/>
          <p:cNvSpPr/>
          <p:nvPr/>
        </p:nvSpPr>
        <p:spPr>
          <a:xfrm>
            <a:off x="7775025" y="3279305"/>
            <a:ext cx="44801" cy="273576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2" name="Google Shape;6142;p31"/>
          <p:cNvSpPr/>
          <p:nvPr/>
        </p:nvSpPr>
        <p:spPr>
          <a:xfrm>
            <a:off x="7840663" y="3290260"/>
            <a:ext cx="220881" cy="262620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3" name="Google Shape;6143;p31"/>
          <p:cNvSpPr/>
          <p:nvPr/>
        </p:nvSpPr>
        <p:spPr>
          <a:xfrm>
            <a:off x="7885432" y="3421535"/>
            <a:ext cx="83604" cy="21911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4" name="Google Shape;6144;p31"/>
          <p:cNvSpPr/>
          <p:nvPr/>
        </p:nvSpPr>
        <p:spPr>
          <a:xfrm>
            <a:off x="7775025" y="3203722"/>
            <a:ext cx="285510" cy="64692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5" name="Google Shape;6145;p31"/>
          <p:cNvSpPr/>
          <p:nvPr/>
        </p:nvSpPr>
        <p:spPr>
          <a:xfrm>
            <a:off x="7786976" y="3940673"/>
            <a:ext cx="153190" cy="133299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6" name="Google Shape;6146;p31"/>
          <p:cNvSpPr/>
          <p:nvPr/>
        </p:nvSpPr>
        <p:spPr>
          <a:xfrm>
            <a:off x="7909316" y="3959552"/>
            <a:ext cx="84583" cy="42812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7" name="Google Shape;6147;p31"/>
          <p:cNvSpPr/>
          <p:nvPr/>
        </p:nvSpPr>
        <p:spPr>
          <a:xfrm>
            <a:off x="7963019" y="3940673"/>
            <a:ext cx="152211" cy="133299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8" name="Google Shape;6148;p31"/>
          <p:cNvSpPr/>
          <p:nvPr/>
        </p:nvSpPr>
        <p:spPr>
          <a:xfrm>
            <a:off x="7809833" y="3700949"/>
            <a:ext cx="283521" cy="194992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9" name="Google Shape;6149;p31"/>
          <p:cNvSpPr/>
          <p:nvPr/>
        </p:nvSpPr>
        <p:spPr>
          <a:xfrm>
            <a:off x="7875503" y="3744707"/>
            <a:ext cx="87551" cy="65702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0" name="Google Shape;6150;p31"/>
          <p:cNvSpPr/>
          <p:nvPr/>
        </p:nvSpPr>
        <p:spPr>
          <a:xfrm>
            <a:off x="7984898" y="3745717"/>
            <a:ext cx="43791" cy="64692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1" name="Google Shape;6151;p31"/>
          <p:cNvSpPr/>
          <p:nvPr/>
        </p:nvSpPr>
        <p:spPr>
          <a:xfrm>
            <a:off x="7875503" y="3809366"/>
            <a:ext cx="153190" cy="131342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2" name="Google Shape;6152;p31"/>
          <p:cNvSpPr/>
          <p:nvPr/>
        </p:nvSpPr>
        <p:spPr>
          <a:xfrm>
            <a:off x="6947711" y="4181017"/>
            <a:ext cx="109430" cy="109430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3" name="Google Shape;6153;p31"/>
          <p:cNvSpPr/>
          <p:nvPr/>
        </p:nvSpPr>
        <p:spPr>
          <a:xfrm>
            <a:off x="6816405" y="4399841"/>
            <a:ext cx="375050" cy="15521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4" name="Google Shape;6154;p31"/>
          <p:cNvSpPr/>
          <p:nvPr/>
        </p:nvSpPr>
        <p:spPr>
          <a:xfrm>
            <a:off x="7072041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5" name="Google Shape;6155;p31"/>
          <p:cNvSpPr/>
          <p:nvPr/>
        </p:nvSpPr>
        <p:spPr>
          <a:xfrm>
            <a:off x="6838284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6" name="Google Shape;6156;p31"/>
          <p:cNvSpPr/>
          <p:nvPr/>
        </p:nvSpPr>
        <p:spPr>
          <a:xfrm>
            <a:off x="7011360" y="4286435"/>
            <a:ext cx="89571" cy="8957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7" name="Google Shape;6157;p31"/>
          <p:cNvSpPr/>
          <p:nvPr/>
        </p:nvSpPr>
        <p:spPr>
          <a:xfrm>
            <a:off x="6901964" y="4287445"/>
            <a:ext cx="89540" cy="92539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1" name="Shape 6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2" name="Google Shape;6162;p32"/>
          <p:cNvSpPr/>
          <p:nvPr/>
        </p:nvSpPr>
        <p:spPr>
          <a:xfrm>
            <a:off x="563901" y="1160723"/>
            <a:ext cx="71475" cy="86400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3" name="Google Shape;6163;p32"/>
          <p:cNvSpPr/>
          <p:nvPr/>
        </p:nvSpPr>
        <p:spPr>
          <a:xfrm>
            <a:off x="301623" y="1253486"/>
            <a:ext cx="216457" cy="259132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4" name="Google Shape;6164;p32"/>
          <p:cNvSpPr/>
          <p:nvPr/>
        </p:nvSpPr>
        <p:spPr>
          <a:xfrm>
            <a:off x="493544" y="1113818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5" name="Google Shape;6165;p32"/>
          <p:cNvSpPr/>
          <p:nvPr/>
        </p:nvSpPr>
        <p:spPr>
          <a:xfrm>
            <a:off x="588437" y="1253486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6" name="Google Shape;6166;p32"/>
          <p:cNvSpPr/>
          <p:nvPr/>
        </p:nvSpPr>
        <p:spPr>
          <a:xfrm>
            <a:off x="302688" y="1660256"/>
            <a:ext cx="193038" cy="327562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7" name="Google Shape;6167;p32"/>
          <p:cNvSpPr/>
          <p:nvPr/>
        </p:nvSpPr>
        <p:spPr>
          <a:xfrm>
            <a:off x="511667" y="1660256"/>
            <a:ext cx="194087" cy="328441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8" name="Google Shape;6168;p32"/>
          <p:cNvSpPr/>
          <p:nvPr/>
        </p:nvSpPr>
        <p:spPr>
          <a:xfrm>
            <a:off x="421037" y="1587731"/>
            <a:ext cx="165321" cy="142240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69" name="Google Shape;6169;p32"/>
          <p:cNvSpPr/>
          <p:nvPr/>
        </p:nvSpPr>
        <p:spPr>
          <a:xfrm>
            <a:off x="304289" y="2103268"/>
            <a:ext cx="399849" cy="400898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0" name="Google Shape;6170;p32"/>
          <p:cNvSpPr/>
          <p:nvPr/>
        </p:nvSpPr>
        <p:spPr>
          <a:xfrm>
            <a:off x="2859064" y="1113547"/>
            <a:ext cx="355109" cy="399341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1" name="Google Shape;6171;p32"/>
          <p:cNvSpPr/>
          <p:nvPr/>
        </p:nvSpPr>
        <p:spPr>
          <a:xfrm>
            <a:off x="2957174" y="1207901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2" name="Google Shape;6172;p32"/>
          <p:cNvSpPr/>
          <p:nvPr/>
        </p:nvSpPr>
        <p:spPr>
          <a:xfrm>
            <a:off x="2835084" y="1588273"/>
            <a:ext cx="403064" cy="399883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3" name="Google Shape;6173;p32"/>
          <p:cNvSpPr/>
          <p:nvPr/>
        </p:nvSpPr>
        <p:spPr>
          <a:xfrm>
            <a:off x="2998240" y="1635213"/>
            <a:ext cx="73574" cy="164204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4" name="Google Shape;6174;p32"/>
          <p:cNvSpPr/>
          <p:nvPr/>
        </p:nvSpPr>
        <p:spPr>
          <a:xfrm>
            <a:off x="2836125" y="2103268"/>
            <a:ext cx="400932" cy="400898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5" name="Google Shape;6175;p32"/>
          <p:cNvSpPr/>
          <p:nvPr/>
        </p:nvSpPr>
        <p:spPr>
          <a:xfrm>
            <a:off x="5386927" y="1113294"/>
            <a:ext cx="398800" cy="399849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6" name="Google Shape;6176;p32"/>
          <p:cNvSpPr/>
          <p:nvPr/>
        </p:nvSpPr>
        <p:spPr>
          <a:xfrm>
            <a:off x="5716385" y="1228459"/>
            <a:ext cx="23488" cy="24538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7" name="Google Shape;6177;p32"/>
          <p:cNvSpPr/>
          <p:nvPr/>
        </p:nvSpPr>
        <p:spPr>
          <a:xfrm>
            <a:off x="5512753" y="1299902"/>
            <a:ext cx="143966" cy="165287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8" name="Google Shape;6178;p32"/>
          <p:cNvSpPr/>
          <p:nvPr/>
        </p:nvSpPr>
        <p:spPr>
          <a:xfrm>
            <a:off x="5383141" y="1601062"/>
            <a:ext cx="406279" cy="374298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79" name="Google Shape;6179;p32"/>
          <p:cNvSpPr/>
          <p:nvPr/>
        </p:nvSpPr>
        <p:spPr>
          <a:xfrm>
            <a:off x="5383682" y="2103792"/>
            <a:ext cx="405196" cy="399849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0" name="Google Shape;6180;p32"/>
          <p:cNvSpPr/>
          <p:nvPr/>
        </p:nvSpPr>
        <p:spPr>
          <a:xfrm>
            <a:off x="7994551" y="1114355"/>
            <a:ext cx="257000" cy="397717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1" name="Google Shape;6181;p32"/>
          <p:cNvSpPr/>
          <p:nvPr/>
        </p:nvSpPr>
        <p:spPr>
          <a:xfrm>
            <a:off x="811912" y="1112748"/>
            <a:ext cx="403030" cy="400932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2" name="Google Shape;6182;p32"/>
          <p:cNvSpPr/>
          <p:nvPr/>
        </p:nvSpPr>
        <p:spPr>
          <a:xfrm>
            <a:off x="881739" y="1823783"/>
            <a:ext cx="94928" cy="68396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3" name="Google Shape;6183;p32"/>
          <p:cNvSpPr/>
          <p:nvPr/>
        </p:nvSpPr>
        <p:spPr>
          <a:xfrm>
            <a:off x="881739" y="1753661"/>
            <a:ext cx="94928" cy="69242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4" name="Google Shape;6184;p32"/>
          <p:cNvSpPr/>
          <p:nvPr/>
        </p:nvSpPr>
        <p:spPr>
          <a:xfrm>
            <a:off x="881739" y="1683303"/>
            <a:ext cx="94928" cy="69208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5" name="Google Shape;6185;p32"/>
          <p:cNvSpPr/>
          <p:nvPr/>
        </p:nvSpPr>
        <p:spPr>
          <a:xfrm>
            <a:off x="811380" y="1588273"/>
            <a:ext cx="404113" cy="399883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6" name="Google Shape;6186;p32"/>
          <p:cNvSpPr/>
          <p:nvPr/>
        </p:nvSpPr>
        <p:spPr>
          <a:xfrm>
            <a:off x="898288" y="2199234"/>
            <a:ext cx="218589" cy="211143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7" name="Google Shape;6187;p32"/>
          <p:cNvSpPr/>
          <p:nvPr/>
        </p:nvSpPr>
        <p:spPr>
          <a:xfrm>
            <a:off x="811922" y="2102207"/>
            <a:ext cx="403030" cy="40303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8" name="Google Shape;6188;p32"/>
          <p:cNvSpPr/>
          <p:nvPr/>
        </p:nvSpPr>
        <p:spPr>
          <a:xfrm>
            <a:off x="3468689" y="1113276"/>
            <a:ext cx="165287" cy="188773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89" name="Google Shape;6189;p32"/>
          <p:cNvSpPr/>
          <p:nvPr/>
        </p:nvSpPr>
        <p:spPr>
          <a:xfrm>
            <a:off x="3397246" y="1373425"/>
            <a:ext cx="259132" cy="93879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0" name="Google Shape;6190;p32"/>
          <p:cNvSpPr/>
          <p:nvPr/>
        </p:nvSpPr>
        <p:spPr>
          <a:xfrm>
            <a:off x="3351422" y="1326518"/>
            <a:ext cx="399849" cy="186641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1" name="Google Shape;6191;p32"/>
          <p:cNvSpPr/>
          <p:nvPr/>
        </p:nvSpPr>
        <p:spPr>
          <a:xfrm>
            <a:off x="3438856" y="1634147"/>
            <a:ext cx="217540" cy="211143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2" name="Google Shape;6192;p32"/>
          <p:cNvSpPr/>
          <p:nvPr/>
        </p:nvSpPr>
        <p:spPr>
          <a:xfrm>
            <a:off x="3375941" y="1587207"/>
            <a:ext cx="350811" cy="402015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3" name="Google Shape;6193;p32"/>
          <p:cNvSpPr/>
          <p:nvPr/>
        </p:nvSpPr>
        <p:spPr>
          <a:xfrm>
            <a:off x="3421751" y="2102726"/>
            <a:ext cx="259132" cy="40198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4" name="Google Shape;6194;p32"/>
          <p:cNvSpPr/>
          <p:nvPr/>
        </p:nvSpPr>
        <p:spPr>
          <a:xfrm>
            <a:off x="5940107" y="1303624"/>
            <a:ext cx="141834" cy="164204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5" name="Google Shape;6195;p32"/>
          <p:cNvSpPr/>
          <p:nvPr/>
        </p:nvSpPr>
        <p:spPr>
          <a:xfrm>
            <a:off x="5892153" y="1113835"/>
            <a:ext cx="398766" cy="398766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6" name="Google Shape;6196;p32"/>
          <p:cNvSpPr/>
          <p:nvPr/>
        </p:nvSpPr>
        <p:spPr>
          <a:xfrm>
            <a:off x="6102179" y="1327076"/>
            <a:ext cx="141834" cy="23488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7" name="Google Shape;6197;p32"/>
          <p:cNvSpPr/>
          <p:nvPr/>
        </p:nvSpPr>
        <p:spPr>
          <a:xfrm>
            <a:off x="6102179" y="1372899"/>
            <a:ext cx="141834" cy="24571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8" name="Google Shape;6198;p32"/>
          <p:cNvSpPr/>
          <p:nvPr/>
        </p:nvSpPr>
        <p:spPr>
          <a:xfrm>
            <a:off x="6102179" y="1419838"/>
            <a:ext cx="141834" cy="24538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199" name="Google Shape;6199;p32"/>
          <p:cNvSpPr/>
          <p:nvPr/>
        </p:nvSpPr>
        <p:spPr>
          <a:xfrm>
            <a:off x="5891561" y="1588811"/>
            <a:ext cx="399849" cy="398800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0" name="Google Shape;6200;p32"/>
          <p:cNvSpPr/>
          <p:nvPr/>
        </p:nvSpPr>
        <p:spPr>
          <a:xfrm>
            <a:off x="5915555" y="2102726"/>
            <a:ext cx="351860" cy="40198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1" name="Google Shape;6201;p32"/>
          <p:cNvSpPr/>
          <p:nvPr/>
        </p:nvSpPr>
        <p:spPr>
          <a:xfrm>
            <a:off x="7923194" y="1588817"/>
            <a:ext cx="399849" cy="398800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2" name="Google Shape;6202;p32"/>
          <p:cNvSpPr/>
          <p:nvPr/>
        </p:nvSpPr>
        <p:spPr>
          <a:xfrm>
            <a:off x="8040493" y="1797793"/>
            <a:ext cx="165287" cy="69348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3" name="Google Shape;6203;p32"/>
          <p:cNvSpPr/>
          <p:nvPr/>
        </p:nvSpPr>
        <p:spPr>
          <a:xfrm>
            <a:off x="8205746" y="1658125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4" name="Google Shape;6204;p32"/>
          <p:cNvSpPr/>
          <p:nvPr/>
        </p:nvSpPr>
        <p:spPr>
          <a:xfrm>
            <a:off x="7992503" y="1680494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5" name="Google Shape;6205;p32"/>
          <p:cNvSpPr/>
          <p:nvPr/>
        </p:nvSpPr>
        <p:spPr>
          <a:xfrm>
            <a:off x="1416848" y="1206596"/>
            <a:ext cx="211143" cy="211143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6" name="Google Shape;6206;p32"/>
          <p:cNvSpPr/>
          <p:nvPr/>
        </p:nvSpPr>
        <p:spPr>
          <a:xfrm>
            <a:off x="1320872" y="1112751"/>
            <a:ext cx="403064" cy="400932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7" name="Google Shape;6207;p32"/>
          <p:cNvSpPr/>
          <p:nvPr/>
        </p:nvSpPr>
        <p:spPr>
          <a:xfrm>
            <a:off x="1322446" y="1589876"/>
            <a:ext cx="399883" cy="39666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8" name="Google Shape;6208;p32"/>
          <p:cNvSpPr/>
          <p:nvPr/>
        </p:nvSpPr>
        <p:spPr>
          <a:xfrm>
            <a:off x="1320872" y="2102343"/>
            <a:ext cx="403064" cy="402760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09" name="Google Shape;6209;p32"/>
          <p:cNvSpPr/>
          <p:nvPr/>
        </p:nvSpPr>
        <p:spPr>
          <a:xfrm>
            <a:off x="1391231" y="2270777"/>
            <a:ext cx="71475" cy="70431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0" name="Google Shape;6210;p32"/>
          <p:cNvSpPr/>
          <p:nvPr/>
        </p:nvSpPr>
        <p:spPr>
          <a:xfrm>
            <a:off x="1486125" y="2222823"/>
            <a:ext cx="71475" cy="118381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1" name="Google Shape;6211;p32"/>
          <p:cNvSpPr/>
          <p:nvPr/>
        </p:nvSpPr>
        <p:spPr>
          <a:xfrm>
            <a:off x="1579970" y="2173750"/>
            <a:ext cx="71442" cy="16637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2" name="Google Shape;6212;p32"/>
          <p:cNvSpPr/>
          <p:nvPr/>
        </p:nvSpPr>
        <p:spPr>
          <a:xfrm>
            <a:off x="3911960" y="1112764"/>
            <a:ext cx="310302" cy="400898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3" name="Google Shape;6213;p32"/>
          <p:cNvSpPr/>
          <p:nvPr/>
        </p:nvSpPr>
        <p:spPr>
          <a:xfrm>
            <a:off x="3857050" y="1588556"/>
            <a:ext cx="420121" cy="39930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4" name="Google Shape;6214;p32"/>
          <p:cNvSpPr/>
          <p:nvPr/>
        </p:nvSpPr>
        <p:spPr>
          <a:xfrm>
            <a:off x="3865578" y="2103268"/>
            <a:ext cx="403064" cy="400898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5" name="Google Shape;6215;p32"/>
          <p:cNvSpPr/>
          <p:nvPr/>
        </p:nvSpPr>
        <p:spPr>
          <a:xfrm>
            <a:off x="6491713" y="1184108"/>
            <a:ext cx="217540" cy="211110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6" name="Google Shape;6216;p32"/>
          <p:cNvSpPr/>
          <p:nvPr/>
        </p:nvSpPr>
        <p:spPr>
          <a:xfrm>
            <a:off x="6400034" y="1113445"/>
            <a:ext cx="401981" cy="399545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7" name="Google Shape;6217;p32"/>
          <p:cNvSpPr/>
          <p:nvPr/>
        </p:nvSpPr>
        <p:spPr>
          <a:xfrm>
            <a:off x="6398428" y="1775407"/>
            <a:ext cx="403064" cy="189823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8" name="Google Shape;6218;p32"/>
          <p:cNvSpPr/>
          <p:nvPr/>
        </p:nvSpPr>
        <p:spPr>
          <a:xfrm>
            <a:off x="6662873" y="1611202"/>
            <a:ext cx="140751" cy="164238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19" name="Google Shape;6219;p32"/>
          <p:cNvSpPr/>
          <p:nvPr/>
        </p:nvSpPr>
        <p:spPr>
          <a:xfrm>
            <a:off x="6401642" y="1613334"/>
            <a:ext cx="140751" cy="164238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0" name="Google Shape;6220;p32"/>
          <p:cNvSpPr/>
          <p:nvPr/>
        </p:nvSpPr>
        <p:spPr>
          <a:xfrm>
            <a:off x="6489002" y="2102726"/>
            <a:ext cx="223936" cy="40198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1" name="Google Shape;6221;p32"/>
          <p:cNvSpPr/>
          <p:nvPr/>
        </p:nvSpPr>
        <p:spPr>
          <a:xfrm>
            <a:off x="7921586" y="2103797"/>
            <a:ext cx="307087" cy="399849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2" name="Google Shape;6222;p32"/>
          <p:cNvSpPr/>
          <p:nvPr/>
        </p:nvSpPr>
        <p:spPr>
          <a:xfrm>
            <a:off x="7967442" y="2225327"/>
            <a:ext cx="71442" cy="67211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3" name="Google Shape;6223;p32"/>
          <p:cNvSpPr/>
          <p:nvPr/>
        </p:nvSpPr>
        <p:spPr>
          <a:xfrm>
            <a:off x="8112424" y="2387399"/>
            <a:ext cx="69348" cy="67211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4" name="Google Shape;6224;p32"/>
          <p:cNvSpPr/>
          <p:nvPr/>
        </p:nvSpPr>
        <p:spPr>
          <a:xfrm>
            <a:off x="7966359" y="2221061"/>
            <a:ext cx="212226" cy="236729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5" name="Google Shape;6225;p32"/>
          <p:cNvSpPr/>
          <p:nvPr/>
        </p:nvSpPr>
        <p:spPr>
          <a:xfrm>
            <a:off x="8253176" y="2198693"/>
            <a:ext cx="71475" cy="282551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6" name="Google Shape;6226;p32"/>
          <p:cNvSpPr/>
          <p:nvPr/>
        </p:nvSpPr>
        <p:spPr>
          <a:xfrm>
            <a:off x="1852189" y="1245465"/>
            <a:ext cx="376430" cy="268743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7" name="Google Shape;6227;p32"/>
          <p:cNvSpPr/>
          <p:nvPr/>
        </p:nvSpPr>
        <p:spPr>
          <a:xfrm>
            <a:off x="1829819" y="1112228"/>
            <a:ext cx="376396" cy="268958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8" name="Google Shape;6228;p32"/>
          <p:cNvSpPr/>
          <p:nvPr/>
        </p:nvSpPr>
        <p:spPr>
          <a:xfrm>
            <a:off x="1899129" y="1183670"/>
            <a:ext cx="259098" cy="25909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29" name="Google Shape;6229;p32"/>
          <p:cNvSpPr/>
          <p:nvPr/>
        </p:nvSpPr>
        <p:spPr>
          <a:xfrm>
            <a:off x="2016392" y="1254027"/>
            <a:ext cx="48026" cy="71475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0" name="Google Shape;6230;p32"/>
          <p:cNvSpPr/>
          <p:nvPr/>
        </p:nvSpPr>
        <p:spPr>
          <a:xfrm>
            <a:off x="1970570" y="1729567"/>
            <a:ext cx="119430" cy="210060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1" name="Google Shape;6231;p32"/>
          <p:cNvSpPr/>
          <p:nvPr/>
        </p:nvSpPr>
        <p:spPr>
          <a:xfrm>
            <a:off x="1847957" y="1588817"/>
            <a:ext cx="362521" cy="398800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2" name="Google Shape;6232;p32"/>
          <p:cNvSpPr/>
          <p:nvPr/>
        </p:nvSpPr>
        <p:spPr>
          <a:xfrm>
            <a:off x="1828191" y="2102726"/>
            <a:ext cx="402015" cy="40198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3" name="Google Shape;6233;p32"/>
          <p:cNvSpPr/>
          <p:nvPr/>
        </p:nvSpPr>
        <p:spPr>
          <a:xfrm>
            <a:off x="4376168" y="1113276"/>
            <a:ext cx="400932" cy="399883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4" name="Google Shape;6234;p32"/>
          <p:cNvSpPr/>
          <p:nvPr/>
        </p:nvSpPr>
        <p:spPr>
          <a:xfrm>
            <a:off x="4682173" y="1277480"/>
            <a:ext cx="47989" cy="23488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5" name="Google Shape;6235;p32"/>
          <p:cNvSpPr/>
          <p:nvPr/>
        </p:nvSpPr>
        <p:spPr>
          <a:xfrm>
            <a:off x="4421990" y="1277480"/>
            <a:ext cx="48026" cy="23488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6" name="Google Shape;6236;p32"/>
          <p:cNvSpPr/>
          <p:nvPr/>
        </p:nvSpPr>
        <p:spPr>
          <a:xfrm>
            <a:off x="4377235" y="1588817"/>
            <a:ext cx="398800" cy="398800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7" name="Google Shape;6237;p32"/>
          <p:cNvSpPr/>
          <p:nvPr/>
        </p:nvSpPr>
        <p:spPr>
          <a:xfrm>
            <a:off x="4529694" y="1744762"/>
            <a:ext cx="75745" cy="70668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8" name="Google Shape;6238;p32"/>
          <p:cNvSpPr/>
          <p:nvPr/>
        </p:nvSpPr>
        <p:spPr>
          <a:xfrm>
            <a:off x="4376653" y="2103792"/>
            <a:ext cx="399883" cy="399849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39" name="Google Shape;6239;p32"/>
          <p:cNvSpPr/>
          <p:nvPr/>
        </p:nvSpPr>
        <p:spPr>
          <a:xfrm>
            <a:off x="6993183" y="1185260"/>
            <a:ext cx="233547" cy="328408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0" name="Google Shape;6240;p32"/>
          <p:cNvSpPr/>
          <p:nvPr/>
        </p:nvSpPr>
        <p:spPr>
          <a:xfrm>
            <a:off x="7110482" y="1112769"/>
            <a:ext cx="24571" cy="59732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1" name="Google Shape;6241;p32"/>
          <p:cNvSpPr/>
          <p:nvPr/>
        </p:nvSpPr>
        <p:spPr>
          <a:xfrm>
            <a:off x="7180841" y="1137271"/>
            <a:ext cx="48026" cy="46706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2" name="Google Shape;6242;p32"/>
          <p:cNvSpPr/>
          <p:nvPr/>
        </p:nvSpPr>
        <p:spPr>
          <a:xfrm>
            <a:off x="7252283" y="1278023"/>
            <a:ext cx="48026" cy="23488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3" name="Google Shape;6243;p32"/>
          <p:cNvSpPr/>
          <p:nvPr/>
        </p:nvSpPr>
        <p:spPr>
          <a:xfrm>
            <a:off x="6923908" y="1278023"/>
            <a:ext cx="47989" cy="23488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4" name="Google Shape;6244;p32"/>
          <p:cNvSpPr/>
          <p:nvPr/>
        </p:nvSpPr>
        <p:spPr>
          <a:xfrm>
            <a:off x="7016671" y="1137271"/>
            <a:ext cx="47989" cy="45890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5" name="Google Shape;6245;p32"/>
          <p:cNvSpPr/>
          <p:nvPr/>
        </p:nvSpPr>
        <p:spPr>
          <a:xfrm>
            <a:off x="6945228" y="1182925"/>
            <a:ext cx="51204" cy="35636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6" name="Google Shape;6246;p32"/>
          <p:cNvSpPr/>
          <p:nvPr/>
        </p:nvSpPr>
        <p:spPr>
          <a:xfrm>
            <a:off x="7226696" y="1183805"/>
            <a:ext cx="51204" cy="36415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7" name="Google Shape;6247;p32"/>
          <p:cNvSpPr/>
          <p:nvPr/>
        </p:nvSpPr>
        <p:spPr>
          <a:xfrm>
            <a:off x="6909451" y="1586679"/>
            <a:ext cx="405196" cy="403064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8" name="Google Shape;6248;p32"/>
          <p:cNvSpPr/>
          <p:nvPr/>
        </p:nvSpPr>
        <p:spPr>
          <a:xfrm>
            <a:off x="7077453" y="2267459"/>
            <a:ext cx="70392" cy="69348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49" name="Google Shape;6249;p32"/>
          <p:cNvSpPr/>
          <p:nvPr/>
        </p:nvSpPr>
        <p:spPr>
          <a:xfrm>
            <a:off x="6911115" y="2174697"/>
            <a:ext cx="401981" cy="258049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0" name="Google Shape;6250;p32"/>
          <p:cNvSpPr/>
          <p:nvPr/>
        </p:nvSpPr>
        <p:spPr>
          <a:xfrm>
            <a:off x="8439349" y="1243283"/>
            <a:ext cx="403030" cy="257169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1" name="Google Shape;6251;p32"/>
          <p:cNvSpPr/>
          <p:nvPr/>
        </p:nvSpPr>
        <p:spPr>
          <a:xfrm>
            <a:off x="8629104" y="1125983"/>
            <a:ext cx="23521" cy="5868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2" name="Google Shape;6252;p32"/>
          <p:cNvSpPr/>
          <p:nvPr/>
        </p:nvSpPr>
        <p:spPr>
          <a:xfrm>
            <a:off x="8534243" y="1172111"/>
            <a:ext cx="47989" cy="47752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3" name="Google Shape;6253;p32"/>
          <p:cNvSpPr/>
          <p:nvPr/>
        </p:nvSpPr>
        <p:spPr>
          <a:xfrm>
            <a:off x="8698412" y="1172111"/>
            <a:ext cx="48026" cy="47752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4" name="Google Shape;6254;p32"/>
          <p:cNvSpPr/>
          <p:nvPr/>
        </p:nvSpPr>
        <p:spPr>
          <a:xfrm>
            <a:off x="2523298" y="1160740"/>
            <a:ext cx="141834" cy="92796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5" name="Google Shape;6255;p32"/>
          <p:cNvSpPr/>
          <p:nvPr/>
        </p:nvSpPr>
        <p:spPr>
          <a:xfrm>
            <a:off x="2380415" y="1371851"/>
            <a:ext cx="142917" cy="93845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6" name="Google Shape;6256;p32"/>
          <p:cNvSpPr/>
          <p:nvPr/>
        </p:nvSpPr>
        <p:spPr>
          <a:xfrm>
            <a:off x="2334558" y="1112752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7" name="Google Shape;6257;p32"/>
          <p:cNvSpPr/>
          <p:nvPr/>
        </p:nvSpPr>
        <p:spPr>
          <a:xfrm>
            <a:off x="2547800" y="1278004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8" name="Google Shape;6258;p32"/>
          <p:cNvSpPr/>
          <p:nvPr/>
        </p:nvSpPr>
        <p:spPr>
          <a:xfrm>
            <a:off x="2517952" y="1634672"/>
            <a:ext cx="140785" cy="164204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59" name="Google Shape;6259;p32"/>
          <p:cNvSpPr/>
          <p:nvPr/>
        </p:nvSpPr>
        <p:spPr>
          <a:xfrm>
            <a:off x="2327113" y="1588138"/>
            <a:ext cx="416906" cy="400154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0" name="Google Shape;6260;p32"/>
          <p:cNvSpPr/>
          <p:nvPr/>
        </p:nvSpPr>
        <p:spPr>
          <a:xfrm>
            <a:off x="2333493" y="2245074"/>
            <a:ext cx="215408" cy="25909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1" name="Google Shape;6261;p32"/>
          <p:cNvSpPr/>
          <p:nvPr/>
        </p:nvSpPr>
        <p:spPr>
          <a:xfrm>
            <a:off x="2524364" y="2103273"/>
            <a:ext cx="213275" cy="211143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2" name="Google Shape;6262;p32"/>
          <p:cNvSpPr/>
          <p:nvPr/>
        </p:nvSpPr>
        <p:spPr>
          <a:xfrm>
            <a:off x="2618176" y="2161888"/>
            <a:ext cx="24571" cy="2352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3" name="Google Shape;6263;p32"/>
          <p:cNvSpPr/>
          <p:nvPr/>
        </p:nvSpPr>
        <p:spPr>
          <a:xfrm>
            <a:off x="2618176" y="2197085"/>
            <a:ext cx="24571" cy="71475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4" name="Google Shape;6264;p32"/>
          <p:cNvSpPr/>
          <p:nvPr/>
        </p:nvSpPr>
        <p:spPr>
          <a:xfrm>
            <a:off x="5218387" y="1299884"/>
            <a:ext cx="58684" cy="24571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5" name="Google Shape;6265;p32"/>
          <p:cNvSpPr/>
          <p:nvPr/>
        </p:nvSpPr>
        <p:spPr>
          <a:xfrm>
            <a:off x="5205593" y="1348922"/>
            <a:ext cx="48026" cy="45890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6" name="Google Shape;6266;p32"/>
          <p:cNvSpPr/>
          <p:nvPr/>
        </p:nvSpPr>
        <p:spPr>
          <a:xfrm>
            <a:off x="5206678" y="1230575"/>
            <a:ext cx="47989" cy="46706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7" name="Google Shape;6267;p32"/>
          <p:cNvSpPr/>
          <p:nvPr/>
        </p:nvSpPr>
        <p:spPr>
          <a:xfrm>
            <a:off x="4875054" y="1161265"/>
            <a:ext cx="306038" cy="303906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8" name="Google Shape;6268;p32"/>
          <p:cNvSpPr/>
          <p:nvPr/>
        </p:nvSpPr>
        <p:spPr>
          <a:xfrm>
            <a:off x="4875595" y="1587749"/>
            <a:ext cx="400932" cy="400932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69" name="Google Shape;6269;p32"/>
          <p:cNvSpPr/>
          <p:nvPr/>
        </p:nvSpPr>
        <p:spPr>
          <a:xfrm>
            <a:off x="5182649" y="1870301"/>
            <a:ext cx="46973" cy="47989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0" name="Google Shape;6270;p32"/>
          <p:cNvSpPr/>
          <p:nvPr/>
        </p:nvSpPr>
        <p:spPr>
          <a:xfrm>
            <a:off x="4922501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1" name="Google Shape;6271;p32"/>
          <p:cNvSpPr/>
          <p:nvPr/>
        </p:nvSpPr>
        <p:spPr>
          <a:xfrm>
            <a:off x="4992894" y="1728499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2" name="Google Shape;6272;p32"/>
          <p:cNvSpPr/>
          <p:nvPr/>
        </p:nvSpPr>
        <p:spPr>
          <a:xfrm>
            <a:off x="5063252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3" name="Google Shape;6273;p32"/>
          <p:cNvSpPr/>
          <p:nvPr/>
        </p:nvSpPr>
        <p:spPr>
          <a:xfrm>
            <a:off x="5135743" y="1728499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4" name="Google Shape;6274;p32"/>
          <p:cNvSpPr/>
          <p:nvPr/>
        </p:nvSpPr>
        <p:spPr>
          <a:xfrm>
            <a:off x="4922501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5" name="Google Shape;6275;p32"/>
          <p:cNvSpPr/>
          <p:nvPr/>
        </p:nvSpPr>
        <p:spPr>
          <a:xfrm>
            <a:off x="4992894" y="1776455"/>
            <a:ext cx="47989" cy="24571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6" name="Google Shape;6276;p32"/>
          <p:cNvSpPr/>
          <p:nvPr/>
        </p:nvSpPr>
        <p:spPr>
          <a:xfrm>
            <a:off x="5063252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7" name="Google Shape;6277;p32"/>
          <p:cNvSpPr/>
          <p:nvPr/>
        </p:nvSpPr>
        <p:spPr>
          <a:xfrm>
            <a:off x="5135743" y="1776455"/>
            <a:ext cx="48026" cy="24571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8" name="Google Shape;6278;p32"/>
          <p:cNvSpPr/>
          <p:nvPr/>
        </p:nvSpPr>
        <p:spPr>
          <a:xfrm>
            <a:off x="4922501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79" name="Google Shape;6279;p32"/>
          <p:cNvSpPr/>
          <p:nvPr/>
        </p:nvSpPr>
        <p:spPr>
          <a:xfrm>
            <a:off x="4992894" y="1823394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0" name="Google Shape;6280;p32"/>
          <p:cNvSpPr/>
          <p:nvPr/>
        </p:nvSpPr>
        <p:spPr>
          <a:xfrm>
            <a:off x="5063252" y="1823394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1" name="Google Shape;6281;p32"/>
          <p:cNvSpPr/>
          <p:nvPr/>
        </p:nvSpPr>
        <p:spPr>
          <a:xfrm>
            <a:off x="4922501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2" name="Google Shape;6282;p32"/>
          <p:cNvSpPr/>
          <p:nvPr/>
        </p:nvSpPr>
        <p:spPr>
          <a:xfrm>
            <a:off x="4992894" y="1870300"/>
            <a:ext cx="47989" cy="24538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3" name="Google Shape;6283;p32"/>
          <p:cNvSpPr/>
          <p:nvPr/>
        </p:nvSpPr>
        <p:spPr>
          <a:xfrm>
            <a:off x="5063252" y="1870300"/>
            <a:ext cx="48026" cy="24538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4" name="Google Shape;6284;p32"/>
          <p:cNvSpPr/>
          <p:nvPr/>
        </p:nvSpPr>
        <p:spPr>
          <a:xfrm>
            <a:off x="4875595" y="2313857"/>
            <a:ext cx="400932" cy="189789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5" name="Google Shape;6285;p32"/>
          <p:cNvSpPr/>
          <p:nvPr/>
        </p:nvSpPr>
        <p:spPr>
          <a:xfrm>
            <a:off x="4995026" y="2103797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6" name="Google Shape;6286;p32"/>
          <p:cNvSpPr/>
          <p:nvPr/>
        </p:nvSpPr>
        <p:spPr>
          <a:xfrm>
            <a:off x="5040881" y="2361238"/>
            <a:ext cx="71475" cy="94454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7" name="Google Shape;6287;p32"/>
          <p:cNvSpPr/>
          <p:nvPr/>
        </p:nvSpPr>
        <p:spPr>
          <a:xfrm>
            <a:off x="7413064" y="1113290"/>
            <a:ext cx="406279" cy="399849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8" name="Google Shape;6288;p32"/>
          <p:cNvSpPr/>
          <p:nvPr/>
        </p:nvSpPr>
        <p:spPr>
          <a:xfrm>
            <a:off x="7698893" y="1824986"/>
            <a:ext cx="24538" cy="24571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89" name="Google Shape;6289;p32"/>
          <p:cNvSpPr/>
          <p:nvPr/>
        </p:nvSpPr>
        <p:spPr>
          <a:xfrm>
            <a:off x="7416341" y="1588292"/>
            <a:ext cx="399849" cy="399849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0" name="Google Shape;6290;p32"/>
          <p:cNvSpPr/>
          <p:nvPr/>
        </p:nvSpPr>
        <p:spPr>
          <a:xfrm>
            <a:off x="7698893" y="1860183"/>
            <a:ext cx="24538" cy="83185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1" name="Google Shape;6291;p32"/>
          <p:cNvSpPr/>
          <p:nvPr/>
        </p:nvSpPr>
        <p:spPr>
          <a:xfrm>
            <a:off x="7510153" y="1706639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2" name="Google Shape;6292;p32"/>
          <p:cNvSpPr/>
          <p:nvPr/>
        </p:nvSpPr>
        <p:spPr>
          <a:xfrm>
            <a:off x="7510153" y="1754627"/>
            <a:ext cx="166370" cy="23488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3" name="Google Shape;6293;p32"/>
          <p:cNvSpPr/>
          <p:nvPr/>
        </p:nvSpPr>
        <p:spPr>
          <a:xfrm>
            <a:off x="7440335" y="2103256"/>
            <a:ext cx="351860" cy="400932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4" name="Google Shape;6294;p32"/>
          <p:cNvSpPr/>
          <p:nvPr/>
        </p:nvSpPr>
        <p:spPr>
          <a:xfrm>
            <a:off x="7674899" y="2430581"/>
            <a:ext cx="47989" cy="23488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5" name="Google Shape;6295;p32"/>
          <p:cNvSpPr/>
          <p:nvPr/>
        </p:nvSpPr>
        <p:spPr>
          <a:xfrm>
            <a:off x="8440326" y="1588286"/>
            <a:ext cx="400932" cy="399849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6" name="Google Shape;6296;p32"/>
          <p:cNvSpPr/>
          <p:nvPr/>
        </p:nvSpPr>
        <p:spPr>
          <a:xfrm>
            <a:off x="350896" y="3221453"/>
            <a:ext cx="120515" cy="117307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7" name="Google Shape;6297;p32"/>
          <p:cNvSpPr/>
          <p:nvPr/>
        </p:nvSpPr>
        <p:spPr>
          <a:xfrm>
            <a:off x="492731" y="3081786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8" name="Google Shape;6298;p32"/>
          <p:cNvSpPr/>
          <p:nvPr/>
        </p:nvSpPr>
        <p:spPr>
          <a:xfrm>
            <a:off x="302941" y="3333405"/>
            <a:ext cx="213275" cy="14714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299" name="Google Shape;6299;p32"/>
          <p:cNvSpPr/>
          <p:nvPr/>
        </p:nvSpPr>
        <p:spPr>
          <a:xfrm>
            <a:off x="340253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0" name="Google Shape;6300;p32"/>
          <p:cNvSpPr/>
          <p:nvPr/>
        </p:nvSpPr>
        <p:spPr>
          <a:xfrm>
            <a:off x="421306" y="3584483"/>
            <a:ext cx="166336" cy="141428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1" name="Google Shape;6301;p32"/>
          <p:cNvSpPr/>
          <p:nvPr/>
        </p:nvSpPr>
        <p:spPr>
          <a:xfrm>
            <a:off x="301876" y="3725234"/>
            <a:ext cx="191955" cy="259944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2" name="Google Shape;6302;p32"/>
          <p:cNvSpPr/>
          <p:nvPr/>
        </p:nvSpPr>
        <p:spPr>
          <a:xfrm>
            <a:off x="599351" y="3644216"/>
            <a:ext cx="69348" cy="69309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3" name="Google Shape;6303;p32"/>
          <p:cNvSpPr/>
          <p:nvPr/>
        </p:nvSpPr>
        <p:spPr>
          <a:xfrm>
            <a:off x="515117" y="3726319"/>
            <a:ext cx="191955" cy="260723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4" name="Google Shape;6304;p32"/>
          <p:cNvSpPr/>
          <p:nvPr/>
        </p:nvSpPr>
        <p:spPr>
          <a:xfrm>
            <a:off x="455387" y="4071208"/>
            <a:ext cx="96011" cy="92796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5" name="Google Shape;6305;p32"/>
          <p:cNvSpPr/>
          <p:nvPr/>
        </p:nvSpPr>
        <p:spPr>
          <a:xfrm>
            <a:off x="339170" y="4283401"/>
            <a:ext cx="93879" cy="92762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6" name="Google Shape;6306;p32"/>
          <p:cNvSpPr/>
          <p:nvPr/>
        </p:nvSpPr>
        <p:spPr>
          <a:xfrm>
            <a:off x="575865" y="4284449"/>
            <a:ext cx="92796" cy="92796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7" name="Google Shape;6307;p32"/>
          <p:cNvSpPr/>
          <p:nvPr/>
        </p:nvSpPr>
        <p:spPr>
          <a:xfrm>
            <a:off x="304009" y="4375079"/>
            <a:ext cx="165287" cy="97067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8" name="Google Shape;6308;p32"/>
          <p:cNvSpPr/>
          <p:nvPr/>
        </p:nvSpPr>
        <p:spPr>
          <a:xfrm>
            <a:off x="421272" y="4161839"/>
            <a:ext cx="166370" cy="9810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09" name="Google Shape;6309;p32"/>
          <p:cNvSpPr/>
          <p:nvPr/>
        </p:nvSpPr>
        <p:spPr>
          <a:xfrm>
            <a:off x="539620" y="437507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0" name="Google Shape;6310;p32"/>
          <p:cNvSpPr/>
          <p:nvPr/>
        </p:nvSpPr>
        <p:spPr>
          <a:xfrm>
            <a:off x="451121" y="4283402"/>
            <a:ext cx="104539" cy="8744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1" name="Google Shape;6311;p32"/>
          <p:cNvSpPr/>
          <p:nvPr/>
        </p:nvSpPr>
        <p:spPr>
          <a:xfrm>
            <a:off x="2977157" y="3269698"/>
            <a:ext cx="117307" cy="70392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2" name="Google Shape;6312;p32"/>
          <p:cNvSpPr/>
          <p:nvPr/>
        </p:nvSpPr>
        <p:spPr>
          <a:xfrm>
            <a:off x="3011270" y="3199339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3" name="Google Shape;6313;p32"/>
          <p:cNvSpPr/>
          <p:nvPr/>
        </p:nvSpPr>
        <p:spPr>
          <a:xfrm>
            <a:off x="2860940" y="3081499"/>
            <a:ext cx="351860" cy="399341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4" name="Google Shape;6314;p32"/>
          <p:cNvSpPr/>
          <p:nvPr/>
        </p:nvSpPr>
        <p:spPr>
          <a:xfrm>
            <a:off x="2834813" y="3796949"/>
            <a:ext cx="71442" cy="18769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5" name="Google Shape;6315;p32"/>
          <p:cNvSpPr/>
          <p:nvPr/>
        </p:nvSpPr>
        <p:spPr>
          <a:xfrm>
            <a:off x="2907303" y="3586886"/>
            <a:ext cx="258049" cy="217540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6" name="Google Shape;6316;p32"/>
          <p:cNvSpPr/>
          <p:nvPr/>
        </p:nvSpPr>
        <p:spPr>
          <a:xfrm>
            <a:off x="2929707" y="3790012"/>
            <a:ext cx="309219" cy="17009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7" name="Google Shape;6317;p32"/>
          <p:cNvSpPr/>
          <p:nvPr/>
        </p:nvSpPr>
        <p:spPr>
          <a:xfrm>
            <a:off x="2835879" y="4071750"/>
            <a:ext cx="297509" cy="30390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8" name="Google Shape;6318;p32"/>
          <p:cNvSpPr/>
          <p:nvPr/>
        </p:nvSpPr>
        <p:spPr>
          <a:xfrm>
            <a:off x="2978729" y="4164140"/>
            <a:ext cx="259132" cy="118550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19" name="Google Shape;6319;p32"/>
          <p:cNvSpPr/>
          <p:nvPr/>
        </p:nvSpPr>
        <p:spPr>
          <a:xfrm>
            <a:off x="2862515" y="4386283"/>
            <a:ext cx="255917" cy="8531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0" name="Google Shape;6320;p32"/>
          <p:cNvSpPr/>
          <p:nvPr/>
        </p:nvSpPr>
        <p:spPr>
          <a:xfrm>
            <a:off x="2907287" y="4141060"/>
            <a:ext cx="155709" cy="165287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1" name="Google Shape;6321;p32"/>
          <p:cNvSpPr/>
          <p:nvPr/>
        </p:nvSpPr>
        <p:spPr>
          <a:xfrm>
            <a:off x="5562588" y="3291812"/>
            <a:ext cx="47989" cy="48026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2" name="Google Shape;6322;p32"/>
          <p:cNvSpPr/>
          <p:nvPr/>
        </p:nvSpPr>
        <p:spPr>
          <a:xfrm>
            <a:off x="5540183" y="3363254"/>
            <a:ext cx="94928" cy="46943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3" name="Google Shape;6323;p32"/>
          <p:cNvSpPr/>
          <p:nvPr/>
        </p:nvSpPr>
        <p:spPr>
          <a:xfrm>
            <a:off x="5481535" y="3245956"/>
            <a:ext cx="212226" cy="235679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4" name="Google Shape;6324;p32"/>
          <p:cNvSpPr/>
          <p:nvPr/>
        </p:nvSpPr>
        <p:spPr>
          <a:xfrm>
            <a:off x="5458081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5" name="Google Shape;6325;p32"/>
          <p:cNvSpPr/>
          <p:nvPr/>
        </p:nvSpPr>
        <p:spPr>
          <a:xfrm>
            <a:off x="5386639" y="3153194"/>
            <a:ext cx="399883" cy="186641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6" name="Google Shape;6326;p32"/>
          <p:cNvSpPr/>
          <p:nvPr/>
        </p:nvSpPr>
        <p:spPr>
          <a:xfrm>
            <a:off x="5383982" y="3598088"/>
            <a:ext cx="405196" cy="30390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7" name="Google Shape;6327;p32"/>
          <p:cNvSpPr/>
          <p:nvPr/>
        </p:nvSpPr>
        <p:spPr>
          <a:xfrm>
            <a:off x="5474614" y="3926465"/>
            <a:ext cx="213275" cy="4697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8" name="Google Shape;6328;p32"/>
          <p:cNvSpPr/>
          <p:nvPr/>
        </p:nvSpPr>
        <p:spPr>
          <a:xfrm>
            <a:off x="5548712" y="4071748"/>
            <a:ext cx="72524" cy="69348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29" name="Google Shape;6329;p32"/>
          <p:cNvSpPr/>
          <p:nvPr/>
        </p:nvSpPr>
        <p:spPr>
          <a:xfrm>
            <a:off x="5454900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0" name="Google Shape;6330;p32"/>
          <p:cNvSpPr/>
          <p:nvPr/>
        </p:nvSpPr>
        <p:spPr>
          <a:xfrm>
            <a:off x="5644689" y="4306312"/>
            <a:ext cx="69309" cy="69348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1" name="Google Shape;6331;p32"/>
          <p:cNvSpPr/>
          <p:nvPr/>
        </p:nvSpPr>
        <p:spPr>
          <a:xfrm>
            <a:off x="5384507" y="4235954"/>
            <a:ext cx="404147" cy="165287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2" name="Google Shape;6332;p32"/>
          <p:cNvSpPr/>
          <p:nvPr/>
        </p:nvSpPr>
        <p:spPr>
          <a:xfrm>
            <a:off x="5611625" y="4387332"/>
            <a:ext cx="140785" cy="84268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3" name="Google Shape;6333;p32"/>
          <p:cNvSpPr/>
          <p:nvPr/>
        </p:nvSpPr>
        <p:spPr>
          <a:xfrm>
            <a:off x="5514597" y="4151719"/>
            <a:ext cx="141834" cy="59732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4" name="Google Shape;6334;p32"/>
          <p:cNvSpPr/>
          <p:nvPr/>
        </p:nvSpPr>
        <p:spPr>
          <a:xfrm>
            <a:off x="5421836" y="4387332"/>
            <a:ext cx="138653" cy="84268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5" name="Google Shape;6335;p32"/>
          <p:cNvSpPr/>
          <p:nvPr/>
        </p:nvSpPr>
        <p:spPr>
          <a:xfrm>
            <a:off x="8135641" y="3297127"/>
            <a:ext cx="92762" cy="114117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6" name="Google Shape;6336;p32"/>
          <p:cNvSpPr/>
          <p:nvPr/>
        </p:nvSpPr>
        <p:spPr>
          <a:xfrm>
            <a:off x="8080172" y="3368567"/>
            <a:ext cx="84274" cy="41629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7" name="Google Shape;6337;p32"/>
          <p:cNvSpPr/>
          <p:nvPr/>
        </p:nvSpPr>
        <p:spPr>
          <a:xfrm>
            <a:off x="8017259" y="3294994"/>
            <a:ext cx="93879" cy="115200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8" name="Google Shape;6338;p32"/>
          <p:cNvSpPr/>
          <p:nvPr/>
        </p:nvSpPr>
        <p:spPr>
          <a:xfrm>
            <a:off x="7993807" y="3433613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39" name="Google Shape;6339;p32"/>
          <p:cNvSpPr/>
          <p:nvPr/>
        </p:nvSpPr>
        <p:spPr>
          <a:xfrm>
            <a:off x="7993807" y="3080704"/>
            <a:ext cx="259132" cy="48026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0" name="Google Shape;6340;p32"/>
          <p:cNvSpPr/>
          <p:nvPr/>
        </p:nvSpPr>
        <p:spPr>
          <a:xfrm>
            <a:off x="8018341" y="3150013"/>
            <a:ext cx="210060" cy="48263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1" name="Google Shape;6341;p32"/>
          <p:cNvSpPr/>
          <p:nvPr/>
        </p:nvSpPr>
        <p:spPr>
          <a:xfrm>
            <a:off x="8016209" y="3192656"/>
            <a:ext cx="211143" cy="100241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2" name="Google Shape;6342;p32"/>
          <p:cNvSpPr/>
          <p:nvPr/>
        </p:nvSpPr>
        <p:spPr>
          <a:xfrm>
            <a:off x="811618" y="3080720"/>
            <a:ext cx="283668" cy="3539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3" name="Google Shape;6343;p32"/>
          <p:cNvSpPr/>
          <p:nvPr/>
        </p:nvSpPr>
        <p:spPr>
          <a:xfrm>
            <a:off x="866002" y="3135071"/>
            <a:ext cx="64029" cy="65079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4" name="Google Shape;6344;p32"/>
          <p:cNvSpPr/>
          <p:nvPr/>
        </p:nvSpPr>
        <p:spPr>
          <a:xfrm>
            <a:off x="954500" y="3224653"/>
            <a:ext cx="165287" cy="164238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5" name="Google Shape;6345;p32"/>
          <p:cNvSpPr/>
          <p:nvPr/>
        </p:nvSpPr>
        <p:spPr>
          <a:xfrm>
            <a:off x="857474" y="3129758"/>
            <a:ext cx="260181" cy="328408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6" name="Google Shape;6346;p32"/>
          <p:cNvSpPr/>
          <p:nvPr/>
        </p:nvSpPr>
        <p:spPr>
          <a:xfrm>
            <a:off x="1093120" y="3361107"/>
            <a:ext cx="122648" cy="120515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7" name="Google Shape;6347;p32"/>
          <p:cNvSpPr/>
          <p:nvPr/>
        </p:nvSpPr>
        <p:spPr>
          <a:xfrm>
            <a:off x="836170" y="3586888"/>
            <a:ext cx="281502" cy="39775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8" name="Google Shape;6348;p32"/>
          <p:cNvSpPr/>
          <p:nvPr/>
        </p:nvSpPr>
        <p:spPr>
          <a:xfrm>
            <a:off x="1136826" y="3679649"/>
            <a:ext cx="77872" cy="75745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49" name="Google Shape;6349;p32"/>
          <p:cNvSpPr/>
          <p:nvPr/>
        </p:nvSpPr>
        <p:spPr>
          <a:xfrm>
            <a:off x="1004772" y="3825715"/>
            <a:ext cx="62778" cy="60955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0" name="Google Shape;6350;p32"/>
          <p:cNvSpPr/>
          <p:nvPr/>
        </p:nvSpPr>
        <p:spPr>
          <a:xfrm>
            <a:off x="1037668" y="3723374"/>
            <a:ext cx="132256" cy="132256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1" name="Google Shape;6351;p32"/>
          <p:cNvSpPr/>
          <p:nvPr/>
        </p:nvSpPr>
        <p:spPr>
          <a:xfrm>
            <a:off x="1048328" y="3592235"/>
            <a:ext cx="63996" cy="63996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2" name="Google Shape;6352;p32"/>
          <p:cNvSpPr/>
          <p:nvPr/>
        </p:nvSpPr>
        <p:spPr>
          <a:xfrm>
            <a:off x="812682" y="3938749"/>
            <a:ext cx="225018" cy="45894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3" name="Google Shape;6353;p32"/>
          <p:cNvSpPr/>
          <p:nvPr/>
        </p:nvSpPr>
        <p:spPr>
          <a:xfrm>
            <a:off x="812159" y="4070683"/>
            <a:ext cx="403064" cy="40198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4" name="Google Shape;6354;p32"/>
          <p:cNvSpPr/>
          <p:nvPr/>
        </p:nvSpPr>
        <p:spPr>
          <a:xfrm>
            <a:off x="965701" y="4306296"/>
            <a:ext cx="98150" cy="70392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5" name="Google Shape;6355;p32"/>
          <p:cNvSpPr/>
          <p:nvPr/>
        </p:nvSpPr>
        <p:spPr>
          <a:xfrm>
            <a:off x="990238" y="4235936"/>
            <a:ext cx="48026" cy="48026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6" name="Google Shape;6356;p32"/>
          <p:cNvSpPr/>
          <p:nvPr/>
        </p:nvSpPr>
        <p:spPr>
          <a:xfrm>
            <a:off x="909184" y="4164494"/>
            <a:ext cx="211143" cy="185558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7" name="Google Shape;6357;p32"/>
          <p:cNvSpPr/>
          <p:nvPr/>
        </p:nvSpPr>
        <p:spPr>
          <a:xfrm>
            <a:off x="3505727" y="3081245"/>
            <a:ext cx="92796" cy="9384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8" name="Google Shape;6358;p32"/>
          <p:cNvSpPr/>
          <p:nvPr/>
        </p:nvSpPr>
        <p:spPr>
          <a:xfrm>
            <a:off x="3469483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59" name="Google Shape;6359;p32"/>
          <p:cNvSpPr/>
          <p:nvPr/>
        </p:nvSpPr>
        <p:spPr>
          <a:xfrm>
            <a:off x="3515338" y="3363796"/>
            <a:ext cx="24538" cy="46943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0" name="Google Shape;6360;p32"/>
          <p:cNvSpPr/>
          <p:nvPr/>
        </p:nvSpPr>
        <p:spPr>
          <a:xfrm>
            <a:off x="3422576" y="3363796"/>
            <a:ext cx="23488" cy="46943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1" name="Google Shape;6361;p32"/>
          <p:cNvSpPr/>
          <p:nvPr/>
        </p:nvSpPr>
        <p:spPr>
          <a:xfrm>
            <a:off x="3562244" y="3363796"/>
            <a:ext cx="46943" cy="46943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2" name="Google Shape;6362;p32"/>
          <p:cNvSpPr/>
          <p:nvPr/>
        </p:nvSpPr>
        <p:spPr>
          <a:xfrm>
            <a:off x="3351136" y="3294487"/>
            <a:ext cx="330540" cy="186608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3" name="Google Shape;6363;p32"/>
          <p:cNvSpPr/>
          <p:nvPr/>
        </p:nvSpPr>
        <p:spPr>
          <a:xfrm>
            <a:off x="3705127" y="3341393"/>
            <a:ext cx="46943" cy="92796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4" name="Google Shape;6364;p32"/>
          <p:cNvSpPr/>
          <p:nvPr/>
        </p:nvSpPr>
        <p:spPr>
          <a:xfrm>
            <a:off x="3469483" y="3171876"/>
            <a:ext cx="165287" cy="99192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5" name="Google Shape;6365;p32"/>
          <p:cNvSpPr/>
          <p:nvPr/>
        </p:nvSpPr>
        <p:spPr>
          <a:xfrm>
            <a:off x="3527590" y="3701495"/>
            <a:ext cx="48026" cy="48026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6" name="Google Shape;6366;p32"/>
          <p:cNvSpPr/>
          <p:nvPr/>
        </p:nvSpPr>
        <p:spPr>
          <a:xfrm>
            <a:off x="3507353" y="3772936"/>
            <a:ext cx="90671" cy="4589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7" name="Google Shape;6367;p32"/>
          <p:cNvSpPr/>
          <p:nvPr/>
        </p:nvSpPr>
        <p:spPr>
          <a:xfrm>
            <a:off x="3468941" y="3655671"/>
            <a:ext cx="165321" cy="13330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8" name="Google Shape;6368;p32"/>
          <p:cNvSpPr/>
          <p:nvPr/>
        </p:nvSpPr>
        <p:spPr>
          <a:xfrm>
            <a:off x="3395401" y="3586158"/>
            <a:ext cx="310302" cy="34993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69" name="Google Shape;6369;p32"/>
          <p:cNvSpPr/>
          <p:nvPr/>
        </p:nvSpPr>
        <p:spPr>
          <a:xfrm>
            <a:off x="3375130" y="3868913"/>
            <a:ext cx="352943" cy="11646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0" name="Google Shape;6370;p32"/>
          <p:cNvSpPr/>
          <p:nvPr/>
        </p:nvSpPr>
        <p:spPr>
          <a:xfrm>
            <a:off x="3471632" y="4141601"/>
            <a:ext cx="165287" cy="9492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1" name="Google Shape;6371;p32"/>
          <p:cNvSpPr/>
          <p:nvPr/>
        </p:nvSpPr>
        <p:spPr>
          <a:xfrm>
            <a:off x="3421511" y="4376162"/>
            <a:ext cx="260181" cy="95984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2" name="Google Shape;6372;p32"/>
          <p:cNvSpPr/>
          <p:nvPr/>
        </p:nvSpPr>
        <p:spPr>
          <a:xfrm>
            <a:off x="3507877" y="4071209"/>
            <a:ext cx="92796" cy="48026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3" name="Google Shape;6373;p32"/>
          <p:cNvSpPr/>
          <p:nvPr/>
        </p:nvSpPr>
        <p:spPr>
          <a:xfrm>
            <a:off x="3472716" y="4258865"/>
            <a:ext cx="161023" cy="9492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4" name="Google Shape;6374;p32"/>
          <p:cNvSpPr/>
          <p:nvPr/>
        </p:nvSpPr>
        <p:spPr>
          <a:xfrm>
            <a:off x="5983544" y="3292880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5" name="Google Shape;6375;p32"/>
          <p:cNvSpPr/>
          <p:nvPr/>
        </p:nvSpPr>
        <p:spPr>
          <a:xfrm>
            <a:off x="5961141" y="3364321"/>
            <a:ext cx="93879" cy="46943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6" name="Google Shape;6376;p32"/>
          <p:cNvSpPr/>
          <p:nvPr/>
        </p:nvSpPr>
        <p:spPr>
          <a:xfrm>
            <a:off x="5891864" y="3223570"/>
            <a:ext cx="399849" cy="257000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7" name="Google Shape;6377;p32"/>
          <p:cNvSpPr/>
          <p:nvPr/>
        </p:nvSpPr>
        <p:spPr>
          <a:xfrm>
            <a:off x="6008081" y="3152128"/>
            <a:ext cx="165287" cy="9492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8" name="Google Shape;6378;p32"/>
          <p:cNvSpPr/>
          <p:nvPr/>
        </p:nvSpPr>
        <p:spPr>
          <a:xfrm>
            <a:off x="6031534" y="3081770"/>
            <a:ext cx="117307" cy="48026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79" name="Google Shape;6379;p32"/>
          <p:cNvSpPr/>
          <p:nvPr/>
        </p:nvSpPr>
        <p:spPr>
          <a:xfrm>
            <a:off x="5961158" y="3703102"/>
            <a:ext cx="23488" cy="11733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0" name="Google Shape;6380;p32"/>
          <p:cNvSpPr/>
          <p:nvPr/>
        </p:nvSpPr>
        <p:spPr>
          <a:xfrm>
            <a:off x="6197852" y="3703102"/>
            <a:ext cx="24571" cy="11733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1" name="Google Shape;6381;p32"/>
          <p:cNvSpPr/>
          <p:nvPr/>
        </p:nvSpPr>
        <p:spPr>
          <a:xfrm>
            <a:off x="5961158" y="3843853"/>
            <a:ext cx="23488" cy="140795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2" name="Google Shape;6382;p32"/>
          <p:cNvSpPr/>
          <p:nvPr/>
        </p:nvSpPr>
        <p:spPr>
          <a:xfrm>
            <a:off x="6197852" y="3843853"/>
            <a:ext cx="24571" cy="140795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3" name="Google Shape;6383;p32"/>
          <p:cNvSpPr/>
          <p:nvPr/>
        </p:nvSpPr>
        <p:spPr>
          <a:xfrm>
            <a:off x="5891848" y="3703102"/>
            <a:ext cx="46943" cy="11733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4" name="Google Shape;6384;p32"/>
          <p:cNvSpPr/>
          <p:nvPr/>
        </p:nvSpPr>
        <p:spPr>
          <a:xfrm>
            <a:off x="6009148" y="3703102"/>
            <a:ext cx="165287" cy="11733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5" name="Google Shape;6385;p32"/>
          <p:cNvSpPr/>
          <p:nvPr/>
        </p:nvSpPr>
        <p:spPr>
          <a:xfrm>
            <a:off x="6244760" y="3826798"/>
            <a:ext cx="46973" cy="15889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6" name="Google Shape;6386;p32"/>
          <p:cNvSpPr/>
          <p:nvPr/>
        </p:nvSpPr>
        <p:spPr>
          <a:xfrm>
            <a:off x="5891848" y="3826796"/>
            <a:ext cx="46943" cy="157841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7" name="Google Shape;6387;p32"/>
          <p:cNvSpPr/>
          <p:nvPr/>
        </p:nvSpPr>
        <p:spPr>
          <a:xfrm>
            <a:off x="6079505" y="3843853"/>
            <a:ext cx="23488" cy="24571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8" name="Google Shape;6388;p32"/>
          <p:cNvSpPr/>
          <p:nvPr/>
        </p:nvSpPr>
        <p:spPr>
          <a:xfrm>
            <a:off x="6244760" y="3703102"/>
            <a:ext cx="46973" cy="11733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89" name="Google Shape;6389;p32"/>
          <p:cNvSpPr/>
          <p:nvPr/>
        </p:nvSpPr>
        <p:spPr>
          <a:xfrm>
            <a:off x="6009148" y="3843853"/>
            <a:ext cx="165287" cy="140795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0" name="Google Shape;6390;p32"/>
          <p:cNvSpPr/>
          <p:nvPr/>
        </p:nvSpPr>
        <p:spPr>
          <a:xfrm>
            <a:off x="6008065" y="3585839"/>
            <a:ext cx="165287" cy="9384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1" name="Google Shape;6391;p32"/>
          <p:cNvSpPr/>
          <p:nvPr/>
        </p:nvSpPr>
        <p:spPr>
          <a:xfrm>
            <a:off x="6197346" y="4331390"/>
            <a:ext cx="70392" cy="140751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2" name="Google Shape;6392;p32"/>
          <p:cNvSpPr/>
          <p:nvPr/>
        </p:nvSpPr>
        <p:spPr>
          <a:xfrm>
            <a:off x="6009688" y="4331390"/>
            <a:ext cx="164204" cy="68531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3" name="Google Shape;6393;p32"/>
          <p:cNvSpPr/>
          <p:nvPr/>
        </p:nvSpPr>
        <p:spPr>
          <a:xfrm>
            <a:off x="6009688" y="4407095"/>
            <a:ext cx="164204" cy="6504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4" name="Google Shape;6394;p32"/>
          <p:cNvSpPr/>
          <p:nvPr/>
        </p:nvSpPr>
        <p:spPr>
          <a:xfrm>
            <a:off x="5915843" y="4330306"/>
            <a:ext cx="70431" cy="141834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5" name="Google Shape;6395;p32"/>
          <p:cNvSpPr/>
          <p:nvPr/>
        </p:nvSpPr>
        <p:spPr>
          <a:xfrm>
            <a:off x="6020348" y="4188506"/>
            <a:ext cx="140751" cy="142917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6" name="Google Shape;6396;p32"/>
          <p:cNvSpPr/>
          <p:nvPr/>
        </p:nvSpPr>
        <p:spPr>
          <a:xfrm>
            <a:off x="5960618" y="4071209"/>
            <a:ext cx="258087" cy="235679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7" name="Google Shape;6397;p32"/>
          <p:cNvSpPr/>
          <p:nvPr/>
        </p:nvSpPr>
        <p:spPr>
          <a:xfrm>
            <a:off x="7923448" y="3772952"/>
            <a:ext cx="399849" cy="212192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8" name="Google Shape;6398;p32"/>
          <p:cNvSpPr/>
          <p:nvPr/>
        </p:nvSpPr>
        <p:spPr>
          <a:xfrm>
            <a:off x="8063117" y="3844394"/>
            <a:ext cx="119430" cy="23488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399" name="Google Shape;6399;p32"/>
          <p:cNvSpPr/>
          <p:nvPr/>
        </p:nvSpPr>
        <p:spPr>
          <a:xfrm>
            <a:off x="7946900" y="3586378"/>
            <a:ext cx="117307" cy="46943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0" name="Google Shape;6400;p32"/>
          <p:cNvSpPr/>
          <p:nvPr/>
        </p:nvSpPr>
        <p:spPr>
          <a:xfrm>
            <a:off x="7945818" y="3655655"/>
            <a:ext cx="117332" cy="93879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1" name="Google Shape;6401;p32"/>
          <p:cNvSpPr/>
          <p:nvPr/>
        </p:nvSpPr>
        <p:spPr>
          <a:xfrm>
            <a:off x="8184646" y="3608749"/>
            <a:ext cx="116249" cy="93879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2" name="Google Shape;6402;p32"/>
          <p:cNvSpPr/>
          <p:nvPr/>
        </p:nvSpPr>
        <p:spPr>
          <a:xfrm>
            <a:off x="8182513" y="3727096"/>
            <a:ext cx="117332" cy="23488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3" name="Google Shape;6403;p32"/>
          <p:cNvSpPr/>
          <p:nvPr/>
        </p:nvSpPr>
        <p:spPr>
          <a:xfrm>
            <a:off x="8086568" y="3633284"/>
            <a:ext cx="72524" cy="117307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4" name="Google Shape;6404;p32"/>
          <p:cNvSpPr/>
          <p:nvPr/>
        </p:nvSpPr>
        <p:spPr>
          <a:xfrm>
            <a:off x="1475174" y="3224653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5" name="Google Shape;6405;p32"/>
          <p:cNvSpPr/>
          <p:nvPr/>
        </p:nvSpPr>
        <p:spPr>
          <a:xfrm>
            <a:off x="1321664" y="3080721"/>
            <a:ext cx="401981" cy="40089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6" name="Google Shape;6406;p32"/>
          <p:cNvSpPr/>
          <p:nvPr/>
        </p:nvSpPr>
        <p:spPr>
          <a:xfrm>
            <a:off x="1443192" y="3315284"/>
            <a:ext cx="157841" cy="71475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7" name="Google Shape;6407;p32"/>
          <p:cNvSpPr/>
          <p:nvPr/>
        </p:nvSpPr>
        <p:spPr>
          <a:xfrm>
            <a:off x="1323242" y="3586897"/>
            <a:ext cx="398800" cy="39771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8" name="Google Shape;6408;p32"/>
          <p:cNvSpPr/>
          <p:nvPr/>
        </p:nvSpPr>
        <p:spPr>
          <a:xfrm>
            <a:off x="1321124" y="4070295"/>
            <a:ext cx="403064" cy="402760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09" name="Google Shape;6409;p32"/>
          <p:cNvSpPr/>
          <p:nvPr/>
        </p:nvSpPr>
        <p:spPr>
          <a:xfrm>
            <a:off x="1509830" y="4214228"/>
            <a:ext cx="23488" cy="703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0" name="Google Shape;6410;p32"/>
          <p:cNvSpPr/>
          <p:nvPr/>
        </p:nvSpPr>
        <p:spPr>
          <a:xfrm>
            <a:off x="1416019" y="4261133"/>
            <a:ext cx="23488" cy="23488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1" name="Google Shape;6411;p32"/>
          <p:cNvSpPr/>
          <p:nvPr/>
        </p:nvSpPr>
        <p:spPr>
          <a:xfrm>
            <a:off x="1603676" y="4167322"/>
            <a:ext cx="24538" cy="117307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2" name="Google Shape;6412;p32"/>
          <p:cNvSpPr/>
          <p:nvPr/>
        </p:nvSpPr>
        <p:spPr>
          <a:xfrm>
            <a:off x="3914904" y="3081245"/>
            <a:ext cx="304989" cy="28150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3" name="Google Shape;6413;p32"/>
          <p:cNvSpPr/>
          <p:nvPr/>
        </p:nvSpPr>
        <p:spPr>
          <a:xfrm>
            <a:off x="4043947" y="3150554"/>
            <a:ext cx="47989" cy="48026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4" name="Google Shape;6414;p32"/>
          <p:cNvSpPr/>
          <p:nvPr/>
        </p:nvSpPr>
        <p:spPr>
          <a:xfrm>
            <a:off x="3986345" y="3386167"/>
            <a:ext cx="164238" cy="48026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5" name="Google Shape;6415;p32"/>
          <p:cNvSpPr/>
          <p:nvPr/>
        </p:nvSpPr>
        <p:spPr>
          <a:xfrm>
            <a:off x="4009798" y="3223045"/>
            <a:ext cx="117332" cy="70392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6" name="Google Shape;6416;p32"/>
          <p:cNvSpPr/>
          <p:nvPr/>
        </p:nvSpPr>
        <p:spPr>
          <a:xfrm>
            <a:off x="4009798" y="3457607"/>
            <a:ext cx="118390" cy="23488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7" name="Google Shape;6417;p32"/>
          <p:cNvSpPr/>
          <p:nvPr/>
        </p:nvSpPr>
        <p:spPr>
          <a:xfrm>
            <a:off x="3856763" y="3584900"/>
            <a:ext cx="421204" cy="40171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8" name="Google Shape;6418;p32"/>
          <p:cNvSpPr/>
          <p:nvPr/>
        </p:nvSpPr>
        <p:spPr>
          <a:xfrm>
            <a:off x="3865865" y="4211433"/>
            <a:ext cx="403064" cy="26018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19" name="Google Shape;6419;p32"/>
          <p:cNvSpPr/>
          <p:nvPr/>
        </p:nvSpPr>
        <p:spPr>
          <a:xfrm>
            <a:off x="4041779" y="4142125"/>
            <a:ext cx="48026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0" name="Google Shape;6420;p32"/>
          <p:cNvSpPr/>
          <p:nvPr/>
        </p:nvSpPr>
        <p:spPr>
          <a:xfrm>
            <a:off x="3960759" y="4071733"/>
            <a:ext cx="210060" cy="18342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1" name="Google Shape;6421;p32"/>
          <p:cNvSpPr/>
          <p:nvPr/>
        </p:nvSpPr>
        <p:spPr>
          <a:xfrm>
            <a:off x="6517028" y="3174346"/>
            <a:ext cx="165287" cy="134389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2" name="Google Shape;6422;p32"/>
          <p:cNvSpPr/>
          <p:nvPr/>
        </p:nvSpPr>
        <p:spPr>
          <a:xfrm>
            <a:off x="6576727" y="3222334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3" name="Google Shape;6423;p32"/>
          <p:cNvSpPr/>
          <p:nvPr/>
        </p:nvSpPr>
        <p:spPr>
          <a:xfrm>
            <a:off x="6425350" y="3079991"/>
            <a:ext cx="350811" cy="35348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4" name="Google Shape;6424;p32"/>
          <p:cNvSpPr/>
          <p:nvPr/>
        </p:nvSpPr>
        <p:spPr>
          <a:xfrm>
            <a:off x="6555407" y="3292726"/>
            <a:ext cx="90664" cy="46943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5" name="Google Shape;6425;p32"/>
          <p:cNvSpPr/>
          <p:nvPr/>
        </p:nvSpPr>
        <p:spPr>
          <a:xfrm>
            <a:off x="6672706" y="3362001"/>
            <a:ext cx="129046" cy="117738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6" name="Google Shape;6426;p32"/>
          <p:cNvSpPr/>
          <p:nvPr/>
        </p:nvSpPr>
        <p:spPr>
          <a:xfrm>
            <a:off x="6400814" y="3364133"/>
            <a:ext cx="129046" cy="118213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7" name="Google Shape;6427;p32"/>
          <p:cNvSpPr/>
          <p:nvPr/>
        </p:nvSpPr>
        <p:spPr>
          <a:xfrm>
            <a:off x="6506369" y="3773495"/>
            <a:ext cx="188740" cy="18874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8" name="Google Shape;6428;p32"/>
          <p:cNvSpPr/>
          <p:nvPr/>
        </p:nvSpPr>
        <p:spPr>
          <a:xfrm>
            <a:off x="6683366" y="3609290"/>
            <a:ext cx="93845" cy="9384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29" name="Google Shape;6429;p32"/>
          <p:cNvSpPr/>
          <p:nvPr/>
        </p:nvSpPr>
        <p:spPr>
          <a:xfrm>
            <a:off x="6425350" y="3609290"/>
            <a:ext cx="92762" cy="9384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0" name="Google Shape;6430;p32"/>
          <p:cNvSpPr/>
          <p:nvPr/>
        </p:nvSpPr>
        <p:spPr>
          <a:xfrm>
            <a:off x="6400814" y="3703102"/>
            <a:ext cx="141834" cy="70431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1" name="Google Shape;6431;p32"/>
          <p:cNvSpPr/>
          <p:nvPr/>
        </p:nvSpPr>
        <p:spPr>
          <a:xfrm>
            <a:off x="6660962" y="3703102"/>
            <a:ext cx="140785" cy="70431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2" name="Google Shape;6432;p32"/>
          <p:cNvSpPr/>
          <p:nvPr/>
        </p:nvSpPr>
        <p:spPr>
          <a:xfrm>
            <a:off x="6666308" y="3796947"/>
            <a:ext cx="135438" cy="71475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3" name="Google Shape;6433;p32"/>
          <p:cNvSpPr/>
          <p:nvPr/>
        </p:nvSpPr>
        <p:spPr>
          <a:xfrm>
            <a:off x="6400814" y="3796948"/>
            <a:ext cx="136521" cy="70392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4" name="Google Shape;6434;p32"/>
          <p:cNvSpPr/>
          <p:nvPr/>
        </p:nvSpPr>
        <p:spPr>
          <a:xfrm>
            <a:off x="6622585" y="4179419"/>
            <a:ext cx="90671" cy="141868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5" name="Google Shape;6435;p32"/>
          <p:cNvSpPr/>
          <p:nvPr/>
        </p:nvSpPr>
        <p:spPr>
          <a:xfrm>
            <a:off x="6501023" y="4071731"/>
            <a:ext cx="119473" cy="70431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6" name="Google Shape;6436;p32"/>
          <p:cNvSpPr/>
          <p:nvPr/>
        </p:nvSpPr>
        <p:spPr>
          <a:xfrm>
            <a:off x="6489312" y="4165577"/>
            <a:ext cx="140795" cy="3060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7" name="Google Shape;6437;p32"/>
          <p:cNvSpPr/>
          <p:nvPr/>
        </p:nvSpPr>
        <p:spPr>
          <a:xfrm>
            <a:off x="7992740" y="4379886"/>
            <a:ext cx="24571" cy="24538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8" name="Google Shape;6438;p32"/>
          <p:cNvSpPr/>
          <p:nvPr/>
        </p:nvSpPr>
        <p:spPr>
          <a:xfrm>
            <a:off x="7922381" y="4119738"/>
            <a:ext cx="308170" cy="351860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39" name="Google Shape;6439;p32"/>
          <p:cNvSpPr/>
          <p:nvPr/>
        </p:nvSpPr>
        <p:spPr>
          <a:xfrm>
            <a:off x="8003400" y="4071749"/>
            <a:ext cx="143966" cy="72524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0" name="Google Shape;6440;p32"/>
          <p:cNvSpPr/>
          <p:nvPr/>
        </p:nvSpPr>
        <p:spPr>
          <a:xfrm>
            <a:off x="8251840" y="4237003"/>
            <a:ext cx="70392" cy="142917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1" name="Google Shape;6441;p32"/>
          <p:cNvSpPr/>
          <p:nvPr/>
        </p:nvSpPr>
        <p:spPr>
          <a:xfrm>
            <a:off x="8253971" y="4166643"/>
            <a:ext cx="70392" cy="46943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2" name="Google Shape;6442;p32"/>
          <p:cNvSpPr/>
          <p:nvPr/>
        </p:nvSpPr>
        <p:spPr>
          <a:xfrm>
            <a:off x="8259284" y="4391596"/>
            <a:ext cx="58684" cy="5868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3" name="Google Shape;6443;p32"/>
          <p:cNvSpPr/>
          <p:nvPr/>
        </p:nvSpPr>
        <p:spPr>
          <a:xfrm>
            <a:off x="1852459" y="3213433"/>
            <a:ext cx="376396" cy="26766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4" name="Google Shape;6444;p32"/>
          <p:cNvSpPr/>
          <p:nvPr/>
        </p:nvSpPr>
        <p:spPr>
          <a:xfrm>
            <a:off x="1830088" y="3081245"/>
            <a:ext cx="375313" cy="267897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5" name="Google Shape;6445;p32"/>
          <p:cNvSpPr/>
          <p:nvPr/>
        </p:nvSpPr>
        <p:spPr>
          <a:xfrm>
            <a:off x="1901495" y="3152687"/>
            <a:ext cx="255951" cy="255917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6" name="Google Shape;6446;p32"/>
          <p:cNvSpPr/>
          <p:nvPr/>
        </p:nvSpPr>
        <p:spPr>
          <a:xfrm>
            <a:off x="2039574" y="3842806"/>
            <a:ext cx="24571" cy="47989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7" name="Google Shape;6447;p32"/>
          <p:cNvSpPr/>
          <p:nvPr/>
        </p:nvSpPr>
        <p:spPr>
          <a:xfrm>
            <a:off x="1992668" y="3771364"/>
            <a:ext cx="24538" cy="47989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8" name="Google Shape;6448;p32"/>
          <p:cNvSpPr/>
          <p:nvPr/>
        </p:nvSpPr>
        <p:spPr>
          <a:xfrm>
            <a:off x="1846605" y="3585838"/>
            <a:ext cx="365736" cy="39984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49" name="Google Shape;6449;p32"/>
          <p:cNvSpPr/>
          <p:nvPr/>
        </p:nvSpPr>
        <p:spPr>
          <a:xfrm>
            <a:off x="1996408" y="4071748"/>
            <a:ext cx="69348" cy="69348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0" name="Google Shape;6450;p32"/>
          <p:cNvSpPr/>
          <p:nvPr/>
        </p:nvSpPr>
        <p:spPr>
          <a:xfrm>
            <a:off x="1827939" y="4219945"/>
            <a:ext cx="403064" cy="25165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1" name="Google Shape;6451;p32"/>
          <p:cNvSpPr/>
          <p:nvPr/>
        </p:nvSpPr>
        <p:spPr>
          <a:xfrm>
            <a:off x="1971872" y="4164512"/>
            <a:ext cx="117332" cy="9384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2" name="Google Shape;6452;p32"/>
          <p:cNvSpPr/>
          <p:nvPr/>
        </p:nvSpPr>
        <p:spPr>
          <a:xfrm>
            <a:off x="4528883" y="3233164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3" name="Google Shape;6453;p32"/>
          <p:cNvSpPr/>
          <p:nvPr/>
        </p:nvSpPr>
        <p:spPr>
          <a:xfrm>
            <a:off x="4422278" y="3080704"/>
            <a:ext cx="117298" cy="11733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4" name="Google Shape;6454;p32"/>
          <p:cNvSpPr/>
          <p:nvPr/>
        </p:nvSpPr>
        <p:spPr>
          <a:xfrm>
            <a:off x="4610984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5" name="Google Shape;6455;p32"/>
          <p:cNvSpPr/>
          <p:nvPr/>
        </p:nvSpPr>
        <p:spPr>
          <a:xfrm>
            <a:off x="4545940" y="3344067"/>
            <a:ext cx="56550" cy="34147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6" name="Google Shape;6456;p32"/>
          <p:cNvSpPr/>
          <p:nvPr/>
        </p:nvSpPr>
        <p:spPr>
          <a:xfrm>
            <a:off x="4470233" y="3336586"/>
            <a:ext cx="94928" cy="143966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7" name="Google Shape;6457;p32"/>
          <p:cNvSpPr/>
          <p:nvPr/>
        </p:nvSpPr>
        <p:spPr>
          <a:xfrm>
            <a:off x="4587531" y="3337669"/>
            <a:ext cx="94928" cy="143966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8" name="Google Shape;6458;p32"/>
          <p:cNvSpPr/>
          <p:nvPr/>
        </p:nvSpPr>
        <p:spPr>
          <a:xfrm>
            <a:off x="4590745" y="3193738"/>
            <a:ext cx="186608" cy="14714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59" name="Google Shape;6459;p32"/>
          <p:cNvSpPr/>
          <p:nvPr/>
        </p:nvSpPr>
        <p:spPr>
          <a:xfrm>
            <a:off x="4376423" y="3192655"/>
            <a:ext cx="184475" cy="147181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0" name="Google Shape;6460;p32"/>
          <p:cNvSpPr/>
          <p:nvPr/>
        </p:nvSpPr>
        <p:spPr>
          <a:xfrm>
            <a:off x="4555008" y="3766032"/>
            <a:ext cx="24571" cy="22405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1" name="Google Shape;6461;p32"/>
          <p:cNvSpPr/>
          <p:nvPr/>
        </p:nvSpPr>
        <p:spPr>
          <a:xfrm>
            <a:off x="4502789" y="3718822"/>
            <a:ext cx="127958" cy="11733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2" name="Google Shape;6462;p32"/>
          <p:cNvSpPr/>
          <p:nvPr/>
        </p:nvSpPr>
        <p:spPr>
          <a:xfrm>
            <a:off x="4616873" y="3599697"/>
            <a:ext cx="159951" cy="161023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3" name="Google Shape;6463;p32"/>
          <p:cNvSpPr/>
          <p:nvPr/>
        </p:nvSpPr>
        <p:spPr>
          <a:xfrm>
            <a:off x="4558223" y="3834258"/>
            <a:ext cx="139712" cy="138629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4" name="Google Shape;6464;p32"/>
          <p:cNvSpPr/>
          <p:nvPr/>
        </p:nvSpPr>
        <p:spPr>
          <a:xfrm>
            <a:off x="4640326" y="3769213"/>
            <a:ext cx="121562" cy="120556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5" name="Google Shape;6465;p32"/>
          <p:cNvSpPr/>
          <p:nvPr/>
        </p:nvSpPr>
        <p:spPr>
          <a:xfrm>
            <a:off x="4387622" y="3824647"/>
            <a:ext cx="163155" cy="15997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6" name="Google Shape;6466;p32"/>
          <p:cNvSpPr/>
          <p:nvPr/>
        </p:nvSpPr>
        <p:spPr>
          <a:xfrm>
            <a:off x="4558222" y="3586904"/>
            <a:ext cx="140795" cy="114117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7" name="Google Shape;6467;p32"/>
          <p:cNvSpPr/>
          <p:nvPr/>
        </p:nvSpPr>
        <p:spPr>
          <a:xfrm>
            <a:off x="4376963" y="3762818"/>
            <a:ext cx="114117" cy="14504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8" name="Google Shape;6468;p32"/>
          <p:cNvSpPr/>
          <p:nvPr/>
        </p:nvSpPr>
        <p:spPr>
          <a:xfrm>
            <a:off x="4597685" y="4180503"/>
            <a:ext cx="179128" cy="210060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69" name="Google Shape;6469;p32"/>
          <p:cNvSpPr/>
          <p:nvPr/>
        </p:nvSpPr>
        <p:spPr>
          <a:xfrm>
            <a:off x="4588073" y="4071733"/>
            <a:ext cx="154626" cy="18024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0" name="Google Shape;6470;p32"/>
          <p:cNvSpPr/>
          <p:nvPr/>
        </p:nvSpPr>
        <p:spPr>
          <a:xfrm>
            <a:off x="4376963" y="4071731"/>
            <a:ext cx="346547" cy="39988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1" name="Google Shape;6471;p32"/>
          <p:cNvSpPr/>
          <p:nvPr/>
        </p:nvSpPr>
        <p:spPr>
          <a:xfrm>
            <a:off x="7111295" y="3081533"/>
            <a:ext cx="23488" cy="59732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2" name="Google Shape;6472;p32"/>
          <p:cNvSpPr/>
          <p:nvPr/>
        </p:nvSpPr>
        <p:spPr>
          <a:xfrm>
            <a:off x="7182736" y="3106847"/>
            <a:ext cx="47989" cy="46161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3" name="Google Shape;6473;p32"/>
          <p:cNvSpPr/>
          <p:nvPr/>
        </p:nvSpPr>
        <p:spPr>
          <a:xfrm>
            <a:off x="7252012" y="3246786"/>
            <a:ext cx="48026" cy="24571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4" name="Google Shape;6474;p32"/>
          <p:cNvSpPr/>
          <p:nvPr/>
        </p:nvSpPr>
        <p:spPr>
          <a:xfrm>
            <a:off x="6924686" y="3246787"/>
            <a:ext cx="48026" cy="23488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5" name="Google Shape;6475;p32"/>
          <p:cNvSpPr/>
          <p:nvPr/>
        </p:nvSpPr>
        <p:spPr>
          <a:xfrm>
            <a:off x="7017449" y="3106847"/>
            <a:ext cx="48026" cy="46161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6" name="Google Shape;6476;p32"/>
          <p:cNvSpPr/>
          <p:nvPr/>
        </p:nvSpPr>
        <p:spPr>
          <a:xfrm>
            <a:off x="6946008" y="3152772"/>
            <a:ext cx="50155" cy="3516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7" name="Google Shape;6477;p32"/>
          <p:cNvSpPr/>
          <p:nvPr/>
        </p:nvSpPr>
        <p:spPr>
          <a:xfrm>
            <a:off x="7227509" y="3153178"/>
            <a:ext cx="50121" cy="36279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8" name="Google Shape;6478;p32"/>
          <p:cNvSpPr/>
          <p:nvPr/>
        </p:nvSpPr>
        <p:spPr>
          <a:xfrm>
            <a:off x="6988682" y="3150844"/>
            <a:ext cx="239909" cy="329964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79" name="Google Shape;6479;p32"/>
          <p:cNvSpPr/>
          <p:nvPr/>
        </p:nvSpPr>
        <p:spPr>
          <a:xfrm>
            <a:off x="6911353" y="3726032"/>
            <a:ext cx="48026" cy="259132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0" name="Google Shape;6480;p32"/>
          <p:cNvSpPr/>
          <p:nvPr/>
        </p:nvSpPr>
        <p:spPr>
          <a:xfrm>
            <a:off x="6957209" y="3820926"/>
            <a:ext cx="166370" cy="16637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1" name="Google Shape;6481;p32"/>
          <p:cNvSpPr/>
          <p:nvPr/>
        </p:nvSpPr>
        <p:spPr>
          <a:xfrm>
            <a:off x="7144868" y="3584231"/>
            <a:ext cx="142883" cy="47989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2" name="Google Shape;6482;p32"/>
          <p:cNvSpPr/>
          <p:nvPr/>
        </p:nvSpPr>
        <p:spPr>
          <a:xfrm>
            <a:off x="7169369" y="3656722"/>
            <a:ext cx="141868" cy="48026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3" name="Google Shape;6483;p32"/>
          <p:cNvSpPr/>
          <p:nvPr/>
        </p:nvSpPr>
        <p:spPr>
          <a:xfrm>
            <a:off x="7146998" y="3796390"/>
            <a:ext cx="165287" cy="48026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4" name="Google Shape;6484;p32"/>
          <p:cNvSpPr/>
          <p:nvPr/>
        </p:nvSpPr>
        <p:spPr>
          <a:xfrm>
            <a:off x="7122463" y="3726031"/>
            <a:ext cx="189823" cy="4589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5" name="Google Shape;6485;p32"/>
          <p:cNvSpPr/>
          <p:nvPr/>
        </p:nvSpPr>
        <p:spPr>
          <a:xfrm>
            <a:off x="7146998" y="3868914"/>
            <a:ext cx="166370" cy="118390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6" name="Google Shape;6486;p32"/>
          <p:cNvSpPr/>
          <p:nvPr/>
        </p:nvSpPr>
        <p:spPr>
          <a:xfrm>
            <a:off x="6982795" y="3655673"/>
            <a:ext cx="117332" cy="140751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7" name="Google Shape;6487;p32"/>
          <p:cNvSpPr/>
          <p:nvPr/>
        </p:nvSpPr>
        <p:spPr>
          <a:xfrm>
            <a:off x="6916157" y="4142108"/>
            <a:ext cx="392404" cy="120515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8" name="Google Shape;6488;p32"/>
          <p:cNvSpPr/>
          <p:nvPr/>
        </p:nvSpPr>
        <p:spPr>
          <a:xfrm>
            <a:off x="7100633" y="4258322"/>
            <a:ext cx="23488" cy="2457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89" name="Google Shape;6489;p32"/>
          <p:cNvSpPr/>
          <p:nvPr/>
        </p:nvSpPr>
        <p:spPr>
          <a:xfrm>
            <a:off x="7053694" y="4225294"/>
            <a:ext cx="117332" cy="105589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0" name="Google Shape;6490;p32"/>
          <p:cNvSpPr/>
          <p:nvPr/>
        </p:nvSpPr>
        <p:spPr>
          <a:xfrm>
            <a:off x="6921503" y="4234870"/>
            <a:ext cx="381743" cy="16637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1" name="Google Shape;6491;p32"/>
          <p:cNvSpPr/>
          <p:nvPr/>
        </p:nvSpPr>
        <p:spPr>
          <a:xfrm>
            <a:off x="8628850" y="3094798"/>
            <a:ext cx="23488" cy="5868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2" name="Google Shape;6492;p32"/>
          <p:cNvSpPr/>
          <p:nvPr/>
        </p:nvSpPr>
        <p:spPr>
          <a:xfrm>
            <a:off x="8535005" y="3140891"/>
            <a:ext cx="48026" cy="4697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3" name="Google Shape;6493;p32"/>
          <p:cNvSpPr/>
          <p:nvPr/>
        </p:nvSpPr>
        <p:spPr>
          <a:xfrm>
            <a:off x="8698126" y="3141297"/>
            <a:ext cx="48026" cy="46571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4" name="Google Shape;6494;p32"/>
          <p:cNvSpPr/>
          <p:nvPr/>
        </p:nvSpPr>
        <p:spPr>
          <a:xfrm>
            <a:off x="8794103" y="3257918"/>
            <a:ext cx="48026" cy="164238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5" name="Google Shape;6495;p32"/>
          <p:cNvSpPr/>
          <p:nvPr/>
        </p:nvSpPr>
        <p:spPr>
          <a:xfrm>
            <a:off x="8440109" y="3258866"/>
            <a:ext cx="48026" cy="164339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6" name="Google Shape;6496;p32"/>
          <p:cNvSpPr/>
          <p:nvPr/>
        </p:nvSpPr>
        <p:spPr>
          <a:xfrm>
            <a:off x="8574466" y="3270712"/>
            <a:ext cx="194087" cy="140785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7" name="Google Shape;6497;p32"/>
          <p:cNvSpPr/>
          <p:nvPr/>
        </p:nvSpPr>
        <p:spPr>
          <a:xfrm>
            <a:off x="8509419" y="3212063"/>
            <a:ext cx="237811" cy="255477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8" name="Google Shape;6498;p32"/>
          <p:cNvSpPr/>
          <p:nvPr/>
        </p:nvSpPr>
        <p:spPr>
          <a:xfrm>
            <a:off x="2370549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499" name="Google Shape;6499;p32"/>
          <p:cNvSpPr/>
          <p:nvPr/>
        </p:nvSpPr>
        <p:spPr>
          <a:xfrm>
            <a:off x="2525143" y="3128693"/>
            <a:ext cx="140785" cy="9198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0" name="Google Shape;6500;p32"/>
          <p:cNvSpPr/>
          <p:nvPr/>
        </p:nvSpPr>
        <p:spPr>
          <a:xfrm>
            <a:off x="2379077" y="3338143"/>
            <a:ext cx="143966" cy="93507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1" name="Google Shape;6501;p32"/>
          <p:cNvSpPr/>
          <p:nvPr/>
        </p:nvSpPr>
        <p:spPr>
          <a:xfrm>
            <a:off x="2581658" y="3244907"/>
            <a:ext cx="120515" cy="11624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2" name="Google Shape;6502;p32"/>
          <p:cNvSpPr/>
          <p:nvPr/>
        </p:nvSpPr>
        <p:spPr>
          <a:xfrm>
            <a:off x="2335352" y="3195869"/>
            <a:ext cx="187691" cy="119430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3" name="Google Shape;6503;p32"/>
          <p:cNvSpPr/>
          <p:nvPr/>
        </p:nvSpPr>
        <p:spPr>
          <a:xfrm>
            <a:off x="2546463" y="3360039"/>
            <a:ext cx="189823" cy="121596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4" name="Google Shape;6504;p32"/>
          <p:cNvSpPr/>
          <p:nvPr/>
        </p:nvSpPr>
        <p:spPr>
          <a:xfrm>
            <a:off x="2550728" y="3726707"/>
            <a:ext cx="93879" cy="4589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5" name="Google Shape;6505;p32"/>
          <p:cNvSpPr/>
          <p:nvPr/>
        </p:nvSpPr>
        <p:spPr>
          <a:xfrm>
            <a:off x="2573132" y="3655265"/>
            <a:ext cx="48026" cy="48026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6" name="Google Shape;6506;p32"/>
          <p:cNvSpPr/>
          <p:nvPr/>
        </p:nvSpPr>
        <p:spPr>
          <a:xfrm>
            <a:off x="2455832" y="3585956"/>
            <a:ext cx="282585" cy="282585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7" name="Google Shape;6507;p32"/>
          <p:cNvSpPr/>
          <p:nvPr/>
        </p:nvSpPr>
        <p:spPr>
          <a:xfrm>
            <a:off x="2431332" y="3793885"/>
            <a:ext cx="99192" cy="9810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8" name="Google Shape;6508;p32"/>
          <p:cNvSpPr/>
          <p:nvPr/>
        </p:nvSpPr>
        <p:spPr>
          <a:xfrm>
            <a:off x="2333221" y="3854666"/>
            <a:ext cx="135438" cy="130908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09" name="Google Shape;6509;p32"/>
          <p:cNvSpPr/>
          <p:nvPr/>
        </p:nvSpPr>
        <p:spPr>
          <a:xfrm>
            <a:off x="2382292" y="4212466"/>
            <a:ext cx="119430" cy="11733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0" name="Google Shape;6510;p32"/>
          <p:cNvSpPr/>
          <p:nvPr/>
        </p:nvSpPr>
        <p:spPr>
          <a:xfrm>
            <a:off x="2523011" y="4071749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1" name="Google Shape;6511;p32"/>
          <p:cNvSpPr/>
          <p:nvPr/>
        </p:nvSpPr>
        <p:spPr>
          <a:xfrm>
            <a:off x="2335354" y="4324417"/>
            <a:ext cx="213275" cy="147181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2" name="Google Shape;6512;p32"/>
          <p:cNvSpPr/>
          <p:nvPr/>
        </p:nvSpPr>
        <p:spPr>
          <a:xfrm>
            <a:off x="5217014" y="3258242"/>
            <a:ext cx="59766" cy="24538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3" name="Google Shape;6513;p32"/>
          <p:cNvSpPr/>
          <p:nvPr/>
        </p:nvSpPr>
        <p:spPr>
          <a:xfrm>
            <a:off x="5203174" y="3306230"/>
            <a:ext cx="50155" cy="45860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4" name="Google Shape;6514;p32"/>
          <p:cNvSpPr/>
          <p:nvPr/>
        </p:nvSpPr>
        <p:spPr>
          <a:xfrm>
            <a:off x="5205305" y="3187850"/>
            <a:ext cx="48026" cy="46706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5" name="Google Shape;6515;p32"/>
          <p:cNvSpPr/>
          <p:nvPr/>
        </p:nvSpPr>
        <p:spPr>
          <a:xfrm>
            <a:off x="4875848" y="3187849"/>
            <a:ext cx="142883" cy="141878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6" name="Google Shape;6516;p32"/>
          <p:cNvSpPr/>
          <p:nvPr/>
        </p:nvSpPr>
        <p:spPr>
          <a:xfrm>
            <a:off x="5132815" y="3117491"/>
            <a:ext cx="47989" cy="282585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7" name="Google Shape;6517;p32"/>
          <p:cNvSpPr/>
          <p:nvPr/>
        </p:nvSpPr>
        <p:spPr>
          <a:xfrm>
            <a:off x="4946206" y="3351004"/>
            <a:ext cx="69348" cy="9384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8" name="Google Shape;6518;p32"/>
          <p:cNvSpPr/>
          <p:nvPr/>
        </p:nvSpPr>
        <p:spPr>
          <a:xfrm>
            <a:off x="5041102" y="3146291"/>
            <a:ext cx="70392" cy="221804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19" name="Google Shape;6519;p32"/>
          <p:cNvSpPr/>
          <p:nvPr/>
        </p:nvSpPr>
        <p:spPr>
          <a:xfrm>
            <a:off x="5112002" y="3820907"/>
            <a:ext cx="165321" cy="165321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0" name="Google Shape;6520;p32"/>
          <p:cNvSpPr/>
          <p:nvPr/>
        </p:nvSpPr>
        <p:spPr>
          <a:xfrm>
            <a:off x="4876389" y="3703642"/>
            <a:ext cx="352943" cy="234596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1" name="Google Shape;6521;p32"/>
          <p:cNvSpPr/>
          <p:nvPr/>
        </p:nvSpPr>
        <p:spPr>
          <a:xfrm>
            <a:off x="4875307" y="3585295"/>
            <a:ext cx="354026" cy="95984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2" name="Google Shape;6522;p32"/>
          <p:cNvSpPr/>
          <p:nvPr/>
        </p:nvSpPr>
        <p:spPr>
          <a:xfrm>
            <a:off x="5029392" y="4071208"/>
            <a:ext cx="92762" cy="92796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3" name="Google Shape;6523;p32"/>
          <p:cNvSpPr/>
          <p:nvPr/>
        </p:nvSpPr>
        <p:spPr>
          <a:xfrm>
            <a:off x="4993112" y="4161839"/>
            <a:ext cx="165321" cy="97067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4" name="Google Shape;6524;p32"/>
          <p:cNvSpPr/>
          <p:nvPr/>
        </p:nvSpPr>
        <p:spPr>
          <a:xfrm>
            <a:off x="5181852" y="4329257"/>
            <a:ext cx="94928" cy="141834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5" name="Google Shape;6525;p32"/>
          <p:cNvSpPr/>
          <p:nvPr/>
        </p:nvSpPr>
        <p:spPr>
          <a:xfrm>
            <a:off x="4875848" y="4376163"/>
            <a:ext cx="94928" cy="9492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6" name="Google Shape;6526;p32"/>
          <p:cNvSpPr/>
          <p:nvPr/>
        </p:nvSpPr>
        <p:spPr>
          <a:xfrm>
            <a:off x="4993112" y="4283400"/>
            <a:ext cx="165321" cy="18874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7" name="Google Shape;6527;p32"/>
          <p:cNvSpPr/>
          <p:nvPr/>
        </p:nvSpPr>
        <p:spPr>
          <a:xfrm>
            <a:off x="7412855" y="3181452"/>
            <a:ext cx="185558" cy="198351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8" name="Google Shape;6528;p32"/>
          <p:cNvSpPr/>
          <p:nvPr/>
        </p:nvSpPr>
        <p:spPr>
          <a:xfrm>
            <a:off x="7517360" y="3081245"/>
            <a:ext cx="197268" cy="18126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29" name="Google Shape;6529;p32"/>
          <p:cNvSpPr/>
          <p:nvPr/>
        </p:nvSpPr>
        <p:spPr>
          <a:xfrm>
            <a:off x="7634626" y="3181453"/>
            <a:ext cx="185558" cy="197268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0" name="Google Shape;6530;p32"/>
          <p:cNvSpPr/>
          <p:nvPr/>
        </p:nvSpPr>
        <p:spPr>
          <a:xfrm>
            <a:off x="7517361" y="3298751"/>
            <a:ext cx="199400" cy="18234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1" name="Google Shape;6531;p32"/>
          <p:cNvSpPr/>
          <p:nvPr/>
        </p:nvSpPr>
        <p:spPr>
          <a:xfrm>
            <a:off x="7639973" y="3809198"/>
            <a:ext cx="165287" cy="164238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2" name="Google Shape;6532;p32"/>
          <p:cNvSpPr/>
          <p:nvPr/>
        </p:nvSpPr>
        <p:spPr>
          <a:xfrm>
            <a:off x="7427780" y="3679108"/>
            <a:ext cx="48026" cy="293245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3" name="Google Shape;6533;p32"/>
          <p:cNvSpPr/>
          <p:nvPr/>
        </p:nvSpPr>
        <p:spPr>
          <a:xfrm>
            <a:off x="7498138" y="3690852"/>
            <a:ext cx="236762" cy="28150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4" name="Google Shape;6534;p32"/>
          <p:cNvSpPr/>
          <p:nvPr/>
        </p:nvSpPr>
        <p:spPr>
          <a:xfrm>
            <a:off x="7546127" y="3831569"/>
            <a:ext cx="89615" cy="23488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5" name="Google Shape;6535;p32"/>
          <p:cNvSpPr/>
          <p:nvPr/>
        </p:nvSpPr>
        <p:spPr>
          <a:xfrm>
            <a:off x="7427779" y="3598088"/>
            <a:ext cx="306038" cy="69348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6" name="Google Shape;6536;p32"/>
          <p:cNvSpPr/>
          <p:nvPr/>
        </p:nvSpPr>
        <p:spPr>
          <a:xfrm>
            <a:off x="7440590" y="4328717"/>
            <a:ext cx="164204" cy="142883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7" name="Google Shape;6537;p32"/>
          <p:cNvSpPr/>
          <p:nvPr/>
        </p:nvSpPr>
        <p:spPr>
          <a:xfrm>
            <a:off x="7571729" y="4348954"/>
            <a:ext cx="90671" cy="4589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8" name="Google Shape;6538;p32"/>
          <p:cNvSpPr/>
          <p:nvPr/>
        </p:nvSpPr>
        <p:spPr>
          <a:xfrm>
            <a:off x="7629296" y="4328717"/>
            <a:ext cx="163155" cy="142883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39" name="Google Shape;6539;p32"/>
          <p:cNvSpPr/>
          <p:nvPr/>
        </p:nvSpPr>
        <p:spPr>
          <a:xfrm>
            <a:off x="7465091" y="4071749"/>
            <a:ext cx="303906" cy="209011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0" name="Google Shape;6540;p32"/>
          <p:cNvSpPr/>
          <p:nvPr/>
        </p:nvSpPr>
        <p:spPr>
          <a:xfrm>
            <a:off x="7535486" y="4118654"/>
            <a:ext cx="93845" cy="70431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1" name="Google Shape;6541;p32"/>
          <p:cNvSpPr/>
          <p:nvPr/>
        </p:nvSpPr>
        <p:spPr>
          <a:xfrm>
            <a:off x="7652749" y="4119737"/>
            <a:ext cx="46943" cy="69348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2" name="Google Shape;6542;p32"/>
          <p:cNvSpPr/>
          <p:nvPr/>
        </p:nvSpPr>
        <p:spPr>
          <a:xfrm>
            <a:off x="7535485" y="4187964"/>
            <a:ext cx="164204" cy="140795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3" name="Google Shape;6543;p32"/>
          <p:cNvSpPr/>
          <p:nvPr/>
        </p:nvSpPr>
        <p:spPr>
          <a:xfrm>
            <a:off x="8580860" y="3585296"/>
            <a:ext cx="117307" cy="117298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4" name="Google Shape;6544;p32"/>
          <p:cNvSpPr/>
          <p:nvPr/>
        </p:nvSpPr>
        <p:spPr>
          <a:xfrm>
            <a:off x="8440110" y="3819857"/>
            <a:ext cx="402015" cy="16637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5" name="Google Shape;6545;p32"/>
          <p:cNvSpPr/>
          <p:nvPr/>
        </p:nvSpPr>
        <p:spPr>
          <a:xfrm>
            <a:off x="871413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6" name="Google Shape;6546;p32"/>
          <p:cNvSpPr/>
          <p:nvPr/>
        </p:nvSpPr>
        <p:spPr>
          <a:xfrm>
            <a:off x="846356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7" name="Google Shape;6547;p32"/>
          <p:cNvSpPr/>
          <p:nvPr/>
        </p:nvSpPr>
        <p:spPr>
          <a:xfrm>
            <a:off x="8649089" y="3698296"/>
            <a:ext cx="96011" cy="9601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8" name="Google Shape;6548;p32"/>
          <p:cNvSpPr/>
          <p:nvPr/>
        </p:nvSpPr>
        <p:spPr>
          <a:xfrm>
            <a:off x="8531822" y="3699378"/>
            <a:ext cx="95984" cy="99192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49" name="Google Shape;6549;p32"/>
          <p:cNvSpPr txBox="1"/>
          <p:nvPr/>
        </p:nvSpPr>
        <p:spPr>
          <a:xfrm>
            <a:off x="0" y="297656"/>
            <a:ext cx="9144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262626"/>
                </a:solidFill>
                <a:latin typeface="Montserrat"/>
                <a:ea typeface="Montserrat"/>
                <a:cs typeface="Montserrat"/>
                <a:sym typeface="Montserrat"/>
              </a:rPr>
              <a:t>Icons</a:t>
            </a:r>
            <a:endParaRPr sz="11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53" name="Shape 6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4" name="Google Shape;6554;p33"/>
          <p:cNvSpPr txBox="1"/>
          <p:nvPr/>
        </p:nvSpPr>
        <p:spPr>
          <a:xfrm>
            <a:off x="0" y="297656"/>
            <a:ext cx="9144000" cy="4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262626"/>
                </a:solidFill>
                <a:latin typeface="Montserrat"/>
                <a:ea typeface="Montserrat"/>
                <a:cs typeface="Montserrat"/>
                <a:sym typeface="Montserrat"/>
              </a:rPr>
              <a:t>Icons</a:t>
            </a:r>
            <a:endParaRPr sz="1100"/>
          </a:p>
        </p:txBody>
      </p:sp>
      <p:sp>
        <p:nvSpPr>
          <p:cNvPr id="6555" name="Google Shape;6555;p33"/>
          <p:cNvSpPr/>
          <p:nvPr/>
        </p:nvSpPr>
        <p:spPr>
          <a:xfrm>
            <a:off x="315411" y="2607861"/>
            <a:ext cx="487469" cy="48223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56" name="Google Shape;6556;p33"/>
          <p:cNvSpPr/>
          <p:nvPr/>
        </p:nvSpPr>
        <p:spPr>
          <a:xfrm>
            <a:off x="3605357" y="2804950"/>
            <a:ext cx="84531" cy="8453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57" name="Google Shape;6557;p33"/>
          <p:cNvSpPr/>
          <p:nvPr/>
        </p:nvSpPr>
        <p:spPr>
          <a:xfrm>
            <a:off x="3406460" y="2608694"/>
            <a:ext cx="483550" cy="480951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58" name="Google Shape;6558;p33"/>
          <p:cNvSpPr/>
          <p:nvPr/>
        </p:nvSpPr>
        <p:spPr>
          <a:xfrm>
            <a:off x="6512539" y="2636647"/>
            <a:ext cx="480951" cy="425050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59" name="Google Shape;6559;p33"/>
          <p:cNvSpPr/>
          <p:nvPr/>
        </p:nvSpPr>
        <p:spPr>
          <a:xfrm>
            <a:off x="6567121" y="2692547"/>
            <a:ext cx="29951" cy="28631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0" name="Google Shape;6560;p33"/>
          <p:cNvSpPr/>
          <p:nvPr/>
        </p:nvSpPr>
        <p:spPr>
          <a:xfrm>
            <a:off x="662434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1" name="Google Shape;6561;p33"/>
          <p:cNvSpPr/>
          <p:nvPr/>
        </p:nvSpPr>
        <p:spPr>
          <a:xfrm>
            <a:off x="6681524" y="2692547"/>
            <a:ext cx="28631" cy="28631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2" name="Google Shape;6562;p33"/>
          <p:cNvSpPr/>
          <p:nvPr/>
        </p:nvSpPr>
        <p:spPr>
          <a:xfrm>
            <a:off x="6736108" y="2692547"/>
            <a:ext cx="200211" cy="28631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3" name="Google Shape;6563;p33"/>
          <p:cNvSpPr/>
          <p:nvPr/>
        </p:nvSpPr>
        <p:spPr>
          <a:xfrm>
            <a:off x="6824478" y="2835170"/>
            <a:ext cx="85852" cy="140762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4" name="Google Shape;6564;p33"/>
          <p:cNvSpPr/>
          <p:nvPr/>
        </p:nvSpPr>
        <p:spPr>
          <a:xfrm>
            <a:off x="6594433" y="2835170"/>
            <a:ext cx="88409" cy="140762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5" name="Google Shape;6565;p33"/>
          <p:cNvSpPr/>
          <p:nvPr/>
        </p:nvSpPr>
        <p:spPr>
          <a:xfrm>
            <a:off x="6707517" y="2804930"/>
            <a:ext cx="89730" cy="197034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6" name="Google Shape;6566;p33"/>
          <p:cNvSpPr/>
          <p:nvPr/>
        </p:nvSpPr>
        <p:spPr>
          <a:xfrm>
            <a:off x="932656" y="2608053"/>
            <a:ext cx="482230" cy="482230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7" name="Google Shape;6567;p33"/>
          <p:cNvSpPr/>
          <p:nvPr/>
        </p:nvSpPr>
        <p:spPr>
          <a:xfrm>
            <a:off x="1074329" y="2662636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8" name="Google Shape;6568;p33"/>
          <p:cNvSpPr/>
          <p:nvPr/>
        </p:nvSpPr>
        <p:spPr>
          <a:xfrm>
            <a:off x="1074329" y="2721138"/>
            <a:ext cx="197611" cy="29910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69" name="Google Shape;6569;p33"/>
          <p:cNvSpPr/>
          <p:nvPr/>
        </p:nvSpPr>
        <p:spPr>
          <a:xfrm>
            <a:off x="1074329" y="2778317"/>
            <a:ext cx="197611" cy="28631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0" name="Google Shape;6570;p33"/>
          <p:cNvSpPr/>
          <p:nvPr/>
        </p:nvSpPr>
        <p:spPr>
          <a:xfrm>
            <a:off x="4026156" y="2607414"/>
            <a:ext cx="483550" cy="483509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1" name="Google Shape;6571;p33"/>
          <p:cNvSpPr/>
          <p:nvPr/>
        </p:nvSpPr>
        <p:spPr>
          <a:xfrm>
            <a:off x="4082059" y="2720498"/>
            <a:ext cx="142990" cy="17290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2" name="Google Shape;6572;p33"/>
          <p:cNvSpPr/>
          <p:nvPr/>
        </p:nvSpPr>
        <p:spPr>
          <a:xfrm>
            <a:off x="4252323" y="2834860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3" name="Google Shape;6573;p33"/>
          <p:cNvSpPr/>
          <p:nvPr/>
        </p:nvSpPr>
        <p:spPr>
          <a:xfrm>
            <a:off x="4252323" y="2776358"/>
            <a:ext cx="200211" cy="28631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4" name="Google Shape;6574;p33"/>
          <p:cNvSpPr/>
          <p:nvPr/>
        </p:nvSpPr>
        <p:spPr>
          <a:xfrm>
            <a:off x="4252323" y="2720499"/>
            <a:ext cx="200211" cy="29910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5" name="Google Shape;6575;p33"/>
          <p:cNvSpPr/>
          <p:nvPr/>
        </p:nvSpPr>
        <p:spPr>
          <a:xfrm>
            <a:off x="7254480" y="3012922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6" name="Google Shape;6576;p33"/>
          <p:cNvSpPr/>
          <p:nvPr/>
        </p:nvSpPr>
        <p:spPr>
          <a:xfrm>
            <a:off x="7415441" y="2668474"/>
            <a:ext cx="85810" cy="198890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7" name="Google Shape;6577;p33"/>
          <p:cNvSpPr/>
          <p:nvPr/>
        </p:nvSpPr>
        <p:spPr>
          <a:xfrm>
            <a:off x="7129635" y="2609353"/>
            <a:ext cx="482230" cy="479631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8" name="Google Shape;6578;p33"/>
          <p:cNvSpPr/>
          <p:nvPr/>
        </p:nvSpPr>
        <p:spPr>
          <a:xfrm>
            <a:off x="1566667" y="2608053"/>
            <a:ext cx="454919" cy="482230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79" name="Google Shape;6579;p33"/>
          <p:cNvSpPr/>
          <p:nvPr/>
        </p:nvSpPr>
        <p:spPr>
          <a:xfrm>
            <a:off x="1736933" y="2691227"/>
            <a:ext cx="227480" cy="114441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0" name="Google Shape;6580;p33"/>
          <p:cNvSpPr/>
          <p:nvPr/>
        </p:nvSpPr>
        <p:spPr>
          <a:xfrm>
            <a:off x="1738211" y="2835500"/>
            <a:ext cx="57262" cy="28672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1" name="Google Shape;6581;p33"/>
          <p:cNvSpPr/>
          <p:nvPr/>
        </p:nvSpPr>
        <p:spPr>
          <a:xfrm>
            <a:off x="1738211" y="2890123"/>
            <a:ext cx="57262" cy="29910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2" name="Google Shape;6582;p33"/>
          <p:cNvSpPr/>
          <p:nvPr/>
        </p:nvSpPr>
        <p:spPr>
          <a:xfrm>
            <a:off x="1822705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3" name="Google Shape;6583;p33"/>
          <p:cNvSpPr/>
          <p:nvPr/>
        </p:nvSpPr>
        <p:spPr>
          <a:xfrm>
            <a:off x="1822705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4" name="Google Shape;6584;p33"/>
          <p:cNvSpPr/>
          <p:nvPr/>
        </p:nvSpPr>
        <p:spPr>
          <a:xfrm>
            <a:off x="1907198" y="2835500"/>
            <a:ext cx="57221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5" name="Google Shape;6585;p33"/>
          <p:cNvSpPr/>
          <p:nvPr/>
        </p:nvSpPr>
        <p:spPr>
          <a:xfrm>
            <a:off x="1907198" y="2890123"/>
            <a:ext cx="57221" cy="29910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6" name="Google Shape;6586;p33"/>
          <p:cNvSpPr/>
          <p:nvPr/>
        </p:nvSpPr>
        <p:spPr>
          <a:xfrm>
            <a:off x="1794114" y="3004484"/>
            <a:ext cx="113121" cy="28631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7" name="Google Shape;6587;p33"/>
          <p:cNvSpPr/>
          <p:nvPr/>
        </p:nvSpPr>
        <p:spPr>
          <a:xfrm>
            <a:off x="4644511" y="2875952"/>
            <a:ext cx="480951" cy="199385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8" name="Google Shape;6588;p33"/>
          <p:cNvSpPr/>
          <p:nvPr/>
        </p:nvSpPr>
        <p:spPr>
          <a:xfrm>
            <a:off x="4813497" y="2623010"/>
            <a:ext cx="253512" cy="254791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89" name="Google Shape;6589;p33"/>
          <p:cNvSpPr/>
          <p:nvPr/>
        </p:nvSpPr>
        <p:spPr>
          <a:xfrm>
            <a:off x="4870678" y="2680193"/>
            <a:ext cx="139112" cy="140432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0" name="Google Shape;6590;p33"/>
          <p:cNvSpPr/>
          <p:nvPr/>
        </p:nvSpPr>
        <p:spPr>
          <a:xfrm>
            <a:off x="7748097" y="2607202"/>
            <a:ext cx="484829" cy="483550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1" name="Google Shape;6591;p33"/>
          <p:cNvSpPr/>
          <p:nvPr/>
        </p:nvSpPr>
        <p:spPr>
          <a:xfrm>
            <a:off x="2169952" y="2608053"/>
            <a:ext cx="483509" cy="482230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2" name="Google Shape;6592;p33"/>
          <p:cNvSpPr/>
          <p:nvPr/>
        </p:nvSpPr>
        <p:spPr>
          <a:xfrm>
            <a:off x="2254404" y="2662636"/>
            <a:ext cx="313290" cy="227810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3" name="Google Shape;6593;p33"/>
          <p:cNvSpPr/>
          <p:nvPr/>
        </p:nvSpPr>
        <p:spPr>
          <a:xfrm>
            <a:off x="5252605" y="2607414"/>
            <a:ext cx="480951" cy="483509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4" name="Google Shape;6594;p33"/>
          <p:cNvSpPr/>
          <p:nvPr/>
        </p:nvSpPr>
        <p:spPr>
          <a:xfrm>
            <a:off x="5491768" y="2892041"/>
            <a:ext cx="170301" cy="111842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5" name="Google Shape;6595;p33"/>
          <p:cNvSpPr/>
          <p:nvPr/>
        </p:nvSpPr>
        <p:spPr>
          <a:xfrm>
            <a:off x="8364500" y="2608054"/>
            <a:ext cx="480951" cy="482230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6" name="Google Shape;6596;p33"/>
          <p:cNvSpPr/>
          <p:nvPr/>
        </p:nvSpPr>
        <p:spPr>
          <a:xfrm>
            <a:off x="8448994" y="2751048"/>
            <a:ext cx="311970" cy="139442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7" name="Google Shape;6597;p33"/>
          <p:cNvSpPr/>
          <p:nvPr/>
        </p:nvSpPr>
        <p:spPr>
          <a:xfrm>
            <a:off x="2797055" y="2608521"/>
            <a:ext cx="482230" cy="48091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8" name="Google Shape;6598;p33"/>
          <p:cNvSpPr/>
          <p:nvPr/>
        </p:nvSpPr>
        <p:spPr>
          <a:xfrm>
            <a:off x="5979842" y="2608054"/>
            <a:ext cx="310691" cy="482230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599" name="Google Shape;6599;p33"/>
          <p:cNvSpPr/>
          <p:nvPr/>
        </p:nvSpPr>
        <p:spPr>
          <a:xfrm>
            <a:off x="6031867" y="2663586"/>
            <a:ext cx="205367" cy="142082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0" name="Google Shape;6600;p33"/>
          <p:cNvSpPr/>
          <p:nvPr/>
        </p:nvSpPr>
        <p:spPr>
          <a:xfrm>
            <a:off x="6063056" y="2835541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1" name="Google Shape;6601;p33"/>
          <p:cNvSpPr/>
          <p:nvPr/>
        </p:nvSpPr>
        <p:spPr>
          <a:xfrm>
            <a:off x="6063056" y="2892722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2" name="Google Shape;6602;p33"/>
          <p:cNvSpPr/>
          <p:nvPr/>
        </p:nvSpPr>
        <p:spPr>
          <a:xfrm>
            <a:off x="297894" y="1107955"/>
            <a:ext cx="495225" cy="48322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3" name="Google Shape;6603;p33"/>
          <p:cNvSpPr/>
          <p:nvPr/>
        </p:nvSpPr>
        <p:spPr>
          <a:xfrm>
            <a:off x="3392824" y="1109399"/>
            <a:ext cx="483550" cy="480621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4" name="Google Shape;6604;p33"/>
          <p:cNvSpPr/>
          <p:nvPr/>
        </p:nvSpPr>
        <p:spPr>
          <a:xfrm>
            <a:off x="3607316" y="1222317"/>
            <a:ext cx="201489" cy="142051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5" name="Google Shape;6605;p33"/>
          <p:cNvSpPr/>
          <p:nvPr/>
        </p:nvSpPr>
        <p:spPr>
          <a:xfrm>
            <a:off x="6498902" y="1137845"/>
            <a:ext cx="480951" cy="309371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6" name="Google Shape;6606;p33"/>
          <p:cNvSpPr/>
          <p:nvPr/>
        </p:nvSpPr>
        <p:spPr>
          <a:xfrm>
            <a:off x="6498902" y="1477097"/>
            <a:ext cx="480951" cy="84490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7" name="Google Shape;6607;p33"/>
          <p:cNvSpPr/>
          <p:nvPr/>
        </p:nvSpPr>
        <p:spPr>
          <a:xfrm>
            <a:off x="6667888" y="1195769"/>
            <a:ext cx="171621" cy="195549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8" name="Google Shape;6608;p33"/>
          <p:cNvSpPr/>
          <p:nvPr/>
        </p:nvSpPr>
        <p:spPr>
          <a:xfrm>
            <a:off x="919482" y="1108349"/>
            <a:ext cx="482230" cy="482436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09" name="Google Shape;6609;p33"/>
          <p:cNvSpPr/>
          <p:nvPr/>
        </p:nvSpPr>
        <p:spPr>
          <a:xfrm>
            <a:off x="4011879" y="1107294"/>
            <a:ext cx="484829" cy="484829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0" name="Google Shape;6610;p33"/>
          <p:cNvSpPr/>
          <p:nvPr/>
        </p:nvSpPr>
        <p:spPr>
          <a:xfrm>
            <a:off x="4097651" y="1195666"/>
            <a:ext cx="311970" cy="310691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1" name="Google Shape;6611;p33"/>
          <p:cNvSpPr/>
          <p:nvPr/>
        </p:nvSpPr>
        <p:spPr>
          <a:xfrm>
            <a:off x="7133678" y="1109215"/>
            <a:ext cx="474144" cy="480992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2" name="Google Shape;6612;p33"/>
          <p:cNvSpPr/>
          <p:nvPr/>
        </p:nvSpPr>
        <p:spPr>
          <a:xfrm>
            <a:off x="7271473" y="1392563"/>
            <a:ext cx="114400" cy="113121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3" name="Google Shape;6613;p33"/>
          <p:cNvSpPr/>
          <p:nvPr/>
        </p:nvSpPr>
        <p:spPr>
          <a:xfrm>
            <a:off x="7413148" y="1448464"/>
            <a:ext cx="84490" cy="8453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4" name="Google Shape;6614;p33"/>
          <p:cNvSpPr/>
          <p:nvPr/>
        </p:nvSpPr>
        <p:spPr>
          <a:xfrm>
            <a:off x="4630214" y="1167097"/>
            <a:ext cx="422492" cy="422451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5" name="Google Shape;6615;p33"/>
          <p:cNvSpPr/>
          <p:nvPr/>
        </p:nvSpPr>
        <p:spPr>
          <a:xfrm>
            <a:off x="4884972" y="1109874"/>
            <a:ext cx="227521" cy="227521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6" name="Google Shape;6616;p33"/>
          <p:cNvSpPr/>
          <p:nvPr/>
        </p:nvSpPr>
        <p:spPr>
          <a:xfrm>
            <a:off x="7748756" y="1107793"/>
            <a:ext cx="456239" cy="483550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7" name="Google Shape;6617;p33"/>
          <p:cNvSpPr/>
          <p:nvPr/>
        </p:nvSpPr>
        <p:spPr>
          <a:xfrm>
            <a:off x="2156295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8" name="Google Shape;6618;p33"/>
          <p:cNvSpPr/>
          <p:nvPr/>
        </p:nvSpPr>
        <p:spPr>
          <a:xfrm>
            <a:off x="2385062" y="1166415"/>
            <a:ext cx="169022" cy="169022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19" name="Google Shape;6619;p33"/>
          <p:cNvSpPr/>
          <p:nvPr/>
        </p:nvSpPr>
        <p:spPr>
          <a:xfrm>
            <a:off x="5237668" y="1109232"/>
            <a:ext cx="483550" cy="480951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0" name="Google Shape;6620;p33"/>
          <p:cNvSpPr/>
          <p:nvPr/>
        </p:nvSpPr>
        <p:spPr>
          <a:xfrm>
            <a:off x="5467712" y="1165134"/>
            <a:ext cx="170301" cy="197611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1" name="Google Shape;6621;p33"/>
          <p:cNvSpPr/>
          <p:nvPr/>
        </p:nvSpPr>
        <p:spPr>
          <a:xfrm>
            <a:off x="8363862" y="1166951"/>
            <a:ext cx="482230" cy="365231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2" name="Google Shape;6622;p33"/>
          <p:cNvSpPr/>
          <p:nvPr/>
        </p:nvSpPr>
        <p:spPr>
          <a:xfrm>
            <a:off x="3068961" y="1394542"/>
            <a:ext cx="84531" cy="81932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3" name="Google Shape;6623;p33"/>
          <p:cNvSpPr/>
          <p:nvPr/>
        </p:nvSpPr>
        <p:spPr>
          <a:xfrm>
            <a:off x="2868828" y="1223946"/>
            <a:ext cx="84490" cy="82225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4" name="Google Shape;6624;p33"/>
          <p:cNvSpPr/>
          <p:nvPr/>
        </p:nvSpPr>
        <p:spPr>
          <a:xfrm>
            <a:off x="2783014" y="1108594"/>
            <a:ext cx="482271" cy="482230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5" name="Google Shape;6625;p33"/>
          <p:cNvSpPr/>
          <p:nvPr/>
        </p:nvSpPr>
        <p:spPr>
          <a:xfrm>
            <a:off x="5997414" y="1449803"/>
            <a:ext cx="84531" cy="83211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6" name="Google Shape;6626;p33"/>
          <p:cNvSpPr/>
          <p:nvPr/>
        </p:nvSpPr>
        <p:spPr>
          <a:xfrm>
            <a:off x="5997414" y="1224917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7" name="Google Shape;6627;p33"/>
          <p:cNvSpPr/>
          <p:nvPr/>
        </p:nvSpPr>
        <p:spPr>
          <a:xfrm>
            <a:off x="5997414" y="1337999"/>
            <a:ext cx="84531" cy="81932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8" name="Google Shape;6628;p33"/>
          <p:cNvSpPr/>
          <p:nvPr/>
        </p:nvSpPr>
        <p:spPr>
          <a:xfrm>
            <a:off x="5936314" y="1109232"/>
            <a:ext cx="370470" cy="480951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29" name="Google Shape;6629;p33"/>
          <p:cNvSpPr/>
          <p:nvPr/>
        </p:nvSpPr>
        <p:spPr>
          <a:xfrm>
            <a:off x="6107899" y="1252228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0" name="Google Shape;6630;p33"/>
          <p:cNvSpPr/>
          <p:nvPr/>
        </p:nvSpPr>
        <p:spPr>
          <a:xfrm>
            <a:off x="6107899" y="1365310"/>
            <a:ext cx="142990" cy="28631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1" name="Google Shape;6631;p33"/>
          <p:cNvSpPr/>
          <p:nvPr/>
        </p:nvSpPr>
        <p:spPr>
          <a:xfrm>
            <a:off x="6107899" y="1478395"/>
            <a:ext cx="142990" cy="29910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2" name="Google Shape;6632;p33"/>
          <p:cNvSpPr/>
          <p:nvPr/>
        </p:nvSpPr>
        <p:spPr>
          <a:xfrm>
            <a:off x="1547696" y="1126030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3" name="Google Shape;6633;p33"/>
          <p:cNvSpPr/>
          <p:nvPr/>
        </p:nvSpPr>
        <p:spPr>
          <a:xfrm flipH="1">
            <a:off x="1547717" y="1126030"/>
            <a:ext cx="468069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4" name="Google Shape;6634;p33"/>
          <p:cNvSpPr/>
          <p:nvPr/>
        </p:nvSpPr>
        <p:spPr>
          <a:xfrm>
            <a:off x="441658" y="1972600"/>
            <a:ext cx="114441" cy="28631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5" name="Google Shape;6635;p33"/>
          <p:cNvSpPr/>
          <p:nvPr/>
        </p:nvSpPr>
        <p:spPr>
          <a:xfrm>
            <a:off x="301303" y="1860795"/>
            <a:ext cx="487428" cy="480951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6" name="Google Shape;6636;p33"/>
          <p:cNvSpPr/>
          <p:nvPr/>
        </p:nvSpPr>
        <p:spPr>
          <a:xfrm>
            <a:off x="3394482" y="1861271"/>
            <a:ext cx="480951" cy="479672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7" name="Google Shape;6637;p33"/>
          <p:cNvSpPr/>
          <p:nvPr/>
        </p:nvSpPr>
        <p:spPr>
          <a:xfrm>
            <a:off x="6498902" y="1860240"/>
            <a:ext cx="480951" cy="482065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8" name="Google Shape;6638;p33"/>
          <p:cNvSpPr/>
          <p:nvPr/>
        </p:nvSpPr>
        <p:spPr>
          <a:xfrm>
            <a:off x="6553484" y="1916100"/>
            <a:ext cx="29951" cy="28631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39" name="Google Shape;6639;p33"/>
          <p:cNvSpPr/>
          <p:nvPr/>
        </p:nvSpPr>
        <p:spPr>
          <a:xfrm>
            <a:off x="6610706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0" name="Google Shape;6640;p33"/>
          <p:cNvSpPr/>
          <p:nvPr/>
        </p:nvSpPr>
        <p:spPr>
          <a:xfrm>
            <a:off x="6667887" y="1916100"/>
            <a:ext cx="28631" cy="28631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1" name="Google Shape;6641;p33"/>
          <p:cNvSpPr/>
          <p:nvPr/>
        </p:nvSpPr>
        <p:spPr>
          <a:xfrm>
            <a:off x="6722470" y="1916100"/>
            <a:ext cx="198890" cy="28631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2" name="Google Shape;6642;p33"/>
          <p:cNvSpPr/>
          <p:nvPr/>
        </p:nvSpPr>
        <p:spPr>
          <a:xfrm>
            <a:off x="917523" y="1859494"/>
            <a:ext cx="486149" cy="48322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3" name="Google Shape;6643;p33"/>
          <p:cNvSpPr/>
          <p:nvPr/>
        </p:nvSpPr>
        <p:spPr>
          <a:xfrm>
            <a:off x="4011220" y="1858837"/>
            <a:ext cx="486149" cy="484870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4" name="Google Shape;6644;p33"/>
          <p:cNvSpPr/>
          <p:nvPr/>
        </p:nvSpPr>
        <p:spPr>
          <a:xfrm>
            <a:off x="4163291" y="1914740"/>
            <a:ext cx="171580" cy="198890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5" name="Google Shape;6645;p33"/>
          <p:cNvSpPr/>
          <p:nvPr/>
        </p:nvSpPr>
        <p:spPr>
          <a:xfrm>
            <a:off x="7129635" y="1860818"/>
            <a:ext cx="482230" cy="480910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6" name="Google Shape;6646;p33"/>
          <p:cNvSpPr/>
          <p:nvPr/>
        </p:nvSpPr>
        <p:spPr>
          <a:xfrm>
            <a:off x="7271177" y="2265995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7" name="Google Shape;6647;p33"/>
          <p:cNvSpPr/>
          <p:nvPr/>
        </p:nvSpPr>
        <p:spPr>
          <a:xfrm>
            <a:off x="7271177" y="2038550"/>
            <a:ext cx="285980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8" name="Google Shape;6648;p33"/>
          <p:cNvSpPr/>
          <p:nvPr/>
        </p:nvSpPr>
        <p:spPr>
          <a:xfrm>
            <a:off x="7181705" y="2038551"/>
            <a:ext cx="29910" cy="31230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49" name="Google Shape;6649;p33"/>
          <p:cNvSpPr/>
          <p:nvPr/>
        </p:nvSpPr>
        <p:spPr>
          <a:xfrm>
            <a:off x="7271818" y="2152912"/>
            <a:ext cx="284701" cy="28631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0" name="Google Shape;6650;p33"/>
          <p:cNvSpPr/>
          <p:nvPr/>
        </p:nvSpPr>
        <p:spPr>
          <a:xfrm>
            <a:off x="7181705" y="2152912"/>
            <a:ext cx="29910" cy="28631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1" name="Google Shape;6651;p33"/>
          <p:cNvSpPr/>
          <p:nvPr/>
        </p:nvSpPr>
        <p:spPr>
          <a:xfrm>
            <a:off x="7181705" y="2265995"/>
            <a:ext cx="29910" cy="29951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2" name="Google Shape;6652;p33"/>
          <p:cNvSpPr/>
          <p:nvPr/>
        </p:nvSpPr>
        <p:spPr>
          <a:xfrm>
            <a:off x="4687416" y="1858837"/>
            <a:ext cx="367871" cy="484870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3" name="Google Shape;6653;p33"/>
          <p:cNvSpPr/>
          <p:nvPr/>
        </p:nvSpPr>
        <p:spPr>
          <a:xfrm>
            <a:off x="4829090" y="2000554"/>
            <a:ext cx="84531" cy="84490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4" name="Google Shape;6654;p33"/>
          <p:cNvSpPr/>
          <p:nvPr/>
        </p:nvSpPr>
        <p:spPr>
          <a:xfrm>
            <a:off x="4741998" y="1914740"/>
            <a:ext cx="257390" cy="256111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5" name="Google Shape;6655;p33"/>
          <p:cNvSpPr/>
          <p:nvPr/>
        </p:nvSpPr>
        <p:spPr>
          <a:xfrm>
            <a:off x="7736222" y="1860796"/>
            <a:ext cx="480951" cy="480951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6" name="Google Shape;6656;p33"/>
          <p:cNvSpPr/>
          <p:nvPr/>
        </p:nvSpPr>
        <p:spPr>
          <a:xfrm>
            <a:off x="7792083" y="1920576"/>
            <a:ext cx="286021" cy="143031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7" name="Google Shape;6657;p33"/>
          <p:cNvSpPr/>
          <p:nvPr/>
        </p:nvSpPr>
        <p:spPr>
          <a:xfrm>
            <a:off x="7792083" y="2088241"/>
            <a:ext cx="143031" cy="143031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8" name="Google Shape;6658;p33"/>
          <p:cNvSpPr/>
          <p:nvPr/>
        </p:nvSpPr>
        <p:spPr>
          <a:xfrm>
            <a:off x="7963669" y="2089564"/>
            <a:ext cx="114441" cy="29910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59" name="Google Shape;6659;p33"/>
          <p:cNvSpPr/>
          <p:nvPr/>
        </p:nvSpPr>
        <p:spPr>
          <a:xfrm>
            <a:off x="7963669" y="2146743"/>
            <a:ext cx="114441" cy="29951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0" name="Google Shape;6660;p33"/>
          <p:cNvSpPr/>
          <p:nvPr/>
        </p:nvSpPr>
        <p:spPr>
          <a:xfrm>
            <a:off x="7963669" y="2203925"/>
            <a:ext cx="114441" cy="28631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1" name="Google Shape;6661;p33"/>
          <p:cNvSpPr/>
          <p:nvPr/>
        </p:nvSpPr>
        <p:spPr>
          <a:xfrm>
            <a:off x="7792083" y="2258507"/>
            <a:ext cx="286021" cy="29951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2" name="Google Shape;6662;p33"/>
          <p:cNvSpPr/>
          <p:nvPr/>
        </p:nvSpPr>
        <p:spPr>
          <a:xfrm>
            <a:off x="2257024" y="2107756"/>
            <a:ext cx="131315" cy="145630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3" name="Google Shape;6663;p33"/>
          <p:cNvSpPr/>
          <p:nvPr/>
        </p:nvSpPr>
        <p:spPr>
          <a:xfrm>
            <a:off x="2337637" y="2028503"/>
            <a:ext cx="140399" cy="134863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4" name="Google Shape;6664;p33"/>
          <p:cNvSpPr/>
          <p:nvPr/>
        </p:nvSpPr>
        <p:spPr>
          <a:xfrm>
            <a:off x="2414293" y="1958285"/>
            <a:ext cx="132635" cy="124838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5" name="Google Shape;6665;p33"/>
          <p:cNvSpPr/>
          <p:nvPr/>
        </p:nvSpPr>
        <p:spPr>
          <a:xfrm>
            <a:off x="2154337" y="1860795"/>
            <a:ext cx="487469" cy="480951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6" name="Google Shape;6666;p33"/>
          <p:cNvSpPr/>
          <p:nvPr/>
        </p:nvSpPr>
        <p:spPr>
          <a:xfrm>
            <a:off x="5236368" y="1858858"/>
            <a:ext cx="486149" cy="484829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7" name="Google Shape;6667;p33"/>
          <p:cNvSpPr/>
          <p:nvPr/>
        </p:nvSpPr>
        <p:spPr>
          <a:xfrm>
            <a:off x="5439143" y="1947229"/>
            <a:ext cx="139112" cy="139112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8" name="Google Shape;6668;p33"/>
          <p:cNvSpPr/>
          <p:nvPr/>
        </p:nvSpPr>
        <p:spPr>
          <a:xfrm>
            <a:off x="8363862" y="1860650"/>
            <a:ext cx="482230" cy="48091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69" name="Google Shape;6669;p33"/>
          <p:cNvSpPr/>
          <p:nvPr/>
        </p:nvSpPr>
        <p:spPr>
          <a:xfrm>
            <a:off x="2778861" y="1875089"/>
            <a:ext cx="491347" cy="45203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0" name="Google Shape;6670;p33"/>
          <p:cNvSpPr/>
          <p:nvPr/>
        </p:nvSpPr>
        <p:spPr>
          <a:xfrm>
            <a:off x="5908384" y="1859497"/>
            <a:ext cx="426329" cy="483550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1" name="Google Shape;6671;p33"/>
          <p:cNvSpPr/>
          <p:nvPr/>
        </p:nvSpPr>
        <p:spPr>
          <a:xfrm>
            <a:off x="6024066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2" name="Google Shape;6672;p33"/>
          <p:cNvSpPr/>
          <p:nvPr/>
        </p:nvSpPr>
        <p:spPr>
          <a:xfrm>
            <a:off x="6108518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3" name="Google Shape;6673;p33"/>
          <p:cNvSpPr/>
          <p:nvPr/>
        </p:nvSpPr>
        <p:spPr>
          <a:xfrm>
            <a:off x="6193010" y="2031082"/>
            <a:ext cx="28631" cy="254791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4" name="Google Shape;6674;p33"/>
          <p:cNvSpPr/>
          <p:nvPr/>
        </p:nvSpPr>
        <p:spPr>
          <a:xfrm>
            <a:off x="1535778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5" name="Google Shape;6675;p33"/>
          <p:cNvSpPr/>
          <p:nvPr/>
        </p:nvSpPr>
        <p:spPr>
          <a:xfrm flipH="1">
            <a:off x="1535793" y="1862737"/>
            <a:ext cx="480649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6" name="Google Shape;6676;p33"/>
          <p:cNvSpPr/>
          <p:nvPr/>
        </p:nvSpPr>
        <p:spPr>
          <a:xfrm>
            <a:off x="7288541" y="4171460"/>
            <a:ext cx="164422" cy="163723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7" name="Google Shape;6677;p33"/>
          <p:cNvSpPr/>
          <p:nvPr/>
        </p:nvSpPr>
        <p:spPr>
          <a:xfrm>
            <a:off x="7244244" y="4348792"/>
            <a:ext cx="253065" cy="8573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8" name="Google Shape;6678;p33"/>
          <p:cNvSpPr/>
          <p:nvPr/>
        </p:nvSpPr>
        <p:spPr>
          <a:xfrm>
            <a:off x="7166113" y="4102367"/>
            <a:ext cx="409285" cy="465631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79" name="Google Shape;6679;p33"/>
          <p:cNvSpPr/>
          <p:nvPr/>
        </p:nvSpPr>
        <p:spPr>
          <a:xfrm>
            <a:off x="4348272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0" name="Google Shape;6680;p33"/>
          <p:cNvSpPr/>
          <p:nvPr/>
        </p:nvSpPr>
        <p:spPr>
          <a:xfrm>
            <a:off x="4444651" y="4198747"/>
            <a:ext cx="231930" cy="271381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1" name="Google Shape;6681;p33"/>
          <p:cNvSpPr/>
          <p:nvPr/>
        </p:nvSpPr>
        <p:spPr>
          <a:xfrm>
            <a:off x="5217344" y="4273771"/>
            <a:ext cx="68206" cy="177355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2" name="Google Shape;6682;p33"/>
          <p:cNvSpPr/>
          <p:nvPr/>
        </p:nvSpPr>
        <p:spPr>
          <a:xfrm>
            <a:off x="5450160" y="4314713"/>
            <a:ext cx="68206" cy="68206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3" name="Google Shape;6683;p33"/>
          <p:cNvSpPr/>
          <p:nvPr/>
        </p:nvSpPr>
        <p:spPr>
          <a:xfrm>
            <a:off x="5300068" y="4219243"/>
            <a:ext cx="151235" cy="231883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4" name="Google Shape;6684;p33"/>
          <p:cNvSpPr/>
          <p:nvPr/>
        </p:nvSpPr>
        <p:spPr>
          <a:xfrm>
            <a:off x="5052737" y="4219243"/>
            <a:ext cx="151187" cy="231883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5" name="Google Shape;6685;p33"/>
          <p:cNvSpPr/>
          <p:nvPr/>
        </p:nvSpPr>
        <p:spPr>
          <a:xfrm>
            <a:off x="6571660" y="4185092"/>
            <a:ext cx="245585" cy="300160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6" name="Google Shape;6686;p33"/>
          <p:cNvSpPr/>
          <p:nvPr/>
        </p:nvSpPr>
        <p:spPr>
          <a:xfrm>
            <a:off x="6461649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7" name="Google Shape;6687;p33"/>
          <p:cNvSpPr/>
          <p:nvPr/>
        </p:nvSpPr>
        <p:spPr>
          <a:xfrm>
            <a:off x="6626258" y="4239667"/>
            <a:ext cx="136413" cy="136436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8" name="Google Shape;6688;p33"/>
          <p:cNvSpPr/>
          <p:nvPr/>
        </p:nvSpPr>
        <p:spPr>
          <a:xfrm>
            <a:off x="575718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89" name="Google Shape;6689;p33"/>
          <p:cNvSpPr/>
          <p:nvPr/>
        </p:nvSpPr>
        <p:spPr>
          <a:xfrm>
            <a:off x="5812624" y="4185092"/>
            <a:ext cx="354734" cy="300160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0" name="Google Shape;6690;p33"/>
          <p:cNvSpPr/>
          <p:nvPr/>
        </p:nvSpPr>
        <p:spPr>
          <a:xfrm>
            <a:off x="5908139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1" name="Google Shape;6691;p33"/>
          <p:cNvSpPr/>
          <p:nvPr/>
        </p:nvSpPr>
        <p:spPr>
          <a:xfrm>
            <a:off x="6017243" y="4321528"/>
            <a:ext cx="54598" cy="54580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2" name="Google Shape;6692;p33"/>
          <p:cNvSpPr/>
          <p:nvPr/>
        </p:nvSpPr>
        <p:spPr>
          <a:xfrm>
            <a:off x="5919838" y="4403366"/>
            <a:ext cx="140304" cy="40127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3" name="Google Shape;6693;p33"/>
          <p:cNvSpPr/>
          <p:nvPr/>
        </p:nvSpPr>
        <p:spPr>
          <a:xfrm>
            <a:off x="1530399" y="4171474"/>
            <a:ext cx="465631" cy="327423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4" name="Google Shape;6694;p33"/>
          <p:cNvSpPr/>
          <p:nvPr/>
        </p:nvSpPr>
        <p:spPr>
          <a:xfrm>
            <a:off x="1708641" y="4253335"/>
            <a:ext cx="136436" cy="163723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5" name="Google Shape;6695;p33"/>
          <p:cNvSpPr/>
          <p:nvPr/>
        </p:nvSpPr>
        <p:spPr>
          <a:xfrm>
            <a:off x="2348880" y="4190206"/>
            <a:ext cx="237965" cy="289487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6" name="Google Shape;6696;p33"/>
          <p:cNvSpPr/>
          <p:nvPr/>
        </p:nvSpPr>
        <p:spPr>
          <a:xfrm>
            <a:off x="2234860" y="4102449"/>
            <a:ext cx="465654" cy="465467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7" name="Google Shape;6697;p33"/>
          <p:cNvSpPr/>
          <p:nvPr/>
        </p:nvSpPr>
        <p:spPr>
          <a:xfrm>
            <a:off x="2994830" y="4170550"/>
            <a:ext cx="354711" cy="327423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8" name="Google Shape;6698;p33"/>
          <p:cNvSpPr/>
          <p:nvPr/>
        </p:nvSpPr>
        <p:spPr>
          <a:xfrm>
            <a:off x="293934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699" name="Google Shape;6699;p33"/>
          <p:cNvSpPr/>
          <p:nvPr/>
        </p:nvSpPr>
        <p:spPr>
          <a:xfrm>
            <a:off x="3778382" y="4168756"/>
            <a:ext cx="201893" cy="335020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0" name="Google Shape;6700;p33"/>
          <p:cNvSpPr/>
          <p:nvPr/>
        </p:nvSpPr>
        <p:spPr>
          <a:xfrm>
            <a:off x="3643810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1" name="Google Shape;6701;p33"/>
          <p:cNvSpPr/>
          <p:nvPr/>
        </p:nvSpPr>
        <p:spPr>
          <a:xfrm>
            <a:off x="886574" y="3427657"/>
            <a:ext cx="480951" cy="33796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2" name="Google Shape;6702;p33"/>
          <p:cNvSpPr/>
          <p:nvPr/>
        </p:nvSpPr>
        <p:spPr>
          <a:xfrm>
            <a:off x="2866270" y="3354416"/>
            <a:ext cx="315559" cy="484457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3" name="Google Shape;6703;p33"/>
          <p:cNvSpPr/>
          <p:nvPr/>
        </p:nvSpPr>
        <p:spPr>
          <a:xfrm>
            <a:off x="3210718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4" name="Google Shape;6704;p33"/>
          <p:cNvSpPr/>
          <p:nvPr/>
        </p:nvSpPr>
        <p:spPr>
          <a:xfrm>
            <a:off x="2785697" y="3496997"/>
            <a:ext cx="57221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5" name="Google Shape;6705;p33"/>
          <p:cNvSpPr/>
          <p:nvPr/>
        </p:nvSpPr>
        <p:spPr>
          <a:xfrm>
            <a:off x="3182127" y="3382800"/>
            <a:ext cx="58503" cy="43857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6" name="Google Shape;6706;p33"/>
          <p:cNvSpPr/>
          <p:nvPr/>
        </p:nvSpPr>
        <p:spPr>
          <a:xfrm>
            <a:off x="2812967" y="3596549"/>
            <a:ext cx="58541" cy="43276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7" name="Google Shape;6707;p33"/>
          <p:cNvSpPr/>
          <p:nvPr/>
        </p:nvSpPr>
        <p:spPr>
          <a:xfrm>
            <a:off x="3183407" y="3596549"/>
            <a:ext cx="57221" cy="42124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8" name="Google Shape;6708;p33"/>
          <p:cNvSpPr/>
          <p:nvPr/>
        </p:nvSpPr>
        <p:spPr>
          <a:xfrm>
            <a:off x="2814288" y="3383956"/>
            <a:ext cx="57221" cy="42124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09" name="Google Shape;6709;p33"/>
          <p:cNvSpPr/>
          <p:nvPr/>
        </p:nvSpPr>
        <p:spPr>
          <a:xfrm>
            <a:off x="2941645" y="3413371"/>
            <a:ext cx="169022" cy="252646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0" name="Google Shape;6710;p33"/>
          <p:cNvSpPr/>
          <p:nvPr/>
        </p:nvSpPr>
        <p:spPr>
          <a:xfrm>
            <a:off x="4730651" y="3417911"/>
            <a:ext cx="367871" cy="222323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1" name="Google Shape;6711;p33"/>
          <p:cNvSpPr/>
          <p:nvPr/>
        </p:nvSpPr>
        <p:spPr>
          <a:xfrm>
            <a:off x="4674748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2" name="Google Shape;6712;p33"/>
          <p:cNvSpPr/>
          <p:nvPr/>
        </p:nvSpPr>
        <p:spPr>
          <a:xfrm>
            <a:off x="1691093" y="3471850"/>
            <a:ext cx="142990" cy="140399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3" name="Google Shape;6713;p33"/>
          <p:cNvSpPr/>
          <p:nvPr/>
        </p:nvSpPr>
        <p:spPr>
          <a:xfrm>
            <a:off x="1523428" y="3752600"/>
            <a:ext cx="478310" cy="8453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4" name="Google Shape;6714;p33"/>
          <p:cNvSpPr/>
          <p:nvPr/>
        </p:nvSpPr>
        <p:spPr>
          <a:xfrm>
            <a:off x="1522107" y="3356168"/>
            <a:ext cx="482230" cy="368201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5" name="Google Shape;6715;p33"/>
          <p:cNvSpPr/>
          <p:nvPr/>
        </p:nvSpPr>
        <p:spPr>
          <a:xfrm>
            <a:off x="297911" y="3354870"/>
            <a:ext cx="425050" cy="483550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6" name="Google Shape;6716;p33"/>
          <p:cNvSpPr/>
          <p:nvPr/>
        </p:nvSpPr>
        <p:spPr>
          <a:xfrm>
            <a:off x="410995" y="3668086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7" name="Google Shape;6717;p33"/>
          <p:cNvSpPr/>
          <p:nvPr/>
        </p:nvSpPr>
        <p:spPr>
          <a:xfrm>
            <a:off x="410995" y="3725309"/>
            <a:ext cx="198890" cy="28631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8" name="Google Shape;6718;p33"/>
          <p:cNvSpPr/>
          <p:nvPr/>
        </p:nvSpPr>
        <p:spPr>
          <a:xfrm>
            <a:off x="386281" y="3440642"/>
            <a:ext cx="253512" cy="192413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19" name="Google Shape;6719;p33"/>
          <p:cNvSpPr/>
          <p:nvPr/>
        </p:nvSpPr>
        <p:spPr>
          <a:xfrm>
            <a:off x="2158907" y="3355830"/>
            <a:ext cx="503022" cy="481611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0" name="Google Shape;6720;p33"/>
          <p:cNvSpPr/>
          <p:nvPr/>
        </p:nvSpPr>
        <p:spPr>
          <a:xfrm>
            <a:off x="4058231" y="3355531"/>
            <a:ext cx="480951" cy="482230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1" name="Google Shape;6721;p33"/>
          <p:cNvSpPr/>
          <p:nvPr/>
        </p:nvSpPr>
        <p:spPr>
          <a:xfrm>
            <a:off x="4112813" y="3410113"/>
            <a:ext cx="29951" cy="29951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2" name="Google Shape;6722;p33"/>
          <p:cNvSpPr/>
          <p:nvPr/>
        </p:nvSpPr>
        <p:spPr>
          <a:xfrm>
            <a:off x="4169994" y="3410113"/>
            <a:ext cx="28631" cy="2995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3" name="Google Shape;6723;p33"/>
          <p:cNvSpPr/>
          <p:nvPr/>
        </p:nvSpPr>
        <p:spPr>
          <a:xfrm>
            <a:off x="4227176" y="3410113"/>
            <a:ext cx="28672" cy="29951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4" name="Google Shape;6724;p33"/>
          <p:cNvSpPr/>
          <p:nvPr/>
        </p:nvSpPr>
        <p:spPr>
          <a:xfrm>
            <a:off x="4281800" y="3410113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5" name="Google Shape;6725;p33"/>
          <p:cNvSpPr/>
          <p:nvPr/>
        </p:nvSpPr>
        <p:spPr>
          <a:xfrm>
            <a:off x="4227176" y="3611608"/>
            <a:ext cx="140432" cy="140391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6" name="Google Shape;6726;p33"/>
          <p:cNvSpPr/>
          <p:nvPr/>
        </p:nvSpPr>
        <p:spPr>
          <a:xfrm>
            <a:off x="3509059" y="3470552"/>
            <a:ext cx="139112" cy="8453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7" name="Google Shape;6727;p33"/>
          <p:cNvSpPr/>
          <p:nvPr/>
        </p:nvSpPr>
        <p:spPr>
          <a:xfrm>
            <a:off x="3450559" y="3354871"/>
            <a:ext cx="425050" cy="483550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8" name="Google Shape;6728;p33"/>
          <p:cNvSpPr/>
          <p:nvPr/>
        </p:nvSpPr>
        <p:spPr>
          <a:xfrm>
            <a:off x="3704037" y="3751301"/>
            <a:ext cx="29910" cy="29951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29" name="Google Shape;6729;p33"/>
          <p:cNvSpPr/>
          <p:nvPr/>
        </p:nvSpPr>
        <p:spPr>
          <a:xfrm>
            <a:off x="8372149" y="3363836"/>
            <a:ext cx="465654" cy="465654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0" name="Google Shape;6730;p33"/>
          <p:cNvSpPr/>
          <p:nvPr/>
        </p:nvSpPr>
        <p:spPr>
          <a:xfrm>
            <a:off x="8453895" y="3501136"/>
            <a:ext cx="302187" cy="163723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1" name="Google Shape;6731;p33"/>
          <p:cNvSpPr/>
          <p:nvPr/>
        </p:nvSpPr>
        <p:spPr>
          <a:xfrm>
            <a:off x="5291270" y="3363920"/>
            <a:ext cx="465631" cy="465631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2" name="Google Shape;6732;p33"/>
          <p:cNvSpPr/>
          <p:nvPr/>
        </p:nvSpPr>
        <p:spPr>
          <a:xfrm>
            <a:off x="6023564" y="3501169"/>
            <a:ext cx="191011" cy="191011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3" name="Google Shape;6733;p33"/>
          <p:cNvSpPr/>
          <p:nvPr/>
        </p:nvSpPr>
        <p:spPr>
          <a:xfrm>
            <a:off x="5940817" y="3418399"/>
            <a:ext cx="356528" cy="356505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4" name="Google Shape;6734;p33"/>
          <p:cNvSpPr/>
          <p:nvPr/>
        </p:nvSpPr>
        <p:spPr>
          <a:xfrm>
            <a:off x="5886242" y="3363848"/>
            <a:ext cx="465677" cy="465631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5" name="Google Shape;6735;p33"/>
          <p:cNvSpPr/>
          <p:nvPr/>
        </p:nvSpPr>
        <p:spPr>
          <a:xfrm>
            <a:off x="6187288" y="3473882"/>
            <a:ext cx="54580" cy="54598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6" name="Google Shape;6736;p33"/>
          <p:cNvSpPr/>
          <p:nvPr/>
        </p:nvSpPr>
        <p:spPr>
          <a:xfrm>
            <a:off x="6550370" y="3528457"/>
            <a:ext cx="81888" cy="245538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7" name="Google Shape;6737;p33"/>
          <p:cNvSpPr/>
          <p:nvPr/>
        </p:nvSpPr>
        <p:spPr>
          <a:xfrm>
            <a:off x="6550370" y="3419309"/>
            <a:ext cx="81888" cy="81888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8" name="Google Shape;6738;p33"/>
          <p:cNvSpPr/>
          <p:nvPr/>
        </p:nvSpPr>
        <p:spPr>
          <a:xfrm>
            <a:off x="6659519" y="3528016"/>
            <a:ext cx="218298" cy="245981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39" name="Google Shape;6739;p33"/>
          <p:cNvSpPr/>
          <p:nvPr/>
        </p:nvSpPr>
        <p:spPr>
          <a:xfrm>
            <a:off x="6481278" y="3363848"/>
            <a:ext cx="465631" cy="465631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40" name="Google Shape;6740;p33"/>
          <p:cNvSpPr/>
          <p:nvPr/>
        </p:nvSpPr>
        <p:spPr>
          <a:xfrm>
            <a:off x="7136788" y="3405926"/>
            <a:ext cx="467938" cy="381625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41" name="Google Shape;6741;p33"/>
          <p:cNvSpPr/>
          <p:nvPr/>
        </p:nvSpPr>
        <p:spPr>
          <a:xfrm>
            <a:off x="7780259" y="3363908"/>
            <a:ext cx="466353" cy="465654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6742" name="Google Shape;6742;p33"/>
          <p:cNvSpPr/>
          <p:nvPr/>
        </p:nvSpPr>
        <p:spPr>
          <a:xfrm>
            <a:off x="7866455" y="3459520"/>
            <a:ext cx="291002" cy="272033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46" name="Shape 6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7" name="Google Shape;6747;p34"/>
          <p:cNvSpPr/>
          <p:nvPr/>
        </p:nvSpPr>
        <p:spPr>
          <a:xfrm>
            <a:off x="503169" y="1379872"/>
            <a:ext cx="301328" cy="195840"/>
          </a:xfrm>
          <a:custGeom>
            <a:rect b="b" l="l" r="r" t="t"/>
            <a:pathLst>
              <a:path extrusionOk="0" h="6082" w="9358">
                <a:moveTo>
                  <a:pt x="379" y="1"/>
                </a:moveTo>
                <a:cubicBezTo>
                  <a:pt x="158" y="1"/>
                  <a:pt x="1" y="221"/>
                  <a:pt x="1" y="410"/>
                </a:cubicBezTo>
                <a:lnTo>
                  <a:pt x="1" y="6081"/>
                </a:lnTo>
                <a:lnTo>
                  <a:pt x="9357" y="6081"/>
                </a:lnTo>
                <a:lnTo>
                  <a:pt x="9357" y="410"/>
                </a:lnTo>
                <a:cubicBezTo>
                  <a:pt x="9357" y="158"/>
                  <a:pt x="9168" y="1"/>
                  <a:pt x="89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48" name="Google Shape;6748;p34"/>
          <p:cNvSpPr/>
          <p:nvPr/>
        </p:nvSpPr>
        <p:spPr>
          <a:xfrm>
            <a:off x="476798" y="1602051"/>
            <a:ext cx="355069" cy="107162"/>
          </a:xfrm>
          <a:custGeom>
            <a:rect b="b" l="l" r="r" t="t"/>
            <a:pathLst>
              <a:path extrusionOk="0" h="3328" w="11027">
                <a:moveTo>
                  <a:pt x="63" y="0"/>
                </a:moveTo>
                <a:cubicBezTo>
                  <a:pt x="32" y="126"/>
                  <a:pt x="0" y="284"/>
                  <a:pt x="0" y="410"/>
                </a:cubicBezTo>
                <a:cubicBezTo>
                  <a:pt x="0" y="1103"/>
                  <a:pt x="536" y="1670"/>
                  <a:pt x="1198" y="1670"/>
                </a:cubicBezTo>
                <a:lnTo>
                  <a:pt x="3151" y="1670"/>
                </a:lnTo>
                <a:lnTo>
                  <a:pt x="2615" y="2710"/>
                </a:lnTo>
                <a:cubicBezTo>
                  <a:pt x="2521" y="2930"/>
                  <a:pt x="2615" y="3182"/>
                  <a:pt x="2836" y="3277"/>
                </a:cubicBezTo>
                <a:cubicBezTo>
                  <a:pt x="2889" y="3312"/>
                  <a:pt x="2949" y="3328"/>
                  <a:pt x="3009" y="3328"/>
                </a:cubicBezTo>
                <a:cubicBezTo>
                  <a:pt x="3166" y="3328"/>
                  <a:pt x="3326" y="3224"/>
                  <a:pt x="3371" y="3088"/>
                </a:cubicBezTo>
                <a:lnTo>
                  <a:pt x="4096" y="1639"/>
                </a:lnTo>
                <a:lnTo>
                  <a:pt x="5073" y="1639"/>
                </a:lnTo>
                <a:lnTo>
                  <a:pt x="5073" y="2867"/>
                </a:lnTo>
                <a:cubicBezTo>
                  <a:pt x="5073" y="3119"/>
                  <a:pt x="5262" y="3308"/>
                  <a:pt x="5514" y="3308"/>
                </a:cubicBezTo>
                <a:cubicBezTo>
                  <a:pt x="5734" y="3308"/>
                  <a:pt x="5892" y="3119"/>
                  <a:pt x="5892" y="2867"/>
                </a:cubicBezTo>
                <a:lnTo>
                  <a:pt x="5892" y="1639"/>
                </a:lnTo>
                <a:lnTo>
                  <a:pt x="6868" y="1639"/>
                </a:lnTo>
                <a:lnTo>
                  <a:pt x="7593" y="3088"/>
                </a:lnTo>
                <a:cubicBezTo>
                  <a:pt x="7688" y="3230"/>
                  <a:pt x="7835" y="3301"/>
                  <a:pt x="7983" y="3301"/>
                </a:cubicBezTo>
                <a:cubicBezTo>
                  <a:pt x="8032" y="3301"/>
                  <a:pt x="8081" y="3293"/>
                  <a:pt x="8129" y="3277"/>
                </a:cubicBezTo>
                <a:cubicBezTo>
                  <a:pt x="8349" y="3151"/>
                  <a:pt x="8412" y="2930"/>
                  <a:pt x="8349" y="2710"/>
                </a:cubicBezTo>
                <a:lnTo>
                  <a:pt x="7814" y="1670"/>
                </a:lnTo>
                <a:lnTo>
                  <a:pt x="9767" y="1670"/>
                </a:lnTo>
                <a:cubicBezTo>
                  <a:pt x="10429" y="1670"/>
                  <a:pt x="11027" y="1103"/>
                  <a:pt x="11027" y="410"/>
                </a:cubicBezTo>
                <a:cubicBezTo>
                  <a:pt x="11027" y="252"/>
                  <a:pt x="10964" y="126"/>
                  <a:pt x="109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49" name="Google Shape;6749;p34"/>
          <p:cNvSpPr/>
          <p:nvPr/>
        </p:nvSpPr>
        <p:spPr>
          <a:xfrm>
            <a:off x="611715" y="1300757"/>
            <a:ext cx="81176" cy="52776"/>
          </a:xfrm>
          <a:custGeom>
            <a:rect b="b" l="l" r="r" t="t"/>
            <a:pathLst>
              <a:path extrusionOk="0" h="1639" w="2521">
                <a:moveTo>
                  <a:pt x="442" y="0"/>
                </a:moveTo>
                <a:cubicBezTo>
                  <a:pt x="221" y="0"/>
                  <a:pt x="1" y="189"/>
                  <a:pt x="1" y="410"/>
                </a:cubicBezTo>
                <a:lnTo>
                  <a:pt x="1" y="1639"/>
                </a:lnTo>
                <a:lnTo>
                  <a:pt x="2489" y="1639"/>
                </a:lnTo>
                <a:lnTo>
                  <a:pt x="2489" y="410"/>
                </a:lnTo>
                <a:lnTo>
                  <a:pt x="2521" y="410"/>
                </a:lnTo>
                <a:cubicBezTo>
                  <a:pt x="2521" y="189"/>
                  <a:pt x="2332" y="0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0" name="Google Shape;6750;p34"/>
          <p:cNvSpPr/>
          <p:nvPr/>
        </p:nvSpPr>
        <p:spPr>
          <a:xfrm>
            <a:off x="551356" y="1817384"/>
            <a:ext cx="311471" cy="308186"/>
          </a:xfrm>
          <a:custGeom>
            <a:rect b="b" l="l" r="r" t="t"/>
            <a:pathLst>
              <a:path extrusionOk="0" h="9571" w="9673">
                <a:moveTo>
                  <a:pt x="5963" y="1"/>
                </a:moveTo>
                <a:cubicBezTo>
                  <a:pt x="5661" y="1"/>
                  <a:pt x="5365" y="127"/>
                  <a:pt x="5136" y="371"/>
                </a:cubicBezTo>
                <a:lnTo>
                  <a:pt x="0" y="5507"/>
                </a:lnTo>
                <a:lnTo>
                  <a:pt x="4064" y="9571"/>
                </a:lnTo>
                <a:lnTo>
                  <a:pt x="9200" y="4436"/>
                </a:lnTo>
                <a:cubicBezTo>
                  <a:pt x="9672" y="3963"/>
                  <a:pt x="9672" y="3207"/>
                  <a:pt x="9200" y="2734"/>
                </a:cubicBezTo>
                <a:lnTo>
                  <a:pt x="6868" y="434"/>
                </a:lnTo>
                <a:cubicBezTo>
                  <a:pt x="6609" y="143"/>
                  <a:pt x="6283" y="1"/>
                  <a:pt x="59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1" name="Google Shape;6751;p34"/>
          <p:cNvSpPr/>
          <p:nvPr/>
        </p:nvSpPr>
        <p:spPr>
          <a:xfrm>
            <a:off x="509753" y="2010905"/>
            <a:ext cx="153208" cy="153208"/>
          </a:xfrm>
          <a:custGeom>
            <a:rect b="b" l="l" r="r" t="t"/>
            <a:pathLst>
              <a:path extrusionOk="0" h="4758" w="4758">
                <a:moveTo>
                  <a:pt x="725" y="1"/>
                </a:moveTo>
                <a:lnTo>
                  <a:pt x="473" y="284"/>
                </a:lnTo>
                <a:cubicBezTo>
                  <a:pt x="253" y="505"/>
                  <a:pt x="95" y="820"/>
                  <a:pt x="95" y="1198"/>
                </a:cubicBezTo>
                <a:cubicBezTo>
                  <a:pt x="95" y="1450"/>
                  <a:pt x="190" y="1765"/>
                  <a:pt x="442" y="1986"/>
                </a:cubicBezTo>
                <a:cubicBezTo>
                  <a:pt x="631" y="2112"/>
                  <a:pt x="599" y="2458"/>
                  <a:pt x="442" y="2616"/>
                </a:cubicBezTo>
                <a:lnTo>
                  <a:pt x="1" y="3025"/>
                </a:lnTo>
                <a:lnTo>
                  <a:pt x="1733" y="4758"/>
                </a:lnTo>
                <a:lnTo>
                  <a:pt x="2174" y="4348"/>
                </a:lnTo>
                <a:cubicBezTo>
                  <a:pt x="2253" y="4270"/>
                  <a:pt x="2363" y="4230"/>
                  <a:pt x="2478" y="4230"/>
                </a:cubicBezTo>
                <a:cubicBezTo>
                  <a:pt x="2592" y="4230"/>
                  <a:pt x="2710" y="4270"/>
                  <a:pt x="2804" y="4348"/>
                </a:cubicBezTo>
                <a:cubicBezTo>
                  <a:pt x="3025" y="4569"/>
                  <a:pt x="3340" y="4695"/>
                  <a:pt x="3655" y="4695"/>
                </a:cubicBezTo>
                <a:cubicBezTo>
                  <a:pt x="3970" y="4695"/>
                  <a:pt x="4254" y="4569"/>
                  <a:pt x="4506" y="4348"/>
                </a:cubicBezTo>
                <a:lnTo>
                  <a:pt x="4758" y="4065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2" name="Google Shape;6752;p34"/>
          <p:cNvSpPr/>
          <p:nvPr/>
        </p:nvSpPr>
        <p:spPr>
          <a:xfrm>
            <a:off x="445837" y="2130624"/>
            <a:ext cx="100464" cy="58862"/>
          </a:xfrm>
          <a:custGeom>
            <a:rect b="b" l="l" r="r" t="t"/>
            <a:pathLst>
              <a:path extrusionOk="0" h="1828" w="3120">
                <a:moveTo>
                  <a:pt x="1450" y="0"/>
                </a:moveTo>
                <a:lnTo>
                  <a:pt x="253" y="1166"/>
                </a:lnTo>
                <a:cubicBezTo>
                  <a:pt x="1" y="1355"/>
                  <a:pt x="190" y="1828"/>
                  <a:pt x="536" y="1828"/>
                </a:cubicBezTo>
                <a:lnTo>
                  <a:pt x="2773" y="1828"/>
                </a:lnTo>
                <a:cubicBezTo>
                  <a:pt x="2931" y="1828"/>
                  <a:pt x="3025" y="1765"/>
                  <a:pt x="3120" y="1670"/>
                </a:cubicBezTo>
                <a:lnTo>
                  <a:pt x="1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3" name="Google Shape;6753;p34"/>
          <p:cNvSpPr/>
          <p:nvPr/>
        </p:nvSpPr>
        <p:spPr>
          <a:xfrm>
            <a:off x="531056" y="2622726"/>
            <a:ext cx="246555" cy="54804"/>
          </a:xfrm>
          <a:custGeom>
            <a:rect b="b" l="l" r="r" t="t"/>
            <a:pathLst>
              <a:path extrusionOk="0" h="1702" w="7657">
                <a:moveTo>
                  <a:pt x="442" y="0"/>
                </a:moveTo>
                <a:cubicBezTo>
                  <a:pt x="190" y="0"/>
                  <a:pt x="1" y="221"/>
                  <a:pt x="1" y="441"/>
                </a:cubicBezTo>
                <a:lnTo>
                  <a:pt x="1" y="1292"/>
                </a:lnTo>
                <a:cubicBezTo>
                  <a:pt x="1" y="1512"/>
                  <a:pt x="190" y="1701"/>
                  <a:pt x="442" y="1701"/>
                </a:cubicBezTo>
                <a:lnTo>
                  <a:pt x="7215" y="1701"/>
                </a:lnTo>
                <a:cubicBezTo>
                  <a:pt x="7499" y="1701"/>
                  <a:pt x="7656" y="1512"/>
                  <a:pt x="7656" y="1292"/>
                </a:cubicBezTo>
                <a:lnTo>
                  <a:pt x="7656" y="441"/>
                </a:lnTo>
                <a:cubicBezTo>
                  <a:pt x="7656" y="221"/>
                  <a:pt x="7436" y="0"/>
                  <a:pt x="72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4" name="Google Shape;6754;p34"/>
          <p:cNvSpPr/>
          <p:nvPr/>
        </p:nvSpPr>
        <p:spPr>
          <a:xfrm>
            <a:off x="559456" y="2543579"/>
            <a:ext cx="191783" cy="54804"/>
          </a:xfrm>
          <a:custGeom>
            <a:rect b="b" l="l" r="r" t="t"/>
            <a:pathLst>
              <a:path extrusionOk="0" h="1702" w="5956"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lnTo>
                  <a:pt x="1" y="1261"/>
                </a:lnTo>
                <a:cubicBezTo>
                  <a:pt x="1" y="1481"/>
                  <a:pt x="190" y="1702"/>
                  <a:pt x="442" y="1702"/>
                </a:cubicBezTo>
                <a:lnTo>
                  <a:pt x="5514" y="1702"/>
                </a:lnTo>
                <a:cubicBezTo>
                  <a:pt x="5735" y="1702"/>
                  <a:pt x="5955" y="1481"/>
                  <a:pt x="5955" y="1261"/>
                </a:cubicBezTo>
                <a:lnTo>
                  <a:pt x="5955" y="410"/>
                </a:lnTo>
                <a:cubicBezTo>
                  <a:pt x="5955" y="190"/>
                  <a:pt x="5735" y="1"/>
                  <a:pt x="55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5" name="Google Shape;6755;p34"/>
          <p:cNvSpPr/>
          <p:nvPr/>
        </p:nvSpPr>
        <p:spPr>
          <a:xfrm>
            <a:off x="448881" y="2268656"/>
            <a:ext cx="410904" cy="271929"/>
          </a:xfrm>
          <a:custGeom>
            <a:rect b="b" l="l" r="r" t="t"/>
            <a:pathLst>
              <a:path extrusionOk="0" h="8445" w="12761">
                <a:moveTo>
                  <a:pt x="6428" y="852"/>
                </a:moveTo>
                <a:cubicBezTo>
                  <a:pt x="6648" y="852"/>
                  <a:pt x="6806" y="1009"/>
                  <a:pt x="6869" y="1261"/>
                </a:cubicBezTo>
                <a:lnTo>
                  <a:pt x="6869" y="1324"/>
                </a:lnTo>
                <a:cubicBezTo>
                  <a:pt x="6806" y="1513"/>
                  <a:pt x="6648" y="1702"/>
                  <a:pt x="6428" y="1702"/>
                </a:cubicBezTo>
                <a:cubicBezTo>
                  <a:pt x="6176" y="1702"/>
                  <a:pt x="6018" y="1576"/>
                  <a:pt x="5987" y="1324"/>
                </a:cubicBezTo>
                <a:lnTo>
                  <a:pt x="5987" y="1261"/>
                </a:lnTo>
                <a:cubicBezTo>
                  <a:pt x="6018" y="1041"/>
                  <a:pt x="6176" y="852"/>
                  <a:pt x="6428" y="852"/>
                </a:cubicBezTo>
                <a:close/>
                <a:moveTo>
                  <a:pt x="2112" y="2742"/>
                </a:moveTo>
                <a:lnTo>
                  <a:pt x="3340" y="6396"/>
                </a:lnTo>
                <a:lnTo>
                  <a:pt x="914" y="6396"/>
                </a:lnTo>
                <a:lnTo>
                  <a:pt x="2112" y="2742"/>
                </a:lnTo>
                <a:close/>
                <a:moveTo>
                  <a:pt x="10681" y="2742"/>
                </a:moveTo>
                <a:lnTo>
                  <a:pt x="11878" y="6396"/>
                </a:lnTo>
                <a:lnTo>
                  <a:pt x="9452" y="6396"/>
                </a:lnTo>
                <a:lnTo>
                  <a:pt x="10681" y="2742"/>
                </a:lnTo>
                <a:close/>
                <a:moveTo>
                  <a:pt x="6333" y="1"/>
                </a:moveTo>
                <a:cubicBezTo>
                  <a:pt x="5798" y="1"/>
                  <a:pt x="5325" y="347"/>
                  <a:pt x="5168" y="852"/>
                </a:cubicBezTo>
                <a:lnTo>
                  <a:pt x="1292" y="852"/>
                </a:lnTo>
                <a:cubicBezTo>
                  <a:pt x="1103" y="852"/>
                  <a:pt x="914" y="1009"/>
                  <a:pt x="883" y="1198"/>
                </a:cubicBezTo>
                <a:cubicBezTo>
                  <a:pt x="820" y="1482"/>
                  <a:pt x="1040" y="1702"/>
                  <a:pt x="1292" y="1702"/>
                </a:cubicBezTo>
                <a:lnTo>
                  <a:pt x="1576" y="1702"/>
                </a:lnTo>
                <a:cubicBezTo>
                  <a:pt x="1" y="6491"/>
                  <a:pt x="32" y="6333"/>
                  <a:pt x="32" y="6459"/>
                </a:cubicBezTo>
                <a:cubicBezTo>
                  <a:pt x="64" y="7562"/>
                  <a:pt x="1009" y="8444"/>
                  <a:pt x="2112" y="8444"/>
                </a:cubicBezTo>
                <a:cubicBezTo>
                  <a:pt x="3277" y="8444"/>
                  <a:pt x="4159" y="7562"/>
                  <a:pt x="4159" y="6459"/>
                </a:cubicBezTo>
                <a:cubicBezTo>
                  <a:pt x="4159" y="6333"/>
                  <a:pt x="4222" y="6491"/>
                  <a:pt x="2647" y="1702"/>
                </a:cubicBezTo>
                <a:lnTo>
                  <a:pt x="5105" y="1702"/>
                </a:lnTo>
                <a:lnTo>
                  <a:pt x="5105" y="7342"/>
                </a:lnTo>
                <a:cubicBezTo>
                  <a:pt x="5105" y="7594"/>
                  <a:pt x="5325" y="7783"/>
                  <a:pt x="5546" y="7783"/>
                </a:cubicBezTo>
                <a:lnTo>
                  <a:pt x="7247" y="7783"/>
                </a:lnTo>
                <a:cubicBezTo>
                  <a:pt x="7499" y="7783"/>
                  <a:pt x="7688" y="7594"/>
                  <a:pt x="7688" y="7342"/>
                </a:cubicBezTo>
                <a:lnTo>
                  <a:pt x="7688" y="1702"/>
                </a:lnTo>
                <a:lnTo>
                  <a:pt x="10177" y="1702"/>
                </a:lnTo>
                <a:cubicBezTo>
                  <a:pt x="8602" y="6491"/>
                  <a:pt x="8633" y="6333"/>
                  <a:pt x="8633" y="6459"/>
                </a:cubicBezTo>
                <a:cubicBezTo>
                  <a:pt x="8665" y="7562"/>
                  <a:pt x="9578" y="8444"/>
                  <a:pt x="10681" y="8444"/>
                </a:cubicBezTo>
                <a:cubicBezTo>
                  <a:pt x="11815" y="8444"/>
                  <a:pt x="12729" y="7562"/>
                  <a:pt x="12729" y="6459"/>
                </a:cubicBezTo>
                <a:cubicBezTo>
                  <a:pt x="12729" y="6333"/>
                  <a:pt x="12760" y="6491"/>
                  <a:pt x="11185" y="1702"/>
                </a:cubicBezTo>
                <a:lnTo>
                  <a:pt x="11437" y="1702"/>
                </a:lnTo>
                <a:cubicBezTo>
                  <a:pt x="11626" y="1702"/>
                  <a:pt x="11815" y="1576"/>
                  <a:pt x="11847" y="1356"/>
                </a:cubicBezTo>
                <a:cubicBezTo>
                  <a:pt x="11910" y="1104"/>
                  <a:pt x="11689" y="852"/>
                  <a:pt x="11437" y="852"/>
                </a:cubicBezTo>
                <a:lnTo>
                  <a:pt x="7530" y="852"/>
                </a:lnTo>
                <a:cubicBezTo>
                  <a:pt x="7373" y="347"/>
                  <a:pt x="6900" y="1"/>
                  <a:pt x="63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6" name="Google Shape;6756;p34"/>
          <p:cNvSpPr/>
          <p:nvPr/>
        </p:nvSpPr>
        <p:spPr>
          <a:xfrm>
            <a:off x="2822693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2930" y="1670"/>
                </a:moveTo>
                <a:cubicBezTo>
                  <a:pt x="3119" y="1670"/>
                  <a:pt x="3308" y="1859"/>
                  <a:pt x="3308" y="2048"/>
                </a:cubicBezTo>
                <a:lnTo>
                  <a:pt x="3308" y="2489"/>
                </a:lnTo>
                <a:lnTo>
                  <a:pt x="3749" y="2489"/>
                </a:lnTo>
                <a:cubicBezTo>
                  <a:pt x="4001" y="2489"/>
                  <a:pt x="4159" y="2678"/>
                  <a:pt x="4159" y="2930"/>
                </a:cubicBezTo>
                <a:cubicBezTo>
                  <a:pt x="4159" y="3151"/>
                  <a:pt x="3938" y="3340"/>
                  <a:pt x="3749" y="3340"/>
                </a:cubicBezTo>
                <a:lnTo>
                  <a:pt x="3308" y="3340"/>
                </a:lnTo>
                <a:lnTo>
                  <a:pt x="3308" y="3781"/>
                </a:lnTo>
                <a:cubicBezTo>
                  <a:pt x="3308" y="4001"/>
                  <a:pt x="3119" y="4159"/>
                  <a:pt x="2930" y="4159"/>
                </a:cubicBezTo>
                <a:cubicBezTo>
                  <a:pt x="2710" y="4159"/>
                  <a:pt x="2520" y="3970"/>
                  <a:pt x="2520" y="3781"/>
                </a:cubicBezTo>
                <a:lnTo>
                  <a:pt x="2520" y="3340"/>
                </a:lnTo>
                <a:lnTo>
                  <a:pt x="2079" y="3340"/>
                </a:lnTo>
                <a:cubicBezTo>
                  <a:pt x="1859" y="3340"/>
                  <a:pt x="1701" y="3151"/>
                  <a:pt x="1701" y="2930"/>
                </a:cubicBezTo>
                <a:cubicBezTo>
                  <a:pt x="1701" y="2678"/>
                  <a:pt x="1859" y="2489"/>
                  <a:pt x="2079" y="2489"/>
                </a:cubicBezTo>
                <a:lnTo>
                  <a:pt x="2520" y="2489"/>
                </a:lnTo>
                <a:lnTo>
                  <a:pt x="2520" y="2048"/>
                </a:lnTo>
                <a:cubicBezTo>
                  <a:pt x="2520" y="1827"/>
                  <a:pt x="2710" y="1670"/>
                  <a:pt x="2930" y="1670"/>
                </a:cubicBez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5387"/>
                </a:lnTo>
                <a:cubicBezTo>
                  <a:pt x="32" y="5639"/>
                  <a:pt x="221" y="5797"/>
                  <a:pt x="441" y="5797"/>
                </a:cubicBezTo>
                <a:lnTo>
                  <a:pt x="5387" y="5797"/>
                </a:lnTo>
                <a:cubicBezTo>
                  <a:pt x="5639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39" y="0"/>
                  <a:pt x="5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7" name="Google Shape;6757;p34"/>
          <p:cNvSpPr/>
          <p:nvPr/>
        </p:nvSpPr>
        <p:spPr>
          <a:xfrm>
            <a:off x="2823692" y="1551336"/>
            <a:ext cx="188724" cy="185665"/>
          </a:xfrm>
          <a:custGeom>
            <a:rect b="b" l="l" r="r" t="t"/>
            <a:pathLst>
              <a:path extrusionOk="0" h="5766" w="5861">
                <a:moveTo>
                  <a:pt x="3450" y="1859"/>
                </a:moveTo>
                <a:cubicBezTo>
                  <a:pt x="3561" y="1859"/>
                  <a:pt x="3671" y="1890"/>
                  <a:pt x="3750" y="1953"/>
                </a:cubicBezTo>
                <a:cubicBezTo>
                  <a:pt x="3907" y="2111"/>
                  <a:pt x="3907" y="2395"/>
                  <a:pt x="3750" y="2552"/>
                </a:cubicBezTo>
                <a:lnTo>
                  <a:pt x="3466" y="2836"/>
                </a:lnTo>
                <a:lnTo>
                  <a:pt x="3750" y="3119"/>
                </a:lnTo>
                <a:cubicBezTo>
                  <a:pt x="3907" y="3277"/>
                  <a:pt x="3907" y="3529"/>
                  <a:pt x="3750" y="3686"/>
                </a:cubicBezTo>
                <a:cubicBezTo>
                  <a:pt x="3671" y="3765"/>
                  <a:pt x="3561" y="3804"/>
                  <a:pt x="3450" y="3804"/>
                </a:cubicBezTo>
                <a:cubicBezTo>
                  <a:pt x="3340" y="3804"/>
                  <a:pt x="3230" y="3765"/>
                  <a:pt x="3151" y="3686"/>
                </a:cubicBezTo>
                <a:lnTo>
                  <a:pt x="2899" y="3434"/>
                </a:lnTo>
                <a:lnTo>
                  <a:pt x="2616" y="3686"/>
                </a:lnTo>
                <a:cubicBezTo>
                  <a:pt x="2537" y="3765"/>
                  <a:pt x="2426" y="3804"/>
                  <a:pt x="2316" y="3804"/>
                </a:cubicBezTo>
                <a:cubicBezTo>
                  <a:pt x="2206" y="3804"/>
                  <a:pt x="2096" y="3765"/>
                  <a:pt x="2017" y="3686"/>
                </a:cubicBezTo>
                <a:cubicBezTo>
                  <a:pt x="1859" y="3529"/>
                  <a:pt x="1859" y="3277"/>
                  <a:pt x="2017" y="3119"/>
                </a:cubicBezTo>
                <a:lnTo>
                  <a:pt x="2300" y="2836"/>
                </a:lnTo>
                <a:lnTo>
                  <a:pt x="2017" y="2552"/>
                </a:lnTo>
                <a:cubicBezTo>
                  <a:pt x="1859" y="2395"/>
                  <a:pt x="1859" y="2111"/>
                  <a:pt x="2017" y="1953"/>
                </a:cubicBezTo>
                <a:cubicBezTo>
                  <a:pt x="2096" y="1890"/>
                  <a:pt x="2206" y="1859"/>
                  <a:pt x="2316" y="1859"/>
                </a:cubicBezTo>
                <a:cubicBezTo>
                  <a:pt x="2426" y="1859"/>
                  <a:pt x="2537" y="1890"/>
                  <a:pt x="2616" y="1953"/>
                </a:cubicBezTo>
                <a:lnTo>
                  <a:pt x="2899" y="2237"/>
                </a:lnTo>
                <a:lnTo>
                  <a:pt x="3151" y="1953"/>
                </a:lnTo>
                <a:cubicBezTo>
                  <a:pt x="3230" y="1890"/>
                  <a:pt x="3340" y="1859"/>
                  <a:pt x="3450" y="1859"/>
                </a:cubicBezTo>
                <a:close/>
                <a:moveTo>
                  <a:pt x="442" y="0"/>
                </a:moveTo>
                <a:cubicBezTo>
                  <a:pt x="221" y="0"/>
                  <a:pt x="1" y="189"/>
                  <a:pt x="1" y="378"/>
                </a:cubicBezTo>
                <a:lnTo>
                  <a:pt x="1" y="5356"/>
                </a:lnTo>
                <a:cubicBezTo>
                  <a:pt x="1" y="5608"/>
                  <a:pt x="221" y="5766"/>
                  <a:pt x="442" y="5766"/>
                </a:cubicBezTo>
                <a:lnTo>
                  <a:pt x="5419" y="5766"/>
                </a:lnTo>
                <a:cubicBezTo>
                  <a:pt x="5640" y="5766"/>
                  <a:pt x="5861" y="5545"/>
                  <a:pt x="5861" y="5356"/>
                </a:cubicBezTo>
                <a:lnTo>
                  <a:pt x="5861" y="378"/>
                </a:lnTo>
                <a:cubicBezTo>
                  <a:pt x="5861" y="158"/>
                  <a:pt x="5640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8" name="Google Shape;6758;p34"/>
          <p:cNvSpPr/>
          <p:nvPr/>
        </p:nvSpPr>
        <p:spPr>
          <a:xfrm>
            <a:off x="3044840" y="1328159"/>
            <a:ext cx="187694" cy="186663"/>
          </a:xfrm>
          <a:custGeom>
            <a:rect b="b" l="l" r="r" t="t"/>
            <a:pathLst>
              <a:path extrusionOk="0" h="5797" w="5829">
                <a:moveTo>
                  <a:pt x="3750" y="2457"/>
                </a:moveTo>
                <a:cubicBezTo>
                  <a:pt x="3970" y="2457"/>
                  <a:pt x="4128" y="2646"/>
                  <a:pt x="4128" y="2867"/>
                </a:cubicBezTo>
                <a:cubicBezTo>
                  <a:pt x="4159" y="3151"/>
                  <a:pt x="3970" y="3308"/>
                  <a:pt x="3750" y="3308"/>
                </a:cubicBezTo>
                <a:lnTo>
                  <a:pt x="2080" y="3308"/>
                </a:lnTo>
                <a:cubicBezTo>
                  <a:pt x="1859" y="3308"/>
                  <a:pt x="1702" y="3119"/>
                  <a:pt x="1702" y="2867"/>
                </a:cubicBezTo>
                <a:cubicBezTo>
                  <a:pt x="1702" y="2646"/>
                  <a:pt x="1891" y="2457"/>
                  <a:pt x="2080" y="2457"/>
                </a:cubicBez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5387"/>
                </a:lnTo>
                <a:cubicBezTo>
                  <a:pt x="1" y="5639"/>
                  <a:pt x="190" y="5797"/>
                  <a:pt x="442" y="5797"/>
                </a:cubicBezTo>
                <a:lnTo>
                  <a:pt x="5388" y="5797"/>
                </a:lnTo>
                <a:cubicBezTo>
                  <a:pt x="5640" y="5797"/>
                  <a:pt x="5829" y="5608"/>
                  <a:pt x="5829" y="5387"/>
                </a:cubicBezTo>
                <a:lnTo>
                  <a:pt x="5829" y="441"/>
                </a:ln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59" name="Google Shape;6759;p34"/>
          <p:cNvSpPr/>
          <p:nvPr/>
        </p:nvSpPr>
        <p:spPr>
          <a:xfrm>
            <a:off x="3044840" y="1550306"/>
            <a:ext cx="187694" cy="186696"/>
          </a:xfrm>
          <a:custGeom>
            <a:rect b="b" l="l" r="r" t="t"/>
            <a:pathLst>
              <a:path extrusionOk="0" h="5798" w="5829">
                <a:moveTo>
                  <a:pt x="3750" y="1639"/>
                </a:moveTo>
                <a:cubicBezTo>
                  <a:pt x="3970" y="1639"/>
                  <a:pt x="4128" y="1859"/>
                  <a:pt x="4128" y="2080"/>
                </a:cubicBezTo>
                <a:cubicBezTo>
                  <a:pt x="4159" y="2332"/>
                  <a:pt x="3970" y="2490"/>
                  <a:pt x="3750" y="2490"/>
                </a:cubicBezTo>
                <a:lnTo>
                  <a:pt x="2080" y="2490"/>
                </a:lnTo>
                <a:cubicBezTo>
                  <a:pt x="1859" y="2490"/>
                  <a:pt x="1702" y="2269"/>
                  <a:pt x="1702" y="2080"/>
                </a:cubicBezTo>
                <a:cubicBezTo>
                  <a:pt x="1702" y="1859"/>
                  <a:pt x="1891" y="1639"/>
                  <a:pt x="2080" y="1639"/>
                </a:cubicBezTo>
                <a:close/>
                <a:moveTo>
                  <a:pt x="3750" y="3309"/>
                </a:moveTo>
                <a:cubicBezTo>
                  <a:pt x="3970" y="3309"/>
                  <a:pt x="4128" y="3498"/>
                  <a:pt x="4128" y="3687"/>
                </a:cubicBezTo>
                <a:cubicBezTo>
                  <a:pt x="4159" y="3970"/>
                  <a:pt x="3970" y="4128"/>
                  <a:pt x="3750" y="4128"/>
                </a:cubicBezTo>
                <a:lnTo>
                  <a:pt x="2080" y="4128"/>
                </a:lnTo>
                <a:cubicBezTo>
                  <a:pt x="1859" y="4128"/>
                  <a:pt x="1702" y="3939"/>
                  <a:pt x="1702" y="3687"/>
                </a:cubicBezTo>
                <a:cubicBezTo>
                  <a:pt x="1702" y="3466"/>
                  <a:pt x="1891" y="3309"/>
                  <a:pt x="2080" y="3309"/>
                </a:cubicBezTo>
                <a:close/>
                <a:moveTo>
                  <a:pt x="442" y="1"/>
                </a:moveTo>
                <a:cubicBezTo>
                  <a:pt x="190" y="1"/>
                  <a:pt x="1" y="190"/>
                  <a:pt x="1" y="379"/>
                </a:cubicBezTo>
                <a:lnTo>
                  <a:pt x="1" y="5388"/>
                </a:lnTo>
                <a:cubicBezTo>
                  <a:pt x="1" y="5640"/>
                  <a:pt x="190" y="5798"/>
                  <a:pt x="442" y="5798"/>
                </a:cubicBezTo>
                <a:lnTo>
                  <a:pt x="5388" y="5798"/>
                </a:lnTo>
                <a:cubicBezTo>
                  <a:pt x="5640" y="5798"/>
                  <a:pt x="5829" y="5577"/>
                  <a:pt x="5829" y="5388"/>
                </a:cubicBezTo>
                <a:lnTo>
                  <a:pt x="5829" y="410"/>
                </a:ln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0" name="Google Shape;6760;p34"/>
          <p:cNvSpPr/>
          <p:nvPr/>
        </p:nvSpPr>
        <p:spPr>
          <a:xfrm>
            <a:off x="2948466" y="1808270"/>
            <a:ext cx="136979" cy="135723"/>
          </a:xfrm>
          <a:custGeom>
            <a:rect b="b" l="l" r="r" t="t"/>
            <a:pathLst>
              <a:path extrusionOk="0" h="4215" w="4254">
                <a:moveTo>
                  <a:pt x="2064" y="1"/>
                </a:moveTo>
                <a:cubicBezTo>
                  <a:pt x="1954" y="1"/>
                  <a:pt x="1844" y="40"/>
                  <a:pt x="1765" y="119"/>
                </a:cubicBezTo>
                <a:lnTo>
                  <a:pt x="1" y="1883"/>
                </a:lnTo>
                <a:lnTo>
                  <a:pt x="2332" y="4214"/>
                </a:lnTo>
                <a:lnTo>
                  <a:pt x="4096" y="2450"/>
                </a:lnTo>
                <a:cubicBezTo>
                  <a:pt x="4254" y="2293"/>
                  <a:pt x="4254" y="2009"/>
                  <a:pt x="4096" y="1852"/>
                </a:cubicBezTo>
                <a:lnTo>
                  <a:pt x="2364" y="119"/>
                </a:lnTo>
                <a:cubicBezTo>
                  <a:pt x="2285" y="40"/>
                  <a:pt x="2175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1" name="Google Shape;6761;p34"/>
          <p:cNvSpPr/>
          <p:nvPr/>
        </p:nvSpPr>
        <p:spPr>
          <a:xfrm>
            <a:off x="3098614" y="1957388"/>
            <a:ext cx="137977" cy="135723"/>
          </a:xfrm>
          <a:custGeom>
            <a:rect b="b" l="l" r="r" t="t"/>
            <a:pathLst>
              <a:path extrusionOk="0" h="4215" w="4285">
                <a:moveTo>
                  <a:pt x="2064" y="1"/>
                </a:moveTo>
                <a:cubicBezTo>
                  <a:pt x="1954" y="1"/>
                  <a:pt x="1843" y="40"/>
                  <a:pt x="1765" y="119"/>
                </a:cubicBezTo>
                <a:lnTo>
                  <a:pt x="0" y="1915"/>
                </a:lnTo>
                <a:lnTo>
                  <a:pt x="2300" y="4215"/>
                </a:lnTo>
                <a:lnTo>
                  <a:pt x="4128" y="2482"/>
                </a:lnTo>
                <a:cubicBezTo>
                  <a:pt x="4285" y="2324"/>
                  <a:pt x="4285" y="2072"/>
                  <a:pt x="4128" y="1915"/>
                </a:cubicBezTo>
                <a:lnTo>
                  <a:pt x="2363" y="119"/>
                </a:lnTo>
                <a:cubicBezTo>
                  <a:pt x="2285" y="40"/>
                  <a:pt x="2174" y="1"/>
                  <a:pt x="20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2" name="Google Shape;6762;p34"/>
          <p:cNvSpPr/>
          <p:nvPr/>
        </p:nvSpPr>
        <p:spPr>
          <a:xfrm>
            <a:off x="2818636" y="1889189"/>
            <a:ext cx="337842" cy="328021"/>
          </a:xfrm>
          <a:custGeom>
            <a:rect b="b" l="l" r="r" t="t"/>
            <a:pathLst>
              <a:path extrusionOk="0" h="10187" w="10492">
                <a:moveTo>
                  <a:pt x="3497" y="0"/>
                </a:moveTo>
                <a:lnTo>
                  <a:pt x="1764" y="1733"/>
                </a:lnTo>
                <a:cubicBezTo>
                  <a:pt x="1166" y="2332"/>
                  <a:pt x="725" y="3088"/>
                  <a:pt x="504" y="3812"/>
                </a:cubicBezTo>
                <a:cubicBezTo>
                  <a:pt x="0" y="5514"/>
                  <a:pt x="410" y="7404"/>
                  <a:pt x="1764" y="8759"/>
                </a:cubicBezTo>
                <a:cubicBezTo>
                  <a:pt x="2667" y="9661"/>
                  <a:pt x="3919" y="10187"/>
                  <a:pt x="5273" y="10187"/>
                </a:cubicBezTo>
                <a:cubicBezTo>
                  <a:pt x="5384" y="10187"/>
                  <a:pt x="5496" y="10183"/>
                  <a:pt x="5608" y="10176"/>
                </a:cubicBezTo>
                <a:cubicBezTo>
                  <a:pt x="6679" y="10082"/>
                  <a:pt x="7876" y="9609"/>
                  <a:pt x="8758" y="8759"/>
                </a:cubicBezTo>
                <a:lnTo>
                  <a:pt x="10491" y="7026"/>
                </a:lnTo>
                <a:lnTo>
                  <a:pt x="8191" y="4694"/>
                </a:lnTo>
                <a:lnTo>
                  <a:pt x="6396" y="6396"/>
                </a:lnTo>
                <a:cubicBezTo>
                  <a:pt x="6077" y="6715"/>
                  <a:pt x="5645" y="6880"/>
                  <a:pt x="5214" y="6880"/>
                </a:cubicBezTo>
                <a:cubicBezTo>
                  <a:pt x="4794" y="6880"/>
                  <a:pt x="4375" y="6722"/>
                  <a:pt x="4064" y="6396"/>
                </a:cubicBezTo>
                <a:cubicBezTo>
                  <a:pt x="3434" y="5766"/>
                  <a:pt x="3434" y="4694"/>
                  <a:pt x="4064" y="4064"/>
                </a:cubicBezTo>
                <a:lnTo>
                  <a:pt x="5797" y="2332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3" name="Google Shape;6763;p34"/>
          <p:cNvSpPr/>
          <p:nvPr/>
        </p:nvSpPr>
        <p:spPr>
          <a:xfrm>
            <a:off x="2825394" y="2303875"/>
            <a:ext cx="410872" cy="398700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4" name="Google Shape;6764;p34"/>
          <p:cNvSpPr/>
          <p:nvPr/>
        </p:nvSpPr>
        <p:spPr>
          <a:xfrm>
            <a:off x="1524748" y="2791049"/>
            <a:ext cx="238409" cy="144095"/>
          </a:xfrm>
          <a:custGeom>
            <a:rect b="b" l="l" r="r" t="t"/>
            <a:pathLst>
              <a:path extrusionOk="0" h="4475" w="7404">
                <a:moveTo>
                  <a:pt x="1229" y="1"/>
                </a:moveTo>
                <a:cubicBezTo>
                  <a:pt x="567" y="1"/>
                  <a:pt x="0" y="568"/>
                  <a:pt x="0" y="1261"/>
                </a:cubicBezTo>
                <a:cubicBezTo>
                  <a:pt x="0" y="1797"/>
                  <a:pt x="315" y="2269"/>
                  <a:pt x="819" y="2458"/>
                </a:cubicBezTo>
                <a:lnTo>
                  <a:pt x="819" y="4475"/>
                </a:lnTo>
                <a:lnTo>
                  <a:pt x="6616" y="4475"/>
                </a:lnTo>
                <a:lnTo>
                  <a:pt x="6616" y="2458"/>
                </a:lnTo>
                <a:lnTo>
                  <a:pt x="6585" y="2458"/>
                </a:lnTo>
                <a:cubicBezTo>
                  <a:pt x="7057" y="2301"/>
                  <a:pt x="7404" y="1828"/>
                  <a:pt x="7404" y="1261"/>
                </a:cubicBezTo>
                <a:cubicBezTo>
                  <a:pt x="7404" y="600"/>
                  <a:pt x="6868" y="64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5" name="Google Shape;6765;p34"/>
          <p:cNvSpPr/>
          <p:nvPr/>
        </p:nvSpPr>
        <p:spPr>
          <a:xfrm>
            <a:off x="1551119" y="2962513"/>
            <a:ext cx="186696" cy="238409"/>
          </a:xfrm>
          <a:custGeom>
            <a:rect b="b" l="l" r="r" t="t"/>
            <a:pathLst>
              <a:path extrusionOk="0" h="7404" w="5798">
                <a:moveTo>
                  <a:pt x="0" y="0"/>
                </a:moveTo>
                <a:lnTo>
                  <a:pt x="0" y="819"/>
                </a:lnTo>
                <a:lnTo>
                  <a:pt x="2111" y="819"/>
                </a:lnTo>
                <a:cubicBezTo>
                  <a:pt x="2332" y="819"/>
                  <a:pt x="2489" y="1040"/>
                  <a:pt x="2489" y="1260"/>
                </a:cubicBezTo>
                <a:cubicBezTo>
                  <a:pt x="2489" y="1513"/>
                  <a:pt x="2300" y="1702"/>
                  <a:pt x="2111" y="1702"/>
                </a:cubicBezTo>
                <a:lnTo>
                  <a:pt x="0" y="1702"/>
                </a:lnTo>
                <a:lnTo>
                  <a:pt x="0" y="2521"/>
                </a:lnTo>
                <a:lnTo>
                  <a:pt x="2111" y="2521"/>
                </a:lnTo>
                <a:cubicBezTo>
                  <a:pt x="2332" y="2521"/>
                  <a:pt x="2489" y="2710"/>
                  <a:pt x="2489" y="2930"/>
                </a:cubicBezTo>
                <a:cubicBezTo>
                  <a:pt x="2489" y="3151"/>
                  <a:pt x="2300" y="3340"/>
                  <a:pt x="2111" y="3340"/>
                </a:cubicBezTo>
                <a:lnTo>
                  <a:pt x="0" y="3340"/>
                </a:lnTo>
                <a:lnTo>
                  <a:pt x="0" y="4190"/>
                </a:lnTo>
                <a:lnTo>
                  <a:pt x="2111" y="4190"/>
                </a:lnTo>
                <a:cubicBezTo>
                  <a:pt x="2332" y="4190"/>
                  <a:pt x="2489" y="4379"/>
                  <a:pt x="2489" y="4600"/>
                </a:cubicBezTo>
                <a:cubicBezTo>
                  <a:pt x="2458" y="4726"/>
                  <a:pt x="2300" y="4915"/>
                  <a:pt x="2048" y="4915"/>
                </a:cubicBezTo>
                <a:lnTo>
                  <a:pt x="63" y="4915"/>
                </a:lnTo>
                <a:cubicBezTo>
                  <a:pt x="252" y="6427"/>
                  <a:pt x="1512" y="7404"/>
                  <a:pt x="2899" y="7404"/>
                </a:cubicBezTo>
                <a:cubicBezTo>
                  <a:pt x="4474" y="7404"/>
                  <a:pt x="5797" y="6112"/>
                  <a:pt x="5797" y="4537"/>
                </a:cubicBezTo>
                <a:lnTo>
                  <a:pt x="57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6" name="Google Shape;6766;p34"/>
          <p:cNvSpPr/>
          <p:nvPr/>
        </p:nvSpPr>
        <p:spPr>
          <a:xfrm>
            <a:off x="1486747" y="3298212"/>
            <a:ext cx="330726" cy="407072"/>
          </a:xfrm>
          <a:custGeom>
            <a:rect b="b" l="l" r="r" t="t"/>
            <a:pathLst>
              <a:path extrusionOk="0" h="12642" w="10271">
                <a:moveTo>
                  <a:pt x="5364" y="0"/>
                </a:moveTo>
                <a:cubicBezTo>
                  <a:pt x="5041" y="0"/>
                  <a:pt x="4710" y="118"/>
                  <a:pt x="4443" y="355"/>
                </a:cubicBezTo>
                <a:lnTo>
                  <a:pt x="3277" y="1552"/>
                </a:lnTo>
                <a:cubicBezTo>
                  <a:pt x="2804" y="2025"/>
                  <a:pt x="2804" y="2812"/>
                  <a:pt x="3277" y="3316"/>
                </a:cubicBezTo>
                <a:lnTo>
                  <a:pt x="3938" y="3978"/>
                </a:lnTo>
                <a:lnTo>
                  <a:pt x="1702" y="6215"/>
                </a:lnTo>
                <a:cubicBezTo>
                  <a:pt x="1544" y="6152"/>
                  <a:pt x="1355" y="6057"/>
                  <a:pt x="1135" y="6057"/>
                </a:cubicBezTo>
                <a:cubicBezTo>
                  <a:pt x="1119" y="6056"/>
                  <a:pt x="1104" y="6056"/>
                  <a:pt x="1089" y="6056"/>
                </a:cubicBezTo>
                <a:cubicBezTo>
                  <a:pt x="538" y="6056"/>
                  <a:pt x="0" y="6611"/>
                  <a:pt x="0" y="7286"/>
                </a:cubicBezTo>
                <a:cubicBezTo>
                  <a:pt x="0" y="7947"/>
                  <a:pt x="567" y="8515"/>
                  <a:pt x="1229" y="8515"/>
                </a:cubicBezTo>
                <a:cubicBezTo>
                  <a:pt x="1418" y="8515"/>
                  <a:pt x="1576" y="8483"/>
                  <a:pt x="1733" y="8388"/>
                </a:cubicBezTo>
                <a:lnTo>
                  <a:pt x="3560" y="10216"/>
                </a:lnTo>
                <a:cubicBezTo>
                  <a:pt x="2993" y="10720"/>
                  <a:pt x="2615" y="11381"/>
                  <a:pt x="2521" y="12169"/>
                </a:cubicBezTo>
                <a:cubicBezTo>
                  <a:pt x="2489" y="12421"/>
                  <a:pt x="2678" y="12642"/>
                  <a:pt x="2930" y="12642"/>
                </a:cubicBezTo>
                <a:lnTo>
                  <a:pt x="8633" y="12642"/>
                </a:lnTo>
                <a:cubicBezTo>
                  <a:pt x="8853" y="12642"/>
                  <a:pt x="9074" y="12421"/>
                  <a:pt x="9011" y="12169"/>
                </a:cubicBezTo>
                <a:cubicBezTo>
                  <a:pt x="8790" y="10562"/>
                  <a:pt x="7404" y="9334"/>
                  <a:pt x="5766" y="9334"/>
                </a:cubicBezTo>
                <a:cubicBezTo>
                  <a:pt x="5199" y="9334"/>
                  <a:pt x="4695" y="9491"/>
                  <a:pt x="4222" y="9743"/>
                </a:cubicBezTo>
                <a:lnTo>
                  <a:pt x="2300" y="7853"/>
                </a:lnTo>
                <a:cubicBezTo>
                  <a:pt x="2363" y="7695"/>
                  <a:pt x="2395" y="7475"/>
                  <a:pt x="2395" y="7286"/>
                </a:cubicBezTo>
                <a:cubicBezTo>
                  <a:pt x="2395" y="7097"/>
                  <a:pt x="2363" y="6939"/>
                  <a:pt x="2300" y="6782"/>
                </a:cubicBezTo>
                <a:lnTo>
                  <a:pt x="4285" y="4797"/>
                </a:lnTo>
                <a:lnTo>
                  <a:pt x="4285" y="4797"/>
                </a:lnTo>
                <a:cubicBezTo>
                  <a:pt x="4253" y="5742"/>
                  <a:pt x="4537" y="6624"/>
                  <a:pt x="5073" y="7317"/>
                </a:cubicBezTo>
                <a:lnTo>
                  <a:pt x="10271" y="2119"/>
                </a:lnTo>
                <a:cubicBezTo>
                  <a:pt x="9636" y="1606"/>
                  <a:pt x="8888" y="1321"/>
                  <a:pt x="8026" y="1321"/>
                </a:cubicBezTo>
                <a:cubicBezTo>
                  <a:pt x="7776" y="1321"/>
                  <a:pt x="7516" y="1345"/>
                  <a:pt x="7246" y="1394"/>
                </a:cubicBezTo>
                <a:lnTo>
                  <a:pt x="6238" y="355"/>
                </a:lnTo>
                <a:cubicBezTo>
                  <a:pt x="6002" y="118"/>
                  <a:pt x="5687" y="0"/>
                  <a:pt x="5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7" name="Google Shape;6767;p34"/>
          <p:cNvSpPr/>
          <p:nvPr/>
        </p:nvSpPr>
        <p:spPr>
          <a:xfrm>
            <a:off x="1708894" y="3422214"/>
            <a:ext cx="108578" cy="103426"/>
          </a:xfrm>
          <a:custGeom>
            <a:rect b="b" l="l" r="r" t="t"/>
            <a:pathLst>
              <a:path extrusionOk="0" h="3212" w="3372">
                <a:moveTo>
                  <a:pt x="2868" y="1"/>
                </a:moveTo>
                <a:lnTo>
                  <a:pt x="1" y="2868"/>
                </a:lnTo>
                <a:cubicBezTo>
                  <a:pt x="353" y="3098"/>
                  <a:pt x="757" y="3212"/>
                  <a:pt x="1156" y="3212"/>
                </a:cubicBezTo>
                <a:cubicBezTo>
                  <a:pt x="1686" y="3212"/>
                  <a:pt x="2207" y="3011"/>
                  <a:pt x="2584" y="2616"/>
                </a:cubicBezTo>
                <a:cubicBezTo>
                  <a:pt x="3309" y="1891"/>
                  <a:pt x="3372" y="851"/>
                  <a:pt x="28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8" name="Google Shape;6768;p34"/>
          <p:cNvSpPr/>
          <p:nvPr/>
        </p:nvSpPr>
        <p:spPr>
          <a:xfrm>
            <a:off x="1454801" y="3800475"/>
            <a:ext cx="400761" cy="408876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9" name="Google Shape;6769;p34"/>
          <p:cNvSpPr/>
          <p:nvPr/>
        </p:nvSpPr>
        <p:spPr>
          <a:xfrm>
            <a:off x="3868467" y="2776867"/>
            <a:ext cx="407845" cy="406332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0" name="Google Shape;6770;p34"/>
          <p:cNvSpPr/>
          <p:nvPr/>
        </p:nvSpPr>
        <p:spPr>
          <a:xfrm>
            <a:off x="881236" y="1328126"/>
            <a:ext cx="473469" cy="381473"/>
          </a:xfrm>
          <a:custGeom>
            <a:rect b="b" l="l" r="r" t="t"/>
            <a:pathLst>
              <a:path extrusionOk="0" h="11847" w="14704">
                <a:moveTo>
                  <a:pt x="7370" y="797"/>
                </a:moveTo>
                <a:cubicBezTo>
                  <a:pt x="8536" y="797"/>
                  <a:pt x="9694" y="1246"/>
                  <a:pt x="10576" y="2143"/>
                </a:cubicBezTo>
                <a:cubicBezTo>
                  <a:pt x="12340" y="3908"/>
                  <a:pt x="12340" y="6775"/>
                  <a:pt x="10576" y="8539"/>
                </a:cubicBezTo>
                <a:cubicBezTo>
                  <a:pt x="9757" y="9390"/>
                  <a:pt x="8623" y="9894"/>
                  <a:pt x="7363" y="9894"/>
                </a:cubicBezTo>
                <a:cubicBezTo>
                  <a:pt x="6102" y="9894"/>
                  <a:pt x="4937" y="9358"/>
                  <a:pt x="4118" y="8539"/>
                </a:cubicBezTo>
                <a:cubicBezTo>
                  <a:pt x="2353" y="6775"/>
                  <a:pt x="2353" y="3908"/>
                  <a:pt x="4118" y="2143"/>
                </a:cubicBezTo>
                <a:cubicBezTo>
                  <a:pt x="5031" y="1246"/>
                  <a:pt x="6205" y="797"/>
                  <a:pt x="7370" y="797"/>
                </a:cubicBezTo>
                <a:close/>
                <a:moveTo>
                  <a:pt x="7326" y="1"/>
                </a:moveTo>
                <a:cubicBezTo>
                  <a:pt x="2091" y="1"/>
                  <a:pt x="0" y="6750"/>
                  <a:pt x="4275" y="9768"/>
                </a:cubicBezTo>
                <a:lnTo>
                  <a:pt x="3424" y="11280"/>
                </a:lnTo>
                <a:cubicBezTo>
                  <a:pt x="3298" y="11532"/>
                  <a:pt x="3487" y="11847"/>
                  <a:pt x="3771" y="11847"/>
                </a:cubicBezTo>
                <a:cubicBezTo>
                  <a:pt x="3929" y="11847"/>
                  <a:pt x="4086" y="11784"/>
                  <a:pt x="4118" y="11626"/>
                </a:cubicBezTo>
                <a:lnTo>
                  <a:pt x="5000" y="10209"/>
                </a:lnTo>
                <a:cubicBezTo>
                  <a:pt x="5740" y="10571"/>
                  <a:pt x="6543" y="10752"/>
                  <a:pt x="7351" y="10752"/>
                </a:cubicBezTo>
                <a:cubicBezTo>
                  <a:pt x="8158" y="10752"/>
                  <a:pt x="8969" y="10571"/>
                  <a:pt x="9725" y="10209"/>
                </a:cubicBezTo>
                <a:lnTo>
                  <a:pt x="10576" y="11626"/>
                </a:lnTo>
                <a:cubicBezTo>
                  <a:pt x="10671" y="11784"/>
                  <a:pt x="10828" y="11847"/>
                  <a:pt x="10923" y="11847"/>
                </a:cubicBezTo>
                <a:cubicBezTo>
                  <a:pt x="11238" y="11847"/>
                  <a:pt x="11458" y="11532"/>
                  <a:pt x="11301" y="11280"/>
                </a:cubicBezTo>
                <a:lnTo>
                  <a:pt x="10419" y="9768"/>
                </a:lnTo>
                <a:cubicBezTo>
                  <a:pt x="14703" y="6775"/>
                  <a:pt x="12592" y="1"/>
                  <a:pt x="7363" y="1"/>
                </a:cubicBezTo>
                <a:cubicBezTo>
                  <a:pt x="7350" y="1"/>
                  <a:pt x="7338" y="1"/>
                  <a:pt x="73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1" name="Google Shape;6771;p34"/>
          <p:cNvSpPr/>
          <p:nvPr/>
        </p:nvSpPr>
        <p:spPr>
          <a:xfrm>
            <a:off x="1180181" y="1300757"/>
            <a:ext cx="136979" cy="136979"/>
          </a:xfrm>
          <a:custGeom>
            <a:rect b="b" l="l" r="r" t="t"/>
            <a:pathLst>
              <a:path extrusionOk="0" h="4254" w="4254">
                <a:moveTo>
                  <a:pt x="1355" y="0"/>
                </a:moveTo>
                <a:cubicBezTo>
                  <a:pt x="882" y="0"/>
                  <a:pt x="410" y="95"/>
                  <a:pt x="0" y="315"/>
                </a:cubicBezTo>
                <a:cubicBezTo>
                  <a:pt x="1891" y="946"/>
                  <a:pt x="3340" y="2395"/>
                  <a:pt x="3938" y="4254"/>
                </a:cubicBezTo>
                <a:cubicBezTo>
                  <a:pt x="4128" y="3844"/>
                  <a:pt x="4254" y="3371"/>
                  <a:pt x="4254" y="2899"/>
                </a:cubicBezTo>
                <a:cubicBezTo>
                  <a:pt x="4254" y="1292"/>
                  <a:pt x="2962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2" name="Google Shape;6772;p34"/>
          <p:cNvSpPr/>
          <p:nvPr/>
        </p:nvSpPr>
        <p:spPr>
          <a:xfrm>
            <a:off x="917429" y="1301755"/>
            <a:ext cx="136979" cy="137011"/>
          </a:xfrm>
          <a:custGeom>
            <a:rect b="b" l="l" r="r" t="t"/>
            <a:pathLst>
              <a:path extrusionOk="0" h="4255" w="4254">
                <a:moveTo>
                  <a:pt x="2931" y="1"/>
                </a:moveTo>
                <a:cubicBezTo>
                  <a:pt x="1292" y="1"/>
                  <a:pt x="1" y="1293"/>
                  <a:pt x="1" y="2899"/>
                </a:cubicBezTo>
                <a:cubicBezTo>
                  <a:pt x="1" y="3372"/>
                  <a:pt x="127" y="3845"/>
                  <a:pt x="316" y="4254"/>
                </a:cubicBezTo>
                <a:cubicBezTo>
                  <a:pt x="977" y="2364"/>
                  <a:pt x="2426" y="915"/>
                  <a:pt x="4254" y="316"/>
                </a:cubicBezTo>
                <a:cubicBezTo>
                  <a:pt x="3876" y="127"/>
                  <a:pt x="3403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3" name="Google Shape;6773;p34"/>
          <p:cNvSpPr/>
          <p:nvPr/>
        </p:nvSpPr>
        <p:spPr>
          <a:xfrm>
            <a:off x="997575" y="1379872"/>
            <a:ext cx="239439" cy="240470"/>
          </a:xfrm>
          <a:custGeom>
            <a:rect b="b" l="l" r="r" t="t"/>
            <a:pathLst>
              <a:path extrusionOk="0" h="7468" w="7436">
                <a:moveTo>
                  <a:pt x="3781" y="1671"/>
                </a:moveTo>
                <a:cubicBezTo>
                  <a:pt x="4033" y="1671"/>
                  <a:pt x="4191" y="1860"/>
                  <a:pt x="4191" y="2112"/>
                </a:cubicBezTo>
                <a:lnTo>
                  <a:pt x="4191" y="3340"/>
                </a:lnTo>
                <a:lnTo>
                  <a:pt x="5388" y="3340"/>
                </a:lnTo>
                <a:cubicBezTo>
                  <a:pt x="5640" y="3340"/>
                  <a:pt x="5829" y="3529"/>
                  <a:pt x="5829" y="3750"/>
                </a:cubicBezTo>
                <a:cubicBezTo>
                  <a:pt x="5829" y="4002"/>
                  <a:pt x="5640" y="4128"/>
                  <a:pt x="5388" y="4128"/>
                </a:cubicBezTo>
                <a:lnTo>
                  <a:pt x="3750" y="4128"/>
                </a:lnTo>
                <a:cubicBezTo>
                  <a:pt x="3498" y="4128"/>
                  <a:pt x="3308" y="3939"/>
                  <a:pt x="3308" y="3750"/>
                </a:cubicBezTo>
                <a:lnTo>
                  <a:pt x="3308" y="2112"/>
                </a:lnTo>
                <a:lnTo>
                  <a:pt x="3340" y="2112"/>
                </a:lnTo>
                <a:cubicBezTo>
                  <a:pt x="3340" y="1860"/>
                  <a:pt x="3529" y="1671"/>
                  <a:pt x="3781" y="1671"/>
                </a:cubicBezTo>
                <a:close/>
                <a:moveTo>
                  <a:pt x="3750" y="1"/>
                </a:moveTo>
                <a:cubicBezTo>
                  <a:pt x="1702" y="1"/>
                  <a:pt x="32" y="1671"/>
                  <a:pt x="0" y="3750"/>
                </a:cubicBezTo>
                <a:cubicBezTo>
                  <a:pt x="32" y="5798"/>
                  <a:pt x="1702" y="7467"/>
                  <a:pt x="3750" y="7467"/>
                </a:cubicBezTo>
                <a:cubicBezTo>
                  <a:pt x="5797" y="7467"/>
                  <a:pt x="7436" y="5798"/>
                  <a:pt x="7436" y="3750"/>
                </a:cubicBezTo>
                <a:cubicBezTo>
                  <a:pt x="7436" y="1702"/>
                  <a:pt x="5797" y="64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4" name="Google Shape;6774;p34"/>
          <p:cNvSpPr/>
          <p:nvPr/>
        </p:nvSpPr>
        <p:spPr>
          <a:xfrm>
            <a:off x="920295" y="1785408"/>
            <a:ext cx="395352" cy="400407"/>
          </a:xfrm>
          <a:custGeom>
            <a:rect b="b" l="l" r="r" t="t"/>
            <a:pathLst>
              <a:path extrusionOk="0" h="12435" w="12278">
                <a:moveTo>
                  <a:pt x="5905" y="860"/>
                </a:moveTo>
                <a:cubicBezTo>
                  <a:pt x="6421" y="860"/>
                  <a:pt x="6926" y="1412"/>
                  <a:pt x="7341" y="2467"/>
                </a:cubicBezTo>
                <a:cubicBezTo>
                  <a:pt x="6837" y="2593"/>
                  <a:pt x="6365" y="2782"/>
                  <a:pt x="5892" y="3003"/>
                </a:cubicBezTo>
                <a:cubicBezTo>
                  <a:pt x="5419" y="2782"/>
                  <a:pt x="4947" y="2593"/>
                  <a:pt x="4443" y="2467"/>
                </a:cubicBezTo>
                <a:cubicBezTo>
                  <a:pt x="4893" y="1381"/>
                  <a:pt x="5404" y="860"/>
                  <a:pt x="5905" y="860"/>
                </a:cubicBezTo>
                <a:close/>
                <a:moveTo>
                  <a:pt x="4191" y="3255"/>
                </a:moveTo>
                <a:cubicBezTo>
                  <a:pt x="4443" y="3349"/>
                  <a:pt x="4632" y="3381"/>
                  <a:pt x="4884" y="3475"/>
                </a:cubicBezTo>
                <a:cubicBezTo>
                  <a:pt x="4726" y="3538"/>
                  <a:pt x="4600" y="3601"/>
                  <a:pt x="4443" y="3696"/>
                </a:cubicBezTo>
                <a:cubicBezTo>
                  <a:pt x="4285" y="3790"/>
                  <a:pt x="4159" y="3853"/>
                  <a:pt x="4002" y="3948"/>
                </a:cubicBezTo>
                <a:cubicBezTo>
                  <a:pt x="4096" y="3727"/>
                  <a:pt x="4159" y="3507"/>
                  <a:pt x="4191" y="3255"/>
                </a:cubicBezTo>
                <a:close/>
                <a:moveTo>
                  <a:pt x="7625" y="3318"/>
                </a:moveTo>
                <a:cubicBezTo>
                  <a:pt x="7688" y="3507"/>
                  <a:pt x="7751" y="3727"/>
                  <a:pt x="7782" y="3979"/>
                </a:cubicBezTo>
                <a:cubicBezTo>
                  <a:pt x="7499" y="3790"/>
                  <a:pt x="7247" y="3633"/>
                  <a:pt x="6963" y="3507"/>
                </a:cubicBezTo>
                <a:cubicBezTo>
                  <a:pt x="7184" y="3412"/>
                  <a:pt x="7404" y="3349"/>
                  <a:pt x="7625" y="3318"/>
                </a:cubicBezTo>
                <a:close/>
                <a:moveTo>
                  <a:pt x="2611" y="3034"/>
                </a:moveTo>
                <a:cubicBezTo>
                  <a:pt x="2846" y="3034"/>
                  <a:pt x="3110" y="3054"/>
                  <a:pt x="3403" y="3097"/>
                </a:cubicBezTo>
                <a:cubicBezTo>
                  <a:pt x="3309" y="3570"/>
                  <a:pt x="3183" y="4042"/>
                  <a:pt x="3151" y="4609"/>
                </a:cubicBezTo>
                <a:cubicBezTo>
                  <a:pt x="2742" y="4924"/>
                  <a:pt x="2363" y="5240"/>
                  <a:pt x="1954" y="5586"/>
                </a:cubicBezTo>
                <a:cubicBezTo>
                  <a:pt x="712" y="4068"/>
                  <a:pt x="945" y="3034"/>
                  <a:pt x="2611" y="3034"/>
                </a:cubicBezTo>
                <a:close/>
                <a:moveTo>
                  <a:pt x="9301" y="3075"/>
                </a:moveTo>
                <a:cubicBezTo>
                  <a:pt x="10879" y="3075"/>
                  <a:pt x="11079" y="4102"/>
                  <a:pt x="9862" y="5618"/>
                </a:cubicBezTo>
                <a:cubicBezTo>
                  <a:pt x="9515" y="5271"/>
                  <a:pt x="9137" y="4924"/>
                  <a:pt x="8696" y="4641"/>
                </a:cubicBezTo>
                <a:cubicBezTo>
                  <a:pt x="8601" y="4137"/>
                  <a:pt x="8538" y="3601"/>
                  <a:pt x="8412" y="3160"/>
                </a:cubicBezTo>
                <a:cubicBezTo>
                  <a:pt x="8746" y="3102"/>
                  <a:pt x="9042" y="3075"/>
                  <a:pt x="9301" y="3075"/>
                </a:cubicBezTo>
                <a:close/>
                <a:moveTo>
                  <a:pt x="8822" y="5744"/>
                </a:moveTo>
                <a:cubicBezTo>
                  <a:pt x="9011" y="5901"/>
                  <a:pt x="9169" y="6059"/>
                  <a:pt x="9326" y="6216"/>
                </a:cubicBezTo>
                <a:cubicBezTo>
                  <a:pt x="9169" y="6374"/>
                  <a:pt x="8980" y="6531"/>
                  <a:pt x="8822" y="6689"/>
                </a:cubicBezTo>
                <a:lnTo>
                  <a:pt x="8822" y="5744"/>
                </a:lnTo>
                <a:close/>
                <a:moveTo>
                  <a:pt x="3025" y="5775"/>
                </a:moveTo>
                <a:lnTo>
                  <a:pt x="3025" y="6720"/>
                </a:lnTo>
                <a:cubicBezTo>
                  <a:pt x="2836" y="6563"/>
                  <a:pt x="2679" y="6405"/>
                  <a:pt x="2521" y="6248"/>
                </a:cubicBezTo>
                <a:cubicBezTo>
                  <a:pt x="2679" y="6090"/>
                  <a:pt x="2868" y="5933"/>
                  <a:pt x="3025" y="5775"/>
                </a:cubicBezTo>
                <a:close/>
                <a:moveTo>
                  <a:pt x="5892" y="3885"/>
                </a:moveTo>
                <a:cubicBezTo>
                  <a:pt x="6617" y="4200"/>
                  <a:pt x="7278" y="4609"/>
                  <a:pt x="7908" y="5082"/>
                </a:cubicBezTo>
                <a:cubicBezTo>
                  <a:pt x="8003" y="5838"/>
                  <a:pt x="8003" y="6626"/>
                  <a:pt x="7908" y="7413"/>
                </a:cubicBezTo>
                <a:cubicBezTo>
                  <a:pt x="7278" y="7823"/>
                  <a:pt x="6585" y="8232"/>
                  <a:pt x="5892" y="8579"/>
                </a:cubicBezTo>
                <a:cubicBezTo>
                  <a:pt x="5545" y="8421"/>
                  <a:pt x="5230" y="8232"/>
                  <a:pt x="4884" y="8043"/>
                </a:cubicBezTo>
                <a:cubicBezTo>
                  <a:pt x="4537" y="7823"/>
                  <a:pt x="4191" y="7634"/>
                  <a:pt x="3876" y="7413"/>
                </a:cubicBezTo>
                <a:cubicBezTo>
                  <a:pt x="3844" y="6657"/>
                  <a:pt x="3844" y="5870"/>
                  <a:pt x="3876" y="5082"/>
                </a:cubicBezTo>
                <a:cubicBezTo>
                  <a:pt x="4191" y="4830"/>
                  <a:pt x="4537" y="4641"/>
                  <a:pt x="4884" y="4452"/>
                </a:cubicBezTo>
                <a:cubicBezTo>
                  <a:pt x="5230" y="4263"/>
                  <a:pt x="5577" y="4042"/>
                  <a:pt x="5892" y="3885"/>
                </a:cubicBezTo>
                <a:close/>
                <a:moveTo>
                  <a:pt x="4033" y="8516"/>
                </a:moveTo>
                <a:cubicBezTo>
                  <a:pt x="4159" y="8579"/>
                  <a:pt x="4317" y="8674"/>
                  <a:pt x="4474" y="8737"/>
                </a:cubicBezTo>
                <a:cubicBezTo>
                  <a:pt x="4632" y="8831"/>
                  <a:pt x="4758" y="8894"/>
                  <a:pt x="4915" y="8989"/>
                </a:cubicBezTo>
                <a:cubicBezTo>
                  <a:pt x="4663" y="9052"/>
                  <a:pt x="4474" y="9146"/>
                  <a:pt x="4254" y="9178"/>
                </a:cubicBezTo>
                <a:cubicBezTo>
                  <a:pt x="4159" y="8926"/>
                  <a:pt x="4096" y="8737"/>
                  <a:pt x="4033" y="8516"/>
                </a:cubicBezTo>
                <a:close/>
                <a:moveTo>
                  <a:pt x="7782" y="8516"/>
                </a:moveTo>
                <a:cubicBezTo>
                  <a:pt x="7751" y="8737"/>
                  <a:pt x="7688" y="8989"/>
                  <a:pt x="7625" y="9178"/>
                </a:cubicBezTo>
                <a:cubicBezTo>
                  <a:pt x="7404" y="9083"/>
                  <a:pt x="7184" y="9052"/>
                  <a:pt x="6963" y="8989"/>
                </a:cubicBezTo>
                <a:cubicBezTo>
                  <a:pt x="7278" y="8831"/>
                  <a:pt x="7499" y="8674"/>
                  <a:pt x="7782" y="8516"/>
                </a:cubicBezTo>
                <a:close/>
                <a:moveTo>
                  <a:pt x="1954" y="6846"/>
                </a:moveTo>
                <a:cubicBezTo>
                  <a:pt x="2300" y="7193"/>
                  <a:pt x="2710" y="7571"/>
                  <a:pt x="3151" y="7823"/>
                </a:cubicBezTo>
                <a:cubicBezTo>
                  <a:pt x="3214" y="8358"/>
                  <a:pt x="3309" y="8863"/>
                  <a:pt x="3403" y="9335"/>
                </a:cubicBezTo>
                <a:cubicBezTo>
                  <a:pt x="3090" y="9388"/>
                  <a:pt x="2806" y="9414"/>
                  <a:pt x="2555" y="9414"/>
                </a:cubicBezTo>
                <a:cubicBezTo>
                  <a:pt x="1015" y="9414"/>
                  <a:pt x="681" y="8445"/>
                  <a:pt x="1954" y="6846"/>
                </a:cubicBezTo>
                <a:close/>
                <a:moveTo>
                  <a:pt x="9925" y="6846"/>
                </a:moveTo>
                <a:lnTo>
                  <a:pt x="9925" y="6846"/>
                </a:lnTo>
                <a:cubicBezTo>
                  <a:pt x="11167" y="8392"/>
                  <a:pt x="10934" y="9430"/>
                  <a:pt x="9267" y="9430"/>
                </a:cubicBezTo>
                <a:cubicBezTo>
                  <a:pt x="9032" y="9430"/>
                  <a:pt x="8768" y="9410"/>
                  <a:pt x="8475" y="9367"/>
                </a:cubicBezTo>
                <a:cubicBezTo>
                  <a:pt x="8538" y="8894"/>
                  <a:pt x="8664" y="8390"/>
                  <a:pt x="8727" y="7823"/>
                </a:cubicBezTo>
                <a:cubicBezTo>
                  <a:pt x="9137" y="7508"/>
                  <a:pt x="9515" y="7193"/>
                  <a:pt x="9925" y="6846"/>
                </a:cubicBezTo>
                <a:close/>
                <a:moveTo>
                  <a:pt x="5924" y="9461"/>
                </a:moveTo>
                <a:cubicBezTo>
                  <a:pt x="6396" y="9650"/>
                  <a:pt x="6869" y="9839"/>
                  <a:pt x="7404" y="9965"/>
                </a:cubicBezTo>
                <a:cubicBezTo>
                  <a:pt x="6962" y="11056"/>
                  <a:pt x="6440" y="11607"/>
                  <a:pt x="5922" y="11607"/>
                </a:cubicBezTo>
                <a:cubicBezTo>
                  <a:pt x="5408" y="11607"/>
                  <a:pt x="4898" y="11064"/>
                  <a:pt x="4474" y="9965"/>
                </a:cubicBezTo>
                <a:cubicBezTo>
                  <a:pt x="4978" y="9839"/>
                  <a:pt x="5451" y="9650"/>
                  <a:pt x="5924" y="9461"/>
                </a:cubicBezTo>
                <a:close/>
                <a:moveTo>
                  <a:pt x="5931" y="1"/>
                </a:moveTo>
                <a:cubicBezTo>
                  <a:pt x="5817" y="1"/>
                  <a:pt x="5699" y="14"/>
                  <a:pt x="5577" y="41"/>
                </a:cubicBezTo>
                <a:cubicBezTo>
                  <a:pt x="4632" y="262"/>
                  <a:pt x="4002" y="1333"/>
                  <a:pt x="3655" y="2278"/>
                </a:cubicBezTo>
                <a:cubicBezTo>
                  <a:pt x="3326" y="2223"/>
                  <a:pt x="2973" y="2187"/>
                  <a:pt x="2624" y="2187"/>
                </a:cubicBezTo>
                <a:cubicBezTo>
                  <a:pt x="1770" y="2187"/>
                  <a:pt x="939" y="2404"/>
                  <a:pt x="536" y="3097"/>
                </a:cubicBezTo>
                <a:cubicBezTo>
                  <a:pt x="1" y="4074"/>
                  <a:pt x="662" y="5334"/>
                  <a:pt x="1387" y="6216"/>
                </a:cubicBezTo>
                <a:cubicBezTo>
                  <a:pt x="788" y="6972"/>
                  <a:pt x="158" y="8043"/>
                  <a:pt x="379" y="8926"/>
                </a:cubicBezTo>
                <a:cubicBezTo>
                  <a:pt x="599" y="9650"/>
                  <a:pt x="1166" y="10028"/>
                  <a:pt x="1922" y="10186"/>
                </a:cubicBezTo>
                <a:cubicBezTo>
                  <a:pt x="2157" y="10241"/>
                  <a:pt x="2410" y="10266"/>
                  <a:pt x="2668" y="10266"/>
                </a:cubicBezTo>
                <a:cubicBezTo>
                  <a:pt x="2998" y="10266"/>
                  <a:pt x="3337" y="10225"/>
                  <a:pt x="3655" y="10154"/>
                </a:cubicBezTo>
                <a:cubicBezTo>
                  <a:pt x="4221" y="11678"/>
                  <a:pt x="5076" y="12434"/>
                  <a:pt x="5929" y="12434"/>
                </a:cubicBezTo>
                <a:cubicBezTo>
                  <a:pt x="6786" y="12434"/>
                  <a:pt x="7639" y="11670"/>
                  <a:pt x="8192" y="10154"/>
                </a:cubicBezTo>
                <a:cubicBezTo>
                  <a:pt x="8550" y="10215"/>
                  <a:pt x="8882" y="10243"/>
                  <a:pt x="9186" y="10243"/>
                </a:cubicBezTo>
                <a:cubicBezTo>
                  <a:pt x="11589" y="10243"/>
                  <a:pt x="12278" y="8453"/>
                  <a:pt x="10460" y="6216"/>
                </a:cubicBezTo>
                <a:cubicBezTo>
                  <a:pt x="12272" y="4014"/>
                  <a:pt x="11618" y="2182"/>
                  <a:pt x="9217" y="2182"/>
                </a:cubicBezTo>
                <a:cubicBezTo>
                  <a:pt x="8904" y="2182"/>
                  <a:pt x="8562" y="2213"/>
                  <a:pt x="8192" y="2278"/>
                </a:cubicBezTo>
                <a:cubicBezTo>
                  <a:pt x="7765" y="1139"/>
                  <a:pt x="7004" y="1"/>
                  <a:pt x="5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5" name="Google Shape;6775;p34"/>
          <p:cNvSpPr/>
          <p:nvPr/>
        </p:nvSpPr>
        <p:spPr>
          <a:xfrm>
            <a:off x="1070443" y="1945957"/>
            <a:ext cx="81176" cy="80210"/>
          </a:xfrm>
          <a:custGeom>
            <a:rect b="b" l="l" r="r" t="t"/>
            <a:pathLst>
              <a:path extrusionOk="0" h="2491" w="2521">
                <a:moveTo>
                  <a:pt x="1313" y="0"/>
                </a:moveTo>
                <a:cubicBezTo>
                  <a:pt x="1295" y="0"/>
                  <a:pt x="1278" y="1"/>
                  <a:pt x="1261" y="1"/>
                </a:cubicBezTo>
                <a:cubicBezTo>
                  <a:pt x="599" y="1"/>
                  <a:pt x="0" y="569"/>
                  <a:pt x="63" y="1230"/>
                </a:cubicBezTo>
                <a:cubicBezTo>
                  <a:pt x="0" y="1955"/>
                  <a:pt x="567" y="2490"/>
                  <a:pt x="1261" y="2490"/>
                </a:cubicBezTo>
                <a:cubicBezTo>
                  <a:pt x="1954" y="2490"/>
                  <a:pt x="2521" y="1955"/>
                  <a:pt x="2489" y="1230"/>
                </a:cubicBezTo>
                <a:cubicBezTo>
                  <a:pt x="2489" y="585"/>
                  <a:pt x="1980" y="0"/>
                  <a:pt x="13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6" name="Google Shape;6776;p34"/>
          <p:cNvSpPr/>
          <p:nvPr/>
        </p:nvSpPr>
        <p:spPr>
          <a:xfrm>
            <a:off x="916384" y="2269391"/>
            <a:ext cx="409842" cy="40784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7" name="Google Shape;6777;p34"/>
          <p:cNvSpPr/>
          <p:nvPr/>
        </p:nvSpPr>
        <p:spPr>
          <a:xfrm>
            <a:off x="3364143" y="1372787"/>
            <a:ext cx="108578" cy="108578"/>
          </a:xfrm>
          <a:custGeom>
            <a:rect b="b" l="l" r="r" t="t"/>
            <a:pathLst>
              <a:path extrusionOk="0" h="3372" w="3372">
                <a:moveTo>
                  <a:pt x="2710" y="0"/>
                </a:moveTo>
                <a:lnTo>
                  <a:pt x="1" y="2710"/>
                </a:lnTo>
                <a:lnTo>
                  <a:pt x="694" y="3371"/>
                </a:lnTo>
                <a:lnTo>
                  <a:pt x="3372" y="662"/>
                </a:lnTo>
                <a:lnTo>
                  <a:pt x="271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8" name="Google Shape;6778;p34"/>
          <p:cNvSpPr/>
          <p:nvPr/>
        </p:nvSpPr>
        <p:spPr>
          <a:xfrm>
            <a:off x="3532548" y="1338559"/>
            <a:ext cx="194810" cy="192524"/>
          </a:xfrm>
          <a:custGeom>
            <a:rect b="b" l="l" r="r" t="t"/>
            <a:pathLst>
              <a:path extrusionOk="0" h="5979" w="6050">
                <a:moveTo>
                  <a:pt x="2663" y="0"/>
                </a:moveTo>
                <a:cubicBezTo>
                  <a:pt x="2552" y="0"/>
                  <a:pt x="2442" y="39"/>
                  <a:pt x="2363" y="118"/>
                </a:cubicBezTo>
                <a:lnTo>
                  <a:pt x="1261" y="1221"/>
                </a:lnTo>
                <a:lnTo>
                  <a:pt x="2678" y="2639"/>
                </a:lnTo>
                <a:cubicBezTo>
                  <a:pt x="2836" y="2796"/>
                  <a:pt x="2836" y="3080"/>
                  <a:pt x="2678" y="3237"/>
                </a:cubicBezTo>
                <a:cubicBezTo>
                  <a:pt x="2637" y="3278"/>
                  <a:pt x="2560" y="3302"/>
                  <a:pt x="2473" y="3302"/>
                </a:cubicBezTo>
                <a:cubicBezTo>
                  <a:pt x="2360" y="3302"/>
                  <a:pt x="2232" y="3263"/>
                  <a:pt x="2143" y="3174"/>
                </a:cubicBezTo>
                <a:lnTo>
                  <a:pt x="725" y="1756"/>
                </a:lnTo>
                <a:lnTo>
                  <a:pt x="0" y="2481"/>
                </a:lnTo>
                <a:lnTo>
                  <a:pt x="3529" y="5978"/>
                </a:lnTo>
                <a:lnTo>
                  <a:pt x="5892" y="3615"/>
                </a:lnTo>
                <a:cubicBezTo>
                  <a:pt x="6049" y="3458"/>
                  <a:pt x="6049" y="3174"/>
                  <a:pt x="5892" y="3017"/>
                </a:cubicBezTo>
                <a:lnTo>
                  <a:pt x="2962" y="118"/>
                </a:lnTo>
                <a:cubicBezTo>
                  <a:pt x="2883" y="39"/>
                  <a:pt x="2773" y="0"/>
                  <a:pt x="2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79" name="Google Shape;6779;p34"/>
          <p:cNvSpPr/>
          <p:nvPr/>
        </p:nvSpPr>
        <p:spPr>
          <a:xfrm>
            <a:off x="3404715" y="1413359"/>
            <a:ext cx="274956" cy="274956"/>
          </a:xfrm>
          <a:custGeom>
            <a:rect b="b" l="l" r="r" t="t"/>
            <a:pathLst>
              <a:path extrusionOk="0" h="8539" w="8539">
                <a:moveTo>
                  <a:pt x="2679" y="0"/>
                </a:moveTo>
                <a:lnTo>
                  <a:pt x="1" y="2678"/>
                </a:lnTo>
                <a:lnTo>
                  <a:pt x="5861" y="8538"/>
                </a:lnTo>
                <a:lnTo>
                  <a:pt x="8539" y="5860"/>
                </a:lnTo>
                <a:lnTo>
                  <a:pt x="26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0" name="Google Shape;6780;p34"/>
          <p:cNvSpPr/>
          <p:nvPr/>
        </p:nvSpPr>
        <p:spPr>
          <a:xfrm>
            <a:off x="3616751" y="1625363"/>
            <a:ext cx="113183" cy="110510"/>
          </a:xfrm>
          <a:custGeom>
            <a:rect b="b" l="l" r="r" t="t"/>
            <a:pathLst>
              <a:path extrusionOk="0" h="3432" w="3515">
                <a:moveTo>
                  <a:pt x="2426" y="1"/>
                </a:moveTo>
                <a:lnTo>
                  <a:pt x="0" y="2427"/>
                </a:lnTo>
                <a:lnTo>
                  <a:pt x="2899" y="3404"/>
                </a:lnTo>
                <a:cubicBezTo>
                  <a:pt x="2948" y="3423"/>
                  <a:pt x="2996" y="3432"/>
                  <a:pt x="3044" y="3432"/>
                </a:cubicBezTo>
                <a:cubicBezTo>
                  <a:pt x="3302" y="3432"/>
                  <a:pt x="3514" y="3166"/>
                  <a:pt x="3434" y="2899"/>
                </a:cubicBez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1" name="Google Shape;6781;p34"/>
          <p:cNvSpPr/>
          <p:nvPr/>
        </p:nvSpPr>
        <p:spPr>
          <a:xfrm>
            <a:off x="3327629" y="1541192"/>
            <a:ext cx="193780" cy="192524"/>
          </a:xfrm>
          <a:custGeom>
            <a:rect b="b" l="l" r="r" t="t"/>
            <a:pathLst>
              <a:path extrusionOk="0" h="5979" w="6018">
                <a:moveTo>
                  <a:pt x="2521" y="0"/>
                </a:moveTo>
                <a:lnTo>
                  <a:pt x="1796" y="725"/>
                </a:lnTo>
                <a:lnTo>
                  <a:pt x="3308" y="2205"/>
                </a:lnTo>
                <a:cubicBezTo>
                  <a:pt x="3466" y="2363"/>
                  <a:pt x="3466" y="2646"/>
                  <a:pt x="3308" y="2804"/>
                </a:cubicBezTo>
                <a:cubicBezTo>
                  <a:pt x="3230" y="2883"/>
                  <a:pt x="3119" y="2922"/>
                  <a:pt x="3009" y="2922"/>
                </a:cubicBezTo>
                <a:cubicBezTo>
                  <a:pt x="2899" y="2922"/>
                  <a:pt x="2789" y="2883"/>
                  <a:pt x="2710" y="2804"/>
                </a:cubicBezTo>
                <a:lnTo>
                  <a:pt x="1229" y="1292"/>
                </a:lnTo>
                <a:lnTo>
                  <a:pt x="158" y="2363"/>
                </a:lnTo>
                <a:cubicBezTo>
                  <a:pt x="0" y="2520"/>
                  <a:pt x="0" y="2804"/>
                  <a:pt x="158" y="2962"/>
                </a:cubicBezTo>
                <a:lnTo>
                  <a:pt x="3056" y="5860"/>
                </a:lnTo>
                <a:cubicBezTo>
                  <a:pt x="3135" y="5939"/>
                  <a:pt x="3245" y="5978"/>
                  <a:pt x="3356" y="5978"/>
                </a:cubicBezTo>
                <a:cubicBezTo>
                  <a:pt x="3466" y="5978"/>
                  <a:pt x="3576" y="5939"/>
                  <a:pt x="3655" y="5860"/>
                </a:cubicBezTo>
                <a:lnTo>
                  <a:pt x="6018" y="3497"/>
                </a:lnTo>
                <a:lnTo>
                  <a:pt x="252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2" name="Google Shape;6782;p34"/>
          <p:cNvSpPr/>
          <p:nvPr/>
        </p:nvSpPr>
        <p:spPr>
          <a:xfrm>
            <a:off x="3314426" y="1327643"/>
            <a:ext cx="118721" cy="113151"/>
          </a:xfrm>
          <a:custGeom>
            <a:rect b="b" l="l" r="r" t="t"/>
            <a:pathLst>
              <a:path extrusionOk="0" h="3514" w="3687">
                <a:moveTo>
                  <a:pt x="2281" y="0"/>
                </a:moveTo>
                <a:cubicBezTo>
                  <a:pt x="1915" y="0"/>
                  <a:pt x="1545" y="142"/>
                  <a:pt x="1261" y="426"/>
                </a:cubicBezTo>
                <a:lnTo>
                  <a:pt x="568" y="1119"/>
                </a:lnTo>
                <a:cubicBezTo>
                  <a:pt x="1" y="1686"/>
                  <a:pt x="1" y="2568"/>
                  <a:pt x="568" y="3135"/>
                </a:cubicBezTo>
                <a:lnTo>
                  <a:pt x="946" y="3513"/>
                </a:lnTo>
                <a:lnTo>
                  <a:pt x="3687" y="804"/>
                </a:lnTo>
                <a:lnTo>
                  <a:pt x="3277" y="426"/>
                </a:lnTo>
                <a:cubicBezTo>
                  <a:pt x="3010" y="142"/>
                  <a:pt x="2647" y="0"/>
                  <a:pt x="22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3" name="Google Shape;6783;p34"/>
          <p:cNvSpPr/>
          <p:nvPr/>
        </p:nvSpPr>
        <p:spPr>
          <a:xfrm>
            <a:off x="3317244" y="1843529"/>
            <a:ext cx="386561" cy="106550"/>
          </a:xfrm>
          <a:custGeom>
            <a:rect b="b" l="l" r="r" t="t"/>
            <a:pathLst>
              <a:path extrusionOk="0" h="3309" w="12005">
                <a:moveTo>
                  <a:pt x="1671" y="0"/>
                </a:moveTo>
                <a:cubicBezTo>
                  <a:pt x="757" y="0"/>
                  <a:pt x="1" y="757"/>
                  <a:pt x="1" y="1670"/>
                </a:cubicBezTo>
                <a:cubicBezTo>
                  <a:pt x="1" y="2552"/>
                  <a:pt x="757" y="3308"/>
                  <a:pt x="1671" y="3308"/>
                </a:cubicBezTo>
                <a:lnTo>
                  <a:pt x="11469" y="3308"/>
                </a:lnTo>
                <a:cubicBezTo>
                  <a:pt x="11815" y="3308"/>
                  <a:pt x="12004" y="2930"/>
                  <a:pt x="11784" y="2647"/>
                </a:cubicBezTo>
                <a:cubicBezTo>
                  <a:pt x="11595" y="2363"/>
                  <a:pt x="11469" y="2017"/>
                  <a:pt x="11469" y="1670"/>
                </a:cubicBezTo>
                <a:cubicBezTo>
                  <a:pt x="11469" y="1292"/>
                  <a:pt x="11595" y="946"/>
                  <a:pt x="11784" y="662"/>
                </a:cubicBezTo>
                <a:cubicBezTo>
                  <a:pt x="11973" y="410"/>
                  <a:pt x="11784" y="0"/>
                  <a:pt x="114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4" name="Google Shape;6784;p34"/>
          <p:cNvSpPr/>
          <p:nvPr/>
        </p:nvSpPr>
        <p:spPr>
          <a:xfrm>
            <a:off x="3622595" y="1976418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2" y="3309"/>
                </a:lnTo>
                <a:lnTo>
                  <a:pt x="85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5" name="Google Shape;6785;p34"/>
          <p:cNvSpPr/>
          <p:nvPr/>
        </p:nvSpPr>
        <p:spPr>
          <a:xfrm>
            <a:off x="3676369" y="1977449"/>
            <a:ext cx="50747" cy="106550"/>
          </a:xfrm>
          <a:custGeom>
            <a:rect b="b" l="l" r="r" t="t"/>
            <a:pathLst>
              <a:path extrusionOk="0" h="3309" w="1576">
                <a:moveTo>
                  <a:pt x="1" y="0"/>
                </a:moveTo>
                <a:lnTo>
                  <a:pt x="1" y="3308"/>
                </a:lnTo>
                <a:lnTo>
                  <a:pt x="1198" y="3308"/>
                </a:lnTo>
                <a:cubicBezTo>
                  <a:pt x="1387" y="3277"/>
                  <a:pt x="1576" y="3088"/>
                  <a:pt x="1576" y="2899"/>
                </a:cubicBezTo>
                <a:lnTo>
                  <a:pt x="1576" y="410"/>
                </a:lnTo>
                <a:cubicBezTo>
                  <a:pt x="1576" y="158"/>
                  <a:pt x="1387" y="0"/>
                  <a:pt x="1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6" name="Google Shape;6786;p34"/>
          <p:cNvSpPr/>
          <p:nvPr/>
        </p:nvSpPr>
        <p:spPr>
          <a:xfrm>
            <a:off x="3345677" y="1976418"/>
            <a:ext cx="250580" cy="106550"/>
          </a:xfrm>
          <a:custGeom>
            <a:rect b="b" l="l" r="r" t="t"/>
            <a:pathLst>
              <a:path extrusionOk="0" h="3309" w="7782">
                <a:moveTo>
                  <a:pt x="441" y="1"/>
                </a:moveTo>
                <a:cubicBezTo>
                  <a:pt x="189" y="1"/>
                  <a:pt x="0" y="221"/>
                  <a:pt x="0" y="442"/>
                </a:cubicBezTo>
                <a:lnTo>
                  <a:pt x="0" y="2931"/>
                </a:lnTo>
                <a:cubicBezTo>
                  <a:pt x="0" y="3151"/>
                  <a:pt x="189" y="3309"/>
                  <a:pt x="441" y="3309"/>
                </a:cubicBezTo>
                <a:lnTo>
                  <a:pt x="7782" y="3309"/>
                </a:lnTo>
                <a:lnTo>
                  <a:pt x="778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7" name="Google Shape;6787;p34"/>
          <p:cNvSpPr/>
          <p:nvPr/>
        </p:nvSpPr>
        <p:spPr>
          <a:xfrm>
            <a:off x="3399418" y="2109307"/>
            <a:ext cx="27434" cy="106550"/>
          </a:xfrm>
          <a:custGeom>
            <a:rect b="b" l="l" r="r" t="t"/>
            <a:pathLst>
              <a:path extrusionOk="0" h="3309" w="852">
                <a:moveTo>
                  <a:pt x="1" y="1"/>
                </a:moveTo>
                <a:lnTo>
                  <a:pt x="1" y="3309"/>
                </a:lnTo>
                <a:lnTo>
                  <a:pt x="851" y="3309"/>
                </a:lnTo>
                <a:lnTo>
                  <a:pt x="8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8" name="Google Shape;6788;p34"/>
          <p:cNvSpPr/>
          <p:nvPr/>
        </p:nvSpPr>
        <p:spPr>
          <a:xfrm>
            <a:off x="3453192" y="2111336"/>
            <a:ext cx="245525" cy="105552"/>
          </a:xfrm>
          <a:custGeom>
            <a:rect b="b" l="l" r="r" t="t"/>
            <a:pathLst>
              <a:path extrusionOk="0" h="3278" w="7625">
                <a:moveTo>
                  <a:pt x="1" y="1"/>
                </a:moveTo>
                <a:lnTo>
                  <a:pt x="1" y="3277"/>
                </a:lnTo>
                <a:lnTo>
                  <a:pt x="7247" y="3277"/>
                </a:lnTo>
                <a:cubicBezTo>
                  <a:pt x="7467" y="3277"/>
                  <a:pt x="7625" y="3057"/>
                  <a:pt x="7625" y="2868"/>
                </a:cubicBezTo>
                <a:lnTo>
                  <a:pt x="7625" y="379"/>
                </a:lnTo>
                <a:cubicBezTo>
                  <a:pt x="7625" y="158"/>
                  <a:pt x="7436" y="1"/>
                  <a:pt x="72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9" name="Google Shape;6789;p34"/>
          <p:cNvSpPr/>
          <p:nvPr/>
        </p:nvSpPr>
        <p:spPr>
          <a:xfrm>
            <a:off x="3317244" y="2110337"/>
            <a:ext cx="55835" cy="106550"/>
          </a:xfrm>
          <a:custGeom>
            <a:rect b="b" l="l" r="r" t="t"/>
            <a:pathLst>
              <a:path extrusionOk="0" h="3309" w="1734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lnTo>
                  <a:pt x="1" y="2867"/>
                </a:lnTo>
                <a:cubicBezTo>
                  <a:pt x="1" y="3088"/>
                  <a:pt x="190" y="3308"/>
                  <a:pt x="442" y="3308"/>
                </a:cubicBezTo>
                <a:lnTo>
                  <a:pt x="1734" y="3308"/>
                </a:lnTo>
                <a:lnTo>
                  <a:pt x="173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0" name="Google Shape;6790;p34"/>
          <p:cNvSpPr/>
          <p:nvPr/>
        </p:nvSpPr>
        <p:spPr>
          <a:xfrm>
            <a:off x="3377619" y="2484749"/>
            <a:ext cx="292183" cy="130893"/>
          </a:xfrm>
          <a:custGeom>
            <a:rect b="b" l="l" r="r" t="t"/>
            <a:pathLst>
              <a:path extrusionOk="0" h="4065" w="9074">
                <a:moveTo>
                  <a:pt x="0" y="0"/>
                </a:moveTo>
                <a:lnTo>
                  <a:pt x="0" y="2017"/>
                </a:lnTo>
                <a:cubicBezTo>
                  <a:pt x="0" y="3529"/>
                  <a:pt x="2741" y="4065"/>
                  <a:pt x="4505" y="4065"/>
                </a:cubicBezTo>
                <a:cubicBezTo>
                  <a:pt x="6774" y="4065"/>
                  <a:pt x="9074" y="3371"/>
                  <a:pt x="9074" y="2017"/>
                </a:cubicBezTo>
                <a:lnTo>
                  <a:pt x="9074" y="0"/>
                </a:lnTo>
                <a:lnTo>
                  <a:pt x="5135" y="2237"/>
                </a:lnTo>
                <a:cubicBezTo>
                  <a:pt x="4953" y="2359"/>
                  <a:pt x="4748" y="2415"/>
                  <a:pt x="4546" y="2415"/>
                </a:cubicBezTo>
                <a:cubicBezTo>
                  <a:pt x="4330" y="2415"/>
                  <a:pt x="4117" y="2351"/>
                  <a:pt x="3938" y="2237"/>
                </a:cubicBezTo>
                <a:cubicBezTo>
                  <a:pt x="3623" y="2048"/>
                  <a:pt x="315" y="22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1" name="Google Shape;6791;p34"/>
          <p:cNvSpPr/>
          <p:nvPr/>
        </p:nvSpPr>
        <p:spPr>
          <a:xfrm>
            <a:off x="3321817" y="2296831"/>
            <a:ext cx="400729" cy="408071"/>
          </a:xfrm>
          <a:custGeom>
            <a:rect b="b" l="l" r="r" t="t"/>
            <a:pathLst>
              <a:path extrusionOk="0" h="12673" w="12445">
                <a:moveTo>
                  <a:pt x="6254" y="0"/>
                </a:moveTo>
                <a:cubicBezTo>
                  <a:pt x="6183" y="0"/>
                  <a:pt x="6112" y="24"/>
                  <a:pt x="6049" y="71"/>
                </a:cubicBezTo>
                <a:lnTo>
                  <a:pt x="284" y="3379"/>
                </a:lnTo>
                <a:cubicBezTo>
                  <a:pt x="0" y="3537"/>
                  <a:pt x="0" y="3915"/>
                  <a:pt x="284" y="4072"/>
                </a:cubicBezTo>
                <a:lnTo>
                  <a:pt x="6049" y="7380"/>
                </a:lnTo>
                <a:cubicBezTo>
                  <a:pt x="6112" y="7427"/>
                  <a:pt x="6183" y="7451"/>
                  <a:pt x="6254" y="7451"/>
                </a:cubicBezTo>
                <a:cubicBezTo>
                  <a:pt x="6325" y="7451"/>
                  <a:pt x="6396" y="7427"/>
                  <a:pt x="6459" y="7380"/>
                </a:cubicBezTo>
                <a:cubicBezTo>
                  <a:pt x="11374" y="4545"/>
                  <a:pt x="11626" y="4419"/>
                  <a:pt x="11626" y="4419"/>
                </a:cubicBezTo>
                <a:lnTo>
                  <a:pt x="11626" y="12263"/>
                </a:lnTo>
                <a:cubicBezTo>
                  <a:pt x="11657" y="12515"/>
                  <a:pt x="11846" y="12673"/>
                  <a:pt x="12035" y="12673"/>
                </a:cubicBezTo>
                <a:cubicBezTo>
                  <a:pt x="12287" y="12673"/>
                  <a:pt x="12445" y="12452"/>
                  <a:pt x="12445" y="12263"/>
                </a:cubicBezTo>
                <a:lnTo>
                  <a:pt x="12445" y="3726"/>
                </a:lnTo>
                <a:cubicBezTo>
                  <a:pt x="12445" y="3568"/>
                  <a:pt x="12319" y="3411"/>
                  <a:pt x="12256" y="3379"/>
                </a:cubicBezTo>
                <a:lnTo>
                  <a:pt x="6459" y="71"/>
                </a:lnTo>
                <a:cubicBezTo>
                  <a:pt x="6396" y="24"/>
                  <a:pt x="6325" y="0"/>
                  <a:pt x="62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2" name="Google Shape;6792;p34"/>
          <p:cNvSpPr/>
          <p:nvPr/>
        </p:nvSpPr>
        <p:spPr>
          <a:xfrm>
            <a:off x="2140165" y="2794108"/>
            <a:ext cx="133920" cy="159293"/>
          </a:xfrm>
          <a:custGeom>
            <a:rect b="b" l="l" r="r" t="t"/>
            <a:pathLst>
              <a:path extrusionOk="0" h="4947" w="4159">
                <a:moveTo>
                  <a:pt x="0" y="0"/>
                </a:moveTo>
                <a:lnTo>
                  <a:pt x="0" y="2552"/>
                </a:lnTo>
                <a:cubicBezTo>
                  <a:pt x="473" y="2710"/>
                  <a:pt x="851" y="3182"/>
                  <a:pt x="851" y="3750"/>
                </a:cubicBezTo>
                <a:lnTo>
                  <a:pt x="851" y="4947"/>
                </a:lnTo>
                <a:lnTo>
                  <a:pt x="4159" y="4947"/>
                </a:lnTo>
                <a:lnTo>
                  <a:pt x="4159" y="3687"/>
                </a:lnTo>
                <a:cubicBezTo>
                  <a:pt x="4159" y="1639"/>
                  <a:pt x="2489" y="0"/>
                  <a:pt x="4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3" name="Google Shape;6793;p34"/>
          <p:cNvSpPr/>
          <p:nvPr/>
        </p:nvSpPr>
        <p:spPr>
          <a:xfrm>
            <a:off x="2113760" y="2897566"/>
            <a:ext cx="28433" cy="81208"/>
          </a:xfrm>
          <a:custGeom>
            <a:rect b="b" l="l" r="r" t="t"/>
            <a:pathLst>
              <a:path extrusionOk="0" h="2522" w="883">
                <a:moveTo>
                  <a:pt x="474" y="1"/>
                </a:moveTo>
                <a:cubicBezTo>
                  <a:pt x="253" y="1"/>
                  <a:pt x="95" y="222"/>
                  <a:pt x="95" y="442"/>
                </a:cubicBezTo>
                <a:lnTo>
                  <a:pt x="95" y="2112"/>
                </a:lnTo>
                <a:cubicBezTo>
                  <a:pt x="1" y="2332"/>
                  <a:pt x="190" y="2521"/>
                  <a:pt x="442" y="2521"/>
                </a:cubicBezTo>
                <a:cubicBezTo>
                  <a:pt x="663" y="2521"/>
                  <a:pt x="820" y="2332"/>
                  <a:pt x="883" y="2112"/>
                </a:cubicBezTo>
                <a:lnTo>
                  <a:pt x="883" y="442"/>
                </a:lnTo>
                <a:cubicBezTo>
                  <a:pt x="883" y="222"/>
                  <a:pt x="663" y="64"/>
                  <a:pt x="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4" name="Google Shape;6794;p34"/>
          <p:cNvSpPr/>
          <p:nvPr/>
        </p:nvSpPr>
        <p:spPr>
          <a:xfrm>
            <a:off x="1980872" y="2793077"/>
            <a:ext cx="132922" cy="158295"/>
          </a:xfrm>
          <a:custGeom>
            <a:rect b="b" l="l" r="r" t="t"/>
            <a:pathLst>
              <a:path extrusionOk="0" h="4916" w="4128">
                <a:moveTo>
                  <a:pt x="3687" y="1"/>
                </a:moveTo>
                <a:cubicBezTo>
                  <a:pt x="1671" y="1"/>
                  <a:pt x="1" y="1639"/>
                  <a:pt x="1" y="3687"/>
                </a:cubicBezTo>
                <a:lnTo>
                  <a:pt x="1" y="4916"/>
                </a:lnTo>
                <a:lnTo>
                  <a:pt x="3309" y="4916"/>
                </a:lnTo>
                <a:lnTo>
                  <a:pt x="3309" y="3687"/>
                </a:lnTo>
                <a:cubicBezTo>
                  <a:pt x="3309" y="3151"/>
                  <a:pt x="3655" y="2710"/>
                  <a:pt x="4128" y="2521"/>
                </a:cubicBezTo>
                <a:lnTo>
                  <a:pt x="412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5" name="Google Shape;6795;p34"/>
          <p:cNvSpPr/>
          <p:nvPr/>
        </p:nvSpPr>
        <p:spPr>
          <a:xfrm>
            <a:off x="1979873" y="2980771"/>
            <a:ext cx="294211" cy="220151"/>
          </a:xfrm>
          <a:custGeom>
            <a:rect b="b" l="l" r="r" t="t"/>
            <a:pathLst>
              <a:path extrusionOk="0" h="6837" w="9137">
                <a:moveTo>
                  <a:pt x="0" y="0"/>
                </a:moveTo>
                <a:lnTo>
                  <a:pt x="0" y="3151"/>
                </a:lnTo>
                <a:cubicBezTo>
                  <a:pt x="0" y="5199"/>
                  <a:pt x="1639" y="6837"/>
                  <a:pt x="3686" y="6837"/>
                </a:cubicBezTo>
                <a:lnTo>
                  <a:pt x="5356" y="6837"/>
                </a:lnTo>
                <a:cubicBezTo>
                  <a:pt x="7467" y="6837"/>
                  <a:pt x="9137" y="5199"/>
                  <a:pt x="9137" y="3151"/>
                </a:cubicBezTo>
                <a:lnTo>
                  <a:pt x="9137" y="0"/>
                </a:lnTo>
                <a:lnTo>
                  <a:pt x="5734" y="0"/>
                </a:lnTo>
                <a:cubicBezTo>
                  <a:pt x="5577" y="473"/>
                  <a:pt x="5104" y="819"/>
                  <a:pt x="4568" y="819"/>
                </a:cubicBezTo>
                <a:cubicBezTo>
                  <a:pt x="4001" y="819"/>
                  <a:pt x="3560" y="473"/>
                  <a:pt x="33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6" name="Google Shape;6796;p34"/>
          <p:cNvSpPr/>
          <p:nvPr/>
        </p:nvSpPr>
        <p:spPr>
          <a:xfrm>
            <a:off x="2168110" y="3302429"/>
            <a:ext cx="176520" cy="169533"/>
          </a:xfrm>
          <a:custGeom>
            <a:rect b="b" l="l" r="r" t="t"/>
            <a:pathLst>
              <a:path extrusionOk="0" h="5265" w="5482">
                <a:moveTo>
                  <a:pt x="1543" y="1"/>
                </a:moveTo>
                <a:cubicBezTo>
                  <a:pt x="987" y="1"/>
                  <a:pt x="447" y="38"/>
                  <a:pt x="0" y="98"/>
                </a:cubicBezTo>
                <a:lnTo>
                  <a:pt x="5167" y="5265"/>
                </a:lnTo>
                <a:cubicBezTo>
                  <a:pt x="5482" y="3311"/>
                  <a:pt x="5198" y="1326"/>
                  <a:pt x="4568" y="696"/>
                </a:cubicBezTo>
                <a:cubicBezTo>
                  <a:pt x="4029" y="178"/>
                  <a:pt x="2751" y="1"/>
                  <a:pt x="15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7" name="Google Shape;6797;p34"/>
          <p:cNvSpPr/>
          <p:nvPr/>
        </p:nvSpPr>
        <p:spPr>
          <a:xfrm>
            <a:off x="1925645" y="3537875"/>
            <a:ext cx="176553" cy="169243"/>
          </a:xfrm>
          <a:custGeom>
            <a:rect b="b" l="l" r="r" t="t"/>
            <a:pathLst>
              <a:path extrusionOk="0" h="5256" w="5483">
                <a:moveTo>
                  <a:pt x="316" y="0"/>
                </a:moveTo>
                <a:lnTo>
                  <a:pt x="316" y="0"/>
                </a:lnTo>
                <a:cubicBezTo>
                  <a:pt x="0" y="1922"/>
                  <a:pt x="253" y="3907"/>
                  <a:pt x="914" y="4569"/>
                </a:cubicBezTo>
                <a:cubicBezTo>
                  <a:pt x="1376" y="5031"/>
                  <a:pt x="2601" y="5256"/>
                  <a:pt x="3967" y="5256"/>
                </a:cubicBezTo>
                <a:cubicBezTo>
                  <a:pt x="4464" y="5256"/>
                  <a:pt x="4979" y="5226"/>
                  <a:pt x="5482" y="5167"/>
                </a:cubicBezTo>
                <a:lnTo>
                  <a:pt x="31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8" name="Google Shape;6798;p34"/>
          <p:cNvSpPr/>
          <p:nvPr/>
        </p:nvSpPr>
        <p:spPr>
          <a:xfrm>
            <a:off x="1943902" y="3311639"/>
            <a:ext cx="384500" cy="387559"/>
          </a:xfrm>
          <a:custGeom>
            <a:rect b="b" l="l" r="r" t="t"/>
            <a:pathLst>
              <a:path extrusionOk="0" h="12036" w="11941">
                <a:moveTo>
                  <a:pt x="6349" y="2687"/>
                </a:moveTo>
                <a:cubicBezTo>
                  <a:pt x="6459" y="2687"/>
                  <a:pt x="6569" y="2726"/>
                  <a:pt x="6648" y="2805"/>
                </a:cubicBezTo>
                <a:lnTo>
                  <a:pt x="7593" y="3750"/>
                </a:lnTo>
                <a:lnTo>
                  <a:pt x="7719" y="3655"/>
                </a:lnTo>
                <a:cubicBezTo>
                  <a:pt x="7798" y="3577"/>
                  <a:pt x="7908" y="3537"/>
                  <a:pt x="8019" y="3537"/>
                </a:cubicBezTo>
                <a:cubicBezTo>
                  <a:pt x="8129" y="3537"/>
                  <a:pt x="8239" y="3577"/>
                  <a:pt x="8318" y="3655"/>
                </a:cubicBezTo>
                <a:cubicBezTo>
                  <a:pt x="8475" y="3813"/>
                  <a:pt x="8475" y="4065"/>
                  <a:pt x="8318" y="4222"/>
                </a:cubicBezTo>
                <a:lnTo>
                  <a:pt x="8192" y="4348"/>
                </a:lnTo>
                <a:lnTo>
                  <a:pt x="9137" y="5294"/>
                </a:lnTo>
                <a:cubicBezTo>
                  <a:pt x="9295" y="5451"/>
                  <a:pt x="9295" y="5735"/>
                  <a:pt x="9137" y="5892"/>
                </a:cubicBezTo>
                <a:cubicBezTo>
                  <a:pt x="9058" y="5971"/>
                  <a:pt x="8948" y="6010"/>
                  <a:pt x="8838" y="6010"/>
                </a:cubicBezTo>
                <a:cubicBezTo>
                  <a:pt x="8727" y="6010"/>
                  <a:pt x="8617" y="5971"/>
                  <a:pt x="8538" y="5892"/>
                </a:cubicBezTo>
                <a:lnTo>
                  <a:pt x="7593" y="4947"/>
                </a:lnTo>
                <a:lnTo>
                  <a:pt x="6522" y="6018"/>
                </a:lnTo>
                <a:lnTo>
                  <a:pt x="7467" y="6963"/>
                </a:lnTo>
                <a:cubicBezTo>
                  <a:pt x="7625" y="7089"/>
                  <a:pt x="7625" y="7373"/>
                  <a:pt x="7467" y="7530"/>
                </a:cubicBezTo>
                <a:cubicBezTo>
                  <a:pt x="7388" y="7609"/>
                  <a:pt x="7286" y="7649"/>
                  <a:pt x="7184" y="7649"/>
                </a:cubicBezTo>
                <a:cubicBezTo>
                  <a:pt x="7081" y="7649"/>
                  <a:pt x="6979" y="7609"/>
                  <a:pt x="6900" y="7530"/>
                </a:cubicBezTo>
                <a:lnTo>
                  <a:pt x="5955" y="6585"/>
                </a:lnTo>
                <a:lnTo>
                  <a:pt x="4884" y="7656"/>
                </a:lnTo>
                <a:lnTo>
                  <a:pt x="5829" y="8602"/>
                </a:lnTo>
                <a:cubicBezTo>
                  <a:pt x="5987" y="8759"/>
                  <a:pt x="5987" y="9043"/>
                  <a:pt x="5829" y="9200"/>
                </a:cubicBezTo>
                <a:cubicBezTo>
                  <a:pt x="5750" y="9279"/>
                  <a:pt x="5640" y="9318"/>
                  <a:pt x="5530" y="9318"/>
                </a:cubicBezTo>
                <a:cubicBezTo>
                  <a:pt x="5419" y="9318"/>
                  <a:pt x="5309" y="9279"/>
                  <a:pt x="5230" y="9200"/>
                </a:cubicBezTo>
                <a:lnTo>
                  <a:pt x="4285" y="8255"/>
                </a:lnTo>
                <a:lnTo>
                  <a:pt x="4159" y="8381"/>
                </a:lnTo>
                <a:cubicBezTo>
                  <a:pt x="4080" y="8460"/>
                  <a:pt x="3978" y="8499"/>
                  <a:pt x="3876" y="8499"/>
                </a:cubicBezTo>
                <a:cubicBezTo>
                  <a:pt x="3773" y="8499"/>
                  <a:pt x="3671" y="8460"/>
                  <a:pt x="3592" y="8381"/>
                </a:cubicBezTo>
                <a:cubicBezTo>
                  <a:pt x="3435" y="8224"/>
                  <a:pt x="3435" y="7940"/>
                  <a:pt x="3592" y="7782"/>
                </a:cubicBezTo>
                <a:lnTo>
                  <a:pt x="3687" y="7656"/>
                </a:lnTo>
                <a:lnTo>
                  <a:pt x="2742" y="6711"/>
                </a:lnTo>
                <a:cubicBezTo>
                  <a:pt x="2584" y="6554"/>
                  <a:pt x="2584" y="6270"/>
                  <a:pt x="2742" y="6113"/>
                </a:cubicBezTo>
                <a:cubicBezTo>
                  <a:pt x="2820" y="6034"/>
                  <a:pt x="2931" y="5995"/>
                  <a:pt x="3041" y="5995"/>
                </a:cubicBezTo>
                <a:cubicBezTo>
                  <a:pt x="3151" y="5995"/>
                  <a:pt x="3261" y="6034"/>
                  <a:pt x="3340" y="6113"/>
                </a:cubicBezTo>
                <a:lnTo>
                  <a:pt x="4285" y="7058"/>
                </a:lnTo>
                <a:lnTo>
                  <a:pt x="5356" y="6018"/>
                </a:lnTo>
                <a:lnTo>
                  <a:pt x="4411" y="5073"/>
                </a:lnTo>
                <a:cubicBezTo>
                  <a:pt x="4254" y="4916"/>
                  <a:pt x="4254" y="4632"/>
                  <a:pt x="4411" y="4474"/>
                </a:cubicBezTo>
                <a:cubicBezTo>
                  <a:pt x="4490" y="4396"/>
                  <a:pt x="4600" y="4356"/>
                  <a:pt x="4711" y="4356"/>
                </a:cubicBezTo>
                <a:cubicBezTo>
                  <a:pt x="4821" y="4356"/>
                  <a:pt x="4931" y="4396"/>
                  <a:pt x="5010" y="4474"/>
                </a:cubicBezTo>
                <a:lnTo>
                  <a:pt x="5955" y="5420"/>
                </a:lnTo>
                <a:lnTo>
                  <a:pt x="6995" y="4348"/>
                </a:lnTo>
                <a:lnTo>
                  <a:pt x="6050" y="3403"/>
                </a:lnTo>
                <a:cubicBezTo>
                  <a:pt x="5892" y="3246"/>
                  <a:pt x="5892" y="2962"/>
                  <a:pt x="6050" y="2805"/>
                </a:cubicBezTo>
                <a:cubicBezTo>
                  <a:pt x="6128" y="2726"/>
                  <a:pt x="6239" y="2687"/>
                  <a:pt x="6349" y="2687"/>
                </a:cubicBezTo>
                <a:close/>
                <a:moveTo>
                  <a:pt x="5987" y="1"/>
                </a:moveTo>
                <a:cubicBezTo>
                  <a:pt x="2805" y="757"/>
                  <a:pt x="788" y="3025"/>
                  <a:pt x="1" y="6081"/>
                </a:cubicBezTo>
                <a:lnTo>
                  <a:pt x="5955" y="12036"/>
                </a:lnTo>
                <a:cubicBezTo>
                  <a:pt x="9106" y="11248"/>
                  <a:pt x="11153" y="9043"/>
                  <a:pt x="11941" y="5955"/>
                </a:cubicBezTo>
                <a:lnTo>
                  <a:pt x="59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9" name="Google Shape;6799;p34"/>
          <p:cNvSpPr/>
          <p:nvPr/>
        </p:nvSpPr>
        <p:spPr>
          <a:xfrm>
            <a:off x="1934259" y="3864387"/>
            <a:ext cx="407845" cy="344959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0" name="Google Shape;6800;p34"/>
          <p:cNvSpPr/>
          <p:nvPr/>
        </p:nvSpPr>
        <p:spPr>
          <a:xfrm>
            <a:off x="4049188" y="3404414"/>
            <a:ext cx="107580" cy="106292"/>
          </a:xfrm>
          <a:custGeom>
            <a:rect b="b" l="l" r="r" t="t"/>
            <a:pathLst>
              <a:path extrusionOk="0" h="3301" w="3341">
                <a:moveTo>
                  <a:pt x="2238" y="1"/>
                </a:moveTo>
                <a:lnTo>
                  <a:pt x="1" y="2237"/>
                </a:lnTo>
                <a:lnTo>
                  <a:pt x="946" y="3183"/>
                </a:lnTo>
                <a:cubicBezTo>
                  <a:pt x="1040" y="3261"/>
                  <a:pt x="1151" y="3301"/>
                  <a:pt x="1257" y="3301"/>
                </a:cubicBezTo>
                <a:cubicBezTo>
                  <a:pt x="1363" y="3301"/>
                  <a:pt x="1466" y="3261"/>
                  <a:pt x="1545" y="3183"/>
                </a:cubicBezTo>
                <a:lnTo>
                  <a:pt x="3183" y="1544"/>
                </a:lnTo>
                <a:cubicBezTo>
                  <a:pt x="3340" y="1387"/>
                  <a:pt x="3340" y="1103"/>
                  <a:pt x="3183" y="94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1" name="Google Shape;6801;p34"/>
          <p:cNvSpPr/>
          <p:nvPr/>
        </p:nvSpPr>
        <p:spPr>
          <a:xfrm>
            <a:off x="3917330" y="3285982"/>
            <a:ext cx="320583" cy="407588"/>
          </a:xfrm>
          <a:custGeom>
            <a:rect b="b" l="l" r="r" t="t"/>
            <a:pathLst>
              <a:path extrusionOk="0" h="12658" w="9956">
                <a:moveTo>
                  <a:pt x="4537" y="8625"/>
                </a:moveTo>
                <a:cubicBezTo>
                  <a:pt x="4757" y="8625"/>
                  <a:pt x="4946" y="8845"/>
                  <a:pt x="4946" y="9066"/>
                </a:cubicBezTo>
                <a:cubicBezTo>
                  <a:pt x="4915" y="9255"/>
                  <a:pt x="4757" y="9475"/>
                  <a:pt x="4537" y="9475"/>
                </a:cubicBezTo>
                <a:cubicBezTo>
                  <a:pt x="4285" y="9475"/>
                  <a:pt x="4096" y="9255"/>
                  <a:pt x="4096" y="9066"/>
                </a:cubicBezTo>
                <a:cubicBezTo>
                  <a:pt x="4096" y="8845"/>
                  <a:pt x="4285" y="8625"/>
                  <a:pt x="4537" y="8625"/>
                </a:cubicBezTo>
                <a:close/>
                <a:moveTo>
                  <a:pt x="2615" y="0"/>
                </a:moveTo>
                <a:cubicBezTo>
                  <a:pt x="2513" y="0"/>
                  <a:pt x="2410" y="40"/>
                  <a:pt x="2332" y="119"/>
                </a:cubicBezTo>
                <a:lnTo>
                  <a:pt x="662" y="1788"/>
                </a:lnTo>
                <a:cubicBezTo>
                  <a:pt x="504" y="1946"/>
                  <a:pt x="504" y="2229"/>
                  <a:pt x="662" y="2355"/>
                </a:cubicBezTo>
                <a:lnTo>
                  <a:pt x="1764" y="3458"/>
                </a:lnTo>
                <a:cubicBezTo>
                  <a:pt x="1166" y="4183"/>
                  <a:pt x="819" y="5096"/>
                  <a:pt x="819" y="6073"/>
                </a:cubicBezTo>
                <a:cubicBezTo>
                  <a:pt x="819" y="7774"/>
                  <a:pt x="1859" y="9223"/>
                  <a:pt x="3308" y="9853"/>
                </a:cubicBezTo>
                <a:lnTo>
                  <a:pt x="3308" y="10200"/>
                </a:lnTo>
                <a:lnTo>
                  <a:pt x="1229" y="10200"/>
                </a:lnTo>
                <a:cubicBezTo>
                  <a:pt x="536" y="10200"/>
                  <a:pt x="0" y="10767"/>
                  <a:pt x="0" y="11429"/>
                </a:cubicBezTo>
                <a:lnTo>
                  <a:pt x="0" y="12248"/>
                </a:lnTo>
                <a:cubicBezTo>
                  <a:pt x="0" y="12500"/>
                  <a:pt x="189" y="12657"/>
                  <a:pt x="441" y="12657"/>
                </a:cubicBezTo>
                <a:lnTo>
                  <a:pt x="8696" y="12657"/>
                </a:lnTo>
                <a:cubicBezTo>
                  <a:pt x="8948" y="12657"/>
                  <a:pt x="9137" y="12468"/>
                  <a:pt x="9137" y="12248"/>
                </a:cubicBezTo>
                <a:lnTo>
                  <a:pt x="9137" y="11429"/>
                </a:lnTo>
                <a:cubicBezTo>
                  <a:pt x="9137" y="10767"/>
                  <a:pt x="8570" y="10200"/>
                  <a:pt x="7876" y="10200"/>
                </a:cubicBezTo>
                <a:lnTo>
                  <a:pt x="5797" y="10200"/>
                </a:lnTo>
                <a:lnTo>
                  <a:pt x="5797" y="10137"/>
                </a:lnTo>
                <a:cubicBezTo>
                  <a:pt x="7120" y="9853"/>
                  <a:pt x="8223" y="8940"/>
                  <a:pt x="8790" y="7743"/>
                </a:cubicBezTo>
                <a:lnTo>
                  <a:pt x="9515" y="7743"/>
                </a:lnTo>
                <a:cubicBezTo>
                  <a:pt x="9767" y="7743"/>
                  <a:pt x="9956" y="7522"/>
                  <a:pt x="9956" y="7333"/>
                </a:cubicBezTo>
                <a:cubicBezTo>
                  <a:pt x="9893" y="7176"/>
                  <a:pt x="9735" y="6987"/>
                  <a:pt x="9483" y="6987"/>
                </a:cubicBezTo>
                <a:lnTo>
                  <a:pt x="6994" y="6987"/>
                </a:lnTo>
                <a:cubicBezTo>
                  <a:pt x="6774" y="6987"/>
                  <a:pt x="6585" y="7176"/>
                  <a:pt x="6585" y="7365"/>
                </a:cubicBezTo>
                <a:cubicBezTo>
                  <a:pt x="6585" y="7617"/>
                  <a:pt x="6774" y="7774"/>
                  <a:pt x="6994" y="7774"/>
                </a:cubicBezTo>
                <a:lnTo>
                  <a:pt x="7845" y="7774"/>
                </a:lnTo>
                <a:cubicBezTo>
                  <a:pt x="7404" y="8530"/>
                  <a:pt x="6648" y="9097"/>
                  <a:pt x="5734" y="9318"/>
                </a:cubicBezTo>
                <a:lnTo>
                  <a:pt x="5734" y="8971"/>
                </a:lnTo>
                <a:cubicBezTo>
                  <a:pt x="5734" y="8310"/>
                  <a:pt x="5198" y="7774"/>
                  <a:pt x="4537" y="7743"/>
                </a:cubicBezTo>
                <a:cubicBezTo>
                  <a:pt x="3844" y="7743"/>
                  <a:pt x="3308" y="8278"/>
                  <a:pt x="3308" y="8940"/>
                </a:cubicBezTo>
                <a:cubicBezTo>
                  <a:pt x="2332" y="8373"/>
                  <a:pt x="1638" y="7302"/>
                  <a:pt x="1638" y="6073"/>
                </a:cubicBezTo>
                <a:cubicBezTo>
                  <a:pt x="1638" y="5285"/>
                  <a:pt x="1922" y="4624"/>
                  <a:pt x="2363" y="4057"/>
                </a:cubicBezTo>
                <a:lnTo>
                  <a:pt x="3529" y="5254"/>
                </a:lnTo>
                <a:lnTo>
                  <a:pt x="5797" y="3017"/>
                </a:lnTo>
                <a:lnTo>
                  <a:pt x="2899" y="119"/>
                </a:lnTo>
                <a:cubicBezTo>
                  <a:pt x="2820" y="40"/>
                  <a:pt x="2717" y="0"/>
                  <a:pt x="26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2" name="Google Shape;6802;p34"/>
          <p:cNvSpPr/>
          <p:nvPr/>
        </p:nvSpPr>
        <p:spPr>
          <a:xfrm>
            <a:off x="1381967" y="1301515"/>
            <a:ext cx="401759" cy="407233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3" name="Google Shape;6803;p34"/>
          <p:cNvSpPr/>
          <p:nvPr/>
        </p:nvSpPr>
        <p:spPr>
          <a:xfrm>
            <a:off x="1409351" y="1781374"/>
            <a:ext cx="346987" cy="40987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4" name="Google Shape;6804;p34"/>
          <p:cNvSpPr/>
          <p:nvPr/>
        </p:nvSpPr>
        <p:spPr>
          <a:xfrm>
            <a:off x="1376633" y="2269686"/>
            <a:ext cx="407845" cy="159293"/>
          </a:xfrm>
          <a:custGeom>
            <a:rect b="b" l="l" r="r" t="t"/>
            <a:pathLst>
              <a:path extrusionOk="0" h="4947" w="12666">
                <a:moveTo>
                  <a:pt x="2868" y="820"/>
                </a:moveTo>
                <a:cubicBezTo>
                  <a:pt x="3120" y="820"/>
                  <a:pt x="3277" y="1009"/>
                  <a:pt x="3277" y="1261"/>
                </a:cubicBezTo>
                <a:lnTo>
                  <a:pt x="3277" y="2899"/>
                </a:lnTo>
                <a:cubicBezTo>
                  <a:pt x="3277" y="3151"/>
                  <a:pt x="3057" y="3308"/>
                  <a:pt x="2868" y="3308"/>
                </a:cubicBezTo>
                <a:cubicBezTo>
                  <a:pt x="2647" y="3308"/>
                  <a:pt x="2490" y="3119"/>
                  <a:pt x="2427" y="2899"/>
                </a:cubicBezTo>
                <a:lnTo>
                  <a:pt x="2427" y="1261"/>
                </a:lnTo>
                <a:cubicBezTo>
                  <a:pt x="2427" y="1009"/>
                  <a:pt x="2647" y="851"/>
                  <a:pt x="2868" y="820"/>
                </a:cubicBezTo>
                <a:close/>
                <a:moveTo>
                  <a:pt x="9767" y="820"/>
                </a:moveTo>
                <a:cubicBezTo>
                  <a:pt x="9988" y="820"/>
                  <a:pt x="10145" y="1009"/>
                  <a:pt x="10145" y="1261"/>
                </a:cubicBezTo>
                <a:lnTo>
                  <a:pt x="10145" y="2899"/>
                </a:lnTo>
                <a:cubicBezTo>
                  <a:pt x="10145" y="3151"/>
                  <a:pt x="9956" y="3308"/>
                  <a:pt x="9767" y="3308"/>
                </a:cubicBezTo>
                <a:cubicBezTo>
                  <a:pt x="9515" y="3308"/>
                  <a:pt x="9358" y="3119"/>
                  <a:pt x="9326" y="2899"/>
                </a:cubicBezTo>
                <a:lnTo>
                  <a:pt x="9326" y="1261"/>
                </a:lnTo>
                <a:cubicBezTo>
                  <a:pt x="9326" y="1009"/>
                  <a:pt x="9515" y="851"/>
                  <a:pt x="9767" y="820"/>
                </a:cubicBezTo>
                <a:close/>
                <a:moveTo>
                  <a:pt x="2868" y="0"/>
                </a:moveTo>
                <a:cubicBezTo>
                  <a:pt x="2206" y="0"/>
                  <a:pt x="1639" y="536"/>
                  <a:pt x="1608" y="1229"/>
                </a:cubicBezTo>
                <a:lnTo>
                  <a:pt x="1608" y="1639"/>
                </a:lnTo>
                <a:lnTo>
                  <a:pt x="1230" y="1639"/>
                </a:lnTo>
                <a:cubicBezTo>
                  <a:pt x="536" y="1639"/>
                  <a:pt x="1" y="2206"/>
                  <a:pt x="1" y="2867"/>
                </a:cubicBezTo>
                <a:lnTo>
                  <a:pt x="1" y="4947"/>
                </a:lnTo>
                <a:lnTo>
                  <a:pt x="12666" y="4947"/>
                </a:lnTo>
                <a:lnTo>
                  <a:pt x="12666" y="2867"/>
                </a:lnTo>
                <a:cubicBezTo>
                  <a:pt x="12634" y="2206"/>
                  <a:pt x="12036" y="1639"/>
                  <a:pt x="11374" y="1639"/>
                </a:cubicBezTo>
                <a:lnTo>
                  <a:pt x="10996" y="1639"/>
                </a:lnTo>
                <a:lnTo>
                  <a:pt x="10996" y="1229"/>
                </a:lnTo>
                <a:cubicBezTo>
                  <a:pt x="10996" y="536"/>
                  <a:pt x="10429" y="0"/>
                  <a:pt x="9767" y="0"/>
                </a:cubicBezTo>
                <a:cubicBezTo>
                  <a:pt x="9106" y="0"/>
                  <a:pt x="8539" y="536"/>
                  <a:pt x="8507" y="1229"/>
                </a:cubicBezTo>
                <a:lnTo>
                  <a:pt x="8507" y="1639"/>
                </a:lnTo>
                <a:lnTo>
                  <a:pt x="4097" y="1639"/>
                </a:lnTo>
                <a:lnTo>
                  <a:pt x="4097" y="1229"/>
                </a:lnTo>
                <a:cubicBezTo>
                  <a:pt x="4097" y="536"/>
                  <a:pt x="3561" y="0"/>
                  <a:pt x="286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5" name="Google Shape;6805;p34"/>
          <p:cNvSpPr/>
          <p:nvPr/>
        </p:nvSpPr>
        <p:spPr>
          <a:xfrm>
            <a:off x="1374604" y="2457347"/>
            <a:ext cx="407845" cy="220184"/>
          </a:xfrm>
          <a:custGeom>
            <a:rect b="b" l="l" r="r" t="t"/>
            <a:pathLst>
              <a:path extrusionOk="0" h="6838" w="12666">
                <a:moveTo>
                  <a:pt x="1" y="1"/>
                </a:moveTo>
                <a:lnTo>
                  <a:pt x="1" y="5640"/>
                </a:lnTo>
                <a:lnTo>
                  <a:pt x="32" y="5640"/>
                </a:lnTo>
                <a:cubicBezTo>
                  <a:pt x="32" y="6302"/>
                  <a:pt x="568" y="6837"/>
                  <a:pt x="1261" y="6837"/>
                </a:cubicBezTo>
                <a:lnTo>
                  <a:pt x="11437" y="6837"/>
                </a:lnTo>
                <a:cubicBezTo>
                  <a:pt x="12099" y="6837"/>
                  <a:pt x="12666" y="6302"/>
                  <a:pt x="12666" y="5640"/>
                </a:cubicBezTo>
                <a:lnTo>
                  <a:pt x="126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6" name="Google Shape;6806;p34"/>
          <p:cNvSpPr/>
          <p:nvPr/>
        </p:nvSpPr>
        <p:spPr>
          <a:xfrm>
            <a:off x="4002905" y="1417416"/>
            <a:ext cx="203923" cy="319585"/>
          </a:xfrm>
          <a:custGeom>
            <a:rect b="b" l="l" r="r" t="t"/>
            <a:pathLst>
              <a:path extrusionOk="0" h="9925" w="6333">
                <a:moveTo>
                  <a:pt x="4694" y="1"/>
                </a:moveTo>
                <a:lnTo>
                  <a:pt x="4694" y="7877"/>
                </a:lnTo>
                <a:cubicBezTo>
                  <a:pt x="4694" y="8097"/>
                  <a:pt x="4474" y="8255"/>
                  <a:pt x="4253" y="8255"/>
                </a:cubicBezTo>
                <a:cubicBezTo>
                  <a:pt x="2993" y="8255"/>
                  <a:pt x="1638" y="8696"/>
                  <a:pt x="693" y="9452"/>
                </a:cubicBezTo>
                <a:cubicBezTo>
                  <a:pt x="536" y="9546"/>
                  <a:pt x="189" y="9925"/>
                  <a:pt x="0" y="9925"/>
                </a:cubicBezTo>
                <a:lnTo>
                  <a:pt x="5073" y="9925"/>
                </a:lnTo>
                <a:cubicBezTo>
                  <a:pt x="5734" y="9925"/>
                  <a:pt x="6333" y="9357"/>
                  <a:pt x="6333" y="8696"/>
                </a:cubicBezTo>
                <a:lnTo>
                  <a:pt x="6333" y="1229"/>
                </a:lnTo>
                <a:cubicBezTo>
                  <a:pt x="6333" y="536"/>
                  <a:pt x="5766" y="1"/>
                  <a:pt x="50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7" name="Google Shape;6807;p34"/>
          <p:cNvSpPr/>
          <p:nvPr/>
        </p:nvSpPr>
        <p:spPr>
          <a:xfrm>
            <a:off x="3877101" y="1364673"/>
            <a:ext cx="111637" cy="331757"/>
          </a:xfrm>
          <a:custGeom>
            <a:rect b="b" l="l" r="r" t="t"/>
            <a:pathLst>
              <a:path extrusionOk="0" h="10303" w="3467">
                <a:moveTo>
                  <a:pt x="1" y="0"/>
                </a:moveTo>
                <a:lnTo>
                  <a:pt x="1" y="9105"/>
                </a:lnTo>
                <a:cubicBezTo>
                  <a:pt x="1166" y="9200"/>
                  <a:pt x="2489" y="9578"/>
                  <a:pt x="3466" y="10302"/>
                </a:cubicBezTo>
                <a:lnTo>
                  <a:pt x="3466" y="1197"/>
                </a:lnTo>
                <a:cubicBezTo>
                  <a:pt x="2489" y="473"/>
                  <a:pt x="1229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8" name="Google Shape;6808;p34"/>
          <p:cNvSpPr/>
          <p:nvPr/>
        </p:nvSpPr>
        <p:spPr>
          <a:xfrm>
            <a:off x="4015077" y="1364673"/>
            <a:ext cx="111605" cy="331757"/>
          </a:xfrm>
          <a:custGeom>
            <a:rect b="b" l="l" r="r" t="t"/>
            <a:pathLst>
              <a:path extrusionOk="0" h="10303" w="3466">
                <a:moveTo>
                  <a:pt x="3466" y="0"/>
                </a:moveTo>
                <a:cubicBezTo>
                  <a:pt x="2300" y="95"/>
                  <a:pt x="977" y="473"/>
                  <a:pt x="0" y="1197"/>
                </a:cubicBezTo>
                <a:lnTo>
                  <a:pt x="0" y="10302"/>
                </a:lnTo>
                <a:cubicBezTo>
                  <a:pt x="977" y="9578"/>
                  <a:pt x="2237" y="9200"/>
                  <a:pt x="3466" y="9105"/>
                </a:cubicBezTo>
                <a:lnTo>
                  <a:pt x="346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9" name="Google Shape;6809;p34"/>
          <p:cNvSpPr/>
          <p:nvPr/>
        </p:nvSpPr>
        <p:spPr>
          <a:xfrm>
            <a:off x="3797986" y="1417416"/>
            <a:ext cx="202924" cy="319585"/>
          </a:xfrm>
          <a:custGeom>
            <a:rect b="b" l="l" r="r" t="t"/>
            <a:pathLst>
              <a:path extrusionOk="0" h="9925" w="6302">
                <a:moveTo>
                  <a:pt x="1229" y="1"/>
                </a:moveTo>
                <a:cubicBezTo>
                  <a:pt x="567" y="1"/>
                  <a:pt x="0" y="536"/>
                  <a:pt x="0" y="1198"/>
                </a:cubicBezTo>
                <a:lnTo>
                  <a:pt x="0" y="8664"/>
                </a:lnTo>
                <a:cubicBezTo>
                  <a:pt x="32" y="9357"/>
                  <a:pt x="567" y="9925"/>
                  <a:pt x="1229" y="9925"/>
                </a:cubicBezTo>
                <a:lnTo>
                  <a:pt x="6301" y="9925"/>
                </a:lnTo>
                <a:cubicBezTo>
                  <a:pt x="6112" y="9925"/>
                  <a:pt x="5766" y="9609"/>
                  <a:pt x="5608" y="9452"/>
                </a:cubicBezTo>
                <a:cubicBezTo>
                  <a:pt x="4631" y="8664"/>
                  <a:pt x="3277" y="8255"/>
                  <a:pt x="2048" y="8255"/>
                </a:cubicBezTo>
                <a:cubicBezTo>
                  <a:pt x="1828" y="8255"/>
                  <a:pt x="1638" y="8066"/>
                  <a:pt x="1638" y="7877"/>
                </a:cubicBezTo>
                <a:lnTo>
                  <a:pt x="16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0" name="Google Shape;6810;p34"/>
          <p:cNvSpPr/>
          <p:nvPr/>
        </p:nvSpPr>
        <p:spPr>
          <a:xfrm>
            <a:off x="3802027" y="1807014"/>
            <a:ext cx="400761" cy="173204"/>
          </a:xfrm>
          <a:custGeom>
            <a:rect b="b" l="l" r="r" t="t"/>
            <a:pathLst>
              <a:path extrusionOk="0" h="5379" w="12446">
                <a:moveTo>
                  <a:pt x="3088" y="0"/>
                </a:moveTo>
                <a:cubicBezTo>
                  <a:pt x="1639" y="0"/>
                  <a:pt x="316" y="1008"/>
                  <a:pt x="95" y="2489"/>
                </a:cubicBezTo>
                <a:cubicBezTo>
                  <a:pt x="1" y="3214"/>
                  <a:pt x="190" y="3938"/>
                  <a:pt x="568" y="4506"/>
                </a:cubicBezTo>
                <a:cubicBezTo>
                  <a:pt x="962" y="5071"/>
                  <a:pt x="1607" y="5366"/>
                  <a:pt x="2240" y="5366"/>
                </a:cubicBezTo>
                <a:cubicBezTo>
                  <a:pt x="2772" y="5366"/>
                  <a:pt x="3296" y="5157"/>
                  <a:pt x="3655" y="4726"/>
                </a:cubicBezTo>
                <a:cubicBezTo>
                  <a:pt x="4569" y="3655"/>
                  <a:pt x="3844" y="2489"/>
                  <a:pt x="2836" y="2489"/>
                </a:cubicBezTo>
                <a:cubicBezTo>
                  <a:pt x="2584" y="2489"/>
                  <a:pt x="2427" y="2678"/>
                  <a:pt x="2427" y="2899"/>
                </a:cubicBezTo>
                <a:cubicBezTo>
                  <a:pt x="2427" y="3151"/>
                  <a:pt x="2616" y="3308"/>
                  <a:pt x="2836" y="3340"/>
                </a:cubicBezTo>
                <a:cubicBezTo>
                  <a:pt x="3057" y="3340"/>
                  <a:pt x="3214" y="3529"/>
                  <a:pt x="3214" y="3749"/>
                </a:cubicBezTo>
                <a:cubicBezTo>
                  <a:pt x="3214" y="3970"/>
                  <a:pt x="3025" y="4127"/>
                  <a:pt x="2836" y="4127"/>
                </a:cubicBezTo>
                <a:cubicBezTo>
                  <a:pt x="2049" y="4127"/>
                  <a:pt x="1450" y="3434"/>
                  <a:pt x="1608" y="2584"/>
                </a:cubicBezTo>
                <a:cubicBezTo>
                  <a:pt x="1754" y="1999"/>
                  <a:pt x="2279" y="1632"/>
                  <a:pt x="2882" y="1632"/>
                </a:cubicBezTo>
                <a:cubicBezTo>
                  <a:pt x="2930" y="1632"/>
                  <a:pt x="2977" y="1634"/>
                  <a:pt x="3025" y="1639"/>
                </a:cubicBezTo>
                <a:cubicBezTo>
                  <a:pt x="3624" y="1733"/>
                  <a:pt x="4128" y="2048"/>
                  <a:pt x="4474" y="2489"/>
                </a:cubicBezTo>
                <a:lnTo>
                  <a:pt x="7908" y="2489"/>
                </a:lnTo>
                <a:cubicBezTo>
                  <a:pt x="8255" y="2017"/>
                  <a:pt x="8759" y="1702"/>
                  <a:pt x="9358" y="1639"/>
                </a:cubicBezTo>
                <a:cubicBezTo>
                  <a:pt x="9406" y="1634"/>
                  <a:pt x="9453" y="1632"/>
                  <a:pt x="9501" y="1632"/>
                </a:cubicBezTo>
                <a:cubicBezTo>
                  <a:pt x="10104" y="1632"/>
                  <a:pt x="10629" y="1999"/>
                  <a:pt x="10775" y="2584"/>
                </a:cubicBezTo>
                <a:cubicBezTo>
                  <a:pt x="10964" y="3434"/>
                  <a:pt x="10334" y="4127"/>
                  <a:pt x="9547" y="4127"/>
                </a:cubicBezTo>
                <a:cubicBezTo>
                  <a:pt x="9326" y="4127"/>
                  <a:pt x="9137" y="3938"/>
                  <a:pt x="9137" y="3749"/>
                </a:cubicBezTo>
                <a:cubicBezTo>
                  <a:pt x="9137" y="3497"/>
                  <a:pt x="9326" y="3340"/>
                  <a:pt x="9547" y="3340"/>
                </a:cubicBezTo>
                <a:cubicBezTo>
                  <a:pt x="9799" y="3340"/>
                  <a:pt x="9956" y="3151"/>
                  <a:pt x="9956" y="2899"/>
                </a:cubicBezTo>
                <a:cubicBezTo>
                  <a:pt x="9956" y="2678"/>
                  <a:pt x="9767" y="2521"/>
                  <a:pt x="9547" y="2489"/>
                </a:cubicBezTo>
                <a:cubicBezTo>
                  <a:pt x="8539" y="2489"/>
                  <a:pt x="7814" y="3686"/>
                  <a:pt x="8728" y="4726"/>
                </a:cubicBezTo>
                <a:cubicBezTo>
                  <a:pt x="9099" y="5169"/>
                  <a:pt x="9626" y="5379"/>
                  <a:pt x="10158" y="5379"/>
                </a:cubicBezTo>
                <a:cubicBezTo>
                  <a:pt x="10800" y="5379"/>
                  <a:pt x="11451" y="5074"/>
                  <a:pt x="11847" y="4506"/>
                </a:cubicBezTo>
                <a:cubicBezTo>
                  <a:pt x="12225" y="3970"/>
                  <a:pt x="12445" y="3277"/>
                  <a:pt x="12319" y="2489"/>
                </a:cubicBezTo>
                <a:cubicBezTo>
                  <a:pt x="12130" y="1008"/>
                  <a:pt x="10775" y="0"/>
                  <a:pt x="93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1" name="Google Shape;6811;p34"/>
          <p:cNvSpPr/>
          <p:nvPr/>
        </p:nvSpPr>
        <p:spPr>
          <a:xfrm>
            <a:off x="3879146" y="1969334"/>
            <a:ext cx="238409" cy="245525"/>
          </a:xfrm>
          <a:custGeom>
            <a:rect b="b" l="l" r="r" t="t"/>
            <a:pathLst>
              <a:path extrusionOk="0" h="7625" w="7404">
                <a:moveTo>
                  <a:pt x="2426" y="0"/>
                </a:moveTo>
                <a:lnTo>
                  <a:pt x="2426" y="5639"/>
                </a:lnTo>
                <a:cubicBezTo>
                  <a:pt x="2426" y="5860"/>
                  <a:pt x="2237" y="6017"/>
                  <a:pt x="2048" y="6017"/>
                </a:cubicBezTo>
                <a:cubicBezTo>
                  <a:pt x="1796" y="6017"/>
                  <a:pt x="1638" y="5828"/>
                  <a:pt x="1638" y="5639"/>
                </a:cubicBezTo>
                <a:lnTo>
                  <a:pt x="1638" y="473"/>
                </a:lnTo>
                <a:cubicBezTo>
                  <a:pt x="1229" y="851"/>
                  <a:pt x="630" y="1103"/>
                  <a:pt x="0" y="1134"/>
                </a:cubicBezTo>
                <a:lnTo>
                  <a:pt x="0" y="7246"/>
                </a:lnTo>
                <a:cubicBezTo>
                  <a:pt x="0" y="7467"/>
                  <a:pt x="189" y="7624"/>
                  <a:pt x="378" y="7624"/>
                </a:cubicBezTo>
                <a:lnTo>
                  <a:pt x="6994" y="7624"/>
                </a:lnTo>
                <a:cubicBezTo>
                  <a:pt x="7246" y="7624"/>
                  <a:pt x="7404" y="7435"/>
                  <a:pt x="7404" y="7246"/>
                </a:cubicBezTo>
                <a:lnTo>
                  <a:pt x="7404" y="1134"/>
                </a:lnTo>
                <a:cubicBezTo>
                  <a:pt x="6774" y="1071"/>
                  <a:pt x="6175" y="788"/>
                  <a:pt x="5734" y="315"/>
                </a:cubicBezTo>
                <a:lnTo>
                  <a:pt x="5734" y="5639"/>
                </a:lnTo>
                <a:cubicBezTo>
                  <a:pt x="5734" y="5860"/>
                  <a:pt x="5545" y="6017"/>
                  <a:pt x="5324" y="6017"/>
                </a:cubicBezTo>
                <a:cubicBezTo>
                  <a:pt x="5072" y="6017"/>
                  <a:pt x="4915" y="5828"/>
                  <a:pt x="4915" y="5639"/>
                </a:cubicBezTo>
                <a:lnTo>
                  <a:pt x="4915" y="0"/>
                </a:lnTo>
                <a:lnTo>
                  <a:pt x="4096" y="0"/>
                </a:lnTo>
                <a:lnTo>
                  <a:pt x="4096" y="5639"/>
                </a:lnTo>
                <a:cubicBezTo>
                  <a:pt x="4096" y="5860"/>
                  <a:pt x="3907" y="6017"/>
                  <a:pt x="3686" y="6017"/>
                </a:cubicBezTo>
                <a:cubicBezTo>
                  <a:pt x="3466" y="6017"/>
                  <a:pt x="3277" y="5828"/>
                  <a:pt x="3277" y="5639"/>
                </a:cubicBezTo>
                <a:lnTo>
                  <a:pt x="327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2" name="Google Shape;6812;p34"/>
          <p:cNvSpPr/>
          <p:nvPr/>
        </p:nvSpPr>
        <p:spPr>
          <a:xfrm>
            <a:off x="3959291" y="1914530"/>
            <a:ext cx="86232" cy="26404"/>
          </a:xfrm>
          <a:custGeom>
            <a:rect b="b" l="l" r="r" t="t"/>
            <a:pathLst>
              <a:path extrusionOk="0" h="820" w="2678">
                <a:moveTo>
                  <a:pt x="0" y="1"/>
                </a:moveTo>
                <a:cubicBezTo>
                  <a:pt x="32" y="127"/>
                  <a:pt x="32" y="284"/>
                  <a:pt x="32" y="379"/>
                </a:cubicBezTo>
                <a:cubicBezTo>
                  <a:pt x="32" y="536"/>
                  <a:pt x="32" y="662"/>
                  <a:pt x="0" y="788"/>
                </a:cubicBezTo>
                <a:lnTo>
                  <a:pt x="2666" y="788"/>
                </a:lnTo>
                <a:cubicBezTo>
                  <a:pt x="2615" y="649"/>
                  <a:pt x="2615" y="555"/>
                  <a:pt x="2615" y="379"/>
                </a:cubicBezTo>
                <a:cubicBezTo>
                  <a:pt x="2615" y="284"/>
                  <a:pt x="2615" y="127"/>
                  <a:pt x="2678" y="1"/>
                </a:cubicBezTo>
                <a:close/>
                <a:moveTo>
                  <a:pt x="2666" y="788"/>
                </a:moveTo>
                <a:cubicBezTo>
                  <a:pt x="2670" y="799"/>
                  <a:pt x="2674" y="809"/>
                  <a:pt x="2678" y="820"/>
                </a:cubicBezTo>
                <a:lnTo>
                  <a:pt x="2678" y="788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3" name="Google Shape;6813;p34"/>
          <p:cNvSpPr/>
          <p:nvPr/>
        </p:nvSpPr>
        <p:spPr>
          <a:xfrm>
            <a:off x="3805700" y="2295664"/>
            <a:ext cx="399731" cy="409970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4" name="Google Shape;6814;p34"/>
          <p:cNvSpPr/>
          <p:nvPr/>
        </p:nvSpPr>
        <p:spPr>
          <a:xfrm>
            <a:off x="2395362" y="3075116"/>
            <a:ext cx="131054" cy="126192"/>
          </a:xfrm>
          <a:custGeom>
            <a:rect b="b" l="l" r="r" t="t"/>
            <a:pathLst>
              <a:path extrusionOk="0" h="3919" w="4070">
                <a:moveTo>
                  <a:pt x="1455" y="0"/>
                </a:moveTo>
                <a:lnTo>
                  <a:pt x="1013" y="2489"/>
                </a:lnTo>
                <a:lnTo>
                  <a:pt x="289" y="3214"/>
                </a:lnTo>
                <a:cubicBezTo>
                  <a:pt x="1" y="3502"/>
                  <a:pt x="280" y="3919"/>
                  <a:pt x="597" y="3919"/>
                </a:cubicBezTo>
                <a:cubicBezTo>
                  <a:pt x="695" y="3919"/>
                  <a:pt x="798" y="3878"/>
                  <a:pt x="887" y="3781"/>
                </a:cubicBezTo>
                <a:lnTo>
                  <a:pt x="1612" y="3088"/>
                </a:lnTo>
                <a:lnTo>
                  <a:pt x="4069" y="2647"/>
                </a:lnTo>
                <a:lnTo>
                  <a:pt x="14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5" name="Google Shape;6815;p34"/>
          <p:cNvSpPr/>
          <p:nvPr/>
        </p:nvSpPr>
        <p:spPr>
          <a:xfrm>
            <a:off x="2456381" y="2963511"/>
            <a:ext cx="182638" cy="181640"/>
          </a:xfrm>
          <a:custGeom>
            <a:rect b="b" l="l" r="r" t="t"/>
            <a:pathLst>
              <a:path extrusionOk="0" h="5641" w="5672">
                <a:moveTo>
                  <a:pt x="2742" y="1"/>
                </a:moveTo>
                <a:lnTo>
                  <a:pt x="1" y="2710"/>
                </a:lnTo>
                <a:lnTo>
                  <a:pt x="2931" y="5640"/>
                </a:lnTo>
                <a:lnTo>
                  <a:pt x="5671" y="2899"/>
                </a:lnTo>
                <a:lnTo>
                  <a:pt x="274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6" name="Google Shape;6816;p34"/>
          <p:cNvSpPr/>
          <p:nvPr/>
        </p:nvSpPr>
        <p:spPr>
          <a:xfrm>
            <a:off x="2537299" y="2791049"/>
            <a:ext cx="297947" cy="247586"/>
          </a:xfrm>
          <a:custGeom>
            <a:rect b="b" l="l" r="r" t="t"/>
            <a:pathLst>
              <a:path extrusionOk="0" h="7689" w="9253">
                <a:moveTo>
                  <a:pt x="3442" y="1"/>
                </a:moveTo>
                <a:cubicBezTo>
                  <a:pt x="3127" y="1"/>
                  <a:pt x="2812" y="127"/>
                  <a:pt x="2591" y="379"/>
                </a:cubicBezTo>
                <a:lnTo>
                  <a:pt x="292" y="2647"/>
                </a:lnTo>
                <a:cubicBezTo>
                  <a:pt x="1" y="2962"/>
                  <a:pt x="287" y="3370"/>
                  <a:pt x="607" y="3370"/>
                </a:cubicBezTo>
                <a:cubicBezTo>
                  <a:pt x="704" y="3370"/>
                  <a:pt x="803" y="3333"/>
                  <a:pt x="890" y="3246"/>
                </a:cubicBezTo>
                <a:lnTo>
                  <a:pt x="3190" y="946"/>
                </a:lnTo>
                <a:cubicBezTo>
                  <a:pt x="3269" y="867"/>
                  <a:pt x="3371" y="828"/>
                  <a:pt x="3474" y="828"/>
                </a:cubicBezTo>
                <a:cubicBezTo>
                  <a:pt x="3576" y="828"/>
                  <a:pt x="3678" y="867"/>
                  <a:pt x="3757" y="946"/>
                </a:cubicBezTo>
                <a:lnTo>
                  <a:pt x="4198" y="1387"/>
                </a:lnTo>
                <a:lnTo>
                  <a:pt x="827" y="4758"/>
                </a:lnTo>
                <a:lnTo>
                  <a:pt x="3726" y="7688"/>
                </a:lnTo>
                <a:lnTo>
                  <a:pt x="7821" y="3593"/>
                </a:lnTo>
                <a:cubicBezTo>
                  <a:pt x="9253" y="2161"/>
                  <a:pt x="8028" y="43"/>
                  <a:pt x="6392" y="43"/>
                </a:cubicBezTo>
                <a:cubicBezTo>
                  <a:pt x="5868" y="43"/>
                  <a:pt x="5301" y="261"/>
                  <a:pt x="4765" y="789"/>
                </a:cubicBezTo>
                <a:cubicBezTo>
                  <a:pt x="4324" y="379"/>
                  <a:pt x="4041" y="1"/>
                  <a:pt x="3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7" name="Google Shape;6817;p34"/>
          <p:cNvSpPr/>
          <p:nvPr/>
        </p:nvSpPr>
        <p:spPr>
          <a:xfrm>
            <a:off x="2689374" y="3466874"/>
            <a:ext cx="26404" cy="53774"/>
          </a:xfrm>
          <a:custGeom>
            <a:rect b="b" l="l" r="r" t="t"/>
            <a:pathLst>
              <a:path extrusionOk="0" h="1670" w="820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190" y="1607"/>
                  <a:pt x="442" y="1670"/>
                </a:cubicBezTo>
                <a:cubicBezTo>
                  <a:pt x="631" y="1607"/>
                  <a:pt x="820" y="1449"/>
                  <a:pt x="820" y="1229"/>
                </a:cubicBezTo>
                <a:lnTo>
                  <a:pt x="82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8" name="Google Shape;6818;p34"/>
          <p:cNvSpPr/>
          <p:nvPr/>
        </p:nvSpPr>
        <p:spPr>
          <a:xfrm>
            <a:off x="2529083" y="3466874"/>
            <a:ext cx="27434" cy="53774"/>
          </a:xfrm>
          <a:custGeom>
            <a:rect b="b" l="l" r="r" t="t"/>
            <a:pathLst>
              <a:path extrusionOk="0" h="1670" w="852">
                <a:moveTo>
                  <a:pt x="1" y="0"/>
                </a:moveTo>
                <a:lnTo>
                  <a:pt x="1" y="1229"/>
                </a:lnTo>
                <a:cubicBezTo>
                  <a:pt x="1" y="1449"/>
                  <a:pt x="221" y="1607"/>
                  <a:pt x="410" y="1670"/>
                </a:cubicBezTo>
                <a:cubicBezTo>
                  <a:pt x="631" y="1607"/>
                  <a:pt x="851" y="1449"/>
                  <a:pt x="851" y="1229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9" name="Google Shape;6819;p34"/>
          <p:cNvSpPr/>
          <p:nvPr/>
        </p:nvSpPr>
        <p:spPr>
          <a:xfrm>
            <a:off x="2445911" y="3518588"/>
            <a:ext cx="355102" cy="185697"/>
          </a:xfrm>
          <a:custGeom>
            <a:rect b="b" l="l" r="r" t="t"/>
            <a:pathLst>
              <a:path extrusionOk="0" h="5767" w="11028">
                <a:moveTo>
                  <a:pt x="7152" y="1671"/>
                </a:moveTo>
                <a:cubicBezTo>
                  <a:pt x="7404" y="1671"/>
                  <a:pt x="7593" y="1860"/>
                  <a:pt x="7593" y="2112"/>
                </a:cubicBezTo>
                <a:lnTo>
                  <a:pt x="7593" y="3750"/>
                </a:lnTo>
                <a:cubicBezTo>
                  <a:pt x="7593" y="4002"/>
                  <a:pt x="7404" y="4159"/>
                  <a:pt x="7152" y="4159"/>
                </a:cubicBezTo>
                <a:lnTo>
                  <a:pt x="3844" y="4159"/>
                </a:lnTo>
                <a:cubicBezTo>
                  <a:pt x="3624" y="4159"/>
                  <a:pt x="3434" y="3939"/>
                  <a:pt x="3434" y="3750"/>
                </a:cubicBezTo>
                <a:lnTo>
                  <a:pt x="3434" y="2112"/>
                </a:lnTo>
                <a:cubicBezTo>
                  <a:pt x="3434" y="1860"/>
                  <a:pt x="3624" y="1671"/>
                  <a:pt x="3844" y="1671"/>
                </a:cubicBezTo>
                <a:close/>
                <a:moveTo>
                  <a:pt x="0" y="1"/>
                </a:moveTo>
                <a:lnTo>
                  <a:pt x="0" y="4537"/>
                </a:lnTo>
                <a:cubicBezTo>
                  <a:pt x="0" y="5199"/>
                  <a:pt x="568" y="5766"/>
                  <a:pt x="1261" y="5766"/>
                </a:cubicBezTo>
                <a:lnTo>
                  <a:pt x="9798" y="5766"/>
                </a:lnTo>
                <a:cubicBezTo>
                  <a:pt x="10460" y="5766"/>
                  <a:pt x="11027" y="5199"/>
                  <a:pt x="11027" y="4537"/>
                </a:cubicBezTo>
                <a:lnTo>
                  <a:pt x="11027" y="1"/>
                </a:lnTo>
                <a:lnTo>
                  <a:pt x="9168" y="1"/>
                </a:lnTo>
                <a:cubicBezTo>
                  <a:pt x="9011" y="473"/>
                  <a:pt x="8538" y="851"/>
                  <a:pt x="8003" y="851"/>
                </a:cubicBezTo>
                <a:cubicBezTo>
                  <a:pt x="7436" y="851"/>
                  <a:pt x="6995" y="473"/>
                  <a:pt x="6806" y="1"/>
                </a:cubicBezTo>
                <a:lnTo>
                  <a:pt x="4159" y="1"/>
                </a:lnTo>
                <a:cubicBezTo>
                  <a:pt x="4002" y="473"/>
                  <a:pt x="3560" y="851"/>
                  <a:pt x="2993" y="851"/>
                </a:cubicBezTo>
                <a:cubicBezTo>
                  <a:pt x="2489" y="851"/>
                  <a:pt x="2017" y="536"/>
                  <a:pt x="18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0" name="Google Shape;6820;p34"/>
          <p:cNvSpPr/>
          <p:nvPr/>
        </p:nvSpPr>
        <p:spPr>
          <a:xfrm>
            <a:off x="2419539" y="3297439"/>
            <a:ext cx="407845" cy="194810"/>
          </a:xfrm>
          <a:custGeom>
            <a:rect b="b" l="l" r="r" t="t"/>
            <a:pathLst>
              <a:path extrusionOk="0" h="6050" w="12666">
                <a:moveTo>
                  <a:pt x="7971" y="820"/>
                </a:moveTo>
                <a:cubicBezTo>
                  <a:pt x="8223" y="820"/>
                  <a:pt x="8381" y="1009"/>
                  <a:pt x="8412" y="1229"/>
                </a:cubicBezTo>
                <a:lnTo>
                  <a:pt x="8412" y="1639"/>
                </a:lnTo>
                <a:lnTo>
                  <a:pt x="4253" y="1639"/>
                </a:lnTo>
                <a:lnTo>
                  <a:pt x="4253" y="1229"/>
                </a:lnTo>
                <a:cubicBezTo>
                  <a:pt x="4253" y="1009"/>
                  <a:pt x="4443" y="851"/>
                  <a:pt x="4663" y="820"/>
                </a:cubicBezTo>
                <a:close/>
                <a:moveTo>
                  <a:pt x="4632" y="1"/>
                </a:moveTo>
                <a:cubicBezTo>
                  <a:pt x="3970" y="1"/>
                  <a:pt x="3403" y="536"/>
                  <a:pt x="3403" y="1229"/>
                </a:cubicBezTo>
                <a:lnTo>
                  <a:pt x="3403" y="1639"/>
                </a:lnTo>
                <a:lnTo>
                  <a:pt x="1229" y="1639"/>
                </a:lnTo>
                <a:cubicBezTo>
                  <a:pt x="536" y="1639"/>
                  <a:pt x="0" y="2175"/>
                  <a:pt x="0" y="2868"/>
                </a:cubicBezTo>
                <a:lnTo>
                  <a:pt x="0" y="5609"/>
                </a:lnTo>
                <a:cubicBezTo>
                  <a:pt x="0" y="5861"/>
                  <a:pt x="189" y="6050"/>
                  <a:pt x="378" y="6050"/>
                </a:cubicBezTo>
                <a:lnTo>
                  <a:pt x="2584" y="6050"/>
                </a:lnTo>
                <a:lnTo>
                  <a:pt x="2584" y="4821"/>
                </a:lnTo>
                <a:cubicBezTo>
                  <a:pt x="2584" y="4600"/>
                  <a:pt x="2804" y="4380"/>
                  <a:pt x="3025" y="4380"/>
                </a:cubicBezTo>
                <a:lnTo>
                  <a:pt x="4663" y="4380"/>
                </a:lnTo>
                <a:cubicBezTo>
                  <a:pt x="4915" y="4380"/>
                  <a:pt x="5104" y="4600"/>
                  <a:pt x="5104" y="4821"/>
                </a:cubicBezTo>
                <a:lnTo>
                  <a:pt x="5104" y="6050"/>
                </a:lnTo>
                <a:lnTo>
                  <a:pt x="7593" y="6050"/>
                </a:lnTo>
                <a:lnTo>
                  <a:pt x="7593" y="4821"/>
                </a:lnTo>
                <a:cubicBezTo>
                  <a:pt x="7593" y="4600"/>
                  <a:pt x="7782" y="4380"/>
                  <a:pt x="7971" y="4380"/>
                </a:cubicBezTo>
                <a:lnTo>
                  <a:pt x="9641" y="4380"/>
                </a:lnTo>
                <a:cubicBezTo>
                  <a:pt x="9861" y="4380"/>
                  <a:pt x="10019" y="4600"/>
                  <a:pt x="10019" y="4821"/>
                </a:cubicBezTo>
                <a:lnTo>
                  <a:pt x="10019" y="6050"/>
                </a:lnTo>
                <a:lnTo>
                  <a:pt x="12224" y="6050"/>
                </a:lnTo>
                <a:cubicBezTo>
                  <a:pt x="12476" y="6050"/>
                  <a:pt x="12665" y="5861"/>
                  <a:pt x="12665" y="5609"/>
                </a:cubicBezTo>
                <a:lnTo>
                  <a:pt x="12665" y="2868"/>
                </a:lnTo>
                <a:cubicBezTo>
                  <a:pt x="12665" y="2238"/>
                  <a:pt x="12067" y="1639"/>
                  <a:pt x="11405" y="1639"/>
                </a:cubicBezTo>
                <a:lnTo>
                  <a:pt x="9200" y="1639"/>
                </a:lnTo>
                <a:lnTo>
                  <a:pt x="9200" y="1229"/>
                </a:lnTo>
                <a:cubicBezTo>
                  <a:pt x="9200" y="568"/>
                  <a:pt x="8664" y="32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1" name="Google Shape;6821;p34"/>
          <p:cNvSpPr/>
          <p:nvPr/>
        </p:nvSpPr>
        <p:spPr>
          <a:xfrm>
            <a:off x="2418524" y="3801800"/>
            <a:ext cx="327699" cy="326669"/>
          </a:xfrm>
          <a:custGeom>
            <a:rect b="b" l="l" r="r" t="t"/>
            <a:pathLst>
              <a:path extrusionOk="0" h="10145" w="10177">
                <a:moveTo>
                  <a:pt x="5104" y="3813"/>
                </a:moveTo>
                <a:cubicBezTo>
                  <a:pt x="5797" y="3813"/>
                  <a:pt x="6364" y="4348"/>
                  <a:pt x="6364" y="5073"/>
                </a:cubicBezTo>
                <a:cubicBezTo>
                  <a:pt x="6364" y="5766"/>
                  <a:pt x="5797" y="6333"/>
                  <a:pt x="5104" y="6333"/>
                </a:cubicBezTo>
                <a:cubicBezTo>
                  <a:pt x="4379" y="6333"/>
                  <a:pt x="3844" y="5766"/>
                  <a:pt x="3844" y="5073"/>
                </a:cubicBezTo>
                <a:cubicBezTo>
                  <a:pt x="3844" y="4411"/>
                  <a:pt x="4411" y="3813"/>
                  <a:pt x="5104" y="3813"/>
                </a:cubicBezTo>
                <a:close/>
                <a:moveTo>
                  <a:pt x="5104" y="0"/>
                </a:moveTo>
                <a:cubicBezTo>
                  <a:pt x="2300" y="0"/>
                  <a:pt x="0" y="2269"/>
                  <a:pt x="0" y="5073"/>
                </a:cubicBezTo>
                <a:cubicBezTo>
                  <a:pt x="63" y="7908"/>
                  <a:pt x="2300" y="10145"/>
                  <a:pt x="5104" y="10145"/>
                </a:cubicBezTo>
                <a:cubicBezTo>
                  <a:pt x="7877" y="10145"/>
                  <a:pt x="10176" y="7877"/>
                  <a:pt x="10176" y="5073"/>
                </a:cubicBezTo>
                <a:cubicBezTo>
                  <a:pt x="10176" y="2269"/>
                  <a:pt x="7877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2" name="Google Shape;6822;p34"/>
          <p:cNvSpPr/>
          <p:nvPr/>
        </p:nvSpPr>
        <p:spPr>
          <a:xfrm>
            <a:off x="2473296" y="3965986"/>
            <a:ext cx="355102" cy="243657"/>
          </a:xfrm>
          <a:custGeom>
            <a:rect b="b" l="l" r="r" t="t"/>
            <a:pathLst>
              <a:path extrusionOk="0" h="7567" w="11028">
                <a:moveTo>
                  <a:pt x="9774" y="0"/>
                </a:moveTo>
                <a:cubicBezTo>
                  <a:pt x="9040" y="0"/>
                  <a:pt x="8444" y="548"/>
                  <a:pt x="8444" y="1265"/>
                </a:cubicBezTo>
                <a:cubicBezTo>
                  <a:pt x="8444" y="1801"/>
                  <a:pt x="8790" y="2305"/>
                  <a:pt x="9295" y="2463"/>
                </a:cubicBezTo>
                <a:lnTo>
                  <a:pt x="9295" y="2967"/>
                </a:lnTo>
                <a:cubicBezTo>
                  <a:pt x="9295" y="4416"/>
                  <a:pt x="8192" y="5645"/>
                  <a:pt x="6774" y="5834"/>
                </a:cubicBezTo>
                <a:lnTo>
                  <a:pt x="6774" y="4825"/>
                </a:lnTo>
                <a:cubicBezTo>
                  <a:pt x="5829" y="5487"/>
                  <a:pt x="4663" y="5865"/>
                  <a:pt x="3403" y="5865"/>
                </a:cubicBezTo>
                <a:cubicBezTo>
                  <a:pt x="2143" y="5865"/>
                  <a:pt x="977" y="5487"/>
                  <a:pt x="1" y="4825"/>
                </a:cubicBezTo>
                <a:lnTo>
                  <a:pt x="1" y="6306"/>
                </a:lnTo>
                <a:cubicBezTo>
                  <a:pt x="1" y="7031"/>
                  <a:pt x="568" y="7566"/>
                  <a:pt x="1261" y="7566"/>
                </a:cubicBezTo>
                <a:lnTo>
                  <a:pt x="5388" y="7566"/>
                </a:lnTo>
                <a:cubicBezTo>
                  <a:pt x="5955" y="7566"/>
                  <a:pt x="6459" y="7220"/>
                  <a:pt x="6617" y="6716"/>
                </a:cubicBezTo>
                <a:cubicBezTo>
                  <a:pt x="8601" y="6495"/>
                  <a:pt x="10082" y="4920"/>
                  <a:pt x="10114" y="2904"/>
                </a:cubicBezTo>
                <a:lnTo>
                  <a:pt x="10114" y="2400"/>
                </a:lnTo>
                <a:cubicBezTo>
                  <a:pt x="10649" y="2211"/>
                  <a:pt x="11027" y="1706"/>
                  <a:pt x="10996" y="1108"/>
                </a:cubicBezTo>
                <a:cubicBezTo>
                  <a:pt x="10964" y="572"/>
                  <a:pt x="10492" y="100"/>
                  <a:pt x="9893" y="5"/>
                </a:cubicBezTo>
                <a:cubicBezTo>
                  <a:pt x="9853" y="2"/>
                  <a:pt x="9813" y="0"/>
                  <a:pt x="97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3" name="Google Shape;6823;p34"/>
          <p:cNvSpPr/>
          <p:nvPr/>
        </p:nvSpPr>
        <p:spPr>
          <a:xfrm>
            <a:off x="4121222" y="4047785"/>
            <a:ext cx="163351" cy="158295"/>
          </a:xfrm>
          <a:custGeom>
            <a:rect b="b" l="l" r="r" t="t"/>
            <a:pathLst>
              <a:path extrusionOk="0" h="4916" w="5073">
                <a:moveTo>
                  <a:pt x="2238" y="1"/>
                </a:moveTo>
                <a:cubicBezTo>
                  <a:pt x="1986" y="442"/>
                  <a:pt x="1671" y="820"/>
                  <a:pt x="1324" y="1229"/>
                </a:cubicBezTo>
                <a:cubicBezTo>
                  <a:pt x="946" y="1671"/>
                  <a:pt x="473" y="1986"/>
                  <a:pt x="1" y="2238"/>
                </a:cubicBezTo>
                <a:lnTo>
                  <a:pt x="2206" y="4443"/>
                </a:lnTo>
                <a:cubicBezTo>
                  <a:pt x="2521" y="4758"/>
                  <a:pt x="2923" y="4916"/>
                  <a:pt x="3325" y="4916"/>
                </a:cubicBezTo>
                <a:cubicBezTo>
                  <a:pt x="3726" y="4916"/>
                  <a:pt x="4128" y="4758"/>
                  <a:pt x="4443" y="4443"/>
                </a:cubicBezTo>
                <a:cubicBezTo>
                  <a:pt x="5073" y="3813"/>
                  <a:pt x="5073" y="2836"/>
                  <a:pt x="4443" y="2206"/>
                </a:cubicBezTo>
                <a:lnTo>
                  <a:pt x="223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4" name="Google Shape;6824;p34"/>
          <p:cNvSpPr/>
          <p:nvPr/>
        </p:nvSpPr>
        <p:spPr>
          <a:xfrm>
            <a:off x="3870674" y="3796208"/>
            <a:ext cx="319585" cy="320648"/>
          </a:xfrm>
          <a:custGeom>
            <a:rect b="b" l="l" r="r" t="t"/>
            <a:pathLst>
              <a:path extrusionOk="0" h="9958" w="9925">
                <a:moveTo>
                  <a:pt x="4978" y="1702"/>
                </a:moveTo>
                <a:cubicBezTo>
                  <a:pt x="6774" y="1702"/>
                  <a:pt x="8286" y="3214"/>
                  <a:pt x="8286" y="5010"/>
                </a:cubicBezTo>
                <a:cubicBezTo>
                  <a:pt x="8254" y="5892"/>
                  <a:pt x="7939" y="6711"/>
                  <a:pt x="7341" y="7310"/>
                </a:cubicBezTo>
                <a:cubicBezTo>
                  <a:pt x="6742" y="7908"/>
                  <a:pt x="5923" y="8318"/>
                  <a:pt x="4978" y="8318"/>
                </a:cubicBezTo>
                <a:cubicBezTo>
                  <a:pt x="3151" y="8318"/>
                  <a:pt x="1670" y="6837"/>
                  <a:pt x="1670" y="5010"/>
                </a:cubicBezTo>
                <a:cubicBezTo>
                  <a:pt x="1670" y="3214"/>
                  <a:pt x="3151" y="1702"/>
                  <a:pt x="4978" y="1702"/>
                </a:cubicBezTo>
                <a:close/>
                <a:moveTo>
                  <a:pt x="4978" y="1"/>
                </a:moveTo>
                <a:cubicBezTo>
                  <a:pt x="2268" y="1"/>
                  <a:pt x="0" y="2269"/>
                  <a:pt x="0" y="4978"/>
                </a:cubicBezTo>
                <a:cubicBezTo>
                  <a:pt x="0" y="7688"/>
                  <a:pt x="2268" y="9956"/>
                  <a:pt x="4978" y="9956"/>
                </a:cubicBezTo>
                <a:cubicBezTo>
                  <a:pt x="5013" y="9957"/>
                  <a:pt x="5048" y="9957"/>
                  <a:pt x="5083" y="9957"/>
                </a:cubicBezTo>
                <a:cubicBezTo>
                  <a:pt x="6367" y="9957"/>
                  <a:pt x="7586" y="9395"/>
                  <a:pt x="8506" y="8444"/>
                </a:cubicBezTo>
                <a:cubicBezTo>
                  <a:pt x="9420" y="7499"/>
                  <a:pt x="9924" y="6270"/>
                  <a:pt x="9924" y="4978"/>
                </a:cubicBezTo>
                <a:cubicBezTo>
                  <a:pt x="9924" y="2269"/>
                  <a:pt x="7687" y="1"/>
                  <a:pt x="49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5" name="Google Shape;6825;p34"/>
          <p:cNvSpPr/>
          <p:nvPr/>
        </p:nvSpPr>
        <p:spPr>
          <a:xfrm>
            <a:off x="1859597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" y="0"/>
                </a:moveTo>
                <a:lnTo>
                  <a:pt x="1" y="9830"/>
                </a:lnTo>
                <a:lnTo>
                  <a:pt x="1670" y="8192"/>
                </a:lnTo>
                <a:lnTo>
                  <a:pt x="1670" y="1639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6" name="Google Shape;6826;p34"/>
          <p:cNvSpPr/>
          <p:nvPr/>
        </p:nvSpPr>
        <p:spPr>
          <a:xfrm>
            <a:off x="2214666" y="1372787"/>
            <a:ext cx="53806" cy="316526"/>
          </a:xfrm>
          <a:custGeom>
            <a:rect b="b" l="l" r="r" t="t"/>
            <a:pathLst>
              <a:path extrusionOk="0" h="9830" w="1671">
                <a:moveTo>
                  <a:pt x="1670" y="0"/>
                </a:moveTo>
                <a:lnTo>
                  <a:pt x="0" y="1639"/>
                </a:lnTo>
                <a:lnTo>
                  <a:pt x="0" y="8192"/>
                </a:lnTo>
                <a:lnTo>
                  <a:pt x="1670" y="9830"/>
                </a:lnTo>
                <a:lnTo>
                  <a:pt x="167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7" name="Google Shape;6827;p34"/>
          <p:cNvSpPr/>
          <p:nvPr/>
        </p:nvSpPr>
        <p:spPr>
          <a:xfrm>
            <a:off x="1939743" y="1433645"/>
            <a:ext cx="248584" cy="194810"/>
          </a:xfrm>
          <a:custGeom>
            <a:rect b="b" l="l" r="r" t="t"/>
            <a:pathLst>
              <a:path extrusionOk="0" h="6050" w="7720">
                <a:moveTo>
                  <a:pt x="1" y="1"/>
                </a:moveTo>
                <a:lnTo>
                  <a:pt x="1" y="6050"/>
                </a:lnTo>
                <a:lnTo>
                  <a:pt x="3592" y="6050"/>
                </a:lnTo>
                <a:lnTo>
                  <a:pt x="3592" y="4821"/>
                </a:lnTo>
                <a:cubicBezTo>
                  <a:pt x="3592" y="4600"/>
                  <a:pt x="3781" y="4411"/>
                  <a:pt x="4002" y="4411"/>
                </a:cubicBezTo>
                <a:lnTo>
                  <a:pt x="6491" y="4411"/>
                </a:lnTo>
                <a:cubicBezTo>
                  <a:pt x="6743" y="4411"/>
                  <a:pt x="6932" y="4600"/>
                  <a:pt x="6932" y="4821"/>
                </a:cubicBezTo>
                <a:lnTo>
                  <a:pt x="6932" y="6050"/>
                </a:lnTo>
                <a:lnTo>
                  <a:pt x="7719" y="6050"/>
                </a:lnTo>
                <a:lnTo>
                  <a:pt x="771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8" name="Google Shape;6828;p34"/>
          <p:cNvSpPr/>
          <p:nvPr/>
        </p:nvSpPr>
        <p:spPr>
          <a:xfrm>
            <a:off x="1878885" y="1655825"/>
            <a:ext cx="370300" cy="52776"/>
          </a:xfrm>
          <a:custGeom>
            <a:rect b="b" l="l" r="r" t="t"/>
            <a:pathLst>
              <a:path extrusionOk="0" h="1639" w="11500">
                <a:moveTo>
                  <a:pt x="1639" y="0"/>
                </a:moveTo>
                <a:lnTo>
                  <a:pt x="0" y="1638"/>
                </a:lnTo>
                <a:lnTo>
                  <a:pt x="11500" y="1638"/>
                </a:lnTo>
                <a:lnTo>
                  <a:pt x="98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9" name="Google Shape;6829;p34"/>
          <p:cNvSpPr/>
          <p:nvPr/>
        </p:nvSpPr>
        <p:spPr>
          <a:xfrm>
            <a:off x="1877854" y="1299983"/>
            <a:ext cx="371330" cy="107323"/>
          </a:xfrm>
          <a:custGeom>
            <a:rect b="b" l="l" r="r" t="t"/>
            <a:pathLst>
              <a:path extrusionOk="0" h="3333" w="11532">
                <a:moveTo>
                  <a:pt x="5798" y="1033"/>
                </a:moveTo>
                <a:lnTo>
                  <a:pt x="6459" y="1694"/>
                </a:lnTo>
                <a:lnTo>
                  <a:pt x="5136" y="1694"/>
                </a:lnTo>
                <a:lnTo>
                  <a:pt x="5798" y="1033"/>
                </a:lnTo>
                <a:close/>
                <a:moveTo>
                  <a:pt x="5750" y="1"/>
                </a:moveTo>
                <a:cubicBezTo>
                  <a:pt x="5640" y="1"/>
                  <a:pt x="5530" y="40"/>
                  <a:pt x="5451" y="119"/>
                </a:cubicBezTo>
                <a:lnTo>
                  <a:pt x="3939" y="1663"/>
                </a:lnTo>
                <a:lnTo>
                  <a:pt x="1" y="1663"/>
                </a:lnTo>
                <a:lnTo>
                  <a:pt x="1639" y="3332"/>
                </a:lnTo>
                <a:lnTo>
                  <a:pt x="9862" y="3332"/>
                </a:lnTo>
                <a:lnTo>
                  <a:pt x="11532" y="1663"/>
                </a:lnTo>
                <a:lnTo>
                  <a:pt x="7593" y="1663"/>
                </a:lnTo>
                <a:lnTo>
                  <a:pt x="6050" y="119"/>
                </a:lnTo>
                <a:cubicBezTo>
                  <a:pt x="5971" y="40"/>
                  <a:pt x="5861" y="1"/>
                  <a:pt x="5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0" name="Google Shape;6830;p34"/>
          <p:cNvSpPr/>
          <p:nvPr/>
        </p:nvSpPr>
        <p:spPr>
          <a:xfrm>
            <a:off x="1944332" y="1950047"/>
            <a:ext cx="240437" cy="239439"/>
          </a:xfrm>
          <a:custGeom>
            <a:rect b="b" l="l" r="r" t="t"/>
            <a:pathLst>
              <a:path extrusionOk="0" h="7436" w="7467">
                <a:moveTo>
                  <a:pt x="3686" y="1465"/>
                </a:moveTo>
                <a:cubicBezTo>
                  <a:pt x="3836" y="1465"/>
                  <a:pt x="3985" y="1544"/>
                  <a:pt x="4064" y="1702"/>
                </a:cubicBezTo>
                <a:lnTo>
                  <a:pt x="4537" y="2678"/>
                </a:lnTo>
                <a:lnTo>
                  <a:pt x="5608" y="2836"/>
                </a:lnTo>
                <a:cubicBezTo>
                  <a:pt x="5955" y="2867"/>
                  <a:pt x="6081" y="3308"/>
                  <a:pt x="5829" y="3561"/>
                </a:cubicBezTo>
                <a:lnTo>
                  <a:pt x="5041" y="4285"/>
                </a:lnTo>
                <a:lnTo>
                  <a:pt x="5261" y="5356"/>
                </a:lnTo>
                <a:cubicBezTo>
                  <a:pt x="5286" y="5630"/>
                  <a:pt x="5075" y="5845"/>
                  <a:pt x="4845" y="5845"/>
                </a:cubicBezTo>
                <a:cubicBezTo>
                  <a:pt x="4784" y="5845"/>
                  <a:pt x="4722" y="5830"/>
                  <a:pt x="4663" y="5797"/>
                </a:cubicBezTo>
                <a:lnTo>
                  <a:pt x="3686" y="5262"/>
                </a:lnTo>
                <a:lnTo>
                  <a:pt x="2678" y="5797"/>
                </a:lnTo>
                <a:cubicBezTo>
                  <a:pt x="2616" y="5828"/>
                  <a:pt x="2553" y="5842"/>
                  <a:pt x="2492" y="5842"/>
                </a:cubicBezTo>
                <a:cubicBezTo>
                  <a:pt x="2244" y="5842"/>
                  <a:pt x="2035" y="5609"/>
                  <a:pt x="2111" y="5356"/>
                </a:cubicBezTo>
                <a:lnTo>
                  <a:pt x="2300" y="4285"/>
                </a:lnTo>
                <a:lnTo>
                  <a:pt x="1512" y="3561"/>
                </a:lnTo>
                <a:cubicBezTo>
                  <a:pt x="1323" y="3308"/>
                  <a:pt x="1418" y="2867"/>
                  <a:pt x="1796" y="2836"/>
                </a:cubicBezTo>
                <a:lnTo>
                  <a:pt x="2836" y="2678"/>
                </a:lnTo>
                <a:lnTo>
                  <a:pt x="3308" y="1702"/>
                </a:lnTo>
                <a:cubicBezTo>
                  <a:pt x="3387" y="1544"/>
                  <a:pt x="3537" y="1465"/>
                  <a:pt x="3686" y="1465"/>
                </a:cubicBezTo>
                <a:close/>
                <a:moveTo>
                  <a:pt x="3718" y="0"/>
                </a:moveTo>
                <a:cubicBezTo>
                  <a:pt x="1670" y="0"/>
                  <a:pt x="32" y="1670"/>
                  <a:pt x="32" y="3750"/>
                </a:cubicBezTo>
                <a:cubicBezTo>
                  <a:pt x="0" y="5766"/>
                  <a:pt x="1670" y="7436"/>
                  <a:pt x="3718" y="7436"/>
                </a:cubicBezTo>
                <a:cubicBezTo>
                  <a:pt x="5765" y="7436"/>
                  <a:pt x="7404" y="5797"/>
                  <a:pt x="7467" y="3750"/>
                </a:cubicBezTo>
                <a:cubicBezTo>
                  <a:pt x="7467" y="1702"/>
                  <a:pt x="5797" y="32"/>
                  <a:pt x="37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1" name="Google Shape;6831;p34"/>
          <p:cNvSpPr/>
          <p:nvPr/>
        </p:nvSpPr>
        <p:spPr>
          <a:xfrm>
            <a:off x="2074161" y="1784056"/>
            <a:ext cx="194810" cy="190366"/>
          </a:xfrm>
          <a:custGeom>
            <a:rect b="b" l="l" r="r" t="t"/>
            <a:pathLst>
              <a:path extrusionOk="0" h="5912" w="6050">
                <a:moveTo>
                  <a:pt x="3829" y="0"/>
                </a:moveTo>
                <a:cubicBezTo>
                  <a:pt x="3706" y="0"/>
                  <a:pt x="3580" y="47"/>
                  <a:pt x="3498" y="146"/>
                </a:cubicBezTo>
                <a:lnTo>
                  <a:pt x="1" y="4336"/>
                </a:lnTo>
                <a:cubicBezTo>
                  <a:pt x="1229" y="4399"/>
                  <a:pt x="2332" y="4998"/>
                  <a:pt x="3088" y="5912"/>
                </a:cubicBezTo>
                <a:lnTo>
                  <a:pt x="5861" y="2446"/>
                </a:lnTo>
                <a:cubicBezTo>
                  <a:pt x="6050" y="2289"/>
                  <a:pt x="6050" y="2037"/>
                  <a:pt x="5924" y="1879"/>
                </a:cubicBezTo>
                <a:lnTo>
                  <a:pt x="4128" y="115"/>
                </a:lnTo>
                <a:cubicBezTo>
                  <a:pt x="4053" y="40"/>
                  <a:pt x="3942" y="0"/>
                  <a:pt x="3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2" name="Google Shape;6832;p34"/>
          <p:cNvSpPr/>
          <p:nvPr/>
        </p:nvSpPr>
        <p:spPr>
          <a:xfrm>
            <a:off x="1968674" y="1781642"/>
            <a:ext cx="190753" cy="115695"/>
          </a:xfrm>
          <a:custGeom>
            <a:rect b="b" l="l" r="r" t="t"/>
            <a:pathLst>
              <a:path extrusionOk="0" h="3593" w="5924">
                <a:moveTo>
                  <a:pt x="0" y="1"/>
                </a:moveTo>
                <a:lnTo>
                  <a:pt x="2962" y="3592"/>
                </a:lnTo>
                <a:lnTo>
                  <a:pt x="592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3" name="Google Shape;6833;p34"/>
          <p:cNvSpPr/>
          <p:nvPr/>
        </p:nvSpPr>
        <p:spPr>
          <a:xfrm>
            <a:off x="1859099" y="1784056"/>
            <a:ext cx="191751" cy="189368"/>
          </a:xfrm>
          <a:custGeom>
            <a:rect b="b" l="l" r="r" t="t"/>
            <a:pathLst>
              <a:path extrusionOk="0" h="5881" w="5955">
                <a:moveTo>
                  <a:pt x="2194" y="0"/>
                </a:moveTo>
                <a:cubicBezTo>
                  <a:pt x="2084" y="0"/>
                  <a:pt x="1965" y="40"/>
                  <a:pt x="1859" y="115"/>
                </a:cubicBezTo>
                <a:lnTo>
                  <a:pt x="95" y="1879"/>
                </a:lnTo>
                <a:cubicBezTo>
                  <a:pt x="1" y="2037"/>
                  <a:pt x="1" y="2289"/>
                  <a:pt x="95" y="2446"/>
                </a:cubicBezTo>
                <a:lnTo>
                  <a:pt x="2899" y="5880"/>
                </a:lnTo>
                <a:cubicBezTo>
                  <a:pt x="3655" y="4998"/>
                  <a:pt x="4758" y="4399"/>
                  <a:pt x="5955" y="4305"/>
                </a:cubicBezTo>
                <a:lnTo>
                  <a:pt x="2490" y="146"/>
                </a:lnTo>
                <a:cubicBezTo>
                  <a:pt x="2424" y="47"/>
                  <a:pt x="2315" y="0"/>
                  <a:pt x="21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4" name="Google Shape;6834;p34"/>
          <p:cNvSpPr/>
          <p:nvPr/>
        </p:nvSpPr>
        <p:spPr>
          <a:xfrm>
            <a:off x="1862375" y="2271419"/>
            <a:ext cx="409874" cy="407105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5" name="Google Shape;6835;p34"/>
          <p:cNvSpPr/>
          <p:nvPr/>
        </p:nvSpPr>
        <p:spPr>
          <a:xfrm>
            <a:off x="442272" y="2814152"/>
            <a:ext cx="483934" cy="406815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6" name="Google Shape;6836;p34"/>
          <p:cNvSpPr/>
          <p:nvPr/>
        </p:nvSpPr>
        <p:spPr>
          <a:xfrm>
            <a:off x="503229" y="3569978"/>
            <a:ext cx="372071" cy="158649"/>
          </a:xfrm>
          <a:custGeom>
            <a:rect b="b" l="l" r="r" t="t"/>
            <a:pathLst>
              <a:path extrusionOk="0" h="4927" w="11555">
                <a:moveTo>
                  <a:pt x="3679" y="2028"/>
                </a:moveTo>
                <a:cubicBezTo>
                  <a:pt x="3931" y="2028"/>
                  <a:pt x="4088" y="2217"/>
                  <a:pt x="4088" y="2469"/>
                </a:cubicBezTo>
                <a:cubicBezTo>
                  <a:pt x="4088" y="2721"/>
                  <a:pt x="3868" y="2878"/>
                  <a:pt x="3679" y="2878"/>
                </a:cubicBezTo>
                <a:cubicBezTo>
                  <a:pt x="3458" y="2878"/>
                  <a:pt x="3238" y="2658"/>
                  <a:pt x="3238" y="2469"/>
                </a:cubicBezTo>
                <a:cubicBezTo>
                  <a:pt x="3238" y="2185"/>
                  <a:pt x="3458" y="2028"/>
                  <a:pt x="3679" y="2028"/>
                </a:cubicBezTo>
                <a:close/>
                <a:moveTo>
                  <a:pt x="7806" y="1618"/>
                </a:moveTo>
                <a:cubicBezTo>
                  <a:pt x="8278" y="1618"/>
                  <a:pt x="8656" y="1965"/>
                  <a:pt x="8656" y="2437"/>
                </a:cubicBezTo>
                <a:cubicBezTo>
                  <a:pt x="8656" y="2910"/>
                  <a:pt x="8278" y="3256"/>
                  <a:pt x="7806" y="3256"/>
                </a:cubicBezTo>
                <a:cubicBezTo>
                  <a:pt x="7333" y="3256"/>
                  <a:pt x="6987" y="2910"/>
                  <a:pt x="6987" y="2437"/>
                </a:cubicBezTo>
                <a:cubicBezTo>
                  <a:pt x="6987" y="1965"/>
                  <a:pt x="7333" y="1618"/>
                  <a:pt x="7806" y="1618"/>
                </a:cubicBezTo>
                <a:close/>
                <a:moveTo>
                  <a:pt x="5348" y="2878"/>
                </a:moveTo>
                <a:cubicBezTo>
                  <a:pt x="5569" y="2878"/>
                  <a:pt x="5758" y="3067"/>
                  <a:pt x="5758" y="3256"/>
                </a:cubicBezTo>
                <a:cubicBezTo>
                  <a:pt x="5758" y="3509"/>
                  <a:pt x="5569" y="3698"/>
                  <a:pt x="5348" y="3698"/>
                </a:cubicBezTo>
                <a:cubicBezTo>
                  <a:pt x="5096" y="3698"/>
                  <a:pt x="4907" y="3509"/>
                  <a:pt x="4907" y="3256"/>
                </a:cubicBezTo>
                <a:cubicBezTo>
                  <a:pt x="4907" y="3004"/>
                  <a:pt x="5096" y="2878"/>
                  <a:pt x="5348" y="2878"/>
                </a:cubicBezTo>
                <a:close/>
                <a:moveTo>
                  <a:pt x="8249" y="1"/>
                </a:moveTo>
                <a:cubicBezTo>
                  <a:pt x="6319" y="1"/>
                  <a:pt x="5400" y="1530"/>
                  <a:pt x="3381" y="1530"/>
                </a:cubicBezTo>
                <a:cubicBezTo>
                  <a:pt x="2909" y="1530"/>
                  <a:pt x="2377" y="1447"/>
                  <a:pt x="1757" y="1240"/>
                </a:cubicBezTo>
                <a:lnTo>
                  <a:pt x="560" y="2973"/>
                </a:lnTo>
                <a:cubicBezTo>
                  <a:pt x="0" y="3812"/>
                  <a:pt x="544" y="4927"/>
                  <a:pt x="1557" y="4927"/>
                </a:cubicBezTo>
                <a:cubicBezTo>
                  <a:pt x="1571" y="4927"/>
                  <a:pt x="1585" y="4927"/>
                  <a:pt x="1599" y="4926"/>
                </a:cubicBezTo>
                <a:lnTo>
                  <a:pt x="9980" y="4926"/>
                </a:lnTo>
                <a:cubicBezTo>
                  <a:pt x="10956" y="4926"/>
                  <a:pt x="11555" y="3761"/>
                  <a:pt x="11019" y="2941"/>
                </a:cubicBezTo>
                <a:lnTo>
                  <a:pt x="9003" y="75"/>
                </a:lnTo>
                <a:cubicBezTo>
                  <a:pt x="8734" y="24"/>
                  <a:pt x="8484" y="1"/>
                  <a:pt x="8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7" name="Google Shape;6837;p34"/>
          <p:cNvSpPr/>
          <p:nvPr/>
        </p:nvSpPr>
        <p:spPr>
          <a:xfrm>
            <a:off x="577031" y="3319753"/>
            <a:ext cx="206982" cy="273120"/>
          </a:xfrm>
          <a:custGeom>
            <a:rect b="b" l="l" r="r" t="t"/>
            <a:pathLst>
              <a:path extrusionOk="0" h="8482" w="6428">
                <a:moveTo>
                  <a:pt x="1891" y="1"/>
                </a:moveTo>
                <a:cubicBezTo>
                  <a:pt x="1229" y="1"/>
                  <a:pt x="694" y="568"/>
                  <a:pt x="694" y="1261"/>
                </a:cubicBezTo>
                <a:cubicBezTo>
                  <a:pt x="694" y="1828"/>
                  <a:pt x="1040" y="2238"/>
                  <a:pt x="1513" y="2395"/>
                </a:cubicBezTo>
                <a:lnTo>
                  <a:pt x="1513" y="5829"/>
                </a:lnTo>
                <a:cubicBezTo>
                  <a:pt x="1481" y="6459"/>
                  <a:pt x="1072" y="6774"/>
                  <a:pt x="0" y="8318"/>
                </a:cubicBezTo>
                <a:cubicBezTo>
                  <a:pt x="441" y="8433"/>
                  <a:pt x="822" y="8482"/>
                  <a:pt x="1162" y="8482"/>
                </a:cubicBezTo>
                <a:cubicBezTo>
                  <a:pt x="3061" y="8482"/>
                  <a:pt x="3671" y="6963"/>
                  <a:pt x="6049" y="6963"/>
                </a:cubicBezTo>
                <a:lnTo>
                  <a:pt x="6112" y="6963"/>
                </a:lnTo>
                <a:cubicBezTo>
                  <a:pt x="5829" y="6585"/>
                  <a:pt x="5608" y="6333"/>
                  <a:pt x="5608" y="5861"/>
                </a:cubicBezTo>
                <a:lnTo>
                  <a:pt x="5608" y="2458"/>
                </a:lnTo>
                <a:cubicBezTo>
                  <a:pt x="6081" y="2301"/>
                  <a:pt x="6427" y="1828"/>
                  <a:pt x="6427" y="1261"/>
                </a:cubicBezTo>
                <a:cubicBezTo>
                  <a:pt x="6427" y="599"/>
                  <a:pt x="5892" y="1"/>
                  <a:pt x="51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8" name="Google Shape;6838;p34"/>
          <p:cNvSpPr/>
          <p:nvPr/>
        </p:nvSpPr>
        <p:spPr>
          <a:xfrm>
            <a:off x="485342" y="3825145"/>
            <a:ext cx="407845" cy="299267"/>
          </a:xfrm>
          <a:custGeom>
            <a:rect b="b" l="l" r="r" t="t"/>
            <a:pathLst>
              <a:path extrusionOk="0" h="9294" w="12666">
                <a:moveTo>
                  <a:pt x="11405" y="1701"/>
                </a:moveTo>
                <a:cubicBezTo>
                  <a:pt x="11626" y="1701"/>
                  <a:pt x="11846" y="1890"/>
                  <a:pt x="11846" y="2142"/>
                </a:cubicBezTo>
                <a:cubicBezTo>
                  <a:pt x="11846" y="3749"/>
                  <a:pt x="11090" y="4663"/>
                  <a:pt x="9956" y="4978"/>
                </a:cubicBezTo>
                <a:cubicBezTo>
                  <a:pt x="10051" y="4631"/>
                  <a:pt x="10145" y="4222"/>
                  <a:pt x="10145" y="3844"/>
                </a:cubicBezTo>
                <a:lnTo>
                  <a:pt x="10145" y="1701"/>
                </a:lnTo>
                <a:close/>
                <a:moveTo>
                  <a:pt x="2584" y="1701"/>
                </a:moveTo>
                <a:lnTo>
                  <a:pt x="2584" y="3812"/>
                </a:lnTo>
                <a:cubicBezTo>
                  <a:pt x="2584" y="4222"/>
                  <a:pt x="2647" y="4600"/>
                  <a:pt x="2773" y="5009"/>
                </a:cubicBezTo>
                <a:cubicBezTo>
                  <a:pt x="1639" y="4694"/>
                  <a:pt x="851" y="3781"/>
                  <a:pt x="851" y="2142"/>
                </a:cubicBezTo>
                <a:cubicBezTo>
                  <a:pt x="851" y="1890"/>
                  <a:pt x="1040" y="1701"/>
                  <a:pt x="1292" y="1701"/>
                </a:cubicBezTo>
                <a:close/>
                <a:moveTo>
                  <a:pt x="4065" y="3655"/>
                </a:moveTo>
                <a:cubicBezTo>
                  <a:pt x="4317" y="3655"/>
                  <a:pt x="4506" y="3875"/>
                  <a:pt x="4506" y="4096"/>
                </a:cubicBezTo>
                <a:cubicBezTo>
                  <a:pt x="4506" y="4631"/>
                  <a:pt x="4821" y="5041"/>
                  <a:pt x="5262" y="5261"/>
                </a:cubicBezTo>
                <a:cubicBezTo>
                  <a:pt x="5451" y="5324"/>
                  <a:pt x="5577" y="5608"/>
                  <a:pt x="5482" y="5797"/>
                </a:cubicBezTo>
                <a:cubicBezTo>
                  <a:pt x="5431" y="5952"/>
                  <a:pt x="5229" y="6065"/>
                  <a:pt x="5054" y="6065"/>
                </a:cubicBezTo>
                <a:cubicBezTo>
                  <a:pt x="5017" y="6065"/>
                  <a:pt x="4980" y="6060"/>
                  <a:pt x="4947" y="6049"/>
                </a:cubicBezTo>
                <a:cubicBezTo>
                  <a:pt x="4128" y="5734"/>
                  <a:pt x="3655" y="4946"/>
                  <a:pt x="3655" y="4096"/>
                </a:cubicBezTo>
                <a:cubicBezTo>
                  <a:pt x="3655" y="3875"/>
                  <a:pt x="3844" y="3655"/>
                  <a:pt x="4065" y="3655"/>
                </a:cubicBezTo>
                <a:close/>
                <a:moveTo>
                  <a:pt x="2993" y="0"/>
                </a:moveTo>
                <a:cubicBezTo>
                  <a:pt x="2741" y="0"/>
                  <a:pt x="2552" y="189"/>
                  <a:pt x="2552" y="441"/>
                </a:cubicBezTo>
                <a:lnTo>
                  <a:pt x="2552" y="882"/>
                </a:lnTo>
                <a:lnTo>
                  <a:pt x="1261" y="882"/>
                </a:lnTo>
                <a:cubicBezTo>
                  <a:pt x="536" y="882"/>
                  <a:pt x="1" y="1418"/>
                  <a:pt x="1" y="2142"/>
                </a:cubicBezTo>
                <a:cubicBezTo>
                  <a:pt x="1" y="4568"/>
                  <a:pt x="1513" y="5797"/>
                  <a:pt x="3183" y="5923"/>
                </a:cubicBezTo>
                <a:cubicBezTo>
                  <a:pt x="4159" y="7372"/>
                  <a:pt x="5073" y="7089"/>
                  <a:pt x="5073" y="7687"/>
                </a:cubicBezTo>
                <a:cubicBezTo>
                  <a:pt x="5073" y="8286"/>
                  <a:pt x="4821" y="8884"/>
                  <a:pt x="4443" y="9294"/>
                </a:cubicBezTo>
                <a:lnTo>
                  <a:pt x="8192" y="9294"/>
                </a:lnTo>
                <a:cubicBezTo>
                  <a:pt x="7782" y="8884"/>
                  <a:pt x="7562" y="8286"/>
                  <a:pt x="7562" y="7687"/>
                </a:cubicBezTo>
                <a:cubicBezTo>
                  <a:pt x="7562" y="7089"/>
                  <a:pt x="8507" y="7372"/>
                  <a:pt x="9484" y="5923"/>
                </a:cubicBezTo>
                <a:cubicBezTo>
                  <a:pt x="11216" y="5797"/>
                  <a:pt x="12666" y="4537"/>
                  <a:pt x="12666" y="2142"/>
                </a:cubicBezTo>
                <a:cubicBezTo>
                  <a:pt x="12666" y="1418"/>
                  <a:pt x="12098" y="882"/>
                  <a:pt x="11405" y="882"/>
                </a:cubicBezTo>
                <a:lnTo>
                  <a:pt x="10145" y="882"/>
                </a:lnTo>
                <a:lnTo>
                  <a:pt x="10145" y="441"/>
                </a:lnTo>
                <a:cubicBezTo>
                  <a:pt x="10145" y="189"/>
                  <a:pt x="9956" y="0"/>
                  <a:pt x="97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39" name="Google Shape;6839;p34"/>
          <p:cNvSpPr/>
          <p:nvPr/>
        </p:nvSpPr>
        <p:spPr>
          <a:xfrm>
            <a:off x="563459" y="4151780"/>
            <a:ext cx="250613" cy="81176"/>
          </a:xfrm>
          <a:custGeom>
            <a:rect b="b" l="l" r="r" t="t"/>
            <a:pathLst>
              <a:path extrusionOk="0" h="2521" w="7783">
                <a:moveTo>
                  <a:pt x="757" y="1"/>
                </a:moveTo>
                <a:lnTo>
                  <a:pt x="63" y="1954"/>
                </a:lnTo>
                <a:cubicBezTo>
                  <a:pt x="0" y="2237"/>
                  <a:pt x="158" y="2521"/>
                  <a:pt x="473" y="2521"/>
                </a:cubicBezTo>
                <a:lnTo>
                  <a:pt x="7278" y="2521"/>
                </a:lnTo>
                <a:cubicBezTo>
                  <a:pt x="7593" y="2521"/>
                  <a:pt x="7782" y="2237"/>
                  <a:pt x="7688" y="1954"/>
                </a:cubicBezTo>
                <a:lnTo>
                  <a:pt x="699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0" name="Google Shape;6840;p34"/>
          <p:cNvSpPr/>
          <p:nvPr/>
        </p:nvSpPr>
        <p:spPr>
          <a:xfrm>
            <a:off x="2945729" y="2794108"/>
            <a:ext cx="294244" cy="293213"/>
          </a:xfrm>
          <a:custGeom>
            <a:rect b="b" l="l" r="r" t="t"/>
            <a:pathLst>
              <a:path extrusionOk="0" h="9106" w="9138">
                <a:moveTo>
                  <a:pt x="4097" y="1292"/>
                </a:moveTo>
                <a:cubicBezTo>
                  <a:pt x="4349" y="1292"/>
                  <a:pt x="4538" y="1450"/>
                  <a:pt x="4538" y="1702"/>
                </a:cubicBezTo>
                <a:cubicBezTo>
                  <a:pt x="4538" y="1922"/>
                  <a:pt x="4349" y="2111"/>
                  <a:pt x="4160" y="2111"/>
                </a:cubicBezTo>
                <a:cubicBezTo>
                  <a:pt x="2994" y="2111"/>
                  <a:pt x="2112" y="3056"/>
                  <a:pt x="2049" y="4222"/>
                </a:cubicBezTo>
                <a:cubicBezTo>
                  <a:pt x="2049" y="4443"/>
                  <a:pt x="1860" y="4600"/>
                  <a:pt x="1639" y="4600"/>
                </a:cubicBezTo>
                <a:cubicBezTo>
                  <a:pt x="1387" y="4600"/>
                  <a:pt x="1198" y="4411"/>
                  <a:pt x="1198" y="4222"/>
                </a:cubicBezTo>
                <a:cubicBezTo>
                  <a:pt x="1198" y="2584"/>
                  <a:pt x="2490" y="1324"/>
                  <a:pt x="4097" y="1292"/>
                </a:cubicBezTo>
                <a:close/>
                <a:moveTo>
                  <a:pt x="4569" y="0"/>
                </a:moveTo>
                <a:cubicBezTo>
                  <a:pt x="2049" y="0"/>
                  <a:pt x="1" y="2048"/>
                  <a:pt x="1" y="4569"/>
                </a:cubicBezTo>
                <a:cubicBezTo>
                  <a:pt x="1" y="6207"/>
                  <a:pt x="946" y="7688"/>
                  <a:pt x="2332" y="8475"/>
                </a:cubicBezTo>
                <a:cubicBezTo>
                  <a:pt x="2458" y="8507"/>
                  <a:pt x="2521" y="8664"/>
                  <a:pt x="2521" y="8822"/>
                </a:cubicBezTo>
                <a:lnTo>
                  <a:pt x="2521" y="9105"/>
                </a:lnTo>
                <a:lnTo>
                  <a:pt x="6680" y="9105"/>
                </a:lnTo>
                <a:lnTo>
                  <a:pt x="6680" y="8822"/>
                </a:lnTo>
                <a:cubicBezTo>
                  <a:pt x="6680" y="8696"/>
                  <a:pt x="6743" y="8570"/>
                  <a:pt x="6900" y="8507"/>
                </a:cubicBezTo>
                <a:cubicBezTo>
                  <a:pt x="8255" y="7719"/>
                  <a:pt x="9137" y="6270"/>
                  <a:pt x="9137" y="4569"/>
                </a:cubicBezTo>
                <a:cubicBezTo>
                  <a:pt x="9137" y="2048"/>
                  <a:pt x="7089" y="32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1" name="Google Shape;6841;p34"/>
          <p:cNvSpPr/>
          <p:nvPr/>
        </p:nvSpPr>
        <p:spPr>
          <a:xfrm>
            <a:off x="3025875" y="3113660"/>
            <a:ext cx="132922" cy="87262"/>
          </a:xfrm>
          <a:custGeom>
            <a:rect b="b" l="l" r="r" t="t"/>
            <a:pathLst>
              <a:path extrusionOk="0" h="2710" w="4128">
                <a:moveTo>
                  <a:pt x="1" y="0"/>
                </a:moveTo>
                <a:lnTo>
                  <a:pt x="1" y="662"/>
                </a:lnTo>
                <a:cubicBezTo>
                  <a:pt x="1" y="1198"/>
                  <a:pt x="410" y="1702"/>
                  <a:pt x="883" y="1859"/>
                </a:cubicBezTo>
                <a:cubicBezTo>
                  <a:pt x="1040" y="2363"/>
                  <a:pt x="1513" y="2710"/>
                  <a:pt x="2049" y="2710"/>
                </a:cubicBezTo>
                <a:cubicBezTo>
                  <a:pt x="2647" y="2710"/>
                  <a:pt x="3120" y="2363"/>
                  <a:pt x="3277" y="1859"/>
                </a:cubicBezTo>
                <a:cubicBezTo>
                  <a:pt x="3781" y="1702"/>
                  <a:pt x="4128" y="1198"/>
                  <a:pt x="4128" y="662"/>
                </a:cubicBez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2" name="Google Shape;6842;p34"/>
          <p:cNvSpPr/>
          <p:nvPr/>
        </p:nvSpPr>
        <p:spPr>
          <a:xfrm>
            <a:off x="2898118" y="3519038"/>
            <a:ext cx="126836" cy="117272"/>
          </a:xfrm>
          <a:custGeom>
            <a:rect b="b" l="l" r="r" t="t"/>
            <a:pathLst>
              <a:path extrusionOk="0" h="3642" w="3939">
                <a:moveTo>
                  <a:pt x="739" y="1"/>
                </a:moveTo>
                <a:cubicBezTo>
                  <a:pt x="480" y="1"/>
                  <a:pt x="232" y="12"/>
                  <a:pt x="0" y="18"/>
                </a:cubicBezTo>
                <a:cubicBezTo>
                  <a:pt x="95" y="1341"/>
                  <a:pt x="630" y="2602"/>
                  <a:pt x="1512" y="3641"/>
                </a:cubicBezTo>
                <a:lnTo>
                  <a:pt x="3938" y="1247"/>
                </a:lnTo>
                <a:cubicBezTo>
                  <a:pt x="2844" y="153"/>
                  <a:pt x="1711" y="1"/>
                  <a:pt x="7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3" name="Google Shape;6843;p34"/>
          <p:cNvSpPr/>
          <p:nvPr/>
        </p:nvSpPr>
        <p:spPr>
          <a:xfrm>
            <a:off x="2896089" y="3366443"/>
            <a:ext cx="185665" cy="172463"/>
          </a:xfrm>
          <a:custGeom>
            <a:rect b="b" l="l" r="r" t="t"/>
            <a:pathLst>
              <a:path extrusionOk="0" h="5356" w="5766">
                <a:moveTo>
                  <a:pt x="1575" y="0"/>
                </a:moveTo>
                <a:cubicBezTo>
                  <a:pt x="599" y="1103"/>
                  <a:pt x="95" y="2520"/>
                  <a:pt x="0" y="3907"/>
                </a:cubicBezTo>
                <a:cubicBezTo>
                  <a:pt x="213" y="3901"/>
                  <a:pt x="452" y="3891"/>
                  <a:pt x="712" y="3891"/>
                </a:cubicBezTo>
                <a:cubicBezTo>
                  <a:pt x="1801" y="3891"/>
                  <a:pt x="3246" y="4059"/>
                  <a:pt x="4568" y="5356"/>
                </a:cubicBezTo>
                <a:lnTo>
                  <a:pt x="5766" y="4190"/>
                </a:lnTo>
                <a:lnTo>
                  <a:pt x="157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4" name="Google Shape;6844;p34"/>
          <p:cNvSpPr/>
          <p:nvPr/>
        </p:nvSpPr>
        <p:spPr>
          <a:xfrm>
            <a:off x="2967090" y="3579478"/>
            <a:ext cx="99434" cy="121748"/>
          </a:xfrm>
          <a:custGeom>
            <a:rect b="b" l="l" r="r" t="t"/>
            <a:pathLst>
              <a:path extrusionOk="0" h="3781" w="3088">
                <a:moveTo>
                  <a:pt x="2332" y="0"/>
                </a:moveTo>
                <a:lnTo>
                  <a:pt x="0" y="2331"/>
                </a:lnTo>
                <a:cubicBezTo>
                  <a:pt x="883" y="3088"/>
                  <a:pt x="1891" y="3592"/>
                  <a:pt x="2962" y="3781"/>
                </a:cubicBezTo>
                <a:cubicBezTo>
                  <a:pt x="3088" y="2363"/>
                  <a:pt x="3088" y="1197"/>
                  <a:pt x="23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5" name="Google Shape;6845;p34"/>
          <p:cNvSpPr/>
          <p:nvPr/>
        </p:nvSpPr>
        <p:spPr>
          <a:xfrm>
            <a:off x="3121295" y="3462785"/>
            <a:ext cx="184635" cy="174524"/>
          </a:xfrm>
          <a:custGeom>
            <a:rect b="b" l="l" r="r" t="t"/>
            <a:pathLst>
              <a:path extrusionOk="0" h="5420" w="5734">
                <a:moveTo>
                  <a:pt x="1197" y="1"/>
                </a:moveTo>
                <a:lnTo>
                  <a:pt x="0" y="1230"/>
                </a:lnTo>
                <a:lnTo>
                  <a:pt x="4159" y="5420"/>
                </a:lnTo>
                <a:cubicBezTo>
                  <a:pt x="5199" y="4191"/>
                  <a:pt x="5703" y="2773"/>
                  <a:pt x="5734" y="1324"/>
                </a:cubicBezTo>
                <a:cubicBezTo>
                  <a:pt x="5557" y="1324"/>
                  <a:pt x="5356" y="1329"/>
                  <a:pt x="5135" y="1329"/>
                </a:cubicBezTo>
                <a:cubicBezTo>
                  <a:pt x="4098" y="1329"/>
                  <a:pt x="2626" y="1222"/>
                  <a:pt x="11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6" name="Google Shape;6846;p34"/>
          <p:cNvSpPr/>
          <p:nvPr/>
        </p:nvSpPr>
        <p:spPr>
          <a:xfrm>
            <a:off x="3061435" y="3520616"/>
            <a:ext cx="174524" cy="184667"/>
          </a:xfrm>
          <a:custGeom>
            <a:rect b="b" l="l" r="r" t="t"/>
            <a:pathLst>
              <a:path extrusionOk="0" h="5735" w="5420">
                <a:moveTo>
                  <a:pt x="1261" y="1"/>
                </a:moveTo>
                <a:lnTo>
                  <a:pt x="0" y="1261"/>
                </a:lnTo>
                <a:cubicBezTo>
                  <a:pt x="1009" y="2679"/>
                  <a:pt x="1009" y="4002"/>
                  <a:pt x="851" y="5735"/>
                </a:cubicBezTo>
                <a:lnTo>
                  <a:pt x="1261" y="5735"/>
                </a:lnTo>
                <a:cubicBezTo>
                  <a:pt x="2773" y="5735"/>
                  <a:pt x="4254" y="5231"/>
                  <a:pt x="5419" y="4159"/>
                </a:cubicBez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7" name="Google Shape;6847;p34"/>
          <p:cNvSpPr/>
          <p:nvPr/>
        </p:nvSpPr>
        <p:spPr>
          <a:xfrm>
            <a:off x="3121295" y="3298469"/>
            <a:ext cx="114664" cy="125805"/>
          </a:xfrm>
          <a:custGeom>
            <a:rect b="b" l="l" r="r" t="t"/>
            <a:pathLst>
              <a:path extrusionOk="0" h="3907" w="3561">
                <a:moveTo>
                  <a:pt x="158" y="0"/>
                </a:moveTo>
                <a:lnTo>
                  <a:pt x="158" y="0"/>
                </a:lnTo>
                <a:cubicBezTo>
                  <a:pt x="126" y="977"/>
                  <a:pt x="0" y="2395"/>
                  <a:pt x="1260" y="3907"/>
                </a:cubicBezTo>
                <a:lnTo>
                  <a:pt x="3560" y="1544"/>
                </a:lnTo>
                <a:cubicBezTo>
                  <a:pt x="2584" y="662"/>
                  <a:pt x="1355" y="158"/>
                  <a:pt x="1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8" name="Google Shape;6848;p34"/>
          <p:cNvSpPr/>
          <p:nvPr/>
        </p:nvSpPr>
        <p:spPr>
          <a:xfrm>
            <a:off x="2967090" y="3297439"/>
            <a:ext cx="174524" cy="184667"/>
          </a:xfrm>
          <a:custGeom>
            <a:rect b="b" l="l" r="r" t="t"/>
            <a:pathLst>
              <a:path extrusionOk="0" h="5735" w="5420">
                <a:moveTo>
                  <a:pt x="4096" y="1"/>
                </a:moveTo>
                <a:lnTo>
                  <a:pt x="4096" y="1"/>
                </a:lnTo>
                <a:cubicBezTo>
                  <a:pt x="2647" y="32"/>
                  <a:pt x="1198" y="536"/>
                  <a:pt x="0" y="1576"/>
                </a:cubicBezTo>
                <a:lnTo>
                  <a:pt x="4191" y="5735"/>
                </a:lnTo>
                <a:lnTo>
                  <a:pt x="5419" y="4506"/>
                </a:lnTo>
                <a:cubicBezTo>
                  <a:pt x="3939" y="2805"/>
                  <a:pt x="4065" y="1135"/>
                  <a:pt x="40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9" name="Google Shape;6849;p34"/>
          <p:cNvSpPr/>
          <p:nvPr/>
        </p:nvSpPr>
        <p:spPr>
          <a:xfrm>
            <a:off x="3179094" y="3366443"/>
            <a:ext cx="125838" cy="111219"/>
          </a:xfrm>
          <a:custGeom>
            <a:rect b="b" l="l" r="r" t="t"/>
            <a:pathLst>
              <a:path extrusionOk="0" h="3454" w="3908">
                <a:moveTo>
                  <a:pt x="2364" y="0"/>
                </a:moveTo>
                <a:lnTo>
                  <a:pt x="1" y="2363"/>
                </a:lnTo>
                <a:cubicBezTo>
                  <a:pt x="1171" y="3313"/>
                  <a:pt x="2246" y="3453"/>
                  <a:pt x="3155" y="3453"/>
                </a:cubicBezTo>
                <a:cubicBezTo>
                  <a:pt x="3421" y="3453"/>
                  <a:pt x="3672" y="3441"/>
                  <a:pt x="3908" y="3434"/>
                </a:cubicBezTo>
                <a:cubicBezTo>
                  <a:pt x="3750" y="2205"/>
                  <a:pt x="3246" y="1008"/>
                  <a:pt x="23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0" name="Google Shape;6850;p34"/>
          <p:cNvSpPr/>
          <p:nvPr/>
        </p:nvSpPr>
        <p:spPr>
          <a:xfrm>
            <a:off x="2979760" y="3802799"/>
            <a:ext cx="242498" cy="284101"/>
          </a:xfrm>
          <a:custGeom>
            <a:rect b="b" l="l" r="r" t="t"/>
            <a:pathLst>
              <a:path extrusionOk="0" h="8823" w="7531">
                <a:moveTo>
                  <a:pt x="3372" y="1"/>
                </a:moveTo>
                <a:lnTo>
                  <a:pt x="95" y="5703"/>
                </a:lnTo>
                <a:cubicBezTo>
                  <a:pt x="1" y="5829"/>
                  <a:pt x="1" y="5987"/>
                  <a:pt x="95" y="6113"/>
                </a:cubicBezTo>
                <a:lnTo>
                  <a:pt x="1418" y="8822"/>
                </a:lnTo>
                <a:lnTo>
                  <a:pt x="6081" y="8822"/>
                </a:lnTo>
                <a:lnTo>
                  <a:pt x="7467" y="6113"/>
                </a:lnTo>
                <a:cubicBezTo>
                  <a:pt x="7530" y="5987"/>
                  <a:pt x="7499" y="5829"/>
                  <a:pt x="7467" y="5703"/>
                </a:cubicBezTo>
                <a:lnTo>
                  <a:pt x="4191" y="1"/>
                </a:lnTo>
                <a:lnTo>
                  <a:pt x="4191" y="4727"/>
                </a:lnTo>
                <a:cubicBezTo>
                  <a:pt x="4663" y="4884"/>
                  <a:pt x="5010" y="5357"/>
                  <a:pt x="5010" y="5892"/>
                </a:cubicBezTo>
                <a:cubicBezTo>
                  <a:pt x="5010" y="6585"/>
                  <a:pt x="4474" y="7121"/>
                  <a:pt x="3750" y="7121"/>
                </a:cubicBezTo>
                <a:cubicBezTo>
                  <a:pt x="3088" y="7121"/>
                  <a:pt x="2521" y="6585"/>
                  <a:pt x="2521" y="5892"/>
                </a:cubicBezTo>
                <a:cubicBezTo>
                  <a:pt x="2521" y="5357"/>
                  <a:pt x="2899" y="4916"/>
                  <a:pt x="3372" y="4727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1" name="Google Shape;6851;p34"/>
          <p:cNvSpPr/>
          <p:nvPr/>
        </p:nvSpPr>
        <p:spPr>
          <a:xfrm>
            <a:off x="3034532" y="4113238"/>
            <a:ext cx="134950" cy="97405"/>
          </a:xfrm>
          <a:custGeom>
            <a:rect b="b" l="l" r="r" t="t"/>
            <a:pathLst>
              <a:path extrusionOk="0" h="3025" w="4191">
                <a:moveTo>
                  <a:pt x="32" y="0"/>
                </a:moveTo>
                <a:lnTo>
                  <a:pt x="32" y="2615"/>
                </a:lnTo>
                <a:cubicBezTo>
                  <a:pt x="1" y="2836"/>
                  <a:pt x="190" y="3025"/>
                  <a:pt x="442" y="3025"/>
                </a:cubicBezTo>
                <a:lnTo>
                  <a:pt x="3750" y="3025"/>
                </a:lnTo>
                <a:cubicBezTo>
                  <a:pt x="3970" y="3025"/>
                  <a:pt x="4191" y="2836"/>
                  <a:pt x="4191" y="2615"/>
                </a:cubicBezTo>
                <a:lnTo>
                  <a:pt x="41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2" name="Google Shape;6852;p34"/>
          <p:cNvSpPr/>
          <p:nvPr/>
        </p:nvSpPr>
        <p:spPr>
          <a:xfrm>
            <a:off x="1989405" y="4309620"/>
            <a:ext cx="423076" cy="408167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3" name="Google Shape;6853;p34"/>
          <p:cNvSpPr/>
          <p:nvPr/>
        </p:nvSpPr>
        <p:spPr>
          <a:xfrm>
            <a:off x="2335321" y="1454961"/>
            <a:ext cx="256698" cy="253897"/>
          </a:xfrm>
          <a:custGeom>
            <a:rect b="b" l="l" r="r" t="t"/>
            <a:pathLst>
              <a:path extrusionOk="0" h="7885" w="7972">
                <a:moveTo>
                  <a:pt x="3245" y="0"/>
                </a:moveTo>
                <a:lnTo>
                  <a:pt x="473" y="2804"/>
                </a:lnTo>
                <a:cubicBezTo>
                  <a:pt x="0" y="3277"/>
                  <a:pt x="0" y="4064"/>
                  <a:pt x="473" y="4568"/>
                </a:cubicBezTo>
                <a:lnTo>
                  <a:pt x="3403" y="7530"/>
                </a:lnTo>
                <a:cubicBezTo>
                  <a:pt x="3639" y="7766"/>
                  <a:pt x="3954" y="7884"/>
                  <a:pt x="4277" y="7884"/>
                </a:cubicBezTo>
                <a:cubicBezTo>
                  <a:pt x="4600" y="7884"/>
                  <a:pt x="4931" y="7766"/>
                  <a:pt x="5199" y="7530"/>
                </a:cubicBezTo>
                <a:lnTo>
                  <a:pt x="7971" y="4726"/>
                </a:lnTo>
                <a:lnTo>
                  <a:pt x="324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4" name="Google Shape;6854;p34"/>
          <p:cNvSpPr/>
          <p:nvPr/>
        </p:nvSpPr>
        <p:spPr>
          <a:xfrm>
            <a:off x="2458067" y="1302012"/>
            <a:ext cx="289156" cy="285872"/>
          </a:xfrm>
          <a:custGeom>
            <a:rect b="b" l="l" r="r" t="t"/>
            <a:pathLst>
              <a:path extrusionOk="0" h="8878" w="8980">
                <a:moveTo>
                  <a:pt x="4395" y="1"/>
                </a:moveTo>
                <a:cubicBezTo>
                  <a:pt x="4285" y="1"/>
                  <a:pt x="4175" y="40"/>
                  <a:pt x="4096" y="119"/>
                </a:cubicBezTo>
                <a:lnTo>
                  <a:pt x="1" y="4152"/>
                </a:lnTo>
                <a:lnTo>
                  <a:pt x="4726" y="8877"/>
                </a:lnTo>
                <a:lnTo>
                  <a:pt x="8822" y="4845"/>
                </a:lnTo>
                <a:cubicBezTo>
                  <a:pt x="8979" y="4687"/>
                  <a:pt x="8979" y="4404"/>
                  <a:pt x="8822" y="4246"/>
                </a:cubicBezTo>
                <a:lnTo>
                  <a:pt x="4695" y="119"/>
                </a:lnTo>
                <a:cubicBezTo>
                  <a:pt x="4616" y="40"/>
                  <a:pt x="4506" y="1"/>
                  <a:pt x="4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5" name="Google Shape;6855;p34"/>
          <p:cNvSpPr/>
          <p:nvPr/>
        </p:nvSpPr>
        <p:spPr>
          <a:xfrm>
            <a:off x="2337848" y="2136709"/>
            <a:ext cx="406847" cy="51778"/>
          </a:xfrm>
          <a:custGeom>
            <a:rect b="b" l="l" r="r" t="t"/>
            <a:pathLst>
              <a:path extrusionOk="0" h="1608" w="12635">
                <a:moveTo>
                  <a:pt x="379" y="0"/>
                </a:moveTo>
                <a:cubicBezTo>
                  <a:pt x="159" y="0"/>
                  <a:pt x="1" y="189"/>
                  <a:pt x="1" y="378"/>
                </a:cubicBezTo>
                <a:cubicBezTo>
                  <a:pt x="1" y="1040"/>
                  <a:pt x="537" y="1607"/>
                  <a:pt x="1198" y="1607"/>
                </a:cubicBezTo>
                <a:lnTo>
                  <a:pt x="11406" y="1607"/>
                </a:lnTo>
                <a:cubicBezTo>
                  <a:pt x="12067" y="1607"/>
                  <a:pt x="12634" y="1072"/>
                  <a:pt x="12634" y="378"/>
                </a:cubicBezTo>
                <a:cubicBezTo>
                  <a:pt x="12603" y="158"/>
                  <a:pt x="12445" y="0"/>
                  <a:pt x="12193" y="0"/>
                </a:cubicBezTo>
                <a:lnTo>
                  <a:pt x="10965" y="0"/>
                </a:lnTo>
                <a:lnTo>
                  <a:pt x="10965" y="378"/>
                </a:lnTo>
                <a:cubicBezTo>
                  <a:pt x="10965" y="630"/>
                  <a:pt x="10776" y="819"/>
                  <a:pt x="10555" y="819"/>
                </a:cubicBezTo>
                <a:cubicBezTo>
                  <a:pt x="10303" y="819"/>
                  <a:pt x="10146" y="630"/>
                  <a:pt x="10146" y="378"/>
                </a:cubicBezTo>
                <a:lnTo>
                  <a:pt x="10146" y="0"/>
                </a:lnTo>
                <a:lnTo>
                  <a:pt x="9326" y="0"/>
                </a:lnTo>
                <a:lnTo>
                  <a:pt x="9326" y="378"/>
                </a:lnTo>
                <a:cubicBezTo>
                  <a:pt x="9326" y="630"/>
                  <a:pt x="9137" y="819"/>
                  <a:pt x="8917" y="819"/>
                </a:cubicBezTo>
                <a:cubicBezTo>
                  <a:pt x="8696" y="819"/>
                  <a:pt x="8507" y="630"/>
                  <a:pt x="8507" y="378"/>
                </a:cubicBezTo>
                <a:lnTo>
                  <a:pt x="85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6" name="Google Shape;6856;p34"/>
          <p:cNvSpPr/>
          <p:nvPr/>
        </p:nvSpPr>
        <p:spPr>
          <a:xfrm>
            <a:off x="2363222" y="1869901"/>
            <a:ext cx="355102" cy="240470"/>
          </a:xfrm>
          <a:custGeom>
            <a:rect b="b" l="l" r="r" t="t"/>
            <a:pathLst>
              <a:path extrusionOk="0" h="7468" w="11028">
                <a:moveTo>
                  <a:pt x="3794" y="1673"/>
                </a:moveTo>
                <a:cubicBezTo>
                  <a:pt x="3841" y="1673"/>
                  <a:pt x="3890" y="1682"/>
                  <a:pt x="3939" y="1702"/>
                </a:cubicBezTo>
                <a:lnTo>
                  <a:pt x="6428" y="2521"/>
                </a:lnTo>
                <a:cubicBezTo>
                  <a:pt x="6680" y="2616"/>
                  <a:pt x="6806" y="2994"/>
                  <a:pt x="6585" y="3214"/>
                </a:cubicBezTo>
                <a:lnTo>
                  <a:pt x="6018" y="3750"/>
                </a:lnTo>
                <a:lnTo>
                  <a:pt x="7404" y="5136"/>
                </a:lnTo>
                <a:cubicBezTo>
                  <a:pt x="7593" y="5262"/>
                  <a:pt x="7593" y="5514"/>
                  <a:pt x="7436" y="5671"/>
                </a:cubicBezTo>
                <a:cubicBezTo>
                  <a:pt x="7357" y="5750"/>
                  <a:pt x="7247" y="5790"/>
                  <a:pt x="7136" y="5790"/>
                </a:cubicBezTo>
                <a:cubicBezTo>
                  <a:pt x="7026" y="5790"/>
                  <a:pt x="6916" y="5750"/>
                  <a:pt x="6837" y="5671"/>
                </a:cubicBezTo>
                <a:lnTo>
                  <a:pt x="5451" y="4317"/>
                </a:lnTo>
                <a:lnTo>
                  <a:pt x="4915" y="4852"/>
                </a:lnTo>
                <a:cubicBezTo>
                  <a:pt x="4821" y="4947"/>
                  <a:pt x="4714" y="4988"/>
                  <a:pt x="4613" y="4988"/>
                </a:cubicBezTo>
                <a:cubicBezTo>
                  <a:pt x="4444" y="4988"/>
                  <a:pt x="4293" y="4872"/>
                  <a:pt x="4254" y="4695"/>
                </a:cubicBezTo>
                <a:lnTo>
                  <a:pt x="3435" y="2206"/>
                </a:lnTo>
                <a:cubicBezTo>
                  <a:pt x="3328" y="1940"/>
                  <a:pt x="3537" y="1673"/>
                  <a:pt x="3794" y="1673"/>
                </a:cubicBezTo>
                <a:close/>
                <a:moveTo>
                  <a:pt x="1198" y="1"/>
                </a:moveTo>
                <a:cubicBezTo>
                  <a:pt x="536" y="1"/>
                  <a:pt x="1" y="568"/>
                  <a:pt x="1" y="1229"/>
                </a:cubicBezTo>
                <a:lnTo>
                  <a:pt x="1" y="7467"/>
                </a:lnTo>
                <a:lnTo>
                  <a:pt x="11027" y="7467"/>
                </a:lnTo>
                <a:lnTo>
                  <a:pt x="11027" y="1229"/>
                </a:lnTo>
                <a:cubicBezTo>
                  <a:pt x="11027" y="568"/>
                  <a:pt x="10460" y="1"/>
                  <a:pt x="97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7" name="Google Shape;6857;p34"/>
          <p:cNvSpPr/>
          <p:nvPr/>
        </p:nvSpPr>
        <p:spPr>
          <a:xfrm>
            <a:off x="2395180" y="2386346"/>
            <a:ext cx="291185" cy="291185"/>
          </a:xfrm>
          <a:custGeom>
            <a:rect b="b" l="l" r="r" t="t"/>
            <a:pathLst>
              <a:path extrusionOk="0" h="9043" w="9043">
                <a:moveTo>
                  <a:pt x="4506" y="2174"/>
                </a:moveTo>
                <a:cubicBezTo>
                  <a:pt x="6144" y="2174"/>
                  <a:pt x="7404" y="3466"/>
                  <a:pt x="7436" y="5041"/>
                </a:cubicBezTo>
                <a:cubicBezTo>
                  <a:pt x="7436" y="6648"/>
                  <a:pt x="6144" y="7908"/>
                  <a:pt x="4506" y="7908"/>
                </a:cubicBezTo>
                <a:cubicBezTo>
                  <a:pt x="2899" y="7908"/>
                  <a:pt x="1639" y="6616"/>
                  <a:pt x="1639" y="5041"/>
                </a:cubicBezTo>
                <a:cubicBezTo>
                  <a:pt x="1639" y="3466"/>
                  <a:pt x="2931" y="2174"/>
                  <a:pt x="4506" y="2174"/>
                </a:cubicBezTo>
                <a:close/>
                <a:moveTo>
                  <a:pt x="4506" y="0"/>
                </a:moveTo>
                <a:lnTo>
                  <a:pt x="1" y="3214"/>
                </a:lnTo>
                <a:lnTo>
                  <a:pt x="1" y="8664"/>
                </a:lnTo>
                <a:cubicBezTo>
                  <a:pt x="1" y="8885"/>
                  <a:pt x="190" y="9042"/>
                  <a:pt x="379" y="9042"/>
                </a:cubicBezTo>
                <a:lnTo>
                  <a:pt x="8665" y="9042"/>
                </a:lnTo>
                <a:cubicBezTo>
                  <a:pt x="8885" y="9042"/>
                  <a:pt x="9043" y="8853"/>
                  <a:pt x="9043" y="8664"/>
                </a:cubicBezTo>
                <a:lnTo>
                  <a:pt x="9043" y="3214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8" name="Google Shape;6858;p34"/>
          <p:cNvSpPr/>
          <p:nvPr/>
        </p:nvSpPr>
        <p:spPr>
          <a:xfrm>
            <a:off x="2473297" y="2480692"/>
            <a:ext cx="134950" cy="134950"/>
          </a:xfrm>
          <a:custGeom>
            <a:rect b="b" l="l" r="r" t="t"/>
            <a:pathLst>
              <a:path extrusionOk="0" h="4191" w="4191">
                <a:moveTo>
                  <a:pt x="2080" y="1040"/>
                </a:moveTo>
                <a:cubicBezTo>
                  <a:pt x="2332" y="1040"/>
                  <a:pt x="2521" y="1229"/>
                  <a:pt x="2521" y="1450"/>
                </a:cubicBezTo>
                <a:lnTo>
                  <a:pt x="2521" y="1859"/>
                </a:lnTo>
                <a:lnTo>
                  <a:pt x="2931" y="1859"/>
                </a:lnTo>
                <a:cubicBezTo>
                  <a:pt x="3151" y="1859"/>
                  <a:pt x="3372" y="2080"/>
                  <a:pt x="3372" y="2269"/>
                </a:cubicBezTo>
                <a:cubicBezTo>
                  <a:pt x="3372" y="2489"/>
                  <a:pt x="3151" y="2710"/>
                  <a:pt x="2931" y="2710"/>
                </a:cubicBezTo>
                <a:lnTo>
                  <a:pt x="2080" y="2710"/>
                </a:lnTo>
                <a:cubicBezTo>
                  <a:pt x="1859" y="2710"/>
                  <a:pt x="1702" y="2489"/>
                  <a:pt x="1702" y="2269"/>
                </a:cubicBezTo>
                <a:lnTo>
                  <a:pt x="1702" y="1450"/>
                </a:lnTo>
                <a:cubicBezTo>
                  <a:pt x="1702" y="1198"/>
                  <a:pt x="1891" y="1040"/>
                  <a:pt x="2080" y="1040"/>
                </a:cubicBezTo>
                <a:close/>
                <a:moveTo>
                  <a:pt x="2080" y="0"/>
                </a:moveTo>
                <a:cubicBezTo>
                  <a:pt x="946" y="0"/>
                  <a:pt x="64" y="946"/>
                  <a:pt x="1" y="2111"/>
                </a:cubicBezTo>
                <a:cubicBezTo>
                  <a:pt x="64" y="3277"/>
                  <a:pt x="946" y="4191"/>
                  <a:pt x="2080" y="4191"/>
                </a:cubicBezTo>
                <a:cubicBezTo>
                  <a:pt x="3246" y="4191"/>
                  <a:pt x="4128" y="3245"/>
                  <a:pt x="4191" y="2111"/>
                </a:cubicBezTo>
                <a:cubicBezTo>
                  <a:pt x="4191" y="977"/>
                  <a:pt x="3246" y="63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9" name="Google Shape;6859;p34"/>
          <p:cNvSpPr/>
          <p:nvPr/>
        </p:nvSpPr>
        <p:spPr>
          <a:xfrm>
            <a:off x="2339378" y="2269686"/>
            <a:ext cx="403788" cy="213261"/>
          </a:xfrm>
          <a:custGeom>
            <a:rect b="b" l="l" r="r" t="t"/>
            <a:pathLst>
              <a:path extrusionOk="0" h="6623" w="12540">
                <a:moveTo>
                  <a:pt x="6239" y="0"/>
                </a:moveTo>
                <a:cubicBezTo>
                  <a:pt x="6018" y="0"/>
                  <a:pt x="5861" y="189"/>
                  <a:pt x="5861" y="378"/>
                </a:cubicBezTo>
                <a:lnTo>
                  <a:pt x="5861" y="1859"/>
                </a:lnTo>
                <a:lnTo>
                  <a:pt x="1891" y="4695"/>
                </a:lnTo>
                <a:lnTo>
                  <a:pt x="222" y="5860"/>
                </a:lnTo>
                <a:cubicBezTo>
                  <a:pt x="32" y="5986"/>
                  <a:pt x="1" y="6270"/>
                  <a:pt x="159" y="6459"/>
                </a:cubicBezTo>
                <a:cubicBezTo>
                  <a:pt x="230" y="6566"/>
                  <a:pt x="342" y="6623"/>
                  <a:pt x="460" y="6623"/>
                </a:cubicBezTo>
                <a:cubicBezTo>
                  <a:pt x="550" y="6623"/>
                  <a:pt x="644" y="6590"/>
                  <a:pt x="726" y="6522"/>
                </a:cubicBezTo>
                <a:lnTo>
                  <a:pt x="6050" y="2741"/>
                </a:lnTo>
                <a:cubicBezTo>
                  <a:pt x="6129" y="2678"/>
                  <a:pt x="6215" y="2647"/>
                  <a:pt x="6298" y="2647"/>
                </a:cubicBezTo>
                <a:cubicBezTo>
                  <a:pt x="6381" y="2647"/>
                  <a:pt x="6459" y="2678"/>
                  <a:pt x="6523" y="2741"/>
                </a:cubicBezTo>
                <a:lnTo>
                  <a:pt x="11847" y="6522"/>
                </a:lnTo>
                <a:cubicBezTo>
                  <a:pt x="11926" y="6575"/>
                  <a:pt x="12016" y="6600"/>
                  <a:pt x="12105" y="6600"/>
                </a:cubicBezTo>
                <a:cubicBezTo>
                  <a:pt x="12230" y="6600"/>
                  <a:pt x="12354" y="6551"/>
                  <a:pt x="12445" y="6459"/>
                </a:cubicBezTo>
                <a:cubicBezTo>
                  <a:pt x="12540" y="6270"/>
                  <a:pt x="12508" y="6018"/>
                  <a:pt x="12351" y="5860"/>
                </a:cubicBezTo>
                <a:lnTo>
                  <a:pt x="10713" y="4695"/>
                </a:lnTo>
                <a:lnTo>
                  <a:pt x="6712" y="1859"/>
                </a:lnTo>
                <a:lnTo>
                  <a:pt x="6712" y="378"/>
                </a:lnTo>
                <a:cubicBezTo>
                  <a:pt x="6680" y="189"/>
                  <a:pt x="6491" y="0"/>
                  <a:pt x="62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0" name="Google Shape;6860;p34"/>
          <p:cNvSpPr/>
          <p:nvPr/>
        </p:nvSpPr>
        <p:spPr>
          <a:xfrm>
            <a:off x="978246" y="2814393"/>
            <a:ext cx="374357" cy="409874"/>
          </a:xfrm>
          <a:custGeom>
            <a:rect b="b" l="l" r="r" t="t"/>
            <a:pathLst>
              <a:path extrusionOk="0" h="12729" w="11626">
                <a:moveTo>
                  <a:pt x="442" y="1"/>
                </a:moveTo>
                <a:cubicBezTo>
                  <a:pt x="221" y="1"/>
                  <a:pt x="32" y="190"/>
                  <a:pt x="32" y="442"/>
                </a:cubicBezTo>
                <a:lnTo>
                  <a:pt x="32" y="4159"/>
                </a:lnTo>
                <a:cubicBezTo>
                  <a:pt x="32" y="4317"/>
                  <a:pt x="126" y="4474"/>
                  <a:pt x="284" y="4569"/>
                </a:cubicBezTo>
                <a:cubicBezTo>
                  <a:pt x="1072" y="4821"/>
                  <a:pt x="1670" y="5640"/>
                  <a:pt x="1670" y="6491"/>
                </a:cubicBezTo>
                <a:cubicBezTo>
                  <a:pt x="1670" y="7404"/>
                  <a:pt x="1103" y="8129"/>
                  <a:pt x="284" y="8475"/>
                </a:cubicBezTo>
                <a:cubicBezTo>
                  <a:pt x="126" y="8507"/>
                  <a:pt x="0" y="8664"/>
                  <a:pt x="0" y="8853"/>
                </a:cubicBezTo>
                <a:lnTo>
                  <a:pt x="0" y="12319"/>
                </a:lnTo>
                <a:cubicBezTo>
                  <a:pt x="0" y="12571"/>
                  <a:pt x="221" y="12729"/>
                  <a:pt x="442" y="12729"/>
                </a:cubicBezTo>
                <a:lnTo>
                  <a:pt x="3308" y="12729"/>
                </a:lnTo>
                <a:lnTo>
                  <a:pt x="3308" y="4852"/>
                </a:lnTo>
                <a:cubicBezTo>
                  <a:pt x="3308" y="3687"/>
                  <a:pt x="4254" y="2805"/>
                  <a:pt x="5419" y="2741"/>
                </a:cubicBezTo>
                <a:lnTo>
                  <a:pt x="6238" y="2741"/>
                </a:lnTo>
                <a:cubicBezTo>
                  <a:pt x="7373" y="2741"/>
                  <a:pt x="8286" y="3687"/>
                  <a:pt x="8318" y="4852"/>
                </a:cubicBezTo>
                <a:lnTo>
                  <a:pt x="8318" y="12729"/>
                </a:lnTo>
                <a:lnTo>
                  <a:pt x="11216" y="12729"/>
                </a:lnTo>
                <a:cubicBezTo>
                  <a:pt x="11437" y="12729"/>
                  <a:pt x="11594" y="12508"/>
                  <a:pt x="11626" y="12319"/>
                </a:cubicBezTo>
                <a:lnTo>
                  <a:pt x="11626" y="8853"/>
                </a:lnTo>
                <a:cubicBezTo>
                  <a:pt x="11626" y="8696"/>
                  <a:pt x="11500" y="8538"/>
                  <a:pt x="11374" y="8475"/>
                </a:cubicBezTo>
                <a:cubicBezTo>
                  <a:pt x="10586" y="8192"/>
                  <a:pt x="9988" y="7404"/>
                  <a:pt x="9988" y="6491"/>
                </a:cubicBezTo>
                <a:cubicBezTo>
                  <a:pt x="9988" y="5577"/>
                  <a:pt x="10586" y="4852"/>
                  <a:pt x="11374" y="4569"/>
                </a:cubicBezTo>
                <a:cubicBezTo>
                  <a:pt x="11531" y="4537"/>
                  <a:pt x="11626" y="4380"/>
                  <a:pt x="11626" y="4159"/>
                </a:cubicBezTo>
                <a:lnTo>
                  <a:pt x="11626" y="442"/>
                </a:lnTo>
                <a:cubicBezTo>
                  <a:pt x="11626" y="190"/>
                  <a:pt x="11437" y="1"/>
                  <a:pt x="11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1" name="Google Shape;6861;p34"/>
          <p:cNvSpPr/>
          <p:nvPr/>
        </p:nvSpPr>
        <p:spPr>
          <a:xfrm>
            <a:off x="1113164" y="2931053"/>
            <a:ext cx="106550" cy="293213"/>
          </a:xfrm>
          <a:custGeom>
            <a:rect b="b" l="l" r="r" t="t"/>
            <a:pathLst>
              <a:path extrusionOk="0" h="9106" w="3309">
                <a:moveTo>
                  <a:pt x="1607" y="3309"/>
                </a:moveTo>
                <a:cubicBezTo>
                  <a:pt x="2080" y="3309"/>
                  <a:pt x="2426" y="3655"/>
                  <a:pt x="2426" y="4128"/>
                </a:cubicBezTo>
                <a:cubicBezTo>
                  <a:pt x="2426" y="4600"/>
                  <a:pt x="2080" y="4947"/>
                  <a:pt x="1607" y="4947"/>
                </a:cubicBezTo>
                <a:cubicBezTo>
                  <a:pt x="1135" y="4947"/>
                  <a:pt x="788" y="4600"/>
                  <a:pt x="788" y="4128"/>
                </a:cubicBezTo>
                <a:cubicBezTo>
                  <a:pt x="788" y="3655"/>
                  <a:pt x="1135" y="3309"/>
                  <a:pt x="1607" y="3309"/>
                </a:cubicBezTo>
                <a:close/>
                <a:moveTo>
                  <a:pt x="1229" y="1"/>
                </a:moveTo>
                <a:cubicBezTo>
                  <a:pt x="536" y="1"/>
                  <a:pt x="1" y="536"/>
                  <a:pt x="1" y="1261"/>
                </a:cubicBezTo>
                <a:lnTo>
                  <a:pt x="1" y="9106"/>
                </a:lnTo>
                <a:lnTo>
                  <a:pt x="3309" y="9106"/>
                </a:lnTo>
                <a:lnTo>
                  <a:pt x="3309" y="1229"/>
                </a:lnTo>
                <a:cubicBezTo>
                  <a:pt x="3309" y="536"/>
                  <a:pt x="2742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2" name="Google Shape;6862;p34"/>
          <p:cNvSpPr/>
          <p:nvPr/>
        </p:nvSpPr>
        <p:spPr>
          <a:xfrm>
            <a:off x="1002688" y="3320515"/>
            <a:ext cx="347985" cy="40784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3" name="Google Shape;6863;p34"/>
          <p:cNvSpPr/>
          <p:nvPr/>
        </p:nvSpPr>
        <p:spPr>
          <a:xfrm>
            <a:off x="971688" y="3824662"/>
            <a:ext cx="122779" cy="198320"/>
          </a:xfrm>
          <a:custGeom>
            <a:rect b="b" l="l" r="r" t="t"/>
            <a:pathLst>
              <a:path extrusionOk="0" h="6159" w="3813">
                <a:moveTo>
                  <a:pt x="1698" y="1"/>
                </a:moveTo>
                <a:cubicBezTo>
                  <a:pt x="1520" y="1"/>
                  <a:pt x="1373" y="138"/>
                  <a:pt x="1293" y="299"/>
                </a:cubicBezTo>
                <a:lnTo>
                  <a:pt x="1" y="5119"/>
                </a:lnTo>
                <a:cubicBezTo>
                  <a:pt x="1" y="5308"/>
                  <a:pt x="127" y="5528"/>
                  <a:pt x="316" y="5623"/>
                </a:cubicBezTo>
                <a:lnTo>
                  <a:pt x="2332" y="6158"/>
                </a:lnTo>
                <a:cubicBezTo>
                  <a:pt x="3277" y="2630"/>
                  <a:pt x="2868" y="4111"/>
                  <a:pt x="3813" y="582"/>
                </a:cubicBezTo>
                <a:lnTo>
                  <a:pt x="1797" y="15"/>
                </a:lnTo>
                <a:cubicBezTo>
                  <a:pt x="1763" y="5"/>
                  <a:pt x="1730" y="1"/>
                  <a:pt x="16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4" name="Google Shape;6864;p34"/>
          <p:cNvSpPr/>
          <p:nvPr/>
        </p:nvSpPr>
        <p:spPr>
          <a:xfrm>
            <a:off x="1046778" y="3875860"/>
            <a:ext cx="278981" cy="357162"/>
          </a:xfrm>
          <a:custGeom>
            <a:rect b="b" l="l" r="r" t="t"/>
            <a:pathLst>
              <a:path extrusionOk="0" h="11092" w="8664">
                <a:moveTo>
                  <a:pt x="4348" y="3466"/>
                </a:moveTo>
                <a:cubicBezTo>
                  <a:pt x="4820" y="3466"/>
                  <a:pt x="5199" y="3844"/>
                  <a:pt x="5199" y="4316"/>
                </a:cubicBezTo>
                <a:cubicBezTo>
                  <a:pt x="5199" y="4789"/>
                  <a:pt x="4820" y="5136"/>
                  <a:pt x="4348" y="5136"/>
                </a:cubicBezTo>
                <a:cubicBezTo>
                  <a:pt x="3907" y="5136"/>
                  <a:pt x="3529" y="4789"/>
                  <a:pt x="3529" y="4316"/>
                </a:cubicBezTo>
                <a:cubicBezTo>
                  <a:pt x="3529" y="3875"/>
                  <a:pt x="3875" y="3466"/>
                  <a:pt x="4348" y="3466"/>
                </a:cubicBezTo>
                <a:close/>
                <a:moveTo>
                  <a:pt x="5104" y="5766"/>
                </a:moveTo>
                <a:lnTo>
                  <a:pt x="6081" y="7624"/>
                </a:lnTo>
                <a:lnTo>
                  <a:pt x="2615" y="7624"/>
                </a:lnTo>
                <a:lnTo>
                  <a:pt x="3560" y="5766"/>
                </a:lnTo>
                <a:cubicBezTo>
                  <a:pt x="3812" y="5892"/>
                  <a:pt x="4096" y="5955"/>
                  <a:pt x="4348" y="5955"/>
                </a:cubicBezTo>
                <a:cubicBezTo>
                  <a:pt x="4631" y="5955"/>
                  <a:pt x="4883" y="5892"/>
                  <a:pt x="5104" y="5766"/>
                </a:cubicBezTo>
                <a:close/>
                <a:moveTo>
                  <a:pt x="2048" y="0"/>
                </a:moveTo>
                <a:cubicBezTo>
                  <a:pt x="1386" y="2458"/>
                  <a:pt x="1638" y="1544"/>
                  <a:pt x="977" y="4001"/>
                </a:cubicBezTo>
                <a:lnTo>
                  <a:pt x="2678" y="4474"/>
                </a:lnTo>
                <a:cubicBezTo>
                  <a:pt x="2678" y="4726"/>
                  <a:pt x="2741" y="5010"/>
                  <a:pt x="2899" y="5199"/>
                </a:cubicBezTo>
                <a:lnTo>
                  <a:pt x="32" y="10523"/>
                </a:lnTo>
                <a:cubicBezTo>
                  <a:pt x="0" y="10680"/>
                  <a:pt x="63" y="10964"/>
                  <a:pt x="252" y="11027"/>
                </a:cubicBezTo>
                <a:cubicBezTo>
                  <a:pt x="328" y="11070"/>
                  <a:pt x="404" y="11091"/>
                  <a:pt x="475" y="11091"/>
                </a:cubicBezTo>
                <a:cubicBezTo>
                  <a:pt x="613" y="11091"/>
                  <a:pt x="737" y="11014"/>
                  <a:pt x="819" y="10869"/>
                </a:cubicBezTo>
                <a:lnTo>
                  <a:pt x="2143" y="8475"/>
                </a:lnTo>
                <a:lnTo>
                  <a:pt x="6490" y="8475"/>
                </a:lnTo>
                <a:lnTo>
                  <a:pt x="7845" y="10869"/>
                </a:lnTo>
                <a:cubicBezTo>
                  <a:pt x="7907" y="11014"/>
                  <a:pt x="8037" y="11091"/>
                  <a:pt x="8173" y="11091"/>
                </a:cubicBezTo>
                <a:cubicBezTo>
                  <a:pt x="8243" y="11091"/>
                  <a:pt x="8316" y="11070"/>
                  <a:pt x="8381" y="11027"/>
                </a:cubicBezTo>
                <a:cubicBezTo>
                  <a:pt x="8570" y="10932"/>
                  <a:pt x="8664" y="10680"/>
                  <a:pt x="8538" y="10491"/>
                </a:cubicBezTo>
                <a:lnTo>
                  <a:pt x="5734" y="5262"/>
                </a:lnTo>
                <a:lnTo>
                  <a:pt x="6585" y="5482"/>
                </a:lnTo>
                <a:cubicBezTo>
                  <a:pt x="7120" y="3434"/>
                  <a:pt x="6931" y="4222"/>
                  <a:pt x="7624" y="1513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5" name="Google Shape;6865;p34"/>
          <p:cNvSpPr/>
          <p:nvPr/>
        </p:nvSpPr>
        <p:spPr>
          <a:xfrm>
            <a:off x="1292270" y="3956005"/>
            <a:ext cx="83205" cy="92221"/>
          </a:xfrm>
          <a:custGeom>
            <a:rect b="b" l="l" r="r" t="t"/>
            <a:pathLst>
              <a:path extrusionOk="0" h="2864" w="2584">
                <a:moveTo>
                  <a:pt x="630" y="0"/>
                </a:moveTo>
                <a:cubicBezTo>
                  <a:pt x="252" y="1449"/>
                  <a:pt x="410" y="945"/>
                  <a:pt x="0" y="2395"/>
                </a:cubicBezTo>
                <a:lnTo>
                  <a:pt x="1607" y="2836"/>
                </a:lnTo>
                <a:cubicBezTo>
                  <a:pt x="1658" y="2855"/>
                  <a:pt x="1707" y="2864"/>
                  <a:pt x="1753" y="2864"/>
                </a:cubicBezTo>
                <a:cubicBezTo>
                  <a:pt x="1932" y="2864"/>
                  <a:pt x="2067" y="2728"/>
                  <a:pt x="2143" y="2552"/>
                </a:cubicBezTo>
                <a:lnTo>
                  <a:pt x="2584" y="945"/>
                </a:lnTo>
                <a:cubicBezTo>
                  <a:pt x="2552" y="725"/>
                  <a:pt x="2458" y="473"/>
                  <a:pt x="2237" y="441"/>
                </a:cubicBezTo>
                <a:lnTo>
                  <a:pt x="6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6" name="Google Shape;6866;p34"/>
          <p:cNvSpPr/>
          <p:nvPr/>
        </p:nvSpPr>
        <p:spPr>
          <a:xfrm>
            <a:off x="3362844" y="2886199"/>
            <a:ext cx="336812" cy="315496"/>
          </a:xfrm>
          <a:custGeom>
            <a:rect b="b" l="l" r="r" t="t"/>
            <a:pathLst>
              <a:path extrusionOk="0" h="9798" w="10460">
                <a:moveTo>
                  <a:pt x="6091" y="980"/>
                </a:moveTo>
                <a:cubicBezTo>
                  <a:pt x="6596" y="980"/>
                  <a:pt x="7119" y="1154"/>
                  <a:pt x="7562" y="1520"/>
                </a:cubicBezTo>
                <a:cubicBezTo>
                  <a:pt x="7719" y="1677"/>
                  <a:pt x="7751" y="1898"/>
                  <a:pt x="7593" y="2087"/>
                </a:cubicBezTo>
                <a:cubicBezTo>
                  <a:pt x="7518" y="2181"/>
                  <a:pt x="7387" y="2241"/>
                  <a:pt x="7260" y="2241"/>
                </a:cubicBezTo>
                <a:cubicBezTo>
                  <a:pt x="7174" y="2241"/>
                  <a:pt x="7090" y="2213"/>
                  <a:pt x="7026" y="2150"/>
                </a:cubicBezTo>
                <a:cubicBezTo>
                  <a:pt x="6747" y="1918"/>
                  <a:pt x="6415" y="1807"/>
                  <a:pt x="6101" y="1807"/>
                </a:cubicBezTo>
                <a:cubicBezTo>
                  <a:pt x="5776" y="1807"/>
                  <a:pt x="5470" y="1925"/>
                  <a:pt x="5262" y="2150"/>
                </a:cubicBezTo>
                <a:cubicBezTo>
                  <a:pt x="5183" y="2229"/>
                  <a:pt x="5073" y="2268"/>
                  <a:pt x="4962" y="2268"/>
                </a:cubicBezTo>
                <a:cubicBezTo>
                  <a:pt x="4852" y="2268"/>
                  <a:pt x="4742" y="2229"/>
                  <a:pt x="4663" y="2150"/>
                </a:cubicBezTo>
                <a:cubicBezTo>
                  <a:pt x="4506" y="1992"/>
                  <a:pt x="4506" y="1709"/>
                  <a:pt x="4663" y="1551"/>
                </a:cubicBezTo>
                <a:cubicBezTo>
                  <a:pt x="5037" y="1177"/>
                  <a:pt x="5553" y="980"/>
                  <a:pt x="6091" y="980"/>
                </a:cubicBezTo>
                <a:close/>
                <a:moveTo>
                  <a:pt x="3781" y="7852"/>
                </a:moveTo>
                <a:lnTo>
                  <a:pt x="4348" y="8451"/>
                </a:lnTo>
                <a:lnTo>
                  <a:pt x="4002" y="8797"/>
                </a:lnTo>
                <a:cubicBezTo>
                  <a:pt x="3923" y="8876"/>
                  <a:pt x="3812" y="8915"/>
                  <a:pt x="3702" y="8915"/>
                </a:cubicBezTo>
                <a:cubicBezTo>
                  <a:pt x="3592" y="8915"/>
                  <a:pt x="3482" y="8876"/>
                  <a:pt x="3403" y="8797"/>
                </a:cubicBezTo>
                <a:cubicBezTo>
                  <a:pt x="3214" y="8640"/>
                  <a:pt x="3214" y="8356"/>
                  <a:pt x="3403" y="8199"/>
                </a:cubicBezTo>
                <a:lnTo>
                  <a:pt x="3781" y="7852"/>
                </a:lnTo>
                <a:close/>
                <a:moveTo>
                  <a:pt x="6201" y="1"/>
                </a:moveTo>
                <a:cubicBezTo>
                  <a:pt x="5236" y="1"/>
                  <a:pt x="4264" y="375"/>
                  <a:pt x="3529" y="1110"/>
                </a:cubicBezTo>
                <a:lnTo>
                  <a:pt x="2363" y="2307"/>
                </a:lnTo>
                <a:cubicBezTo>
                  <a:pt x="2269" y="2370"/>
                  <a:pt x="2206" y="2402"/>
                  <a:pt x="2048" y="2402"/>
                </a:cubicBezTo>
                <a:cubicBezTo>
                  <a:pt x="1450" y="2465"/>
                  <a:pt x="851" y="2622"/>
                  <a:pt x="378" y="3095"/>
                </a:cubicBezTo>
                <a:cubicBezTo>
                  <a:pt x="0" y="3441"/>
                  <a:pt x="0" y="4040"/>
                  <a:pt x="347" y="4418"/>
                </a:cubicBezTo>
                <a:lnTo>
                  <a:pt x="3182" y="7254"/>
                </a:lnTo>
                <a:lnTo>
                  <a:pt x="2773" y="7663"/>
                </a:lnTo>
                <a:cubicBezTo>
                  <a:pt x="2300" y="8136"/>
                  <a:pt x="2300" y="8923"/>
                  <a:pt x="2773" y="9427"/>
                </a:cubicBezTo>
                <a:cubicBezTo>
                  <a:pt x="3009" y="9664"/>
                  <a:pt x="3324" y="9782"/>
                  <a:pt x="3647" y="9782"/>
                </a:cubicBezTo>
                <a:cubicBezTo>
                  <a:pt x="3970" y="9782"/>
                  <a:pt x="4301" y="9664"/>
                  <a:pt x="4569" y="9427"/>
                </a:cubicBezTo>
                <a:lnTo>
                  <a:pt x="4947" y="9018"/>
                </a:lnTo>
                <a:lnTo>
                  <a:pt x="5419" y="9490"/>
                </a:lnTo>
                <a:cubicBezTo>
                  <a:pt x="5624" y="9695"/>
                  <a:pt x="5868" y="9798"/>
                  <a:pt x="6112" y="9798"/>
                </a:cubicBezTo>
                <a:cubicBezTo>
                  <a:pt x="6357" y="9798"/>
                  <a:pt x="6601" y="9695"/>
                  <a:pt x="6805" y="9490"/>
                </a:cubicBezTo>
                <a:cubicBezTo>
                  <a:pt x="7278" y="9018"/>
                  <a:pt x="7436" y="8388"/>
                  <a:pt x="7467" y="7852"/>
                </a:cubicBezTo>
                <a:cubicBezTo>
                  <a:pt x="7467" y="7726"/>
                  <a:pt x="7499" y="7663"/>
                  <a:pt x="7593" y="7569"/>
                </a:cubicBezTo>
                <a:lnTo>
                  <a:pt x="8696" y="6466"/>
                </a:lnTo>
                <a:cubicBezTo>
                  <a:pt x="10460" y="4702"/>
                  <a:pt x="10145" y="1740"/>
                  <a:pt x="8066" y="511"/>
                </a:cubicBezTo>
                <a:cubicBezTo>
                  <a:pt x="7496" y="170"/>
                  <a:pt x="6850" y="1"/>
                  <a:pt x="62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7" name="Google Shape;6867;p34"/>
          <p:cNvSpPr/>
          <p:nvPr/>
        </p:nvSpPr>
        <p:spPr>
          <a:xfrm>
            <a:off x="3629653" y="2792852"/>
            <a:ext cx="147122" cy="143322"/>
          </a:xfrm>
          <a:custGeom>
            <a:rect b="b" l="l" r="r" t="t"/>
            <a:pathLst>
              <a:path extrusionOk="0" h="4451" w="4569">
                <a:moveTo>
                  <a:pt x="3226" y="0"/>
                </a:moveTo>
                <a:cubicBezTo>
                  <a:pt x="2907" y="0"/>
                  <a:pt x="2584" y="118"/>
                  <a:pt x="2332" y="355"/>
                </a:cubicBezTo>
                <a:lnTo>
                  <a:pt x="0" y="2686"/>
                </a:lnTo>
                <a:cubicBezTo>
                  <a:pt x="788" y="3095"/>
                  <a:pt x="1355" y="3631"/>
                  <a:pt x="1796" y="4450"/>
                </a:cubicBezTo>
                <a:lnTo>
                  <a:pt x="4096" y="2119"/>
                </a:lnTo>
                <a:cubicBezTo>
                  <a:pt x="4568" y="1646"/>
                  <a:pt x="4568" y="859"/>
                  <a:pt x="4096" y="355"/>
                </a:cubicBezTo>
                <a:cubicBezTo>
                  <a:pt x="3860" y="118"/>
                  <a:pt x="3545" y="0"/>
                  <a:pt x="32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8" name="Google Shape;6868;p34"/>
          <p:cNvSpPr/>
          <p:nvPr/>
        </p:nvSpPr>
        <p:spPr>
          <a:xfrm>
            <a:off x="3619038" y="3518588"/>
            <a:ext cx="80178" cy="80178"/>
          </a:xfrm>
          <a:custGeom>
            <a:rect b="b" l="l" r="r" t="t"/>
            <a:pathLst>
              <a:path extrusionOk="0" h="2490" w="2490">
                <a:moveTo>
                  <a:pt x="1229" y="1"/>
                </a:moveTo>
                <a:cubicBezTo>
                  <a:pt x="568" y="1"/>
                  <a:pt x="1" y="568"/>
                  <a:pt x="1" y="1261"/>
                </a:cubicBezTo>
                <a:cubicBezTo>
                  <a:pt x="1" y="1923"/>
                  <a:pt x="568" y="2490"/>
                  <a:pt x="1229" y="2490"/>
                </a:cubicBezTo>
                <a:cubicBezTo>
                  <a:pt x="1891" y="2490"/>
                  <a:pt x="2426" y="1954"/>
                  <a:pt x="2490" y="1261"/>
                </a:cubicBezTo>
                <a:cubicBezTo>
                  <a:pt x="2490" y="599"/>
                  <a:pt x="1922" y="1"/>
                  <a:pt x="12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9" name="Google Shape;6869;p34"/>
          <p:cNvSpPr/>
          <p:nvPr/>
        </p:nvSpPr>
        <p:spPr>
          <a:xfrm>
            <a:off x="3372515" y="3368318"/>
            <a:ext cx="410904" cy="265843"/>
          </a:xfrm>
          <a:custGeom>
            <a:rect b="b" l="l" r="r" t="t"/>
            <a:pathLst>
              <a:path extrusionOk="0" h="8256" w="12761">
                <a:moveTo>
                  <a:pt x="5357" y="1702"/>
                </a:moveTo>
                <a:cubicBezTo>
                  <a:pt x="5609" y="1702"/>
                  <a:pt x="5798" y="1923"/>
                  <a:pt x="5798" y="2112"/>
                </a:cubicBezTo>
                <a:cubicBezTo>
                  <a:pt x="5766" y="2332"/>
                  <a:pt x="5609" y="2490"/>
                  <a:pt x="5357" y="2490"/>
                </a:cubicBezTo>
                <a:lnTo>
                  <a:pt x="2049" y="2490"/>
                </a:lnTo>
                <a:cubicBezTo>
                  <a:pt x="1828" y="2490"/>
                  <a:pt x="1639" y="2301"/>
                  <a:pt x="1639" y="2112"/>
                </a:cubicBezTo>
                <a:cubicBezTo>
                  <a:pt x="1639" y="1860"/>
                  <a:pt x="1828" y="1702"/>
                  <a:pt x="2049" y="1702"/>
                </a:cubicBezTo>
                <a:close/>
                <a:moveTo>
                  <a:pt x="5357" y="3309"/>
                </a:moveTo>
                <a:cubicBezTo>
                  <a:pt x="5609" y="3309"/>
                  <a:pt x="5798" y="3529"/>
                  <a:pt x="5798" y="3750"/>
                </a:cubicBezTo>
                <a:cubicBezTo>
                  <a:pt x="5766" y="4002"/>
                  <a:pt x="5609" y="4160"/>
                  <a:pt x="5357" y="4160"/>
                </a:cubicBezTo>
                <a:lnTo>
                  <a:pt x="2049" y="4160"/>
                </a:lnTo>
                <a:cubicBezTo>
                  <a:pt x="1828" y="4160"/>
                  <a:pt x="1639" y="3939"/>
                  <a:pt x="1639" y="3750"/>
                </a:cubicBezTo>
                <a:cubicBezTo>
                  <a:pt x="1639" y="3529"/>
                  <a:pt x="1828" y="3309"/>
                  <a:pt x="2049" y="3309"/>
                </a:cubicBezTo>
                <a:close/>
                <a:moveTo>
                  <a:pt x="5357" y="4979"/>
                </a:moveTo>
                <a:cubicBezTo>
                  <a:pt x="5609" y="4979"/>
                  <a:pt x="5798" y="5168"/>
                  <a:pt x="5798" y="5388"/>
                </a:cubicBezTo>
                <a:cubicBezTo>
                  <a:pt x="5766" y="5640"/>
                  <a:pt x="5609" y="5798"/>
                  <a:pt x="5357" y="5798"/>
                </a:cubicBezTo>
                <a:lnTo>
                  <a:pt x="2049" y="5798"/>
                </a:lnTo>
                <a:cubicBezTo>
                  <a:pt x="1828" y="5798"/>
                  <a:pt x="1639" y="5609"/>
                  <a:pt x="1639" y="5388"/>
                </a:cubicBezTo>
                <a:cubicBezTo>
                  <a:pt x="1639" y="5136"/>
                  <a:pt x="1828" y="4979"/>
                  <a:pt x="2049" y="4979"/>
                </a:cubicBezTo>
                <a:close/>
                <a:moveTo>
                  <a:pt x="8948" y="1671"/>
                </a:moveTo>
                <a:cubicBezTo>
                  <a:pt x="10082" y="1671"/>
                  <a:pt x="10996" y="2584"/>
                  <a:pt x="11028" y="3750"/>
                </a:cubicBezTo>
                <a:cubicBezTo>
                  <a:pt x="10996" y="4916"/>
                  <a:pt x="10082" y="5798"/>
                  <a:pt x="8948" y="5798"/>
                </a:cubicBezTo>
                <a:cubicBezTo>
                  <a:pt x="7814" y="5798"/>
                  <a:pt x="6900" y="4853"/>
                  <a:pt x="6869" y="3750"/>
                </a:cubicBezTo>
                <a:cubicBezTo>
                  <a:pt x="6869" y="2616"/>
                  <a:pt x="7814" y="1702"/>
                  <a:pt x="8948" y="1671"/>
                </a:cubicBezTo>
                <a:close/>
                <a:moveTo>
                  <a:pt x="1230" y="1"/>
                </a:moveTo>
                <a:cubicBezTo>
                  <a:pt x="568" y="1"/>
                  <a:pt x="1" y="568"/>
                  <a:pt x="1" y="1230"/>
                </a:cubicBezTo>
                <a:lnTo>
                  <a:pt x="1" y="6207"/>
                </a:lnTo>
                <a:cubicBezTo>
                  <a:pt x="1" y="6743"/>
                  <a:pt x="379" y="7184"/>
                  <a:pt x="852" y="7373"/>
                </a:cubicBezTo>
                <a:lnTo>
                  <a:pt x="852" y="7846"/>
                </a:lnTo>
                <a:cubicBezTo>
                  <a:pt x="852" y="8098"/>
                  <a:pt x="1041" y="8255"/>
                  <a:pt x="1261" y="8255"/>
                </a:cubicBezTo>
                <a:lnTo>
                  <a:pt x="2931" y="8255"/>
                </a:lnTo>
                <a:cubicBezTo>
                  <a:pt x="3151" y="8255"/>
                  <a:pt x="3372" y="8066"/>
                  <a:pt x="3372" y="7846"/>
                </a:cubicBezTo>
                <a:lnTo>
                  <a:pt x="3372" y="7436"/>
                </a:lnTo>
                <a:lnTo>
                  <a:pt x="9421" y="7436"/>
                </a:lnTo>
                <a:lnTo>
                  <a:pt x="9421" y="7846"/>
                </a:lnTo>
                <a:cubicBezTo>
                  <a:pt x="9421" y="8098"/>
                  <a:pt x="9610" y="8255"/>
                  <a:pt x="9862" y="8255"/>
                </a:cubicBezTo>
                <a:lnTo>
                  <a:pt x="11500" y="8255"/>
                </a:lnTo>
                <a:cubicBezTo>
                  <a:pt x="11752" y="8255"/>
                  <a:pt x="11941" y="8066"/>
                  <a:pt x="11941" y="7846"/>
                </a:cubicBezTo>
                <a:lnTo>
                  <a:pt x="11941" y="7373"/>
                </a:lnTo>
                <a:cubicBezTo>
                  <a:pt x="12414" y="7215"/>
                  <a:pt x="12760" y="6743"/>
                  <a:pt x="12760" y="6207"/>
                </a:cubicBezTo>
                <a:lnTo>
                  <a:pt x="12760" y="1230"/>
                </a:lnTo>
                <a:cubicBezTo>
                  <a:pt x="12666" y="599"/>
                  <a:pt x="12099" y="1"/>
                  <a:pt x="1143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0" name="Google Shape;6870;p34"/>
          <p:cNvSpPr/>
          <p:nvPr/>
        </p:nvSpPr>
        <p:spPr>
          <a:xfrm>
            <a:off x="3620584" y="3802798"/>
            <a:ext cx="160292" cy="239826"/>
          </a:xfrm>
          <a:custGeom>
            <a:rect b="b" l="l" r="r" t="t"/>
            <a:pathLst>
              <a:path extrusionOk="0" h="7448" w="4978">
                <a:moveTo>
                  <a:pt x="2489" y="820"/>
                </a:moveTo>
                <a:cubicBezTo>
                  <a:pt x="3403" y="820"/>
                  <a:pt x="4127" y="1576"/>
                  <a:pt x="4127" y="2490"/>
                </a:cubicBezTo>
                <a:cubicBezTo>
                  <a:pt x="4127" y="3372"/>
                  <a:pt x="3403" y="4128"/>
                  <a:pt x="2489" y="4128"/>
                </a:cubicBezTo>
                <a:cubicBezTo>
                  <a:pt x="1575" y="4128"/>
                  <a:pt x="819" y="3372"/>
                  <a:pt x="819" y="2490"/>
                </a:cubicBezTo>
                <a:cubicBezTo>
                  <a:pt x="819" y="1576"/>
                  <a:pt x="1575" y="820"/>
                  <a:pt x="2489" y="820"/>
                </a:cubicBezTo>
                <a:close/>
                <a:moveTo>
                  <a:pt x="2489" y="1"/>
                </a:moveTo>
                <a:cubicBezTo>
                  <a:pt x="1103" y="1"/>
                  <a:pt x="0" y="1104"/>
                  <a:pt x="0" y="2490"/>
                </a:cubicBezTo>
                <a:cubicBezTo>
                  <a:pt x="0" y="3214"/>
                  <a:pt x="315" y="3845"/>
                  <a:pt x="819" y="4317"/>
                </a:cubicBezTo>
                <a:lnTo>
                  <a:pt x="819" y="7058"/>
                </a:lnTo>
                <a:cubicBezTo>
                  <a:pt x="819" y="7287"/>
                  <a:pt x="1012" y="7448"/>
                  <a:pt x="1225" y="7448"/>
                </a:cubicBezTo>
                <a:cubicBezTo>
                  <a:pt x="1334" y="7448"/>
                  <a:pt x="1448" y="7406"/>
                  <a:pt x="1544" y="7310"/>
                </a:cubicBezTo>
                <a:lnTo>
                  <a:pt x="2489" y="6365"/>
                </a:lnTo>
                <a:lnTo>
                  <a:pt x="3434" y="7310"/>
                </a:lnTo>
                <a:cubicBezTo>
                  <a:pt x="3530" y="7406"/>
                  <a:pt x="3640" y="7448"/>
                  <a:pt x="3744" y="7448"/>
                </a:cubicBezTo>
                <a:cubicBezTo>
                  <a:pt x="3948" y="7448"/>
                  <a:pt x="4127" y="7287"/>
                  <a:pt x="4127" y="7058"/>
                </a:cubicBezTo>
                <a:lnTo>
                  <a:pt x="4127" y="4317"/>
                </a:lnTo>
                <a:cubicBezTo>
                  <a:pt x="4663" y="3845"/>
                  <a:pt x="4978" y="3214"/>
                  <a:pt x="4978" y="2490"/>
                </a:cubicBezTo>
                <a:cubicBezTo>
                  <a:pt x="4978" y="1104"/>
                  <a:pt x="3875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1" name="Google Shape;6871;p34"/>
          <p:cNvSpPr/>
          <p:nvPr/>
        </p:nvSpPr>
        <p:spPr>
          <a:xfrm>
            <a:off x="3430862" y="4157866"/>
            <a:ext cx="347985" cy="52776"/>
          </a:xfrm>
          <a:custGeom>
            <a:rect b="b" l="l" r="r" t="t"/>
            <a:pathLst>
              <a:path extrusionOk="0" h="1639" w="10807">
                <a:moveTo>
                  <a:pt x="1450" y="1"/>
                </a:moveTo>
                <a:cubicBezTo>
                  <a:pt x="1292" y="788"/>
                  <a:pt x="662" y="1387"/>
                  <a:pt x="1" y="1639"/>
                </a:cubicBezTo>
                <a:lnTo>
                  <a:pt x="8822" y="1639"/>
                </a:lnTo>
                <a:cubicBezTo>
                  <a:pt x="9799" y="1639"/>
                  <a:pt x="10649" y="946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2" name="Google Shape;6872;p34"/>
          <p:cNvSpPr/>
          <p:nvPr/>
        </p:nvSpPr>
        <p:spPr>
          <a:xfrm>
            <a:off x="3375059" y="3800769"/>
            <a:ext cx="353073" cy="380829"/>
          </a:xfrm>
          <a:custGeom>
            <a:rect b="b" l="l" r="r" t="t"/>
            <a:pathLst>
              <a:path extrusionOk="0" h="11827" w="10965">
                <a:moveTo>
                  <a:pt x="379" y="1"/>
                </a:moveTo>
                <a:cubicBezTo>
                  <a:pt x="158" y="1"/>
                  <a:pt x="1" y="221"/>
                  <a:pt x="1" y="411"/>
                </a:cubicBezTo>
                <a:lnTo>
                  <a:pt x="1" y="10618"/>
                </a:lnTo>
                <a:cubicBezTo>
                  <a:pt x="1" y="11280"/>
                  <a:pt x="537" y="11815"/>
                  <a:pt x="1198" y="11815"/>
                </a:cubicBezTo>
                <a:cubicBezTo>
                  <a:pt x="1247" y="11823"/>
                  <a:pt x="1295" y="11826"/>
                  <a:pt x="1342" y="11826"/>
                </a:cubicBezTo>
                <a:cubicBezTo>
                  <a:pt x="1912" y="11826"/>
                  <a:pt x="2395" y="11318"/>
                  <a:pt x="2395" y="10650"/>
                </a:cubicBezTo>
                <a:cubicBezTo>
                  <a:pt x="2395" y="10398"/>
                  <a:pt x="2584" y="10272"/>
                  <a:pt x="2836" y="10272"/>
                </a:cubicBezTo>
                <a:lnTo>
                  <a:pt x="10965" y="10272"/>
                </a:lnTo>
                <a:lnTo>
                  <a:pt x="10965" y="8255"/>
                </a:lnTo>
                <a:cubicBezTo>
                  <a:pt x="10807" y="8161"/>
                  <a:pt x="10650" y="8098"/>
                  <a:pt x="10492" y="7972"/>
                </a:cubicBezTo>
                <a:lnTo>
                  <a:pt x="10146" y="7625"/>
                </a:lnTo>
                <a:lnTo>
                  <a:pt x="9799" y="7972"/>
                </a:lnTo>
                <a:cubicBezTo>
                  <a:pt x="9547" y="8224"/>
                  <a:pt x="9232" y="8318"/>
                  <a:pt x="8917" y="8318"/>
                </a:cubicBezTo>
                <a:cubicBezTo>
                  <a:pt x="8255" y="8318"/>
                  <a:pt x="7720" y="7783"/>
                  <a:pt x="7720" y="7058"/>
                </a:cubicBezTo>
                <a:lnTo>
                  <a:pt x="7720" y="4664"/>
                </a:lnTo>
                <a:cubicBezTo>
                  <a:pt x="7184" y="4065"/>
                  <a:pt x="6869" y="3309"/>
                  <a:pt x="6869" y="2490"/>
                </a:cubicBezTo>
                <a:cubicBezTo>
                  <a:pt x="6869" y="1513"/>
                  <a:pt x="7310" y="600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3" name="Google Shape;6873;p34"/>
          <p:cNvSpPr/>
          <p:nvPr/>
        </p:nvSpPr>
        <p:spPr>
          <a:xfrm>
            <a:off x="2547127" y="4313084"/>
            <a:ext cx="293213" cy="406815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4" name="Google Shape;6874;p34"/>
          <p:cNvSpPr/>
          <p:nvPr/>
        </p:nvSpPr>
        <p:spPr>
          <a:xfrm>
            <a:off x="4871894" y="1431616"/>
            <a:ext cx="388967" cy="137601"/>
          </a:xfrm>
          <a:custGeom>
            <a:rect b="b" l="l" r="r" t="t"/>
            <a:pathLst>
              <a:path extrusionOk="0" h="4191" w="11847">
                <a:moveTo>
                  <a:pt x="5230" y="0"/>
                </a:moveTo>
                <a:cubicBezTo>
                  <a:pt x="5073" y="0"/>
                  <a:pt x="4947" y="63"/>
                  <a:pt x="4915" y="189"/>
                </a:cubicBezTo>
                <a:lnTo>
                  <a:pt x="4096" y="2080"/>
                </a:lnTo>
                <a:lnTo>
                  <a:pt x="347" y="2080"/>
                </a:lnTo>
                <a:cubicBezTo>
                  <a:pt x="158" y="2080"/>
                  <a:pt x="0" y="2237"/>
                  <a:pt x="0" y="2426"/>
                </a:cubicBezTo>
                <a:cubicBezTo>
                  <a:pt x="0" y="2615"/>
                  <a:pt x="158" y="2773"/>
                  <a:pt x="347" y="2773"/>
                </a:cubicBezTo>
                <a:lnTo>
                  <a:pt x="4316" y="2773"/>
                </a:lnTo>
                <a:cubicBezTo>
                  <a:pt x="4411" y="2773"/>
                  <a:pt x="4505" y="2710"/>
                  <a:pt x="4600" y="2584"/>
                </a:cubicBezTo>
                <a:lnTo>
                  <a:pt x="5199" y="1292"/>
                </a:lnTo>
                <a:lnTo>
                  <a:pt x="6238" y="3970"/>
                </a:lnTo>
                <a:cubicBezTo>
                  <a:pt x="6301" y="4096"/>
                  <a:pt x="6396" y="4159"/>
                  <a:pt x="6522" y="4191"/>
                </a:cubicBezTo>
                <a:lnTo>
                  <a:pt x="6553" y="4191"/>
                </a:lnTo>
                <a:cubicBezTo>
                  <a:pt x="6679" y="4191"/>
                  <a:pt x="6805" y="4127"/>
                  <a:pt x="6868" y="4033"/>
                </a:cubicBezTo>
                <a:lnTo>
                  <a:pt x="7624" y="2836"/>
                </a:lnTo>
                <a:lnTo>
                  <a:pt x="11500" y="2836"/>
                </a:lnTo>
                <a:cubicBezTo>
                  <a:pt x="11689" y="2836"/>
                  <a:pt x="11846" y="2678"/>
                  <a:pt x="11846" y="2458"/>
                </a:cubicBezTo>
                <a:cubicBezTo>
                  <a:pt x="11846" y="2269"/>
                  <a:pt x="11689" y="2111"/>
                  <a:pt x="11500" y="2111"/>
                </a:cubicBezTo>
                <a:lnTo>
                  <a:pt x="7435" y="2111"/>
                </a:lnTo>
                <a:cubicBezTo>
                  <a:pt x="7309" y="2111"/>
                  <a:pt x="7183" y="2206"/>
                  <a:pt x="7120" y="2269"/>
                </a:cubicBezTo>
                <a:lnTo>
                  <a:pt x="6648" y="3056"/>
                </a:lnTo>
                <a:lnTo>
                  <a:pt x="5545" y="221"/>
                </a:lnTo>
                <a:cubicBezTo>
                  <a:pt x="5514" y="95"/>
                  <a:pt x="5388" y="0"/>
                  <a:pt x="523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5" name="Google Shape;6875;p34"/>
          <p:cNvSpPr/>
          <p:nvPr/>
        </p:nvSpPr>
        <p:spPr>
          <a:xfrm>
            <a:off x="4868775" y="1319892"/>
            <a:ext cx="387949" cy="164524"/>
          </a:xfrm>
          <a:custGeom>
            <a:rect b="b" l="l" r="r" t="t"/>
            <a:pathLst>
              <a:path extrusionOk="0" h="5011" w="11816">
                <a:moveTo>
                  <a:pt x="3151" y="1"/>
                </a:moveTo>
                <a:cubicBezTo>
                  <a:pt x="1387" y="1"/>
                  <a:pt x="1" y="1419"/>
                  <a:pt x="1" y="3277"/>
                </a:cubicBezTo>
                <a:cubicBezTo>
                  <a:pt x="1" y="3876"/>
                  <a:pt x="158" y="4349"/>
                  <a:pt x="442" y="4821"/>
                </a:cubicBezTo>
                <a:lnTo>
                  <a:pt x="3655" y="4821"/>
                </a:lnTo>
                <a:lnTo>
                  <a:pt x="4285" y="3340"/>
                </a:lnTo>
                <a:cubicBezTo>
                  <a:pt x="4443" y="2994"/>
                  <a:pt x="4821" y="2773"/>
                  <a:pt x="5199" y="2710"/>
                </a:cubicBezTo>
                <a:cubicBezTo>
                  <a:pt x="5672" y="2710"/>
                  <a:pt x="6018" y="2994"/>
                  <a:pt x="6176" y="3403"/>
                </a:cubicBezTo>
                <a:lnTo>
                  <a:pt x="6806" y="5010"/>
                </a:lnTo>
                <a:cubicBezTo>
                  <a:pt x="6963" y="4884"/>
                  <a:pt x="7215" y="4821"/>
                  <a:pt x="7404" y="4821"/>
                </a:cubicBezTo>
                <a:lnTo>
                  <a:pt x="11374" y="4821"/>
                </a:lnTo>
                <a:cubicBezTo>
                  <a:pt x="11626" y="4349"/>
                  <a:pt x="11815" y="3813"/>
                  <a:pt x="11815" y="3277"/>
                </a:cubicBezTo>
                <a:cubicBezTo>
                  <a:pt x="11815" y="1419"/>
                  <a:pt x="10429" y="1"/>
                  <a:pt x="8665" y="1"/>
                </a:cubicBezTo>
                <a:cubicBezTo>
                  <a:pt x="7247" y="1"/>
                  <a:pt x="6396" y="977"/>
                  <a:pt x="5924" y="1860"/>
                </a:cubicBezTo>
                <a:cubicBezTo>
                  <a:pt x="5451" y="977"/>
                  <a:pt x="4537" y="1"/>
                  <a:pt x="31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6" name="Google Shape;6876;p34"/>
          <p:cNvSpPr/>
          <p:nvPr/>
        </p:nvSpPr>
        <p:spPr>
          <a:xfrm>
            <a:off x="4943269" y="1530896"/>
            <a:ext cx="245160" cy="129327"/>
          </a:xfrm>
          <a:custGeom>
            <a:rect b="b" l="l" r="r" t="t"/>
            <a:pathLst>
              <a:path extrusionOk="0" h="3939" w="7467">
                <a:moveTo>
                  <a:pt x="2962" y="1"/>
                </a:moveTo>
                <a:cubicBezTo>
                  <a:pt x="2773" y="284"/>
                  <a:pt x="2458" y="442"/>
                  <a:pt x="2111" y="442"/>
                </a:cubicBezTo>
                <a:lnTo>
                  <a:pt x="0" y="442"/>
                </a:lnTo>
                <a:cubicBezTo>
                  <a:pt x="158" y="599"/>
                  <a:pt x="347" y="757"/>
                  <a:pt x="536" y="914"/>
                </a:cubicBezTo>
                <a:cubicBezTo>
                  <a:pt x="1449" y="1734"/>
                  <a:pt x="2426" y="2647"/>
                  <a:pt x="3434" y="3813"/>
                </a:cubicBezTo>
                <a:cubicBezTo>
                  <a:pt x="3529" y="3907"/>
                  <a:pt x="3592" y="3939"/>
                  <a:pt x="3718" y="3939"/>
                </a:cubicBezTo>
                <a:cubicBezTo>
                  <a:pt x="3844" y="3939"/>
                  <a:pt x="3907" y="3907"/>
                  <a:pt x="4001" y="3813"/>
                </a:cubicBezTo>
                <a:cubicBezTo>
                  <a:pt x="4978" y="2584"/>
                  <a:pt x="6018" y="1734"/>
                  <a:pt x="6900" y="914"/>
                </a:cubicBezTo>
                <a:cubicBezTo>
                  <a:pt x="7120" y="757"/>
                  <a:pt x="7278" y="599"/>
                  <a:pt x="7467" y="442"/>
                </a:cubicBezTo>
                <a:lnTo>
                  <a:pt x="5860" y="442"/>
                </a:lnTo>
                <a:lnTo>
                  <a:pt x="5293" y="1324"/>
                </a:lnTo>
                <a:cubicBezTo>
                  <a:pt x="5104" y="1639"/>
                  <a:pt x="4789" y="1860"/>
                  <a:pt x="4379" y="1860"/>
                </a:cubicBezTo>
                <a:lnTo>
                  <a:pt x="4316" y="1860"/>
                </a:lnTo>
                <a:cubicBezTo>
                  <a:pt x="3907" y="1797"/>
                  <a:pt x="3592" y="1576"/>
                  <a:pt x="3434" y="1167"/>
                </a:cubicBezTo>
                <a:lnTo>
                  <a:pt x="29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7" name="Google Shape;6877;p34"/>
          <p:cNvSpPr/>
          <p:nvPr/>
        </p:nvSpPr>
        <p:spPr>
          <a:xfrm>
            <a:off x="4869825" y="1958372"/>
            <a:ext cx="45539" cy="69309"/>
          </a:xfrm>
          <a:custGeom>
            <a:rect b="b" l="l" r="r" t="t"/>
            <a:pathLst>
              <a:path extrusionOk="0" h="2111" w="1387">
                <a:moveTo>
                  <a:pt x="0" y="0"/>
                </a:moveTo>
                <a:lnTo>
                  <a:pt x="0" y="2111"/>
                </a:lnTo>
                <a:lnTo>
                  <a:pt x="1386" y="2111"/>
                </a:lnTo>
                <a:lnTo>
                  <a:pt x="138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8" name="Google Shape;6878;p34"/>
          <p:cNvSpPr/>
          <p:nvPr/>
        </p:nvSpPr>
        <p:spPr>
          <a:xfrm>
            <a:off x="4869825" y="2051448"/>
            <a:ext cx="69309" cy="22786"/>
          </a:xfrm>
          <a:custGeom>
            <a:rect b="b" l="l" r="r" t="t"/>
            <a:pathLst>
              <a:path extrusionOk="0" h="694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6"/>
                  <a:pt x="2111" y="347"/>
                </a:cubicBezTo>
                <a:cubicBezTo>
                  <a:pt x="2111" y="158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9" name="Google Shape;6879;p34"/>
          <p:cNvSpPr/>
          <p:nvPr/>
        </p:nvSpPr>
        <p:spPr>
          <a:xfrm>
            <a:off x="4869825" y="1912835"/>
            <a:ext cx="69309" cy="22819"/>
          </a:xfrm>
          <a:custGeom>
            <a:rect b="b" l="l" r="r" t="t"/>
            <a:pathLst>
              <a:path extrusionOk="0" h="695" w="2111">
                <a:moveTo>
                  <a:pt x="0" y="1"/>
                </a:moveTo>
                <a:lnTo>
                  <a:pt x="0" y="694"/>
                </a:lnTo>
                <a:lnTo>
                  <a:pt x="1733" y="694"/>
                </a:lnTo>
                <a:cubicBezTo>
                  <a:pt x="1954" y="694"/>
                  <a:pt x="2111" y="537"/>
                  <a:pt x="2111" y="348"/>
                </a:cubicBezTo>
                <a:cubicBezTo>
                  <a:pt x="2111" y="159"/>
                  <a:pt x="1954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0" name="Google Shape;6880;p34"/>
          <p:cNvSpPr/>
          <p:nvPr/>
        </p:nvSpPr>
        <p:spPr>
          <a:xfrm>
            <a:off x="4870843" y="1799076"/>
            <a:ext cx="388967" cy="388967"/>
          </a:xfrm>
          <a:custGeom>
            <a:rect b="b" l="l" r="r" t="t"/>
            <a:pathLst>
              <a:path extrusionOk="0" h="11847" w="11847">
                <a:moveTo>
                  <a:pt x="2427" y="0"/>
                </a:moveTo>
                <a:cubicBezTo>
                  <a:pt x="1072" y="0"/>
                  <a:pt x="1" y="1103"/>
                  <a:pt x="1" y="2426"/>
                </a:cubicBezTo>
                <a:lnTo>
                  <a:pt x="1" y="2804"/>
                </a:lnTo>
                <a:lnTo>
                  <a:pt x="1355" y="2804"/>
                </a:lnTo>
                <a:lnTo>
                  <a:pt x="1355" y="2426"/>
                </a:lnTo>
                <a:cubicBezTo>
                  <a:pt x="1355" y="1859"/>
                  <a:pt x="1828" y="1418"/>
                  <a:pt x="2395" y="1418"/>
                </a:cubicBezTo>
                <a:lnTo>
                  <a:pt x="9358" y="1418"/>
                </a:lnTo>
                <a:cubicBezTo>
                  <a:pt x="9956" y="1418"/>
                  <a:pt x="10366" y="1891"/>
                  <a:pt x="10366" y="2426"/>
                </a:cubicBezTo>
                <a:lnTo>
                  <a:pt x="10366" y="9420"/>
                </a:lnTo>
                <a:cubicBezTo>
                  <a:pt x="10366" y="9987"/>
                  <a:pt x="9893" y="10429"/>
                  <a:pt x="9358" y="10429"/>
                </a:cubicBezTo>
                <a:lnTo>
                  <a:pt x="2395" y="10429"/>
                </a:lnTo>
                <a:cubicBezTo>
                  <a:pt x="1797" y="10429"/>
                  <a:pt x="1355" y="9956"/>
                  <a:pt x="1355" y="9420"/>
                </a:cubicBezTo>
                <a:lnTo>
                  <a:pt x="1355" y="9042"/>
                </a:lnTo>
                <a:lnTo>
                  <a:pt x="1" y="9042"/>
                </a:lnTo>
                <a:lnTo>
                  <a:pt x="1" y="9420"/>
                </a:lnTo>
                <a:cubicBezTo>
                  <a:pt x="1" y="10744"/>
                  <a:pt x="1103" y="11846"/>
                  <a:pt x="2427" y="11846"/>
                </a:cubicBezTo>
                <a:lnTo>
                  <a:pt x="9389" y="11846"/>
                </a:lnTo>
                <a:cubicBezTo>
                  <a:pt x="10744" y="11846"/>
                  <a:pt x="11847" y="10744"/>
                  <a:pt x="11847" y="9420"/>
                </a:cubicBezTo>
                <a:lnTo>
                  <a:pt x="11847" y="2426"/>
                </a:lnTo>
                <a:cubicBezTo>
                  <a:pt x="11847" y="1103"/>
                  <a:pt x="10744" y="0"/>
                  <a:pt x="938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1" name="Google Shape;6881;p34"/>
          <p:cNvSpPr/>
          <p:nvPr/>
        </p:nvSpPr>
        <p:spPr>
          <a:xfrm>
            <a:off x="5018747" y="1935620"/>
            <a:ext cx="113830" cy="113797"/>
          </a:xfrm>
          <a:custGeom>
            <a:rect b="b" l="l" r="r" t="t"/>
            <a:pathLst>
              <a:path extrusionOk="0" h="3466" w="3467">
                <a:moveTo>
                  <a:pt x="1387" y="0"/>
                </a:moveTo>
                <a:lnTo>
                  <a:pt x="1387" y="1040"/>
                </a:lnTo>
                <a:cubicBezTo>
                  <a:pt x="1387" y="1229"/>
                  <a:pt x="1230" y="1386"/>
                  <a:pt x="1041" y="1386"/>
                </a:cubicBezTo>
                <a:lnTo>
                  <a:pt x="1" y="1386"/>
                </a:lnTo>
                <a:lnTo>
                  <a:pt x="1" y="2111"/>
                </a:lnTo>
                <a:lnTo>
                  <a:pt x="1041" y="2111"/>
                </a:lnTo>
                <a:cubicBezTo>
                  <a:pt x="1230" y="2111"/>
                  <a:pt x="1387" y="2268"/>
                  <a:pt x="1387" y="2457"/>
                </a:cubicBezTo>
                <a:lnTo>
                  <a:pt x="1387" y="3466"/>
                </a:lnTo>
                <a:lnTo>
                  <a:pt x="2080" y="3466"/>
                </a:lnTo>
                <a:lnTo>
                  <a:pt x="2080" y="2457"/>
                </a:lnTo>
                <a:cubicBezTo>
                  <a:pt x="2080" y="2268"/>
                  <a:pt x="2238" y="2111"/>
                  <a:pt x="2458" y="2111"/>
                </a:cubicBezTo>
                <a:lnTo>
                  <a:pt x="3467" y="2111"/>
                </a:lnTo>
                <a:lnTo>
                  <a:pt x="3467" y="1386"/>
                </a:lnTo>
                <a:lnTo>
                  <a:pt x="2458" y="1386"/>
                </a:lnTo>
                <a:cubicBezTo>
                  <a:pt x="2238" y="1386"/>
                  <a:pt x="2080" y="1229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2" name="Google Shape;6882;p34"/>
          <p:cNvSpPr/>
          <p:nvPr/>
        </p:nvSpPr>
        <p:spPr>
          <a:xfrm>
            <a:off x="4939131" y="1867331"/>
            <a:ext cx="251366" cy="252416"/>
          </a:xfrm>
          <a:custGeom>
            <a:rect b="b" l="l" r="r" t="t"/>
            <a:pathLst>
              <a:path extrusionOk="0" h="7688" w="7656">
                <a:moveTo>
                  <a:pt x="4883" y="1418"/>
                </a:moveTo>
                <a:cubicBezTo>
                  <a:pt x="5072" y="1418"/>
                  <a:pt x="5230" y="1576"/>
                  <a:pt x="5230" y="1765"/>
                </a:cubicBezTo>
                <a:lnTo>
                  <a:pt x="5230" y="2805"/>
                </a:lnTo>
                <a:lnTo>
                  <a:pt x="6238" y="2805"/>
                </a:lnTo>
                <a:cubicBezTo>
                  <a:pt x="6459" y="2805"/>
                  <a:pt x="6616" y="2962"/>
                  <a:pt x="6616" y="3151"/>
                </a:cubicBezTo>
                <a:lnTo>
                  <a:pt x="6616" y="4537"/>
                </a:lnTo>
                <a:cubicBezTo>
                  <a:pt x="6616" y="4726"/>
                  <a:pt x="6459" y="4884"/>
                  <a:pt x="6238" y="4884"/>
                </a:cubicBezTo>
                <a:lnTo>
                  <a:pt x="5230" y="4884"/>
                </a:lnTo>
                <a:lnTo>
                  <a:pt x="5230" y="5924"/>
                </a:lnTo>
                <a:cubicBezTo>
                  <a:pt x="5230" y="6113"/>
                  <a:pt x="5072" y="6270"/>
                  <a:pt x="4883" y="6270"/>
                </a:cubicBezTo>
                <a:lnTo>
                  <a:pt x="3497" y="6270"/>
                </a:lnTo>
                <a:cubicBezTo>
                  <a:pt x="3308" y="6270"/>
                  <a:pt x="3151" y="6113"/>
                  <a:pt x="3151" y="5924"/>
                </a:cubicBezTo>
                <a:lnTo>
                  <a:pt x="3151" y="4884"/>
                </a:lnTo>
                <a:lnTo>
                  <a:pt x="2111" y="4884"/>
                </a:lnTo>
                <a:cubicBezTo>
                  <a:pt x="1922" y="4884"/>
                  <a:pt x="1764" y="4726"/>
                  <a:pt x="1764" y="4537"/>
                </a:cubicBezTo>
                <a:lnTo>
                  <a:pt x="1764" y="3151"/>
                </a:lnTo>
                <a:cubicBezTo>
                  <a:pt x="1764" y="2962"/>
                  <a:pt x="1922" y="2805"/>
                  <a:pt x="2111" y="2805"/>
                </a:cubicBezTo>
                <a:lnTo>
                  <a:pt x="3151" y="2805"/>
                </a:lnTo>
                <a:lnTo>
                  <a:pt x="3151" y="1765"/>
                </a:lnTo>
                <a:cubicBezTo>
                  <a:pt x="3151" y="1576"/>
                  <a:pt x="3308" y="1418"/>
                  <a:pt x="3497" y="141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757"/>
                </a:lnTo>
                <a:cubicBezTo>
                  <a:pt x="378" y="914"/>
                  <a:pt x="693" y="1261"/>
                  <a:pt x="693" y="1734"/>
                </a:cubicBezTo>
                <a:cubicBezTo>
                  <a:pt x="693" y="2175"/>
                  <a:pt x="378" y="2553"/>
                  <a:pt x="0" y="2710"/>
                </a:cubicBezTo>
                <a:lnTo>
                  <a:pt x="0" y="4979"/>
                </a:lnTo>
                <a:cubicBezTo>
                  <a:pt x="378" y="5136"/>
                  <a:pt x="693" y="5483"/>
                  <a:pt x="693" y="5955"/>
                </a:cubicBezTo>
                <a:cubicBezTo>
                  <a:pt x="693" y="6396"/>
                  <a:pt x="441" y="6774"/>
                  <a:pt x="0" y="6932"/>
                </a:cubicBezTo>
                <a:lnTo>
                  <a:pt x="0" y="7341"/>
                </a:lnTo>
                <a:cubicBezTo>
                  <a:pt x="0" y="7530"/>
                  <a:pt x="158" y="7688"/>
                  <a:pt x="347" y="7688"/>
                </a:cubicBezTo>
                <a:lnTo>
                  <a:pt x="7309" y="7688"/>
                </a:lnTo>
                <a:cubicBezTo>
                  <a:pt x="7498" y="7688"/>
                  <a:pt x="7656" y="7530"/>
                  <a:pt x="7656" y="7341"/>
                </a:cubicBezTo>
                <a:lnTo>
                  <a:pt x="7656" y="347"/>
                </a:lnTo>
                <a:cubicBezTo>
                  <a:pt x="7656" y="158"/>
                  <a:pt x="7498" y="1"/>
                  <a:pt x="7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3" name="Google Shape;6883;p34"/>
          <p:cNvSpPr/>
          <p:nvPr/>
        </p:nvSpPr>
        <p:spPr>
          <a:xfrm>
            <a:off x="5036361" y="2482322"/>
            <a:ext cx="113797" cy="84905"/>
          </a:xfrm>
          <a:custGeom>
            <a:rect b="b" l="l" r="r" t="t"/>
            <a:pathLst>
              <a:path extrusionOk="0" h="2586" w="3466">
                <a:moveTo>
                  <a:pt x="614" y="0"/>
                </a:moveTo>
                <a:cubicBezTo>
                  <a:pt x="287" y="0"/>
                  <a:pt x="0" y="305"/>
                  <a:pt x="0" y="696"/>
                </a:cubicBezTo>
                <a:cubicBezTo>
                  <a:pt x="0" y="1326"/>
                  <a:pt x="1008" y="2019"/>
                  <a:pt x="1733" y="2586"/>
                </a:cubicBezTo>
                <a:cubicBezTo>
                  <a:pt x="2426" y="2019"/>
                  <a:pt x="3466" y="1326"/>
                  <a:pt x="3466" y="696"/>
                </a:cubicBezTo>
                <a:cubicBezTo>
                  <a:pt x="3466" y="349"/>
                  <a:pt x="3214" y="3"/>
                  <a:pt x="2741" y="3"/>
                </a:cubicBezTo>
                <a:cubicBezTo>
                  <a:pt x="2237" y="3"/>
                  <a:pt x="2048" y="570"/>
                  <a:pt x="2048" y="570"/>
                </a:cubicBezTo>
                <a:cubicBezTo>
                  <a:pt x="2001" y="743"/>
                  <a:pt x="1851" y="830"/>
                  <a:pt x="1701" y="830"/>
                </a:cubicBezTo>
                <a:cubicBezTo>
                  <a:pt x="1552" y="830"/>
                  <a:pt x="1402" y="743"/>
                  <a:pt x="1355" y="570"/>
                </a:cubicBezTo>
                <a:cubicBezTo>
                  <a:pt x="1355" y="538"/>
                  <a:pt x="1166" y="3"/>
                  <a:pt x="662" y="3"/>
                </a:cubicBezTo>
                <a:cubicBezTo>
                  <a:pt x="646" y="1"/>
                  <a:pt x="630" y="0"/>
                  <a:pt x="61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4" name="Google Shape;6884;p34"/>
          <p:cNvSpPr/>
          <p:nvPr/>
        </p:nvSpPr>
        <p:spPr>
          <a:xfrm>
            <a:off x="4865672" y="2295186"/>
            <a:ext cx="398291" cy="388934"/>
          </a:xfrm>
          <a:custGeom>
            <a:rect b="b" l="l" r="r" t="t"/>
            <a:pathLst>
              <a:path extrusionOk="0" h="11846" w="12131">
                <a:moveTo>
                  <a:pt x="3744" y="3555"/>
                </a:moveTo>
                <a:cubicBezTo>
                  <a:pt x="3907" y="3555"/>
                  <a:pt x="4040" y="3674"/>
                  <a:pt x="4096" y="3844"/>
                </a:cubicBezTo>
                <a:cubicBezTo>
                  <a:pt x="4128" y="4033"/>
                  <a:pt x="3970" y="4190"/>
                  <a:pt x="3813" y="4253"/>
                </a:cubicBezTo>
                <a:cubicBezTo>
                  <a:pt x="2931" y="4379"/>
                  <a:pt x="2427" y="5451"/>
                  <a:pt x="2899" y="6333"/>
                </a:cubicBezTo>
                <a:cubicBezTo>
                  <a:pt x="2994" y="6490"/>
                  <a:pt x="2931" y="6711"/>
                  <a:pt x="2773" y="6805"/>
                </a:cubicBezTo>
                <a:cubicBezTo>
                  <a:pt x="2723" y="6825"/>
                  <a:pt x="2667" y="6836"/>
                  <a:pt x="2611" y="6836"/>
                </a:cubicBezTo>
                <a:cubicBezTo>
                  <a:pt x="2489" y="6836"/>
                  <a:pt x="2365" y="6787"/>
                  <a:pt x="2301" y="6679"/>
                </a:cubicBezTo>
                <a:cubicBezTo>
                  <a:pt x="1608" y="5419"/>
                  <a:pt x="2364" y="3812"/>
                  <a:pt x="3687" y="3560"/>
                </a:cubicBezTo>
                <a:cubicBezTo>
                  <a:pt x="3706" y="3557"/>
                  <a:pt x="3726" y="3555"/>
                  <a:pt x="3744" y="3555"/>
                </a:cubicBezTo>
                <a:close/>
                <a:moveTo>
                  <a:pt x="7940" y="4946"/>
                </a:moveTo>
                <a:cubicBezTo>
                  <a:pt x="8728" y="4946"/>
                  <a:pt x="9326" y="5577"/>
                  <a:pt x="9326" y="6364"/>
                </a:cubicBezTo>
                <a:cubicBezTo>
                  <a:pt x="9326" y="7341"/>
                  <a:pt x="8381" y="7939"/>
                  <a:pt x="7121" y="9011"/>
                </a:cubicBezTo>
                <a:cubicBezTo>
                  <a:pt x="7058" y="9074"/>
                  <a:pt x="6979" y="9105"/>
                  <a:pt x="6900" y="9105"/>
                </a:cubicBezTo>
                <a:cubicBezTo>
                  <a:pt x="6822" y="9105"/>
                  <a:pt x="6743" y="9074"/>
                  <a:pt x="6680" y="9011"/>
                </a:cubicBezTo>
                <a:cubicBezTo>
                  <a:pt x="5420" y="7971"/>
                  <a:pt x="4474" y="7341"/>
                  <a:pt x="4474" y="6364"/>
                </a:cubicBezTo>
                <a:cubicBezTo>
                  <a:pt x="4474" y="5577"/>
                  <a:pt x="5105" y="4946"/>
                  <a:pt x="5861" y="4946"/>
                </a:cubicBezTo>
                <a:cubicBezTo>
                  <a:pt x="6365" y="4946"/>
                  <a:pt x="6711" y="5230"/>
                  <a:pt x="6932" y="5451"/>
                </a:cubicBezTo>
                <a:cubicBezTo>
                  <a:pt x="7121" y="5198"/>
                  <a:pt x="7467" y="4946"/>
                  <a:pt x="7940" y="4946"/>
                </a:cubicBezTo>
                <a:close/>
                <a:moveTo>
                  <a:pt x="7404" y="0"/>
                </a:moveTo>
                <a:cubicBezTo>
                  <a:pt x="6459" y="0"/>
                  <a:pt x="5703" y="788"/>
                  <a:pt x="5703" y="1733"/>
                </a:cubicBezTo>
                <a:lnTo>
                  <a:pt x="5703" y="2899"/>
                </a:lnTo>
                <a:cubicBezTo>
                  <a:pt x="5136" y="2395"/>
                  <a:pt x="4443" y="2111"/>
                  <a:pt x="3687" y="2111"/>
                </a:cubicBezTo>
                <a:cubicBezTo>
                  <a:pt x="1450" y="2111"/>
                  <a:pt x="1" y="4505"/>
                  <a:pt x="977" y="6616"/>
                </a:cubicBezTo>
                <a:lnTo>
                  <a:pt x="2899" y="10649"/>
                </a:lnTo>
                <a:cubicBezTo>
                  <a:pt x="3246" y="11373"/>
                  <a:pt x="3939" y="11846"/>
                  <a:pt x="4727" y="11846"/>
                </a:cubicBezTo>
                <a:cubicBezTo>
                  <a:pt x="5231" y="11846"/>
                  <a:pt x="5703" y="11657"/>
                  <a:pt x="6050" y="11342"/>
                </a:cubicBezTo>
                <a:cubicBezTo>
                  <a:pt x="6396" y="11688"/>
                  <a:pt x="6869" y="11846"/>
                  <a:pt x="7404" y="11846"/>
                </a:cubicBezTo>
                <a:cubicBezTo>
                  <a:pt x="8192" y="11846"/>
                  <a:pt x="8885" y="11405"/>
                  <a:pt x="9200" y="10649"/>
                </a:cubicBezTo>
                <a:lnTo>
                  <a:pt x="11122" y="6616"/>
                </a:lnTo>
                <a:cubicBezTo>
                  <a:pt x="12130" y="4505"/>
                  <a:pt x="10618" y="2111"/>
                  <a:pt x="8413" y="2111"/>
                </a:cubicBezTo>
                <a:cubicBezTo>
                  <a:pt x="7656" y="2111"/>
                  <a:pt x="6963" y="2395"/>
                  <a:pt x="6396" y="2899"/>
                </a:cubicBezTo>
                <a:lnTo>
                  <a:pt x="6396" y="1733"/>
                </a:lnTo>
                <a:cubicBezTo>
                  <a:pt x="6396" y="1166"/>
                  <a:pt x="6837" y="693"/>
                  <a:pt x="7404" y="693"/>
                </a:cubicBezTo>
                <a:cubicBezTo>
                  <a:pt x="7593" y="693"/>
                  <a:pt x="7751" y="536"/>
                  <a:pt x="7751" y="347"/>
                </a:cubicBezTo>
                <a:cubicBezTo>
                  <a:pt x="7751" y="158"/>
                  <a:pt x="7593" y="0"/>
                  <a:pt x="74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5" name="Google Shape;6885;p34"/>
          <p:cNvSpPr/>
          <p:nvPr/>
        </p:nvSpPr>
        <p:spPr>
          <a:xfrm>
            <a:off x="7647798" y="1501169"/>
            <a:ext cx="69309" cy="90289"/>
          </a:xfrm>
          <a:custGeom>
            <a:rect b="b" l="l" r="r" t="t"/>
            <a:pathLst>
              <a:path extrusionOk="0" h="2750" w="2111">
                <a:moveTo>
                  <a:pt x="1067" y="0"/>
                </a:moveTo>
                <a:cubicBezTo>
                  <a:pt x="953" y="0"/>
                  <a:pt x="835" y="55"/>
                  <a:pt x="756" y="166"/>
                </a:cubicBezTo>
                <a:cubicBezTo>
                  <a:pt x="536" y="481"/>
                  <a:pt x="0" y="1300"/>
                  <a:pt x="0" y="1741"/>
                </a:cubicBezTo>
                <a:cubicBezTo>
                  <a:pt x="0" y="2308"/>
                  <a:pt x="473" y="2749"/>
                  <a:pt x="1040" y="2749"/>
                </a:cubicBezTo>
                <a:cubicBezTo>
                  <a:pt x="1638" y="2749"/>
                  <a:pt x="2048" y="2276"/>
                  <a:pt x="2048" y="1741"/>
                </a:cubicBezTo>
                <a:cubicBezTo>
                  <a:pt x="2111" y="1300"/>
                  <a:pt x="1575" y="481"/>
                  <a:pt x="1355" y="166"/>
                </a:cubicBezTo>
                <a:cubicBezTo>
                  <a:pt x="1292" y="55"/>
                  <a:pt x="1182" y="0"/>
                  <a:pt x="106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6" name="Google Shape;6886;p34"/>
          <p:cNvSpPr/>
          <p:nvPr/>
        </p:nvSpPr>
        <p:spPr>
          <a:xfrm>
            <a:off x="7329206" y="1364888"/>
            <a:ext cx="384830" cy="250348"/>
          </a:xfrm>
          <a:custGeom>
            <a:rect b="b" l="l" r="r" t="t"/>
            <a:pathLst>
              <a:path extrusionOk="0" h="7625" w="11721">
                <a:moveTo>
                  <a:pt x="10775" y="2048"/>
                </a:moveTo>
                <a:cubicBezTo>
                  <a:pt x="10964" y="2048"/>
                  <a:pt x="11122" y="2206"/>
                  <a:pt x="11122" y="2426"/>
                </a:cubicBezTo>
                <a:cubicBezTo>
                  <a:pt x="11122" y="2615"/>
                  <a:pt x="10964" y="2773"/>
                  <a:pt x="10775" y="2773"/>
                </a:cubicBezTo>
                <a:lnTo>
                  <a:pt x="9830" y="2773"/>
                </a:lnTo>
                <a:lnTo>
                  <a:pt x="9988" y="2048"/>
                </a:lnTo>
                <a:close/>
                <a:moveTo>
                  <a:pt x="4474" y="2773"/>
                </a:moveTo>
                <a:cubicBezTo>
                  <a:pt x="4663" y="2773"/>
                  <a:pt x="4821" y="2930"/>
                  <a:pt x="4821" y="3119"/>
                </a:cubicBezTo>
                <a:cubicBezTo>
                  <a:pt x="4821" y="3308"/>
                  <a:pt x="4663" y="3466"/>
                  <a:pt x="4474" y="3466"/>
                </a:cubicBezTo>
                <a:cubicBezTo>
                  <a:pt x="4285" y="3466"/>
                  <a:pt x="4128" y="3308"/>
                  <a:pt x="4128" y="3119"/>
                </a:cubicBezTo>
                <a:cubicBezTo>
                  <a:pt x="4128" y="2930"/>
                  <a:pt x="4285" y="2773"/>
                  <a:pt x="4474" y="2773"/>
                </a:cubicBezTo>
                <a:close/>
                <a:moveTo>
                  <a:pt x="4474" y="4159"/>
                </a:moveTo>
                <a:cubicBezTo>
                  <a:pt x="4663" y="4159"/>
                  <a:pt x="4821" y="4317"/>
                  <a:pt x="4821" y="4506"/>
                </a:cubicBezTo>
                <a:cubicBezTo>
                  <a:pt x="4821" y="4695"/>
                  <a:pt x="4663" y="4852"/>
                  <a:pt x="4474" y="4852"/>
                </a:cubicBezTo>
                <a:cubicBezTo>
                  <a:pt x="4285" y="4852"/>
                  <a:pt x="4128" y="4695"/>
                  <a:pt x="4128" y="4506"/>
                </a:cubicBezTo>
                <a:cubicBezTo>
                  <a:pt x="4128" y="4317"/>
                  <a:pt x="4285" y="4159"/>
                  <a:pt x="4474" y="4159"/>
                </a:cubicBezTo>
                <a:close/>
                <a:moveTo>
                  <a:pt x="4474" y="5514"/>
                </a:moveTo>
                <a:cubicBezTo>
                  <a:pt x="4663" y="5514"/>
                  <a:pt x="4821" y="5671"/>
                  <a:pt x="4821" y="5892"/>
                </a:cubicBezTo>
                <a:cubicBezTo>
                  <a:pt x="4821" y="6081"/>
                  <a:pt x="4663" y="6238"/>
                  <a:pt x="4474" y="6238"/>
                </a:cubicBezTo>
                <a:cubicBezTo>
                  <a:pt x="4285" y="6238"/>
                  <a:pt x="4128" y="6081"/>
                  <a:pt x="4128" y="5892"/>
                </a:cubicBezTo>
                <a:cubicBezTo>
                  <a:pt x="4128" y="5671"/>
                  <a:pt x="4285" y="5514"/>
                  <a:pt x="4474" y="5514"/>
                </a:cubicBezTo>
                <a:close/>
                <a:moveTo>
                  <a:pt x="3088" y="0"/>
                </a:moveTo>
                <a:cubicBezTo>
                  <a:pt x="1355" y="0"/>
                  <a:pt x="1" y="1418"/>
                  <a:pt x="1" y="3119"/>
                </a:cubicBezTo>
                <a:lnTo>
                  <a:pt x="1" y="4506"/>
                </a:lnTo>
                <a:cubicBezTo>
                  <a:pt x="1" y="6238"/>
                  <a:pt x="1418" y="7625"/>
                  <a:pt x="3088" y="7625"/>
                </a:cubicBezTo>
                <a:lnTo>
                  <a:pt x="6554" y="7625"/>
                </a:lnTo>
                <a:cubicBezTo>
                  <a:pt x="7152" y="7625"/>
                  <a:pt x="7593" y="7152"/>
                  <a:pt x="7593" y="6585"/>
                </a:cubicBezTo>
                <a:cubicBezTo>
                  <a:pt x="7593" y="6459"/>
                  <a:pt x="7562" y="6301"/>
                  <a:pt x="7499" y="6207"/>
                </a:cubicBezTo>
                <a:cubicBezTo>
                  <a:pt x="7940" y="6081"/>
                  <a:pt x="8255" y="5671"/>
                  <a:pt x="8255" y="5199"/>
                </a:cubicBezTo>
                <a:cubicBezTo>
                  <a:pt x="8255" y="5104"/>
                  <a:pt x="8223" y="4947"/>
                  <a:pt x="8192" y="4821"/>
                </a:cubicBezTo>
                <a:cubicBezTo>
                  <a:pt x="8633" y="4695"/>
                  <a:pt x="8948" y="4317"/>
                  <a:pt x="8948" y="3844"/>
                </a:cubicBezTo>
                <a:cubicBezTo>
                  <a:pt x="8948" y="3718"/>
                  <a:pt x="8885" y="3592"/>
                  <a:pt x="8854" y="3466"/>
                </a:cubicBezTo>
                <a:lnTo>
                  <a:pt x="10712" y="3466"/>
                </a:lnTo>
                <a:cubicBezTo>
                  <a:pt x="11311" y="3466"/>
                  <a:pt x="11721" y="2993"/>
                  <a:pt x="11721" y="2458"/>
                </a:cubicBezTo>
                <a:cubicBezTo>
                  <a:pt x="11721" y="1891"/>
                  <a:pt x="11342" y="1387"/>
                  <a:pt x="10775" y="1387"/>
                </a:cubicBezTo>
                <a:lnTo>
                  <a:pt x="6554" y="1387"/>
                </a:lnTo>
                <a:cubicBezTo>
                  <a:pt x="6806" y="1103"/>
                  <a:pt x="6932" y="757"/>
                  <a:pt x="6932" y="379"/>
                </a:cubicBezTo>
                <a:cubicBezTo>
                  <a:pt x="6932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7" name="Google Shape;6887;p34"/>
          <p:cNvSpPr/>
          <p:nvPr/>
        </p:nvSpPr>
        <p:spPr>
          <a:xfrm>
            <a:off x="7471955" y="1869154"/>
            <a:ext cx="101387" cy="50464"/>
          </a:xfrm>
          <a:custGeom>
            <a:rect b="b" l="l" r="r" t="t"/>
            <a:pathLst>
              <a:path extrusionOk="0" h="1537" w="3088">
                <a:moveTo>
                  <a:pt x="1532" y="1"/>
                </a:moveTo>
                <a:cubicBezTo>
                  <a:pt x="1001" y="1"/>
                  <a:pt x="473" y="103"/>
                  <a:pt x="0" y="308"/>
                </a:cubicBezTo>
                <a:lnTo>
                  <a:pt x="693" y="1537"/>
                </a:lnTo>
                <a:cubicBezTo>
                  <a:pt x="946" y="1442"/>
                  <a:pt x="1229" y="1379"/>
                  <a:pt x="1544" y="1379"/>
                </a:cubicBezTo>
                <a:cubicBezTo>
                  <a:pt x="1859" y="1379"/>
                  <a:pt x="2143" y="1442"/>
                  <a:pt x="2426" y="1537"/>
                </a:cubicBezTo>
                <a:lnTo>
                  <a:pt x="3088" y="308"/>
                </a:lnTo>
                <a:cubicBezTo>
                  <a:pt x="2600" y="103"/>
                  <a:pt x="2064" y="1"/>
                  <a:pt x="15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8" name="Google Shape;6888;p34"/>
          <p:cNvSpPr/>
          <p:nvPr/>
        </p:nvSpPr>
        <p:spPr>
          <a:xfrm>
            <a:off x="7511254" y="1983701"/>
            <a:ext cx="22786" cy="22786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1" y="127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94" y="127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9" name="Google Shape;6889;p34"/>
          <p:cNvSpPr/>
          <p:nvPr/>
        </p:nvSpPr>
        <p:spPr>
          <a:xfrm>
            <a:off x="7398512" y="2006453"/>
            <a:ext cx="73479" cy="89009"/>
          </a:xfrm>
          <a:custGeom>
            <a:rect b="b" l="l" r="r" t="t"/>
            <a:pathLst>
              <a:path extrusionOk="0" h="2711" w="2238">
                <a:moveTo>
                  <a:pt x="1387" y="1"/>
                </a:moveTo>
                <a:lnTo>
                  <a:pt x="1" y="32"/>
                </a:lnTo>
                <a:cubicBezTo>
                  <a:pt x="127" y="1104"/>
                  <a:pt x="662" y="2080"/>
                  <a:pt x="1544" y="2710"/>
                </a:cubicBezTo>
                <a:lnTo>
                  <a:pt x="2237" y="1545"/>
                </a:lnTo>
                <a:cubicBezTo>
                  <a:pt x="1765" y="1135"/>
                  <a:pt x="1450" y="600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0" name="Google Shape;6890;p34"/>
          <p:cNvSpPr/>
          <p:nvPr/>
        </p:nvSpPr>
        <p:spPr>
          <a:xfrm>
            <a:off x="7573304" y="2005436"/>
            <a:ext cx="73479" cy="88976"/>
          </a:xfrm>
          <a:custGeom>
            <a:rect b="b" l="l" r="r" t="t"/>
            <a:pathLst>
              <a:path extrusionOk="0" h="2710" w="2238">
                <a:moveTo>
                  <a:pt x="851" y="0"/>
                </a:moveTo>
                <a:cubicBezTo>
                  <a:pt x="757" y="631"/>
                  <a:pt x="473" y="1166"/>
                  <a:pt x="1" y="1544"/>
                </a:cubicBezTo>
                <a:lnTo>
                  <a:pt x="694" y="2710"/>
                </a:lnTo>
                <a:cubicBezTo>
                  <a:pt x="1576" y="2080"/>
                  <a:pt x="2112" y="1103"/>
                  <a:pt x="2238" y="32"/>
                </a:cubicBezTo>
                <a:lnTo>
                  <a:pt x="8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1" name="Google Shape;6891;p34"/>
          <p:cNvSpPr/>
          <p:nvPr/>
        </p:nvSpPr>
        <p:spPr>
          <a:xfrm>
            <a:off x="7329206" y="1799585"/>
            <a:ext cx="387916" cy="387949"/>
          </a:xfrm>
          <a:custGeom>
            <a:rect b="b" l="l" r="r" t="t"/>
            <a:pathLst>
              <a:path extrusionOk="0" h="11816" w="11815">
                <a:moveTo>
                  <a:pt x="5876" y="1419"/>
                </a:moveTo>
                <a:cubicBezTo>
                  <a:pt x="6632" y="1419"/>
                  <a:pt x="7389" y="1608"/>
                  <a:pt x="8066" y="1986"/>
                </a:cubicBezTo>
                <a:cubicBezTo>
                  <a:pt x="8223" y="2049"/>
                  <a:pt x="8286" y="2301"/>
                  <a:pt x="8192" y="2458"/>
                </a:cubicBezTo>
                <a:lnTo>
                  <a:pt x="7152" y="4254"/>
                </a:lnTo>
                <a:cubicBezTo>
                  <a:pt x="7110" y="4361"/>
                  <a:pt x="6980" y="4439"/>
                  <a:pt x="6852" y="4439"/>
                </a:cubicBezTo>
                <a:cubicBezTo>
                  <a:pt x="6791" y="4439"/>
                  <a:pt x="6731" y="4421"/>
                  <a:pt x="6680" y="4380"/>
                </a:cubicBezTo>
                <a:cubicBezTo>
                  <a:pt x="6428" y="4238"/>
                  <a:pt x="6136" y="4167"/>
                  <a:pt x="5841" y="4167"/>
                </a:cubicBezTo>
                <a:cubicBezTo>
                  <a:pt x="5546" y="4167"/>
                  <a:pt x="5246" y="4238"/>
                  <a:pt x="4978" y="4380"/>
                </a:cubicBezTo>
                <a:cubicBezTo>
                  <a:pt x="4929" y="4400"/>
                  <a:pt x="4872" y="4411"/>
                  <a:pt x="4816" y="4411"/>
                </a:cubicBezTo>
                <a:cubicBezTo>
                  <a:pt x="4694" y="4411"/>
                  <a:pt x="4570" y="4362"/>
                  <a:pt x="4506" y="4254"/>
                </a:cubicBezTo>
                <a:lnTo>
                  <a:pt x="3498" y="2458"/>
                </a:lnTo>
                <a:cubicBezTo>
                  <a:pt x="3466" y="2301"/>
                  <a:pt x="3529" y="2080"/>
                  <a:pt x="3687" y="1986"/>
                </a:cubicBezTo>
                <a:cubicBezTo>
                  <a:pt x="4364" y="1608"/>
                  <a:pt x="5120" y="1419"/>
                  <a:pt x="5876" y="1419"/>
                </a:cubicBezTo>
                <a:close/>
                <a:moveTo>
                  <a:pt x="5861" y="4916"/>
                </a:moveTo>
                <a:cubicBezTo>
                  <a:pt x="6459" y="4916"/>
                  <a:pt x="6869" y="5388"/>
                  <a:pt x="6869" y="5955"/>
                </a:cubicBezTo>
                <a:cubicBezTo>
                  <a:pt x="6869" y="6554"/>
                  <a:pt x="6396" y="6964"/>
                  <a:pt x="5861" y="6964"/>
                </a:cubicBezTo>
                <a:cubicBezTo>
                  <a:pt x="5294" y="6964"/>
                  <a:pt x="4821" y="6491"/>
                  <a:pt x="4821" y="5955"/>
                </a:cubicBezTo>
                <a:cubicBezTo>
                  <a:pt x="4821" y="5357"/>
                  <a:pt x="5294" y="4916"/>
                  <a:pt x="5861" y="4916"/>
                </a:cubicBezTo>
                <a:close/>
                <a:moveTo>
                  <a:pt x="3813" y="5609"/>
                </a:moveTo>
                <a:cubicBezTo>
                  <a:pt x="4065" y="5640"/>
                  <a:pt x="4159" y="5735"/>
                  <a:pt x="4159" y="5955"/>
                </a:cubicBezTo>
                <a:cubicBezTo>
                  <a:pt x="4159" y="6522"/>
                  <a:pt x="4474" y="7090"/>
                  <a:pt x="5010" y="7405"/>
                </a:cubicBezTo>
                <a:cubicBezTo>
                  <a:pt x="5136" y="7531"/>
                  <a:pt x="5230" y="7720"/>
                  <a:pt x="5104" y="7877"/>
                </a:cubicBezTo>
                <a:lnTo>
                  <a:pt x="4033" y="9641"/>
                </a:lnTo>
                <a:cubicBezTo>
                  <a:pt x="3991" y="9748"/>
                  <a:pt x="3861" y="9826"/>
                  <a:pt x="3733" y="9826"/>
                </a:cubicBezTo>
                <a:cubicBezTo>
                  <a:pt x="3672" y="9826"/>
                  <a:pt x="3612" y="9808"/>
                  <a:pt x="3561" y="9767"/>
                </a:cubicBezTo>
                <a:cubicBezTo>
                  <a:pt x="2238" y="8948"/>
                  <a:pt x="1418" y="7531"/>
                  <a:pt x="1355" y="5987"/>
                </a:cubicBezTo>
                <a:cubicBezTo>
                  <a:pt x="1355" y="5798"/>
                  <a:pt x="1544" y="5640"/>
                  <a:pt x="1733" y="5640"/>
                </a:cubicBezTo>
                <a:lnTo>
                  <a:pt x="3813" y="5609"/>
                </a:lnTo>
                <a:close/>
                <a:moveTo>
                  <a:pt x="8003" y="5640"/>
                </a:moveTo>
                <a:lnTo>
                  <a:pt x="10082" y="5672"/>
                </a:lnTo>
                <a:cubicBezTo>
                  <a:pt x="10271" y="5672"/>
                  <a:pt x="10429" y="5829"/>
                  <a:pt x="10429" y="6018"/>
                </a:cubicBezTo>
                <a:cubicBezTo>
                  <a:pt x="10397" y="7562"/>
                  <a:pt x="9547" y="8980"/>
                  <a:pt x="8223" y="9799"/>
                </a:cubicBezTo>
                <a:cubicBezTo>
                  <a:pt x="8168" y="9844"/>
                  <a:pt x="8100" y="9865"/>
                  <a:pt x="8033" y="9865"/>
                </a:cubicBezTo>
                <a:cubicBezTo>
                  <a:pt x="7911" y="9865"/>
                  <a:pt x="7792" y="9795"/>
                  <a:pt x="7751" y="9673"/>
                </a:cubicBezTo>
                <a:lnTo>
                  <a:pt x="6680" y="7909"/>
                </a:lnTo>
                <a:cubicBezTo>
                  <a:pt x="6554" y="7751"/>
                  <a:pt x="6648" y="7531"/>
                  <a:pt x="6806" y="7436"/>
                </a:cubicBezTo>
                <a:cubicBezTo>
                  <a:pt x="7310" y="7121"/>
                  <a:pt x="7625" y="6585"/>
                  <a:pt x="7625" y="5987"/>
                </a:cubicBezTo>
                <a:cubicBezTo>
                  <a:pt x="7625" y="5829"/>
                  <a:pt x="7751" y="5672"/>
                  <a:pt x="8003" y="5640"/>
                </a:cubicBezTo>
                <a:close/>
                <a:moveTo>
                  <a:pt x="5892" y="1"/>
                </a:moveTo>
                <a:cubicBezTo>
                  <a:pt x="2616" y="1"/>
                  <a:pt x="1" y="2679"/>
                  <a:pt x="1" y="5924"/>
                </a:cubicBezTo>
                <a:cubicBezTo>
                  <a:pt x="1" y="9137"/>
                  <a:pt x="2679" y="11815"/>
                  <a:pt x="5892" y="11815"/>
                </a:cubicBezTo>
                <a:cubicBezTo>
                  <a:pt x="9169" y="11815"/>
                  <a:pt x="11815" y="9137"/>
                  <a:pt x="11815" y="5924"/>
                </a:cubicBezTo>
                <a:cubicBezTo>
                  <a:pt x="11815" y="2679"/>
                  <a:pt x="9137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2" name="Google Shape;6892;p34"/>
          <p:cNvSpPr/>
          <p:nvPr/>
        </p:nvSpPr>
        <p:spPr>
          <a:xfrm>
            <a:off x="7539701" y="2297353"/>
            <a:ext cx="190330" cy="177460"/>
          </a:xfrm>
          <a:custGeom>
            <a:rect b="b" l="l" r="r" t="t"/>
            <a:pathLst>
              <a:path extrusionOk="0" h="5405" w="5797">
                <a:moveTo>
                  <a:pt x="2317" y="1"/>
                </a:moveTo>
                <a:cubicBezTo>
                  <a:pt x="1515" y="1"/>
                  <a:pt x="685" y="309"/>
                  <a:pt x="0" y="993"/>
                </a:cubicBezTo>
                <a:lnTo>
                  <a:pt x="1008" y="1970"/>
                </a:lnTo>
                <a:cubicBezTo>
                  <a:pt x="1398" y="1581"/>
                  <a:pt x="1864" y="1407"/>
                  <a:pt x="2313" y="1407"/>
                </a:cubicBezTo>
                <a:cubicBezTo>
                  <a:pt x="2771" y="1407"/>
                  <a:pt x="3210" y="1588"/>
                  <a:pt x="3529" y="1907"/>
                </a:cubicBezTo>
                <a:cubicBezTo>
                  <a:pt x="3623" y="2002"/>
                  <a:pt x="3623" y="2254"/>
                  <a:pt x="3529" y="2380"/>
                </a:cubicBezTo>
                <a:cubicBezTo>
                  <a:pt x="3450" y="2427"/>
                  <a:pt x="3348" y="2450"/>
                  <a:pt x="3249" y="2450"/>
                </a:cubicBezTo>
                <a:cubicBezTo>
                  <a:pt x="3151" y="2450"/>
                  <a:pt x="3056" y="2427"/>
                  <a:pt x="2993" y="2380"/>
                </a:cubicBezTo>
                <a:cubicBezTo>
                  <a:pt x="2804" y="2175"/>
                  <a:pt x="2552" y="2057"/>
                  <a:pt x="2284" y="2057"/>
                </a:cubicBezTo>
                <a:cubicBezTo>
                  <a:pt x="2016" y="2057"/>
                  <a:pt x="1733" y="2175"/>
                  <a:pt x="1481" y="2443"/>
                </a:cubicBezTo>
                <a:lnTo>
                  <a:pt x="4411" y="5404"/>
                </a:lnTo>
                <a:cubicBezTo>
                  <a:pt x="5797" y="4018"/>
                  <a:pt x="5640" y="2065"/>
                  <a:pt x="4505" y="899"/>
                </a:cubicBezTo>
                <a:cubicBezTo>
                  <a:pt x="3931" y="325"/>
                  <a:pt x="3139" y="1"/>
                  <a:pt x="2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3" name="Google Shape;6893;p34"/>
          <p:cNvSpPr/>
          <p:nvPr/>
        </p:nvSpPr>
        <p:spPr>
          <a:xfrm>
            <a:off x="7470395" y="2439576"/>
            <a:ext cx="103455" cy="101420"/>
          </a:xfrm>
          <a:custGeom>
            <a:rect b="b" l="l" r="r" t="t"/>
            <a:pathLst>
              <a:path extrusionOk="0" h="3089" w="3151">
                <a:moveTo>
                  <a:pt x="1339" y="1"/>
                </a:moveTo>
                <a:cubicBezTo>
                  <a:pt x="1253" y="1"/>
                  <a:pt x="1166" y="32"/>
                  <a:pt x="1103" y="95"/>
                </a:cubicBezTo>
                <a:lnTo>
                  <a:pt x="126" y="1072"/>
                </a:lnTo>
                <a:cubicBezTo>
                  <a:pt x="0" y="1198"/>
                  <a:pt x="0" y="1387"/>
                  <a:pt x="126" y="1545"/>
                </a:cubicBezTo>
                <a:lnTo>
                  <a:pt x="1576" y="2994"/>
                </a:lnTo>
                <a:cubicBezTo>
                  <a:pt x="1639" y="3057"/>
                  <a:pt x="1725" y="3088"/>
                  <a:pt x="1812" y="3088"/>
                </a:cubicBezTo>
                <a:cubicBezTo>
                  <a:pt x="1899" y="3088"/>
                  <a:pt x="1985" y="3057"/>
                  <a:pt x="2048" y="2994"/>
                </a:cubicBezTo>
                <a:lnTo>
                  <a:pt x="3025" y="2017"/>
                </a:lnTo>
                <a:cubicBezTo>
                  <a:pt x="3151" y="1891"/>
                  <a:pt x="3151" y="1671"/>
                  <a:pt x="3025" y="1545"/>
                </a:cubicBezTo>
                <a:lnTo>
                  <a:pt x="1576" y="95"/>
                </a:lnTo>
                <a:cubicBezTo>
                  <a:pt x="1513" y="32"/>
                  <a:pt x="1426" y="1"/>
                  <a:pt x="13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4" name="Google Shape;6894;p34"/>
          <p:cNvSpPr/>
          <p:nvPr/>
        </p:nvSpPr>
        <p:spPr>
          <a:xfrm>
            <a:off x="7316287" y="2505796"/>
            <a:ext cx="190330" cy="176902"/>
          </a:xfrm>
          <a:custGeom>
            <a:rect b="b" l="l" r="r" t="t"/>
            <a:pathLst>
              <a:path extrusionOk="0" h="5388" w="5797">
                <a:moveTo>
                  <a:pt x="1355" y="0"/>
                </a:moveTo>
                <a:cubicBezTo>
                  <a:pt x="0" y="1386"/>
                  <a:pt x="158" y="3340"/>
                  <a:pt x="1292" y="4474"/>
                </a:cubicBezTo>
                <a:cubicBezTo>
                  <a:pt x="1890" y="5072"/>
                  <a:pt x="2710" y="5388"/>
                  <a:pt x="3497" y="5388"/>
                </a:cubicBezTo>
                <a:cubicBezTo>
                  <a:pt x="4348" y="5388"/>
                  <a:pt x="5135" y="5072"/>
                  <a:pt x="5797" y="4411"/>
                </a:cubicBezTo>
                <a:lnTo>
                  <a:pt x="4820" y="3434"/>
                </a:lnTo>
                <a:cubicBezTo>
                  <a:pt x="4431" y="3824"/>
                  <a:pt x="3964" y="3997"/>
                  <a:pt x="3516" y="3997"/>
                </a:cubicBezTo>
                <a:cubicBezTo>
                  <a:pt x="3058" y="3997"/>
                  <a:pt x="2619" y="3816"/>
                  <a:pt x="2300" y="3497"/>
                </a:cubicBezTo>
                <a:cubicBezTo>
                  <a:pt x="2174" y="3371"/>
                  <a:pt x="2174" y="3151"/>
                  <a:pt x="2300" y="3025"/>
                </a:cubicBezTo>
                <a:cubicBezTo>
                  <a:pt x="2347" y="2962"/>
                  <a:pt x="2434" y="2930"/>
                  <a:pt x="2524" y="2930"/>
                </a:cubicBezTo>
                <a:cubicBezTo>
                  <a:pt x="2615" y="2930"/>
                  <a:pt x="2710" y="2962"/>
                  <a:pt x="2773" y="3025"/>
                </a:cubicBezTo>
                <a:cubicBezTo>
                  <a:pt x="2962" y="3229"/>
                  <a:pt x="3214" y="3348"/>
                  <a:pt x="3481" y="3348"/>
                </a:cubicBezTo>
                <a:cubicBezTo>
                  <a:pt x="3749" y="3348"/>
                  <a:pt x="4033" y="3229"/>
                  <a:pt x="4285" y="296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5" name="Google Shape;6895;p34"/>
          <p:cNvSpPr/>
          <p:nvPr/>
        </p:nvSpPr>
        <p:spPr>
          <a:xfrm>
            <a:off x="7319373" y="2295547"/>
            <a:ext cx="408600" cy="388211"/>
          </a:xfrm>
          <a:custGeom>
            <a:rect b="b" l="l" r="r" t="t"/>
            <a:pathLst>
              <a:path extrusionOk="0" h="11824" w="12445">
                <a:moveTo>
                  <a:pt x="3419" y="1356"/>
                </a:moveTo>
                <a:cubicBezTo>
                  <a:pt x="3506" y="1356"/>
                  <a:pt x="3592" y="1379"/>
                  <a:pt x="3655" y="1426"/>
                </a:cubicBezTo>
                <a:cubicBezTo>
                  <a:pt x="3781" y="1552"/>
                  <a:pt x="3781" y="1741"/>
                  <a:pt x="3655" y="1899"/>
                </a:cubicBezTo>
                <a:cubicBezTo>
                  <a:pt x="3592" y="1962"/>
                  <a:pt x="3506" y="1994"/>
                  <a:pt x="3419" y="1994"/>
                </a:cubicBezTo>
                <a:cubicBezTo>
                  <a:pt x="3332" y="1994"/>
                  <a:pt x="3246" y="1962"/>
                  <a:pt x="3183" y="1899"/>
                </a:cubicBezTo>
                <a:cubicBezTo>
                  <a:pt x="3057" y="1804"/>
                  <a:pt x="3057" y="1552"/>
                  <a:pt x="3183" y="1426"/>
                </a:cubicBezTo>
                <a:cubicBezTo>
                  <a:pt x="3246" y="1379"/>
                  <a:pt x="3332" y="1356"/>
                  <a:pt x="3419" y="1356"/>
                </a:cubicBezTo>
                <a:close/>
                <a:moveTo>
                  <a:pt x="4364" y="2277"/>
                </a:moveTo>
                <a:cubicBezTo>
                  <a:pt x="4451" y="2277"/>
                  <a:pt x="4537" y="2309"/>
                  <a:pt x="4600" y="2372"/>
                </a:cubicBezTo>
                <a:cubicBezTo>
                  <a:pt x="4726" y="2498"/>
                  <a:pt x="4726" y="2718"/>
                  <a:pt x="4600" y="2844"/>
                </a:cubicBezTo>
                <a:cubicBezTo>
                  <a:pt x="4537" y="2907"/>
                  <a:pt x="4451" y="2939"/>
                  <a:pt x="4364" y="2939"/>
                </a:cubicBezTo>
                <a:cubicBezTo>
                  <a:pt x="4277" y="2939"/>
                  <a:pt x="4191" y="2907"/>
                  <a:pt x="4128" y="2844"/>
                </a:cubicBezTo>
                <a:cubicBezTo>
                  <a:pt x="4002" y="2750"/>
                  <a:pt x="4002" y="2529"/>
                  <a:pt x="4128" y="2372"/>
                </a:cubicBezTo>
                <a:cubicBezTo>
                  <a:pt x="4191" y="2309"/>
                  <a:pt x="4277" y="2277"/>
                  <a:pt x="4364" y="2277"/>
                </a:cubicBezTo>
                <a:close/>
                <a:moveTo>
                  <a:pt x="3179" y="2561"/>
                </a:moveTo>
                <a:cubicBezTo>
                  <a:pt x="3269" y="2561"/>
                  <a:pt x="3356" y="2592"/>
                  <a:pt x="3403" y="2655"/>
                </a:cubicBezTo>
                <a:cubicBezTo>
                  <a:pt x="3529" y="2781"/>
                  <a:pt x="3529" y="2970"/>
                  <a:pt x="3403" y="3128"/>
                </a:cubicBezTo>
                <a:cubicBezTo>
                  <a:pt x="3356" y="3191"/>
                  <a:pt x="3269" y="3222"/>
                  <a:pt x="3179" y="3222"/>
                </a:cubicBezTo>
                <a:cubicBezTo>
                  <a:pt x="3088" y="3222"/>
                  <a:pt x="2994" y="3191"/>
                  <a:pt x="2931" y="3128"/>
                </a:cubicBezTo>
                <a:cubicBezTo>
                  <a:pt x="2836" y="3002"/>
                  <a:pt x="2836" y="2781"/>
                  <a:pt x="2931" y="2655"/>
                </a:cubicBezTo>
                <a:cubicBezTo>
                  <a:pt x="2994" y="2592"/>
                  <a:pt x="3088" y="2561"/>
                  <a:pt x="3179" y="2561"/>
                </a:cubicBezTo>
                <a:close/>
                <a:moveTo>
                  <a:pt x="1970" y="2813"/>
                </a:moveTo>
                <a:cubicBezTo>
                  <a:pt x="2056" y="2813"/>
                  <a:pt x="2143" y="2844"/>
                  <a:pt x="2206" y="2907"/>
                </a:cubicBezTo>
                <a:cubicBezTo>
                  <a:pt x="2300" y="3002"/>
                  <a:pt x="2300" y="3254"/>
                  <a:pt x="2206" y="3380"/>
                </a:cubicBezTo>
                <a:cubicBezTo>
                  <a:pt x="2143" y="3427"/>
                  <a:pt x="2048" y="3451"/>
                  <a:pt x="1958" y="3451"/>
                </a:cubicBezTo>
                <a:cubicBezTo>
                  <a:pt x="1867" y="3451"/>
                  <a:pt x="1781" y="3427"/>
                  <a:pt x="1733" y="3380"/>
                </a:cubicBezTo>
                <a:cubicBezTo>
                  <a:pt x="1607" y="3254"/>
                  <a:pt x="1607" y="3002"/>
                  <a:pt x="1733" y="2907"/>
                </a:cubicBezTo>
                <a:cubicBezTo>
                  <a:pt x="1796" y="2844"/>
                  <a:pt x="1883" y="2813"/>
                  <a:pt x="1970" y="2813"/>
                </a:cubicBezTo>
                <a:close/>
                <a:moveTo>
                  <a:pt x="2946" y="3789"/>
                </a:moveTo>
                <a:cubicBezTo>
                  <a:pt x="3033" y="3789"/>
                  <a:pt x="3120" y="3821"/>
                  <a:pt x="3183" y="3884"/>
                </a:cubicBezTo>
                <a:cubicBezTo>
                  <a:pt x="3309" y="4010"/>
                  <a:pt x="3309" y="4199"/>
                  <a:pt x="3183" y="4356"/>
                </a:cubicBezTo>
                <a:cubicBezTo>
                  <a:pt x="3120" y="4419"/>
                  <a:pt x="3033" y="4451"/>
                  <a:pt x="2946" y="4451"/>
                </a:cubicBezTo>
                <a:cubicBezTo>
                  <a:pt x="2860" y="4451"/>
                  <a:pt x="2773" y="4419"/>
                  <a:pt x="2710" y="4356"/>
                </a:cubicBezTo>
                <a:cubicBezTo>
                  <a:pt x="2584" y="4230"/>
                  <a:pt x="2584" y="4010"/>
                  <a:pt x="2710" y="3884"/>
                </a:cubicBezTo>
                <a:cubicBezTo>
                  <a:pt x="2773" y="3821"/>
                  <a:pt x="2860" y="3789"/>
                  <a:pt x="2946" y="3789"/>
                </a:cubicBezTo>
                <a:close/>
                <a:moveTo>
                  <a:pt x="9480" y="7381"/>
                </a:moveTo>
                <a:cubicBezTo>
                  <a:pt x="9570" y="7381"/>
                  <a:pt x="9657" y="7412"/>
                  <a:pt x="9704" y="7475"/>
                </a:cubicBezTo>
                <a:cubicBezTo>
                  <a:pt x="9830" y="7570"/>
                  <a:pt x="9830" y="7822"/>
                  <a:pt x="9704" y="7948"/>
                </a:cubicBezTo>
                <a:cubicBezTo>
                  <a:pt x="9657" y="7995"/>
                  <a:pt x="9570" y="8019"/>
                  <a:pt x="9480" y="8019"/>
                </a:cubicBezTo>
                <a:cubicBezTo>
                  <a:pt x="9389" y="8019"/>
                  <a:pt x="9295" y="7995"/>
                  <a:pt x="9232" y="7948"/>
                </a:cubicBezTo>
                <a:cubicBezTo>
                  <a:pt x="9074" y="7822"/>
                  <a:pt x="9074" y="7633"/>
                  <a:pt x="9232" y="7475"/>
                </a:cubicBezTo>
                <a:cubicBezTo>
                  <a:pt x="9295" y="7412"/>
                  <a:pt x="9389" y="7381"/>
                  <a:pt x="9480" y="7381"/>
                </a:cubicBezTo>
                <a:close/>
                <a:moveTo>
                  <a:pt x="5955" y="3640"/>
                </a:moveTo>
                <a:cubicBezTo>
                  <a:pt x="6223" y="3640"/>
                  <a:pt x="6491" y="3742"/>
                  <a:pt x="6680" y="3947"/>
                </a:cubicBezTo>
                <a:lnTo>
                  <a:pt x="8129" y="5396"/>
                </a:lnTo>
                <a:cubicBezTo>
                  <a:pt x="8538" y="5806"/>
                  <a:pt x="8538" y="6467"/>
                  <a:pt x="8129" y="6877"/>
                </a:cubicBezTo>
                <a:lnTo>
                  <a:pt x="7152" y="7853"/>
                </a:lnTo>
                <a:cubicBezTo>
                  <a:pt x="6963" y="8058"/>
                  <a:pt x="6695" y="8161"/>
                  <a:pt x="6428" y="8161"/>
                </a:cubicBezTo>
                <a:cubicBezTo>
                  <a:pt x="6160" y="8161"/>
                  <a:pt x="5892" y="8058"/>
                  <a:pt x="5703" y="7853"/>
                </a:cubicBezTo>
                <a:lnTo>
                  <a:pt x="4254" y="6404"/>
                </a:lnTo>
                <a:cubicBezTo>
                  <a:pt x="3844" y="5995"/>
                  <a:pt x="3844" y="5333"/>
                  <a:pt x="4254" y="4955"/>
                </a:cubicBezTo>
                <a:lnTo>
                  <a:pt x="5230" y="3947"/>
                </a:lnTo>
                <a:cubicBezTo>
                  <a:pt x="5419" y="3742"/>
                  <a:pt x="5687" y="3640"/>
                  <a:pt x="5955" y="3640"/>
                </a:cubicBezTo>
                <a:close/>
                <a:moveTo>
                  <a:pt x="10464" y="8357"/>
                </a:moveTo>
                <a:cubicBezTo>
                  <a:pt x="10555" y="8357"/>
                  <a:pt x="10649" y="8389"/>
                  <a:pt x="10712" y="8452"/>
                </a:cubicBezTo>
                <a:cubicBezTo>
                  <a:pt x="10807" y="8578"/>
                  <a:pt x="10807" y="8799"/>
                  <a:pt x="10712" y="8925"/>
                </a:cubicBezTo>
                <a:cubicBezTo>
                  <a:pt x="10649" y="8988"/>
                  <a:pt x="10555" y="9019"/>
                  <a:pt x="10464" y="9019"/>
                </a:cubicBezTo>
                <a:cubicBezTo>
                  <a:pt x="10374" y="9019"/>
                  <a:pt x="10287" y="8988"/>
                  <a:pt x="10240" y="8925"/>
                </a:cubicBezTo>
                <a:cubicBezTo>
                  <a:pt x="10082" y="8799"/>
                  <a:pt x="10082" y="8610"/>
                  <a:pt x="10240" y="8452"/>
                </a:cubicBezTo>
                <a:cubicBezTo>
                  <a:pt x="10287" y="8389"/>
                  <a:pt x="10374" y="8357"/>
                  <a:pt x="10464" y="8357"/>
                </a:cubicBezTo>
                <a:close/>
                <a:moveTo>
                  <a:pt x="9247" y="8602"/>
                </a:moveTo>
                <a:cubicBezTo>
                  <a:pt x="9334" y="8602"/>
                  <a:pt x="9421" y="8625"/>
                  <a:pt x="9484" y="8673"/>
                </a:cubicBezTo>
                <a:cubicBezTo>
                  <a:pt x="9610" y="8799"/>
                  <a:pt x="9610" y="9051"/>
                  <a:pt x="9484" y="9145"/>
                </a:cubicBezTo>
                <a:cubicBezTo>
                  <a:pt x="9421" y="9208"/>
                  <a:pt x="9334" y="9240"/>
                  <a:pt x="9247" y="9240"/>
                </a:cubicBezTo>
                <a:cubicBezTo>
                  <a:pt x="9161" y="9240"/>
                  <a:pt x="9074" y="9208"/>
                  <a:pt x="9011" y="9145"/>
                </a:cubicBezTo>
                <a:cubicBezTo>
                  <a:pt x="8854" y="9051"/>
                  <a:pt x="8854" y="8830"/>
                  <a:pt x="9011" y="8673"/>
                </a:cubicBezTo>
                <a:cubicBezTo>
                  <a:pt x="9074" y="8625"/>
                  <a:pt x="9161" y="8602"/>
                  <a:pt x="9247" y="8602"/>
                </a:cubicBezTo>
                <a:close/>
                <a:moveTo>
                  <a:pt x="8030" y="8862"/>
                </a:moveTo>
                <a:cubicBezTo>
                  <a:pt x="8121" y="8862"/>
                  <a:pt x="8208" y="8893"/>
                  <a:pt x="8255" y="8956"/>
                </a:cubicBezTo>
                <a:cubicBezTo>
                  <a:pt x="8381" y="9082"/>
                  <a:pt x="8381" y="9303"/>
                  <a:pt x="8255" y="9429"/>
                </a:cubicBezTo>
                <a:cubicBezTo>
                  <a:pt x="8192" y="9492"/>
                  <a:pt x="8105" y="9523"/>
                  <a:pt x="8019" y="9523"/>
                </a:cubicBezTo>
                <a:cubicBezTo>
                  <a:pt x="7932" y="9523"/>
                  <a:pt x="7845" y="9492"/>
                  <a:pt x="7782" y="9429"/>
                </a:cubicBezTo>
                <a:cubicBezTo>
                  <a:pt x="7656" y="9303"/>
                  <a:pt x="7656" y="9082"/>
                  <a:pt x="7782" y="8956"/>
                </a:cubicBezTo>
                <a:cubicBezTo>
                  <a:pt x="7845" y="8893"/>
                  <a:pt x="7940" y="8862"/>
                  <a:pt x="8030" y="8862"/>
                </a:cubicBezTo>
                <a:close/>
                <a:moveTo>
                  <a:pt x="8964" y="9862"/>
                </a:moveTo>
                <a:cubicBezTo>
                  <a:pt x="9050" y="9862"/>
                  <a:pt x="9137" y="9885"/>
                  <a:pt x="9200" y="9933"/>
                </a:cubicBezTo>
                <a:cubicBezTo>
                  <a:pt x="9326" y="10059"/>
                  <a:pt x="9326" y="10279"/>
                  <a:pt x="9200" y="10405"/>
                </a:cubicBezTo>
                <a:cubicBezTo>
                  <a:pt x="9137" y="10468"/>
                  <a:pt x="9050" y="10500"/>
                  <a:pt x="8964" y="10500"/>
                </a:cubicBezTo>
                <a:cubicBezTo>
                  <a:pt x="8877" y="10500"/>
                  <a:pt x="8791" y="10468"/>
                  <a:pt x="8727" y="10405"/>
                </a:cubicBezTo>
                <a:cubicBezTo>
                  <a:pt x="8601" y="10311"/>
                  <a:pt x="8601" y="10059"/>
                  <a:pt x="8727" y="9933"/>
                </a:cubicBezTo>
                <a:cubicBezTo>
                  <a:pt x="8791" y="9885"/>
                  <a:pt x="8877" y="9862"/>
                  <a:pt x="8964" y="9862"/>
                </a:cubicBezTo>
                <a:close/>
                <a:moveTo>
                  <a:pt x="3415" y="1"/>
                </a:moveTo>
                <a:cubicBezTo>
                  <a:pt x="2616" y="1"/>
                  <a:pt x="1812" y="308"/>
                  <a:pt x="1198" y="922"/>
                </a:cubicBezTo>
                <a:cubicBezTo>
                  <a:pt x="1" y="2151"/>
                  <a:pt x="1" y="4104"/>
                  <a:pt x="1198" y="5333"/>
                </a:cubicBezTo>
                <a:lnTo>
                  <a:pt x="6806" y="10941"/>
                </a:lnTo>
                <a:cubicBezTo>
                  <a:pt x="7404" y="11508"/>
                  <a:pt x="8223" y="11823"/>
                  <a:pt x="9011" y="11823"/>
                </a:cubicBezTo>
                <a:cubicBezTo>
                  <a:pt x="9799" y="11823"/>
                  <a:pt x="10618" y="11508"/>
                  <a:pt x="11216" y="10941"/>
                </a:cubicBezTo>
                <a:cubicBezTo>
                  <a:pt x="12445" y="9712"/>
                  <a:pt x="12445" y="7727"/>
                  <a:pt x="11216" y="6530"/>
                </a:cubicBezTo>
                <a:lnTo>
                  <a:pt x="5609" y="922"/>
                </a:lnTo>
                <a:cubicBezTo>
                  <a:pt x="5010" y="308"/>
                  <a:pt x="4214" y="1"/>
                  <a:pt x="34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6" name="Google Shape;6896;p34"/>
          <p:cNvSpPr/>
          <p:nvPr/>
        </p:nvSpPr>
        <p:spPr>
          <a:xfrm>
            <a:off x="5846940" y="2825246"/>
            <a:ext cx="388967" cy="387916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7" name="Google Shape;6897;p34"/>
          <p:cNvSpPr/>
          <p:nvPr/>
        </p:nvSpPr>
        <p:spPr>
          <a:xfrm>
            <a:off x="5881584" y="3423064"/>
            <a:ext cx="136583" cy="147943"/>
          </a:xfrm>
          <a:custGeom>
            <a:rect b="b" l="l" r="r" t="t"/>
            <a:pathLst>
              <a:path extrusionOk="0" h="4506" w="4160">
                <a:moveTo>
                  <a:pt x="2080" y="1"/>
                </a:moveTo>
                <a:cubicBezTo>
                  <a:pt x="946" y="1"/>
                  <a:pt x="1" y="946"/>
                  <a:pt x="1" y="2080"/>
                </a:cubicBezTo>
                <a:lnTo>
                  <a:pt x="1" y="4506"/>
                </a:lnTo>
                <a:lnTo>
                  <a:pt x="4160" y="4506"/>
                </a:lnTo>
                <a:lnTo>
                  <a:pt x="4160" y="2080"/>
                </a:lnTo>
                <a:cubicBezTo>
                  <a:pt x="4160" y="946"/>
                  <a:pt x="3214" y="1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8" name="Google Shape;6898;p34"/>
          <p:cNvSpPr/>
          <p:nvPr/>
        </p:nvSpPr>
        <p:spPr>
          <a:xfrm>
            <a:off x="6063632" y="3523396"/>
            <a:ext cx="136583" cy="148994"/>
          </a:xfrm>
          <a:custGeom>
            <a:rect b="b" l="l" r="r" t="t"/>
            <a:pathLst>
              <a:path extrusionOk="0" h="4538" w="4160">
                <a:moveTo>
                  <a:pt x="1" y="1"/>
                </a:moveTo>
                <a:lnTo>
                  <a:pt x="1" y="2458"/>
                </a:lnTo>
                <a:cubicBezTo>
                  <a:pt x="1" y="3592"/>
                  <a:pt x="946" y="4537"/>
                  <a:pt x="2080" y="4537"/>
                </a:cubicBezTo>
                <a:cubicBezTo>
                  <a:pt x="3246" y="4537"/>
                  <a:pt x="4160" y="3592"/>
                  <a:pt x="4160" y="2458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9" name="Google Shape;6899;p34"/>
          <p:cNvSpPr/>
          <p:nvPr/>
        </p:nvSpPr>
        <p:spPr>
          <a:xfrm>
            <a:off x="5881584" y="3593720"/>
            <a:ext cx="136583" cy="147976"/>
          </a:xfrm>
          <a:custGeom>
            <a:rect b="b" l="l" r="r" t="t"/>
            <a:pathLst>
              <a:path extrusionOk="0" h="4507" w="4160">
                <a:moveTo>
                  <a:pt x="1734" y="694"/>
                </a:moveTo>
                <a:cubicBezTo>
                  <a:pt x="1923" y="694"/>
                  <a:pt x="2080" y="852"/>
                  <a:pt x="2080" y="1041"/>
                </a:cubicBezTo>
                <a:lnTo>
                  <a:pt x="2080" y="2427"/>
                </a:lnTo>
                <a:cubicBezTo>
                  <a:pt x="2269" y="2427"/>
                  <a:pt x="2427" y="2584"/>
                  <a:pt x="2427" y="2773"/>
                </a:cubicBezTo>
                <a:cubicBezTo>
                  <a:pt x="2427" y="2962"/>
                  <a:pt x="2269" y="3120"/>
                  <a:pt x="2080" y="3120"/>
                </a:cubicBezTo>
                <a:cubicBezTo>
                  <a:pt x="1702" y="3120"/>
                  <a:pt x="1356" y="2805"/>
                  <a:pt x="1356" y="2427"/>
                </a:cubicBezTo>
                <a:lnTo>
                  <a:pt x="1356" y="1041"/>
                </a:lnTo>
                <a:cubicBezTo>
                  <a:pt x="1356" y="852"/>
                  <a:pt x="1513" y="694"/>
                  <a:pt x="1734" y="694"/>
                </a:cubicBezTo>
                <a:close/>
                <a:moveTo>
                  <a:pt x="1" y="1"/>
                </a:moveTo>
                <a:lnTo>
                  <a:pt x="1" y="2427"/>
                </a:lnTo>
                <a:cubicBezTo>
                  <a:pt x="1" y="3561"/>
                  <a:pt x="946" y="4506"/>
                  <a:pt x="2080" y="4506"/>
                </a:cubicBezTo>
                <a:cubicBezTo>
                  <a:pt x="3214" y="4506"/>
                  <a:pt x="4160" y="3561"/>
                  <a:pt x="4160" y="2427"/>
                </a:cubicBezTo>
                <a:lnTo>
                  <a:pt x="41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0" name="Google Shape;6900;p34"/>
          <p:cNvSpPr/>
          <p:nvPr/>
        </p:nvSpPr>
        <p:spPr>
          <a:xfrm>
            <a:off x="6063632" y="3352741"/>
            <a:ext cx="136583" cy="148961"/>
          </a:xfrm>
          <a:custGeom>
            <a:rect b="b" l="l" r="r" t="t"/>
            <a:pathLst>
              <a:path extrusionOk="0" h="4537" w="4160">
                <a:moveTo>
                  <a:pt x="2049" y="1387"/>
                </a:moveTo>
                <a:cubicBezTo>
                  <a:pt x="2427" y="1387"/>
                  <a:pt x="2742" y="1702"/>
                  <a:pt x="2742" y="2080"/>
                </a:cubicBezTo>
                <a:lnTo>
                  <a:pt x="2742" y="3466"/>
                </a:lnTo>
                <a:cubicBezTo>
                  <a:pt x="2742" y="3655"/>
                  <a:pt x="2584" y="3812"/>
                  <a:pt x="2395" y="3812"/>
                </a:cubicBezTo>
                <a:cubicBezTo>
                  <a:pt x="2206" y="3812"/>
                  <a:pt x="2049" y="3655"/>
                  <a:pt x="2049" y="3466"/>
                </a:cubicBezTo>
                <a:lnTo>
                  <a:pt x="2049" y="2080"/>
                </a:lnTo>
                <a:cubicBezTo>
                  <a:pt x="1860" y="2080"/>
                  <a:pt x="1702" y="1922"/>
                  <a:pt x="1702" y="1733"/>
                </a:cubicBezTo>
                <a:cubicBezTo>
                  <a:pt x="1702" y="1544"/>
                  <a:pt x="1860" y="1387"/>
                  <a:pt x="2049" y="1387"/>
                </a:cubicBezTo>
                <a:close/>
                <a:moveTo>
                  <a:pt x="2080" y="0"/>
                </a:moveTo>
                <a:cubicBezTo>
                  <a:pt x="946" y="0"/>
                  <a:pt x="1" y="945"/>
                  <a:pt x="1" y="2080"/>
                </a:cubicBezTo>
                <a:lnTo>
                  <a:pt x="1" y="4537"/>
                </a:lnTo>
                <a:lnTo>
                  <a:pt x="4160" y="4537"/>
                </a:lnTo>
                <a:lnTo>
                  <a:pt x="4160" y="2080"/>
                </a:lnTo>
                <a:cubicBezTo>
                  <a:pt x="4160" y="945"/>
                  <a:pt x="3214" y="0"/>
                  <a:pt x="20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1" name="Google Shape;6901;p34"/>
          <p:cNvSpPr/>
          <p:nvPr/>
        </p:nvSpPr>
        <p:spPr>
          <a:xfrm>
            <a:off x="6040370" y="3848833"/>
            <a:ext cx="138652" cy="298973"/>
          </a:xfrm>
          <a:custGeom>
            <a:rect b="b" l="l" r="r" t="t"/>
            <a:pathLst>
              <a:path extrusionOk="0" h="9106" w="4223">
                <a:moveTo>
                  <a:pt x="2836" y="662"/>
                </a:moveTo>
                <a:lnTo>
                  <a:pt x="2836" y="1387"/>
                </a:lnTo>
                <a:lnTo>
                  <a:pt x="2143" y="1387"/>
                </a:lnTo>
                <a:lnTo>
                  <a:pt x="2143" y="662"/>
                </a:lnTo>
                <a:close/>
                <a:moveTo>
                  <a:pt x="1072" y="4884"/>
                </a:moveTo>
                <a:cubicBezTo>
                  <a:pt x="1261" y="4884"/>
                  <a:pt x="1418" y="5041"/>
                  <a:pt x="1418" y="5230"/>
                </a:cubicBezTo>
                <a:cubicBezTo>
                  <a:pt x="1418" y="5451"/>
                  <a:pt x="1261" y="5608"/>
                  <a:pt x="1072" y="5608"/>
                </a:cubicBezTo>
                <a:cubicBezTo>
                  <a:pt x="851" y="5608"/>
                  <a:pt x="694" y="5451"/>
                  <a:pt x="694" y="5230"/>
                </a:cubicBezTo>
                <a:cubicBezTo>
                  <a:pt x="694" y="5041"/>
                  <a:pt x="851" y="4884"/>
                  <a:pt x="1072" y="4884"/>
                </a:cubicBezTo>
                <a:close/>
                <a:moveTo>
                  <a:pt x="3498" y="6302"/>
                </a:moveTo>
                <a:lnTo>
                  <a:pt x="3498" y="6648"/>
                </a:lnTo>
                <a:cubicBezTo>
                  <a:pt x="3498" y="6869"/>
                  <a:pt x="3340" y="6995"/>
                  <a:pt x="3151" y="6995"/>
                </a:cubicBezTo>
                <a:lnTo>
                  <a:pt x="1765" y="6995"/>
                </a:lnTo>
                <a:cubicBezTo>
                  <a:pt x="1576" y="6995"/>
                  <a:pt x="1418" y="6869"/>
                  <a:pt x="1418" y="6648"/>
                </a:cubicBezTo>
                <a:lnTo>
                  <a:pt x="1418" y="6302"/>
                </a:lnTo>
                <a:close/>
                <a:moveTo>
                  <a:pt x="1072" y="1"/>
                </a:moveTo>
                <a:cubicBezTo>
                  <a:pt x="851" y="1"/>
                  <a:pt x="694" y="158"/>
                  <a:pt x="694" y="347"/>
                </a:cubicBezTo>
                <a:cubicBezTo>
                  <a:pt x="694" y="568"/>
                  <a:pt x="851" y="725"/>
                  <a:pt x="1072" y="725"/>
                </a:cubicBezTo>
                <a:lnTo>
                  <a:pt x="1418" y="725"/>
                </a:lnTo>
                <a:lnTo>
                  <a:pt x="1418" y="1450"/>
                </a:lnTo>
                <a:cubicBezTo>
                  <a:pt x="1009" y="1576"/>
                  <a:pt x="694" y="1985"/>
                  <a:pt x="694" y="2458"/>
                </a:cubicBezTo>
                <a:lnTo>
                  <a:pt x="694" y="4285"/>
                </a:lnTo>
                <a:cubicBezTo>
                  <a:pt x="316" y="4443"/>
                  <a:pt x="1" y="4821"/>
                  <a:pt x="1" y="5293"/>
                </a:cubicBezTo>
                <a:cubicBezTo>
                  <a:pt x="1" y="5703"/>
                  <a:pt x="284" y="6112"/>
                  <a:pt x="694" y="6270"/>
                </a:cubicBezTo>
                <a:lnTo>
                  <a:pt x="694" y="6648"/>
                </a:lnTo>
                <a:cubicBezTo>
                  <a:pt x="694" y="7089"/>
                  <a:pt x="977" y="7499"/>
                  <a:pt x="1418" y="7656"/>
                </a:cubicBezTo>
                <a:lnTo>
                  <a:pt x="1418" y="8759"/>
                </a:lnTo>
                <a:cubicBezTo>
                  <a:pt x="1418" y="8948"/>
                  <a:pt x="1576" y="9105"/>
                  <a:pt x="1765" y="9105"/>
                </a:cubicBezTo>
                <a:lnTo>
                  <a:pt x="3151" y="9105"/>
                </a:lnTo>
                <a:cubicBezTo>
                  <a:pt x="3340" y="9105"/>
                  <a:pt x="3498" y="8948"/>
                  <a:pt x="3498" y="8759"/>
                </a:cubicBezTo>
                <a:lnTo>
                  <a:pt x="3498" y="7656"/>
                </a:lnTo>
                <a:cubicBezTo>
                  <a:pt x="3907" y="7499"/>
                  <a:pt x="4222" y="7121"/>
                  <a:pt x="4222" y="6648"/>
                </a:cubicBezTo>
                <a:lnTo>
                  <a:pt x="4222" y="5955"/>
                </a:lnTo>
                <a:lnTo>
                  <a:pt x="4222" y="2458"/>
                </a:lnTo>
                <a:cubicBezTo>
                  <a:pt x="4222" y="2017"/>
                  <a:pt x="3939" y="1607"/>
                  <a:pt x="3498" y="1450"/>
                </a:cubicBezTo>
                <a:lnTo>
                  <a:pt x="3498" y="725"/>
                </a:lnTo>
                <a:lnTo>
                  <a:pt x="3876" y="725"/>
                </a:lnTo>
                <a:cubicBezTo>
                  <a:pt x="4065" y="725"/>
                  <a:pt x="4222" y="568"/>
                  <a:pt x="4222" y="347"/>
                </a:cubicBezTo>
                <a:cubicBezTo>
                  <a:pt x="4222" y="158"/>
                  <a:pt x="4065" y="1"/>
                  <a:pt x="38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2" name="Google Shape;6902;p34"/>
          <p:cNvSpPr/>
          <p:nvPr/>
        </p:nvSpPr>
        <p:spPr>
          <a:xfrm>
            <a:off x="6107608" y="4168442"/>
            <a:ext cx="93113" cy="22786"/>
          </a:xfrm>
          <a:custGeom>
            <a:rect b="b" l="l" r="r" t="t"/>
            <a:pathLst>
              <a:path extrusionOk="0" h="694" w="2836">
                <a:moveTo>
                  <a:pt x="0" y="1"/>
                </a:moveTo>
                <a:lnTo>
                  <a:pt x="347" y="694"/>
                </a:lnTo>
                <a:lnTo>
                  <a:pt x="2489" y="694"/>
                </a:lnTo>
                <a:cubicBezTo>
                  <a:pt x="2678" y="694"/>
                  <a:pt x="2836" y="536"/>
                  <a:pt x="2836" y="347"/>
                </a:cubicBezTo>
                <a:cubicBezTo>
                  <a:pt x="2836" y="158"/>
                  <a:pt x="2678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3" name="Google Shape;6903;p34"/>
          <p:cNvSpPr/>
          <p:nvPr/>
        </p:nvSpPr>
        <p:spPr>
          <a:xfrm>
            <a:off x="5881075" y="3947096"/>
            <a:ext cx="274151" cy="290699"/>
          </a:xfrm>
          <a:custGeom>
            <a:rect b="b" l="l" r="r" t="t"/>
            <a:pathLst>
              <a:path extrusionOk="0" h="8854" w="8350">
                <a:moveTo>
                  <a:pt x="4884" y="1"/>
                </a:moveTo>
                <a:cubicBezTo>
                  <a:pt x="2931" y="473"/>
                  <a:pt x="1419" y="2237"/>
                  <a:pt x="1419" y="4380"/>
                </a:cubicBezTo>
                <a:lnTo>
                  <a:pt x="1419" y="8192"/>
                </a:lnTo>
                <a:lnTo>
                  <a:pt x="410" y="8192"/>
                </a:lnTo>
                <a:cubicBezTo>
                  <a:pt x="389" y="8189"/>
                  <a:pt x="368" y="8188"/>
                  <a:pt x="347" y="8188"/>
                </a:cubicBezTo>
                <a:cubicBezTo>
                  <a:pt x="132" y="8188"/>
                  <a:pt x="1" y="8334"/>
                  <a:pt x="1" y="8507"/>
                </a:cubicBezTo>
                <a:cubicBezTo>
                  <a:pt x="1" y="8696"/>
                  <a:pt x="158" y="8853"/>
                  <a:pt x="347" y="8853"/>
                </a:cubicBezTo>
                <a:lnTo>
                  <a:pt x="8003" y="8853"/>
                </a:lnTo>
                <a:cubicBezTo>
                  <a:pt x="8192" y="8853"/>
                  <a:pt x="8350" y="8696"/>
                  <a:pt x="8350" y="8507"/>
                </a:cubicBezTo>
                <a:cubicBezTo>
                  <a:pt x="8350" y="8318"/>
                  <a:pt x="8192" y="8160"/>
                  <a:pt x="8003" y="8160"/>
                </a:cubicBezTo>
                <a:lnTo>
                  <a:pt x="6806" y="8160"/>
                </a:lnTo>
                <a:lnTo>
                  <a:pt x="6239" y="6963"/>
                </a:lnTo>
                <a:cubicBezTo>
                  <a:pt x="6207" y="6869"/>
                  <a:pt x="6018" y="6774"/>
                  <a:pt x="5924" y="6774"/>
                </a:cubicBezTo>
                <a:lnTo>
                  <a:pt x="4191" y="6774"/>
                </a:lnTo>
                <a:lnTo>
                  <a:pt x="4191" y="3655"/>
                </a:lnTo>
                <a:cubicBezTo>
                  <a:pt x="4191" y="3435"/>
                  <a:pt x="4254" y="3245"/>
                  <a:pt x="4380" y="3088"/>
                </a:cubicBezTo>
                <a:cubicBezTo>
                  <a:pt x="4254" y="2836"/>
                  <a:pt x="4191" y="2552"/>
                  <a:pt x="4191" y="2300"/>
                </a:cubicBezTo>
                <a:cubicBezTo>
                  <a:pt x="4191" y="1733"/>
                  <a:pt x="4443" y="1229"/>
                  <a:pt x="4884" y="914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4" name="Google Shape;6904;p34"/>
          <p:cNvSpPr/>
          <p:nvPr/>
        </p:nvSpPr>
        <p:spPr>
          <a:xfrm>
            <a:off x="8306263" y="2826575"/>
            <a:ext cx="393071" cy="385355"/>
          </a:xfrm>
          <a:custGeom>
            <a:rect b="b" l="l" r="r" t="t"/>
            <a:pathLst>
              <a:path extrusionOk="0" h="11737" w="11972">
                <a:moveTo>
                  <a:pt x="3214" y="5522"/>
                </a:moveTo>
                <a:cubicBezTo>
                  <a:pt x="3403" y="5522"/>
                  <a:pt x="3560" y="5679"/>
                  <a:pt x="3560" y="5868"/>
                </a:cubicBezTo>
                <a:cubicBezTo>
                  <a:pt x="3560" y="6057"/>
                  <a:pt x="3403" y="6215"/>
                  <a:pt x="3214" y="6215"/>
                </a:cubicBezTo>
                <a:cubicBezTo>
                  <a:pt x="3024" y="6215"/>
                  <a:pt x="2867" y="6057"/>
                  <a:pt x="2867" y="5868"/>
                </a:cubicBezTo>
                <a:cubicBezTo>
                  <a:pt x="2867" y="5679"/>
                  <a:pt x="3024" y="5522"/>
                  <a:pt x="3214" y="5522"/>
                </a:cubicBezTo>
                <a:close/>
                <a:moveTo>
                  <a:pt x="5986" y="2749"/>
                </a:moveTo>
                <a:cubicBezTo>
                  <a:pt x="6931" y="2749"/>
                  <a:pt x="7719" y="3537"/>
                  <a:pt x="7719" y="4482"/>
                </a:cubicBezTo>
                <a:cubicBezTo>
                  <a:pt x="7719" y="5427"/>
                  <a:pt x="6963" y="6215"/>
                  <a:pt x="5986" y="6215"/>
                </a:cubicBezTo>
                <a:cubicBezTo>
                  <a:pt x="5041" y="6215"/>
                  <a:pt x="4253" y="5427"/>
                  <a:pt x="4253" y="4482"/>
                </a:cubicBezTo>
                <a:cubicBezTo>
                  <a:pt x="4253" y="3537"/>
                  <a:pt x="5041" y="2749"/>
                  <a:pt x="5986" y="2749"/>
                </a:cubicBezTo>
                <a:close/>
                <a:moveTo>
                  <a:pt x="8790" y="5522"/>
                </a:moveTo>
                <a:cubicBezTo>
                  <a:pt x="8979" y="5522"/>
                  <a:pt x="9136" y="5679"/>
                  <a:pt x="9136" y="5868"/>
                </a:cubicBezTo>
                <a:cubicBezTo>
                  <a:pt x="9136" y="6057"/>
                  <a:pt x="8979" y="6215"/>
                  <a:pt x="8790" y="6215"/>
                </a:cubicBezTo>
                <a:cubicBezTo>
                  <a:pt x="8569" y="6215"/>
                  <a:pt x="8412" y="6057"/>
                  <a:pt x="8412" y="5868"/>
                </a:cubicBezTo>
                <a:cubicBezTo>
                  <a:pt x="8412" y="5679"/>
                  <a:pt x="8569" y="5522"/>
                  <a:pt x="8790" y="5522"/>
                </a:cubicBezTo>
                <a:close/>
                <a:moveTo>
                  <a:pt x="4600" y="7601"/>
                </a:moveTo>
                <a:cubicBezTo>
                  <a:pt x="4789" y="7601"/>
                  <a:pt x="4946" y="7759"/>
                  <a:pt x="4946" y="7948"/>
                </a:cubicBezTo>
                <a:cubicBezTo>
                  <a:pt x="4946" y="8168"/>
                  <a:pt x="4789" y="8326"/>
                  <a:pt x="4600" y="8326"/>
                </a:cubicBezTo>
                <a:cubicBezTo>
                  <a:pt x="4411" y="8326"/>
                  <a:pt x="4253" y="8168"/>
                  <a:pt x="4253" y="7948"/>
                </a:cubicBezTo>
                <a:cubicBezTo>
                  <a:pt x="4253" y="7759"/>
                  <a:pt x="4411" y="7601"/>
                  <a:pt x="4600" y="7601"/>
                </a:cubicBezTo>
                <a:close/>
                <a:moveTo>
                  <a:pt x="6679" y="6939"/>
                </a:moveTo>
                <a:cubicBezTo>
                  <a:pt x="7278" y="6939"/>
                  <a:pt x="7719" y="7412"/>
                  <a:pt x="7719" y="7948"/>
                </a:cubicBezTo>
                <a:cubicBezTo>
                  <a:pt x="7719" y="8515"/>
                  <a:pt x="7246" y="8987"/>
                  <a:pt x="6679" y="8987"/>
                </a:cubicBezTo>
                <a:cubicBezTo>
                  <a:pt x="6080" y="8987"/>
                  <a:pt x="5671" y="8515"/>
                  <a:pt x="5671" y="7948"/>
                </a:cubicBezTo>
                <a:cubicBezTo>
                  <a:pt x="5671" y="7412"/>
                  <a:pt x="6143" y="6939"/>
                  <a:pt x="6679" y="6939"/>
                </a:cubicBezTo>
                <a:close/>
                <a:moveTo>
                  <a:pt x="5309" y="1"/>
                </a:moveTo>
                <a:cubicBezTo>
                  <a:pt x="5222" y="1"/>
                  <a:pt x="5135" y="24"/>
                  <a:pt x="5072" y="71"/>
                </a:cubicBezTo>
                <a:cubicBezTo>
                  <a:pt x="4946" y="197"/>
                  <a:pt x="4946" y="449"/>
                  <a:pt x="5072" y="544"/>
                </a:cubicBezTo>
                <a:cubicBezTo>
                  <a:pt x="5356" y="828"/>
                  <a:pt x="5545" y="1080"/>
                  <a:pt x="5639" y="1363"/>
                </a:cubicBezTo>
                <a:cubicBezTo>
                  <a:pt x="5356" y="1426"/>
                  <a:pt x="5041" y="1458"/>
                  <a:pt x="4757" y="1552"/>
                </a:cubicBezTo>
                <a:cubicBezTo>
                  <a:pt x="4474" y="1017"/>
                  <a:pt x="4096" y="796"/>
                  <a:pt x="3592" y="576"/>
                </a:cubicBezTo>
                <a:cubicBezTo>
                  <a:pt x="3552" y="560"/>
                  <a:pt x="3507" y="552"/>
                  <a:pt x="3460" y="552"/>
                </a:cubicBezTo>
                <a:cubicBezTo>
                  <a:pt x="3320" y="552"/>
                  <a:pt x="3166" y="623"/>
                  <a:pt x="3119" y="765"/>
                </a:cubicBezTo>
                <a:cubicBezTo>
                  <a:pt x="3024" y="922"/>
                  <a:pt x="3119" y="1143"/>
                  <a:pt x="3277" y="1206"/>
                </a:cubicBezTo>
                <a:cubicBezTo>
                  <a:pt x="3623" y="1363"/>
                  <a:pt x="3907" y="1552"/>
                  <a:pt x="4064" y="1804"/>
                </a:cubicBezTo>
                <a:cubicBezTo>
                  <a:pt x="3781" y="1930"/>
                  <a:pt x="3529" y="2088"/>
                  <a:pt x="3308" y="2245"/>
                </a:cubicBezTo>
                <a:cubicBezTo>
                  <a:pt x="2867" y="1836"/>
                  <a:pt x="2394" y="1773"/>
                  <a:pt x="1890" y="1741"/>
                </a:cubicBezTo>
                <a:cubicBezTo>
                  <a:pt x="1701" y="1741"/>
                  <a:pt x="1544" y="1836"/>
                  <a:pt x="1481" y="2056"/>
                </a:cubicBezTo>
                <a:cubicBezTo>
                  <a:pt x="1481" y="2245"/>
                  <a:pt x="1607" y="2403"/>
                  <a:pt x="1796" y="2434"/>
                </a:cubicBezTo>
                <a:cubicBezTo>
                  <a:pt x="2205" y="2466"/>
                  <a:pt x="2489" y="2529"/>
                  <a:pt x="2741" y="2718"/>
                </a:cubicBezTo>
                <a:cubicBezTo>
                  <a:pt x="2552" y="2907"/>
                  <a:pt x="2363" y="3159"/>
                  <a:pt x="2205" y="3379"/>
                </a:cubicBezTo>
                <a:cubicBezTo>
                  <a:pt x="1949" y="3294"/>
                  <a:pt x="1725" y="3260"/>
                  <a:pt x="1508" y="3260"/>
                </a:cubicBezTo>
                <a:cubicBezTo>
                  <a:pt x="1243" y="3260"/>
                  <a:pt x="987" y="3310"/>
                  <a:pt x="693" y="3379"/>
                </a:cubicBezTo>
                <a:cubicBezTo>
                  <a:pt x="504" y="3411"/>
                  <a:pt x="441" y="3631"/>
                  <a:pt x="473" y="3821"/>
                </a:cubicBezTo>
                <a:cubicBezTo>
                  <a:pt x="498" y="3970"/>
                  <a:pt x="621" y="4060"/>
                  <a:pt x="781" y="4060"/>
                </a:cubicBezTo>
                <a:cubicBezTo>
                  <a:pt x="823" y="4060"/>
                  <a:pt x="868" y="4054"/>
                  <a:pt x="914" y="4041"/>
                </a:cubicBezTo>
                <a:cubicBezTo>
                  <a:pt x="1160" y="3979"/>
                  <a:pt x="1366" y="3931"/>
                  <a:pt x="1567" y="3931"/>
                </a:cubicBezTo>
                <a:cubicBezTo>
                  <a:pt x="1674" y="3931"/>
                  <a:pt x="1780" y="3945"/>
                  <a:pt x="1890" y="3978"/>
                </a:cubicBezTo>
                <a:cubicBezTo>
                  <a:pt x="1764" y="4262"/>
                  <a:pt x="1638" y="4514"/>
                  <a:pt x="1607" y="4797"/>
                </a:cubicBezTo>
                <a:cubicBezTo>
                  <a:pt x="1071" y="4797"/>
                  <a:pt x="630" y="4986"/>
                  <a:pt x="189" y="5301"/>
                </a:cubicBezTo>
                <a:cubicBezTo>
                  <a:pt x="32" y="5427"/>
                  <a:pt x="0" y="5616"/>
                  <a:pt x="126" y="5774"/>
                </a:cubicBezTo>
                <a:cubicBezTo>
                  <a:pt x="186" y="5874"/>
                  <a:pt x="296" y="5935"/>
                  <a:pt x="409" y="5935"/>
                </a:cubicBezTo>
                <a:cubicBezTo>
                  <a:pt x="474" y="5935"/>
                  <a:pt x="541" y="5915"/>
                  <a:pt x="599" y="5868"/>
                </a:cubicBezTo>
                <a:cubicBezTo>
                  <a:pt x="914" y="5616"/>
                  <a:pt x="1166" y="5459"/>
                  <a:pt x="1481" y="5459"/>
                </a:cubicBezTo>
                <a:cubicBezTo>
                  <a:pt x="1481" y="5585"/>
                  <a:pt x="1449" y="5742"/>
                  <a:pt x="1449" y="5868"/>
                </a:cubicBezTo>
                <a:cubicBezTo>
                  <a:pt x="1449" y="6026"/>
                  <a:pt x="1449" y="6183"/>
                  <a:pt x="1481" y="6341"/>
                </a:cubicBezTo>
                <a:cubicBezTo>
                  <a:pt x="945" y="6530"/>
                  <a:pt x="662" y="6876"/>
                  <a:pt x="347" y="7318"/>
                </a:cubicBezTo>
                <a:cubicBezTo>
                  <a:pt x="221" y="7475"/>
                  <a:pt x="284" y="7664"/>
                  <a:pt x="441" y="7790"/>
                </a:cubicBezTo>
                <a:cubicBezTo>
                  <a:pt x="507" y="7843"/>
                  <a:pt x="584" y="7868"/>
                  <a:pt x="658" y="7868"/>
                </a:cubicBezTo>
                <a:cubicBezTo>
                  <a:pt x="761" y="7868"/>
                  <a:pt x="859" y="7819"/>
                  <a:pt x="914" y="7727"/>
                </a:cubicBezTo>
                <a:cubicBezTo>
                  <a:pt x="1134" y="7349"/>
                  <a:pt x="1323" y="7129"/>
                  <a:pt x="1607" y="7002"/>
                </a:cubicBezTo>
                <a:cubicBezTo>
                  <a:pt x="1701" y="7286"/>
                  <a:pt x="1764" y="7570"/>
                  <a:pt x="1922" y="7822"/>
                </a:cubicBezTo>
                <a:cubicBezTo>
                  <a:pt x="1481" y="8200"/>
                  <a:pt x="1323" y="8609"/>
                  <a:pt x="1166" y="9145"/>
                </a:cubicBezTo>
                <a:cubicBezTo>
                  <a:pt x="1134" y="9334"/>
                  <a:pt x="1260" y="9523"/>
                  <a:pt x="1418" y="9554"/>
                </a:cubicBezTo>
                <a:cubicBezTo>
                  <a:pt x="1452" y="9566"/>
                  <a:pt x="1486" y="9571"/>
                  <a:pt x="1519" y="9571"/>
                </a:cubicBezTo>
                <a:cubicBezTo>
                  <a:pt x="1671" y="9571"/>
                  <a:pt x="1807" y="9463"/>
                  <a:pt x="1859" y="9334"/>
                </a:cubicBezTo>
                <a:cubicBezTo>
                  <a:pt x="1953" y="8924"/>
                  <a:pt x="2048" y="8672"/>
                  <a:pt x="2268" y="8420"/>
                </a:cubicBezTo>
                <a:cubicBezTo>
                  <a:pt x="2426" y="8672"/>
                  <a:pt x="2646" y="8893"/>
                  <a:pt x="2835" y="9082"/>
                </a:cubicBezTo>
                <a:cubicBezTo>
                  <a:pt x="2520" y="9554"/>
                  <a:pt x="2552" y="10027"/>
                  <a:pt x="2583" y="10594"/>
                </a:cubicBezTo>
                <a:cubicBezTo>
                  <a:pt x="2583" y="10783"/>
                  <a:pt x="2741" y="10909"/>
                  <a:pt x="2961" y="10909"/>
                </a:cubicBezTo>
                <a:lnTo>
                  <a:pt x="2993" y="10909"/>
                </a:lnTo>
                <a:cubicBezTo>
                  <a:pt x="3182" y="10909"/>
                  <a:pt x="3308" y="10720"/>
                  <a:pt x="3308" y="10500"/>
                </a:cubicBezTo>
                <a:cubicBezTo>
                  <a:pt x="3277" y="10090"/>
                  <a:pt x="3277" y="9806"/>
                  <a:pt x="3371" y="9523"/>
                </a:cubicBezTo>
                <a:cubicBezTo>
                  <a:pt x="3623" y="9680"/>
                  <a:pt x="3844" y="9838"/>
                  <a:pt x="4127" y="9964"/>
                </a:cubicBezTo>
                <a:cubicBezTo>
                  <a:pt x="4001" y="10500"/>
                  <a:pt x="4159" y="10941"/>
                  <a:pt x="4411" y="11445"/>
                </a:cubicBezTo>
                <a:cubicBezTo>
                  <a:pt x="4452" y="11589"/>
                  <a:pt x="4561" y="11652"/>
                  <a:pt x="4684" y="11652"/>
                </a:cubicBezTo>
                <a:cubicBezTo>
                  <a:pt x="4749" y="11652"/>
                  <a:pt x="4818" y="11635"/>
                  <a:pt x="4883" y="11602"/>
                </a:cubicBezTo>
                <a:cubicBezTo>
                  <a:pt x="5041" y="11539"/>
                  <a:pt x="5104" y="11350"/>
                  <a:pt x="5041" y="11130"/>
                </a:cubicBezTo>
                <a:cubicBezTo>
                  <a:pt x="4883" y="10783"/>
                  <a:pt x="4757" y="10500"/>
                  <a:pt x="4789" y="10184"/>
                </a:cubicBezTo>
                <a:lnTo>
                  <a:pt x="4789" y="10184"/>
                </a:lnTo>
                <a:cubicBezTo>
                  <a:pt x="5072" y="10279"/>
                  <a:pt x="5356" y="10311"/>
                  <a:pt x="5671" y="10342"/>
                </a:cubicBezTo>
                <a:cubicBezTo>
                  <a:pt x="5734" y="10909"/>
                  <a:pt x="6049" y="11256"/>
                  <a:pt x="6427" y="11665"/>
                </a:cubicBezTo>
                <a:cubicBezTo>
                  <a:pt x="6474" y="11712"/>
                  <a:pt x="6561" y="11736"/>
                  <a:pt x="6651" y="11736"/>
                </a:cubicBezTo>
                <a:cubicBezTo>
                  <a:pt x="6742" y="11736"/>
                  <a:pt x="6837" y="11712"/>
                  <a:pt x="6900" y="11665"/>
                </a:cubicBezTo>
                <a:cubicBezTo>
                  <a:pt x="6994" y="11539"/>
                  <a:pt x="6994" y="11287"/>
                  <a:pt x="6900" y="11193"/>
                </a:cubicBezTo>
                <a:cubicBezTo>
                  <a:pt x="6616" y="10909"/>
                  <a:pt x="6427" y="10657"/>
                  <a:pt x="6333" y="10342"/>
                </a:cubicBezTo>
                <a:cubicBezTo>
                  <a:pt x="6616" y="10311"/>
                  <a:pt x="6931" y="10279"/>
                  <a:pt x="7215" y="10184"/>
                </a:cubicBezTo>
                <a:cubicBezTo>
                  <a:pt x="7467" y="10720"/>
                  <a:pt x="7876" y="10941"/>
                  <a:pt x="8380" y="11130"/>
                </a:cubicBezTo>
                <a:cubicBezTo>
                  <a:pt x="8424" y="11156"/>
                  <a:pt x="8474" y="11167"/>
                  <a:pt x="8526" y="11167"/>
                </a:cubicBezTo>
                <a:cubicBezTo>
                  <a:pt x="8662" y="11167"/>
                  <a:pt x="8807" y="11086"/>
                  <a:pt x="8853" y="10972"/>
                </a:cubicBezTo>
                <a:cubicBezTo>
                  <a:pt x="8947" y="10815"/>
                  <a:pt x="8853" y="10594"/>
                  <a:pt x="8695" y="10500"/>
                </a:cubicBezTo>
                <a:cubicBezTo>
                  <a:pt x="8349" y="10374"/>
                  <a:pt x="8065" y="10184"/>
                  <a:pt x="7908" y="9932"/>
                </a:cubicBezTo>
                <a:cubicBezTo>
                  <a:pt x="8191" y="9806"/>
                  <a:pt x="8412" y="9649"/>
                  <a:pt x="8664" y="9491"/>
                </a:cubicBezTo>
                <a:cubicBezTo>
                  <a:pt x="9105" y="9901"/>
                  <a:pt x="9578" y="9964"/>
                  <a:pt x="10082" y="9995"/>
                </a:cubicBezTo>
                <a:lnTo>
                  <a:pt x="10113" y="9995"/>
                </a:lnTo>
                <a:cubicBezTo>
                  <a:pt x="10302" y="9995"/>
                  <a:pt x="10428" y="9869"/>
                  <a:pt x="10460" y="9680"/>
                </a:cubicBezTo>
                <a:cubicBezTo>
                  <a:pt x="10460" y="9491"/>
                  <a:pt x="10365" y="9334"/>
                  <a:pt x="10145" y="9302"/>
                </a:cubicBezTo>
                <a:cubicBezTo>
                  <a:pt x="9767" y="9239"/>
                  <a:pt x="9483" y="9208"/>
                  <a:pt x="9199" y="9019"/>
                </a:cubicBezTo>
                <a:cubicBezTo>
                  <a:pt x="9388" y="8830"/>
                  <a:pt x="9609" y="8578"/>
                  <a:pt x="9767" y="8357"/>
                </a:cubicBezTo>
                <a:cubicBezTo>
                  <a:pt x="9980" y="8437"/>
                  <a:pt x="10181" y="8466"/>
                  <a:pt x="10384" y="8466"/>
                </a:cubicBezTo>
                <a:cubicBezTo>
                  <a:pt x="10660" y="8466"/>
                  <a:pt x="10938" y="8412"/>
                  <a:pt x="11247" y="8357"/>
                </a:cubicBezTo>
                <a:cubicBezTo>
                  <a:pt x="11468" y="8294"/>
                  <a:pt x="11531" y="8105"/>
                  <a:pt x="11499" y="7916"/>
                </a:cubicBezTo>
                <a:cubicBezTo>
                  <a:pt x="11472" y="7751"/>
                  <a:pt x="11300" y="7658"/>
                  <a:pt x="11131" y="7658"/>
                </a:cubicBezTo>
                <a:cubicBezTo>
                  <a:pt x="11107" y="7658"/>
                  <a:pt x="11082" y="7660"/>
                  <a:pt x="11058" y="7664"/>
                </a:cubicBezTo>
                <a:cubicBezTo>
                  <a:pt x="10806" y="7748"/>
                  <a:pt x="10596" y="7804"/>
                  <a:pt x="10391" y="7804"/>
                </a:cubicBezTo>
                <a:cubicBezTo>
                  <a:pt x="10288" y="7804"/>
                  <a:pt x="10187" y="7790"/>
                  <a:pt x="10082" y="7759"/>
                </a:cubicBezTo>
                <a:cubicBezTo>
                  <a:pt x="10208" y="7475"/>
                  <a:pt x="10302" y="7192"/>
                  <a:pt x="10365" y="6939"/>
                </a:cubicBezTo>
                <a:lnTo>
                  <a:pt x="10397" y="6939"/>
                </a:lnTo>
                <a:cubicBezTo>
                  <a:pt x="10932" y="6939"/>
                  <a:pt x="11342" y="6687"/>
                  <a:pt x="11751" y="6372"/>
                </a:cubicBezTo>
                <a:cubicBezTo>
                  <a:pt x="11940" y="6246"/>
                  <a:pt x="11972" y="6057"/>
                  <a:pt x="11846" y="5900"/>
                </a:cubicBezTo>
                <a:cubicBezTo>
                  <a:pt x="11789" y="5843"/>
                  <a:pt x="11687" y="5798"/>
                  <a:pt x="11580" y="5798"/>
                </a:cubicBezTo>
                <a:cubicBezTo>
                  <a:pt x="11509" y="5798"/>
                  <a:pt x="11436" y="5818"/>
                  <a:pt x="11373" y="5868"/>
                </a:cubicBezTo>
                <a:cubicBezTo>
                  <a:pt x="11058" y="6120"/>
                  <a:pt x="10775" y="6278"/>
                  <a:pt x="10460" y="6278"/>
                </a:cubicBezTo>
                <a:cubicBezTo>
                  <a:pt x="10460" y="6152"/>
                  <a:pt x="10491" y="5994"/>
                  <a:pt x="10491" y="5868"/>
                </a:cubicBezTo>
                <a:cubicBezTo>
                  <a:pt x="10491" y="5711"/>
                  <a:pt x="10491" y="5553"/>
                  <a:pt x="10460" y="5396"/>
                </a:cubicBezTo>
                <a:cubicBezTo>
                  <a:pt x="11027" y="5207"/>
                  <a:pt x="11279" y="4860"/>
                  <a:pt x="11594" y="4419"/>
                </a:cubicBezTo>
                <a:cubicBezTo>
                  <a:pt x="11720" y="4262"/>
                  <a:pt x="11688" y="4073"/>
                  <a:pt x="11531" y="3947"/>
                </a:cubicBezTo>
                <a:cubicBezTo>
                  <a:pt x="11465" y="3894"/>
                  <a:pt x="11394" y="3869"/>
                  <a:pt x="11324" y="3869"/>
                </a:cubicBezTo>
                <a:cubicBezTo>
                  <a:pt x="11226" y="3869"/>
                  <a:pt x="11132" y="3918"/>
                  <a:pt x="11058" y="4010"/>
                </a:cubicBezTo>
                <a:cubicBezTo>
                  <a:pt x="10838" y="4388"/>
                  <a:pt x="10617" y="4608"/>
                  <a:pt x="10365" y="4734"/>
                </a:cubicBezTo>
                <a:cubicBezTo>
                  <a:pt x="10271" y="4451"/>
                  <a:pt x="10176" y="4167"/>
                  <a:pt x="10019" y="3915"/>
                </a:cubicBezTo>
                <a:cubicBezTo>
                  <a:pt x="10460" y="3537"/>
                  <a:pt x="10617" y="3127"/>
                  <a:pt x="10775" y="2592"/>
                </a:cubicBezTo>
                <a:cubicBezTo>
                  <a:pt x="10806" y="2403"/>
                  <a:pt x="10712" y="2214"/>
                  <a:pt x="10554" y="2182"/>
                </a:cubicBezTo>
                <a:cubicBezTo>
                  <a:pt x="10520" y="2171"/>
                  <a:pt x="10485" y="2166"/>
                  <a:pt x="10450" y="2166"/>
                </a:cubicBezTo>
                <a:cubicBezTo>
                  <a:pt x="10292" y="2166"/>
                  <a:pt x="10139" y="2274"/>
                  <a:pt x="10113" y="2403"/>
                </a:cubicBezTo>
                <a:cubicBezTo>
                  <a:pt x="9987" y="2812"/>
                  <a:pt x="9924" y="3064"/>
                  <a:pt x="9672" y="3316"/>
                </a:cubicBezTo>
                <a:cubicBezTo>
                  <a:pt x="9515" y="3064"/>
                  <a:pt x="9325" y="2844"/>
                  <a:pt x="9136" y="2655"/>
                </a:cubicBezTo>
                <a:cubicBezTo>
                  <a:pt x="9451" y="2182"/>
                  <a:pt x="9388" y="1710"/>
                  <a:pt x="9357" y="1143"/>
                </a:cubicBezTo>
                <a:cubicBezTo>
                  <a:pt x="9357" y="954"/>
                  <a:pt x="9168" y="828"/>
                  <a:pt x="8979" y="828"/>
                </a:cubicBezTo>
                <a:cubicBezTo>
                  <a:pt x="8790" y="828"/>
                  <a:pt x="8664" y="1017"/>
                  <a:pt x="8664" y="1237"/>
                </a:cubicBezTo>
                <a:cubicBezTo>
                  <a:pt x="8695" y="1647"/>
                  <a:pt x="8695" y="1930"/>
                  <a:pt x="8569" y="2214"/>
                </a:cubicBezTo>
                <a:cubicBezTo>
                  <a:pt x="8349" y="2056"/>
                  <a:pt x="8097" y="1899"/>
                  <a:pt x="7813" y="1773"/>
                </a:cubicBezTo>
                <a:cubicBezTo>
                  <a:pt x="7939" y="1237"/>
                  <a:pt x="7782" y="796"/>
                  <a:pt x="7561" y="292"/>
                </a:cubicBezTo>
                <a:cubicBezTo>
                  <a:pt x="7493" y="178"/>
                  <a:pt x="7375" y="97"/>
                  <a:pt x="7243" y="97"/>
                </a:cubicBezTo>
                <a:cubicBezTo>
                  <a:pt x="7193" y="97"/>
                  <a:pt x="7141" y="108"/>
                  <a:pt x="7089" y="134"/>
                </a:cubicBezTo>
                <a:cubicBezTo>
                  <a:pt x="6931" y="197"/>
                  <a:pt x="6837" y="386"/>
                  <a:pt x="6931" y="607"/>
                </a:cubicBezTo>
                <a:cubicBezTo>
                  <a:pt x="7089" y="954"/>
                  <a:pt x="7215" y="1237"/>
                  <a:pt x="7152" y="1552"/>
                </a:cubicBezTo>
                <a:cubicBezTo>
                  <a:pt x="6900" y="1458"/>
                  <a:pt x="6616" y="1426"/>
                  <a:pt x="6301" y="1395"/>
                </a:cubicBezTo>
                <a:cubicBezTo>
                  <a:pt x="6206" y="828"/>
                  <a:pt x="5891" y="481"/>
                  <a:pt x="5545" y="71"/>
                </a:cubicBezTo>
                <a:cubicBezTo>
                  <a:pt x="5482" y="24"/>
                  <a:pt x="5395" y="1"/>
                  <a:pt x="53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5" name="Google Shape;6905;p34"/>
          <p:cNvSpPr/>
          <p:nvPr/>
        </p:nvSpPr>
        <p:spPr>
          <a:xfrm>
            <a:off x="8468645" y="2939579"/>
            <a:ext cx="68292" cy="67274"/>
          </a:xfrm>
          <a:custGeom>
            <a:rect b="b" l="l" r="r" t="t"/>
            <a:pathLst>
              <a:path extrusionOk="0" h="2049" w="2080">
                <a:moveTo>
                  <a:pt x="1040" y="0"/>
                </a:moveTo>
                <a:cubicBezTo>
                  <a:pt x="441" y="0"/>
                  <a:pt x="0" y="473"/>
                  <a:pt x="0" y="1009"/>
                </a:cubicBezTo>
                <a:cubicBezTo>
                  <a:pt x="0" y="1607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09"/>
                </a:cubicBezTo>
                <a:cubicBezTo>
                  <a:pt x="2080" y="473"/>
                  <a:pt x="1607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6" name="Google Shape;6906;p34"/>
          <p:cNvSpPr/>
          <p:nvPr/>
        </p:nvSpPr>
        <p:spPr>
          <a:xfrm>
            <a:off x="8514148" y="3076124"/>
            <a:ext cx="22786" cy="23804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cubicBezTo>
                  <a:pt x="536" y="725"/>
                  <a:pt x="694" y="567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7" name="Google Shape;6907;p34"/>
          <p:cNvSpPr/>
          <p:nvPr/>
        </p:nvSpPr>
        <p:spPr>
          <a:xfrm>
            <a:off x="5390575" y="1318349"/>
            <a:ext cx="34179" cy="92095"/>
          </a:xfrm>
          <a:custGeom>
            <a:rect b="b" l="l" r="r" t="t"/>
            <a:pathLst>
              <a:path extrusionOk="0" h="2805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458"/>
                </a:lnTo>
                <a:cubicBezTo>
                  <a:pt x="410" y="2458"/>
                  <a:pt x="757" y="2584"/>
                  <a:pt x="1040" y="2804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8" name="Google Shape;6908;p34"/>
          <p:cNvSpPr/>
          <p:nvPr/>
        </p:nvSpPr>
        <p:spPr>
          <a:xfrm>
            <a:off x="5675023" y="1318349"/>
            <a:ext cx="34179" cy="91045"/>
          </a:xfrm>
          <a:custGeom>
            <a:rect b="b" l="l" r="r" t="t"/>
            <a:pathLst>
              <a:path extrusionOk="0" h="2773" w="1041">
                <a:moveTo>
                  <a:pt x="536" y="0"/>
                </a:moveTo>
                <a:cubicBezTo>
                  <a:pt x="253" y="0"/>
                  <a:pt x="1" y="252"/>
                  <a:pt x="1" y="536"/>
                </a:cubicBezTo>
                <a:lnTo>
                  <a:pt x="1" y="2773"/>
                </a:lnTo>
                <a:cubicBezTo>
                  <a:pt x="284" y="2584"/>
                  <a:pt x="694" y="2426"/>
                  <a:pt x="1040" y="2426"/>
                </a:cubicBezTo>
                <a:lnTo>
                  <a:pt x="1040" y="536"/>
                </a:lnTo>
                <a:cubicBezTo>
                  <a:pt x="1040" y="252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9" name="Google Shape;6909;p34"/>
          <p:cNvSpPr/>
          <p:nvPr/>
        </p:nvSpPr>
        <p:spPr>
          <a:xfrm>
            <a:off x="5504367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1954"/>
                </a:lnTo>
                <a:cubicBezTo>
                  <a:pt x="410" y="1985"/>
                  <a:pt x="756" y="2080"/>
                  <a:pt x="1040" y="2300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0" name="Google Shape;6910;p34"/>
          <p:cNvSpPr/>
          <p:nvPr/>
        </p:nvSpPr>
        <p:spPr>
          <a:xfrm>
            <a:off x="5561263" y="1330760"/>
            <a:ext cx="34146" cy="75548"/>
          </a:xfrm>
          <a:custGeom>
            <a:rect b="b" l="l" r="r" t="t"/>
            <a:pathLst>
              <a:path extrusionOk="0" h="2301" w="1040">
                <a:moveTo>
                  <a:pt x="536" y="0"/>
                </a:moveTo>
                <a:cubicBezTo>
                  <a:pt x="252" y="0"/>
                  <a:pt x="0" y="221"/>
                  <a:pt x="0" y="504"/>
                </a:cubicBezTo>
                <a:lnTo>
                  <a:pt x="0" y="2300"/>
                </a:lnTo>
                <a:cubicBezTo>
                  <a:pt x="315" y="2111"/>
                  <a:pt x="693" y="1985"/>
                  <a:pt x="1040" y="1954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1" name="Google Shape;6911;p34"/>
          <p:cNvSpPr/>
          <p:nvPr/>
        </p:nvSpPr>
        <p:spPr>
          <a:xfrm>
            <a:off x="5447471" y="1295597"/>
            <a:ext cx="34179" cy="120003"/>
          </a:xfrm>
          <a:custGeom>
            <a:rect b="b" l="l" r="r" t="t"/>
            <a:pathLst>
              <a:path extrusionOk="0" h="3655" w="1041">
                <a:moveTo>
                  <a:pt x="536" y="0"/>
                </a:moveTo>
                <a:cubicBezTo>
                  <a:pt x="253" y="0"/>
                  <a:pt x="1" y="221"/>
                  <a:pt x="1" y="504"/>
                </a:cubicBezTo>
                <a:lnTo>
                  <a:pt x="1" y="3655"/>
                </a:lnTo>
                <a:cubicBezTo>
                  <a:pt x="1" y="3655"/>
                  <a:pt x="1" y="3623"/>
                  <a:pt x="64" y="3623"/>
                </a:cubicBezTo>
                <a:cubicBezTo>
                  <a:pt x="284" y="3371"/>
                  <a:pt x="631" y="3182"/>
                  <a:pt x="1040" y="3056"/>
                </a:cubicBezTo>
                <a:lnTo>
                  <a:pt x="1040" y="504"/>
                </a:lnTo>
                <a:cubicBezTo>
                  <a:pt x="1040" y="221"/>
                  <a:pt x="788" y="0"/>
                  <a:pt x="5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2" name="Google Shape;6912;p34"/>
          <p:cNvSpPr/>
          <p:nvPr/>
        </p:nvSpPr>
        <p:spPr>
          <a:xfrm>
            <a:off x="5618126" y="1296615"/>
            <a:ext cx="34179" cy="120036"/>
          </a:xfrm>
          <a:custGeom>
            <a:rect b="b" l="l" r="r" t="t"/>
            <a:pathLst>
              <a:path extrusionOk="0" h="3656" w="1041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lnTo>
                  <a:pt x="1" y="3088"/>
                </a:lnTo>
                <a:cubicBezTo>
                  <a:pt x="379" y="3151"/>
                  <a:pt x="726" y="3340"/>
                  <a:pt x="1041" y="3655"/>
                </a:cubicBezTo>
                <a:lnTo>
                  <a:pt x="1041" y="505"/>
                </a:lnTo>
                <a:cubicBezTo>
                  <a:pt x="1041" y="253"/>
                  <a:pt x="789" y="1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3" name="Google Shape;6913;p34"/>
          <p:cNvSpPr/>
          <p:nvPr/>
        </p:nvSpPr>
        <p:spPr>
          <a:xfrm>
            <a:off x="5445403" y="1418681"/>
            <a:ext cx="212065" cy="174833"/>
          </a:xfrm>
          <a:custGeom>
            <a:rect b="b" l="l" r="r" t="t"/>
            <a:pathLst>
              <a:path extrusionOk="0" h="5325" w="6459">
                <a:moveTo>
                  <a:pt x="1733" y="0"/>
                </a:moveTo>
                <a:cubicBezTo>
                  <a:pt x="1355" y="0"/>
                  <a:pt x="946" y="158"/>
                  <a:pt x="662" y="410"/>
                </a:cubicBezTo>
                <a:cubicBezTo>
                  <a:pt x="64" y="882"/>
                  <a:pt x="1" y="1639"/>
                  <a:pt x="347" y="2237"/>
                </a:cubicBezTo>
                <a:cubicBezTo>
                  <a:pt x="1324" y="2458"/>
                  <a:pt x="2048" y="3340"/>
                  <a:pt x="2174" y="4348"/>
                </a:cubicBezTo>
                <a:lnTo>
                  <a:pt x="3214" y="5325"/>
                </a:lnTo>
                <a:lnTo>
                  <a:pt x="4285" y="4348"/>
                </a:lnTo>
                <a:cubicBezTo>
                  <a:pt x="4380" y="3340"/>
                  <a:pt x="5073" y="2521"/>
                  <a:pt x="6113" y="2237"/>
                </a:cubicBezTo>
                <a:cubicBezTo>
                  <a:pt x="6459" y="1639"/>
                  <a:pt x="6333" y="882"/>
                  <a:pt x="5860" y="410"/>
                </a:cubicBezTo>
                <a:cubicBezTo>
                  <a:pt x="5577" y="158"/>
                  <a:pt x="5199" y="0"/>
                  <a:pt x="4789" y="0"/>
                </a:cubicBezTo>
                <a:cubicBezTo>
                  <a:pt x="4411" y="0"/>
                  <a:pt x="4002" y="158"/>
                  <a:pt x="3750" y="410"/>
                </a:cubicBezTo>
                <a:lnTo>
                  <a:pt x="3277" y="882"/>
                </a:lnTo>
                <a:lnTo>
                  <a:pt x="2805" y="410"/>
                </a:lnTo>
                <a:cubicBezTo>
                  <a:pt x="2521" y="158"/>
                  <a:pt x="2143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4" name="Google Shape;6914;p34"/>
          <p:cNvSpPr/>
          <p:nvPr/>
        </p:nvSpPr>
        <p:spPr>
          <a:xfrm>
            <a:off x="5560213" y="1419698"/>
            <a:ext cx="159336" cy="264827"/>
          </a:xfrm>
          <a:custGeom>
            <a:rect b="b" l="l" r="r" t="t"/>
            <a:pathLst>
              <a:path extrusionOk="0" h="8066" w="4853">
                <a:moveTo>
                  <a:pt x="4506" y="1"/>
                </a:moveTo>
                <a:cubicBezTo>
                  <a:pt x="3876" y="1"/>
                  <a:pt x="3403" y="505"/>
                  <a:pt x="3403" y="1198"/>
                </a:cubicBezTo>
                <a:lnTo>
                  <a:pt x="3403" y="2395"/>
                </a:lnTo>
                <a:cubicBezTo>
                  <a:pt x="3403" y="2584"/>
                  <a:pt x="3246" y="2742"/>
                  <a:pt x="3025" y="2742"/>
                </a:cubicBezTo>
                <a:cubicBezTo>
                  <a:pt x="2679" y="2742"/>
                  <a:pt x="2363" y="2868"/>
                  <a:pt x="2080" y="3025"/>
                </a:cubicBezTo>
                <a:cubicBezTo>
                  <a:pt x="1702" y="3372"/>
                  <a:pt x="1418" y="3939"/>
                  <a:pt x="1418" y="4474"/>
                </a:cubicBezTo>
                <a:lnTo>
                  <a:pt x="1418" y="5231"/>
                </a:lnTo>
                <a:cubicBezTo>
                  <a:pt x="1418" y="5420"/>
                  <a:pt x="1261" y="5577"/>
                  <a:pt x="1072" y="5577"/>
                </a:cubicBezTo>
                <a:cubicBezTo>
                  <a:pt x="883" y="5577"/>
                  <a:pt x="725" y="5420"/>
                  <a:pt x="725" y="5231"/>
                </a:cubicBezTo>
                <a:lnTo>
                  <a:pt x="1" y="5892"/>
                </a:lnTo>
                <a:lnTo>
                  <a:pt x="1" y="8066"/>
                </a:lnTo>
                <a:lnTo>
                  <a:pt x="3813" y="8066"/>
                </a:lnTo>
                <a:cubicBezTo>
                  <a:pt x="4033" y="8066"/>
                  <a:pt x="4191" y="7908"/>
                  <a:pt x="4191" y="7719"/>
                </a:cubicBezTo>
                <a:cubicBezTo>
                  <a:pt x="4191" y="7530"/>
                  <a:pt x="4033" y="7373"/>
                  <a:pt x="3813" y="7373"/>
                </a:cubicBezTo>
                <a:lnTo>
                  <a:pt x="3466" y="7373"/>
                </a:lnTo>
                <a:lnTo>
                  <a:pt x="3466" y="6270"/>
                </a:lnTo>
                <a:cubicBezTo>
                  <a:pt x="3466" y="6176"/>
                  <a:pt x="3498" y="6050"/>
                  <a:pt x="3592" y="6018"/>
                </a:cubicBezTo>
                <a:lnTo>
                  <a:pt x="4128" y="5420"/>
                </a:lnTo>
                <a:cubicBezTo>
                  <a:pt x="4600" y="4947"/>
                  <a:pt x="4852" y="4380"/>
                  <a:pt x="4852" y="3687"/>
                </a:cubicBezTo>
                <a:lnTo>
                  <a:pt x="4852" y="347"/>
                </a:ln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5" name="Google Shape;6915;p34"/>
          <p:cNvSpPr/>
          <p:nvPr/>
        </p:nvSpPr>
        <p:spPr>
          <a:xfrm>
            <a:off x="5377147" y="1421767"/>
            <a:ext cx="161372" cy="262758"/>
          </a:xfrm>
          <a:custGeom>
            <a:rect b="b" l="l" r="r" t="t"/>
            <a:pathLst>
              <a:path extrusionOk="0" h="8003" w="491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lnTo>
                  <a:pt x="0" y="3718"/>
                </a:lnTo>
                <a:cubicBezTo>
                  <a:pt x="0" y="4348"/>
                  <a:pt x="221" y="4979"/>
                  <a:pt x="693" y="5451"/>
                </a:cubicBezTo>
                <a:lnTo>
                  <a:pt x="1323" y="5955"/>
                </a:lnTo>
                <a:cubicBezTo>
                  <a:pt x="1418" y="6018"/>
                  <a:pt x="1449" y="6113"/>
                  <a:pt x="1449" y="6207"/>
                </a:cubicBezTo>
                <a:lnTo>
                  <a:pt x="1449" y="7310"/>
                </a:lnTo>
                <a:lnTo>
                  <a:pt x="1103" y="7310"/>
                </a:lnTo>
                <a:cubicBezTo>
                  <a:pt x="882" y="7310"/>
                  <a:pt x="725" y="7467"/>
                  <a:pt x="725" y="7656"/>
                </a:cubicBezTo>
                <a:cubicBezTo>
                  <a:pt x="725" y="7845"/>
                  <a:pt x="882" y="8003"/>
                  <a:pt x="1103" y="8003"/>
                </a:cubicBezTo>
                <a:lnTo>
                  <a:pt x="4915" y="8003"/>
                </a:lnTo>
                <a:lnTo>
                  <a:pt x="4915" y="5829"/>
                </a:lnTo>
                <a:lnTo>
                  <a:pt x="4190" y="5168"/>
                </a:lnTo>
                <a:cubicBezTo>
                  <a:pt x="4190" y="5357"/>
                  <a:pt x="4033" y="5514"/>
                  <a:pt x="3844" y="5514"/>
                </a:cubicBezTo>
                <a:cubicBezTo>
                  <a:pt x="3655" y="5514"/>
                  <a:pt x="3497" y="5357"/>
                  <a:pt x="3497" y="5168"/>
                </a:cubicBezTo>
                <a:lnTo>
                  <a:pt x="3497" y="4411"/>
                </a:lnTo>
                <a:cubicBezTo>
                  <a:pt x="3497" y="3876"/>
                  <a:pt x="3214" y="3372"/>
                  <a:pt x="2741" y="3057"/>
                </a:cubicBezTo>
                <a:cubicBezTo>
                  <a:pt x="2458" y="2899"/>
                  <a:pt x="2143" y="2773"/>
                  <a:pt x="1796" y="2773"/>
                </a:cubicBezTo>
                <a:cubicBezTo>
                  <a:pt x="1607" y="2773"/>
                  <a:pt x="1449" y="2616"/>
                  <a:pt x="1449" y="2427"/>
                </a:cubicBezTo>
                <a:lnTo>
                  <a:pt x="1449" y="1229"/>
                </a:lnTo>
                <a:cubicBezTo>
                  <a:pt x="1449" y="473"/>
                  <a:pt x="94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6" name="Google Shape;6916;p34"/>
          <p:cNvSpPr/>
          <p:nvPr/>
        </p:nvSpPr>
        <p:spPr>
          <a:xfrm>
            <a:off x="5354475" y="1800186"/>
            <a:ext cx="388934" cy="386636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7" name="Google Shape;6917;p34"/>
          <p:cNvSpPr/>
          <p:nvPr/>
        </p:nvSpPr>
        <p:spPr>
          <a:xfrm>
            <a:off x="5469205" y="2295695"/>
            <a:ext cx="158285" cy="67274"/>
          </a:xfrm>
          <a:custGeom>
            <a:rect b="b" l="l" r="r" t="t"/>
            <a:pathLst>
              <a:path extrusionOk="0" h="2049" w="4821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07"/>
                  <a:pt x="473" y="2048"/>
                  <a:pt x="1040" y="2048"/>
                </a:cubicBezTo>
                <a:lnTo>
                  <a:pt x="3781" y="2048"/>
                </a:lnTo>
                <a:cubicBezTo>
                  <a:pt x="4379" y="2048"/>
                  <a:pt x="4820" y="1575"/>
                  <a:pt x="4820" y="1040"/>
                </a:cubicBezTo>
                <a:cubicBezTo>
                  <a:pt x="4820" y="441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8" name="Google Shape;6918;p34"/>
          <p:cNvSpPr/>
          <p:nvPr/>
        </p:nvSpPr>
        <p:spPr>
          <a:xfrm>
            <a:off x="5422650" y="2523575"/>
            <a:ext cx="251398" cy="160026"/>
          </a:xfrm>
          <a:custGeom>
            <a:rect b="b" l="l" r="r" t="t"/>
            <a:pathLst>
              <a:path extrusionOk="0" h="4874" w="7657">
                <a:moveTo>
                  <a:pt x="1733" y="715"/>
                </a:moveTo>
                <a:cubicBezTo>
                  <a:pt x="1954" y="715"/>
                  <a:pt x="2111" y="872"/>
                  <a:pt x="2111" y="1061"/>
                </a:cubicBezTo>
                <a:cubicBezTo>
                  <a:pt x="2111" y="1250"/>
                  <a:pt x="1954" y="1408"/>
                  <a:pt x="1733" y="1408"/>
                </a:cubicBezTo>
                <a:cubicBezTo>
                  <a:pt x="1544" y="1408"/>
                  <a:pt x="1387" y="1250"/>
                  <a:pt x="1387" y="1061"/>
                </a:cubicBezTo>
                <a:cubicBezTo>
                  <a:pt x="1418" y="872"/>
                  <a:pt x="1576" y="715"/>
                  <a:pt x="1733" y="715"/>
                </a:cubicBezTo>
                <a:close/>
                <a:moveTo>
                  <a:pt x="3151" y="1376"/>
                </a:moveTo>
                <a:cubicBezTo>
                  <a:pt x="3372" y="1376"/>
                  <a:pt x="3529" y="1534"/>
                  <a:pt x="3529" y="1723"/>
                </a:cubicBezTo>
                <a:cubicBezTo>
                  <a:pt x="3529" y="1912"/>
                  <a:pt x="3372" y="2070"/>
                  <a:pt x="3151" y="2070"/>
                </a:cubicBezTo>
                <a:cubicBezTo>
                  <a:pt x="2962" y="2070"/>
                  <a:pt x="2804" y="1912"/>
                  <a:pt x="2804" y="1723"/>
                </a:cubicBezTo>
                <a:cubicBezTo>
                  <a:pt x="2804" y="1534"/>
                  <a:pt x="2962" y="1376"/>
                  <a:pt x="3151" y="1376"/>
                </a:cubicBezTo>
                <a:close/>
                <a:moveTo>
                  <a:pt x="5199" y="2070"/>
                </a:moveTo>
                <a:cubicBezTo>
                  <a:pt x="5419" y="2070"/>
                  <a:pt x="5577" y="2227"/>
                  <a:pt x="5577" y="2448"/>
                </a:cubicBezTo>
                <a:cubicBezTo>
                  <a:pt x="5577" y="2637"/>
                  <a:pt x="5419" y="2794"/>
                  <a:pt x="5199" y="2794"/>
                </a:cubicBezTo>
                <a:cubicBezTo>
                  <a:pt x="5010" y="2794"/>
                  <a:pt x="4852" y="2637"/>
                  <a:pt x="4852" y="2448"/>
                </a:cubicBezTo>
                <a:cubicBezTo>
                  <a:pt x="4884" y="2227"/>
                  <a:pt x="5041" y="2070"/>
                  <a:pt x="5199" y="2070"/>
                </a:cubicBezTo>
                <a:close/>
                <a:moveTo>
                  <a:pt x="3151" y="2794"/>
                </a:moveTo>
                <a:cubicBezTo>
                  <a:pt x="3372" y="2794"/>
                  <a:pt x="3529" y="2952"/>
                  <a:pt x="3529" y="3141"/>
                </a:cubicBezTo>
                <a:cubicBezTo>
                  <a:pt x="3529" y="3330"/>
                  <a:pt x="3372" y="3487"/>
                  <a:pt x="3151" y="3487"/>
                </a:cubicBezTo>
                <a:cubicBezTo>
                  <a:pt x="2962" y="3487"/>
                  <a:pt x="2804" y="3330"/>
                  <a:pt x="2804" y="3141"/>
                </a:cubicBezTo>
                <a:cubicBezTo>
                  <a:pt x="2804" y="2952"/>
                  <a:pt x="2962" y="2794"/>
                  <a:pt x="3151" y="2794"/>
                </a:cubicBezTo>
                <a:close/>
                <a:moveTo>
                  <a:pt x="1748" y="1"/>
                </a:moveTo>
                <a:cubicBezTo>
                  <a:pt x="1181" y="1"/>
                  <a:pt x="615" y="166"/>
                  <a:pt x="63" y="494"/>
                </a:cubicBezTo>
                <a:cubicBezTo>
                  <a:pt x="63" y="715"/>
                  <a:pt x="0" y="872"/>
                  <a:pt x="0" y="1061"/>
                </a:cubicBezTo>
                <a:cubicBezTo>
                  <a:pt x="0" y="2196"/>
                  <a:pt x="536" y="3298"/>
                  <a:pt x="1418" y="4023"/>
                </a:cubicBezTo>
                <a:cubicBezTo>
                  <a:pt x="2111" y="4558"/>
                  <a:pt x="2962" y="4874"/>
                  <a:pt x="3844" y="4874"/>
                </a:cubicBezTo>
                <a:cubicBezTo>
                  <a:pt x="4096" y="4874"/>
                  <a:pt x="4380" y="4842"/>
                  <a:pt x="4663" y="4811"/>
                </a:cubicBezTo>
                <a:cubicBezTo>
                  <a:pt x="6144" y="4495"/>
                  <a:pt x="7341" y="3267"/>
                  <a:pt x="7625" y="1723"/>
                </a:cubicBezTo>
                <a:cubicBezTo>
                  <a:pt x="7656" y="1439"/>
                  <a:pt x="7656" y="1219"/>
                  <a:pt x="7656" y="935"/>
                </a:cubicBezTo>
                <a:lnTo>
                  <a:pt x="7656" y="935"/>
                </a:lnTo>
                <a:cubicBezTo>
                  <a:pt x="7033" y="1235"/>
                  <a:pt x="6444" y="1354"/>
                  <a:pt x="5904" y="1354"/>
                </a:cubicBezTo>
                <a:cubicBezTo>
                  <a:pt x="4969" y="1354"/>
                  <a:pt x="4183" y="1000"/>
                  <a:pt x="3624" y="620"/>
                </a:cubicBezTo>
                <a:cubicBezTo>
                  <a:pt x="3010" y="206"/>
                  <a:pt x="2378" y="1"/>
                  <a:pt x="17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9" name="Google Shape;6919;p34"/>
          <p:cNvSpPr/>
          <p:nvPr/>
        </p:nvSpPr>
        <p:spPr>
          <a:xfrm>
            <a:off x="5431974" y="2386702"/>
            <a:ext cx="238955" cy="160190"/>
          </a:xfrm>
          <a:custGeom>
            <a:rect b="b" l="l" r="r" t="t"/>
            <a:pathLst>
              <a:path extrusionOk="0" h="4879" w="7278">
                <a:moveTo>
                  <a:pt x="1827" y="1"/>
                </a:moveTo>
                <a:lnTo>
                  <a:pt x="1827" y="1639"/>
                </a:lnTo>
                <a:cubicBezTo>
                  <a:pt x="1827" y="1765"/>
                  <a:pt x="1733" y="1891"/>
                  <a:pt x="1607" y="1922"/>
                </a:cubicBezTo>
                <a:cubicBezTo>
                  <a:pt x="914" y="2363"/>
                  <a:pt x="315" y="3025"/>
                  <a:pt x="0" y="3813"/>
                </a:cubicBezTo>
                <a:cubicBezTo>
                  <a:pt x="492" y="3611"/>
                  <a:pt x="988" y="3505"/>
                  <a:pt x="1488" y="3505"/>
                </a:cubicBezTo>
                <a:cubicBezTo>
                  <a:pt x="2237" y="3505"/>
                  <a:pt x="2993" y="3743"/>
                  <a:pt x="3749" y="4254"/>
                </a:cubicBezTo>
                <a:cubicBezTo>
                  <a:pt x="4370" y="4673"/>
                  <a:pt x="5000" y="4878"/>
                  <a:pt x="5629" y="4878"/>
                </a:cubicBezTo>
                <a:cubicBezTo>
                  <a:pt x="6181" y="4878"/>
                  <a:pt x="6733" y="4721"/>
                  <a:pt x="7278" y="4411"/>
                </a:cubicBezTo>
                <a:cubicBezTo>
                  <a:pt x="7057" y="3372"/>
                  <a:pt x="6427" y="2427"/>
                  <a:pt x="5450" y="1922"/>
                </a:cubicBezTo>
                <a:cubicBezTo>
                  <a:pt x="5356" y="1859"/>
                  <a:pt x="5293" y="1765"/>
                  <a:pt x="5293" y="1639"/>
                </a:cubicBezTo>
                <a:lnTo>
                  <a:pt x="529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0" name="Google Shape;6920;p34"/>
          <p:cNvSpPr/>
          <p:nvPr/>
        </p:nvSpPr>
        <p:spPr>
          <a:xfrm>
            <a:off x="7965848" y="1295581"/>
            <a:ext cx="67241" cy="297955"/>
          </a:xfrm>
          <a:custGeom>
            <a:rect b="b" l="l" r="r" t="t"/>
            <a:pathLst>
              <a:path extrusionOk="0" h="9075" w="2048">
                <a:moveTo>
                  <a:pt x="1071" y="1"/>
                </a:moveTo>
                <a:cubicBezTo>
                  <a:pt x="882" y="1"/>
                  <a:pt x="725" y="158"/>
                  <a:pt x="725" y="347"/>
                </a:cubicBezTo>
                <a:lnTo>
                  <a:pt x="725" y="6554"/>
                </a:lnTo>
                <a:cubicBezTo>
                  <a:pt x="473" y="6900"/>
                  <a:pt x="0" y="7656"/>
                  <a:pt x="0" y="8034"/>
                </a:cubicBezTo>
                <a:cubicBezTo>
                  <a:pt x="0" y="8633"/>
                  <a:pt x="473" y="9074"/>
                  <a:pt x="1040" y="9074"/>
                </a:cubicBezTo>
                <a:cubicBezTo>
                  <a:pt x="1638" y="9074"/>
                  <a:pt x="2048" y="8602"/>
                  <a:pt x="2048" y="8034"/>
                </a:cubicBezTo>
                <a:cubicBezTo>
                  <a:pt x="2048" y="7656"/>
                  <a:pt x="1638" y="6900"/>
                  <a:pt x="1355" y="6554"/>
                </a:cubicBezTo>
                <a:lnTo>
                  <a:pt x="1355" y="347"/>
                </a:lnTo>
                <a:cubicBezTo>
                  <a:pt x="1386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1" name="Google Shape;6921;p34"/>
          <p:cNvSpPr/>
          <p:nvPr/>
        </p:nvSpPr>
        <p:spPr>
          <a:xfrm>
            <a:off x="7809638" y="1480747"/>
            <a:ext cx="388967" cy="203791"/>
          </a:xfrm>
          <a:custGeom>
            <a:rect b="b" l="l" r="r" t="t"/>
            <a:pathLst>
              <a:path extrusionOk="0" h="6207" w="11847">
                <a:moveTo>
                  <a:pt x="3939" y="662"/>
                </a:moveTo>
                <a:cubicBezTo>
                  <a:pt x="3876" y="914"/>
                  <a:pt x="3750" y="1134"/>
                  <a:pt x="3624" y="1323"/>
                </a:cubicBezTo>
                <a:cubicBezTo>
                  <a:pt x="3624" y="1386"/>
                  <a:pt x="3593" y="1418"/>
                  <a:pt x="3593" y="1481"/>
                </a:cubicBezTo>
                <a:cubicBezTo>
                  <a:pt x="3277" y="1292"/>
                  <a:pt x="2836" y="1229"/>
                  <a:pt x="2490" y="1229"/>
                </a:cubicBezTo>
                <a:cubicBezTo>
                  <a:pt x="1986" y="1229"/>
                  <a:pt x="1293" y="1386"/>
                  <a:pt x="1041" y="1859"/>
                </a:cubicBezTo>
                <a:cubicBezTo>
                  <a:pt x="915" y="2048"/>
                  <a:pt x="757" y="2111"/>
                  <a:pt x="568" y="2111"/>
                </a:cubicBezTo>
                <a:lnTo>
                  <a:pt x="568" y="1008"/>
                </a:lnTo>
                <a:cubicBezTo>
                  <a:pt x="568" y="819"/>
                  <a:pt x="726" y="662"/>
                  <a:pt x="915" y="662"/>
                </a:cubicBezTo>
                <a:close/>
                <a:moveTo>
                  <a:pt x="10681" y="662"/>
                </a:moveTo>
                <a:cubicBezTo>
                  <a:pt x="10870" y="662"/>
                  <a:pt x="11028" y="819"/>
                  <a:pt x="11028" y="1008"/>
                </a:cubicBezTo>
                <a:lnTo>
                  <a:pt x="11028" y="2111"/>
                </a:lnTo>
                <a:cubicBezTo>
                  <a:pt x="10870" y="2111"/>
                  <a:pt x="10681" y="2048"/>
                  <a:pt x="10555" y="1859"/>
                </a:cubicBezTo>
                <a:cubicBezTo>
                  <a:pt x="10335" y="1449"/>
                  <a:pt x="9894" y="1229"/>
                  <a:pt x="9452" y="1229"/>
                </a:cubicBezTo>
                <a:cubicBezTo>
                  <a:pt x="9011" y="1229"/>
                  <a:pt x="8602" y="1449"/>
                  <a:pt x="8350" y="1859"/>
                </a:cubicBezTo>
                <a:cubicBezTo>
                  <a:pt x="8318" y="1922"/>
                  <a:pt x="8224" y="2016"/>
                  <a:pt x="8192" y="2048"/>
                </a:cubicBezTo>
                <a:cubicBezTo>
                  <a:pt x="8161" y="1733"/>
                  <a:pt x="8003" y="1292"/>
                  <a:pt x="7657" y="662"/>
                </a:cubicBezTo>
                <a:close/>
                <a:moveTo>
                  <a:pt x="2332" y="2741"/>
                </a:moveTo>
                <a:cubicBezTo>
                  <a:pt x="2521" y="2741"/>
                  <a:pt x="2679" y="2899"/>
                  <a:pt x="2679" y="3119"/>
                </a:cubicBezTo>
                <a:cubicBezTo>
                  <a:pt x="2679" y="3308"/>
                  <a:pt x="2521" y="3466"/>
                  <a:pt x="2332" y="3466"/>
                </a:cubicBezTo>
                <a:cubicBezTo>
                  <a:pt x="2143" y="3466"/>
                  <a:pt x="1986" y="3308"/>
                  <a:pt x="1986" y="3119"/>
                </a:cubicBezTo>
                <a:cubicBezTo>
                  <a:pt x="1986" y="2899"/>
                  <a:pt x="2143" y="2741"/>
                  <a:pt x="2332" y="2741"/>
                </a:cubicBezTo>
                <a:close/>
                <a:moveTo>
                  <a:pt x="9295" y="2741"/>
                </a:moveTo>
                <a:cubicBezTo>
                  <a:pt x="9484" y="2741"/>
                  <a:pt x="9641" y="2899"/>
                  <a:pt x="9641" y="3119"/>
                </a:cubicBezTo>
                <a:cubicBezTo>
                  <a:pt x="9641" y="3308"/>
                  <a:pt x="9484" y="3466"/>
                  <a:pt x="9295" y="3466"/>
                </a:cubicBezTo>
                <a:cubicBezTo>
                  <a:pt x="9106" y="3466"/>
                  <a:pt x="8948" y="3308"/>
                  <a:pt x="8948" y="3119"/>
                </a:cubicBezTo>
                <a:cubicBezTo>
                  <a:pt x="8948" y="2899"/>
                  <a:pt x="9106" y="2741"/>
                  <a:pt x="9295" y="2741"/>
                </a:cubicBezTo>
                <a:close/>
                <a:moveTo>
                  <a:pt x="1608" y="4127"/>
                </a:moveTo>
                <a:cubicBezTo>
                  <a:pt x="1828" y="4127"/>
                  <a:pt x="1986" y="4285"/>
                  <a:pt x="1986" y="4474"/>
                </a:cubicBezTo>
                <a:cubicBezTo>
                  <a:pt x="1986" y="4694"/>
                  <a:pt x="1828" y="4852"/>
                  <a:pt x="1608" y="4852"/>
                </a:cubicBezTo>
                <a:cubicBezTo>
                  <a:pt x="1419" y="4852"/>
                  <a:pt x="1261" y="4694"/>
                  <a:pt x="1261" y="4474"/>
                </a:cubicBezTo>
                <a:cubicBezTo>
                  <a:pt x="1261" y="4285"/>
                  <a:pt x="1419" y="4127"/>
                  <a:pt x="1608" y="4127"/>
                </a:cubicBezTo>
                <a:close/>
                <a:moveTo>
                  <a:pt x="3025" y="4127"/>
                </a:moveTo>
                <a:cubicBezTo>
                  <a:pt x="3246" y="4127"/>
                  <a:pt x="3404" y="4285"/>
                  <a:pt x="3404" y="4474"/>
                </a:cubicBezTo>
                <a:cubicBezTo>
                  <a:pt x="3404" y="4694"/>
                  <a:pt x="3183" y="4852"/>
                  <a:pt x="3025" y="4852"/>
                </a:cubicBezTo>
                <a:cubicBezTo>
                  <a:pt x="2836" y="4852"/>
                  <a:pt x="2679" y="4694"/>
                  <a:pt x="2679" y="4474"/>
                </a:cubicBezTo>
                <a:cubicBezTo>
                  <a:pt x="2679" y="4285"/>
                  <a:pt x="2836" y="4127"/>
                  <a:pt x="3025" y="4127"/>
                </a:cubicBezTo>
                <a:close/>
                <a:moveTo>
                  <a:pt x="8602" y="4127"/>
                </a:moveTo>
                <a:cubicBezTo>
                  <a:pt x="8791" y="4127"/>
                  <a:pt x="8948" y="4285"/>
                  <a:pt x="8948" y="4474"/>
                </a:cubicBezTo>
                <a:cubicBezTo>
                  <a:pt x="8948" y="4694"/>
                  <a:pt x="8791" y="4852"/>
                  <a:pt x="8602" y="4852"/>
                </a:cubicBezTo>
                <a:cubicBezTo>
                  <a:pt x="8381" y="4852"/>
                  <a:pt x="8224" y="4694"/>
                  <a:pt x="8224" y="4474"/>
                </a:cubicBezTo>
                <a:cubicBezTo>
                  <a:pt x="8224" y="4285"/>
                  <a:pt x="8381" y="4127"/>
                  <a:pt x="8602" y="4127"/>
                </a:cubicBezTo>
                <a:close/>
                <a:moveTo>
                  <a:pt x="9957" y="4127"/>
                </a:moveTo>
                <a:cubicBezTo>
                  <a:pt x="10177" y="4127"/>
                  <a:pt x="10335" y="4285"/>
                  <a:pt x="10335" y="4474"/>
                </a:cubicBezTo>
                <a:cubicBezTo>
                  <a:pt x="10335" y="4694"/>
                  <a:pt x="10177" y="4852"/>
                  <a:pt x="9957" y="4852"/>
                </a:cubicBezTo>
                <a:cubicBezTo>
                  <a:pt x="9768" y="4852"/>
                  <a:pt x="9610" y="4694"/>
                  <a:pt x="9610" y="4474"/>
                </a:cubicBezTo>
                <a:cubicBezTo>
                  <a:pt x="9610" y="4285"/>
                  <a:pt x="9768" y="4127"/>
                  <a:pt x="9957" y="4127"/>
                </a:cubicBezTo>
                <a:close/>
                <a:moveTo>
                  <a:pt x="1041" y="0"/>
                </a:moveTo>
                <a:cubicBezTo>
                  <a:pt x="442" y="0"/>
                  <a:pt x="1" y="473"/>
                  <a:pt x="1" y="1008"/>
                </a:cubicBezTo>
                <a:lnTo>
                  <a:pt x="1" y="5860"/>
                </a:lnTo>
                <a:cubicBezTo>
                  <a:pt x="1" y="6049"/>
                  <a:pt x="159" y="6207"/>
                  <a:pt x="348" y="6207"/>
                </a:cubicBezTo>
                <a:lnTo>
                  <a:pt x="11500" y="6207"/>
                </a:lnTo>
                <a:cubicBezTo>
                  <a:pt x="11689" y="6207"/>
                  <a:pt x="11847" y="6049"/>
                  <a:pt x="11847" y="5860"/>
                </a:cubicBezTo>
                <a:lnTo>
                  <a:pt x="11847" y="1008"/>
                </a:lnTo>
                <a:cubicBezTo>
                  <a:pt x="11752" y="441"/>
                  <a:pt x="11280" y="0"/>
                  <a:pt x="10713" y="0"/>
                </a:cubicBezTo>
                <a:lnTo>
                  <a:pt x="7058" y="0"/>
                </a:lnTo>
                <a:cubicBezTo>
                  <a:pt x="6775" y="0"/>
                  <a:pt x="6617" y="315"/>
                  <a:pt x="6775" y="536"/>
                </a:cubicBezTo>
                <a:cubicBezTo>
                  <a:pt x="7342" y="1323"/>
                  <a:pt x="7594" y="1953"/>
                  <a:pt x="7594" y="2426"/>
                </a:cubicBezTo>
                <a:cubicBezTo>
                  <a:pt x="7594" y="2899"/>
                  <a:pt x="7405" y="3371"/>
                  <a:pt x="7027" y="3749"/>
                </a:cubicBezTo>
                <a:cubicBezTo>
                  <a:pt x="6686" y="4033"/>
                  <a:pt x="6243" y="4163"/>
                  <a:pt x="5813" y="4163"/>
                </a:cubicBezTo>
                <a:cubicBezTo>
                  <a:pt x="5766" y="4163"/>
                  <a:pt x="5719" y="4162"/>
                  <a:pt x="5672" y="4159"/>
                </a:cubicBezTo>
                <a:cubicBezTo>
                  <a:pt x="5168" y="4127"/>
                  <a:pt x="4695" y="3812"/>
                  <a:pt x="4443" y="3340"/>
                </a:cubicBezTo>
                <a:cubicBezTo>
                  <a:pt x="4128" y="2835"/>
                  <a:pt x="4097" y="2205"/>
                  <a:pt x="4349" y="1638"/>
                </a:cubicBezTo>
                <a:cubicBezTo>
                  <a:pt x="4506" y="1323"/>
                  <a:pt x="4695" y="945"/>
                  <a:pt x="4979" y="536"/>
                </a:cubicBezTo>
                <a:cubicBezTo>
                  <a:pt x="5136" y="315"/>
                  <a:pt x="4979" y="0"/>
                  <a:pt x="46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2" name="Google Shape;6922;p34"/>
          <p:cNvSpPr/>
          <p:nvPr/>
        </p:nvSpPr>
        <p:spPr>
          <a:xfrm>
            <a:off x="7810163" y="1959915"/>
            <a:ext cx="388967" cy="227595"/>
          </a:xfrm>
          <a:custGeom>
            <a:rect b="b" l="l" r="r" t="t"/>
            <a:pathLst>
              <a:path extrusionOk="0" h="6932" w="11847">
                <a:moveTo>
                  <a:pt x="7656" y="3466"/>
                </a:moveTo>
                <a:lnTo>
                  <a:pt x="7656" y="4852"/>
                </a:lnTo>
                <a:lnTo>
                  <a:pt x="6963" y="4852"/>
                </a:lnTo>
                <a:lnTo>
                  <a:pt x="6963" y="3466"/>
                </a:lnTo>
                <a:close/>
                <a:moveTo>
                  <a:pt x="9074" y="3466"/>
                </a:moveTo>
                <a:lnTo>
                  <a:pt x="9074" y="4852"/>
                </a:lnTo>
                <a:lnTo>
                  <a:pt x="8381" y="4852"/>
                </a:lnTo>
                <a:lnTo>
                  <a:pt x="8381" y="3466"/>
                </a:lnTo>
                <a:close/>
                <a:moveTo>
                  <a:pt x="10460" y="3435"/>
                </a:moveTo>
                <a:lnTo>
                  <a:pt x="10460" y="4852"/>
                </a:lnTo>
                <a:lnTo>
                  <a:pt x="9735" y="4852"/>
                </a:lnTo>
                <a:lnTo>
                  <a:pt x="9735" y="3466"/>
                </a:lnTo>
                <a:lnTo>
                  <a:pt x="10114" y="3466"/>
                </a:lnTo>
                <a:cubicBezTo>
                  <a:pt x="10208" y="3466"/>
                  <a:pt x="10334" y="3466"/>
                  <a:pt x="10460" y="3435"/>
                </a:cubicBezTo>
                <a:close/>
                <a:moveTo>
                  <a:pt x="10114" y="1"/>
                </a:moveTo>
                <a:cubicBezTo>
                  <a:pt x="9515" y="1"/>
                  <a:pt x="9042" y="442"/>
                  <a:pt x="8633" y="788"/>
                </a:cubicBezTo>
                <a:cubicBezTo>
                  <a:pt x="8318" y="1103"/>
                  <a:pt x="8034" y="1387"/>
                  <a:pt x="7656" y="1387"/>
                </a:cubicBezTo>
                <a:cubicBezTo>
                  <a:pt x="7404" y="1387"/>
                  <a:pt x="7121" y="1229"/>
                  <a:pt x="7026" y="946"/>
                </a:cubicBezTo>
                <a:cubicBezTo>
                  <a:pt x="6974" y="815"/>
                  <a:pt x="6855" y="749"/>
                  <a:pt x="6708" y="749"/>
                </a:cubicBezTo>
                <a:cubicBezTo>
                  <a:pt x="6679" y="749"/>
                  <a:pt x="6648" y="752"/>
                  <a:pt x="6617" y="757"/>
                </a:cubicBezTo>
                <a:cubicBezTo>
                  <a:pt x="6018" y="914"/>
                  <a:pt x="5577" y="1481"/>
                  <a:pt x="5577" y="2080"/>
                </a:cubicBezTo>
                <a:cubicBezTo>
                  <a:pt x="5577" y="2616"/>
                  <a:pt x="5860" y="3025"/>
                  <a:pt x="6301" y="3277"/>
                </a:cubicBezTo>
                <a:lnTo>
                  <a:pt x="6301" y="4758"/>
                </a:lnTo>
                <a:cubicBezTo>
                  <a:pt x="6238" y="4758"/>
                  <a:pt x="6207" y="4726"/>
                  <a:pt x="6144" y="4726"/>
                </a:cubicBezTo>
                <a:lnTo>
                  <a:pt x="4443" y="3813"/>
                </a:lnTo>
                <a:cubicBezTo>
                  <a:pt x="4002" y="3592"/>
                  <a:pt x="3498" y="3466"/>
                  <a:pt x="2993" y="3466"/>
                </a:cubicBezTo>
                <a:lnTo>
                  <a:pt x="347" y="3466"/>
                </a:lnTo>
                <a:cubicBezTo>
                  <a:pt x="158" y="3466"/>
                  <a:pt x="0" y="3624"/>
                  <a:pt x="0" y="3813"/>
                </a:cubicBezTo>
                <a:lnTo>
                  <a:pt x="0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2993" y="5546"/>
                </a:lnTo>
                <a:cubicBezTo>
                  <a:pt x="3371" y="5546"/>
                  <a:pt x="3781" y="5672"/>
                  <a:pt x="4128" y="5829"/>
                </a:cubicBezTo>
                <a:lnTo>
                  <a:pt x="5829" y="6743"/>
                </a:lnTo>
                <a:cubicBezTo>
                  <a:pt x="6049" y="6869"/>
                  <a:pt x="6364" y="6932"/>
                  <a:pt x="6648" y="6932"/>
                </a:cubicBezTo>
                <a:lnTo>
                  <a:pt x="10807" y="6932"/>
                </a:lnTo>
                <a:cubicBezTo>
                  <a:pt x="11405" y="6932"/>
                  <a:pt x="11846" y="6459"/>
                  <a:pt x="11846" y="5924"/>
                </a:cubicBezTo>
                <a:cubicBezTo>
                  <a:pt x="11846" y="5483"/>
                  <a:pt x="11563" y="5073"/>
                  <a:pt x="11122" y="4915"/>
                </a:cubicBezTo>
                <a:lnTo>
                  <a:pt x="11122" y="3120"/>
                </a:lnTo>
                <a:cubicBezTo>
                  <a:pt x="11563" y="2805"/>
                  <a:pt x="11846" y="2301"/>
                  <a:pt x="11846" y="1733"/>
                </a:cubicBezTo>
                <a:cubicBezTo>
                  <a:pt x="11846" y="788"/>
                  <a:pt x="11059" y="1"/>
                  <a:pt x="1011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3" name="Google Shape;6923;p34"/>
          <p:cNvSpPr/>
          <p:nvPr/>
        </p:nvSpPr>
        <p:spPr>
          <a:xfrm>
            <a:off x="7809113" y="1799602"/>
            <a:ext cx="390017" cy="160354"/>
          </a:xfrm>
          <a:custGeom>
            <a:rect b="b" l="l" r="r" t="t"/>
            <a:pathLst>
              <a:path extrusionOk="0" h="4884" w="11879">
                <a:moveTo>
                  <a:pt x="10839" y="1702"/>
                </a:moveTo>
                <a:cubicBezTo>
                  <a:pt x="11028" y="1702"/>
                  <a:pt x="11185" y="1859"/>
                  <a:pt x="11185" y="2048"/>
                </a:cubicBezTo>
                <a:cubicBezTo>
                  <a:pt x="11154" y="2269"/>
                  <a:pt x="10996" y="2426"/>
                  <a:pt x="10839" y="2426"/>
                </a:cubicBezTo>
                <a:lnTo>
                  <a:pt x="10492" y="2426"/>
                </a:lnTo>
                <a:lnTo>
                  <a:pt x="10492" y="1702"/>
                </a:lnTo>
                <a:close/>
                <a:moveTo>
                  <a:pt x="726" y="725"/>
                </a:moveTo>
                <a:lnTo>
                  <a:pt x="1419" y="757"/>
                </a:lnTo>
                <a:lnTo>
                  <a:pt x="1419" y="4002"/>
                </a:lnTo>
                <a:lnTo>
                  <a:pt x="726" y="4096"/>
                </a:lnTo>
                <a:lnTo>
                  <a:pt x="726" y="725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4537"/>
                </a:lnTo>
                <a:cubicBezTo>
                  <a:pt x="1" y="4726"/>
                  <a:pt x="221" y="4884"/>
                  <a:pt x="411" y="4884"/>
                </a:cubicBezTo>
                <a:lnTo>
                  <a:pt x="9578" y="3592"/>
                </a:lnTo>
                <a:cubicBezTo>
                  <a:pt x="9862" y="3561"/>
                  <a:pt x="10083" y="3403"/>
                  <a:pt x="10240" y="3151"/>
                </a:cubicBezTo>
                <a:lnTo>
                  <a:pt x="10807" y="3151"/>
                </a:lnTo>
                <a:cubicBezTo>
                  <a:pt x="11406" y="3151"/>
                  <a:pt x="11815" y="2678"/>
                  <a:pt x="11815" y="2143"/>
                </a:cubicBezTo>
                <a:cubicBezTo>
                  <a:pt x="11878" y="1513"/>
                  <a:pt x="11406" y="1040"/>
                  <a:pt x="10839" y="1040"/>
                </a:cubicBezTo>
                <a:lnTo>
                  <a:pt x="10240" y="1040"/>
                </a:lnTo>
                <a:cubicBezTo>
                  <a:pt x="10083" y="788"/>
                  <a:pt x="9831" y="694"/>
                  <a:pt x="9515" y="631"/>
                </a:cubicBezTo>
                <a:lnTo>
                  <a:pt x="3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4" name="Google Shape;6924;p34"/>
          <p:cNvSpPr/>
          <p:nvPr/>
        </p:nvSpPr>
        <p:spPr>
          <a:xfrm>
            <a:off x="7845365" y="2295107"/>
            <a:ext cx="318607" cy="388967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5" name="Google Shape;6925;p34"/>
          <p:cNvSpPr/>
          <p:nvPr/>
        </p:nvSpPr>
        <p:spPr>
          <a:xfrm>
            <a:off x="6496400" y="2987153"/>
            <a:ext cx="68324" cy="67274"/>
          </a:xfrm>
          <a:custGeom>
            <a:rect b="b" l="l" r="r" t="t"/>
            <a:pathLst>
              <a:path extrusionOk="0" h="2049" w="2081">
                <a:moveTo>
                  <a:pt x="1041" y="1"/>
                </a:moveTo>
                <a:cubicBezTo>
                  <a:pt x="505" y="1"/>
                  <a:pt x="32" y="473"/>
                  <a:pt x="32" y="1040"/>
                </a:cubicBezTo>
                <a:cubicBezTo>
                  <a:pt x="1" y="1576"/>
                  <a:pt x="473" y="2049"/>
                  <a:pt x="1041" y="2049"/>
                </a:cubicBezTo>
                <a:cubicBezTo>
                  <a:pt x="1639" y="2049"/>
                  <a:pt x="2080" y="1576"/>
                  <a:pt x="2080" y="1040"/>
                </a:cubicBezTo>
                <a:cubicBezTo>
                  <a:pt x="2080" y="442"/>
                  <a:pt x="160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6" name="Google Shape;6926;p34"/>
          <p:cNvSpPr/>
          <p:nvPr/>
        </p:nvSpPr>
        <p:spPr>
          <a:xfrm>
            <a:off x="6344360" y="2824771"/>
            <a:ext cx="380693" cy="388967"/>
          </a:xfrm>
          <a:custGeom>
            <a:rect b="b" l="l" r="r" t="t"/>
            <a:pathLst>
              <a:path extrusionOk="0" h="11847" w="11595">
                <a:moveTo>
                  <a:pt x="5672" y="757"/>
                </a:moveTo>
                <a:cubicBezTo>
                  <a:pt x="6144" y="757"/>
                  <a:pt x="6680" y="1544"/>
                  <a:pt x="7026" y="2710"/>
                </a:cubicBezTo>
                <a:cubicBezTo>
                  <a:pt x="6585" y="2867"/>
                  <a:pt x="6176" y="3025"/>
                  <a:pt x="5672" y="3214"/>
                </a:cubicBezTo>
                <a:cubicBezTo>
                  <a:pt x="5262" y="3025"/>
                  <a:pt x="4789" y="2836"/>
                  <a:pt x="4348" y="2710"/>
                </a:cubicBezTo>
                <a:cubicBezTo>
                  <a:pt x="4695" y="1481"/>
                  <a:pt x="5199" y="757"/>
                  <a:pt x="5672" y="757"/>
                </a:cubicBezTo>
                <a:close/>
                <a:moveTo>
                  <a:pt x="4191" y="3372"/>
                </a:moveTo>
                <a:cubicBezTo>
                  <a:pt x="4411" y="3466"/>
                  <a:pt x="4632" y="3529"/>
                  <a:pt x="4852" y="3624"/>
                </a:cubicBezTo>
                <a:cubicBezTo>
                  <a:pt x="4159" y="3970"/>
                  <a:pt x="4726" y="3655"/>
                  <a:pt x="4065" y="4096"/>
                </a:cubicBezTo>
                <a:lnTo>
                  <a:pt x="4191" y="3372"/>
                </a:lnTo>
                <a:close/>
                <a:moveTo>
                  <a:pt x="7184" y="3372"/>
                </a:moveTo>
                <a:lnTo>
                  <a:pt x="7310" y="4096"/>
                </a:lnTo>
                <a:cubicBezTo>
                  <a:pt x="6585" y="3655"/>
                  <a:pt x="7184" y="4002"/>
                  <a:pt x="6522" y="3624"/>
                </a:cubicBezTo>
                <a:cubicBezTo>
                  <a:pt x="6743" y="3529"/>
                  <a:pt x="6995" y="3466"/>
                  <a:pt x="7184" y="3372"/>
                </a:cubicBezTo>
                <a:close/>
                <a:moveTo>
                  <a:pt x="9191" y="3001"/>
                </a:moveTo>
                <a:cubicBezTo>
                  <a:pt x="9631" y="3001"/>
                  <a:pt x="10026" y="3084"/>
                  <a:pt x="10177" y="3340"/>
                </a:cubicBezTo>
                <a:cubicBezTo>
                  <a:pt x="10208" y="3435"/>
                  <a:pt x="10240" y="3529"/>
                  <a:pt x="10208" y="3655"/>
                </a:cubicBezTo>
                <a:cubicBezTo>
                  <a:pt x="9925" y="3687"/>
                  <a:pt x="9673" y="3907"/>
                  <a:pt x="9515" y="4159"/>
                </a:cubicBezTo>
                <a:cubicBezTo>
                  <a:pt x="9358" y="4474"/>
                  <a:pt x="9295" y="4852"/>
                  <a:pt x="9452" y="5104"/>
                </a:cubicBezTo>
                <a:cubicBezTo>
                  <a:pt x="9358" y="5230"/>
                  <a:pt x="9263" y="5356"/>
                  <a:pt x="9137" y="5482"/>
                </a:cubicBezTo>
                <a:cubicBezTo>
                  <a:pt x="8791" y="5167"/>
                  <a:pt x="8444" y="4884"/>
                  <a:pt x="8034" y="4600"/>
                </a:cubicBezTo>
                <a:cubicBezTo>
                  <a:pt x="8003" y="4128"/>
                  <a:pt x="7940" y="3655"/>
                  <a:pt x="7845" y="3183"/>
                </a:cubicBezTo>
                <a:cubicBezTo>
                  <a:pt x="8174" y="3100"/>
                  <a:pt x="8710" y="3001"/>
                  <a:pt x="9191" y="3001"/>
                </a:cubicBezTo>
                <a:close/>
                <a:moveTo>
                  <a:pt x="2994" y="3119"/>
                </a:moveTo>
                <a:cubicBezTo>
                  <a:pt x="3151" y="3151"/>
                  <a:pt x="3309" y="3151"/>
                  <a:pt x="3466" y="3214"/>
                </a:cubicBezTo>
                <a:cubicBezTo>
                  <a:pt x="3403" y="3655"/>
                  <a:pt x="3309" y="4128"/>
                  <a:pt x="3277" y="4632"/>
                </a:cubicBezTo>
                <a:cubicBezTo>
                  <a:pt x="2899" y="4915"/>
                  <a:pt x="2490" y="5230"/>
                  <a:pt x="2174" y="5514"/>
                </a:cubicBezTo>
                <a:cubicBezTo>
                  <a:pt x="1733" y="5010"/>
                  <a:pt x="851" y="3939"/>
                  <a:pt x="1166" y="3340"/>
                </a:cubicBezTo>
                <a:cubicBezTo>
                  <a:pt x="1198" y="3277"/>
                  <a:pt x="1261" y="3183"/>
                  <a:pt x="1387" y="3151"/>
                </a:cubicBezTo>
                <a:cubicBezTo>
                  <a:pt x="1576" y="3372"/>
                  <a:pt x="1859" y="3529"/>
                  <a:pt x="2174" y="3529"/>
                </a:cubicBezTo>
                <a:cubicBezTo>
                  <a:pt x="2521" y="3529"/>
                  <a:pt x="2836" y="3372"/>
                  <a:pt x="2994" y="3119"/>
                </a:cubicBezTo>
                <a:close/>
                <a:moveTo>
                  <a:pt x="3277" y="5482"/>
                </a:moveTo>
                <a:lnTo>
                  <a:pt x="3277" y="5482"/>
                </a:lnTo>
                <a:cubicBezTo>
                  <a:pt x="3246" y="6144"/>
                  <a:pt x="3246" y="5986"/>
                  <a:pt x="3277" y="6428"/>
                </a:cubicBezTo>
                <a:cubicBezTo>
                  <a:pt x="3088" y="6270"/>
                  <a:pt x="2899" y="6112"/>
                  <a:pt x="2742" y="5955"/>
                </a:cubicBezTo>
                <a:cubicBezTo>
                  <a:pt x="2899" y="5797"/>
                  <a:pt x="3088" y="5640"/>
                  <a:pt x="3277" y="5482"/>
                </a:cubicBezTo>
                <a:close/>
                <a:moveTo>
                  <a:pt x="8097" y="5514"/>
                </a:moveTo>
                <a:cubicBezTo>
                  <a:pt x="8286" y="5671"/>
                  <a:pt x="8475" y="5829"/>
                  <a:pt x="8633" y="5986"/>
                </a:cubicBezTo>
                <a:cubicBezTo>
                  <a:pt x="8475" y="6144"/>
                  <a:pt x="8286" y="6301"/>
                  <a:pt x="8097" y="6459"/>
                </a:cubicBezTo>
                <a:lnTo>
                  <a:pt x="8097" y="5514"/>
                </a:lnTo>
                <a:close/>
                <a:moveTo>
                  <a:pt x="5703" y="4002"/>
                </a:moveTo>
                <a:cubicBezTo>
                  <a:pt x="6333" y="4317"/>
                  <a:pt x="6743" y="4569"/>
                  <a:pt x="7373" y="5010"/>
                </a:cubicBezTo>
                <a:cubicBezTo>
                  <a:pt x="7436" y="5671"/>
                  <a:pt x="7436" y="6238"/>
                  <a:pt x="7373" y="6963"/>
                </a:cubicBezTo>
                <a:cubicBezTo>
                  <a:pt x="6837" y="7310"/>
                  <a:pt x="6333" y="7625"/>
                  <a:pt x="5703" y="7940"/>
                </a:cubicBezTo>
                <a:cubicBezTo>
                  <a:pt x="5073" y="7625"/>
                  <a:pt x="4537" y="7373"/>
                  <a:pt x="4002" y="6963"/>
                </a:cubicBezTo>
                <a:cubicBezTo>
                  <a:pt x="3907" y="6270"/>
                  <a:pt x="3907" y="5671"/>
                  <a:pt x="4002" y="5010"/>
                </a:cubicBezTo>
                <a:cubicBezTo>
                  <a:pt x="4600" y="4600"/>
                  <a:pt x="5041" y="4317"/>
                  <a:pt x="5703" y="4002"/>
                </a:cubicBezTo>
                <a:close/>
                <a:moveTo>
                  <a:pt x="4065" y="7845"/>
                </a:moveTo>
                <a:cubicBezTo>
                  <a:pt x="4506" y="8097"/>
                  <a:pt x="4254" y="8003"/>
                  <a:pt x="4852" y="8318"/>
                </a:cubicBezTo>
                <a:cubicBezTo>
                  <a:pt x="4632" y="8381"/>
                  <a:pt x="4380" y="8507"/>
                  <a:pt x="4191" y="8538"/>
                </a:cubicBezTo>
                <a:lnTo>
                  <a:pt x="4065" y="7845"/>
                </a:lnTo>
                <a:close/>
                <a:moveTo>
                  <a:pt x="7278" y="7845"/>
                </a:moveTo>
                <a:cubicBezTo>
                  <a:pt x="7247" y="8066"/>
                  <a:pt x="7215" y="8318"/>
                  <a:pt x="7152" y="8538"/>
                </a:cubicBezTo>
                <a:cubicBezTo>
                  <a:pt x="6900" y="8475"/>
                  <a:pt x="6711" y="8381"/>
                  <a:pt x="6491" y="8318"/>
                </a:cubicBezTo>
                <a:cubicBezTo>
                  <a:pt x="6837" y="8097"/>
                  <a:pt x="6869" y="8097"/>
                  <a:pt x="7278" y="7845"/>
                </a:cubicBezTo>
                <a:close/>
                <a:moveTo>
                  <a:pt x="2237" y="6459"/>
                </a:moveTo>
                <a:cubicBezTo>
                  <a:pt x="2584" y="6774"/>
                  <a:pt x="2931" y="7058"/>
                  <a:pt x="3340" y="7310"/>
                </a:cubicBezTo>
                <a:cubicBezTo>
                  <a:pt x="3372" y="7845"/>
                  <a:pt x="3435" y="8255"/>
                  <a:pt x="3529" y="8727"/>
                </a:cubicBezTo>
                <a:cubicBezTo>
                  <a:pt x="3008" y="8861"/>
                  <a:pt x="2544" y="8927"/>
                  <a:pt x="2165" y="8927"/>
                </a:cubicBezTo>
                <a:cubicBezTo>
                  <a:pt x="1650" y="8927"/>
                  <a:pt x="1293" y="8806"/>
                  <a:pt x="1166" y="8570"/>
                </a:cubicBezTo>
                <a:cubicBezTo>
                  <a:pt x="851" y="8003"/>
                  <a:pt x="1733" y="6932"/>
                  <a:pt x="2237" y="6459"/>
                </a:cubicBezTo>
                <a:close/>
                <a:moveTo>
                  <a:pt x="9137" y="6459"/>
                </a:moveTo>
                <a:cubicBezTo>
                  <a:pt x="9610" y="6932"/>
                  <a:pt x="10523" y="8003"/>
                  <a:pt x="10177" y="8570"/>
                </a:cubicBezTo>
                <a:cubicBezTo>
                  <a:pt x="10032" y="8806"/>
                  <a:pt x="9678" y="8927"/>
                  <a:pt x="9169" y="8927"/>
                </a:cubicBezTo>
                <a:cubicBezTo>
                  <a:pt x="8794" y="8927"/>
                  <a:pt x="8335" y="8861"/>
                  <a:pt x="7814" y="8727"/>
                </a:cubicBezTo>
                <a:cubicBezTo>
                  <a:pt x="7940" y="8318"/>
                  <a:pt x="8003" y="7845"/>
                  <a:pt x="8034" y="7310"/>
                </a:cubicBezTo>
                <a:cubicBezTo>
                  <a:pt x="8444" y="7058"/>
                  <a:pt x="8822" y="6743"/>
                  <a:pt x="9137" y="6459"/>
                </a:cubicBezTo>
                <a:close/>
                <a:moveTo>
                  <a:pt x="5640" y="8696"/>
                </a:moveTo>
                <a:cubicBezTo>
                  <a:pt x="6081" y="8885"/>
                  <a:pt x="6554" y="9074"/>
                  <a:pt x="6995" y="9200"/>
                </a:cubicBezTo>
                <a:cubicBezTo>
                  <a:pt x="6680" y="10429"/>
                  <a:pt x="6176" y="11185"/>
                  <a:pt x="5672" y="11185"/>
                </a:cubicBezTo>
                <a:cubicBezTo>
                  <a:pt x="5609" y="11185"/>
                  <a:pt x="5482" y="11090"/>
                  <a:pt x="5356" y="11059"/>
                </a:cubicBezTo>
                <a:cubicBezTo>
                  <a:pt x="5482" y="10775"/>
                  <a:pt x="5451" y="10460"/>
                  <a:pt x="5293" y="10177"/>
                </a:cubicBezTo>
                <a:cubicBezTo>
                  <a:pt x="5136" y="9862"/>
                  <a:pt x="4821" y="9736"/>
                  <a:pt x="4474" y="9673"/>
                </a:cubicBezTo>
                <a:cubicBezTo>
                  <a:pt x="4411" y="9515"/>
                  <a:pt x="4348" y="9357"/>
                  <a:pt x="4317" y="9200"/>
                </a:cubicBezTo>
                <a:cubicBezTo>
                  <a:pt x="4726" y="9042"/>
                  <a:pt x="5167" y="8885"/>
                  <a:pt x="5640" y="8696"/>
                </a:cubicBezTo>
                <a:close/>
                <a:moveTo>
                  <a:pt x="5640" y="1"/>
                </a:moveTo>
                <a:cubicBezTo>
                  <a:pt x="4758" y="1"/>
                  <a:pt x="4065" y="1072"/>
                  <a:pt x="3655" y="2489"/>
                </a:cubicBezTo>
                <a:cubicBezTo>
                  <a:pt x="3498" y="2426"/>
                  <a:pt x="3340" y="2395"/>
                  <a:pt x="3214" y="2395"/>
                </a:cubicBezTo>
                <a:cubicBezTo>
                  <a:pt x="3183" y="1859"/>
                  <a:pt x="2742" y="1418"/>
                  <a:pt x="2174" y="1418"/>
                </a:cubicBezTo>
                <a:cubicBezTo>
                  <a:pt x="1607" y="1418"/>
                  <a:pt x="1166" y="1891"/>
                  <a:pt x="1166" y="2426"/>
                </a:cubicBezTo>
                <a:cubicBezTo>
                  <a:pt x="883" y="2552"/>
                  <a:pt x="694" y="2710"/>
                  <a:pt x="568" y="2962"/>
                </a:cubicBezTo>
                <a:cubicBezTo>
                  <a:pt x="32" y="3907"/>
                  <a:pt x="977" y="5104"/>
                  <a:pt x="1702" y="5892"/>
                </a:cubicBezTo>
                <a:cubicBezTo>
                  <a:pt x="946" y="6743"/>
                  <a:pt x="1" y="8003"/>
                  <a:pt x="568" y="8885"/>
                </a:cubicBezTo>
                <a:cubicBezTo>
                  <a:pt x="879" y="9433"/>
                  <a:pt x="1519" y="9600"/>
                  <a:pt x="2210" y="9600"/>
                </a:cubicBezTo>
                <a:cubicBezTo>
                  <a:pt x="2710" y="9600"/>
                  <a:pt x="3237" y="9513"/>
                  <a:pt x="3687" y="9420"/>
                </a:cubicBezTo>
                <a:cubicBezTo>
                  <a:pt x="3718" y="9578"/>
                  <a:pt x="3750" y="9673"/>
                  <a:pt x="3844" y="9830"/>
                </a:cubicBezTo>
                <a:cubicBezTo>
                  <a:pt x="3403" y="10145"/>
                  <a:pt x="3246" y="10744"/>
                  <a:pt x="3529" y="11216"/>
                </a:cubicBezTo>
                <a:cubicBezTo>
                  <a:pt x="3718" y="11531"/>
                  <a:pt x="4065" y="11720"/>
                  <a:pt x="4411" y="11720"/>
                </a:cubicBezTo>
                <a:cubicBezTo>
                  <a:pt x="4600" y="11720"/>
                  <a:pt x="4789" y="11689"/>
                  <a:pt x="4947" y="11563"/>
                </a:cubicBezTo>
                <a:cubicBezTo>
                  <a:pt x="5167" y="11720"/>
                  <a:pt x="5419" y="11846"/>
                  <a:pt x="5703" y="11846"/>
                </a:cubicBezTo>
                <a:cubicBezTo>
                  <a:pt x="6585" y="11846"/>
                  <a:pt x="7278" y="10775"/>
                  <a:pt x="7688" y="9357"/>
                </a:cubicBezTo>
                <a:cubicBezTo>
                  <a:pt x="8143" y="9478"/>
                  <a:pt x="8678" y="9576"/>
                  <a:pt x="9184" y="9576"/>
                </a:cubicBezTo>
                <a:cubicBezTo>
                  <a:pt x="9868" y="9576"/>
                  <a:pt x="10499" y="9397"/>
                  <a:pt x="10807" y="8853"/>
                </a:cubicBezTo>
                <a:cubicBezTo>
                  <a:pt x="11374" y="7908"/>
                  <a:pt x="10429" y="6680"/>
                  <a:pt x="9673" y="5892"/>
                </a:cubicBezTo>
                <a:cubicBezTo>
                  <a:pt x="9799" y="5797"/>
                  <a:pt x="9862" y="5671"/>
                  <a:pt x="9988" y="5545"/>
                </a:cubicBezTo>
                <a:cubicBezTo>
                  <a:pt x="10145" y="5640"/>
                  <a:pt x="10271" y="5671"/>
                  <a:pt x="10429" y="5671"/>
                </a:cubicBezTo>
                <a:cubicBezTo>
                  <a:pt x="10775" y="5671"/>
                  <a:pt x="11122" y="5482"/>
                  <a:pt x="11311" y="5167"/>
                </a:cubicBezTo>
                <a:cubicBezTo>
                  <a:pt x="11594" y="4632"/>
                  <a:pt x="11437" y="4002"/>
                  <a:pt x="10933" y="3750"/>
                </a:cubicBezTo>
                <a:cubicBezTo>
                  <a:pt x="10964" y="3466"/>
                  <a:pt x="10901" y="3183"/>
                  <a:pt x="10775" y="2962"/>
                </a:cubicBezTo>
                <a:cubicBezTo>
                  <a:pt x="10457" y="2432"/>
                  <a:pt x="9842" y="2259"/>
                  <a:pt x="9179" y="2259"/>
                </a:cubicBezTo>
                <a:cubicBezTo>
                  <a:pt x="8661" y="2259"/>
                  <a:pt x="8113" y="2365"/>
                  <a:pt x="7656" y="2489"/>
                </a:cubicBezTo>
                <a:cubicBezTo>
                  <a:pt x="7278" y="1072"/>
                  <a:pt x="6585" y="1"/>
                  <a:pt x="56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7" name="Google Shape;6927;p34"/>
          <p:cNvSpPr/>
          <p:nvPr/>
        </p:nvSpPr>
        <p:spPr>
          <a:xfrm>
            <a:off x="6489703" y="3398785"/>
            <a:ext cx="91045" cy="45243"/>
          </a:xfrm>
          <a:custGeom>
            <a:rect b="b" l="l" r="r" t="t"/>
            <a:pathLst>
              <a:path extrusionOk="0" h="1378" w="2773">
                <a:moveTo>
                  <a:pt x="1387" y="0"/>
                </a:moveTo>
                <a:cubicBezTo>
                  <a:pt x="788" y="0"/>
                  <a:pt x="284" y="347"/>
                  <a:pt x="95" y="914"/>
                </a:cubicBezTo>
                <a:cubicBezTo>
                  <a:pt x="0" y="1071"/>
                  <a:pt x="95" y="1260"/>
                  <a:pt x="284" y="1355"/>
                </a:cubicBezTo>
                <a:cubicBezTo>
                  <a:pt x="318" y="1366"/>
                  <a:pt x="352" y="1371"/>
                  <a:pt x="385" y="1371"/>
                </a:cubicBezTo>
                <a:cubicBezTo>
                  <a:pt x="537" y="1371"/>
                  <a:pt x="673" y="1263"/>
                  <a:pt x="725" y="1134"/>
                </a:cubicBezTo>
                <a:cubicBezTo>
                  <a:pt x="788" y="882"/>
                  <a:pt x="1072" y="662"/>
                  <a:pt x="1387" y="662"/>
                </a:cubicBezTo>
                <a:cubicBezTo>
                  <a:pt x="1702" y="662"/>
                  <a:pt x="1922" y="882"/>
                  <a:pt x="2048" y="1134"/>
                </a:cubicBezTo>
                <a:cubicBezTo>
                  <a:pt x="2120" y="1301"/>
                  <a:pt x="2246" y="1378"/>
                  <a:pt x="2371" y="1378"/>
                </a:cubicBezTo>
                <a:cubicBezTo>
                  <a:pt x="2411" y="1378"/>
                  <a:pt x="2451" y="1370"/>
                  <a:pt x="2489" y="1355"/>
                </a:cubicBezTo>
                <a:cubicBezTo>
                  <a:pt x="2678" y="1260"/>
                  <a:pt x="2773" y="1071"/>
                  <a:pt x="2678" y="914"/>
                </a:cubicBezTo>
                <a:cubicBezTo>
                  <a:pt x="2489" y="347"/>
                  <a:pt x="198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8" name="Google Shape;6928;p34"/>
          <p:cNvSpPr/>
          <p:nvPr/>
        </p:nvSpPr>
        <p:spPr>
          <a:xfrm>
            <a:off x="6353159" y="3353249"/>
            <a:ext cx="363095" cy="387949"/>
          </a:xfrm>
          <a:custGeom>
            <a:rect b="b" l="l" r="r" t="t"/>
            <a:pathLst>
              <a:path extrusionOk="0" h="11816" w="11059">
                <a:moveTo>
                  <a:pt x="5546" y="694"/>
                </a:moveTo>
                <a:cubicBezTo>
                  <a:pt x="6743" y="694"/>
                  <a:pt x="7625" y="1608"/>
                  <a:pt x="7625" y="2773"/>
                </a:cubicBezTo>
                <a:lnTo>
                  <a:pt x="7625" y="3120"/>
                </a:lnTo>
                <a:cubicBezTo>
                  <a:pt x="7625" y="3309"/>
                  <a:pt x="7467" y="3466"/>
                  <a:pt x="7278" y="3466"/>
                </a:cubicBezTo>
                <a:lnTo>
                  <a:pt x="5892" y="3466"/>
                </a:lnTo>
                <a:lnTo>
                  <a:pt x="5892" y="3120"/>
                </a:lnTo>
                <a:cubicBezTo>
                  <a:pt x="5892" y="2931"/>
                  <a:pt x="5735" y="2773"/>
                  <a:pt x="5546" y="2773"/>
                </a:cubicBezTo>
                <a:cubicBezTo>
                  <a:pt x="5357" y="2773"/>
                  <a:pt x="5199" y="2931"/>
                  <a:pt x="5199" y="3120"/>
                </a:cubicBezTo>
                <a:lnTo>
                  <a:pt x="5199" y="3466"/>
                </a:lnTo>
                <a:lnTo>
                  <a:pt x="3813" y="3466"/>
                </a:lnTo>
                <a:cubicBezTo>
                  <a:pt x="3624" y="3466"/>
                  <a:pt x="3466" y="3309"/>
                  <a:pt x="3466" y="3120"/>
                </a:cubicBezTo>
                <a:lnTo>
                  <a:pt x="3466" y="2773"/>
                </a:lnTo>
                <a:cubicBezTo>
                  <a:pt x="3466" y="1639"/>
                  <a:pt x="4411" y="694"/>
                  <a:pt x="5546" y="694"/>
                </a:cubicBezTo>
                <a:close/>
                <a:moveTo>
                  <a:pt x="7940" y="4821"/>
                </a:moveTo>
                <a:cubicBezTo>
                  <a:pt x="8160" y="4821"/>
                  <a:pt x="8318" y="4979"/>
                  <a:pt x="8318" y="5168"/>
                </a:cubicBezTo>
                <a:cubicBezTo>
                  <a:pt x="8318" y="5357"/>
                  <a:pt x="8160" y="5514"/>
                  <a:pt x="7940" y="5514"/>
                </a:cubicBezTo>
                <a:lnTo>
                  <a:pt x="3088" y="5514"/>
                </a:lnTo>
                <a:cubicBezTo>
                  <a:pt x="2899" y="5514"/>
                  <a:pt x="2742" y="5357"/>
                  <a:pt x="2742" y="5168"/>
                </a:cubicBezTo>
                <a:cubicBezTo>
                  <a:pt x="2742" y="4979"/>
                  <a:pt x="2899" y="4821"/>
                  <a:pt x="3088" y="4821"/>
                </a:cubicBezTo>
                <a:close/>
                <a:moveTo>
                  <a:pt x="4128" y="6932"/>
                </a:moveTo>
                <a:cubicBezTo>
                  <a:pt x="4317" y="6932"/>
                  <a:pt x="4474" y="7089"/>
                  <a:pt x="4474" y="7310"/>
                </a:cubicBezTo>
                <a:cubicBezTo>
                  <a:pt x="4474" y="7499"/>
                  <a:pt x="4317" y="7656"/>
                  <a:pt x="4128" y="7656"/>
                </a:cubicBezTo>
                <a:lnTo>
                  <a:pt x="3088" y="7656"/>
                </a:lnTo>
                <a:cubicBezTo>
                  <a:pt x="2899" y="7656"/>
                  <a:pt x="2742" y="7499"/>
                  <a:pt x="2742" y="7310"/>
                </a:cubicBezTo>
                <a:cubicBezTo>
                  <a:pt x="2742" y="7089"/>
                  <a:pt x="2899" y="6932"/>
                  <a:pt x="3088" y="6932"/>
                </a:cubicBezTo>
                <a:close/>
                <a:moveTo>
                  <a:pt x="7940" y="6932"/>
                </a:moveTo>
                <a:cubicBezTo>
                  <a:pt x="8160" y="6932"/>
                  <a:pt x="8318" y="7089"/>
                  <a:pt x="8318" y="7310"/>
                </a:cubicBezTo>
                <a:cubicBezTo>
                  <a:pt x="8286" y="7499"/>
                  <a:pt x="8160" y="7656"/>
                  <a:pt x="7940" y="7656"/>
                </a:cubicBezTo>
                <a:lnTo>
                  <a:pt x="6932" y="7656"/>
                </a:lnTo>
                <a:cubicBezTo>
                  <a:pt x="6743" y="7656"/>
                  <a:pt x="6585" y="7499"/>
                  <a:pt x="6585" y="7310"/>
                </a:cubicBezTo>
                <a:cubicBezTo>
                  <a:pt x="6585" y="7089"/>
                  <a:pt x="6743" y="6932"/>
                  <a:pt x="6932" y="6932"/>
                </a:cubicBezTo>
                <a:close/>
                <a:moveTo>
                  <a:pt x="3781" y="8318"/>
                </a:moveTo>
                <a:cubicBezTo>
                  <a:pt x="4002" y="8350"/>
                  <a:pt x="4128" y="8507"/>
                  <a:pt x="4128" y="8665"/>
                </a:cubicBezTo>
                <a:cubicBezTo>
                  <a:pt x="4128" y="8885"/>
                  <a:pt x="3970" y="9043"/>
                  <a:pt x="3781" y="9043"/>
                </a:cubicBezTo>
                <a:lnTo>
                  <a:pt x="3057" y="9043"/>
                </a:lnTo>
                <a:cubicBezTo>
                  <a:pt x="2868" y="9043"/>
                  <a:pt x="2710" y="8885"/>
                  <a:pt x="2710" y="8665"/>
                </a:cubicBezTo>
                <a:cubicBezTo>
                  <a:pt x="2710" y="8476"/>
                  <a:pt x="2868" y="8318"/>
                  <a:pt x="3057" y="8318"/>
                </a:cubicBezTo>
                <a:close/>
                <a:moveTo>
                  <a:pt x="7940" y="8318"/>
                </a:moveTo>
                <a:cubicBezTo>
                  <a:pt x="8160" y="8350"/>
                  <a:pt x="8286" y="8507"/>
                  <a:pt x="8286" y="8665"/>
                </a:cubicBezTo>
                <a:cubicBezTo>
                  <a:pt x="8286" y="8885"/>
                  <a:pt x="8129" y="9043"/>
                  <a:pt x="7940" y="9043"/>
                </a:cubicBezTo>
                <a:lnTo>
                  <a:pt x="7247" y="9043"/>
                </a:lnTo>
                <a:cubicBezTo>
                  <a:pt x="7026" y="9043"/>
                  <a:pt x="6869" y="8885"/>
                  <a:pt x="6869" y="8665"/>
                </a:cubicBezTo>
                <a:cubicBezTo>
                  <a:pt x="6869" y="8476"/>
                  <a:pt x="7026" y="8318"/>
                  <a:pt x="7247" y="8318"/>
                </a:cubicBezTo>
                <a:close/>
                <a:moveTo>
                  <a:pt x="2868" y="2049"/>
                </a:moveTo>
                <a:lnTo>
                  <a:pt x="2868" y="2049"/>
                </a:lnTo>
                <a:cubicBezTo>
                  <a:pt x="2805" y="2332"/>
                  <a:pt x="2805" y="2521"/>
                  <a:pt x="2805" y="2805"/>
                </a:cubicBezTo>
                <a:cubicBezTo>
                  <a:pt x="2395" y="2962"/>
                  <a:pt x="2080" y="3309"/>
                  <a:pt x="2080" y="3781"/>
                </a:cubicBezTo>
                <a:lnTo>
                  <a:pt x="2080" y="8665"/>
                </a:lnTo>
                <a:cubicBezTo>
                  <a:pt x="2080" y="9263"/>
                  <a:pt x="2553" y="9704"/>
                  <a:pt x="3088" y="9704"/>
                </a:cubicBezTo>
                <a:lnTo>
                  <a:pt x="5199" y="9704"/>
                </a:lnTo>
                <a:lnTo>
                  <a:pt x="5199" y="7247"/>
                </a:lnTo>
                <a:cubicBezTo>
                  <a:pt x="5199" y="7058"/>
                  <a:pt x="5357" y="6900"/>
                  <a:pt x="5546" y="6900"/>
                </a:cubicBezTo>
                <a:cubicBezTo>
                  <a:pt x="5735" y="6900"/>
                  <a:pt x="5892" y="7058"/>
                  <a:pt x="5892" y="7247"/>
                </a:cubicBezTo>
                <a:lnTo>
                  <a:pt x="5892" y="9704"/>
                </a:lnTo>
                <a:lnTo>
                  <a:pt x="8003" y="9704"/>
                </a:lnTo>
                <a:cubicBezTo>
                  <a:pt x="8570" y="9704"/>
                  <a:pt x="9011" y="9232"/>
                  <a:pt x="9011" y="8665"/>
                </a:cubicBezTo>
                <a:lnTo>
                  <a:pt x="9011" y="3844"/>
                </a:lnTo>
                <a:cubicBezTo>
                  <a:pt x="9011" y="3372"/>
                  <a:pt x="8728" y="2994"/>
                  <a:pt x="8318" y="2836"/>
                </a:cubicBezTo>
                <a:cubicBezTo>
                  <a:pt x="8318" y="2584"/>
                  <a:pt x="8318" y="2364"/>
                  <a:pt x="8223" y="2112"/>
                </a:cubicBezTo>
                <a:lnTo>
                  <a:pt x="8223" y="2112"/>
                </a:lnTo>
                <a:cubicBezTo>
                  <a:pt x="9043" y="2269"/>
                  <a:pt x="9736" y="2962"/>
                  <a:pt x="9736" y="3844"/>
                </a:cubicBezTo>
                <a:lnTo>
                  <a:pt x="9736" y="8696"/>
                </a:lnTo>
                <a:cubicBezTo>
                  <a:pt x="9736" y="9641"/>
                  <a:pt x="8948" y="10429"/>
                  <a:pt x="8003" y="10429"/>
                </a:cubicBezTo>
                <a:lnTo>
                  <a:pt x="3151" y="10429"/>
                </a:lnTo>
                <a:cubicBezTo>
                  <a:pt x="2206" y="10429"/>
                  <a:pt x="1418" y="9641"/>
                  <a:pt x="1418" y="8696"/>
                </a:cubicBezTo>
                <a:lnTo>
                  <a:pt x="1418" y="3781"/>
                </a:lnTo>
                <a:lnTo>
                  <a:pt x="1355" y="3781"/>
                </a:lnTo>
                <a:cubicBezTo>
                  <a:pt x="1355" y="2931"/>
                  <a:pt x="1985" y="2206"/>
                  <a:pt x="2868" y="2049"/>
                </a:cubicBezTo>
                <a:close/>
                <a:moveTo>
                  <a:pt x="3088" y="1"/>
                </a:moveTo>
                <a:cubicBezTo>
                  <a:pt x="1355" y="1"/>
                  <a:pt x="1" y="1419"/>
                  <a:pt x="1" y="3120"/>
                </a:cubicBezTo>
                <a:lnTo>
                  <a:pt x="1" y="8728"/>
                </a:lnTo>
                <a:cubicBezTo>
                  <a:pt x="1" y="10397"/>
                  <a:pt x="1355" y="11815"/>
                  <a:pt x="3088" y="11815"/>
                </a:cubicBezTo>
                <a:lnTo>
                  <a:pt x="7940" y="11815"/>
                </a:lnTo>
                <a:cubicBezTo>
                  <a:pt x="9673" y="11815"/>
                  <a:pt x="11059" y="10397"/>
                  <a:pt x="11059" y="8728"/>
                </a:cubicBezTo>
                <a:lnTo>
                  <a:pt x="11059" y="3120"/>
                </a:lnTo>
                <a:cubicBezTo>
                  <a:pt x="11059" y="1387"/>
                  <a:pt x="9641" y="1"/>
                  <a:pt x="79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9" name="Google Shape;6929;p34"/>
          <p:cNvSpPr/>
          <p:nvPr/>
        </p:nvSpPr>
        <p:spPr>
          <a:xfrm>
            <a:off x="6475207" y="4010690"/>
            <a:ext cx="115866" cy="85890"/>
          </a:xfrm>
          <a:custGeom>
            <a:rect b="b" l="l" r="r" t="t"/>
            <a:pathLst>
              <a:path extrusionOk="0" h="2616" w="3529">
                <a:moveTo>
                  <a:pt x="725" y="1"/>
                </a:moveTo>
                <a:cubicBezTo>
                  <a:pt x="315" y="1"/>
                  <a:pt x="0" y="347"/>
                  <a:pt x="0" y="725"/>
                </a:cubicBezTo>
                <a:cubicBezTo>
                  <a:pt x="0" y="1356"/>
                  <a:pt x="1040" y="2049"/>
                  <a:pt x="1733" y="2616"/>
                </a:cubicBezTo>
                <a:cubicBezTo>
                  <a:pt x="2458" y="2017"/>
                  <a:pt x="3466" y="1356"/>
                  <a:pt x="3466" y="725"/>
                </a:cubicBezTo>
                <a:cubicBezTo>
                  <a:pt x="3529" y="410"/>
                  <a:pt x="3277" y="1"/>
                  <a:pt x="2804" y="1"/>
                </a:cubicBezTo>
                <a:cubicBezTo>
                  <a:pt x="2300" y="1"/>
                  <a:pt x="2111" y="599"/>
                  <a:pt x="2111" y="599"/>
                </a:cubicBezTo>
                <a:cubicBezTo>
                  <a:pt x="2063" y="745"/>
                  <a:pt x="1906" y="824"/>
                  <a:pt x="1753" y="824"/>
                </a:cubicBezTo>
                <a:cubicBezTo>
                  <a:pt x="1607" y="824"/>
                  <a:pt x="1464" y="753"/>
                  <a:pt x="1418" y="599"/>
                </a:cubicBezTo>
                <a:cubicBezTo>
                  <a:pt x="1418" y="568"/>
                  <a:pt x="1229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0" name="Google Shape;6930;p34"/>
          <p:cNvSpPr/>
          <p:nvPr/>
        </p:nvSpPr>
        <p:spPr>
          <a:xfrm>
            <a:off x="6341782" y="3851427"/>
            <a:ext cx="385848" cy="383779"/>
          </a:xfrm>
          <a:custGeom>
            <a:rect b="b" l="l" r="r" t="t"/>
            <a:pathLst>
              <a:path extrusionOk="0" h="11689" w="11752">
                <a:moveTo>
                  <a:pt x="6837" y="4159"/>
                </a:moveTo>
                <a:cubicBezTo>
                  <a:pt x="7624" y="4159"/>
                  <a:pt x="8223" y="4789"/>
                  <a:pt x="8223" y="5576"/>
                </a:cubicBezTo>
                <a:cubicBezTo>
                  <a:pt x="8254" y="6616"/>
                  <a:pt x="7309" y="7183"/>
                  <a:pt x="6049" y="8223"/>
                </a:cubicBezTo>
                <a:cubicBezTo>
                  <a:pt x="5986" y="8286"/>
                  <a:pt x="5907" y="8317"/>
                  <a:pt x="5829" y="8317"/>
                </a:cubicBezTo>
                <a:cubicBezTo>
                  <a:pt x="5750" y="8317"/>
                  <a:pt x="5671" y="8286"/>
                  <a:pt x="5608" y="8223"/>
                </a:cubicBezTo>
                <a:cubicBezTo>
                  <a:pt x="4348" y="7183"/>
                  <a:pt x="3403" y="6585"/>
                  <a:pt x="3403" y="5576"/>
                </a:cubicBezTo>
                <a:cubicBezTo>
                  <a:pt x="3403" y="4789"/>
                  <a:pt x="4033" y="4159"/>
                  <a:pt x="4789" y="4159"/>
                </a:cubicBezTo>
                <a:cubicBezTo>
                  <a:pt x="5293" y="4159"/>
                  <a:pt x="5608" y="4411"/>
                  <a:pt x="5797" y="4663"/>
                </a:cubicBezTo>
                <a:cubicBezTo>
                  <a:pt x="6018" y="4411"/>
                  <a:pt x="6364" y="4159"/>
                  <a:pt x="6837" y="4159"/>
                </a:cubicBezTo>
                <a:close/>
                <a:moveTo>
                  <a:pt x="4474" y="0"/>
                </a:moveTo>
                <a:cubicBezTo>
                  <a:pt x="3875" y="0"/>
                  <a:pt x="3466" y="473"/>
                  <a:pt x="3466" y="1008"/>
                </a:cubicBezTo>
                <a:lnTo>
                  <a:pt x="3466" y="3466"/>
                </a:lnTo>
                <a:lnTo>
                  <a:pt x="1008" y="3466"/>
                </a:lnTo>
                <a:cubicBezTo>
                  <a:pt x="410" y="3466"/>
                  <a:pt x="0" y="3938"/>
                  <a:pt x="0" y="4474"/>
                </a:cubicBezTo>
                <a:lnTo>
                  <a:pt x="0" y="7246"/>
                </a:lnTo>
                <a:cubicBezTo>
                  <a:pt x="0" y="7813"/>
                  <a:pt x="473" y="8254"/>
                  <a:pt x="1008" y="8254"/>
                </a:cubicBezTo>
                <a:lnTo>
                  <a:pt x="3466" y="8254"/>
                </a:lnTo>
                <a:lnTo>
                  <a:pt x="3466" y="10649"/>
                </a:lnTo>
                <a:cubicBezTo>
                  <a:pt x="3466" y="11247"/>
                  <a:pt x="3938" y="11688"/>
                  <a:pt x="4474" y="11688"/>
                </a:cubicBezTo>
                <a:lnTo>
                  <a:pt x="7246" y="11688"/>
                </a:lnTo>
                <a:cubicBezTo>
                  <a:pt x="7813" y="11688"/>
                  <a:pt x="8254" y="11216"/>
                  <a:pt x="8254" y="10649"/>
                </a:cubicBezTo>
                <a:lnTo>
                  <a:pt x="8254" y="8254"/>
                </a:lnTo>
                <a:lnTo>
                  <a:pt x="10680" y="8254"/>
                </a:lnTo>
                <a:cubicBezTo>
                  <a:pt x="11279" y="8254"/>
                  <a:pt x="11720" y="7782"/>
                  <a:pt x="11720" y="7246"/>
                </a:cubicBezTo>
                <a:lnTo>
                  <a:pt x="11720" y="4474"/>
                </a:lnTo>
                <a:cubicBezTo>
                  <a:pt x="11751" y="3938"/>
                  <a:pt x="11279" y="3466"/>
                  <a:pt x="10680" y="3466"/>
                </a:cubicBezTo>
                <a:lnTo>
                  <a:pt x="8254" y="3466"/>
                </a:lnTo>
                <a:lnTo>
                  <a:pt x="8254" y="1008"/>
                </a:lnTo>
                <a:cubicBezTo>
                  <a:pt x="8254" y="410"/>
                  <a:pt x="7782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1" name="Google Shape;6931;p34"/>
          <p:cNvSpPr/>
          <p:nvPr/>
        </p:nvSpPr>
        <p:spPr>
          <a:xfrm>
            <a:off x="8513656" y="3353528"/>
            <a:ext cx="184125" cy="387424"/>
          </a:xfrm>
          <a:custGeom>
            <a:rect b="b" l="l" r="r" t="t"/>
            <a:pathLst>
              <a:path extrusionOk="0" h="11800" w="5608">
                <a:moveTo>
                  <a:pt x="1465" y="2908"/>
                </a:moveTo>
                <a:cubicBezTo>
                  <a:pt x="1552" y="2908"/>
                  <a:pt x="1638" y="2931"/>
                  <a:pt x="1701" y="2979"/>
                </a:cubicBezTo>
                <a:cubicBezTo>
                  <a:pt x="1827" y="3105"/>
                  <a:pt x="1827" y="3357"/>
                  <a:pt x="1701" y="3451"/>
                </a:cubicBezTo>
                <a:cubicBezTo>
                  <a:pt x="1292" y="3861"/>
                  <a:pt x="1292" y="4522"/>
                  <a:pt x="1701" y="4932"/>
                </a:cubicBezTo>
                <a:cubicBezTo>
                  <a:pt x="1827" y="5026"/>
                  <a:pt x="1827" y="5279"/>
                  <a:pt x="1701" y="5373"/>
                </a:cubicBezTo>
                <a:cubicBezTo>
                  <a:pt x="1632" y="5477"/>
                  <a:pt x="1544" y="5524"/>
                  <a:pt x="1452" y="5524"/>
                </a:cubicBezTo>
                <a:cubicBezTo>
                  <a:pt x="1377" y="5524"/>
                  <a:pt x="1300" y="5493"/>
                  <a:pt x="1229" y="5436"/>
                </a:cubicBezTo>
                <a:cubicBezTo>
                  <a:pt x="567" y="4774"/>
                  <a:pt x="567" y="3672"/>
                  <a:pt x="1229" y="2979"/>
                </a:cubicBezTo>
                <a:cubicBezTo>
                  <a:pt x="1292" y="2931"/>
                  <a:pt x="1378" y="2908"/>
                  <a:pt x="1465" y="2908"/>
                </a:cubicBezTo>
                <a:close/>
                <a:moveTo>
                  <a:pt x="2461" y="7313"/>
                </a:moveTo>
                <a:cubicBezTo>
                  <a:pt x="2532" y="7313"/>
                  <a:pt x="2605" y="7318"/>
                  <a:pt x="2678" y="7326"/>
                </a:cubicBezTo>
                <a:cubicBezTo>
                  <a:pt x="2867" y="7358"/>
                  <a:pt x="3025" y="7515"/>
                  <a:pt x="2993" y="7704"/>
                </a:cubicBezTo>
                <a:cubicBezTo>
                  <a:pt x="2962" y="7925"/>
                  <a:pt x="2804" y="8019"/>
                  <a:pt x="2615" y="8019"/>
                </a:cubicBezTo>
                <a:cubicBezTo>
                  <a:pt x="2579" y="8016"/>
                  <a:pt x="2543" y="8014"/>
                  <a:pt x="2507" y="8014"/>
                </a:cubicBezTo>
                <a:cubicBezTo>
                  <a:pt x="1947" y="8014"/>
                  <a:pt x="1418" y="8467"/>
                  <a:pt x="1418" y="9059"/>
                </a:cubicBezTo>
                <a:cubicBezTo>
                  <a:pt x="1418" y="9248"/>
                  <a:pt x="1260" y="9406"/>
                  <a:pt x="1071" y="9406"/>
                </a:cubicBezTo>
                <a:cubicBezTo>
                  <a:pt x="882" y="9406"/>
                  <a:pt x="725" y="9248"/>
                  <a:pt x="725" y="9059"/>
                </a:cubicBezTo>
                <a:cubicBezTo>
                  <a:pt x="725" y="8091"/>
                  <a:pt x="1490" y="7313"/>
                  <a:pt x="2461" y="7313"/>
                </a:cubicBezTo>
                <a:close/>
                <a:moveTo>
                  <a:pt x="1060" y="0"/>
                </a:moveTo>
                <a:cubicBezTo>
                  <a:pt x="689" y="0"/>
                  <a:pt x="327" y="130"/>
                  <a:pt x="0" y="364"/>
                </a:cubicBezTo>
                <a:lnTo>
                  <a:pt x="0" y="5247"/>
                </a:lnTo>
                <a:cubicBezTo>
                  <a:pt x="0" y="5814"/>
                  <a:pt x="473" y="6255"/>
                  <a:pt x="1040" y="6255"/>
                </a:cubicBezTo>
                <a:cubicBezTo>
                  <a:pt x="1229" y="6255"/>
                  <a:pt x="1386" y="6413"/>
                  <a:pt x="1386" y="6602"/>
                </a:cubicBezTo>
                <a:cubicBezTo>
                  <a:pt x="1386" y="6822"/>
                  <a:pt x="1229" y="6948"/>
                  <a:pt x="1040" y="6948"/>
                </a:cubicBezTo>
                <a:cubicBezTo>
                  <a:pt x="630" y="6948"/>
                  <a:pt x="284" y="6854"/>
                  <a:pt x="0" y="6602"/>
                </a:cubicBezTo>
                <a:lnTo>
                  <a:pt x="0" y="11453"/>
                </a:lnTo>
                <a:cubicBezTo>
                  <a:pt x="284" y="11705"/>
                  <a:pt x="630" y="11800"/>
                  <a:pt x="1040" y="11800"/>
                </a:cubicBezTo>
                <a:cubicBezTo>
                  <a:pt x="1733" y="11800"/>
                  <a:pt x="2363" y="11359"/>
                  <a:pt x="2647" y="10760"/>
                </a:cubicBezTo>
                <a:cubicBezTo>
                  <a:pt x="3497" y="10634"/>
                  <a:pt x="4190" y="9910"/>
                  <a:pt x="4190" y="9028"/>
                </a:cubicBezTo>
                <a:cubicBezTo>
                  <a:pt x="4190" y="8902"/>
                  <a:pt x="4159" y="8776"/>
                  <a:pt x="4159" y="8618"/>
                </a:cubicBezTo>
                <a:cubicBezTo>
                  <a:pt x="4505" y="8555"/>
                  <a:pt x="4820" y="8397"/>
                  <a:pt x="5104" y="8145"/>
                </a:cubicBezTo>
                <a:cubicBezTo>
                  <a:pt x="5419" y="7830"/>
                  <a:pt x="5608" y="7389"/>
                  <a:pt x="5608" y="6917"/>
                </a:cubicBezTo>
                <a:cubicBezTo>
                  <a:pt x="5608" y="6539"/>
                  <a:pt x="5482" y="6192"/>
                  <a:pt x="5261" y="5909"/>
                </a:cubicBezTo>
                <a:cubicBezTo>
                  <a:pt x="5482" y="5594"/>
                  <a:pt x="5608" y="5247"/>
                  <a:pt x="5608" y="4869"/>
                </a:cubicBezTo>
                <a:cubicBezTo>
                  <a:pt x="5608" y="4396"/>
                  <a:pt x="5387" y="3987"/>
                  <a:pt x="5072" y="3672"/>
                </a:cubicBezTo>
                <a:cubicBezTo>
                  <a:pt x="4852" y="3420"/>
                  <a:pt x="4505" y="3262"/>
                  <a:pt x="4127" y="3199"/>
                </a:cubicBezTo>
                <a:cubicBezTo>
                  <a:pt x="4253" y="2632"/>
                  <a:pt x="4096" y="2002"/>
                  <a:pt x="3655" y="1561"/>
                </a:cubicBezTo>
                <a:cubicBezTo>
                  <a:pt x="3403" y="1309"/>
                  <a:pt x="3025" y="1120"/>
                  <a:pt x="2647" y="1088"/>
                </a:cubicBezTo>
                <a:cubicBezTo>
                  <a:pt x="2394" y="584"/>
                  <a:pt x="1985" y="143"/>
                  <a:pt x="1449" y="49"/>
                </a:cubicBezTo>
                <a:cubicBezTo>
                  <a:pt x="1319" y="16"/>
                  <a:pt x="1189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2" name="Google Shape;6932;p34"/>
          <p:cNvSpPr/>
          <p:nvPr/>
        </p:nvSpPr>
        <p:spPr>
          <a:xfrm>
            <a:off x="8307806" y="3353495"/>
            <a:ext cx="183107" cy="386439"/>
          </a:xfrm>
          <a:custGeom>
            <a:rect b="b" l="l" r="r" t="t"/>
            <a:pathLst>
              <a:path extrusionOk="0" h="11770" w="5577">
                <a:moveTo>
                  <a:pt x="4187" y="2948"/>
                </a:moveTo>
                <a:cubicBezTo>
                  <a:pt x="4277" y="2948"/>
                  <a:pt x="4364" y="2980"/>
                  <a:pt x="4411" y="3043"/>
                </a:cubicBezTo>
                <a:cubicBezTo>
                  <a:pt x="5104" y="3673"/>
                  <a:pt x="5104" y="4775"/>
                  <a:pt x="4411" y="5437"/>
                </a:cubicBezTo>
                <a:cubicBezTo>
                  <a:pt x="4364" y="5500"/>
                  <a:pt x="4277" y="5532"/>
                  <a:pt x="4187" y="5532"/>
                </a:cubicBezTo>
                <a:cubicBezTo>
                  <a:pt x="4096" y="5532"/>
                  <a:pt x="4002" y="5500"/>
                  <a:pt x="3939" y="5437"/>
                </a:cubicBezTo>
                <a:cubicBezTo>
                  <a:pt x="3844" y="5311"/>
                  <a:pt x="3844" y="5090"/>
                  <a:pt x="3939" y="4964"/>
                </a:cubicBezTo>
                <a:cubicBezTo>
                  <a:pt x="4348" y="4555"/>
                  <a:pt x="4348" y="3893"/>
                  <a:pt x="3939" y="3515"/>
                </a:cubicBezTo>
                <a:cubicBezTo>
                  <a:pt x="3844" y="3389"/>
                  <a:pt x="3844" y="3137"/>
                  <a:pt x="3939" y="3043"/>
                </a:cubicBezTo>
                <a:cubicBezTo>
                  <a:pt x="4002" y="2980"/>
                  <a:pt x="4096" y="2948"/>
                  <a:pt x="4187" y="2948"/>
                </a:cubicBezTo>
                <a:close/>
                <a:moveTo>
                  <a:pt x="3148" y="7314"/>
                </a:moveTo>
                <a:cubicBezTo>
                  <a:pt x="4123" y="7314"/>
                  <a:pt x="4915" y="8092"/>
                  <a:pt x="4915" y="9060"/>
                </a:cubicBezTo>
                <a:cubicBezTo>
                  <a:pt x="4915" y="9249"/>
                  <a:pt x="4726" y="9407"/>
                  <a:pt x="4537" y="9407"/>
                </a:cubicBezTo>
                <a:cubicBezTo>
                  <a:pt x="4348" y="9407"/>
                  <a:pt x="4191" y="9249"/>
                  <a:pt x="4191" y="9060"/>
                </a:cubicBezTo>
                <a:cubicBezTo>
                  <a:pt x="4191" y="8468"/>
                  <a:pt x="3662" y="8015"/>
                  <a:pt x="3101" y="8015"/>
                </a:cubicBezTo>
                <a:cubicBezTo>
                  <a:pt x="3066" y="8015"/>
                  <a:pt x="3030" y="8017"/>
                  <a:pt x="2994" y="8020"/>
                </a:cubicBezTo>
                <a:cubicBezTo>
                  <a:pt x="2968" y="8029"/>
                  <a:pt x="2944" y="8033"/>
                  <a:pt x="2920" y="8033"/>
                </a:cubicBezTo>
                <a:cubicBezTo>
                  <a:pt x="2765" y="8033"/>
                  <a:pt x="2643" y="7869"/>
                  <a:pt x="2616" y="7705"/>
                </a:cubicBezTo>
                <a:cubicBezTo>
                  <a:pt x="2584" y="7516"/>
                  <a:pt x="2742" y="7359"/>
                  <a:pt x="2931" y="7327"/>
                </a:cubicBezTo>
                <a:cubicBezTo>
                  <a:pt x="3004" y="7319"/>
                  <a:pt x="3077" y="7314"/>
                  <a:pt x="3148" y="7314"/>
                </a:cubicBezTo>
                <a:close/>
                <a:moveTo>
                  <a:pt x="4581" y="0"/>
                </a:moveTo>
                <a:cubicBezTo>
                  <a:pt x="4444" y="0"/>
                  <a:pt x="4303" y="16"/>
                  <a:pt x="4159" y="50"/>
                </a:cubicBezTo>
                <a:cubicBezTo>
                  <a:pt x="3592" y="144"/>
                  <a:pt x="3214" y="585"/>
                  <a:pt x="2962" y="1089"/>
                </a:cubicBezTo>
                <a:cubicBezTo>
                  <a:pt x="2584" y="1152"/>
                  <a:pt x="2206" y="1310"/>
                  <a:pt x="1954" y="1562"/>
                </a:cubicBezTo>
                <a:cubicBezTo>
                  <a:pt x="1513" y="2003"/>
                  <a:pt x="1355" y="2633"/>
                  <a:pt x="1481" y="3200"/>
                </a:cubicBezTo>
                <a:cubicBezTo>
                  <a:pt x="1135" y="3232"/>
                  <a:pt x="820" y="3389"/>
                  <a:pt x="536" y="3673"/>
                </a:cubicBezTo>
                <a:cubicBezTo>
                  <a:pt x="221" y="3988"/>
                  <a:pt x="1" y="4397"/>
                  <a:pt x="1" y="4870"/>
                </a:cubicBezTo>
                <a:cubicBezTo>
                  <a:pt x="1" y="5280"/>
                  <a:pt x="127" y="5626"/>
                  <a:pt x="379" y="5910"/>
                </a:cubicBezTo>
                <a:cubicBezTo>
                  <a:pt x="127" y="6225"/>
                  <a:pt x="1" y="6571"/>
                  <a:pt x="1" y="6918"/>
                </a:cubicBezTo>
                <a:cubicBezTo>
                  <a:pt x="1" y="7390"/>
                  <a:pt x="221" y="7831"/>
                  <a:pt x="536" y="8146"/>
                </a:cubicBezTo>
                <a:cubicBezTo>
                  <a:pt x="788" y="8430"/>
                  <a:pt x="1135" y="8588"/>
                  <a:pt x="1481" y="8619"/>
                </a:cubicBezTo>
                <a:cubicBezTo>
                  <a:pt x="1229" y="9690"/>
                  <a:pt x="1985" y="10604"/>
                  <a:pt x="2931" y="10698"/>
                </a:cubicBezTo>
                <a:cubicBezTo>
                  <a:pt x="3214" y="11328"/>
                  <a:pt x="3781" y="11769"/>
                  <a:pt x="4537" y="11769"/>
                </a:cubicBezTo>
                <a:cubicBezTo>
                  <a:pt x="4947" y="11769"/>
                  <a:pt x="5293" y="11612"/>
                  <a:pt x="5577" y="11423"/>
                </a:cubicBezTo>
                <a:lnTo>
                  <a:pt x="5577" y="6571"/>
                </a:lnTo>
                <a:cubicBezTo>
                  <a:pt x="5293" y="6823"/>
                  <a:pt x="4947" y="6918"/>
                  <a:pt x="4537" y="6918"/>
                </a:cubicBezTo>
                <a:cubicBezTo>
                  <a:pt x="4348" y="6918"/>
                  <a:pt x="4191" y="6760"/>
                  <a:pt x="4191" y="6571"/>
                </a:cubicBezTo>
                <a:cubicBezTo>
                  <a:pt x="4191" y="6382"/>
                  <a:pt x="4348" y="6225"/>
                  <a:pt x="4537" y="6225"/>
                </a:cubicBezTo>
                <a:cubicBezTo>
                  <a:pt x="5136" y="6225"/>
                  <a:pt x="5577" y="5752"/>
                  <a:pt x="5577" y="5185"/>
                </a:cubicBezTo>
                <a:lnTo>
                  <a:pt x="5577" y="302"/>
                </a:lnTo>
                <a:cubicBezTo>
                  <a:pt x="5300" y="117"/>
                  <a:pt x="4956" y="0"/>
                  <a:pt x="45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3" name="Google Shape;6933;p34"/>
          <p:cNvSpPr/>
          <p:nvPr/>
        </p:nvSpPr>
        <p:spPr>
          <a:xfrm>
            <a:off x="6135746" y="1457438"/>
            <a:ext cx="23804" cy="23836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99" y="663"/>
                  <a:pt x="725" y="505"/>
                  <a:pt x="725" y="347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4" name="Google Shape;6934;p34"/>
          <p:cNvSpPr/>
          <p:nvPr/>
        </p:nvSpPr>
        <p:spPr>
          <a:xfrm>
            <a:off x="59775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32" y="1922"/>
                  <a:pt x="158" y="2080"/>
                  <a:pt x="347" y="2080"/>
                </a:cubicBezTo>
                <a:cubicBezTo>
                  <a:pt x="536" y="2080"/>
                  <a:pt x="693" y="1922"/>
                  <a:pt x="693" y="1733"/>
                </a:cubicBezTo>
                <a:lnTo>
                  <a:pt x="693" y="1386"/>
                </a:lnTo>
                <a:lnTo>
                  <a:pt x="1040" y="1386"/>
                </a:lnTo>
                <a:cubicBezTo>
                  <a:pt x="1260" y="1386"/>
                  <a:pt x="1418" y="1544"/>
                  <a:pt x="1418" y="1733"/>
                </a:cubicBezTo>
                <a:lnTo>
                  <a:pt x="1418" y="2899"/>
                </a:lnTo>
                <a:cubicBezTo>
                  <a:pt x="1197" y="3025"/>
                  <a:pt x="1040" y="3277"/>
                  <a:pt x="1040" y="3497"/>
                </a:cubicBezTo>
                <a:lnTo>
                  <a:pt x="1040" y="4222"/>
                </a:lnTo>
                <a:lnTo>
                  <a:pt x="2426" y="4222"/>
                </a:lnTo>
                <a:lnTo>
                  <a:pt x="2426" y="3497"/>
                </a:lnTo>
                <a:cubicBezTo>
                  <a:pt x="2426" y="3214"/>
                  <a:pt x="2268" y="3025"/>
                  <a:pt x="2079" y="2899"/>
                </a:cubicBezTo>
                <a:lnTo>
                  <a:pt x="2079" y="1733"/>
                </a:lnTo>
                <a:cubicBezTo>
                  <a:pt x="2079" y="1134"/>
                  <a:pt x="1607" y="693"/>
                  <a:pt x="1040" y="693"/>
                </a:cubicBezTo>
                <a:lnTo>
                  <a:pt x="693" y="693"/>
                </a:ln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5" name="Google Shape;6935;p34"/>
          <p:cNvSpPr/>
          <p:nvPr/>
        </p:nvSpPr>
        <p:spPr>
          <a:xfrm>
            <a:off x="5875101" y="1296106"/>
            <a:ext cx="79652" cy="138619"/>
          </a:xfrm>
          <a:custGeom>
            <a:rect b="b" l="l" r="r" t="t"/>
            <a:pathLst>
              <a:path extrusionOk="0" h="4222" w="2426">
                <a:moveTo>
                  <a:pt x="2079" y="0"/>
                </a:moveTo>
                <a:cubicBezTo>
                  <a:pt x="1890" y="0"/>
                  <a:pt x="1733" y="158"/>
                  <a:pt x="1733" y="347"/>
                </a:cubicBezTo>
                <a:lnTo>
                  <a:pt x="1733" y="693"/>
                </a:lnTo>
                <a:lnTo>
                  <a:pt x="1386" y="693"/>
                </a:lnTo>
                <a:cubicBezTo>
                  <a:pt x="788" y="693"/>
                  <a:pt x="347" y="1166"/>
                  <a:pt x="347" y="1733"/>
                </a:cubicBezTo>
                <a:lnTo>
                  <a:pt x="347" y="2899"/>
                </a:lnTo>
                <a:cubicBezTo>
                  <a:pt x="158" y="3025"/>
                  <a:pt x="0" y="3277"/>
                  <a:pt x="0" y="3497"/>
                </a:cubicBezTo>
                <a:lnTo>
                  <a:pt x="0" y="4222"/>
                </a:lnTo>
                <a:lnTo>
                  <a:pt x="1386" y="4222"/>
                </a:lnTo>
                <a:lnTo>
                  <a:pt x="1386" y="3497"/>
                </a:lnTo>
                <a:cubicBezTo>
                  <a:pt x="1386" y="3214"/>
                  <a:pt x="1229" y="3025"/>
                  <a:pt x="1008" y="2899"/>
                </a:cubicBezTo>
                <a:lnTo>
                  <a:pt x="1008" y="1733"/>
                </a:lnTo>
                <a:cubicBezTo>
                  <a:pt x="1008" y="1544"/>
                  <a:pt x="1166" y="1386"/>
                  <a:pt x="1386" y="1386"/>
                </a:cubicBezTo>
                <a:lnTo>
                  <a:pt x="1733" y="1386"/>
                </a:lnTo>
                <a:lnTo>
                  <a:pt x="1733" y="1733"/>
                </a:lnTo>
                <a:cubicBezTo>
                  <a:pt x="1733" y="1922"/>
                  <a:pt x="1890" y="2080"/>
                  <a:pt x="2079" y="2080"/>
                </a:cubicBezTo>
                <a:cubicBezTo>
                  <a:pt x="2268" y="2080"/>
                  <a:pt x="2426" y="1922"/>
                  <a:pt x="2426" y="1733"/>
                </a:cubicBezTo>
                <a:lnTo>
                  <a:pt x="2426" y="347"/>
                </a:lnTo>
                <a:cubicBezTo>
                  <a:pt x="2426" y="158"/>
                  <a:pt x="2268" y="0"/>
                  <a:pt x="20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6" name="Google Shape;6936;p34"/>
          <p:cNvSpPr/>
          <p:nvPr/>
        </p:nvSpPr>
        <p:spPr>
          <a:xfrm>
            <a:off x="5875101" y="1411934"/>
            <a:ext cx="329999" cy="272083"/>
          </a:xfrm>
          <a:custGeom>
            <a:rect b="b" l="l" r="r" t="t"/>
            <a:pathLst>
              <a:path extrusionOk="0" h="8287" w="10051">
                <a:moveTo>
                  <a:pt x="8317" y="725"/>
                </a:moveTo>
                <a:cubicBezTo>
                  <a:pt x="8885" y="725"/>
                  <a:pt x="9326" y="1198"/>
                  <a:pt x="9326" y="1733"/>
                </a:cubicBezTo>
                <a:cubicBezTo>
                  <a:pt x="9326" y="2332"/>
                  <a:pt x="8853" y="2773"/>
                  <a:pt x="8317" y="2773"/>
                </a:cubicBezTo>
                <a:cubicBezTo>
                  <a:pt x="7750" y="2773"/>
                  <a:pt x="7278" y="2301"/>
                  <a:pt x="7278" y="1733"/>
                </a:cubicBezTo>
                <a:cubicBezTo>
                  <a:pt x="7278" y="1166"/>
                  <a:pt x="7750" y="725"/>
                  <a:pt x="8317" y="725"/>
                </a:cubicBezTo>
                <a:close/>
                <a:moveTo>
                  <a:pt x="8317" y="1"/>
                </a:moveTo>
                <a:cubicBezTo>
                  <a:pt x="7372" y="1"/>
                  <a:pt x="6585" y="788"/>
                  <a:pt x="6585" y="1733"/>
                </a:cubicBezTo>
                <a:cubicBezTo>
                  <a:pt x="6585" y="2584"/>
                  <a:pt x="7152" y="3277"/>
                  <a:pt x="7939" y="3435"/>
                </a:cubicBezTo>
                <a:lnTo>
                  <a:pt x="7939" y="5199"/>
                </a:lnTo>
                <a:cubicBezTo>
                  <a:pt x="7939" y="6554"/>
                  <a:pt x="6837" y="7656"/>
                  <a:pt x="5513" y="7656"/>
                </a:cubicBezTo>
                <a:cubicBezTo>
                  <a:pt x="4190" y="7656"/>
                  <a:pt x="3088" y="6554"/>
                  <a:pt x="3088" y="5199"/>
                </a:cubicBezTo>
                <a:lnTo>
                  <a:pt x="3088" y="4506"/>
                </a:lnTo>
                <a:lnTo>
                  <a:pt x="3088" y="4443"/>
                </a:lnTo>
                <a:cubicBezTo>
                  <a:pt x="4316" y="4317"/>
                  <a:pt x="5324" y="3309"/>
                  <a:pt x="5482" y="2049"/>
                </a:cubicBezTo>
                <a:cubicBezTo>
                  <a:pt x="5513" y="1797"/>
                  <a:pt x="5513" y="1891"/>
                  <a:pt x="5513" y="1355"/>
                </a:cubicBezTo>
                <a:lnTo>
                  <a:pt x="4127" y="1355"/>
                </a:lnTo>
                <a:cubicBezTo>
                  <a:pt x="4127" y="1607"/>
                  <a:pt x="4127" y="1765"/>
                  <a:pt x="4096" y="2049"/>
                </a:cubicBezTo>
                <a:cubicBezTo>
                  <a:pt x="3938" y="2710"/>
                  <a:pt x="3340" y="3088"/>
                  <a:pt x="2741" y="3088"/>
                </a:cubicBezTo>
                <a:cubicBezTo>
                  <a:pt x="2174" y="3088"/>
                  <a:pt x="1575" y="2773"/>
                  <a:pt x="1418" y="2049"/>
                </a:cubicBezTo>
                <a:cubicBezTo>
                  <a:pt x="1386" y="1828"/>
                  <a:pt x="1386" y="1607"/>
                  <a:pt x="1386" y="1355"/>
                </a:cubicBezTo>
                <a:lnTo>
                  <a:pt x="0" y="1355"/>
                </a:lnTo>
                <a:cubicBezTo>
                  <a:pt x="0" y="1670"/>
                  <a:pt x="0" y="1733"/>
                  <a:pt x="32" y="2049"/>
                </a:cubicBezTo>
                <a:cubicBezTo>
                  <a:pt x="221" y="3277"/>
                  <a:pt x="1166" y="4317"/>
                  <a:pt x="2426" y="4474"/>
                </a:cubicBezTo>
                <a:lnTo>
                  <a:pt x="2426" y="5168"/>
                </a:lnTo>
                <a:cubicBezTo>
                  <a:pt x="2426" y="5672"/>
                  <a:pt x="2552" y="6144"/>
                  <a:pt x="2804" y="6585"/>
                </a:cubicBezTo>
                <a:cubicBezTo>
                  <a:pt x="3308" y="7625"/>
                  <a:pt x="4379" y="8286"/>
                  <a:pt x="5545" y="8286"/>
                </a:cubicBezTo>
                <a:cubicBezTo>
                  <a:pt x="7278" y="8286"/>
                  <a:pt x="8664" y="6869"/>
                  <a:pt x="8664" y="5168"/>
                </a:cubicBezTo>
                <a:lnTo>
                  <a:pt x="8664" y="3435"/>
                </a:lnTo>
                <a:cubicBezTo>
                  <a:pt x="9452" y="3277"/>
                  <a:pt x="10050" y="2584"/>
                  <a:pt x="10050" y="1733"/>
                </a:cubicBezTo>
                <a:cubicBezTo>
                  <a:pt x="10050" y="788"/>
                  <a:pt x="9263" y="1"/>
                  <a:pt x="83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7" name="Google Shape;6937;p34"/>
          <p:cNvSpPr/>
          <p:nvPr/>
        </p:nvSpPr>
        <p:spPr>
          <a:xfrm>
            <a:off x="5983197" y="1938197"/>
            <a:ext cx="113797" cy="113830"/>
          </a:xfrm>
          <a:custGeom>
            <a:rect b="b" l="l" r="r" t="t"/>
            <a:pathLst>
              <a:path extrusionOk="0" h="3467" w="3466">
                <a:moveTo>
                  <a:pt x="1386" y="662"/>
                </a:moveTo>
                <a:cubicBezTo>
                  <a:pt x="1764" y="662"/>
                  <a:pt x="2079" y="977"/>
                  <a:pt x="2079" y="1387"/>
                </a:cubicBezTo>
                <a:cubicBezTo>
                  <a:pt x="2079" y="1765"/>
                  <a:pt x="1764" y="2080"/>
                  <a:pt x="1386" y="2080"/>
                </a:cubicBezTo>
                <a:cubicBezTo>
                  <a:pt x="977" y="2080"/>
                  <a:pt x="662" y="1765"/>
                  <a:pt x="662" y="1387"/>
                </a:cubicBezTo>
                <a:cubicBezTo>
                  <a:pt x="662" y="977"/>
                  <a:pt x="977" y="662"/>
                  <a:pt x="1386" y="662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8" name="Google Shape;6938;p34"/>
          <p:cNvSpPr/>
          <p:nvPr/>
        </p:nvSpPr>
        <p:spPr>
          <a:xfrm>
            <a:off x="5844584" y="1867874"/>
            <a:ext cx="391035" cy="251366"/>
          </a:xfrm>
          <a:custGeom>
            <a:rect b="b" l="l" r="r" t="t"/>
            <a:pathLst>
              <a:path extrusionOk="0" h="7656" w="11910">
                <a:moveTo>
                  <a:pt x="5955" y="1418"/>
                </a:moveTo>
                <a:cubicBezTo>
                  <a:pt x="7278" y="1418"/>
                  <a:pt x="8381" y="2521"/>
                  <a:pt x="8381" y="3875"/>
                </a:cubicBezTo>
                <a:cubicBezTo>
                  <a:pt x="8381" y="5199"/>
                  <a:pt x="7278" y="6301"/>
                  <a:pt x="5955" y="6301"/>
                </a:cubicBezTo>
                <a:cubicBezTo>
                  <a:pt x="4600" y="6301"/>
                  <a:pt x="3497" y="5199"/>
                  <a:pt x="3497" y="3875"/>
                </a:cubicBezTo>
                <a:cubicBezTo>
                  <a:pt x="3497" y="2521"/>
                  <a:pt x="4600" y="1418"/>
                  <a:pt x="5955" y="1418"/>
                </a:cubicBezTo>
                <a:close/>
                <a:moveTo>
                  <a:pt x="5955" y="0"/>
                </a:moveTo>
                <a:cubicBezTo>
                  <a:pt x="2710" y="0"/>
                  <a:pt x="189" y="3466"/>
                  <a:pt x="95" y="3623"/>
                </a:cubicBezTo>
                <a:cubicBezTo>
                  <a:pt x="0" y="3749"/>
                  <a:pt x="0" y="3907"/>
                  <a:pt x="95" y="4033"/>
                </a:cubicBezTo>
                <a:cubicBezTo>
                  <a:pt x="189" y="4190"/>
                  <a:pt x="2773" y="7656"/>
                  <a:pt x="5955" y="7656"/>
                </a:cubicBezTo>
                <a:cubicBezTo>
                  <a:pt x="9137" y="7656"/>
                  <a:pt x="11689" y="4190"/>
                  <a:pt x="11815" y="4033"/>
                </a:cubicBezTo>
                <a:cubicBezTo>
                  <a:pt x="11909" y="3907"/>
                  <a:pt x="11909" y="3749"/>
                  <a:pt x="11815" y="3623"/>
                </a:cubicBezTo>
                <a:cubicBezTo>
                  <a:pt x="11689" y="3466"/>
                  <a:pt x="916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9" name="Google Shape;6939;p34"/>
          <p:cNvSpPr/>
          <p:nvPr/>
        </p:nvSpPr>
        <p:spPr>
          <a:xfrm>
            <a:off x="6007492" y="2301702"/>
            <a:ext cx="226577" cy="213510"/>
          </a:xfrm>
          <a:custGeom>
            <a:rect b="b" l="l" r="r" t="t"/>
            <a:pathLst>
              <a:path extrusionOk="0" h="6503" w="6901">
                <a:moveTo>
                  <a:pt x="5042" y="0"/>
                </a:moveTo>
                <a:cubicBezTo>
                  <a:pt x="4425" y="0"/>
                  <a:pt x="3809" y="237"/>
                  <a:pt x="3340" y="705"/>
                </a:cubicBezTo>
                <a:lnTo>
                  <a:pt x="1765" y="2281"/>
                </a:lnTo>
                <a:cubicBezTo>
                  <a:pt x="1639" y="2407"/>
                  <a:pt x="1639" y="2627"/>
                  <a:pt x="1765" y="2785"/>
                </a:cubicBezTo>
                <a:cubicBezTo>
                  <a:pt x="1860" y="2879"/>
                  <a:pt x="1891" y="2942"/>
                  <a:pt x="1891" y="3037"/>
                </a:cubicBezTo>
                <a:cubicBezTo>
                  <a:pt x="1891" y="3100"/>
                  <a:pt x="1860" y="3226"/>
                  <a:pt x="1765" y="3257"/>
                </a:cubicBezTo>
                <a:lnTo>
                  <a:pt x="1229" y="3824"/>
                </a:lnTo>
                <a:cubicBezTo>
                  <a:pt x="1009" y="3856"/>
                  <a:pt x="820" y="3919"/>
                  <a:pt x="662" y="4045"/>
                </a:cubicBezTo>
                <a:lnTo>
                  <a:pt x="1" y="4643"/>
                </a:lnTo>
                <a:lnTo>
                  <a:pt x="1860" y="6502"/>
                </a:lnTo>
                <a:lnTo>
                  <a:pt x="2427" y="5809"/>
                </a:lnTo>
                <a:cubicBezTo>
                  <a:pt x="2553" y="5652"/>
                  <a:pt x="2647" y="5494"/>
                  <a:pt x="2679" y="5305"/>
                </a:cubicBezTo>
                <a:lnTo>
                  <a:pt x="6774" y="1209"/>
                </a:lnTo>
                <a:cubicBezTo>
                  <a:pt x="6900" y="1083"/>
                  <a:pt x="6900" y="863"/>
                  <a:pt x="6774" y="737"/>
                </a:cubicBezTo>
                <a:cubicBezTo>
                  <a:pt x="6298" y="245"/>
                  <a:pt x="5669" y="0"/>
                  <a:pt x="504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0" name="Google Shape;6940;p34"/>
          <p:cNvSpPr/>
          <p:nvPr/>
        </p:nvSpPr>
        <p:spPr>
          <a:xfrm>
            <a:off x="5846128" y="2470683"/>
            <a:ext cx="206910" cy="206910"/>
          </a:xfrm>
          <a:custGeom>
            <a:rect b="b" l="l" r="r" t="t"/>
            <a:pathLst>
              <a:path extrusionOk="0" h="6302" w="6302">
                <a:moveTo>
                  <a:pt x="4412" y="1"/>
                </a:moveTo>
                <a:lnTo>
                  <a:pt x="537" y="3466"/>
                </a:lnTo>
                <a:cubicBezTo>
                  <a:pt x="190" y="3781"/>
                  <a:pt x="1" y="4222"/>
                  <a:pt x="1" y="4695"/>
                </a:cubicBezTo>
                <a:cubicBezTo>
                  <a:pt x="1" y="5136"/>
                  <a:pt x="158" y="5545"/>
                  <a:pt x="474" y="5829"/>
                </a:cubicBezTo>
                <a:cubicBezTo>
                  <a:pt x="789" y="6144"/>
                  <a:pt x="1167" y="6302"/>
                  <a:pt x="1608" y="6302"/>
                </a:cubicBezTo>
                <a:lnTo>
                  <a:pt x="1639" y="6302"/>
                </a:lnTo>
                <a:cubicBezTo>
                  <a:pt x="1954" y="6302"/>
                  <a:pt x="2269" y="6175"/>
                  <a:pt x="2553" y="5986"/>
                </a:cubicBezTo>
                <a:lnTo>
                  <a:pt x="1482" y="4915"/>
                </a:lnTo>
                <a:cubicBezTo>
                  <a:pt x="1356" y="4789"/>
                  <a:pt x="1356" y="4569"/>
                  <a:pt x="1482" y="4443"/>
                </a:cubicBezTo>
                <a:cubicBezTo>
                  <a:pt x="1545" y="4395"/>
                  <a:pt x="1631" y="4372"/>
                  <a:pt x="1718" y="4372"/>
                </a:cubicBezTo>
                <a:cubicBezTo>
                  <a:pt x="1805" y="4372"/>
                  <a:pt x="1891" y="4395"/>
                  <a:pt x="1954" y="4443"/>
                </a:cubicBezTo>
                <a:lnTo>
                  <a:pt x="3025" y="5514"/>
                </a:lnTo>
                <a:lnTo>
                  <a:pt x="3498" y="5010"/>
                </a:lnTo>
                <a:lnTo>
                  <a:pt x="2521" y="4002"/>
                </a:lnTo>
                <a:cubicBezTo>
                  <a:pt x="2395" y="3907"/>
                  <a:pt x="2395" y="3655"/>
                  <a:pt x="2521" y="3561"/>
                </a:cubicBezTo>
                <a:cubicBezTo>
                  <a:pt x="2569" y="3498"/>
                  <a:pt x="2655" y="3466"/>
                  <a:pt x="2746" y="3466"/>
                </a:cubicBezTo>
                <a:cubicBezTo>
                  <a:pt x="2836" y="3466"/>
                  <a:pt x="2931" y="3498"/>
                  <a:pt x="2994" y="3561"/>
                </a:cubicBezTo>
                <a:lnTo>
                  <a:pt x="3939" y="4474"/>
                </a:lnTo>
                <a:lnTo>
                  <a:pt x="4412" y="3970"/>
                </a:lnTo>
                <a:lnTo>
                  <a:pt x="3530" y="3120"/>
                </a:lnTo>
                <a:cubicBezTo>
                  <a:pt x="3403" y="2994"/>
                  <a:pt x="3403" y="2773"/>
                  <a:pt x="3530" y="2647"/>
                </a:cubicBezTo>
                <a:cubicBezTo>
                  <a:pt x="3593" y="2584"/>
                  <a:pt x="3679" y="2552"/>
                  <a:pt x="3766" y="2552"/>
                </a:cubicBezTo>
                <a:cubicBezTo>
                  <a:pt x="3852" y="2552"/>
                  <a:pt x="3939" y="2584"/>
                  <a:pt x="4002" y="2647"/>
                </a:cubicBezTo>
                <a:lnTo>
                  <a:pt x="4884" y="3498"/>
                </a:lnTo>
                <a:lnTo>
                  <a:pt x="5357" y="2994"/>
                </a:lnTo>
                <a:lnTo>
                  <a:pt x="4601" y="2237"/>
                </a:lnTo>
                <a:cubicBezTo>
                  <a:pt x="4475" y="2111"/>
                  <a:pt x="4475" y="1891"/>
                  <a:pt x="4601" y="1765"/>
                </a:cubicBezTo>
                <a:cubicBezTo>
                  <a:pt x="4671" y="1624"/>
                  <a:pt x="4771" y="1562"/>
                  <a:pt x="4867" y="1562"/>
                </a:cubicBezTo>
                <a:cubicBezTo>
                  <a:pt x="4944" y="1562"/>
                  <a:pt x="5018" y="1601"/>
                  <a:pt x="5073" y="1670"/>
                </a:cubicBezTo>
                <a:lnTo>
                  <a:pt x="5829" y="2395"/>
                </a:lnTo>
                <a:lnTo>
                  <a:pt x="6302" y="1891"/>
                </a:lnTo>
                <a:lnTo>
                  <a:pt x="441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1" name="Google Shape;6941;p34"/>
          <p:cNvSpPr/>
          <p:nvPr/>
        </p:nvSpPr>
        <p:spPr>
          <a:xfrm>
            <a:off x="8568872" y="1478138"/>
            <a:ext cx="91045" cy="112780"/>
          </a:xfrm>
          <a:custGeom>
            <a:rect b="b" l="l" r="r" t="t"/>
            <a:pathLst>
              <a:path extrusionOk="0" h="3435" w="2773">
                <a:moveTo>
                  <a:pt x="0" y="1"/>
                </a:moveTo>
                <a:lnTo>
                  <a:pt x="0" y="3435"/>
                </a:lnTo>
                <a:lnTo>
                  <a:pt x="2773" y="3435"/>
                </a:lnTo>
                <a:lnTo>
                  <a:pt x="2773" y="2741"/>
                </a:lnTo>
                <a:lnTo>
                  <a:pt x="1040" y="2741"/>
                </a:lnTo>
                <a:cubicBezTo>
                  <a:pt x="851" y="2741"/>
                  <a:pt x="693" y="2584"/>
                  <a:pt x="693" y="2395"/>
                </a:cubicBezTo>
                <a:cubicBezTo>
                  <a:pt x="693" y="2206"/>
                  <a:pt x="851" y="2048"/>
                  <a:pt x="1040" y="2048"/>
                </a:cubicBezTo>
                <a:lnTo>
                  <a:pt x="2773" y="2048"/>
                </a:lnTo>
                <a:lnTo>
                  <a:pt x="2773" y="1324"/>
                </a:lnTo>
                <a:lnTo>
                  <a:pt x="1040" y="1324"/>
                </a:lnTo>
                <a:cubicBezTo>
                  <a:pt x="851" y="1324"/>
                  <a:pt x="693" y="1166"/>
                  <a:pt x="693" y="977"/>
                </a:cubicBezTo>
                <a:cubicBezTo>
                  <a:pt x="693" y="851"/>
                  <a:pt x="851" y="694"/>
                  <a:pt x="1040" y="694"/>
                </a:cubicBezTo>
                <a:lnTo>
                  <a:pt x="2773" y="694"/>
                </a:ln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2" name="Google Shape;6942;p34"/>
          <p:cNvSpPr/>
          <p:nvPr/>
        </p:nvSpPr>
        <p:spPr>
          <a:xfrm>
            <a:off x="8433345" y="1295072"/>
            <a:ext cx="251398" cy="389984"/>
          </a:xfrm>
          <a:custGeom>
            <a:rect b="b" l="l" r="r" t="t"/>
            <a:pathLst>
              <a:path extrusionOk="0" h="11878" w="7657">
                <a:moveTo>
                  <a:pt x="2049" y="693"/>
                </a:moveTo>
                <a:lnTo>
                  <a:pt x="2049" y="2773"/>
                </a:lnTo>
                <a:lnTo>
                  <a:pt x="1356" y="2773"/>
                </a:lnTo>
                <a:lnTo>
                  <a:pt x="1356" y="693"/>
                </a:lnTo>
                <a:close/>
                <a:moveTo>
                  <a:pt x="3435" y="693"/>
                </a:moveTo>
                <a:lnTo>
                  <a:pt x="3435" y="2773"/>
                </a:lnTo>
                <a:lnTo>
                  <a:pt x="2710" y="2773"/>
                </a:lnTo>
                <a:lnTo>
                  <a:pt x="2710" y="693"/>
                </a:lnTo>
                <a:close/>
                <a:moveTo>
                  <a:pt x="4821" y="693"/>
                </a:moveTo>
                <a:lnTo>
                  <a:pt x="4821" y="2773"/>
                </a:lnTo>
                <a:lnTo>
                  <a:pt x="4097" y="2773"/>
                </a:lnTo>
                <a:lnTo>
                  <a:pt x="4097" y="693"/>
                </a:lnTo>
                <a:close/>
                <a:moveTo>
                  <a:pt x="6176" y="693"/>
                </a:moveTo>
                <a:lnTo>
                  <a:pt x="6176" y="2773"/>
                </a:lnTo>
                <a:lnTo>
                  <a:pt x="5483" y="2773"/>
                </a:lnTo>
                <a:lnTo>
                  <a:pt x="5483" y="693"/>
                </a:lnTo>
                <a:close/>
                <a:moveTo>
                  <a:pt x="1041" y="0"/>
                </a:moveTo>
                <a:cubicBezTo>
                  <a:pt x="442" y="0"/>
                  <a:pt x="1" y="473"/>
                  <a:pt x="1" y="1040"/>
                </a:cubicBezTo>
                <a:lnTo>
                  <a:pt x="1" y="3119"/>
                </a:lnTo>
                <a:cubicBezTo>
                  <a:pt x="1" y="3308"/>
                  <a:pt x="158" y="3466"/>
                  <a:pt x="379" y="3466"/>
                </a:cubicBezTo>
                <a:lnTo>
                  <a:pt x="726" y="3466"/>
                </a:lnTo>
                <a:lnTo>
                  <a:pt x="726" y="4883"/>
                </a:lnTo>
                <a:lnTo>
                  <a:pt x="2458" y="4883"/>
                </a:lnTo>
                <a:cubicBezTo>
                  <a:pt x="2647" y="4883"/>
                  <a:pt x="2805" y="5041"/>
                  <a:pt x="2805" y="5262"/>
                </a:cubicBezTo>
                <a:lnTo>
                  <a:pt x="2805" y="9420"/>
                </a:lnTo>
                <a:cubicBezTo>
                  <a:pt x="2805" y="9609"/>
                  <a:pt x="2647" y="9767"/>
                  <a:pt x="2458" y="9767"/>
                </a:cubicBezTo>
                <a:lnTo>
                  <a:pt x="2112" y="9767"/>
                </a:lnTo>
                <a:cubicBezTo>
                  <a:pt x="2112" y="10523"/>
                  <a:pt x="1797" y="11247"/>
                  <a:pt x="1261" y="11751"/>
                </a:cubicBezTo>
                <a:cubicBezTo>
                  <a:pt x="1419" y="11815"/>
                  <a:pt x="1576" y="11878"/>
                  <a:pt x="1734" y="11878"/>
                </a:cubicBezTo>
                <a:lnTo>
                  <a:pt x="5924" y="11878"/>
                </a:lnTo>
                <a:cubicBezTo>
                  <a:pt x="6522" y="11878"/>
                  <a:pt x="6932" y="11405"/>
                  <a:pt x="6932" y="10838"/>
                </a:cubicBezTo>
                <a:lnTo>
                  <a:pt x="6932" y="9798"/>
                </a:lnTo>
                <a:lnTo>
                  <a:pt x="3813" y="9798"/>
                </a:lnTo>
                <a:cubicBezTo>
                  <a:pt x="3624" y="9798"/>
                  <a:pt x="3467" y="9672"/>
                  <a:pt x="3467" y="9452"/>
                </a:cubicBezTo>
                <a:lnTo>
                  <a:pt x="3467" y="5293"/>
                </a:lnTo>
                <a:cubicBezTo>
                  <a:pt x="3467" y="5104"/>
                  <a:pt x="3624" y="4946"/>
                  <a:pt x="3813" y="4946"/>
                </a:cubicBezTo>
                <a:lnTo>
                  <a:pt x="6932" y="4946"/>
                </a:lnTo>
                <a:lnTo>
                  <a:pt x="6932" y="3529"/>
                </a:lnTo>
                <a:lnTo>
                  <a:pt x="7310" y="3529"/>
                </a:lnTo>
                <a:cubicBezTo>
                  <a:pt x="7499" y="3529"/>
                  <a:pt x="7657" y="3371"/>
                  <a:pt x="7657" y="3151"/>
                </a:cubicBezTo>
                <a:lnTo>
                  <a:pt x="7657" y="1040"/>
                </a:lnTo>
                <a:lnTo>
                  <a:pt x="7625" y="1040"/>
                </a:lnTo>
                <a:cubicBezTo>
                  <a:pt x="7625" y="441"/>
                  <a:pt x="7153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3" name="Google Shape;6943;p34"/>
          <p:cNvSpPr/>
          <p:nvPr/>
        </p:nvSpPr>
        <p:spPr>
          <a:xfrm>
            <a:off x="8294765" y="1522625"/>
            <a:ext cx="91045" cy="126208"/>
          </a:xfrm>
          <a:custGeom>
            <a:rect b="b" l="l" r="r" t="t"/>
            <a:pathLst>
              <a:path extrusionOk="0" h="3844" w="2773">
                <a:moveTo>
                  <a:pt x="2143" y="0"/>
                </a:moveTo>
                <a:cubicBezTo>
                  <a:pt x="1008" y="0"/>
                  <a:pt x="63" y="945"/>
                  <a:pt x="63" y="2080"/>
                </a:cubicBezTo>
                <a:cubicBezTo>
                  <a:pt x="0" y="2804"/>
                  <a:pt x="378" y="3434"/>
                  <a:pt x="914" y="3844"/>
                </a:cubicBezTo>
                <a:cubicBezTo>
                  <a:pt x="788" y="3529"/>
                  <a:pt x="725" y="3151"/>
                  <a:pt x="725" y="2804"/>
                </a:cubicBezTo>
                <a:cubicBezTo>
                  <a:pt x="725" y="1544"/>
                  <a:pt x="1576" y="473"/>
                  <a:pt x="2773" y="126"/>
                </a:cubicBezTo>
                <a:cubicBezTo>
                  <a:pt x="2584" y="63"/>
                  <a:pt x="2332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4" name="Google Shape;6944;p34"/>
          <p:cNvSpPr/>
          <p:nvPr/>
        </p:nvSpPr>
        <p:spPr>
          <a:xfrm>
            <a:off x="8340269" y="1546393"/>
            <a:ext cx="137601" cy="136583"/>
          </a:xfrm>
          <a:custGeom>
            <a:rect b="b" l="l" r="r" t="t"/>
            <a:pathLst>
              <a:path extrusionOk="0" h="4160" w="4191">
                <a:moveTo>
                  <a:pt x="2080" y="694"/>
                </a:moveTo>
                <a:cubicBezTo>
                  <a:pt x="2836" y="694"/>
                  <a:pt x="3466" y="1324"/>
                  <a:pt x="3466" y="2080"/>
                </a:cubicBezTo>
                <a:cubicBezTo>
                  <a:pt x="3466" y="2364"/>
                  <a:pt x="3403" y="2584"/>
                  <a:pt x="3246" y="2836"/>
                </a:cubicBezTo>
                <a:lnTo>
                  <a:pt x="1292" y="915"/>
                </a:lnTo>
                <a:cubicBezTo>
                  <a:pt x="1576" y="788"/>
                  <a:pt x="1828" y="694"/>
                  <a:pt x="2080" y="694"/>
                </a:cubicBezTo>
                <a:close/>
                <a:moveTo>
                  <a:pt x="2111" y="1"/>
                </a:moveTo>
                <a:cubicBezTo>
                  <a:pt x="946" y="1"/>
                  <a:pt x="1" y="946"/>
                  <a:pt x="1" y="2080"/>
                </a:cubicBezTo>
                <a:cubicBezTo>
                  <a:pt x="1" y="3214"/>
                  <a:pt x="946" y="4160"/>
                  <a:pt x="2111" y="4160"/>
                </a:cubicBezTo>
                <a:cubicBezTo>
                  <a:pt x="3246" y="4160"/>
                  <a:pt x="4191" y="3214"/>
                  <a:pt x="4191" y="2080"/>
                </a:cubicBezTo>
                <a:cubicBezTo>
                  <a:pt x="4191" y="946"/>
                  <a:pt x="324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5" name="Google Shape;6945;p34"/>
          <p:cNvSpPr/>
          <p:nvPr/>
        </p:nvSpPr>
        <p:spPr>
          <a:xfrm>
            <a:off x="8455079" y="1479189"/>
            <a:ext cx="45539" cy="113797"/>
          </a:xfrm>
          <a:custGeom>
            <a:rect b="b" l="l" r="r" t="t"/>
            <a:pathLst>
              <a:path extrusionOk="0" h="3466" w="1387">
                <a:moveTo>
                  <a:pt x="1" y="0"/>
                </a:moveTo>
                <a:lnTo>
                  <a:pt x="1" y="1764"/>
                </a:lnTo>
                <a:cubicBezTo>
                  <a:pt x="631" y="2111"/>
                  <a:pt x="1072" y="2709"/>
                  <a:pt x="1261" y="3466"/>
                </a:cubicBezTo>
                <a:lnTo>
                  <a:pt x="1387" y="346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6" name="Google Shape;6946;p34"/>
          <p:cNvSpPr/>
          <p:nvPr/>
        </p:nvSpPr>
        <p:spPr>
          <a:xfrm>
            <a:off x="8478882" y="1994043"/>
            <a:ext cx="22786" cy="22819"/>
          </a:xfrm>
          <a:custGeom>
            <a:rect b="b" l="l" r="r" t="t"/>
            <a:pathLst>
              <a:path extrusionOk="0" h="69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694"/>
                  <a:pt x="347" y="694"/>
                </a:cubicBezTo>
                <a:cubicBezTo>
                  <a:pt x="536" y="694"/>
                  <a:pt x="693" y="537"/>
                  <a:pt x="693" y="347"/>
                </a:cubicBezTo>
                <a:cubicBezTo>
                  <a:pt x="693" y="158"/>
                  <a:pt x="50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7" name="Google Shape;6947;p34"/>
          <p:cNvSpPr/>
          <p:nvPr/>
        </p:nvSpPr>
        <p:spPr>
          <a:xfrm>
            <a:off x="8614376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7"/>
                  <a:pt x="158" y="726"/>
                  <a:pt x="347" y="726"/>
                </a:cubicBezTo>
                <a:lnTo>
                  <a:pt x="1765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8" name="Google Shape;6948;p34"/>
          <p:cNvSpPr/>
          <p:nvPr/>
        </p:nvSpPr>
        <p:spPr>
          <a:xfrm>
            <a:off x="8294765" y="1994043"/>
            <a:ext cx="70360" cy="23836"/>
          </a:xfrm>
          <a:custGeom>
            <a:rect b="b" l="l" r="r" t="t"/>
            <a:pathLst>
              <a:path extrusionOk="0" h="726" w="2143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6"/>
                  <a:pt x="378" y="726"/>
                </a:cubicBezTo>
                <a:lnTo>
                  <a:pt x="1796" y="726"/>
                </a:lnTo>
                <a:cubicBezTo>
                  <a:pt x="1985" y="726"/>
                  <a:pt x="2143" y="568"/>
                  <a:pt x="2143" y="347"/>
                </a:cubicBezTo>
                <a:cubicBezTo>
                  <a:pt x="2143" y="158"/>
                  <a:pt x="1985" y="1"/>
                  <a:pt x="17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9" name="Google Shape;6949;p34"/>
          <p:cNvSpPr/>
          <p:nvPr/>
        </p:nvSpPr>
        <p:spPr>
          <a:xfrm>
            <a:off x="8477831" y="1810977"/>
            <a:ext cx="22786" cy="69342"/>
          </a:xfrm>
          <a:custGeom>
            <a:rect b="b" l="l" r="r" t="t"/>
            <a:pathLst>
              <a:path extrusionOk="0" h="2112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65"/>
                </a:lnTo>
                <a:cubicBezTo>
                  <a:pt x="1" y="1954"/>
                  <a:pt x="158" y="2111"/>
                  <a:pt x="347" y="2111"/>
                </a:cubicBezTo>
                <a:cubicBezTo>
                  <a:pt x="536" y="2111"/>
                  <a:pt x="694" y="1954"/>
                  <a:pt x="694" y="1765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0" name="Google Shape;6950;p34"/>
          <p:cNvSpPr/>
          <p:nvPr/>
        </p:nvSpPr>
        <p:spPr>
          <a:xfrm>
            <a:off x="8349593" y="1865805"/>
            <a:ext cx="55881" cy="53812"/>
          </a:xfrm>
          <a:custGeom>
            <a:rect b="b" l="l" r="r" t="t"/>
            <a:pathLst>
              <a:path extrusionOk="0" h="1639" w="1702">
                <a:moveTo>
                  <a:pt x="351" y="0"/>
                </a:moveTo>
                <a:cubicBezTo>
                  <a:pt x="260" y="0"/>
                  <a:pt x="173" y="32"/>
                  <a:pt x="126" y="95"/>
                </a:cubicBezTo>
                <a:cubicBezTo>
                  <a:pt x="0" y="221"/>
                  <a:pt x="0" y="441"/>
                  <a:pt x="126" y="567"/>
                </a:cubicBezTo>
                <a:lnTo>
                  <a:pt x="1103" y="1544"/>
                </a:lnTo>
                <a:cubicBezTo>
                  <a:pt x="1166" y="1607"/>
                  <a:pt x="1252" y="1639"/>
                  <a:pt x="1339" y="1639"/>
                </a:cubicBezTo>
                <a:cubicBezTo>
                  <a:pt x="1426" y="1639"/>
                  <a:pt x="1512" y="1607"/>
                  <a:pt x="1575" y="1544"/>
                </a:cubicBezTo>
                <a:cubicBezTo>
                  <a:pt x="1701" y="1418"/>
                  <a:pt x="1701" y="1198"/>
                  <a:pt x="1575" y="1071"/>
                </a:cubicBezTo>
                <a:lnTo>
                  <a:pt x="599" y="95"/>
                </a:lnTo>
                <a:cubicBezTo>
                  <a:pt x="536" y="32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1" name="Google Shape;6951;p34"/>
          <p:cNvSpPr/>
          <p:nvPr/>
        </p:nvSpPr>
        <p:spPr>
          <a:xfrm>
            <a:off x="8574026" y="1865805"/>
            <a:ext cx="56932" cy="53812"/>
          </a:xfrm>
          <a:custGeom>
            <a:rect b="b" l="l" r="r" t="t"/>
            <a:pathLst>
              <a:path extrusionOk="0" h="1639" w="1734">
                <a:moveTo>
                  <a:pt x="1351" y="0"/>
                </a:moveTo>
                <a:cubicBezTo>
                  <a:pt x="1261" y="0"/>
                  <a:pt x="1166" y="32"/>
                  <a:pt x="1103" y="95"/>
                </a:cubicBezTo>
                <a:lnTo>
                  <a:pt x="127" y="1071"/>
                </a:lnTo>
                <a:cubicBezTo>
                  <a:pt x="1" y="1198"/>
                  <a:pt x="1" y="1418"/>
                  <a:pt x="127" y="1544"/>
                </a:cubicBezTo>
                <a:cubicBezTo>
                  <a:pt x="190" y="1607"/>
                  <a:pt x="284" y="1639"/>
                  <a:pt x="375" y="1639"/>
                </a:cubicBezTo>
                <a:cubicBezTo>
                  <a:pt x="465" y="1639"/>
                  <a:pt x="552" y="1607"/>
                  <a:pt x="599" y="1544"/>
                </a:cubicBezTo>
                <a:lnTo>
                  <a:pt x="1576" y="567"/>
                </a:lnTo>
                <a:cubicBezTo>
                  <a:pt x="1733" y="441"/>
                  <a:pt x="1733" y="221"/>
                  <a:pt x="1576" y="95"/>
                </a:cubicBezTo>
                <a:cubicBezTo>
                  <a:pt x="1529" y="32"/>
                  <a:pt x="1442" y="0"/>
                  <a:pt x="1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2" name="Google Shape;6952;p34"/>
          <p:cNvSpPr/>
          <p:nvPr/>
        </p:nvSpPr>
        <p:spPr>
          <a:xfrm>
            <a:off x="8362004" y="2129570"/>
            <a:ext cx="252416" cy="46556"/>
          </a:xfrm>
          <a:custGeom>
            <a:rect b="b" l="l" r="r" t="t"/>
            <a:pathLst>
              <a:path extrusionOk="0" h="1418" w="768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lnTo>
                  <a:pt x="0" y="1071"/>
                </a:lnTo>
                <a:cubicBezTo>
                  <a:pt x="0" y="1260"/>
                  <a:pt x="158" y="1418"/>
                  <a:pt x="378" y="1418"/>
                </a:cubicBezTo>
                <a:lnTo>
                  <a:pt x="7309" y="1418"/>
                </a:lnTo>
                <a:cubicBezTo>
                  <a:pt x="7530" y="1418"/>
                  <a:pt x="7687" y="1260"/>
                  <a:pt x="7687" y="1071"/>
                </a:cubicBezTo>
                <a:lnTo>
                  <a:pt x="7687" y="725"/>
                </a:lnTo>
                <a:cubicBezTo>
                  <a:pt x="7687" y="315"/>
                  <a:pt x="7372" y="0"/>
                  <a:pt x="69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3" name="Google Shape;6953;p34"/>
          <p:cNvSpPr/>
          <p:nvPr/>
        </p:nvSpPr>
        <p:spPr>
          <a:xfrm>
            <a:off x="8386823" y="1904086"/>
            <a:ext cx="201723" cy="203791"/>
          </a:xfrm>
          <a:custGeom>
            <a:rect b="b" l="l" r="r" t="t"/>
            <a:pathLst>
              <a:path extrusionOk="0" h="6207" w="6144">
                <a:moveTo>
                  <a:pt x="3025" y="0"/>
                </a:moveTo>
                <a:cubicBezTo>
                  <a:pt x="1355" y="0"/>
                  <a:pt x="0" y="1355"/>
                  <a:pt x="0" y="3087"/>
                </a:cubicBezTo>
                <a:lnTo>
                  <a:pt x="0" y="6206"/>
                </a:lnTo>
                <a:lnTo>
                  <a:pt x="2773" y="6206"/>
                </a:lnTo>
                <a:lnTo>
                  <a:pt x="2773" y="4064"/>
                </a:lnTo>
                <a:cubicBezTo>
                  <a:pt x="2363" y="3938"/>
                  <a:pt x="2048" y="3560"/>
                  <a:pt x="2048" y="3087"/>
                </a:cubicBezTo>
                <a:cubicBezTo>
                  <a:pt x="2048" y="2489"/>
                  <a:pt x="2521" y="2079"/>
                  <a:pt x="3088" y="2079"/>
                </a:cubicBezTo>
                <a:cubicBezTo>
                  <a:pt x="3655" y="2079"/>
                  <a:pt x="4096" y="2552"/>
                  <a:pt x="4096" y="3087"/>
                </a:cubicBezTo>
                <a:cubicBezTo>
                  <a:pt x="4096" y="3529"/>
                  <a:pt x="3812" y="3938"/>
                  <a:pt x="3403" y="4064"/>
                </a:cubicBezTo>
                <a:lnTo>
                  <a:pt x="3403" y="6206"/>
                </a:lnTo>
                <a:lnTo>
                  <a:pt x="6144" y="6206"/>
                </a:lnTo>
                <a:lnTo>
                  <a:pt x="6144" y="3087"/>
                </a:lnTo>
                <a:cubicBezTo>
                  <a:pt x="6144" y="1355"/>
                  <a:pt x="4726" y="0"/>
                  <a:pt x="30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4" name="Google Shape;6954;p34"/>
          <p:cNvSpPr/>
          <p:nvPr/>
        </p:nvSpPr>
        <p:spPr>
          <a:xfrm>
            <a:off x="8498514" y="2295301"/>
            <a:ext cx="188294" cy="180809"/>
          </a:xfrm>
          <a:custGeom>
            <a:rect b="b" l="l" r="r" t="t"/>
            <a:pathLst>
              <a:path extrusionOk="0" h="5507" w="5735">
                <a:moveTo>
                  <a:pt x="1123" y="1"/>
                </a:moveTo>
                <a:cubicBezTo>
                  <a:pt x="859" y="1"/>
                  <a:pt x="599" y="103"/>
                  <a:pt x="410" y="308"/>
                </a:cubicBezTo>
                <a:cubicBezTo>
                  <a:pt x="1" y="686"/>
                  <a:pt x="1" y="1379"/>
                  <a:pt x="410" y="1757"/>
                </a:cubicBezTo>
                <a:lnTo>
                  <a:pt x="3813" y="5191"/>
                </a:lnTo>
                <a:cubicBezTo>
                  <a:pt x="4033" y="5380"/>
                  <a:pt x="4285" y="5506"/>
                  <a:pt x="4569" y="5506"/>
                </a:cubicBezTo>
                <a:cubicBezTo>
                  <a:pt x="4853" y="5506"/>
                  <a:pt x="5136" y="5380"/>
                  <a:pt x="5325" y="5191"/>
                </a:cubicBezTo>
                <a:cubicBezTo>
                  <a:pt x="5735" y="4781"/>
                  <a:pt x="5735" y="4120"/>
                  <a:pt x="5325" y="3742"/>
                </a:cubicBezTo>
                <a:lnTo>
                  <a:pt x="1860" y="308"/>
                </a:lnTo>
                <a:cubicBezTo>
                  <a:pt x="1655" y="103"/>
                  <a:pt x="1387" y="1"/>
                  <a:pt x="11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5" name="Google Shape;6955;p34"/>
          <p:cNvSpPr/>
          <p:nvPr/>
        </p:nvSpPr>
        <p:spPr>
          <a:xfrm>
            <a:off x="8292697" y="2626040"/>
            <a:ext cx="56932" cy="57949"/>
          </a:xfrm>
          <a:custGeom>
            <a:rect b="b" l="l" r="r" t="t"/>
            <a:pathLst>
              <a:path extrusionOk="0" h="1765" w="1734">
                <a:moveTo>
                  <a:pt x="756" y="0"/>
                </a:moveTo>
                <a:lnTo>
                  <a:pt x="221" y="630"/>
                </a:lnTo>
                <a:cubicBezTo>
                  <a:pt x="95" y="756"/>
                  <a:pt x="0" y="945"/>
                  <a:pt x="0" y="1103"/>
                </a:cubicBezTo>
                <a:cubicBezTo>
                  <a:pt x="0" y="1292"/>
                  <a:pt x="95" y="1449"/>
                  <a:pt x="221" y="1575"/>
                </a:cubicBezTo>
                <a:cubicBezTo>
                  <a:pt x="347" y="1702"/>
                  <a:pt x="536" y="1765"/>
                  <a:pt x="693" y="1765"/>
                </a:cubicBezTo>
                <a:cubicBezTo>
                  <a:pt x="882" y="1765"/>
                  <a:pt x="1040" y="1702"/>
                  <a:pt x="1166" y="1575"/>
                </a:cubicBezTo>
                <a:lnTo>
                  <a:pt x="1733" y="977"/>
                </a:lnTo>
                <a:lnTo>
                  <a:pt x="75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6" name="Google Shape;6956;p34"/>
          <p:cNvSpPr/>
          <p:nvPr/>
        </p:nvSpPr>
        <p:spPr>
          <a:xfrm>
            <a:off x="8337183" y="2369531"/>
            <a:ext cx="271032" cy="273101"/>
          </a:xfrm>
          <a:custGeom>
            <a:rect b="b" l="l" r="r" t="t"/>
            <a:pathLst>
              <a:path extrusionOk="0" h="8318" w="8255">
                <a:moveTo>
                  <a:pt x="4285" y="2457"/>
                </a:moveTo>
                <a:lnTo>
                  <a:pt x="5797" y="3938"/>
                </a:lnTo>
                <a:lnTo>
                  <a:pt x="5261" y="4474"/>
                </a:lnTo>
                <a:cubicBezTo>
                  <a:pt x="4868" y="4868"/>
                  <a:pt x="4342" y="5064"/>
                  <a:pt x="3814" y="5064"/>
                </a:cubicBezTo>
                <a:cubicBezTo>
                  <a:pt x="3708" y="5064"/>
                  <a:pt x="3602" y="5057"/>
                  <a:pt x="3497" y="5041"/>
                </a:cubicBezTo>
                <a:lnTo>
                  <a:pt x="3214" y="5009"/>
                </a:lnTo>
                <a:lnTo>
                  <a:pt x="3182" y="4726"/>
                </a:lnTo>
                <a:cubicBezTo>
                  <a:pt x="3119" y="4096"/>
                  <a:pt x="3308" y="3434"/>
                  <a:pt x="3781" y="2962"/>
                </a:cubicBezTo>
                <a:lnTo>
                  <a:pt x="4285" y="2457"/>
                </a:lnTo>
                <a:close/>
                <a:moveTo>
                  <a:pt x="4789" y="0"/>
                </a:moveTo>
                <a:lnTo>
                  <a:pt x="3056" y="1796"/>
                </a:lnTo>
                <a:cubicBezTo>
                  <a:pt x="2174" y="2678"/>
                  <a:pt x="1733" y="4001"/>
                  <a:pt x="1890" y="5261"/>
                </a:cubicBezTo>
                <a:lnTo>
                  <a:pt x="1922" y="5419"/>
                </a:lnTo>
                <a:lnTo>
                  <a:pt x="0" y="7341"/>
                </a:lnTo>
                <a:lnTo>
                  <a:pt x="977" y="8317"/>
                </a:lnTo>
                <a:lnTo>
                  <a:pt x="2898" y="6396"/>
                </a:lnTo>
                <a:lnTo>
                  <a:pt x="3056" y="6427"/>
                </a:lnTo>
                <a:cubicBezTo>
                  <a:pt x="3214" y="6459"/>
                  <a:pt x="3371" y="6459"/>
                  <a:pt x="3592" y="6459"/>
                </a:cubicBezTo>
                <a:cubicBezTo>
                  <a:pt x="4694" y="6459"/>
                  <a:pt x="5734" y="6049"/>
                  <a:pt x="6522" y="5261"/>
                </a:cubicBezTo>
                <a:lnTo>
                  <a:pt x="8254" y="3466"/>
                </a:lnTo>
                <a:lnTo>
                  <a:pt x="7278" y="2489"/>
                </a:lnTo>
                <a:lnTo>
                  <a:pt x="6301" y="3466"/>
                </a:lnTo>
                <a:lnTo>
                  <a:pt x="4852" y="2016"/>
                </a:lnTo>
                <a:lnTo>
                  <a:pt x="5828" y="1040"/>
                </a:lnTo>
                <a:lnTo>
                  <a:pt x="478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7" name="Google Shape;6957;p34"/>
          <p:cNvSpPr/>
          <p:nvPr/>
        </p:nvSpPr>
        <p:spPr>
          <a:xfrm>
            <a:off x="6899737" y="2825788"/>
            <a:ext cx="251366" cy="46589"/>
          </a:xfrm>
          <a:custGeom>
            <a:rect b="b" l="l" r="r" t="t"/>
            <a:pathLst>
              <a:path extrusionOk="0" h="1419" w="7656">
                <a:moveTo>
                  <a:pt x="1040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1418"/>
                </a:lnTo>
                <a:lnTo>
                  <a:pt x="7656" y="1418"/>
                </a:lnTo>
                <a:lnTo>
                  <a:pt x="7656" y="1040"/>
                </a:lnTo>
                <a:lnTo>
                  <a:pt x="7593" y="1040"/>
                </a:lnTo>
                <a:cubicBezTo>
                  <a:pt x="7593" y="442"/>
                  <a:pt x="7120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8" name="Google Shape;6958;p34"/>
          <p:cNvSpPr/>
          <p:nvPr/>
        </p:nvSpPr>
        <p:spPr>
          <a:xfrm>
            <a:off x="6966974" y="2941649"/>
            <a:ext cx="113797" cy="113797"/>
          </a:xfrm>
          <a:custGeom>
            <a:rect b="b" l="l" r="r" t="t"/>
            <a:pathLst>
              <a:path extrusionOk="0" h="3466" w="3466">
                <a:moveTo>
                  <a:pt x="1386" y="0"/>
                </a:moveTo>
                <a:lnTo>
                  <a:pt x="1386" y="1008"/>
                </a:lnTo>
                <a:cubicBezTo>
                  <a:pt x="1386" y="1197"/>
                  <a:pt x="1229" y="1355"/>
                  <a:pt x="1008" y="1355"/>
                </a:cubicBezTo>
                <a:lnTo>
                  <a:pt x="0" y="1355"/>
                </a:lnTo>
                <a:lnTo>
                  <a:pt x="0" y="2079"/>
                </a:lnTo>
                <a:lnTo>
                  <a:pt x="1008" y="2079"/>
                </a:lnTo>
                <a:cubicBezTo>
                  <a:pt x="1229" y="2079"/>
                  <a:pt x="1386" y="2237"/>
                  <a:pt x="1386" y="2426"/>
                </a:cubicBezTo>
                <a:lnTo>
                  <a:pt x="1386" y="3466"/>
                </a:lnTo>
                <a:lnTo>
                  <a:pt x="2079" y="3466"/>
                </a:lnTo>
                <a:lnTo>
                  <a:pt x="2079" y="2426"/>
                </a:lnTo>
                <a:cubicBezTo>
                  <a:pt x="2079" y="2237"/>
                  <a:pt x="2237" y="2079"/>
                  <a:pt x="2426" y="2079"/>
                </a:cubicBezTo>
                <a:lnTo>
                  <a:pt x="3466" y="2079"/>
                </a:lnTo>
                <a:lnTo>
                  <a:pt x="3466" y="1355"/>
                </a:lnTo>
                <a:lnTo>
                  <a:pt x="2426" y="1355"/>
                </a:lnTo>
                <a:cubicBezTo>
                  <a:pt x="2237" y="1355"/>
                  <a:pt x="2079" y="1197"/>
                  <a:pt x="2079" y="1008"/>
                </a:cubicBezTo>
                <a:lnTo>
                  <a:pt x="207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9" name="Google Shape;6959;p34"/>
          <p:cNvSpPr/>
          <p:nvPr/>
        </p:nvSpPr>
        <p:spPr>
          <a:xfrm>
            <a:off x="6898686" y="3122647"/>
            <a:ext cx="250348" cy="90060"/>
          </a:xfrm>
          <a:custGeom>
            <a:rect b="b" l="l" r="r" t="t"/>
            <a:pathLst>
              <a:path extrusionOk="0" h="2743" w="7625">
                <a:moveTo>
                  <a:pt x="4159" y="694"/>
                </a:moveTo>
                <a:cubicBezTo>
                  <a:pt x="4348" y="694"/>
                  <a:pt x="4506" y="851"/>
                  <a:pt x="4506" y="1040"/>
                </a:cubicBezTo>
                <a:cubicBezTo>
                  <a:pt x="4506" y="1261"/>
                  <a:pt x="4348" y="1418"/>
                  <a:pt x="4159" y="1418"/>
                </a:cubicBezTo>
                <a:lnTo>
                  <a:pt x="3466" y="1418"/>
                </a:lnTo>
                <a:cubicBezTo>
                  <a:pt x="3246" y="1418"/>
                  <a:pt x="3088" y="1261"/>
                  <a:pt x="3088" y="1040"/>
                </a:cubicBezTo>
                <a:cubicBezTo>
                  <a:pt x="3088" y="851"/>
                  <a:pt x="3246" y="694"/>
                  <a:pt x="3466" y="694"/>
                </a:cubicBezTo>
                <a:close/>
                <a:moveTo>
                  <a:pt x="1" y="0"/>
                </a:moveTo>
                <a:lnTo>
                  <a:pt x="1" y="1733"/>
                </a:lnTo>
                <a:cubicBezTo>
                  <a:pt x="1" y="2300"/>
                  <a:pt x="473" y="2741"/>
                  <a:pt x="1009" y="2741"/>
                </a:cubicBezTo>
                <a:lnTo>
                  <a:pt x="6554" y="2741"/>
                </a:lnTo>
                <a:cubicBezTo>
                  <a:pt x="6573" y="2742"/>
                  <a:pt x="6592" y="2743"/>
                  <a:pt x="6610" y="2743"/>
                </a:cubicBezTo>
                <a:cubicBezTo>
                  <a:pt x="7182" y="2743"/>
                  <a:pt x="7625" y="2282"/>
                  <a:pt x="7625" y="1733"/>
                </a:cubicBez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0" name="Google Shape;6960;p34"/>
          <p:cNvSpPr/>
          <p:nvPr/>
        </p:nvSpPr>
        <p:spPr>
          <a:xfrm>
            <a:off x="6898686" y="2895095"/>
            <a:ext cx="250348" cy="204842"/>
          </a:xfrm>
          <a:custGeom>
            <a:rect b="b" l="l" r="r" t="t"/>
            <a:pathLst>
              <a:path extrusionOk="0" h="6239" w="7625">
                <a:moveTo>
                  <a:pt x="4506" y="693"/>
                </a:moveTo>
                <a:cubicBezTo>
                  <a:pt x="4727" y="693"/>
                  <a:pt x="4884" y="851"/>
                  <a:pt x="4884" y="1040"/>
                </a:cubicBezTo>
                <a:lnTo>
                  <a:pt x="4884" y="2080"/>
                </a:lnTo>
                <a:lnTo>
                  <a:pt x="5892" y="2080"/>
                </a:lnTo>
                <a:cubicBezTo>
                  <a:pt x="6081" y="2080"/>
                  <a:pt x="6239" y="2237"/>
                  <a:pt x="6239" y="2426"/>
                </a:cubicBezTo>
                <a:lnTo>
                  <a:pt x="6239" y="3812"/>
                </a:lnTo>
                <a:cubicBezTo>
                  <a:pt x="6239" y="4001"/>
                  <a:pt x="6081" y="4159"/>
                  <a:pt x="5892" y="4159"/>
                </a:cubicBezTo>
                <a:lnTo>
                  <a:pt x="4884" y="4159"/>
                </a:lnTo>
                <a:lnTo>
                  <a:pt x="4884" y="5199"/>
                </a:lnTo>
                <a:cubicBezTo>
                  <a:pt x="4884" y="5388"/>
                  <a:pt x="4727" y="5545"/>
                  <a:pt x="4506" y="5545"/>
                </a:cubicBezTo>
                <a:lnTo>
                  <a:pt x="3151" y="5545"/>
                </a:lnTo>
                <a:cubicBezTo>
                  <a:pt x="2931" y="5545"/>
                  <a:pt x="2773" y="5388"/>
                  <a:pt x="2773" y="5199"/>
                </a:cubicBezTo>
                <a:lnTo>
                  <a:pt x="2773" y="4159"/>
                </a:lnTo>
                <a:lnTo>
                  <a:pt x="1765" y="4159"/>
                </a:lnTo>
                <a:cubicBezTo>
                  <a:pt x="1576" y="4159"/>
                  <a:pt x="1419" y="4001"/>
                  <a:pt x="1419" y="3812"/>
                </a:cubicBezTo>
                <a:lnTo>
                  <a:pt x="1419" y="2426"/>
                </a:lnTo>
                <a:cubicBezTo>
                  <a:pt x="1419" y="2237"/>
                  <a:pt x="1576" y="2080"/>
                  <a:pt x="1765" y="2080"/>
                </a:cubicBezTo>
                <a:lnTo>
                  <a:pt x="2773" y="2080"/>
                </a:lnTo>
                <a:lnTo>
                  <a:pt x="2773" y="1040"/>
                </a:lnTo>
                <a:cubicBezTo>
                  <a:pt x="2773" y="851"/>
                  <a:pt x="2931" y="693"/>
                  <a:pt x="3151" y="693"/>
                </a:cubicBezTo>
                <a:close/>
                <a:moveTo>
                  <a:pt x="1" y="0"/>
                </a:moveTo>
                <a:lnTo>
                  <a:pt x="1" y="6238"/>
                </a:lnTo>
                <a:lnTo>
                  <a:pt x="7625" y="6238"/>
                </a:lnTo>
                <a:lnTo>
                  <a:pt x="76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1" name="Google Shape;6961;p34"/>
          <p:cNvSpPr/>
          <p:nvPr/>
        </p:nvSpPr>
        <p:spPr>
          <a:xfrm>
            <a:off x="6852148" y="3433948"/>
            <a:ext cx="346547" cy="307247"/>
          </a:xfrm>
          <a:custGeom>
            <a:rect b="b" l="l" r="r" t="t"/>
            <a:pathLst>
              <a:path extrusionOk="0" h="9358" w="10555">
                <a:moveTo>
                  <a:pt x="1701" y="3119"/>
                </a:moveTo>
                <a:cubicBezTo>
                  <a:pt x="1890" y="3119"/>
                  <a:pt x="2048" y="3277"/>
                  <a:pt x="2048" y="3466"/>
                </a:cubicBezTo>
                <a:lnTo>
                  <a:pt x="2048" y="4159"/>
                </a:lnTo>
                <a:cubicBezTo>
                  <a:pt x="2048" y="4379"/>
                  <a:pt x="2205" y="4537"/>
                  <a:pt x="2394" y="4537"/>
                </a:cubicBezTo>
                <a:lnTo>
                  <a:pt x="3119" y="4537"/>
                </a:lnTo>
                <a:cubicBezTo>
                  <a:pt x="3308" y="4537"/>
                  <a:pt x="3466" y="4663"/>
                  <a:pt x="3466" y="4883"/>
                </a:cubicBezTo>
                <a:cubicBezTo>
                  <a:pt x="3466" y="5072"/>
                  <a:pt x="3308" y="5230"/>
                  <a:pt x="3119" y="5230"/>
                </a:cubicBezTo>
                <a:lnTo>
                  <a:pt x="2394" y="5230"/>
                </a:lnTo>
                <a:cubicBezTo>
                  <a:pt x="1796" y="5198"/>
                  <a:pt x="1323" y="4726"/>
                  <a:pt x="1323" y="4159"/>
                </a:cubicBezTo>
                <a:lnTo>
                  <a:pt x="1323" y="3466"/>
                </a:lnTo>
                <a:cubicBezTo>
                  <a:pt x="1323" y="3277"/>
                  <a:pt x="1512" y="3119"/>
                  <a:pt x="1701" y="3119"/>
                </a:cubicBezTo>
                <a:close/>
                <a:moveTo>
                  <a:pt x="3781" y="6585"/>
                </a:moveTo>
                <a:lnTo>
                  <a:pt x="3781" y="6931"/>
                </a:lnTo>
                <a:cubicBezTo>
                  <a:pt x="3781" y="7120"/>
                  <a:pt x="3623" y="7278"/>
                  <a:pt x="3434" y="7278"/>
                </a:cubicBezTo>
                <a:cubicBezTo>
                  <a:pt x="3214" y="7278"/>
                  <a:pt x="3056" y="7120"/>
                  <a:pt x="3056" y="6931"/>
                </a:cubicBezTo>
                <a:lnTo>
                  <a:pt x="3056" y="6585"/>
                </a:lnTo>
                <a:close/>
                <a:moveTo>
                  <a:pt x="6900" y="0"/>
                </a:moveTo>
                <a:cubicBezTo>
                  <a:pt x="5986" y="0"/>
                  <a:pt x="5293" y="693"/>
                  <a:pt x="5293" y="1607"/>
                </a:cubicBezTo>
                <a:cubicBezTo>
                  <a:pt x="5293" y="2363"/>
                  <a:pt x="5765" y="2741"/>
                  <a:pt x="6238" y="3182"/>
                </a:cubicBezTo>
                <a:lnTo>
                  <a:pt x="7561" y="4379"/>
                </a:lnTo>
                <a:lnTo>
                  <a:pt x="7561" y="7624"/>
                </a:lnTo>
                <a:cubicBezTo>
                  <a:pt x="7561" y="8223"/>
                  <a:pt x="7089" y="8664"/>
                  <a:pt x="6553" y="8664"/>
                </a:cubicBezTo>
                <a:lnTo>
                  <a:pt x="4820" y="8664"/>
                </a:lnTo>
                <a:cubicBezTo>
                  <a:pt x="4348" y="8664"/>
                  <a:pt x="3938" y="8349"/>
                  <a:pt x="3812" y="7876"/>
                </a:cubicBezTo>
                <a:cubicBezTo>
                  <a:pt x="4222" y="7719"/>
                  <a:pt x="4505" y="7372"/>
                  <a:pt x="4505" y="6931"/>
                </a:cubicBezTo>
                <a:lnTo>
                  <a:pt x="4505" y="6585"/>
                </a:lnTo>
                <a:lnTo>
                  <a:pt x="5198" y="6585"/>
                </a:lnTo>
                <a:cubicBezTo>
                  <a:pt x="6144" y="6585"/>
                  <a:pt x="6931" y="5797"/>
                  <a:pt x="6931" y="4852"/>
                </a:cubicBezTo>
                <a:lnTo>
                  <a:pt x="6931" y="4631"/>
                </a:lnTo>
                <a:lnTo>
                  <a:pt x="5829" y="3686"/>
                </a:lnTo>
                <a:cubicBezTo>
                  <a:pt x="5671" y="3529"/>
                  <a:pt x="5482" y="3371"/>
                  <a:pt x="5293" y="3182"/>
                </a:cubicBezTo>
                <a:cubicBezTo>
                  <a:pt x="4568" y="3151"/>
                  <a:pt x="3875" y="2899"/>
                  <a:pt x="3182" y="2332"/>
                </a:cubicBezTo>
                <a:cubicBezTo>
                  <a:pt x="2720" y="1911"/>
                  <a:pt x="1880" y="1701"/>
                  <a:pt x="1091" y="1701"/>
                </a:cubicBezTo>
                <a:cubicBezTo>
                  <a:pt x="697" y="1701"/>
                  <a:pt x="315" y="1754"/>
                  <a:pt x="0" y="1859"/>
                </a:cubicBezTo>
                <a:lnTo>
                  <a:pt x="0" y="4883"/>
                </a:lnTo>
                <a:cubicBezTo>
                  <a:pt x="0" y="5829"/>
                  <a:pt x="788" y="6616"/>
                  <a:pt x="1733" y="6616"/>
                </a:cubicBezTo>
                <a:lnTo>
                  <a:pt x="2457" y="6616"/>
                </a:lnTo>
                <a:lnTo>
                  <a:pt x="2457" y="6963"/>
                </a:lnTo>
                <a:cubicBezTo>
                  <a:pt x="2394" y="7404"/>
                  <a:pt x="2678" y="7782"/>
                  <a:pt x="3119" y="7908"/>
                </a:cubicBezTo>
                <a:cubicBezTo>
                  <a:pt x="3277" y="8727"/>
                  <a:pt x="3970" y="9357"/>
                  <a:pt x="4820" y="9357"/>
                </a:cubicBezTo>
                <a:lnTo>
                  <a:pt x="6553" y="9357"/>
                </a:lnTo>
                <a:cubicBezTo>
                  <a:pt x="7498" y="9357"/>
                  <a:pt x="8286" y="8569"/>
                  <a:pt x="8286" y="7624"/>
                </a:cubicBezTo>
                <a:lnTo>
                  <a:pt x="8286" y="4379"/>
                </a:lnTo>
                <a:cubicBezTo>
                  <a:pt x="9294" y="3497"/>
                  <a:pt x="9546" y="3277"/>
                  <a:pt x="9546" y="3277"/>
                </a:cubicBezTo>
                <a:cubicBezTo>
                  <a:pt x="9987" y="2867"/>
                  <a:pt x="10554" y="2395"/>
                  <a:pt x="10554" y="1607"/>
                </a:cubicBezTo>
                <a:cubicBezTo>
                  <a:pt x="10554" y="693"/>
                  <a:pt x="9830" y="0"/>
                  <a:pt x="8948" y="0"/>
                </a:cubicBezTo>
                <a:cubicBezTo>
                  <a:pt x="8538" y="0"/>
                  <a:pt x="8191" y="126"/>
                  <a:pt x="7908" y="347"/>
                </a:cubicBezTo>
                <a:cubicBezTo>
                  <a:pt x="7656" y="95"/>
                  <a:pt x="7278" y="0"/>
                  <a:pt x="69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2" name="Google Shape;6962;p34"/>
          <p:cNvSpPr/>
          <p:nvPr/>
        </p:nvSpPr>
        <p:spPr>
          <a:xfrm>
            <a:off x="6851097" y="3353249"/>
            <a:ext cx="207961" cy="160387"/>
          </a:xfrm>
          <a:custGeom>
            <a:rect b="b" l="l" r="r" t="t"/>
            <a:pathLst>
              <a:path extrusionOk="0" h="4885" w="6334">
                <a:moveTo>
                  <a:pt x="3844" y="631"/>
                </a:moveTo>
                <a:cubicBezTo>
                  <a:pt x="4065" y="631"/>
                  <a:pt x="4222" y="788"/>
                  <a:pt x="4222" y="1009"/>
                </a:cubicBezTo>
                <a:lnTo>
                  <a:pt x="4222" y="1387"/>
                </a:lnTo>
                <a:lnTo>
                  <a:pt x="2773" y="1387"/>
                </a:lnTo>
                <a:lnTo>
                  <a:pt x="2773" y="1009"/>
                </a:lnTo>
                <a:cubicBezTo>
                  <a:pt x="2773" y="788"/>
                  <a:pt x="2931" y="631"/>
                  <a:pt x="3151" y="631"/>
                </a:cubicBezTo>
                <a:close/>
                <a:moveTo>
                  <a:pt x="3088" y="1"/>
                </a:moveTo>
                <a:cubicBezTo>
                  <a:pt x="2521" y="1"/>
                  <a:pt x="2080" y="473"/>
                  <a:pt x="2080" y="1040"/>
                </a:cubicBezTo>
                <a:lnTo>
                  <a:pt x="2080" y="1419"/>
                </a:lnTo>
                <a:lnTo>
                  <a:pt x="1733" y="1419"/>
                </a:lnTo>
                <a:cubicBezTo>
                  <a:pt x="788" y="1419"/>
                  <a:pt x="1" y="2206"/>
                  <a:pt x="1" y="3151"/>
                </a:cubicBezTo>
                <a:lnTo>
                  <a:pt x="1" y="3592"/>
                </a:lnTo>
                <a:cubicBezTo>
                  <a:pt x="332" y="3503"/>
                  <a:pt x="705" y="3459"/>
                  <a:pt x="1087" y="3459"/>
                </a:cubicBezTo>
                <a:cubicBezTo>
                  <a:pt x="2048" y="3459"/>
                  <a:pt x="3069" y="3736"/>
                  <a:pt x="3655" y="4254"/>
                </a:cubicBezTo>
                <a:cubicBezTo>
                  <a:pt x="4002" y="4569"/>
                  <a:pt x="4411" y="4758"/>
                  <a:pt x="4789" y="4884"/>
                </a:cubicBezTo>
                <a:cubicBezTo>
                  <a:pt x="4726" y="4664"/>
                  <a:pt x="4632" y="4380"/>
                  <a:pt x="4632" y="4096"/>
                </a:cubicBezTo>
                <a:cubicBezTo>
                  <a:pt x="4632" y="2994"/>
                  <a:pt x="5356" y="2112"/>
                  <a:pt x="6333" y="1860"/>
                </a:cubicBezTo>
                <a:cubicBezTo>
                  <a:pt x="6018" y="1576"/>
                  <a:pt x="5608" y="1419"/>
                  <a:pt x="5199" y="1419"/>
                </a:cubicBezTo>
                <a:lnTo>
                  <a:pt x="4821" y="1419"/>
                </a:lnTo>
                <a:lnTo>
                  <a:pt x="4821" y="1040"/>
                </a:lnTo>
                <a:cubicBezTo>
                  <a:pt x="4821" y="442"/>
                  <a:pt x="4348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3" name="Google Shape;6963;p34"/>
          <p:cNvSpPr/>
          <p:nvPr/>
        </p:nvSpPr>
        <p:spPr>
          <a:xfrm>
            <a:off x="6818507" y="3853401"/>
            <a:ext cx="413788" cy="379708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4" name="Google Shape;6964;p34"/>
          <p:cNvSpPr/>
          <p:nvPr/>
        </p:nvSpPr>
        <p:spPr>
          <a:xfrm>
            <a:off x="8387437" y="4191721"/>
            <a:ext cx="85890" cy="45539"/>
          </a:xfrm>
          <a:custGeom>
            <a:rect b="b" l="l" r="r" t="t"/>
            <a:pathLst>
              <a:path extrusionOk="0" h="1387" w="2616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85" y="1387"/>
                  <a:pt x="2615" y="851"/>
                  <a:pt x="25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5" name="Google Shape;6965;p34"/>
          <p:cNvSpPr/>
          <p:nvPr/>
        </p:nvSpPr>
        <p:spPr>
          <a:xfrm>
            <a:off x="8527067" y="3849491"/>
            <a:ext cx="107625" cy="320577"/>
          </a:xfrm>
          <a:custGeom>
            <a:rect b="b" l="l" r="r" t="t"/>
            <a:pathLst>
              <a:path extrusionOk="0" h="9764" w="3278">
                <a:moveTo>
                  <a:pt x="1198" y="5541"/>
                </a:moveTo>
                <a:cubicBezTo>
                  <a:pt x="1387" y="5604"/>
                  <a:pt x="1544" y="5699"/>
                  <a:pt x="1544" y="5888"/>
                </a:cubicBezTo>
                <a:lnTo>
                  <a:pt x="1576" y="6266"/>
                </a:lnTo>
                <a:lnTo>
                  <a:pt x="788" y="6266"/>
                </a:lnTo>
                <a:lnTo>
                  <a:pt x="788" y="5888"/>
                </a:lnTo>
                <a:cubicBezTo>
                  <a:pt x="788" y="5699"/>
                  <a:pt x="946" y="5541"/>
                  <a:pt x="1198" y="5541"/>
                </a:cubicBezTo>
                <a:close/>
                <a:moveTo>
                  <a:pt x="2885" y="0"/>
                </a:moveTo>
                <a:cubicBezTo>
                  <a:pt x="2798" y="0"/>
                  <a:pt x="2714" y="40"/>
                  <a:pt x="2647" y="123"/>
                </a:cubicBezTo>
                <a:lnTo>
                  <a:pt x="914" y="2202"/>
                </a:lnTo>
                <a:cubicBezTo>
                  <a:pt x="883" y="2296"/>
                  <a:pt x="820" y="2360"/>
                  <a:pt x="820" y="2454"/>
                </a:cubicBezTo>
                <a:lnTo>
                  <a:pt x="820" y="4974"/>
                </a:lnTo>
                <a:cubicBezTo>
                  <a:pt x="442" y="5069"/>
                  <a:pt x="127" y="5478"/>
                  <a:pt x="127" y="5920"/>
                </a:cubicBezTo>
                <a:lnTo>
                  <a:pt x="1" y="9763"/>
                </a:lnTo>
                <a:lnTo>
                  <a:pt x="2458" y="9763"/>
                </a:lnTo>
                <a:lnTo>
                  <a:pt x="2238" y="5857"/>
                </a:lnTo>
                <a:cubicBezTo>
                  <a:pt x="2206" y="5447"/>
                  <a:pt x="1923" y="5069"/>
                  <a:pt x="1513" y="4974"/>
                </a:cubicBezTo>
                <a:lnTo>
                  <a:pt x="1513" y="2549"/>
                </a:lnTo>
                <a:lnTo>
                  <a:pt x="3151" y="595"/>
                </a:lnTo>
                <a:cubicBezTo>
                  <a:pt x="3277" y="375"/>
                  <a:pt x="3277" y="186"/>
                  <a:pt x="3120" y="91"/>
                </a:cubicBezTo>
                <a:cubicBezTo>
                  <a:pt x="3045" y="32"/>
                  <a:pt x="2964" y="0"/>
                  <a:pt x="28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6" name="Google Shape;6966;p34"/>
          <p:cNvSpPr/>
          <p:nvPr/>
        </p:nvSpPr>
        <p:spPr>
          <a:xfrm>
            <a:off x="8370890" y="3849359"/>
            <a:ext cx="114848" cy="320708"/>
          </a:xfrm>
          <a:custGeom>
            <a:rect b="b" l="l" r="r" t="t"/>
            <a:pathLst>
              <a:path extrusionOk="0" h="9768" w="3498">
                <a:moveTo>
                  <a:pt x="1733" y="1355"/>
                </a:moveTo>
                <a:cubicBezTo>
                  <a:pt x="1922" y="1355"/>
                  <a:pt x="2080" y="1513"/>
                  <a:pt x="2080" y="1702"/>
                </a:cubicBezTo>
                <a:cubicBezTo>
                  <a:pt x="2080" y="1922"/>
                  <a:pt x="1922" y="2048"/>
                  <a:pt x="1733" y="2048"/>
                </a:cubicBezTo>
                <a:cubicBezTo>
                  <a:pt x="1544" y="2048"/>
                  <a:pt x="1387" y="1891"/>
                  <a:pt x="1387" y="1702"/>
                </a:cubicBezTo>
                <a:cubicBezTo>
                  <a:pt x="1387" y="1513"/>
                  <a:pt x="1544" y="1355"/>
                  <a:pt x="1733" y="1355"/>
                </a:cubicBezTo>
                <a:close/>
                <a:moveTo>
                  <a:pt x="1765" y="5545"/>
                </a:moveTo>
                <a:cubicBezTo>
                  <a:pt x="1954" y="5608"/>
                  <a:pt x="2111" y="5703"/>
                  <a:pt x="2111" y="5892"/>
                </a:cubicBezTo>
                <a:lnTo>
                  <a:pt x="2174" y="6270"/>
                </a:lnTo>
                <a:lnTo>
                  <a:pt x="1387" y="6270"/>
                </a:lnTo>
                <a:lnTo>
                  <a:pt x="1387" y="5892"/>
                </a:lnTo>
                <a:cubicBezTo>
                  <a:pt x="1387" y="5703"/>
                  <a:pt x="1544" y="5545"/>
                  <a:pt x="1765" y="5545"/>
                </a:cubicBezTo>
                <a:close/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553"/>
                  <a:pt x="599" y="3277"/>
                  <a:pt x="1387" y="3435"/>
                </a:cubicBezTo>
                <a:lnTo>
                  <a:pt x="1387" y="4947"/>
                </a:lnTo>
                <a:cubicBezTo>
                  <a:pt x="977" y="5073"/>
                  <a:pt x="662" y="5482"/>
                  <a:pt x="662" y="5892"/>
                </a:cubicBezTo>
                <a:lnTo>
                  <a:pt x="536" y="9767"/>
                </a:lnTo>
                <a:lnTo>
                  <a:pt x="2993" y="9767"/>
                </a:lnTo>
                <a:lnTo>
                  <a:pt x="2804" y="5861"/>
                </a:lnTo>
                <a:cubicBezTo>
                  <a:pt x="2741" y="5419"/>
                  <a:pt x="2489" y="5073"/>
                  <a:pt x="2048" y="4947"/>
                </a:cubicBezTo>
                <a:lnTo>
                  <a:pt x="2048" y="3435"/>
                </a:lnTo>
                <a:cubicBezTo>
                  <a:pt x="2836" y="3277"/>
                  <a:pt x="3435" y="2553"/>
                  <a:pt x="3435" y="1733"/>
                </a:cubicBezTo>
                <a:cubicBezTo>
                  <a:pt x="3498" y="757"/>
                  <a:pt x="2710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7" name="Google Shape;6967;p34"/>
          <p:cNvSpPr/>
          <p:nvPr/>
        </p:nvSpPr>
        <p:spPr>
          <a:xfrm>
            <a:off x="8524999" y="4191721"/>
            <a:ext cx="84872" cy="45539"/>
          </a:xfrm>
          <a:custGeom>
            <a:rect b="b" l="l" r="r" t="t"/>
            <a:pathLst>
              <a:path extrusionOk="0" h="1387" w="2585">
                <a:moveTo>
                  <a:pt x="32" y="1"/>
                </a:moveTo>
                <a:cubicBezTo>
                  <a:pt x="1" y="883"/>
                  <a:pt x="631" y="1387"/>
                  <a:pt x="1292" y="1387"/>
                </a:cubicBezTo>
                <a:cubicBezTo>
                  <a:pt x="1954" y="1387"/>
                  <a:pt x="2584" y="851"/>
                  <a:pt x="25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8" name="Google Shape;6968;p34"/>
          <p:cNvSpPr/>
          <p:nvPr/>
        </p:nvSpPr>
        <p:spPr>
          <a:xfrm>
            <a:off x="6337368" y="1295597"/>
            <a:ext cx="390017" cy="206910"/>
          </a:xfrm>
          <a:custGeom>
            <a:rect b="b" l="l" r="r" t="t"/>
            <a:pathLst>
              <a:path extrusionOk="0" h="6302" w="11879">
                <a:moveTo>
                  <a:pt x="7688" y="2080"/>
                </a:moveTo>
                <a:lnTo>
                  <a:pt x="7688" y="2836"/>
                </a:lnTo>
                <a:lnTo>
                  <a:pt x="4191" y="2836"/>
                </a:lnTo>
                <a:lnTo>
                  <a:pt x="4191" y="2080"/>
                </a:lnTo>
                <a:close/>
                <a:moveTo>
                  <a:pt x="10177" y="3497"/>
                </a:moveTo>
                <a:cubicBezTo>
                  <a:pt x="10586" y="3497"/>
                  <a:pt x="10996" y="3781"/>
                  <a:pt x="11154" y="4222"/>
                </a:cubicBezTo>
                <a:lnTo>
                  <a:pt x="820" y="4222"/>
                </a:lnTo>
                <a:cubicBezTo>
                  <a:pt x="914" y="3812"/>
                  <a:pt x="1292" y="3497"/>
                  <a:pt x="1765" y="3497"/>
                </a:cubicBezTo>
                <a:close/>
                <a:moveTo>
                  <a:pt x="3844" y="0"/>
                </a:moveTo>
                <a:cubicBezTo>
                  <a:pt x="2899" y="0"/>
                  <a:pt x="2112" y="788"/>
                  <a:pt x="2112" y="1733"/>
                </a:cubicBezTo>
                <a:lnTo>
                  <a:pt x="2112" y="2836"/>
                </a:lnTo>
                <a:lnTo>
                  <a:pt x="1734" y="2836"/>
                </a:lnTo>
                <a:cubicBezTo>
                  <a:pt x="788" y="2836"/>
                  <a:pt x="1" y="3623"/>
                  <a:pt x="1" y="4568"/>
                </a:cubicBezTo>
                <a:lnTo>
                  <a:pt x="1" y="6301"/>
                </a:lnTo>
                <a:lnTo>
                  <a:pt x="1387" y="6301"/>
                </a:lnTo>
                <a:lnTo>
                  <a:pt x="1387" y="5955"/>
                </a:lnTo>
                <a:lnTo>
                  <a:pt x="1418" y="5955"/>
                </a:lnTo>
                <a:cubicBezTo>
                  <a:pt x="1418" y="5734"/>
                  <a:pt x="1576" y="5577"/>
                  <a:pt x="1765" y="5577"/>
                </a:cubicBezTo>
                <a:lnTo>
                  <a:pt x="3151" y="5577"/>
                </a:lnTo>
                <a:cubicBezTo>
                  <a:pt x="3340" y="5577"/>
                  <a:pt x="3529" y="5734"/>
                  <a:pt x="3529" y="5955"/>
                </a:cubicBezTo>
                <a:lnTo>
                  <a:pt x="3529" y="6301"/>
                </a:lnTo>
                <a:lnTo>
                  <a:pt x="8413" y="6301"/>
                </a:lnTo>
                <a:lnTo>
                  <a:pt x="8413" y="5955"/>
                </a:lnTo>
                <a:cubicBezTo>
                  <a:pt x="8413" y="5734"/>
                  <a:pt x="8570" y="5577"/>
                  <a:pt x="8759" y="5577"/>
                </a:cubicBezTo>
                <a:lnTo>
                  <a:pt x="10145" y="5577"/>
                </a:lnTo>
                <a:cubicBezTo>
                  <a:pt x="10334" y="5577"/>
                  <a:pt x="10492" y="5734"/>
                  <a:pt x="10492" y="5955"/>
                </a:cubicBezTo>
                <a:lnTo>
                  <a:pt x="10492" y="6301"/>
                </a:lnTo>
                <a:lnTo>
                  <a:pt x="11878" y="6301"/>
                </a:lnTo>
                <a:lnTo>
                  <a:pt x="11878" y="4568"/>
                </a:lnTo>
                <a:cubicBezTo>
                  <a:pt x="11878" y="3623"/>
                  <a:pt x="11091" y="2836"/>
                  <a:pt x="10145" y="2836"/>
                </a:cubicBezTo>
                <a:lnTo>
                  <a:pt x="9767" y="2836"/>
                </a:lnTo>
                <a:lnTo>
                  <a:pt x="9767" y="1733"/>
                </a:lnTo>
                <a:cubicBezTo>
                  <a:pt x="9767" y="788"/>
                  <a:pt x="8980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9" name="Google Shape;6969;p34"/>
          <p:cNvSpPr/>
          <p:nvPr/>
        </p:nvSpPr>
        <p:spPr>
          <a:xfrm>
            <a:off x="6636295" y="1502465"/>
            <a:ext cx="22786" cy="682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1733"/>
                </a:lnTo>
                <a:cubicBezTo>
                  <a:pt x="1" y="1922"/>
                  <a:pt x="158" y="2079"/>
                  <a:pt x="347" y="2079"/>
                </a:cubicBezTo>
                <a:cubicBezTo>
                  <a:pt x="536" y="2079"/>
                  <a:pt x="694" y="1922"/>
                  <a:pt x="694" y="1733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0" name="Google Shape;6970;p34"/>
          <p:cNvSpPr/>
          <p:nvPr/>
        </p:nvSpPr>
        <p:spPr>
          <a:xfrm>
            <a:off x="6338419" y="1525217"/>
            <a:ext cx="389984" cy="159303"/>
          </a:xfrm>
          <a:custGeom>
            <a:rect b="b" l="l" r="r" t="t"/>
            <a:pathLst>
              <a:path extrusionOk="0" h="4852" w="11878">
                <a:moveTo>
                  <a:pt x="5923" y="693"/>
                </a:moveTo>
                <a:cubicBezTo>
                  <a:pt x="6112" y="693"/>
                  <a:pt x="6270" y="851"/>
                  <a:pt x="6270" y="1040"/>
                </a:cubicBezTo>
                <a:lnTo>
                  <a:pt x="6270" y="1733"/>
                </a:lnTo>
                <a:lnTo>
                  <a:pt x="6994" y="1733"/>
                </a:lnTo>
                <a:cubicBezTo>
                  <a:pt x="7183" y="1733"/>
                  <a:pt x="7341" y="1891"/>
                  <a:pt x="7341" y="2080"/>
                </a:cubicBezTo>
                <a:cubicBezTo>
                  <a:pt x="7341" y="2300"/>
                  <a:pt x="7183" y="2458"/>
                  <a:pt x="6994" y="2458"/>
                </a:cubicBezTo>
                <a:lnTo>
                  <a:pt x="6270" y="2458"/>
                </a:lnTo>
                <a:lnTo>
                  <a:pt x="6270" y="3151"/>
                </a:lnTo>
                <a:cubicBezTo>
                  <a:pt x="6270" y="3340"/>
                  <a:pt x="6112" y="3497"/>
                  <a:pt x="5923" y="3497"/>
                </a:cubicBezTo>
                <a:cubicBezTo>
                  <a:pt x="5734" y="3497"/>
                  <a:pt x="5577" y="3340"/>
                  <a:pt x="5577" y="3151"/>
                </a:cubicBezTo>
                <a:lnTo>
                  <a:pt x="5577" y="2458"/>
                </a:lnTo>
                <a:lnTo>
                  <a:pt x="4852" y="2458"/>
                </a:lnTo>
                <a:cubicBezTo>
                  <a:pt x="4663" y="2458"/>
                  <a:pt x="4505" y="2300"/>
                  <a:pt x="4505" y="2080"/>
                </a:cubicBezTo>
                <a:cubicBezTo>
                  <a:pt x="4537" y="1891"/>
                  <a:pt x="4695" y="1733"/>
                  <a:pt x="4852" y="1733"/>
                </a:cubicBezTo>
                <a:lnTo>
                  <a:pt x="5577" y="1733"/>
                </a:lnTo>
                <a:lnTo>
                  <a:pt x="5577" y="1040"/>
                </a:lnTo>
                <a:cubicBezTo>
                  <a:pt x="5577" y="851"/>
                  <a:pt x="5734" y="693"/>
                  <a:pt x="5923" y="693"/>
                </a:cubicBezTo>
                <a:close/>
                <a:moveTo>
                  <a:pt x="126" y="0"/>
                </a:moveTo>
                <a:lnTo>
                  <a:pt x="126" y="3119"/>
                </a:lnTo>
                <a:cubicBezTo>
                  <a:pt x="0" y="4064"/>
                  <a:pt x="756" y="4852"/>
                  <a:pt x="1733" y="4852"/>
                </a:cubicBezTo>
                <a:lnTo>
                  <a:pt x="10145" y="4852"/>
                </a:lnTo>
                <a:cubicBezTo>
                  <a:pt x="11090" y="4852"/>
                  <a:pt x="11878" y="4064"/>
                  <a:pt x="11878" y="3119"/>
                </a:cubicBezTo>
                <a:lnTo>
                  <a:pt x="11878" y="0"/>
                </a:lnTo>
                <a:lnTo>
                  <a:pt x="10491" y="0"/>
                </a:lnTo>
                <a:lnTo>
                  <a:pt x="10491" y="1040"/>
                </a:lnTo>
                <a:cubicBezTo>
                  <a:pt x="10491" y="1639"/>
                  <a:pt x="10019" y="2048"/>
                  <a:pt x="9452" y="2048"/>
                </a:cubicBezTo>
                <a:cubicBezTo>
                  <a:pt x="8885" y="2048"/>
                  <a:pt x="8444" y="1576"/>
                  <a:pt x="8444" y="1040"/>
                </a:cubicBezTo>
                <a:lnTo>
                  <a:pt x="8444" y="0"/>
                </a:lnTo>
                <a:lnTo>
                  <a:pt x="3560" y="0"/>
                </a:lnTo>
                <a:lnTo>
                  <a:pt x="3560" y="1040"/>
                </a:lnTo>
                <a:cubicBezTo>
                  <a:pt x="3560" y="1639"/>
                  <a:pt x="3088" y="2048"/>
                  <a:pt x="2521" y="2048"/>
                </a:cubicBezTo>
                <a:cubicBezTo>
                  <a:pt x="1954" y="2048"/>
                  <a:pt x="1513" y="1576"/>
                  <a:pt x="1513" y="1040"/>
                </a:cubicBezTo>
                <a:lnTo>
                  <a:pt x="151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1" name="Google Shape;6971;p34"/>
          <p:cNvSpPr/>
          <p:nvPr/>
        </p:nvSpPr>
        <p:spPr>
          <a:xfrm>
            <a:off x="6405656" y="1502465"/>
            <a:ext cx="23804" cy="68292"/>
          </a:xfrm>
          <a:custGeom>
            <a:rect b="b" l="l" r="r" t="t"/>
            <a:pathLst>
              <a:path extrusionOk="0" h="2080" w="725">
                <a:moveTo>
                  <a:pt x="0" y="0"/>
                </a:moveTo>
                <a:lnTo>
                  <a:pt x="0" y="1733"/>
                </a:lnTo>
                <a:cubicBezTo>
                  <a:pt x="0" y="1922"/>
                  <a:pt x="158" y="2079"/>
                  <a:pt x="378" y="2079"/>
                </a:cubicBezTo>
                <a:cubicBezTo>
                  <a:pt x="567" y="2079"/>
                  <a:pt x="725" y="1922"/>
                  <a:pt x="725" y="1733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2" name="Google Shape;6972;p34"/>
          <p:cNvSpPr/>
          <p:nvPr/>
        </p:nvSpPr>
        <p:spPr>
          <a:xfrm>
            <a:off x="6399226" y="1864037"/>
            <a:ext cx="274151" cy="227332"/>
          </a:xfrm>
          <a:custGeom>
            <a:rect b="b" l="l" r="r" t="t"/>
            <a:pathLst>
              <a:path extrusionOk="0" h="6924" w="8350">
                <a:moveTo>
                  <a:pt x="4128" y="2733"/>
                </a:moveTo>
                <a:cubicBezTo>
                  <a:pt x="4380" y="3048"/>
                  <a:pt x="4726" y="3269"/>
                  <a:pt x="5167" y="3552"/>
                </a:cubicBezTo>
                <a:lnTo>
                  <a:pt x="5167" y="4497"/>
                </a:lnTo>
                <a:cubicBezTo>
                  <a:pt x="5167" y="4844"/>
                  <a:pt x="5010" y="5159"/>
                  <a:pt x="4695" y="5348"/>
                </a:cubicBezTo>
                <a:cubicBezTo>
                  <a:pt x="4537" y="5474"/>
                  <a:pt x="4325" y="5537"/>
                  <a:pt x="4112" y="5537"/>
                </a:cubicBezTo>
                <a:cubicBezTo>
                  <a:pt x="3899" y="5537"/>
                  <a:pt x="3687" y="5474"/>
                  <a:pt x="3529" y="5348"/>
                </a:cubicBezTo>
                <a:cubicBezTo>
                  <a:pt x="3277" y="5159"/>
                  <a:pt x="3057" y="4844"/>
                  <a:pt x="3057" y="4497"/>
                </a:cubicBezTo>
                <a:lnTo>
                  <a:pt x="3057" y="3552"/>
                </a:lnTo>
                <a:lnTo>
                  <a:pt x="3120" y="3552"/>
                </a:lnTo>
                <a:cubicBezTo>
                  <a:pt x="3529" y="3269"/>
                  <a:pt x="3907" y="2985"/>
                  <a:pt x="4128" y="2733"/>
                </a:cubicBezTo>
                <a:close/>
                <a:moveTo>
                  <a:pt x="4222" y="0"/>
                </a:moveTo>
                <a:cubicBezTo>
                  <a:pt x="3568" y="0"/>
                  <a:pt x="2915" y="166"/>
                  <a:pt x="2363" y="496"/>
                </a:cubicBezTo>
                <a:cubicBezTo>
                  <a:pt x="1702" y="906"/>
                  <a:pt x="1229" y="1473"/>
                  <a:pt x="946" y="2166"/>
                </a:cubicBezTo>
                <a:lnTo>
                  <a:pt x="190" y="4560"/>
                </a:lnTo>
                <a:cubicBezTo>
                  <a:pt x="1" y="5002"/>
                  <a:pt x="64" y="5474"/>
                  <a:pt x="316" y="5915"/>
                </a:cubicBezTo>
                <a:cubicBezTo>
                  <a:pt x="662" y="6514"/>
                  <a:pt x="1324" y="6892"/>
                  <a:pt x="2080" y="6923"/>
                </a:cubicBezTo>
                <a:cubicBezTo>
                  <a:pt x="2363" y="6923"/>
                  <a:pt x="2615" y="6892"/>
                  <a:pt x="2805" y="6766"/>
                </a:cubicBezTo>
                <a:cubicBezTo>
                  <a:pt x="3120" y="6608"/>
                  <a:pt x="3403" y="6419"/>
                  <a:pt x="3561" y="6104"/>
                </a:cubicBezTo>
                <a:cubicBezTo>
                  <a:pt x="3750" y="6199"/>
                  <a:pt x="3939" y="6230"/>
                  <a:pt x="4191" y="6230"/>
                </a:cubicBezTo>
                <a:cubicBezTo>
                  <a:pt x="4380" y="6230"/>
                  <a:pt x="4600" y="6199"/>
                  <a:pt x="4821" y="6104"/>
                </a:cubicBezTo>
                <a:cubicBezTo>
                  <a:pt x="5010" y="6388"/>
                  <a:pt x="5230" y="6608"/>
                  <a:pt x="5545" y="6766"/>
                </a:cubicBezTo>
                <a:cubicBezTo>
                  <a:pt x="5797" y="6892"/>
                  <a:pt x="6018" y="6923"/>
                  <a:pt x="6270" y="6923"/>
                </a:cubicBezTo>
                <a:lnTo>
                  <a:pt x="6302" y="6923"/>
                </a:lnTo>
                <a:cubicBezTo>
                  <a:pt x="7026" y="6892"/>
                  <a:pt x="7688" y="6451"/>
                  <a:pt x="8034" y="5915"/>
                </a:cubicBezTo>
                <a:cubicBezTo>
                  <a:pt x="8318" y="5474"/>
                  <a:pt x="8349" y="5002"/>
                  <a:pt x="8192" y="4623"/>
                </a:cubicBezTo>
                <a:lnTo>
                  <a:pt x="7436" y="2135"/>
                </a:lnTo>
                <a:cubicBezTo>
                  <a:pt x="7184" y="1473"/>
                  <a:pt x="6711" y="906"/>
                  <a:pt x="6081" y="496"/>
                </a:cubicBezTo>
                <a:cubicBezTo>
                  <a:pt x="5530" y="166"/>
                  <a:pt x="4876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3" name="Google Shape;6973;p34"/>
          <p:cNvSpPr/>
          <p:nvPr/>
        </p:nvSpPr>
        <p:spPr>
          <a:xfrm>
            <a:off x="6387866" y="2090275"/>
            <a:ext cx="296871" cy="93146"/>
          </a:xfrm>
          <a:custGeom>
            <a:rect b="b" l="l" r="r" t="t"/>
            <a:pathLst>
              <a:path extrusionOk="0" h="2837" w="9042">
                <a:moveTo>
                  <a:pt x="4159" y="1"/>
                </a:moveTo>
                <a:cubicBezTo>
                  <a:pt x="3970" y="190"/>
                  <a:pt x="3686" y="379"/>
                  <a:pt x="3403" y="505"/>
                </a:cubicBezTo>
                <a:cubicBezTo>
                  <a:pt x="3151" y="631"/>
                  <a:pt x="2772" y="694"/>
                  <a:pt x="2426" y="694"/>
                </a:cubicBezTo>
                <a:cubicBezTo>
                  <a:pt x="1764" y="662"/>
                  <a:pt x="1166" y="442"/>
                  <a:pt x="693" y="32"/>
                </a:cubicBezTo>
                <a:cubicBezTo>
                  <a:pt x="252" y="473"/>
                  <a:pt x="0" y="1072"/>
                  <a:pt x="0" y="1734"/>
                </a:cubicBezTo>
                <a:lnTo>
                  <a:pt x="0" y="2490"/>
                </a:lnTo>
                <a:cubicBezTo>
                  <a:pt x="0" y="2679"/>
                  <a:pt x="158" y="2836"/>
                  <a:pt x="347" y="2836"/>
                </a:cubicBezTo>
                <a:lnTo>
                  <a:pt x="8695" y="2836"/>
                </a:lnTo>
                <a:cubicBezTo>
                  <a:pt x="8884" y="2836"/>
                  <a:pt x="9042" y="2679"/>
                  <a:pt x="9042" y="2490"/>
                </a:cubicBezTo>
                <a:lnTo>
                  <a:pt x="9042" y="1765"/>
                </a:lnTo>
                <a:cubicBezTo>
                  <a:pt x="9042" y="1135"/>
                  <a:pt x="8821" y="505"/>
                  <a:pt x="8349" y="95"/>
                </a:cubicBezTo>
                <a:cubicBezTo>
                  <a:pt x="7876" y="473"/>
                  <a:pt x="7309" y="725"/>
                  <a:pt x="6679" y="757"/>
                </a:cubicBezTo>
                <a:lnTo>
                  <a:pt x="6616" y="757"/>
                </a:lnTo>
                <a:cubicBezTo>
                  <a:pt x="6238" y="757"/>
                  <a:pt x="5891" y="662"/>
                  <a:pt x="5576" y="505"/>
                </a:cubicBezTo>
                <a:cubicBezTo>
                  <a:pt x="5324" y="379"/>
                  <a:pt x="5072" y="221"/>
                  <a:pt x="4883" y="1"/>
                </a:cubicBezTo>
                <a:cubicBezTo>
                  <a:pt x="4757" y="32"/>
                  <a:pt x="4631" y="32"/>
                  <a:pt x="4505" y="32"/>
                </a:cubicBezTo>
                <a:cubicBezTo>
                  <a:pt x="4411" y="32"/>
                  <a:pt x="4285" y="32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4" name="Google Shape;6974;p34"/>
          <p:cNvSpPr/>
          <p:nvPr/>
        </p:nvSpPr>
        <p:spPr>
          <a:xfrm>
            <a:off x="6457139" y="1794205"/>
            <a:ext cx="160354" cy="67536"/>
          </a:xfrm>
          <a:custGeom>
            <a:rect b="b" l="l" r="r" t="t"/>
            <a:pathLst>
              <a:path extrusionOk="0" h="2057" w="4884">
                <a:moveTo>
                  <a:pt x="2454" y="1"/>
                </a:moveTo>
                <a:cubicBezTo>
                  <a:pt x="1639" y="1"/>
                  <a:pt x="820" y="339"/>
                  <a:pt x="127" y="1017"/>
                </a:cubicBezTo>
                <a:cubicBezTo>
                  <a:pt x="32" y="1111"/>
                  <a:pt x="1" y="1237"/>
                  <a:pt x="32" y="1332"/>
                </a:cubicBezTo>
                <a:lnTo>
                  <a:pt x="190" y="2056"/>
                </a:lnTo>
                <a:cubicBezTo>
                  <a:pt x="820" y="1647"/>
                  <a:pt x="1608" y="1458"/>
                  <a:pt x="2395" y="1458"/>
                </a:cubicBezTo>
                <a:cubicBezTo>
                  <a:pt x="3183" y="1458"/>
                  <a:pt x="3970" y="1647"/>
                  <a:pt x="4601" y="2056"/>
                </a:cubicBezTo>
                <a:lnTo>
                  <a:pt x="4664" y="2056"/>
                </a:lnTo>
                <a:lnTo>
                  <a:pt x="4853" y="1332"/>
                </a:lnTo>
                <a:cubicBezTo>
                  <a:pt x="4884" y="1237"/>
                  <a:pt x="4853" y="1111"/>
                  <a:pt x="4758" y="1017"/>
                </a:cubicBezTo>
                <a:cubicBezTo>
                  <a:pt x="4081" y="339"/>
                  <a:pt x="3269" y="1"/>
                  <a:pt x="24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5" name="Google Shape;6975;p34"/>
          <p:cNvSpPr/>
          <p:nvPr/>
        </p:nvSpPr>
        <p:spPr>
          <a:xfrm>
            <a:off x="6337368" y="2481353"/>
            <a:ext cx="201756" cy="204842"/>
          </a:xfrm>
          <a:custGeom>
            <a:rect b="b" l="l" r="r" t="t"/>
            <a:pathLst>
              <a:path extrusionOk="0" h="6239" w="6145">
                <a:moveTo>
                  <a:pt x="3183" y="1"/>
                </a:moveTo>
                <a:lnTo>
                  <a:pt x="2490" y="725"/>
                </a:lnTo>
                <a:cubicBezTo>
                  <a:pt x="2206" y="1009"/>
                  <a:pt x="1986" y="1387"/>
                  <a:pt x="1860" y="1828"/>
                </a:cubicBezTo>
                <a:cubicBezTo>
                  <a:pt x="1608" y="2742"/>
                  <a:pt x="1229" y="3435"/>
                  <a:pt x="725" y="4002"/>
                </a:cubicBezTo>
                <a:lnTo>
                  <a:pt x="316" y="4411"/>
                </a:lnTo>
                <a:cubicBezTo>
                  <a:pt x="127" y="4632"/>
                  <a:pt x="1" y="4884"/>
                  <a:pt x="1" y="5167"/>
                </a:cubicBezTo>
                <a:cubicBezTo>
                  <a:pt x="1" y="5451"/>
                  <a:pt x="127" y="5734"/>
                  <a:pt x="316" y="5923"/>
                </a:cubicBezTo>
                <a:cubicBezTo>
                  <a:pt x="505" y="6113"/>
                  <a:pt x="788" y="6239"/>
                  <a:pt x="1072" y="6239"/>
                </a:cubicBezTo>
                <a:cubicBezTo>
                  <a:pt x="1355" y="6113"/>
                  <a:pt x="1608" y="5986"/>
                  <a:pt x="1765" y="5797"/>
                </a:cubicBezTo>
                <a:lnTo>
                  <a:pt x="2206" y="5419"/>
                </a:lnTo>
                <a:cubicBezTo>
                  <a:pt x="2710" y="4884"/>
                  <a:pt x="3435" y="4506"/>
                  <a:pt x="4380" y="4254"/>
                </a:cubicBezTo>
                <a:cubicBezTo>
                  <a:pt x="4664" y="4191"/>
                  <a:pt x="4916" y="4033"/>
                  <a:pt x="5168" y="3876"/>
                </a:cubicBezTo>
                <a:lnTo>
                  <a:pt x="4664" y="3372"/>
                </a:lnTo>
                <a:cubicBezTo>
                  <a:pt x="4537" y="3246"/>
                  <a:pt x="4537" y="2994"/>
                  <a:pt x="4664" y="2899"/>
                </a:cubicBezTo>
                <a:cubicBezTo>
                  <a:pt x="4711" y="2836"/>
                  <a:pt x="4797" y="2805"/>
                  <a:pt x="4888" y="2805"/>
                </a:cubicBezTo>
                <a:cubicBezTo>
                  <a:pt x="4979" y="2805"/>
                  <a:pt x="5073" y="2836"/>
                  <a:pt x="5136" y="2899"/>
                </a:cubicBezTo>
                <a:lnTo>
                  <a:pt x="5672" y="3435"/>
                </a:lnTo>
                <a:lnTo>
                  <a:pt x="6144" y="2962"/>
                </a:lnTo>
                <a:lnTo>
                  <a:pt x="31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6" name="Google Shape;6976;p34"/>
          <p:cNvSpPr/>
          <p:nvPr/>
        </p:nvSpPr>
        <p:spPr>
          <a:xfrm>
            <a:off x="6461502" y="2293100"/>
            <a:ext cx="266895" cy="265878"/>
          </a:xfrm>
          <a:custGeom>
            <a:rect b="b" l="l" r="r" t="t"/>
            <a:pathLst>
              <a:path extrusionOk="0" h="8098" w="8129">
                <a:moveTo>
                  <a:pt x="1891" y="2364"/>
                </a:moveTo>
                <a:cubicBezTo>
                  <a:pt x="1985" y="2364"/>
                  <a:pt x="2048" y="2395"/>
                  <a:pt x="2143" y="2490"/>
                </a:cubicBezTo>
                <a:lnTo>
                  <a:pt x="5545" y="5892"/>
                </a:lnTo>
                <a:cubicBezTo>
                  <a:pt x="5671" y="6018"/>
                  <a:pt x="5671" y="6239"/>
                  <a:pt x="5545" y="6365"/>
                </a:cubicBezTo>
                <a:cubicBezTo>
                  <a:pt x="5498" y="6428"/>
                  <a:pt x="5411" y="6459"/>
                  <a:pt x="5321" y="6459"/>
                </a:cubicBezTo>
                <a:cubicBezTo>
                  <a:pt x="5230" y="6459"/>
                  <a:pt x="5136" y="6428"/>
                  <a:pt x="5073" y="6365"/>
                </a:cubicBezTo>
                <a:lnTo>
                  <a:pt x="1670" y="2962"/>
                </a:lnTo>
                <a:cubicBezTo>
                  <a:pt x="1544" y="2836"/>
                  <a:pt x="1544" y="2647"/>
                  <a:pt x="1670" y="2490"/>
                </a:cubicBezTo>
                <a:cubicBezTo>
                  <a:pt x="1733" y="2395"/>
                  <a:pt x="1828" y="2364"/>
                  <a:pt x="1891" y="2364"/>
                </a:cubicBezTo>
                <a:close/>
                <a:moveTo>
                  <a:pt x="6742" y="1"/>
                </a:moveTo>
                <a:cubicBezTo>
                  <a:pt x="6333" y="1"/>
                  <a:pt x="6018" y="158"/>
                  <a:pt x="5766" y="379"/>
                </a:cubicBezTo>
                <a:lnTo>
                  <a:pt x="4128" y="2017"/>
                </a:lnTo>
                <a:cubicBezTo>
                  <a:pt x="3938" y="2206"/>
                  <a:pt x="3679" y="2301"/>
                  <a:pt x="3415" y="2301"/>
                </a:cubicBezTo>
                <a:cubicBezTo>
                  <a:pt x="3151" y="2301"/>
                  <a:pt x="2883" y="2206"/>
                  <a:pt x="2678" y="2017"/>
                </a:cubicBezTo>
                <a:cubicBezTo>
                  <a:pt x="2489" y="1812"/>
                  <a:pt x="2229" y="1710"/>
                  <a:pt x="1965" y="1710"/>
                </a:cubicBezTo>
                <a:cubicBezTo>
                  <a:pt x="1702" y="1710"/>
                  <a:pt x="1434" y="1812"/>
                  <a:pt x="1229" y="2017"/>
                </a:cubicBezTo>
                <a:cubicBezTo>
                  <a:pt x="851" y="2395"/>
                  <a:pt x="851" y="3057"/>
                  <a:pt x="1229" y="3466"/>
                </a:cubicBezTo>
                <a:lnTo>
                  <a:pt x="1481" y="3687"/>
                </a:lnTo>
                <a:lnTo>
                  <a:pt x="0" y="5167"/>
                </a:lnTo>
                <a:lnTo>
                  <a:pt x="2962" y="8097"/>
                </a:lnTo>
                <a:lnTo>
                  <a:pt x="3403" y="7625"/>
                </a:lnTo>
                <a:lnTo>
                  <a:pt x="2836" y="7089"/>
                </a:lnTo>
                <a:cubicBezTo>
                  <a:pt x="2710" y="6963"/>
                  <a:pt x="2710" y="6743"/>
                  <a:pt x="2836" y="6617"/>
                </a:cubicBezTo>
                <a:cubicBezTo>
                  <a:pt x="2899" y="6554"/>
                  <a:pt x="2985" y="6522"/>
                  <a:pt x="3072" y="6522"/>
                </a:cubicBezTo>
                <a:cubicBezTo>
                  <a:pt x="3159" y="6522"/>
                  <a:pt x="3245" y="6554"/>
                  <a:pt x="3308" y="6617"/>
                </a:cubicBezTo>
                <a:lnTo>
                  <a:pt x="3875" y="7152"/>
                </a:lnTo>
                <a:lnTo>
                  <a:pt x="4380" y="6648"/>
                </a:lnTo>
                <a:lnTo>
                  <a:pt x="4600" y="6900"/>
                </a:lnTo>
                <a:cubicBezTo>
                  <a:pt x="4821" y="7089"/>
                  <a:pt x="5073" y="7215"/>
                  <a:pt x="5356" y="7215"/>
                </a:cubicBezTo>
                <a:cubicBezTo>
                  <a:pt x="5640" y="7215"/>
                  <a:pt x="5923" y="7089"/>
                  <a:pt x="6112" y="6900"/>
                </a:cubicBezTo>
                <a:cubicBezTo>
                  <a:pt x="6490" y="6491"/>
                  <a:pt x="6490" y="5829"/>
                  <a:pt x="6112" y="5420"/>
                </a:cubicBezTo>
                <a:cubicBezTo>
                  <a:pt x="5703" y="5041"/>
                  <a:pt x="5703" y="4380"/>
                  <a:pt x="6112" y="3970"/>
                </a:cubicBezTo>
                <a:lnTo>
                  <a:pt x="7719" y="2364"/>
                </a:lnTo>
                <a:cubicBezTo>
                  <a:pt x="8003" y="2080"/>
                  <a:pt x="8129" y="1733"/>
                  <a:pt x="8129" y="1387"/>
                </a:cubicBezTo>
                <a:cubicBezTo>
                  <a:pt x="8129" y="1009"/>
                  <a:pt x="7971" y="662"/>
                  <a:pt x="7719" y="379"/>
                </a:cubicBezTo>
                <a:cubicBezTo>
                  <a:pt x="7436" y="127"/>
                  <a:pt x="7120" y="1"/>
                  <a:pt x="67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7" name="Google Shape;6977;p34"/>
          <p:cNvSpPr/>
          <p:nvPr/>
        </p:nvSpPr>
        <p:spPr>
          <a:xfrm>
            <a:off x="4890513" y="3076240"/>
            <a:ext cx="162422" cy="137601"/>
          </a:xfrm>
          <a:custGeom>
            <a:rect b="b" l="l" r="r" t="t"/>
            <a:pathLst>
              <a:path extrusionOk="0" h="4191" w="4947">
                <a:moveTo>
                  <a:pt x="3088" y="0"/>
                </a:moveTo>
                <a:cubicBezTo>
                  <a:pt x="2364" y="883"/>
                  <a:pt x="1387" y="2080"/>
                  <a:pt x="127" y="3655"/>
                </a:cubicBezTo>
                <a:cubicBezTo>
                  <a:pt x="1" y="3718"/>
                  <a:pt x="1" y="3875"/>
                  <a:pt x="32" y="4001"/>
                </a:cubicBezTo>
                <a:cubicBezTo>
                  <a:pt x="95" y="4127"/>
                  <a:pt x="253" y="4191"/>
                  <a:pt x="379" y="4191"/>
                </a:cubicBezTo>
                <a:lnTo>
                  <a:pt x="3246" y="4191"/>
                </a:lnTo>
                <a:cubicBezTo>
                  <a:pt x="3372" y="4191"/>
                  <a:pt x="3435" y="4159"/>
                  <a:pt x="3529" y="4096"/>
                </a:cubicBezTo>
                <a:lnTo>
                  <a:pt x="4947" y="2363"/>
                </a:lnTo>
                <a:lnTo>
                  <a:pt x="3466" y="536"/>
                </a:lnTo>
                <a:lnTo>
                  <a:pt x="3120" y="63"/>
                </a:lnTo>
                <a:cubicBezTo>
                  <a:pt x="3120" y="32"/>
                  <a:pt x="3088" y="32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8" name="Google Shape;6978;p34"/>
          <p:cNvSpPr/>
          <p:nvPr/>
        </p:nvSpPr>
        <p:spPr>
          <a:xfrm>
            <a:off x="4952597" y="2824656"/>
            <a:ext cx="289648" cy="389196"/>
          </a:xfrm>
          <a:custGeom>
            <a:rect b="b" l="l" r="r" t="t"/>
            <a:pathLst>
              <a:path extrusionOk="0" h="11854" w="8822">
                <a:moveTo>
                  <a:pt x="3491" y="1"/>
                </a:moveTo>
                <a:cubicBezTo>
                  <a:pt x="3420" y="1"/>
                  <a:pt x="3348" y="3"/>
                  <a:pt x="3277" y="8"/>
                </a:cubicBezTo>
                <a:cubicBezTo>
                  <a:pt x="1481" y="134"/>
                  <a:pt x="0" y="1709"/>
                  <a:pt x="0" y="3568"/>
                </a:cubicBezTo>
                <a:cubicBezTo>
                  <a:pt x="0" y="4733"/>
                  <a:pt x="945" y="6246"/>
                  <a:pt x="1764" y="7285"/>
                </a:cubicBezTo>
                <a:lnTo>
                  <a:pt x="2142" y="7758"/>
                </a:lnTo>
                <a:lnTo>
                  <a:pt x="5324" y="11759"/>
                </a:lnTo>
                <a:cubicBezTo>
                  <a:pt x="5387" y="11822"/>
                  <a:pt x="5482" y="11854"/>
                  <a:pt x="5608" y="11854"/>
                </a:cubicBezTo>
                <a:lnTo>
                  <a:pt x="8475" y="11854"/>
                </a:lnTo>
                <a:cubicBezTo>
                  <a:pt x="8601" y="11854"/>
                  <a:pt x="8695" y="11790"/>
                  <a:pt x="8790" y="11664"/>
                </a:cubicBezTo>
                <a:cubicBezTo>
                  <a:pt x="8821" y="11538"/>
                  <a:pt x="8821" y="11381"/>
                  <a:pt x="8758" y="11318"/>
                </a:cubicBezTo>
                <a:cubicBezTo>
                  <a:pt x="7939" y="10278"/>
                  <a:pt x="7183" y="9302"/>
                  <a:pt x="6459" y="8482"/>
                </a:cubicBezTo>
                <a:cubicBezTo>
                  <a:pt x="6144" y="8073"/>
                  <a:pt x="5828" y="7695"/>
                  <a:pt x="5513" y="7348"/>
                </a:cubicBezTo>
                <a:cubicBezTo>
                  <a:pt x="5387" y="7191"/>
                  <a:pt x="5293" y="7065"/>
                  <a:pt x="5167" y="6907"/>
                </a:cubicBezTo>
                <a:cubicBezTo>
                  <a:pt x="4600" y="6246"/>
                  <a:pt x="4127" y="5647"/>
                  <a:pt x="3749" y="5080"/>
                </a:cubicBezTo>
                <a:cubicBezTo>
                  <a:pt x="3088" y="4198"/>
                  <a:pt x="2646" y="3568"/>
                  <a:pt x="2363" y="3032"/>
                </a:cubicBezTo>
                <a:cubicBezTo>
                  <a:pt x="2174" y="2686"/>
                  <a:pt x="2079" y="2371"/>
                  <a:pt x="2079" y="2182"/>
                </a:cubicBezTo>
                <a:cubicBezTo>
                  <a:pt x="2079" y="1425"/>
                  <a:pt x="2678" y="764"/>
                  <a:pt x="3466" y="764"/>
                </a:cubicBezTo>
                <a:cubicBezTo>
                  <a:pt x="4253" y="764"/>
                  <a:pt x="4852" y="1425"/>
                  <a:pt x="4852" y="2182"/>
                </a:cubicBezTo>
                <a:cubicBezTo>
                  <a:pt x="4852" y="2308"/>
                  <a:pt x="4820" y="2528"/>
                  <a:pt x="4568" y="3001"/>
                </a:cubicBezTo>
                <a:cubicBezTo>
                  <a:pt x="4379" y="3347"/>
                  <a:pt x="4159" y="3757"/>
                  <a:pt x="3907" y="4103"/>
                </a:cubicBezTo>
                <a:cubicBezTo>
                  <a:pt x="4064" y="4292"/>
                  <a:pt x="4190" y="4513"/>
                  <a:pt x="4316" y="4670"/>
                </a:cubicBezTo>
                <a:cubicBezTo>
                  <a:pt x="4694" y="5206"/>
                  <a:pt x="5167" y="5805"/>
                  <a:pt x="5734" y="6435"/>
                </a:cubicBezTo>
                <a:lnTo>
                  <a:pt x="5765" y="6466"/>
                </a:lnTo>
                <a:cubicBezTo>
                  <a:pt x="6396" y="5521"/>
                  <a:pt x="6931" y="4418"/>
                  <a:pt x="6931" y="3505"/>
                </a:cubicBezTo>
                <a:cubicBezTo>
                  <a:pt x="6931" y="1621"/>
                  <a:pt x="5408" y="1"/>
                  <a:pt x="3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9" name="Google Shape;6979;p34"/>
          <p:cNvSpPr/>
          <p:nvPr/>
        </p:nvSpPr>
        <p:spPr>
          <a:xfrm>
            <a:off x="5043604" y="2871440"/>
            <a:ext cx="46589" cy="47607"/>
          </a:xfrm>
          <a:custGeom>
            <a:rect b="b" l="l" r="r" t="t"/>
            <a:pathLst>
              <a:path extrusionOk="0" h="1450" w="1419">
                <a:moveTo>
                  <a:pt x="694" y="0"/>
                </a:moveTo>
                <a:cubicBezTo>
                  <a:pt x="316" y="0"/>
                  <a:pt x="0" y="347"/>
                  <a:pt x="0" y="757"/>
                </a:cubicBezTo>
                <a:cubicBezTo>
                  <a:pt x="0" y="757"/>
                  <a:pt x="0" y="914"/>
                  <a:pt x="190" y="1292"/>
                </a:cubicBezTo>
                <a:cubicBezTo>
                  <a:pt x="221" y="1355"/>
                  <a:pt x="221" y="1418"/>
                  <a:pt x="253" y="1450"/>
                </a:cubicBezTo>
                <a:cubicBezTo>
                  <a:pt x="379" y="1418"/>
                  <a:pt x="536" y="1387"/>
                  <a:pt x="662" y="1387"/>
                </a:cubicBezTo>
                <a:cubicBezTo>
                  <a:pt x="788" y="1387"/>
                  <a:pt x="946" y="1418"/>
                  <a:pt x="1040" y="1450"/>
                </a:cubicBezTo>
                <a:cubicBezTo>
                  <a:pt x="1103" y="1418"/>
                  <a:pt x="1135" y="1355"/>
                  <a:pt x="1135" y="1292"/>
                </a:cubicBezTo>
                <a:cubicBezTo>
                  <a:pt x="1324" y="914"/>
                  <a:pt x="1324" y="757"/>
                  <a:pt x="1324" y="757"/>
                </a:cubicBezTo>
                <a:cubicBezTo>
                  <a:pt x="1418" y="347"/>
                  <a:pt x="1103" y="0"/>
                  <a:pt x="6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0" name="Google Shape;6980;p34"/>
          <p:cNvSpPr/>
          <p:nvPr/>
        </p:nvSpPr>
        <p:spPr>
          <a:xfrm>
            <a:off x="4938610" y="3365168"/>
            <a:ext cx="226544" cy="136550"/>
          </a:xfrm>
          <a:custGeom>
            <a:rect b="b" l="l" r="r" t="t"/>
            <a:pathLst>
              <a:path extrusionOk="0" h="4159" w="6900">
                <a:moveTo>
                  <a:pt x="4884" y="1166"/>
                </a:moveTo>
                <a:lnTo>
                  <a:pt x="5797" y="2079"/>
                </a:lnTo>
                <a:lnTo>
                  <a:pt x="4884" y="2079"/>
                </a:lnTo>
                <a:lnTo>
                  <a:pt x="4884" y="1166"/>
                </a:lnTo>
                <a:close/>
                <a:moveTo>
                  <a:pt x="379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151"/>
                </a:lnTo>
                <a:cubicBezTo>
                  <a:pt x="284" y="2899"/>
                  <a:pt x="631" y="2804"/>
                  <a:pt x="1040" y="2804"/>
                </a:cubicBezTo>
                <a:lnTo>
                  <a:pt x="4065" y="2804"/>
                </a:lnTo>
                <a:cubicBezTo>
                  <a:pt x="4726" y="2804"/>
                  <a:pt x="5325" y="3151"/>
                  <a:pt x="5608" y="3718"/>
                </a:cubicBezTo>
                <a:lnTo>
                  <a:pt x="5797" y="4159"/>
                </a:lnTo>
                <a:lnTo>
                  <a:pt x="6900" y="4159"/>
                </a:lnTo>
                <a:lnTo>
                  <a:pt x="6900" y="2426"/>
                </a:lnTo>
                <a:cubicBezTo>
                  <a:pt x="6900" y="2394"/>
                  <a:pt x="6869" y="2237"/>
                  <a:pt x="6774" y="2205"/>
                </a:cubicBezTo>
                <a:lnTo>
                  <a:pt x="4695" y="126"/>
                </a:lnTo>
                <a:cubicBezTo>
                  <a:pt x="4726" y="32"/>
                  <a:pt x="463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1" name="Google Shape;6981;p34"/>
          <p:cNvSpPr/>
          <p:nvPr/>
        </p:nvSpPr>
        <p:spPr>
          <a:xfrm>
            <a:off x="4870355" y="3476859"/>
            <a:ext cx="392053" cy="252416"/>
          </a:xfrm>
          <a:custGeom>
            <a:rect b="b" l="l" r="r" t="t"/>
            <a:pathLst>
              <a:path extrusionOk="0" h="7688" w="11941">
                <a:moveTo>
                  <a:pt x="10838" y="3529"/>
                </a:moveTo>
                <a:cubicBezTo>
                  <a:pt x="10964" y="3529"/>
                  <a:pt x="11027" y="3561"/>
                  <a:pt x="11121" y="3655"/>
                </a:cubicBezTo>
                <a:cubicBezTo>
                  <a:pt x="11184" y="3718"/>
                  <a:pt x="11184" y="3813"/>
                  <a:pt x="11184" y="3907"/>
                </a:cubicBezTo>
                <a:lnTo>
                  <a:pt x="10901" y="5703"/>
                </a:lnTo>
                <a:lnTo>
                  <a:pt x="10365" y="3529"/>
                </a:lnTo>
                <a:close/>
                <a:moveTo>
                  <a:pt x="5227" y="2768"/>
                </a:moveTo>
                <a:cubicBezTo>
                  <a:pt x="5400" y="2768"/>
                  <a:pt x="5580" y="2884"/>
                  <a:pt x="5608" y="3025"/>
                </a:cubicBezTo>
                <a:lnTo>
                  <a:pt x="5892" y="4159"/>
                </a:lnTo>
                <a:lnTo>
                  <a:pt x="7341" y="4159"/>
                </a:lnTo>
                <a:cubicBezTo>
                  <a:pt x="7530" y="4159"/>
                  <a:pt x="7687" y="4317"/>
                  <a:pt x="7687" y="4506"/>
                </a:cubicBezTo>
                <a:cubicBezTo>
                  <a:pt x="7687" y="4758"/>
                  <a:pt x="7530" y="4915"/>
                  <a:pt x="7341" y="4915"/>
                </a:cubicBezTo>
                <a:lnTo>
                  <a:pt x="6018" y="4915"/>
                </a:lnTo>
                <a:lnTo>
                  <a:pt x="6270" y="5829"/>
                </a:lnTo>
                <a:cubicBezTo>
                  <a:pt x="6301" y="6050"/>
                  <a:pt x="6175" y="6207"/>
                  <a:pt x="6018" y="6270"/>
                </a:cubicBezTo>
                <a:lnTo>
                  <a:pt x="5955" y="6270"/>
                </a:lnTo>
                <a:cubicBezTo>
                  <a:pt x="5797" y="6270"/>
                  <a:pt x="5640" y="6176"/>
                  <a:pt x="5608" y="6018"/>
                </a:cubicBezTo>
                <a:lnTo>
                  <a:pt x="5324" y="4852"/>
                </a:lnTo>
                <a:lnTo>
                  <a:pt x="3875" y="4852"/>
                </a:lnTo>
                <a:cubicBezTo>
                  <a:pt x="3686" y="4852"/>
                  <a:pt x="3529" y="4695"/>
                  <a:pt x="3529" y="4506"/>
                </a:cubicBezTo>
                <a:cubicBezTo>
                  <a:pt x="3529" y="4317"/>
                  <a:pt x="3686" y="4159"/>
                  <a:pt x="3875" y="4159"/>
                </a:cubicBezTo>
                <a:lnTo>
                  <a:pt x="5167" y="4159"/>
                </a:lnTo>
                <a:lnTo>
                  <a:pt x="4946" y="3214"/>
                </a:lnTo>
                <a:cubicBezTo>
                  <a:pt x="4883" y="3025"/>
                  <a:pt x="5009" y="2868"/>
                  <a:pt x="5167" y="2773"/>
                </a:cubicBezTo>
                <a:cubicBezTo>
                  <a:pt x="5187" y="2770"/>
                  <a:pt x="5207" y="2768"/>
                  <a:pt x="5227" y="2768"/>
                </a:cubicBezTo>
                <a:close/>
                <a:moveTo>
                  <a:pt x="3151" y="1"/>
                </a:moveTo>
                <a:cubicBezTo>
                  <a:pt x="2584" y="1"/>
                  <a:pt x="2142" y="473"/>
                  <a:pt x="2142" y="1040"/>
                </a:cubicBezTo>
                <a:lnTo>
                  <a:pt x="2142" y="1387"/>
                </a:lnTo>
                <a:lnTo>
                  <a:pt x="1103" y="1387"/>
                </a:lnTo>
                <a:cubicBezTo>
                  <a:pt x="788" y="1387"/>
                  <a:pt x="473" y="1544"/>
                  <a:pt x="284" y="1796"/>
                </a:cubicBezTo>
                <a:cubicBezTo>
                  <a:pt x="95" y="2017"/>
                  <a:pt x="0" y="2332"/>
                  <a:pt x="95" y="2679"/>
                </a:cubicBezTo>
                <a:lnTo>
                  <a:pt x="1166" y="6869"/>
                </a:lnTo>
                <a:cubicBezTo>
                  <a:pt x="1260" y="7341"/>
                  <a:pt x="1701" y="7656"/>
                  <a:pt x="2174" y="7656"/>
                </a:cubicBezTo>
                <a:lnTo>
                  <a:pt x="10995" y="7688"/>
                </a:lnTo>
                <a:cubicBezTo>
                  <a:pt x="11153" y="7688"/>
                  <a:pt x="11310" y="7593"/>
                  <a:pt x="11342" y="7436"/>
                </a:cubicBezTo>
                <a:lnTo>
                  <a:pt x="11909" y="4033"/>
                </a:lnTo>
                <a:cubicBezTo>
                  <a:pt x="11941" y="3718"/>
                  <a:pt x="11846" y="3435"/>
                  <a:pt x="11657" y="3214"/>
                </a:cubicBezTo>
                <a:cubicBezTo>
                  <a:pt x="11468" y="2962"/>
                  <a:pt x="11184" y="2868"/>
                  <a:pt x="10869" y="2868"/>
                </a:cubicBezTo>
                <a:lnTo>
                  <a:pt x="10208" y="2868"/>
                </a:lnTo>
                <a:lnTo>
                  <a:pt x="10050" y="2269"/>
                </a:lnTo>
                <a:cubicBezTo>
                  <a:pt x="9924" y="1796"/>
                  <a:pt x="9546" y="1450"/>
                  <a:pt x="9042" y="1450"/>
                </a:cubicBezTo>
                <a:lnTo>
                  <a:pt x="7530" y="1450"/>
                </a:lnTo>
                <a:lnTo>
                  <a:pt x="7120" y="599"/>
                </a:lnTo>
                <a:cubicBezTo>
                  <a:pt x="6963" y="253"/>
                  <a:pt x="6585" y="1"/>
                  <a:pt x="61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2" name="Google Shape;6982;p34"/>
          <p:cNvSpPr/>
          <p:nvPr/>
        </p:nvSpPr>
        <p:spPr>
          <a:xfrm>
            <a:off x="5065322" y="3849688"/>
            <a:ext cx="197586" cy="195912"/>
          </a:xfrm>
          <a:custGeom>
            <a:rect b="b" l="l" r="r" t="t"/>
            <a:pathLst>
              <a:path extrusionOk="0" h="5967" w="6018">
                <a:moveTo>
                  <a:pt x="3836" y="0"/>
                </a:moveTo>
                <a:cubicBezTo>
                  <a:pt x="3278" y="0"/>
                  <a:pt x="2726" y="214"/>
                  <a:pt x="2332" y="642"/>
                </a:cubicBezTo>
                <a:lnTo>
                  <a:pt x="1891" y="1083"/>
                </a:lnTo>
                <a:lnTo>
                  <a:pt x="2458" y="1619"/>
                </a:lnTo>
                <a:cubicBezTo>
                  <a:pt x="2552" y="1745"/>
                  <a:pt x="2552" y="1966"/>
                  <a:pt x="2458" y="2092"/>
                </a:cubicBezTo>
                <a:cubicBezTo>
                  <a:pt x="2363" y="2186"/>
                  <a:pt x="2300" y="2218"/>
                  <a:pt x="2206" y="2218"/>
                </a:cubicBezTo>
                <a:cubicBezTo>
                  <a:pt x="2143" y="2218"/>
                  <a:pt x="2017" y="2186"/>
                  <a:pt x="1985" y="2092"/>
                </a:cubicBezTo>
                <a:lnTo>
                  <a:pt x="1418" y="1556"/>
                </a:lnTo>
                <a:lnTo>
                  <a:pt x="946" y="2029"/>
                </a:lnTo>
                <a:lnTo>
                  <a:pt x="1513" y="2564"/>
                </a:lnTo>
                <a:cubicBezTo>
                  <a:pt x="1607" y="2690"/>
                  <a:pt x="1607" y="2911"/>
                  <a:pt x="1513" y="3037"/>
                </a:cubicBezTo>
                <a:cubicBezTo>
                  <a:pt x="1418" y="3131"/>
                  <a:pt x="1355" y="3163"/>
                  <a:pt x="1261" y="3163"/>
                </a:cubicBezTo>
                <a:cubicBezTo>
                  <a:pt x="1198" y="3163"/>
                  <a:pt x="1072" y="3131"/>
                  <a:pt x="1040" y="3037"/>
                </a:cubicBezTo>
                <a:lnTo>
                  <a:pt x="473" y="2501"/>
                </a:lnTo>
                <a:lnTo>
                  <a:pt x="1" y="3005"/>
                </a:lnTo>
                <a:lnTo>
                  <a:pt x="2962" y="5967"/>
                </a:lnTo>
                <a:lnTo>
                  <a:pt x="5388" y="3478"/>
                </a:lnTo>
                <a:cubicBezTo>
                  <a:pt x="5829" y="3037"/>
                  <a:pt x="6018" y="2501"/>
                  <a:pt x="5987" y="1903"/>
                </a:cubicBezTo>
                <a:cubicBezTo>
                  <a:pt x="5892" y="1398"/>
                  <a:pt x="5640" y="831"/>
                  <a:pt x="5167" y="453"/>
                </a:cubicBezTo>
                <a:cubicBezTo>
                  <a:pt x="4779" y="151"/>
                  <a:pt x="4305" y="0"/>
                  <a:pt x="3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3" name="Google Shape;6983;p34"/>
          <p:cNvSpPr/>
          <p:nvPr/>
        </p:nvSpPr>
        <p:spPr>
          <a:xfrm>
            <a:off x="4869846" y="3964892"/>
            <a:ext cx="274119" cy="272050"/>
          </a:xfrm>
          <a:custGeom>
            <a:rect b="b" l="l" r="r" t="t"/>
            <a:pathLst>
              <a:path extrusionOk="0" h="8286" w="8349">
                <a:moveTo>
                  <a:pt x="5419" y="0"/>
                </a:moveTo>
                <a:lnTo>
                  <a:pt x="4883" y="567"/>
                </a:lnTo>
                <a:lnTo>
                  <a:pt x="5450" y="1103"/>
                </a:lnTo>
                <a:cubicBezTo>
                  <a:pt x="5545" y="1229"/>
                  <a:pt x="5545" y="1449"/>
                  <a:pt x="5450" y="1575"/>
                </a:cubicBezTo>
                <a:cubicBezTo>
                  <a:pt x="5356" y="1670"/>
                  <a:pt x="5293" y="1702"/>
                  <a:pt x="5198" y="1702"/>
                </a:cubicBezTo>
                <a:cubicBezTo>
                  <a:pt x="5135" y="1702"/>
                  <a:pt x="5009" y="1670"/>
                  <a:pt x="4978" y="1575"/>
                </a:cubicBezTo>
                <a:lnTo>
                  <a:pt x="4411" y="1040"/>
                </a:lnTo>
                <a:lnTo>
                  <a:pt x="3938" y="1512"/>
                </a:lnTo>
                <a:lnTo>
                  <a:pt x="4505" y="2048"/>
                </a:lnTo>
                <a:cubicBezTo>
                  <a:pt x="4631" y="2174"/>
                  <a:pt x="4631" y="2395"/>
                  <a:pt x="4505" y="2521"/>
                </a:cubicBezTo>
                <a:cubicBezTo>
                  <a:pt x="4411" y="2615"/>
                  <a:pt x="4348" y="2647"/>
                  <a:pt x="4253" y="2647"/>
                </a:cubicBezTo>
                <a:cubicBezTo>
                  <a:pt x="4190" y="2647"/>
                  <a:pt x="4064" y="2615"/>
                  <a:pt x="4033" y="2521"/>
                </a:cubicBezTo>
                <a:lnTo>
                  <a:pt x="3466" y="1985"/>
                </a:lnTo>
                <a:lnTo>
                  <a:pt x="3214" y="2237"/>
                </a:lnTo>
                <a:cubicBezTo>
                  <a:pt x="2773" y="2678"/>
                  <a:pt x="2458" y="3277"/>
                  <a:pt x="2363" y="3907"/>
                </a:cubicBezTo>
                <a:cubicBezTo>
                  <a:pt x="2300" y="4379"/>
                  <a:pt x="2111" y="4852"/>
                  <a:pt x="1733" y="5167"/>
                </a:cubicBezTo>
                <a:lnTo>
                  <a:pt x="410" y="6490"/>
                </a:lnTo>
                <a:cubicBezTo>
                  <a:pt x="0" y="6900"/>
                  <a:pt x="0" y="7561"/>
                  <a:pt x="410" y="7971"/>
                </a:cubicBezTo>
                <a:cubicBezTo>
                  <a:pt x="599" y="8160"/>
                  <a:pt x="882" y="8286"/>
                  <a:pt x="1166" y="8286"/>
                </a:cubicBezTo>
                <a:cubicBezTo>
                  <a:pt x="1418" y="8286"/>
                  <a:pt x="1701" y="8160"/>
                  <a:pt x="1890" y="7971"/>
                </a:cubicBezTo>
                <a:lnTo>
                  <a:pt x="3245" y="6616"/>
                </a:lnTo>
                <a:cubicBezTo>
                  <a:pt x="3592" y="6270"/>
                  <a:pt x="4033" y="6081"/>
                  <a:pt x="4505" y="5986"/>
                </a:cubicBezTo>
                <a:cubicBezTo>
                  <a:pt x="5135" y="5923"/>
                  <a:pt x="5734" y="5608"/>
                  <a:pt x="6144" y="5167"/>
                </a:cubicBezTo>
                <a:lnTo>
                  <a:pt x="8349" y="2962"/>
                </a:lnTo>
                <a:lnTo>
                  <a:pt x="5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4" name="Google Shape;6984;p34"/>
          <p:cNvSpPr/>
          <p:nvPr/>
        </p:nvSpPr>
        <p:spPr>
          <a:xfrm>
            <a:off x="7484577" y="2871309"/>
            <a:ext cx="69309" cy="70393"/>
          </a:xfrm>
          <a:custGeom>
            <a:rect b="b" l="l" r="r" t="t"/>
            <a:pathLst>
              <a:path extrusionOk="0" h="2144" w="2111">
                <a:moveTo>
                  <a:pt x="1040" y="1"/>
                </a:moveTo>
                <a:cubicBezTo>
                  <a:pt x="851" y="1"/>
                  <a:pt x="693" y="158"/>
                  <a:pt x="693" y="347"/>
                </a:cubicBezTo>
                <a:lnTo>
                  <a:pt x="693" y="725"/>
                </a:lnTo>
                <a:lnTo>
                  <a:pt x="347" y="725"/>
                </a:lnTo>
                <a:cubicBezTo>
                  <a:pt x="158" y="725"/>
                  <a:pt x="0" y="883"/>
                  <a:pt x="0" y="1072"/>
                </a:cubicBezTo>
                <a:cubicBezTo>
                  <a:pt x="0" y="1261"/>
                  <a:pt x="158" y="1418"/>
                  <a:pt x="347" y="1418"/>
                </a:cubicBezTo>
                <a:lnTo>
                  <a:pt x="693" y="1418"/>
                </a:lnTo>
                <a:lnTo>
                  <a:pt x="693" y="1765"/>
                </a:lnTo>
                <a:cubicBezTo>
                  <a:pt x="693" y="1986"/>
                  <a:pt x="851" y="2143"/>
                  <a:pt x="1040" y="2143"/>
                </a:cubicBezTo>
                <a:cubicBezTo>
                  <a:pt x="1260" y="2143"/>
                  <a:pt x="1418" y="1986"/>
                  <a:pt x="1418" y="1765"/>
                </a:cubicBezTo>
                <a:lnTo>
                  <a:pt x="1418" y="1418"/>
                </a:lnTo>
                <a:lnTo>
                  <a:pt x="1764" y="1418"/>
                </a:lnTo>
                <a:cubicBezTo>
                  <a:pt x="1953" y="1418"/>
                  <a:pt x="2111" y="1261"/>
                  <a:pt x="2111" y="1072"/>
                </a:cubicBezTo>
                <a:cubicBezTo>
                  <a:pt x="2111" y="883"/>
                  <a:pt x="1953" y="725"/>
                  <a:pt x="1764" y="725"/>
                </a:cubicBezTo>
                <a:lnTo>
                  <a:pt x="1418" y="725"/>
                </a:lnTo>
                <a:lnTo>
                  <a:pt x="1418" y="347"/>
                </a:ln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5" name="Google Shape;6985;p34"/>
          <p:cNvSpPr/>
          <p:nvPr/>
        </p:nvSpPr>
        <p:spPr>
          <a:xfrm>
            <a:off x="7325282" y="2981982"/>
            <a:ext cx="45539" cy="227595"/>
          </a:xfrm>
          <a:custGeom>
            <a:rect b="b" l="l" r="r" t="t"/>
            <a:pathLst>
              <a:path extrusionOk="0" h="6932" w="1387">
                <a:moveTo>
                  <a:pt x="1008" y="1"/>
                </a:moveTo>
                <a:cubicBezTo>
                  <a:pt x="441" y="1"/>
                  <a:pt x="0" y="473"/>
                  <a:pt x="0" y="1040"/>
                </a:cubicBezTo>
                <a:lnTo>
                  <a:pt x="0" y="6585"/>
                </a:lnTo>
                <a:cubicBezTo>
                  <a:pt x="0" y="6774"/>
                  <a:pt x="158" y="6932"/>
                  <a:pt x="347" y="6932"/>
                </a:cubicBezTo>
                <a:lnTo>
                  <a:pt x="1386" y="6932"/>
                </a:lnTo>
                <a:lnTo>
                  <a:pt x="1386" y="4285"/>
                </a:lnTo>
                <a:lnTo>
                  <a:pt x="662" y="4285"/>
                </a:lnTo>
                <a:lnTo>
                  <a:pt x="662" y="3561"/>
                </a:lnTo>
                <a:lnTo>
                  <a:pt x="1386" y="3561"/>
                </a:lnTo>
                <a:lnTo>
                  <a:pt x="1386" y="2868"/>
                </a:lnTo>
                <a:lnTo>
                  <a:pt x="662" y="2868"/>
                </a:lnTo>
                <a:lnTo>
                  <a:pt x="662" y="2143"/>
                </a:lnTo>
                <a:lnTo>
                  <a:pt x="1386" y="2143"/>
                </a:lnTo>
                <a:lnTo>
                  <a:pt x="1386" y="1418"/>
                </a:lnTo>
                <a:lnTo>
                  <a:pt x="662" y="1418"/>
                </a:lnTo>
                <a:lnTo>
                  <a:pt x="662" y="1072"/>
                </a:lnTo>
                <a:cubicBezTo>
                  <a:pt x="662" y="883"/>
                  <a:pt x="819" y="725"/>
                  <a:pt x="1008" y="725"/>
                </a:cubicBezTo>
                <a:lnTo>
                  <a:pt x="1386" y="725"/>
                </a:ln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6" name="Google Shape;6986;p34"/>
          <p:cNvSpPr/>
          <p:nvPr/>
        </p:nvSpPr>
        <p:spPr>
          <a:xfrm>
            <a:off x="7667643" y="2985101"/>
            <a:ext cx="45539" cy="227595"/>
          </a:xfrm>
          <a:custGeom>
            <a:rect b="b" l="l" r="r" t="t"/>
            <a:pathLst>
              <a:path extrusionOk="0" h="6932" w="1387">
                <a:moveTo>
                  <a:pt x="0" y="0"/>
                </a:moveTo>
                <a:lnTo>
                  <a:pt x="0" y="725"/>
                </a:lnTo>
                <a:lnTo>
                  <a:pt x="347" y="725"/>
                </a:lnTo>
                <a:cubicBezTo>
                  <a:pt x="568" y="725"/>
                  <a:pt x="725" y="882"/>
                  <a:pt x="725" y="1071"/>
                </a:cubicBezTo>
                <a:lnTo>
                  <a:pt x="725" y="1418"/>
                </a:lnTo>
                <a:lnTo>
                  <a:pt x="0" y="1418"/>
                </a:lnTo>
                <a:lnTo>
                  <a:pt x="0" y="2143"/>
                </a:lnTo>
                <a:lnTo>
                  <a:pt x="725" y="2143"/>
                </a:lnTo>
                <a:lnTo>
                  <a:pt x="725" y="2836"/>
                </a:lnTo>
                <a:lnTo>
                  <a:pt x="0" y="2836"/>
                </a:lnTo>
                <a:lnTo>
                  <a:pt x="0" y="3560"/>
                </a:lnTo>
                <a:lnTo>
                  <a:pt x="725" y="3560"/>
                </a:lnTo>
                <a:lnTo>
                  <a:pt x="725" y="4253"/>
                </a:lnTo>
                <a:lnTo>
                  <a:pt x="0" y="4253"/>
                </a:lnTo>
                <a:lnTo>
                  <a:pt x="0" y="6931"/>
                </a:lnTo>
                <a:lnTo>
                  <a:pt x="1040" y="6931"/>
                </a:lnTo>
                <a:cubicBezTo>
                  <a:pt x="1229" y="6931"/>
                  <a:pt x="1387" y="6774"/>
                  <a:pt x="1387" y="6585"/>
                </a:cubicBezTo>
                <a:lnTo>
                  <a:pt x="1387" y="1040"/>
                </a:lnTo>
                <a:cubicBezTo>
                  <a:pt x="1387" y="441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7" name="Google Shape;6987;p34"/>
          <p:cNvSpPr/>
          <p:nvPr/>
        </p:nvSpPr>
        <p:spPr>
          <a:xfrm>
            <a:off x="7394588" y="2824787"/>
            <a:ext cx="251366" cy="388934"/>
          </a:xfrm>
          <a:custGeom>
            <a:rect b="b" l="l" r="r" t="t"/>
            <a:pathLst>
              <a:path extrusionOk="0" h="11846" w="7656">
                <a:moveTo>
                  <a:pt x="5545" y="662"/>
                </a:moveTo>
                <a:lnTo>
                  <a:pt x="5545" y="1764"/>
                </a:lnTo>
                <a:lnTo>
                  <a:pt x="5545" y="4222"/>
                </a:lnTo>
                <a:lnTo>
                  <a:pt x="2079" y="4222"/>
                </a:lnTo>
                <a:lnTo>
                  <a:pt x="2079" y="1764"/>
                </a:lnTo>
                <a:lnTo>
                  <a:pt x="2079" y="662"/>
                </a:lnTo>
                <a:close/>
                <a:moveTo>
                  <a:pt x="3434" y="4883"/>
                </a:moveTo>
                <a:lnTo>
                  <a:pt x="3434" y="5608"/>
                </a:lnTo>
                <a:lnTo>
                  <a:pt x="2079" y="5608"/>
                </a:lnTo>
                <a:lnTo>
                  <a:pt x="2079" y="4883"/>
                </a:lnTo>
                <a:close/>
                <a:moveTo>
                  <a:pt x="5513" y="4883"/>
                </a:moveTo>
                <a:lnTo>
                  <a:pt x="5513" y="5608"/>
                </a:lnTo>
                <a:lnTo>
                  <a:pt x="4159" y="5608"/>
                </a:lnTo>
                <a:lnTo>
                  <a:pt x="4159" y="4883"/>
                </a:lnTo>
                <a:close/>
                <a:moveTo>
                  <a:pt x="3434" y="6301"/>
                </a:moveTo>
                <a:lnTo>
                  <a:pt x="3434" y="7026"/>
                </a:lnTo>
                <a:lnTo>
                  <a:pt x="2079" y="7026"/>
                </a:lnTo>
                <a:lnTo>
                  <a:pt x="2079" y="6301"/>
                </a:lnTo>
                <a:close/>
                <a:moveTo>
                  <a:pt x="5513" y="6301"/>
                </a:moveTo>
                <a:lnTo>
                  <a:pt x="5513" y="7026"/>
                </a:lnTo>
                <a:lnTo>
                  <a:pt x="4159" y="7026"/>
                </a:lnTo>
                <a:lnTo>
                  <a:pt x="4159" y="6301"/>
                </a:lnTo>
                <a:close/>
                <a:moveTo>
                  <a:pt x="3434" y="7687"/>
                </a:moveTo>
                <a:lnTo>
                  <a:pt x="3434" y="8380"/>
                </a:lnTo>
                <a:lnTo>
                  <a:pt x="2079" y="8380"/>
                </a:lnTo>
                <a:lnTo>
                  <a:pt x="2079" y="7687"/>
                </a:lnTo>
                <a:close/>
                <a:moveTo>
                  <a:pt x="5513" y="7687"/>
                </a:moveTo>
                <a:lnTo>
                  <a:pt x="5513" y="8380"/>
                </a:lnTo>
                <a:lnTo>
                  <a:pt x="4159" y="8380"/>
                </a:lnTo>
                <a:lnTo>
                  <a:pt x="4159" y="7687"/>
                </a:lnTo>
                <a:close/>
                <a:moveTo>
                  <a:pt x="1733" y="0"/>
                </a:moveTo>
                <a:cubicBezTo>
                  <a:pt x="1544" y="0"/>
                  <a:pt x="1386" y="158"/>
                  <a:pt x="1386" y="347"/>
                </a:cubicBezTo>
                <a:lnTo>
                  <a:pt x="1386" y="1449"/>
                </a:lnTo>
                <a:lnTo>
                  <a:pt x="1040" y="1449"/>
                </a:lnTo>
                <a:cubicBezTo>
                  <a:pt x="441" y="1449"/>
                  <a:pt x="0" y="1922"/>
                  <a:pt x="0" y="2489"/>
                </a:cubicBezTo>
                <a:lnTo>
                  <a:pt x="0" y="11846"/>
                </a:lnTo>
                <a:lnTo>
                  <a:pt x="2804" y="11846"/>
                </a:lnTo>
                <a:lnTo>
                  <a:pt x="2804" y="10491"/>
                </a:lnTo>
                <a:lnTo>
                  <a:pt x="4883" y="10491"/>
                </a:lnTo>
                <a:cubicBezTo>
                  <a:pt x="4852" y="10586"/>
                  <a:pt x="4852" y="11688"/>
                  <a:pt x="4852" y="11846"/>
                </a:cubicBezTo>
                <a:lnTo>
                  <a:pt x="7656" y="11846"/>
                </a:lnTo>
                <a:lnTo>
                  <a:pt x="7656" y="2489"/>
                </a:lnTo>
                <a:cubicBezTo>
                  <a:pt x="7656" y="1890"/>
                  <a:pt x="7183" y="1449"/>
                  <a:pt x="6616" y="1449"/>
                </a:cubicBezTo>
                <a:lnTo>
                  <a:pt x="6270" y="1449"/>
                </a:lnTo>
                <a:lnTo>
                  <a:pt x="6270" y="347"/>
                </a:lnTo>
                <a:cubicBezTo>
                  <a:pt x="6270" y="158"/>
                  <a:pt x="6112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8" name="Google Shape;6988;p34"/>
          <p:cNvSpPr/>
          <p:nvPr/>
        </p:nvSpPr>
        <p:spPr>
          <a:xfrm>
            <a:off x="7323184" y="3352111"/>
            <a:ext cx="393104" cy="39011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9" name="Google Shape;6989;p34"/>
          <p:cNvSpPr/>
          <p:nvPr/>
        </p:nvSpPr>
        <p:spPr>
          <a:xfrm>
            <a:off x="7324757" y="3923311"/>
            <a:ext cx="388967" cy="254485"/>
          </a:xfrm>
          <a:custGeom>
            <a:rect b="b" l="l" r="r" t="t"/>
            <a:pathLst>
              <a:path extrusionOk="0" h="7751" w="11847">
                <a:moveTo>
                  <a:pt x="10838" y="2993"/>
                </a:moveTo>
                <a:cubicBezTo>
                  <a:pt x="11027" y="2993"/>
                  <a:pt x="11185" y="3119"/>
                  <a:pt x="11185" y="3340"/>
                </a:cubicBezTo>
                <a:cubicBezTo>
                  <a:pt x="11153" y="3403"/>
                  <a:pt x="11153" y="3497"/>
                  <a:pt x="11059" y="3529"/>
                </a:cubicBezTo>
                <a:cubicBezTo>
                  <a:pt x="10996" y="3592"/>
                  <a:pt x="10901" y="3687"/>
                  <a:pt x="10806" y="3687"/>
                </a:cubicBezTo>
                <a:lnTo>
                  <a:pt x="1040" y="3687"/>
                </a:lnTo>
                <a:cubicBezTo>
                  <a:pt x="914" y="3687"/>
                  <a:pt x="819" y="3655"/>
                  <a:pt x="756" y="3529"/>
                </a:cubicBezTo>
                <a:cubicBezTo>
                  <a:pt x="725" y="3497"/>
                  <a:pt x="662" y="3403"/>
                  <a:pt x="662" y="3340"/>
                </a:cubicBezTo>
                <a:cubicBezTo>
                  <a:pt x="662" y="3119"/>
                  <a:pt x="819" y="2993"/>
                  <a:pt x="1040" y="2993"/>
                </a:cubicBezTo>
                <a:close/>
                <a:moveTo>
                  <a:pt x="9735" y="4411"/>
                </a:moveTo>
                <a:cubicBezTo>
                  <a:pt x="9641" y="4947"/>
                  <a:pt x="9357" y="5671"/>
                  <a:pt x="8507" y="6364"/>
                </a:cubicBezTo>
                <a:cubicBezTo>
                  <a:pt x="8444" y="6396"/>
                  <a:pt x="8349" y="6459"/>
                  <a:pt x="8318" y="6459"/>
                </a:cubicBezTo>
                <a:cubicBezTo>
                  <a:pt x="8192" y="6459"/>
                  <a:pt x="8129" y="6396"/>
                  <a:pt x="8034" y="6333"/>
                </a:cubicBezTo>
                <a:cubicBezTo>
                  <a:pt x="7908" y="6175"/>
                  <a:pt x="7971" y="5986"/>
                  <a:pt x="8066" y="5860"/>
                </a:cubicBezTo>
                <a:cubicBezTo>
                  <a:pt x="8696" y="5356"/>
                  <a:pt x="8948" y="4821"/>
                  <a:pt x="9011" y="4411"/>
                </a:cubicBezTo>
                <a:close/>
                <a:moveTo>
                  <a:pt x="3497" y="0"/>
                </a:moveTo>
                <a:cubicBezTo>
                  <a:pt x="3434" y="95"/>
                  <a:pt x="3340" y="221"/>
                  <a:pt x="3214" y="347"/>
                </a:cubicBezTo>
                <a:lnTo>
                  <a:pt x="2237" y="1324"/>
                </a:lnTo>
                <a:cubicBezTo>
                  <a:pt x="2111" y="1450"/>
                  <a:pt x="1985" y="1576"/>
                  <a:pt x="1765" y="1639"/>
                </a:cubicBezTo>
                <a:lnTo>
                  <a:pt x="2174" y="2237"/>
                </a:lnTo>
                <a:lnTo>
                  <a:pt x="1040" y="2237"/>
                </a:lnTo>
                <a:cubicBezTo>
                  <a:pt x="441" y="2237"/>
                  <a:pt x="0" y="2710"/>
                  <a:pt x="0" y="3245"/>
                </a:cubicBezTo>
                <a:cubicBezTo>
                  <a:pt x="0" y="3497"/>
                  <a:pt x="63" y="3687"/>
                  <a:pt x="189" y="3876"/>
                </a:cubicBezTo>
                <a:cubicBezTo>
                  <a:pt x="315" y="4096"/>
                  <a:pt x="504" y="4191"/>
                  <a:pt x="756" y="4254"/>
                </a:cubicBezTo>
                <a:cubicBezTo>
                  <a:pt x="945" y="6018"/>
                  <a:pt x="1765" y="6932"/>
                  <a:pt x="2930" y="7719"/>
                </a:cubicBezTo>
                <a:cubicBezTo>
                  <a:pt x="2962" y="7751"/>
                  <a:pt x="3025" y="7751"/>
                  <a:pt x="3119" y="7751"/>
                </a:cubicBezTo>
                <a:lnTo>
                  <a:pt x="8696" y="7751"/>
                </a:lnTo>
                <a:cubicBezTo>
                  <a:pt x="8790" y="7751"/>
                  <a:pt x="8822" y="7719"/>
                  <a:pt x="8916" y="7719"/>
                </a:cubicBezTo>
                <a:cubicBezTo>
                  <a:pt x="10239" y="6805"/>
                  <a:pt x="10932" y="5671"/>
                  <a:pt x="11090" y="4254"/>
                </a:cubicBezTo>
                <a:cubicBezTo>
                  <a:pt x="11311" y="4159"/>
                  <a:pt x="11500" y="4033"/>
                  <a:pt x="11626" y="3876"/>
                </a:cubicBezTo>
                <a:cubicBezTo>
                  <a:pt x="11752" y="3687"/>
                  <a:pt x="11815" y="3497"/>
                  <a:pt x="11815" y="3245"/>
                </a:cubicBezTo>
                <a:cubicBezTo>
                  <a:pt x="11846" y="2741"/>
                  <a:pt x="11374" y="2269"/>
                  <a:pt x="10775" y="2269"/>
                </a:cubicBezTo>
                <a:lnTo>
                  <a:pt x="10712" y="2269"/>
                </a:lnTo>
                <a:cubicBezTo>
                  <a:pt x="10996" y="1733"/>
                  <a:pt x="11153" y="1135"/>
                  <a:pt x="11153" y="536"/>
                </a:cubicBezTo>
                <a:cubicBezTo>
                  <a:pt x="11153" y="347"/>
                  <a:pt x="10996" y="189"/>
                  <a:pt x="10775" y="189"/>
                </a:cubicBezTo>
                <a:cubicBezTo>
                  <a:pt x="9326" y="189"/>
                  <a:pt x="8034" y="1009"/>
                  <a:pt x="7404" y="2269"/>
                </a:cubicBezTo>
                <a:lnTo>
                  <a:pt x="6301" y="2269"/>
                </a:lnTo>
                <a:lnTo>
                  <a:pt x="349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0" name="Google Shape;6990;p34"/>
          <p:cNvSpPr/>
          <p:nvPr/>
        </p:nvSpPr>
        <p:spPr>
          <a:xfrm>
            <a:off x="7324757" y="3860210"/>
            <a:ext cx="101387" cy="101420"/>
          </a:xfrm>
          <a:custGeom>
            <a:rect b="b" l="l" r="r" t="t"/>
            <a:pathLst>
              <a:path extrusionOk="0" h="3089" w="3088">
                <a:moveTo>
                  <a:pt x="2009" y="1"/>
                </a:moveTo>
                <a:cubicBezTo>
                  <a:pt x="1733" y="1"/>
                  <a:pt x="1465" y="95"/>
                  <a:pt x="1292" y="284"/>
                </a:cubicBezTo>
                <a:lnTo>
                  <a:pt x="315" y="1292"/>
                </a:lnTo>
                <a:cubicBezTo>
                  <a:pt x="126" y="1481"/>
                  <a:pt x="0" y="1765"/>
                  <a:pt x="0" y="2017"/>
                </a:cubicBezTo>
                <a:cubicBezTo>
                  <a:pt x="0" y="2301"/>
                  <a:pt x="126" y="2584"/>
                  <a:pt x="315" y="2773"/>
                </a:cubicBezTo>
                <a:cubicBezTo>
                  <a:pt x="504" y="2962"/>
                  <a:pt x="756" y="3088"/>
                  <a:pt x="1040" y="3088"/>
                </a:cubicBezTo>
                <a:cubicBezTo>
                  <a:pt x="1292" y="3088"/>
                  <a:pt x="1576" y="2962"/>
                  <a:pt x="1765" y="2773"/>
                </a:cubicBezTo>
                <a:lnTo>
                  <a:pt x="2773" y="1796"/>
                </a:lnTo>
                <a:cubicBezTo>
                  <a:pt x="2962" y="1576"/>
                  <a:pt x="3088" y="1324"/>
                  <a:pt x="3088" y="1040"/>
                </a:cubicBezTo>
                <a:cubicBezTo>
                  <a:pt x="3088" y="757"/>
                  <a:pt x="2962" y="505"/>
                  <a:pt x="2773" y="284"/>
                </a:cubicBezTo>
                <a:cubicBezTo>
                  <a:pt x="2568" y="95"/>
                  <a:pt x="2284" y="1"/>
                  <a:pt x="2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1" name="Google Shape;6991;p34"/>
          <p:cNvSpPr/>
          <p:nvPr/>
        </p:nvSpPr>
        <p:spPr>
          <a:xfrm>
            <a:off x="7418884" y="4203621"/>
            <a:ext cx="201723" cy="22786"/>
          </a:xfrm>
          <a:custGeom>
            <a:rect b="b" l="l" r="r" t="t"/>
            <a:pathLst>
              <a:path extrusionOk="0" h="694" w="6144">
                <a:moveTo>
                  <a:pt x="0" y="0"/>
                </a:moveTo>
                <a:cubicBezTo>
                  <a:pt x="158" y="378"/>
                  <a:pt x="536" y="693"/>
                  <a:pt x="1008" y="693"/>
                </a:cubicBezTo>
                <a:lnTo>
                  <a:pt x="5167" y="693"/>
                </a:lnTo>
                <a:cubicBezTo>
                  <a:pt x="5608" y="693"/>
                  <a:pt x="5986" y="441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2" name="Google Shape;6992;p34"/>
          <p:cNvSpPr/>
          <p:nvPr/>
        </p:nvSpPr>
        <p:spPr>
          <a:xfrm>
            <a:off x="6353394" y="4336393"/>
            <a:ext cx="387916" cy="386898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3" name="Google Shape;6993;p34"/>
          <p:cNvSpPr/>
          <p:nvPr/>
        </p:nvSpPr>
        <p:spPr>
          <a:xfrm>
            <a:off x="7066503" y="1295729"/>
            <a:ext cx="151029" cy="149749"/>
          </a:xfrm>
          <a:custGeom>
            <a:rect b="b" l="l" r="r" t="t"/>
            <a:pathLst>
              <a:path extrusionOk="0" h="4561" w="4600"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78"/>
                  <a:pt x="378" y="1756"/>
                </a:cubicBezTo>
                <a:lnTo>
                  <a:pt x="2773" y="4245"/>
                </a:lnTo>
                <a:cubicBezTo>
                  <a:pt x="2962" y="4434"/>
                  <a:pt x="3245" y="4560"/>
                  <a:pt x="3529" y="4560"/>
                </a:cubicBezTo>
                <a:cubicBezTo>
                  <a:pt x="3812" y="4560"/>
                  <a:pt x="4064" y="4434"/>
                  <a:pt x="4285" y="4245"/>
                </a:cubicBezTo>
                <a:cubicBezTo>
                  <a:pt x="4474" y="4056"/>
                  <a:pt x="4600" y="3773"/>
                  <a:pt x="4600" y="3489"/>
                </a:cubicBezTo>
                <a:cubicBezTo>
                  <a:pt x="4600" y="3206"/>
                  <a:pt x="4474" y="2954"/>
                  <a:pt x="4285" y="2733"/>
                </a:cubicBezTo>
                <a:lnTo>
                  <a:pt x="1828" y="307"/>
                </a:ln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4" name="Google Shape;6994;p34"/>
          <p:cNvSpPr/>
          <p:nvPr/>
        </p:nvSpPr>
        <p:spPr>
          <a:xfrm>
            <a:off x="6827559" y="1493010"/>
            <a:ext cx="221390" cy="191381"/>
          </a:xfrm>
          <a:custGeom>
            <a:rect b="b" l="l" r="r" t="t"/>
            <a:pathLst>
              <a:path extrusionOk="0" h="5829" w="6743">
                <a:moveTo>
                  <a:pt x="3797" y="2167"/>
                </a:moveTo>
                <a:cubicBezTo>
                  <a:pt x="3884" y="2167"/>
                  <a:pt x="3970" y="2190"/>
                  <a:pt x="4033" y="2237"/>
                </a:cubicBezTo>
                <a:cubicBezTo>
                  <a:pt x="4159" y="2363"/>
                  <a:pt x="4159" y="2616"/>
                  <a:pt x="4033" y="2710"/>
                </a:cubicBezTo>
                <a:cubicBezTo>
                  <a:pt x="3970" y="2773"/>
                  <a:pt x="3884" y="2805"/>
                  <a:pt x="3797" y="2805"/>
                </a:cubicBezTo>
                <a:cubicBezTo>
                  <a:pt x="3710" y="2805"/>
                  <a:pt x="3624" y="2773"/>
                  <a:pt x="3561" y="2710"/>
                </a:cubicBezTo>
                <a:cubicBezTo>
                  <a:pt x="3435" y="2616"/>
                  <a:pt x="3435" y="2363"/>
                  <a:pt x="3561" y="2237"/>
                </a:cubicBezTo>
                <a:cubicBezTo>
                  <a:pt x="3624" y="2190"/>
                  <a:pt x="3710" y="2167"/>
                  <a:pt x="3797" y="2167"/>
                </a:cubicBezTo>
                <a:close/>
                <a:moveTo>
                  <a:pt x="2336" y="2639"/>
                </a:moveTo>
                <a:cubicBezTo>
                  <a:pt x="2426" y="2639"/>
                  <a:pt x="2521" y="2663"/>
                  <a:pt x="2584" y="2710"/>
                </a:cubicBezTo>
                <a:cubicBezTo>
                  <a:pt x="2679" y="2836"/>
                  <a:pt x="2679" y="3057"/>
                  <a:pt x="2584" y="3183"/>
                </a:cubicBezTo>
                <a:cubicBezTo>
                  <a:pt x="2521" y="3246"/>
                  <a:pt x="2426" y="3277"/>
                  <a:pt x="2336" y="3277"/>
                </a:cubicBezTo>
                <a:cubicBezTo>
                  <a:pt x="2245" y="3277"/>
                  <a:pt x="2159" y="3246"/>
                  <a:pt x="2111" y="3183"/>
                </a:cubicBezTo>
                <a:cubicBezTo>
                  <a:pt x="1985" y="3057"/>
                  <a:pt x="1985" y="2868"/>
                  <a:pt x="2111" y="2710"/>
                </a:cubicBezTo>
                <a:cubicBezTo>
                  <a:pt x="2159" y="2663"/>
                  <a:pt x="2245" y="2639"/>
                  <a:pt x="2336" y="2639"/>
                </a:cubicBezTo>
                <a:close/>
                <a:moveTo>
                  <a:pt x="2931" y="1"/>
                </a:moveTo>
                <a:lnTo>
                  <a:pt x="599" y="2332"/>
                </a:lnTo>
                <a:cubicBezTo>
                  <a:pt x="221" y="2710"/>
                  <a:pt x="1" y="3214"/>
                  <a:pt x="1" y="3781"/>
                </a:cubicBezTo>
                <a:cubicBezTo>
                  <a:pt x="1" y="4317"/>
                  <a:pt x="221" y="4852"/>
                  <a:pt x="599" y="5230"/>
                </a:cubicBezTo>
                <a:cubicBezTo>
                  <a:pt x="1009" y="5608"/>
                  <a:pt x="1513" y="5829"/>
                  <a:pt x="2048" y="5829"/>
                </a:cubicBezTo>
                <a:cubicBezTo>
                  <a:pt x="2616" y="5829"/>
                  <a:pt x="3120" y="5640"/>
                  <a:pt x="3529" y="5230"/>
                </a:cubicBezTo>
                <a:lnTo>
                  <a:pt x="6743" y="2048"/>
                </a:lnTo>
                <a:cubicBezTo>
                  <a:pt x="6743" y="2017"/>
                  <a:pt x="6711" y="1954"/>
                  <a:pt x="6711" y="1922"/>
                </a:cubicBezTo>
                <a:cubicBezTo>
                  <a:pt x="6396" y="1418"/>
                  <a:pt x="5829" y="1103"/>
                  <a:pt x="5136" y="1103"/>
                </a:cubicBezTo>
                <a:lnTo>
                  <a:pt x="5104" y="1103"/>
                </a:lnTo>
                <a:cubicBezTo>
                  <a:pt x="5075" y="1104"/>
                  <a:pt x="5045" y="1105"/>
                  <a:pt x="5016" y="1105"/>
                </a:cubicBezTo>
                <a:cubicBezTo>
                  <a:pt x="4168" y="1105"/>
                  <a:pt x="3387" y="670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5" name="Google Shape;6995;p34"/>
          <p:cNvSpPr/>
          <p:nvPr/>
        </p:nvSpPr>
        <p:spPr>
          <a:xfrm>
            <a:off x="6941351" y="1362704"/>
            <a:ext cx="208979" cy="181038"/>
          </a:xfrm>
          <a:custGeom>
            <a:rect b="b" l="l" r="r" t="t"/>
            <a:pathLst>
              <a:path extrusionOk="0" h="5514" w="6365">
                <a:moveTo>
                  <a:pt x="3403" y="0"/>
                </a:moveTo>
                <a:lnTo>
                  <a:pt x="2678" y="693"/>
                </a:lnTo>
                <a:lnTo>
                  <a:pt x="2300" y="1103"/>
                </a:lnTo>
                <a:lnTo>
                  <a:pt x="3056" y="1859"/>
                </a:lnTo>
                <a:cubicBezTo>
                  <a:pt x="3151" y="1953"/>
                  <a:pt x="3151" y="2205"/>
                  <a:pt x="3056" y="2331"/>
                </a:cubicBezTo>
                <a:cubicBezTo>
                  <a:pt x="2962" y="2394"/>
                  <a:pt x="2899" y="2426"/>
                  <a:pt x="2804" y="2426"/>
                </a:cubicBezTo>
                <a:cubicBezTo>
                  <a:pt x="2741" y="2426"/>
                  <a:pt x="2615" y="2394"/>
                  <a:pt x="2584" y="2331"/>
                </a:cubicBezTo>
                <a:lnTo>
                  <a:pt x="1827" y="1575"/>
                </a:lnTo>
                <a:lnTo>
                  <a:pt x="1355" y="2048"/>
                </a:lnTo>
                <a:lnTo>
                  <a:pt x="2111" y="2804"/>
                </a:lnTo>
                <a:cubicBezTo>
                  <a:pt x="2205" y="2898"/>
                  <a:pt x="2205" y="3150"/>
                  <a:pt x="2111" y="3277"/>
                </a:cubicBezTo>
                <a:cubicBezTo>
                  <a:pt x="2016" y="3340"/>
                  <a:pt x="1953" y="3371"/>
                  <a:pt x="1859" y="3371"/>
                </a:cubicBezTo>
                <a:cubicBezTo>
                  <a:pt x="1796" y="3371"/>
                  <a:pt x="1670" y="3340"/>
                  <a:pt x="1638" y="3277"/>
                </a:cubicBezTo>
                <a:lnTo>
                  <a:pt x="882" y="2520"/>
                </a:lnTo>
                <a:lnTo>
                  <a:pt x="0" y="3371"/>
                </a:lnTo>
                <a:cubicBezTo>
                  <a:pt x="0" y="3403"/>
                  <a:pt x="63" y="3466"/>
                  <a:pt x="63" y="3497"/>
                </a:cubicBezTo>
                <a:cubicBezTo>
                  <a:pt x="364" y="4068"/>
                  <a:pt x="894" y="4381"/>
                  <a:pt x="1490" y="4381"/>
                </a:cubicBezTo>
                <a:cubicBezTo>
                  <a:pt x="1518" y="4381"/>
                  <a:pt x="1547" y="4381"/>
                  <a:pt x="1575" y="4379"/>
                </a:cubicBezTo>
                <a:cubicBezTo>
                  <a:pt x="1890" y="4379"/>
                  <a:pt x="2174" y="4411"/>
                  <a:pt x="2458" y="4474"/>
                </a:cubicBezTo>
                <a:cubicBezTo>
                  <a:pt x="2993" y="4631"/>
                  <a:pt x="3529" y="5009"/>
                  <a:pt x="3781" y="5513"/>
                </a:cubicBezTo>
                <a:lnTo>
                  <a:pt x="6364" y="2961"/>
                </a:lnTo>
                <a:lnTo>
                  <a:pt x="340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6" name="Google Shape;6996;p34"/>
          <p:cNvSpPr/>
          <p:nvPr/>
        </p:nvSpPr>
        <p:spPr>
          <a:xfrm>
            <a:off x="6852436" y="1799529"/>
            <a:ext cx="341360" cy="387949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7" name="Google Shape;6997;p34"/>
          <p:cNvSpPr/>
          <p:nvPr/>
        </p:nvSpPr>
        <p:spPr>
          <a:xfrm>
            <a:off x="6832221" y="2330331"/>
            <a:ext cx="227595" cy="204842"/>
          </a:xfrm>
          <a:custGeom>
            <a:rect b="b" l="l" r="r" t="t"/>
            <a:pathLst>
              <a:path extrusionOk="0" h="6239" w="6932">
                <a:moveTo>
                  <a:pt x="3340" y="2364"/>
                </a:moveTo>
                <a:cubicBezTo>
                  <a:pt x="3529" y="2364"/>
                  <a:pt x="3686" y="2521"/>
                  <a:pt x="3686" y="2710"/>
                </a:cubicBezTo>
                <a:lnTo>
                  <a:pt x="3686" y="3435"/>
                </a:lnTo>
                <a:lnTo>
                  <a:pt x="4411" y="3435"/>
                </a:lnTo>
                <a:cubicBezTo>
                  <a:pt x="4600" y="3435"/>
                  <a:pt x="4757" y="3592"/>
                  <a:pt x="4757" y="3782"/>
                </a:cubicBezTo>
                <a:cubicBezTo>
                  <a:pt x="4757" y="3971"/>
                  <a:pt x="4600" y="4128"/>
                  <a:pt x="4411" y="4128"/>
                </a:cubicBezTo>
                <a:lnTo>
                  <a:pt x="3686" y="4128"/>
                </a:lnTo>
                <a:lnTo>
                  <a:pt x="3686" y="4853"/>
                </a:lnTo>
                <a:cubicBezTo>
                  <a:pt x="3686" y="5042"/>
                  <a:pt x="3529" y="5199"/>
                  <a:pt x="3340" y="5199"/>
                </a:cubicBezTo>
                <a:cubicBezTo>
                  <a:pt x="3151" y="5199"/>
                  <a:pt x="2993" y="5042"/>
                  <a:pt x="2993" y="4853"/>
                </a:cubicBezTo>
                <a:lnTo>
                  <a:pt x="2993" y="4128"/>
                </a:lnTo>
                <a:lnTo>
                  <a:pt x="2268" y="4128"/>
                </a:lnTo>
                <a:cubicBezTo>
                  <a:pt x="2079" y="4128"/>
                  <a:pt x="1922" y="3971"/>
                  <a:pt x="1922" y="3782"/>
                </a:cubicBezTo>
                <a:cubicBezTo>
                  <a:pt x="1922" y="3592"/>
                  <a:pt x="2079" y="3435"/>
                  <a:pt x="2268" y="3435"/>
                </a:cubicBezTo>
                <a:lnTo>
                  <a:pt x="2993" y="3435"/>
                </a:lnTo>
                <a:lnTo>
                  <a:pt x="2993" y="2710"/>
                </a:lnTo>
                <a:cubicBezTo>
                  <a:pt x="2993" y="2521"/>
                  <a:pt x="3151" y="2364"/>
                  <a:pt x="3340" y="2364"/>
                </a:cubicBezTo>
                <a:close/>
                <a:moveTo>
                  <a:pt x="3434" y="1"/>
                </a:moveTo>
                <a:cubicBezTo>
                  <a:pt x="2836" y="1"/>
                  <a:pt x="2394" y="474"/>
                  <a:pt x="2394" y="1041"/>
                </a:cubicBezTo>
                <a:lnTo>
                  <a:pt x="2394" y="1387"/>
                </a:lnTo>
                <a:lnTo>
                  <a:pt x="1008" y="1387"/>
                </a:lnTo>
                <a:cubicBezTo>
                  <a:pt x="441" y="1387"/>
                  <a:pt x="0" y="1860"/>
                  <a:pt x="0" y="2395"/>
                </a:cubicBezTo>
                <a:lnTo>
                  <a:pt x="0" y="6239"/>
                </a:lnTo>
                <a:lnTo>
                  <a:pt x="6931" y="6239"/>
                </a:lnTo>
                <a:lnTo>
                  <a:pt x="6931" y="2395"/>
                </a:lnTo>
                <a:lnTo>
                  <a:pt x="6837" y="2395"/>
                </a:lnTo>
                <a:cubicBezTo>
                  <a:pt x="6837" y="1828"/>
                  <a:pt x="6364" y="1387"/>
                  <a:pt x="5829" y="1387"/>
                </a:cubicBezTo>
                <a:lnTo>
                  <a:pt x="4442" y="1387"/>
                </a:lnTo>
                <a:lnTo>
                  <a:pt x="4442" y="1041"/>
                </a:lnTo>
                <a:cubicBezTo>
                  <a:pt x="4442" y="442"/>
                  <a:pt x="3970" y="1"/>
                  <a:pt x="34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8" name="Google Shape;6998;p34"/>
          <p:cNvSpPr/>
          <p:nvPr/>
        </p:nvSpPr>
        <p:spPr>
          <a:xfrm>
            <a:off x="6828084" y="2556865"/>
            <a:ext cx="228613" cy="92095"/>
          </a:xfrm>
          <a:custGeom>
            <a:rect b="b" l="l" r="r" t="t"/>
            <a:pathLst>
              <a:path extrusionOk="0" h="2805" w="6963">
                <a:moveTo>
                  <a:pt x="2457" y="1418"/>
                </a:moveTo>
                <a:cubicBezTo>
                  <a:pt x="2647" y="1418"/>
                  <a:pt x="2804" y="1576"/>
                  <a:pt x="2804" y="1765"/>
                </a:cubicBezTo>
                <a:cubicBezTo>
                  <a:pt x="2804" y="1954"/>
                  <a:pt x="2647" y="2111"/>
                  <a:pt x="2457" y="2111"/>
                </a:cubicBezTo>
                <a:cubicBezTo>
                  <a:pt x="2237" y="2111"/>
                  <a:pt x="2079" y="1954"/>
                  <a:pt x="2079" y="1765"/>
                </a:cubicBezTo>
                <a:cubicBezTo>
                  <a:pt x="2079" y="1576"/>
                  <a:pt x="2237" y="1418"/>
                  <a:pt x="2457" y="1418"/>
                </a:cubicBezTo>
                <a:close/>
                <a:moveTo>
                  <a:pt x="32" y="0"/>
                </a:moveTo>
                <a:lnTo>
                  <a:pt x="32" y="1009"/>
                </a:lnTo>
                <a:cubicBezTo>
                  <a:pt x="0" y="1607"/>
                  <a:pt x="473" y="2080"/>
                  <a:pt x="1071" y="2080"/>
                </a:cubicBezTo>
                <a:lnTo>
                  <a:pt x="1449" y="2080"/>
                </a:lnTo>
                <a:cubicBezTo>
                  <a:pt x="1607" y="2489"/>
                  <a:pt x="1985" y="2804"/>
                  <a:pt x="2457" y="2804"/>
                </a:cubicBezTo>
                <a:cubicBezTo>
                  <a:pt x="2867" y="2804"/>
                  <a:pt x="3277" y="2521"/>
                  <a:pt x="3434" y="2080"/>
                </a:cubicBezTo>
                <a:lnTo>
                  <a:pt x="6963" y="2080"/>
                </a:lnTo>
                <a:lnTo>
                  <a:pt x="696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9" name="Google Shape;6999;p34"/>
          <p:cNvSpPr/>
          <p:nvPr/>
        </p:nvSpPr>
        <p:spPr>
          <a:xfrm>
            <a:off x="7079405" y="2396551"/>
            <a:ext cx="137601" cy="252416"/>
          </a:xfrm>
          <a:custGeom>
            <a:rect b="b" l="l" r="r" t="t"/>
            <a:pathLst>
              <a:path extrusionOk="0" h="7688" w="4191">
                <a:moveTo>
                  <a:pt x="1513" y="693"/>
                </a:moveTo>
                <a:cubicBezTo>
                  <a:pt x="1954" y="693"/>
                  <a:pt x="2364" y="977"/>
                  <a:pt x="2521" y="1386"/>
                </a:cubicBezTo>
                <a:lnTo>
                  <a:pt x="3372" y="3497"/>
                </a:lnTo>
                <a:lnTo>
                  <a:pt x="1765" y="3497"/>
                </a:lnTo>
                <a:cubicBezTo>
                  <a:pt x="1576" y="3497"/>
                  <a:pt x="1419" y="3340"/>
                  <a:pt x="1419" y="3151"/>
                </a:cubicBezTo>
                <a:lnTo>
                  <a:pt x="1419" y="693"/>
                </a:lnTo>
                <a:close/>
                <a:moveTo>
                  <a:pt x="1765" y="6270"/>
                </a:moveTo>
                <a:cubicBezTo>
                  <a:pt x="1954" y="6270"/>
                  <a:pt x="2112" y="6427"/>
                  <a:pt x="2112" y="6616"/>
                </a:cubicBezTo>
                <a:cubicBezTo>
                  <a:pt x="2112" y="6805"/>
                  <a:pt x="1954" y="6963"/>
                  <a:pt x="1765" y="6963"/>
                </a:cubicBezTo>
                <a:cubicBezTo>
                  <a:pt x="1576" y="6963"/>
                  <a:pt x="1419" y="6805"/>
                  <a:pt x="1419" y="6616"/>
                </a:cubicBezTo>
                <a:cubicBezTo>
                  <a:pt x="1419" y="6427"/>
                  <a:pt x="1576" y="6270"/>
                  <a:pt x="1765" y="6270"/>
                </a:cubicBezTo>
                <a:close/>
                <a:moveTo>
                  <a:pt x="1" y="0"/>
                </a:moveTo>
                <a:lnTo>
                  <a:pt x="1" y="6963"/>
                </a:lnTo>
                <a:lnTo>
                  <a:pt x="788" y="6963"/>
                </a:lnTo>
                <a:cubicBezTo>
                  <a:pt x="946" y="7372"/>
                  <a:pt x="1293" y="7687"/>
                  <a:pt x="1765" y="7687"/>
                </a:cubicBezTo>
                <a:cubicBezTo>
                  <a:pt x="2206" y="7687"/>
                  <a:pt x="2584" y="7404"/>
                  <a:pt x="2742" y="6963"/>
                </a:cubicBezTo>
                <a:lnTo>
                  <a:pt x="3151" y="6963"/>
                </a:lnTo>
                <a:cubicBezTo>
                  <a:pt x="3718" y="6963"/>
                  <a:pt x="4159" y="6490"/>
                  <a:pt x="4159" y="5955"/>
                </a:cubicBezTo>
                <a:lnTo>
                  <a:pt x="4159" y="5577"/>
                </a:lnTo>
                <a:lnTo>
                  <a:pt x="3151" y="5577"/>
                </a:lnTo>
                <a:cubicBezTo>
                  <a:pt x="2931" y="5577"/>
                  <a:pt x="2773" y="5419"/>
                  <a:pt x="2773" y="5230"/>
                </a:cubicBezTo>
                <a:cubicBezTo>
                  <a:pt x="2773" y="5041"/>
                  <a:pt x="2994" y="4883"/>
                  <a:pt x="3183" y="4883"/>
                </a:cubicBezTo>
                <a:lnTo>
                  <a:pt x="4191" y="4883"/>
                </a:lnTo>
                <a:lnTo>
                  <a:pt x="4191" y="4096"/>
                </a:lnTo>
                <a:cubicBezTo>
                  <a:pt x="4191" y="3970"/>
                  <a:pt x="4159" y="3812"/>
                  <a:pt x="4159" y="3686"/>
                </a:cubicBezTo>
                <a:cubicBezTo>
                  <a:pt x="4096" y="3466"/>
                  <a:pt x="3246" y="1386"/>
                  <a:pt x="3151" y="1103"/>
                </a:cubicBezTo>
                <a:cubicBezTo>
                  <a:pt x="2868" y="410"/>
                  <a:pt x="2238" y="0"/>
                  <a:pt x="15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0" name="Google Shape;7000;p34"/>
          <p:cNvSpPr/>
          <p:nvPr/>
        </p:nvSpPr>
        <p:spPr>
          <a:xfrm>
            <a:off x="5494406" y="2823737"/>
            <a:ext cx="114520" cy="160879"/>
          </a:xfrm>
          <a:custGeom>
            <a:rect b="b" l="l" r="r" t="t"/>
            <a:pathLst>
              <a:path extrusionOk="0" h="4900" w="3488">
                <a:moveTo>
                  <a:pt x="1408" y="1"/>
                </a:moveTo>
                <a:lnTo>
                  <a:pt x="1408" y="1922"/>
                </a:lnTo>
                <a:cubicBezTo>
                  <a:pt x="1408" y="2647"/>
                  <a:pt x="998" y="3277"/>
                  <a:pt x="463" y="3561"/>
                </a:cubicBezTo>
                <a:cubicBezTo>
                  <a:pt x="211" y="3655"/>
                  <a:pt x="53" y="3907"/>
                  <a:pt x="22" y="4128"/>
                </a:cubicBezTo>
                <a:cubicBezTo>
                  <a:pt x="1" y="4609"/>
                  <a:pt x="369" y="4896"/>
                  <a:pt x="738" y="4896"/>
                </a:cubicBezTo>
                <a:cubicBezTo>
                  <a:pt x="925" y="4896"/>
                  <a:pt x="1113" y="4822"/>
                  <a:pt x="1250" y="4663"/>
                </a:cubicBezTo>
                <a:cubicBezTo>
                  <a:pt x="1361" y="4506"/>
                  <a:pt x="1557" y="4427"/>
                  <a:pt x="1754" y="4427"/>
                </a:cubicBezTo>
                <a:cubicBezTo>
                  <a:pt x="1951" y="4427"/>
                  <a:pt x="2148" y="4506"/>
                  <a:pt x="2258" y="4663"/>
                </a:cubicBezTo>
                <a:cubicBezTo>
                  <a:pt x="2411" y="4826"/>
                  <a:pt x="2604" y="4899"/>
                  <a:pt x="2792" y="4899"/>
                </a:cubicBezTo>
                <a:cubicBezTo>
                  <a:pt x="3149" y="4899"/>
                  <a:pt x="3487" y="4635"/>
                  <a:pt x="3487" y="4222"/>
                </a:cubicBezTo>
                <a:cubicBezTo>
                  <a:pt x="3487" y="3939"/>
                  <a:pt x="3330" y="3718"/>
                  <a:pt x="3109" y="3592"/>
                </a:cubicBezTo>
                <a:cubicBezTo>
                  <a:pt x="2479" y="3277"/>
                  <a:pt x="2101" y="2710"/>
                  <a:pt x="2101" y="2143"/>
                </a:cubicBezTo>
                <a:lnTo>
                  <a:pt x="2101" y="32"/>
                </a:lnTo>
                <a:cubicBezTo>
                  <a:pt x="2006" y="32"/>
                  <a:pt x="1880" y="1"/>
                  <a:pt x="17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1" name="Google Shape;7001;p34"/>
          <p:cNvSpPr/>
          <p:nvPr/>
        </p:nvSpPr>
        <p:spPr>
          <a:xfrm>
            <a:off x="5356484" y="2827874"/>
            <a:ext cx="387949" cy="382761"/>
          </a:xfrm>
          <a:custGeom>
            <a:rect b="b" l="l" r="r" t="t"/>
            <a:pathLst>
              <a:path extrusionOk="0" h="11658" w="11816">
                <a:moveTo>
                  <a:pt x="4884" y="1"/>
                </a:moveTo>
                <a:cubicBezTo>
                  <a:pt x="2143" y="505"/>
                  <a:pt x="1" y="2899"/>
                  <a:pt x="1" y="5829"/>
                </a:cubicBezTo>
                <a:cubicBezTo>
                  <a:pt x="1" y="8696"/>
                  <a:pt x="2143" y="11153"/>
                  <a:pt x="4884" y="11657"/>
                </a:cubicBezTo>
                <a:lnTo>
                  <a:pt x="4884" y="9799"/>
                </a:lnTo>
                <a:cubicBezTo>
                  <a:pt x="4884" y="9358"/>
                  <a:pt x="4664" y="8980"/>
                  <a:pt x="4349" y="8822"/>
                </a:cubicBezTo>
                <a:cubicBezTo>
                  <a:pt x="3876" y="8633"/>
                  <a:pt x="3561" y="8160"/>
                  <a:pt x="3530" y="7625"/>
                </a:cubicBezTo>
                <a:cubicBezTo>
                  <a:pt x="3446" y="6731"/>
                  <a:pt x="4186" y="6180"/>
                  <a:pt x="4925" y="6180"/>
                </a:cubicBezTo>
                <a:cubicBezTo>
                  <a:pt x="5306" y="6180"/>
                  <a:pt x="5687" y="6327"/>
                  <a:pt x="5955" y="6648"/>
                </a:cubicBezTo>
                <a:cubicBezTo>
                  <a:pt x="6188" y="6316"/>
                  <a:pt x="6553" y="6163"/>
                  <a:pt x="6929" y="6163"/>
                </a:cubicBezTo>
                <a:cubicBezTo>
                  <a:pt x="7621" y="6163"/>
                  <a:pt x="8350" y="6684"/>
                  <a:pt x="8350" y="7562"/>
                </a:cubicBezTo>
                <a:cubicBezTo>
                  <a:pt x="8350" y="8066"/>
                  <a:pt x="8035" y="8570"/>
                  <a:pt x="7562" y="8822"/>
                </a:cubicBezTo>
                <a:cubicBezTo>
                  <a:pt x="7184" y="9011"/>
                  <a:pt x="6995" y="9326"/>
                  <a:pt x="6995" y="9641"/>
                </a:cubicBezTo>
                <a:lnTo>
                  <a:pt x="6995" y="11657"/>
                </a:lnTo>
                <a:cubicBezTo>
                  <a:pt x="9736" y="11153"/>
                  <a:pt x="11815" y="8728"/>
                  <a:pt x="11815" y="5829"/>
                </a:cubicBezTo>
                <a:cubicBezTo>
                  <a:pt x="11815" y="2899"/>
                  <a:pt x="9736" y="505"/>
                  <a:pt x="6995" y="1"/>
                </a:cubicBezTo>
                <a:lnTo>
                  <a:pt x="6995" y="2017"/>
                </a:lnTo>
                <a:cubicBezTo>
                  <a:pt x="6995" y="2364"/>
                  <a:pt x="7216" y="2679"/>
                  <a:pt x="7562" y="2836"/>
                </a:cubicBezTo>
                <a:cubicBezTo>
                  <a:pt x="8035" y="3057"/>
                  <a:pt x="8350" y="3529"/>
                  <a:pt x="8350" y="4096"/>
                </a:cubicBezTo>
                <a:cubicBezTo>
                  <a:pt x="8350" y="4945"/>
                  <a:pt x="7656" y="5495"/>
                  <a:pt x="6948" y="5495"/>
                </a:cubicBezTo>
                <a:cubicBezTo>
                  <a:pt x="6578" y="5495"/>
                  <a:pt x="6205" y="5345"/>
                  <a:pt x="5924" y="5010"/>
                </a:cubicBezTo>
                <a:cubicBezTo>
                  <a:pt x="5691" y="5321"/>
                  <a:pt x="5310" y="5471"/>
                  <a:pt x="4919" y="5471"/>
                </a:cubicBezTo>
                <a:cubicBezTo>
                  <a:pt x="4200" y="5471"/>
                  <a:pt x="3448" y="4961"/>
                  <a:pt x="3530" y="4002"/>
                </a:cubicBezTo>
                <a:cubicBezTo>
                  <a:pt x="3561" y="3498"/>
                  <a:pt x="3876" y="3057"/>
                  <a:pt x="4349" y="2836"/>
                </a:cubicBezTo>
                <a:cubicBezTo>
                  <a:pt x="4664" y="2679"/>
                  <a:pt x="4884" y="2269"/>
                  <a:pt x="4884" y="1859"/>
                </a:cubicBezTo>
                <a:lnTo>
                  <a:pt x="48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2" name="Google Shape;7002;p34"/>
          <p:cNvSpPr/>
          <p:nvPr/>
        </p:nvSpPr>
        <p:spPr>
          <a:xfrm>
            <a:off x="5494406" y="3053423"/>
            <a:ext cx="114520" cy="161339"/>
          </a:xfrm>
          <a:custGeom>
            <a:rect b="b" l="l" r="r" t="t"/>
            <a:pathLst>
              <a:path extrusionOk="0" h="4914" w="3488">
                <a:moveTo>
                  <a:pt x="2777" y="1"/>
                </a:moveTo>
                <a:cubicBezTo>
                  <a:pt x="2589" y="1"/>
                  <a:pt x="2399" y="77"/>
                  <a:pt x="2258" y="251"/>
                </a:cubicBezTo>
                <a:cubicBezTo>
                  <a:pt x="2148" y="408"/>
                  <a:pt x="1951" y="487"/>
                  <a:pt x="1754" y="487"/>
                </a:cubicBezTo>
                <a:cubicBezTo>
                  <a:pt x="1557" y="487"/>
                  <a:pt x="1361" y="408"/>
                  <a:pt x="1250" y="251"/>
                </a:cubicBezTo>
                <a:cubicBezTo>
                  <a:pt x="1122" y="91"/>
                  <a:pt x="936" y="17"/>
                  <a:pt x="748" y="17"/>
                </a:cubicBezTo>
                <a:cubicBezTo>
                  <a:pt x="379" y="17"/>
                  <a:pt x="1" y="297"/>
                  <a:pt x="22" y="755"/>
                </a:cubicBezTo>
                <a:cubicBezTo>
                  <a:pt x="22" y="1007"/>
                  <a:pt x="242" y="1227"/>
                  <a:pt x="463" y="1353"/>
                </a:cubicBezTo>
                <a:cubicBezTo>
                  <a:pt x="1061" y="1637"/>
                  <a:pt x="1408" y="2267"/>
                  <a:pt x="1408" y="2960"/>
                </a:cubicBezTo>
                <a:lnTo>
                  <a:pt x="1408" y="4914"/>
                </a:lnTo>
                <a:cubicBezTo>
                  <a:pt x="1534" y="4851"/>
                  <a:pt x="1660" y="4851"/>
                  <a:pt x="1754" y="4851"/>
                </a:cubicBezTo>
                <a:lnTo>
                  <a:pt x="2101" y="4851"/>
                </a:lnTo>
                <a:lnTo>
                  <a:pt x="2101" y="2771"/>
                </a:lnTo>
                <a:cubicBezTo>
                  <a:pt x="2101" y="2141"/>
                  <a:pt x="2479" y="1606"/>
                  <a:pt x="3109" y="1322"/>
                </a:cubicBezTo>
                <a:cubicBezTo>
                  <a:pt x="3330" y="1196"/>
                  <a:pt x="3487" y="975"/>
                  <a:pt x="3487" y="692"/>
                </a:cubicBezTo>
                <a:cubicBezTo>
                  <a:pt x="3487" y="279"/>
                  <a:pt x="3135" y="1"/>
                  <a:pt x="27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3" name="Google Shape;7003;p34"/>
          <p:cNvSpPr/>
          <p:nvPr/>
        </p:nvSpPr>
        <p:spPr>
          <a:xfrm>
            <a:off x="5493028" y="3397753"/>
            <a:ext cx="22786" cy="22786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cubicBezTo>
                  <a:pt x="536" y="693"/>
                  <a:pt x="694" y="536"/>
                  <a:pt x="694" y="347"/>
                </a:cubicBez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4" name="Google Shape;7004;p34"/>
          <p:cNvSpPr/>
          <p:nvPr/>
        </p:nvSpPr>
        <p:spPr>
          <a:xfrm>
            <a:off x="5425790" y="3512562"/>
            <a:ext cx="68324" cy="68292"/>
          </a:xfrm>
          <a:custGeom>
            <a:rect b="b" l="l" r="r" t="t"/>
            <a:pathLst>
              <a:path extrusionOk="0" h="2080" w="2081">
                <a:moveTo>
                  <a:pt x="1" y="0"/>
                </a:moveTo>
                <a:lnTo>
                  <a:pt x="1" y="2080"/>
                </a:lnTo>
                <a:lnTo>
                  <a:pt x="2080" y="2080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5" name="Google Shape;7005;p34"/>
          <p:cNvSpPr/>
          <p:nvPr/>
        </p:nvSpPr>
        <p:spPr>
          <a:xfrm>
            <a:off x="5356484" y="3353267"/>
            <a:ext cx="294836" cy="387916"/>
          </a:xfrm>
          <a:custGeom>
            <a:rect b="b" l="l" r="r" t="t"/>
            <a:pathLst>
              <a:path extrusionOk="0" h="11815" w="8980">
                <a:moveTo>
                  <a:pt x="4538" y="694"/>
                </a:moveTo>
                <a:cubicBezTo>
                  <a:pt x="5136" y="694"/>
                  <a:pt x="5577" y="1166"/>
                  <a:pt x="5577" y="1702"/>
                </a:cubicBezTo>
                <a:cubicBezTo>
                  <a:pt x="5577" y="1891"/>
                  <a:pt x="5735" y="2048"/>
                  <a:pt x="5924" y="2048"/>
                </a:cubicBezTo>
                <a:lnTo>
                  <a:pt x="6649" y="2048"/>
                </a:lnTo>
                <a:cubicBezTo>
                  <a:pt x="6838" y="2048"/>
                  <a:pt x="6995" y="2206"/>
                  <a:pt x="6995" y="2426"/>
                </a:cubicBezTo>
                <a:lnTo>
                  <a:pt x="6995" y="2773"/>
                </a:lnTo>
                <a:lnTo>
                  <a:pt x="2143" y="2773"/>
                </a:lnTo>
                <a:lnTo>
                  <a:pt x="2143" y="2426"/>
                </a:lnTo>
                <a:lnTo>
                  <a:pt x="2112" y="2426"/>
                </a:lnTo>
                <a:cubicBezTo>
                  <a:pt x="2112" y="2206"/>
                  <a:pt x="2269" y="2048"/>
                  <a:pt x="2458" y="2048"/>
                </a:cubicBezTo>
                <a:lnTo>
                  <a:pt x="3183" y="2048"/>
                </a:lnTo>
                <a:cubicBezTo>
                  <a:pt x="3372" y="2048"/>
                  <a:pt x="3530" y="1891"/>
                  <a:pt x="3530" y="1702"/>
                </a:cubicBezTo>
                <a:cubicBezTo>
                  <a:pt x="3530" y="1103"/>
                  <a:pt x="4002" y="694"/>
                  <a:pt x="4538" y="694"/>
                </a:cubicBezTo>
                <a:close/>
                <a:moveTo>
                  <a:pt x="7310" y="4159"/>
                </a:moveTo>
                <a:cubicBezTo>
                  <a:pt x="7499" y="4159"/>
                  <a:pt x="7657" y="4317"/>
                  <a:pt x="7657" y="4506"/>
                </a:cubicBezTo>
                <a:cubicBezTo>
                  <a:pt x="7657" y="4695"/>
                  <a:pt x="7499" y="4852"/>
                  <a:pt x="7310" y="4852"/>
                </a:cubicBezTo>
                <a:lnTo>
                  <a:pt x="5924" y="4852"/>
                </a:lnTo>
                <a:cubicBezTo>
                  <a:pt x="5735" y="4852"/>
                  <a:pt x="5577" y="4695"/>
                  <a:pt x="5577" y="4506"/>
                </a:cubicBezTo>
                <a:cubicBezTo>
                  <a:pt x="5577" y="4317"/>
                  <a:pt x="5735" y="4159"/>
                  <a:pt x="5924" y="4159"/>
                </a:cubicBezTo>
                <a:close/>
                <a:moveTo>
                  <a:pt x="7310" y="5514"/>
                </a:moveTo>
                <a:cubicBezTo>
                  <a:pt x="7499" y="5514"/>
                  <a:pt x="7657" y="5671"/>
                  <a:pt x="7657" y="5892"/>
                </a:cubicBezTo>
                <a:cubicBezTo>
                  <a:pt x="7657" y="6081"/>
                  <a:pt x="7499" y="6238"/>
                  <a:pt x="7310" y="6238"/>
                </a:cubicBezTo>
                <a:lnTo>
                  <a:pt x="5924" y="6238"/>
                </a:lnTo>
                <a:cubicBezTo>
                  <a:pt x="5735" y="6238"/>
                  <a:pt x="5577" y="6081"/>
                  <a:pt x="5577" y="5892"/>
                </a:cubicBezTo>
                <a:cubicBezTo>
                  <a:pt x="5577" y="5671"/>
                  <a:pt x="5735" y="5514"/>
                  <a:pt x="5924" y="5514"/>
                </a:cubicBezTo>
                <a:close/>
                <a:moveTo>
                  <a:pt x="4506" y="4159"/>
                </a:moveTo>
                <a:cubicBezTo>
                  <a:pt x="4695" y="4159"/>
                  <a:pt x="4853" y="4317"/>
                  <a:pt x="4853" y="4506"/>
                </a:cubicBezTo>
                <a:lnTo>
                  <a:pt x="4853" y="7247"/>
                </a:lnTo>
                <a:cubicBezTo>
                  <a:pt x="4853" y="7467"/>
                  <a:pt x="4695" y="7593"/>
                  <a:pt x="4506" y="7593"/>
                </a:cubicBezTo>
                <a:lnTo>
                  <a:pt x="1734" y="7593"/>
                </a:lnTo>
                <a:cubicBezTo>
                  <a:pt x="1545" y="7593"/>
                  <a:pt x="1387" y="7467"/>
                  <a:pt x="1387" y="7247"/>
                </a:cubicBezTo>
                <a:lnTo>
                  <a:pt x="1387" y="4506"/>
                </a:lnTo>
                <a:cubicBezTo>
                  <a:pt x="1387" y="4317"/>
                  <a:pt x="1545" y="4159"/>
                  <a:pt x="1734" y="4159"/>
                </a:cubicBezTo>
                <a:close/>
                <a:moveTo>
                  <a:pt x="7310" y="6900"/>
                </a:moveTo>
                <a:cubicBezTo>
                  <a:pt x="7499" y="6900"/>
                  <a:pt x="7657" y="7058"/>
                  <a:pt x="7657" y="7247"/>
                </a:cubicBezTo>
                <a:cubicBezTo>
                  <a:pt x="7657" y="7467"/>
                  <a:pt x="7499" y="7593"/>
                  <a:pt x="7310" y="7593"/>
                </a:cubicBezTo>
                <a:lnTo>
                  <a:pt x="5924" y="7593"/>
                </a:lnTo>
                <a:cubicBezTo>
                  <a:pt x="5735" y="7593"/>
                  <a:pt x="5577" y="7467"/>
                  <a:pt x="5577" y="7247"/>
                </a:cubicBezTo>
                <a:cubicBezTo>
                  <a:pt x="5577" y="7058"/>
                  <a:pt x="5735" y="6900"/>
                  <a:pt x="5924" y="6900"/>
                </a:cubicBezTo>
                <a:close/>
                <a:moveTo>
                  <a:pt x="7310" y="8318"/>
                </a:moveTo>
                <a:cubicBezTo>
                  <a:pt x="7499" y="8318"/>
                  <a:pt x="7657" y="8475"/>
                  <a:pt x="7657" y="8664"/>
                </a:cubicBezTo>
                <a:cubicBezTo>
                  <a:pt x="7657" y="8853"/>
                  <a:pt x="7499" y="9011"/>
                  <a:pt x="7310" y="9011"/>
                </a:cubicBezTo>
                <a:lnTo>
                  <a:pt x="1734" y="9011"/>
                </a:lnTo>
                <a:cubicBezTo>
                  <a:pt x="1545" y="9011"/>
                  <a:pt x="1387" y="8853"/>
                  <a:pt x="1387" y="8664"/>
                </a:cubicBezTo>
                <a:cubicBezTo>
                  <a:pt x="1387" y="8475"/>
                  <a:pt x="1545" y="8318"/>
                  <a:pt x="1734" y="8318"/>
                </a:cubicBezTo>
                <a:close/>
                <a:moveTo>
                  <a:pt x="7310" y="9704"/>
                </a:moveTo>
                <a:cubicBezTo>
                  <a:pt x="7499" y="9704"/>
                  <a:pt x="7657" y="9861"/>
                  <a:pt x="7657" y="10050"/>
                </a:cubicBezTo>
                <a:cubicBezTo>
                  <a:pt x="7657" y="10240"/>
                  <a:pt x="7499" y="10397"/>
                  <a:pt x="7310" y="10397"/>
                </a:cubicBezTo>
                <a:lnTo>
                  <a:pt x="1734" y="10397"/>
                </a:lnTo>
                <a:cubicBezTo>
                  <a:pt x="1545" y="10397"/>
                  <a:pt x="1387" y="10240"/>
                  <a:pt x="1387" y="10050"/>
                </a:cubicBezTo>
                <a:cubicBezTo>
                  <a:pt x="1387" y="9861"/>
                  <a:pt x="1545" y="9704"/>
                  <a:pt x="1734" y="9704"/>
                </a:cubicBezTo>
                <a:close/>
                <a:moveTo>
                  <a:pt x="4506" y="0"/>
                </a:moveTo>
                <a:cubicBezTo>
                  <a:pt x="3687" y="0"/>
                  <a:pt x="2962" y="599"/>
                  <a:pt x="2805" y="1387"/>
                </a:cubicBezTo>
                <a:lnTo>
                  <a:pt x="2427" y="1387"/>
                </a:lnTo>
                <a:cubicBezTo>
                  <a:pt x="1986" y="1387"/>
                  <a:pt x="1576" y="1670"/>
                  <a:pt x="1419" y="2080"/>
                </a:cubicBezTo>
                <a:lnTo>
                  <a:pt x="1041" y="2080"/>
                </a:lnTo>
                <a:cubicBezTo>
                  <a:pt x="442" y="2080"/>
                  <a:pt x="1" y="2552"/>
                  <a:pt x="1" y="3119"/>
                </a:cubicBezTo>
                <a:lnTo>
                  <a:pt x="1" y="10807"/>
                </a:lnTo>
                <a:cubicBezTo>
                  <a:pt x="1" y="11342"/>
                  <a:pt x="474" y="11815"/>
                  <a:pt x="1041" y="11815"/>
                </a:cubicBezTo>
                <a:lnTo>
                  <a:pt x="7972" y="11815"/>
                </a:lnTo>
                <a:cubicBezTo>
                  <a:pt x="8570" y="11815"/>
                  <a:pt x="8980" y="11342"/>
                  <a:pt x="8980" y="10807"/>
                </a:cubicBezTo>
                <a:lnTo>
                  <a:pt x="8980" y="3119"/>
                </a:lnTo>
                <a:cubicBezTo>
                  <a:pt x="8980" y="2521"/>
                  <a:pt x="8507" y="2080"/>
                  <a:pt x="7972" y="2080"/>
                </a:cubicBezTo>
                <a:lnTo>
                  <a:pt x="7562" y="2080"/>
                </a:lnTo>
                <a:cubicBezTo>
                  <a:pt x="7405" y="1702"/>
                  <a:pt x="7058" y="1387"/>
                  <a:pt x="6585" y="1387"/>
                </a:cubicBezTo>
                <a:lnTo>
                  <a:pt x="6207" y="1387"/>
                </a:lnTo>
                <a:cubicBezTo>
                  <a:pt x="6050" y="599"/>
                  <a:pt x="532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6" name="Google Shape;7006;p34"/>
          <p:cNvSpPr/>
          <p:nvPr/>
        </p:nvSpPr>
        <p:spPr>
          <a:xfrm>
            <a:off x="5675075" y="3399558"/>
            <a:ext cx="69342" cy="250610"/>
          </a:xfrm>
          <a:custGeom>
            <a:rect b="b" l="l" r="r" t="t"/>
            <a:pathLst>
              <a:path extrusionOk="0" h="7633" w="2112">
                <a:moveTo>
                  <a:pt x="1060" y="0"/>
                </a:moveTo>
                <a:cubicBezTo>
                  <a:pt x="930" y="0"/>
                  <a:pt x="804" y="55"/>
                  <a:pt x="757" y="166"/>
                </a:cubicBezTo>
                <a:lnTo>
                  <a:pt x="32" y="1552"/>
                </a:lnTo>
                <a:cubicBezTo>
                  <a:pt x="0" y="1583"/>
                  <a:pt x="0" y="1678"/>
                  <a:pt x="0" y="1709"/>
                </a:cubicBezTo>
                <a:lnTo>
                  <a:pt x="0" y="7632"/>
                </a:lnTo>
                <a:lnTo>
                  <a:pt x="2080" y="7632"/>
                </a:lnTo>
                <a:lnTo>
                  <a:pt x="2080" y="1709"/>
                </a:lnTo>
                <a:lnTo>
                  <a:pt x="2111" y="1709"/>
                </a:lnTo>
                <a:cubicBezTo>
                  <a:pt x="2111" y="1678"/>
                  <a:pt x="2111" y="1583"/>
                  <a:pt x="2080" y="1552"/>
                </a:cubicBezTo>
                <a:lnTo>
                  <a:pt x="1387" y="166"/>
                </a:lnTo>
                <a:cubicBezTo>
                  <a:pt x="1324" y="55"/>
                  <a:pt x="1190" y="0"/>
                  <a:pt x="10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7" name="Google Shape;7007;p34"/>
          <p:cNvSpPr/>
          <p:nvPr/>
        </p:nvSpPr>
        <p:spPr>
          <a:xfrm>
            <a:off x="5676093" y="3669757"/>
            <a:ext cx="68324" cy="70393"/>
          </a:xfrm>
          <a:custGeom>
            <a:rect b="b" l="l" r="r" t="t"/>
            <a:pathLst>
              <a:path extrusionOk="0" h="2144" w="2081">
                <a:moveTo>
                  <a:pt x="1" y="1"/>
                </a:moveTo>
                <a:lnTo>
                  <a:pt x="1" y="1104"/>
                </a:lnTo>
                <a:lnTo>
                  <a:pt x="64" y="1104"/>
                </a:lnTo>
                <a:cubicBezTo>
                  <a:pt x="64" y="1702"/>
                  <a:pt x="505" y="2143"/>
                  <a:pt x="1072" y="2143"/>
                </a:cubicBezTo>
                <a:cubicBezTo>
                  <a:pt x="1671" y="2143"/>
                  <a:pt x="2080" y="1671"/>
                  <a:pt x="2080" y="1104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8" name="Google Shape;7008;p34"/>
          <p:cNvSpPr/>
          <p:nvPr/>
        </p:nvSpPr>
        <p:spPr>
          <a:xfrm>
            <a:off x="5356501" y="3909936"/>
            <a:ext cx="388967" cy="266633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9" name="Google Shape;7009;p34"/>
          <p:cNvSpPr/>
          <p:nvPr/>
        </p:nvSpPr>
        <p:spPr>
          <a:xfrm>
            <a:off x="7886305" y="2960281"/>
            <a:ext cx="252449" cy="138619"/>
          </a:xfrm>
          <a:custGeom>
            <a:rect b="b" l="l" r="r" t="t"/>
            <a:pathLst>
              <a:path extrusionOk="0" h="4222" w="7689">
                <a:moveTo>
                  <a:pt x="3151" y="0"/>
                </a:moveTo>
                <a:lnTo>
                  <a:pt x="2616" y="1260"/>
                </a:lnTo>
                <a:cubicBezTo>
                  <a:pt x="2584" y="1386"/>
                  <a:pt x="2427" y="1481"/>
                  <a:pt x="2301" y="1481"/>
                </a:cubicBezTo>
                <a:lnTo>
                  <a:pt x="1" y="1481"/>
                </a:lnTo>
                <a:lnTo>
                  <a:pt x="1" y="4222"/>
                </a:lnTo>
                <a:lnTo>
                  <a:pt x="7688" y="4222"/>
                </a:lnTo>
                <a:lnTo>
                  <a:pt x="7688" y="1481"/>
                </a:lnTo>
                <a:lnTo>
                  <a:pt x="5672" y="1481"/>
                </a:lnTo>
                <a:lnTo>
                  <a:pt x="4884" y="3371"/>
                </a:lnTo>
                <a:cubicBezTo>
                  <a:pt x="4827" y="3513"/>
                  <a:pt x="4713" y="3578"/>
                  <a:pt x="4593" y="3578"/>
                </a:cubicBezTo>
                <a:cubicBezTo>
                  <a:pt x="4447" y="3578"/>
                  <a:pt x="4292" y="3481"/>
                  <a:pt x="4223" y="3308"/>
                </a:cubicBezTo>
                <a:lnTo>
                  <a:pt x="31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0" name="Google Shape;7010;p34"/>
          <p:cNvSpPr/>
          <p:nvPr/>
        </p:nvSpPr>
        <p:spPr>
          <a:xfrm>
            <a:off x="7885287" y="2893043"/>
            <a:ext cx="252416" cy="139669"/>
          </a:xfrm>
          <a:custGeom>
            <a:rect b="b" l="l" r="r" t="t"/>
            <a:pathLst>
              <a:path extrusionOk="0" h="4254" w="7688">
                <a:moveTo>
                  <a:pt x="0" y="0"/>
                </a:moveTo>
                <a:lnTo>
                  <a:pt x="0" y="2836"/>
                </a:lnTo>
                <a:lnTo>
                  <a:pt x="2111" y="2836"/>
                </a:lnTo>
                <a:lnTo>
                  <a:pt x="2962" y="945"/>
                </a:lnTo>
                <a:cubicBezTo>
                  <a:pt x="3020" y="800"/>
                  <a:pt x="3138" y="735"/>
                  <a:pt x="3258" y="735"/>
                </a:cubicBezTo>
                <a:cubicBezTo>
                  <a:pt x="3399" y="735"/>
                  <a:pt x="3541" y="824"/>
                  <a:pt x="3592" y="977"/>
                </a:cubicBezTo>
                <a:lnTo>
                  <a:pt x="4632" y="4253"/>
                </a:lnTo>
                <a:lnTo>
                  <a:pt x="5104" y="3056"/>
                </a:lnTo>
                <a:cubicBezTo>
                  <a:pt x="5167" y="2930"/>
                  <a:pt x="5325" y="2836"/>
                  <a:pt x="5419" y="2836"/>
                </a:cubicBezTo>
                <a:lnTo>
                  <a:pt x="7688" y="2836"/>
                </a:lnTo>
                <a:lnTo>
                  <a:pt x="768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1" name="Google Shape;7011;p34"/>
          <p:cNvSpPr/>
          <p:nvPr/>
        </p:nvSpPr>
        <p:spPr>
          <a:xfrm>
            <a:off x="7817032" y="2824787"/>
            <a:ext cx="388934" cy="388934"/>
          </a:xfrm>
          <a:custGeom>
            <a:rect b="b" l="l" r="r" t="t"/>
            <a:pathLst>
              <a:path extrusionOk="0" h="11846" w="11846">
                <a:moveTo>
                  <a:pt x="10113" y="1386"/>
                </a:moveTo>
                <a:cubicBezTo>
                  <a:pt x="10302" y="1386"/>
                  <a:pt x="10460" y="1544"/>
                  <a:pt x="10460" y="1733"/>
                </a:cubicBezTo>
                <a:lnTo>
                  <a:pt x="10460" y="8758"/>
                </a:lnTo>
                <a:cubicBezTo>
                  <a:pt x="10460" y="8947"/>
                  <a:pt x="10302" y="9105"/>
                  <a:pt x="10113" y="9105"/>
                </a:cubicBezTo>
                <a:lnTo>
                  <a:pt x="1733" y="9105"/>
                </a:lnTo>
                <a:cubicBezTo>
                  <a:pt x="1512" y="9105"/>
                  <a:pt x="1355" y="8947"/>
                  <a:pt x="1355" y="8758"/>
                </a:cubicBezTo>
                <a:lnTo>
                  <a:pt x="1355" y="1733"/>
                </a:lnTo>
                <a:cubicBezTo>
                  <a:pt x="1355" y="1544"/>
                  <a:pt x="1512" y="1386"/>
                  <a:pt x="1733" y="1386"/>
                </a:cubicBezTo>
                <a:close/>
                <a:moveTo>
                  <a:pt x="2426" y="9767"/>
                </a:moveTo>
                <a:cubicBezTo>
                  <a:pt x="2615" y="9767"/>
                  <a:pt x="2804" y="9924"/>
                  <a:pt x="2804" y="10113"/>
                </a:cubicBezTo>
                <a:cubicBezTo>
                  <a:pt x="2804" y="10334"/>
                  <a:pt x="2615" y="10491"/>
                  <a:pt x="2426" y="10491"/>
                </a:cubicBezTo>
                <a:cubicBezTo>
                  <a:pt x="2237" y="10491"/>
                  <a:pt x="2079" y="10334"/>
                  <a:pt x="2079" y="10113"/>
                </a:cubicBezTo>
                <a:cubicBezTo>
                  <a:pt x="2079" y="9924"/>
                  <a:pt x="2237" y="9767"/>
                  <a:pt x="2426" y="9767"/>
                </a:cubicBezTo>
                <a:close/>
                <a:moveTo>
                  <a:pt x="3844" y="9767"/>
                </a:moveTo>
                <a:cubicBezTo>
                  <a:pt x="4033" y="9767"/>
                  <a:pt x="4190" y="9924"/>
                  <a:pt x="4190" y="10113"/>
                </a:cubicBezTo>
                <a:cubicBezTo>
                  <a:pt x="4190" y="10334"/>
                  <a:pt x="4001" y="10491"/>
                  <a:pt x="3844" y="10491"/>
                </a:cubicBezTo>
                <a:cubicBezTo>
                  <a:pt x="3655" y="10491"/>
                  <a:pt x="3497" y="10334"/>
                  <a:pt x="3497" y="10113"/>
                </a:cubicBezTo>
                <a:cubicBezTo>
                  <a:pt x="3497" y="9924"/>
                  <a:pt x="3655" y="9767"/>
                  <a:pt x="3844" y="9767"/>
                </a:cubicBezTo>
                <a:close/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10113"/>
                </a:lnTo>
                <a:cubicBezTo>
                  <a:pt x="0" y="11058"/>
                  <a:pt x="788" y="11846"/>
                  <a:pt x="1733" y="11846"/>
                </a:cubicBezTo>
                <a:lnTo>
                  <a:pt x="10113" y="11846"/>
                </a:lnTo>
                <a:cubicBezTo>
                  <a:pt x="11058" y="11846"/>
                  <a:pt x="11846" y="11058"/>
                  <a:pt x="11846" y="10113"/>
                </a:cubicBezTo>
                <a:lnTo>
                  <a:pt x="11846" y="1733"/>
                </a:lnTo>
                <a:cubicBezTo>
                  <a:pt x="11846" y="788"/>
                  <a:pt x="11058" y="0"/>
                  <a:pt x="1011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2" name="Google Shape;7012;p34"/>
          <p:cNvSpPr/>
          <p:nvPr/>
        </p:nvSpPr>
        <p:spPr>
          <a:xfrm>
            <a:off x="7863531" y="3353194"/>
            <a:ext cx="296904" cy="387949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3" name="Google Shape;7013;p34"/>
          <p:cNvSpPr/>
          <p:nvPr/>
        </p:nvSpPr>
        <p:spPr>
          <a:xfrm>
            <a:off x="7999587" y="3941925"/>
            <a:ext cx="23836" cy="22786"/>
          </a:xfrm>
          <a:custGeom>
            <a:rect b="b" l="l" r="r" t="t"/>
            <a:pathLst>
              <a:path extrusionOk="0" h="694" w="726">
                <a:moveTo>
                  <a:pt x="0" y="0"/>
                </a:moveTo>
                <a:lnTo>
                  <a:pt x="0" y="694"/>
                </a:lnTo>
                <a:lnTo>
                  <a:pt x="725" y="694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4" name="Google Shape;7014;p34"/>
          <p:cNvSpPr/>
          <p:nvPr/>
        </p:nvSpPr>
        <p:spPr>
          <a:xfrm>
            <a:off x="7999587" y="3986411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5" name="Google Shape;7015;p34"/>
          <p:cNvSpPr/>
          <p:nvPr/>
        </p:nvSpPr>
        <p:spPr>
          <a:xfrm>
            <a:off x="7999587" y="4078469"/>
            <a:ext cx="23836" cy="45539"/>
          </a:xfrm>
          <a:custGeom>
            <a:rect b="b" l="l" r="r" t="t"/>
            <a:pathLst>
              <a:path extrusionOk="0" h="1387" w="726">
                <a:moveTo>
                  <a:pt x="0" y="0"/>
                </a:moveTo>
                <a:lnTo>
                  <a:pt x="0" y="1040"/>
                </a:lnTo>
                <a:cubicBezTo>
                  <a:pt x="0" y="1229"/>
                  <a:pt x="158" y="1386"/>
                  <a:pt x="379" y="1386"/>
                </a:cubicBezTo>
                <a:cubicBezTo>
                  <a:pt x="568" y="1386"/>
                  <a:pt x="725" y="1229"/>
                  <a:pt x="725" y="1040"/>
                </a:cubicBez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6" name="Google Shape;7016;p34"/>
          <p:cNvSpPr/>
          <p:nvPr/>
        </p:nvSpPr>
        <p:spPr>
          <a:xfrm>
            <a:off x="8046142" y="3918122"/>
            <a:ext cx="69309" cy="35229"/>
          </a:xfrm>
          <a:custGeom>
            <a:rect b="b" l="l" r="r" t="t"/>
            <a:pathLst>
              <a:path extrusionOk="0" h="1073" w="2111">
                <a:moveTo>
                  <a:pt x="0" y="1"/>
                </a:moveTo>
                <a:lnTo>
                  <a:pt x="0" y="725"/>
                </a:lnTo>
                <a:lnTo>
                  <a:pt x="1040" y="725"/>
                </a:lnTo>
                <a:cubicBezTo>
                  <a:pt x="1386" y="725"/>
                  <a:pt x="1701" y="883"/>
                  <a:pt x="1985" y="1072"/>
                </a:cubicBezTo>
                <a:cubicBezTo>
                  <a:pt x="2048" y="946"/>
                  <a:pt x="2111" y="851"/>
                  <a:pt x="2111" y="725"/>
                </a:cubicBezTo>
                <a:cubicBezTo>
                  <a:pt x="2111" y="316"/>
                  <a:pt x="1764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7" name="Google Shape;7017;p34"/>
          <p:cNvSpPr/>
          <p:nvPr/>
        </p:nvSpPr>
        <p:spPr>
          <a:xfrm>
            <a:off x="7999587" y="3895371"/>
            <a:ext cx="23836" cy="22786"/>
          </a:xfrm>
          <a:custGeom>
            <a:rect b="b" l="l" r="r" t="t"/>
            <a:pathLst>
              <a:path extrusionOk="0" h="694" w="726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694"/>
                </a:lnTo>
                <a:lnTo>
                  <a:pt x="725" y="694"/>
                </a:lnTo>
                <a:lnTo>
                  <a:pt x="725" y="347"/>
                </a:ln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8" name="Google Shape;7018;p34"/>
          <p:cNvSpPr/>
          <p:nvPr/>
        </p:nvSpPr>
        <p:spPr>
          <a:xfrm>
            <a:off x="7999587" y="4031915"/>
            <a:ext cx="23836" cy="23804"/>
          </a:xfrm>
          <a:custGeom>
            <a:rect b="b" l="l" r="r" t="t"/>
            <a:pathLst>
              <a:path extrusionOk="0" h="725" w="726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9" name="Google Shape;7019;p34"/>
          <p:cNvSpPr/>
          <p:nvPr/>
        </p:nvSpPr>
        <p:spPr>
          <a:xfrm>
            <a:off x="7817540" y="3848849"/>
            <a:ext cx="387916" cy="388934"/>
          </a:xfrm>
          <a:custGeom>
            <a:rect b="b" l="l" r="r" t="t"/>
            <a:pathLst>
              <a:path extrusionOk="0" h="11846" w="11815">
                <a:moveTo>
                  <a:pt x="5892" y="725"/>
                </a:moveTo>
                <a:cubicBezTo>
                  <a:pt x="6333" y="725"/>
                  <a:pt x="6743" y="1008"/>
                  <a:pt x="6900" y="1449"/>
                </a:cubicBezTo>
                <a:lnTo>
                  <a:pt x="8349" y="1449"/>
                </a:lnTo>
                <a:cubicBezTo>
                  <a:pt x="9106" y="1449"/>
                  <a:pt x="9736" y="2079"/>
                  <a:pt x="9736" y="2835"/>
                </a:cubicBezTo>
                <a:cubicBezTo>
                  <a:pt x="9736" y="3214"/>
                  <a:pt x="9578" y="3529"/>
                  <a:pt x="9295" y="3812"/>
                </a:cubicBezTo>
                <a:cubicBezTo>
                  <a:pt x="9326" y="3938"/>
                  <a:pt x="9358" y="4096"/>
                  <a:pt x="9358" y="4190"/>
                </a:cubicBezTo>
                <a:cubicBezTo>
                  <a:pt x="9358" y="4600"/>
                  <a:pt x="9200" y="4915"/>
                  <a:pt x="8948" y="5198"/>
                </a:cubicBezTo>
                <a:cubicBezTo>
                  <a:pt x="8980" y="5324"/>
                  <a:pt x="9011" y="5450"/>
                  <a:pt x="9011" y="5576"/>
                </a:cubicBezTo>
                <a:cubicBezTo>
                  <a:pt x="9011" y="6333"/>
                  <a:pt x="8381" y="6963"/>
                  <a:pt x="7625" y="6963"/>
                </a:cubicBezTo>
                <a:cubicBezTo>
                  <a:pt x="7436" y="6963"/>
                  <a:pt x="7278" y="6805"/>
                  <a:pt x="7278" y="6616"/>
                </a:cubicBezTo>
                <a:cubicBezTo>
                  <a:pt x="7278" y="6427"/>
                  <a:pt x="7436" y="6269"/>
                  <a:pt x="7625" y="6269"/>
                </a:cubicBezTo>
                <a:cubicBezTo>
                  <a:pt x="8034" y="6269"/>
                  <a:pt x="8349" y="5954"/>
                  <a:pt x="8349" y="5545"/>
                </a:cubicBezTo>
                <a:cubicBezTo>
                  <a:pt x="8349" y="5167"/>
                  <a:pt x="8034" y="4852"/>
                  <a:pt x="7625" y="4852"/>
                </a:cubicBezTo>
                <a:lnTo>
                  <a:pt x="6932" y="4852"/>
                </a:lnTo>
                <a:lnTo>
                  <a:pt x="6932" y="7593"/>
                </a:lnTo>
                <a:lnTo>
                  <a:pt x="7940" y="7593"/>
                </a:lnTo>
                <a:cubicBezTo>
                  <a:pt x="8538" y="7593"/>
                  <a:pt x="8980" y="8065"/>
                  <a:pt x="8980" y="8632"/>
                </a:cubicBezTo>
                <a:cubicBezTo>
                  <a:pt x="8980" y="9105"/>
                  <a:pt x="8664" y="9514"/>
                  <a:pt x="8192" y="9609"/>
                </a:cubicBezTo>
                <a:cubicBezTo>
                  <a:pt x="7562" y="9767"/>
                  <a:pt x="7058" y="10145"/>
                  <a:pt x="6680" y="10586"/>
                </a:cubicBezTo>
                <a:cubicBezTo>
                  <a:pt x="6459" y="10869"/>
                  <a:pt x="6176" y="11027"/>
                  <a:pt x="5861" y="11027"/>
                </a:cubicBezTo>
                <a:cubicBezTo>
                  <a:pt x="5545" y="11027"/>
                  <a:pt x="5230" y="10869"/>
                  <a:pt x="5041" y="10586"/>
                </a:cubicBezTo>
                <a:cubicBezTo>
                  <a:pt x="4695" y="10113"/>
                  <a:pt x="4128" y="9767"/>
                  <a:pt x="3529" y="9609"/>
                </a:cubicBezTo>
                <a:cubicBezTo>
                  <a:pt x="3057" y="9483"/>
                  <a:pt x="2742" y="9042"/>
                  <a:pt x="2742" y="8569"/>
                </a:cubicBezTo>
                <a:cubicBezTo>
                  <a:pt x="2742" y="8002"/>
                  <a:pt x="3214" y="7561"/>
                  <a:pt x="3781" y="7561"/>
                </a:cubicBezTo>
                <a:lnTo>
                  <a:pt x="4789" y="7561"/>
                </a:lnTo>
                <a:lnTo>
                  <a:pt x="4789" y="4789"/>
                </a:lnTo>
                <a:lnTo>
                  <a:pt x="4096" y="4789"/>
                </a:lnTo>
                <a:cubicBezTo>
                  <a:pt x="3687" y="4789"/>
                  <a:pt x="3372" y="5104"/>
                  <a:pt x="3372" y="5513"/>
                </a:cubicBezTo>
                <a:cubicBezTo>
                  <a:pt x="3372" y="5891"/>
                  <a:pt x="3687" y="6206"/>
                  <a:pt x="4096" y="6206"/>
                </a:cubicBezTo>
                <a:cubicBezTo>
                  <a:pt x="4285" y="6206"/>
                  <a:pt x="4443" y="6364"/>
                  <a:pt x="4443" y="6553"/>
                </a:cubicBezTo>
                <a:cubicBezTo>
                  <a:pt x="4443" y="6774"/>
                  <a:pt x="4285" y="6931"/>
                  <a:pt x="4096" y="6931"/>
                </a:cubicBezTo>
                <a:cubicBezTo>
                  <a:pt x="3340" y="6931"/>
                  <a:pt x="2710" y="6301"/>
                  <a:pt x="2710" y="5545"/>
                </a:cubicBezTo>
                <a:cubicBezTo>
                  <a:pt x="2710" y="5387"/>
                  <a:pt x="2742" y="5261"/>
                  <a:pt x="2805" y="5135"/>
                </a:cubicBezTo>
                <a:cubicBezTo>
                  <a:pt x="2521" y="4883"/>
                  <a:pt x="2363" y="4568"/>
                  <a:pt x="2363" y="4159"/>
                </a:cubicBezTo>
                <a:cubicBezTo>
                  <a:pt x="2363" y="4001"/>
                  <a:pt x="2395" y="3875"/>
                  <a:pt x="2426" y="3781"/>
                </a:cubicBezTo>
                <a:cubicBezTo>
                  <a:pt x="2174" y="3497"/>
                  <a:pt x="2017" y="3182"/>
                  <a:pt x="2017" y="2772"/>
                </a:cubicBezTo>
                <a:cubicBezTo>
                  <a:pt x="2080" y="2048"/>
                  <a:pt x="2710" y="1449"/>
                  <a:pt x="3466" y="1449"/>
                </a:cubicBezTo>
                <a:lnTo>
                  <a:pt x="4915" y="1449"/>
                </a:lnTo>
                <a:cubicBezTo>
                  <a:pt x="5073" y="1040"/>
                  <a:pt x="5419" y="725"/>
                  <a:pt x="5892" y="725"/>
                </a:cubicBezTo>
                <a:close/>
                <a:moveTo>
                  <a:pt x="1009" y="0"/>
                </a:moveTo>
                <a:cubicBezTo>
                  <a:pt x="473" y="32"/>
                  <a:pt x="1" y="504"/>
                  <a:pt x="1" y="1040"/>
                </a:cubicBezTo>
                <a:lnTo>
                  <a:pt x="1" y="10838"/>
                </a:lnTo>
                <a:cubicBezTo>
                  <a:pt x="1" y="11405"/>
                  <a:pt x="473" y="11846"/>
                  <a:pt x="1009" y="11846"/>
                </a:cubicBezTo>
                <a:lnTo>
                  <a:pt x="10807" y="11846"/>
                </a:lnTo>
                <a:cubicBezTo>
                  <a:pt x="11374" y="11846"/>
                  <a:pt x="11815" y="11373"/>
                  <a:pt x="11815" y="10775"/>
                </a:cubicBezTo>
                <a:lnTo>
                  <a:pt x="11815" y="1071"/>
                </a:lnTo>
                <a:cubicBezTo>
                  <a:pt x="11815" y="504"/>
                  <a:pt x="11342" y="32"/>
                  <a:pt x="10807" y="32"/>
                </a:cubicBezTo>
                <a:lnTo>
                  <a:pt x="100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0" name="Google Shape;7020;p34"/>
          <p:cNvSpPr/>
          <p:nvPr/>
        </p:nvSpPr>
        <p:spPr>
          <a:xfrm>
            <a:off x="8046142" y="3963659"/>
            <a:ext cx="56899" cy="35196"/>
          </a:xfrm>
          <a:custGeom>
            <a:rect b="b" l="l" r="r" t="t"/>
            <a:pathLst>
              <a:path extrusionOk="0" h="1072" w="1733">
                <a:moveTo>
                  <a:pt x="0" y="0"/>
                </a:moveTo>
                <a:lnTo>
                  <a:pt x="0" y="725"/>
                </a:lnTo>
                <a:lnTo>
                  <a:pt x="725" y="725"/>
                </a:lnTo>
                <a:cubicBezTo>
                  <a:pt x="748" y="722"/>
                  <a:pt x="772" y="721"/>
                  <a:pt x="795" y="721"/>
                </a:cubicBezTo>
                <a:cubicBezTo>
                  <a:pt x="1086" y="721"/>
                  <a:pt x="1374" y="896"/>
                  <a:pt x="1607" y="1071"/>
                </a:cubicBezTo>
                <a:cubicBezTo>
                  <a:pt x="1701" y="945"/>
                  <a:pt x="1733" y="819"/>
                  <a:pt x="1733" y="725"/>
                </a:cubicBezTo>
                <a:cubicBezTo>
                  <a:pt x="1733" y="315"/>
                  <a:pt x="141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1" name="Google Shape;7021;p34"/>
          <p:cNvSpPr/>
          <p:nvPr/>
        </p:nvSpPr>
        <p:spPr>
          <a:xfrm>
            <a:off x="7931332" y="4123973"/>
            <a:ext cx="159303" cy="68292"/>
          </a:xfrm>
          <a:custGeom>
            <a:rect b="b" l="l" r="r" t="t"/>
            <a:pathLst>
              <a:path extrusionOk="0" h="2080" w="4852">
                <a:moveTo>
                  <a:pt x="315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662"/>
                  <a:pt x="284" y="693"/>
                </a:cubicBezTo>
                <a:cubicBezTo>
                  <a:pt x="1008" y="914"/>
                  <a:pt x="1701" y="1355"/>
                  <a:pt x="2174" y="1922"/>
                </a:cubicBezTo>
                <a:cubicBezTo>
                  <a:pt x="2205" y="2017"/>
                  <a:pt x="2269" y="2080"/>
                  <a:pt x="2426" y="2080"/>
                </a:cubicBezTo>
                <a:cubicBezTo>
                  <a:pt x="2584" y="2080"/>
                  <a:pt x="2678" y="2017"/>
                  <a:pt x="2710" y="1922"/>
                </a:cubicBezTo>
                <a:cubicBezTo>
                  <a:pt x="3151" y="1355"/>
                  <a:pt x="3812" y="882"/>
                  <a:pt x="4568" y="662"/>
                </a:cubicBezTo>
                <a:cubicBezTo>
                  <a:pt x="4726" y="630"/>
                  <a:pt x="4852" y="504"/>
                  <a:pt x="4852" y="347"/>
                </a:cubicBezTo>
                <a:cubicBezTo>
                  <a:pt x="4852" y="158"/>
                  <a:pt x="4694" y="0"/>
                  <a:pt x="4474" y="0"/>
                </a:cubicBezTo>
                <a:lnTo>
                  <a:pt x="3371" y="0"/>
                </a:lnTo>
                <a:cubicBezTo>
                  <a:pt x="3214" y="410"/>
                  <a:pt x="2867" y="725"/>
                  <a:pt x="2395" y="725"/>
                </a:cubicBezTo>
                <a:cubicBezTo>
                  <a:pt x="1922" y="725"/>
                  <a:pt x="1575" y="441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2" name="Google Shape;7022;p34"/>
          <p:cNvSpPr/>
          <p:nvPr/>
        </p:nvSpPr>
        <p:spPr>
          <a:xfrm>
            <a:off x="7907529" y="3918122"/>
            <a:ext cx="69342" cy="35229"/>
          </a:xfrm>
          <a:custGeom>
            <a:rect b="b" l="l" r="r" t="t"/>
            <a:pathLst>
              <a:path extrusionOk="0" h="1073" w="2112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851"/>
                  <a:pt x="64" y="978"/>
                  <a:pt x="127" y="1072"/>
                </a:cubicBezTo>
                <a:cubicBezTo>
                  <a:pt x="410" y="883"/>
                  <a:pt x="725" y="725"/>
                  <a:pt x="1072" y="725"/>
                </a:cubicBezTo>
                <a:lnTo>
                  <a:pt x="2111" y="725"/>
                </a:lnTo>
                <a:lnTo>
                  <a:pt x="211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3" name="Google Shape;7023;p34"/>
          <p:cNvSpPr/>
          <p:nvPr/>
        </p:nvSpPr>
        <p:spPr>
          <a:xfrm>
            <a:off x="7920990" y="3964677"/>
            <a:ext cx="57949" cy="35196"/>
          </a:xfrm>
          <a:custGeom>
            <a:rect b="b" l="l" r="r" t="t"/>
            <a:pathLst>
              <a:path extrusionOk="0" h="1072" w="1765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851"/>
                  <a:pt x="32" y="1009"/>
                  <a:pt x="126" y="1072"/>
                </a:cubicBezTo>
                <a:cubicBezTo>
                  <a:pt x="347" y="820"/>
                  <a:pt x="693" y="725"/>
                  <a:pt x="1071" y="725"/>
                </a:cubicBezTo>
                <a:lnTo>
                  <a:pt x="1764" y="725"/>
                </a:lnTo>
                <a:lnTo>
                  <a:pt x="176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4" name="Google Shape;7024;p34"/>
          <p:cNvSpPr/>
          <p:nvPr/>
        </p:nvSpPr>
        <p:spPr>
          <a:xfrm>
            <a:off x="6799252" y="4334842"/>
            <a:ext cx="390017" cy="389984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5" name="Google Shape;7025;p34"/>
          <p:cNvSpPr txBox="1"/>
          <p:nvPr/>
        </p:nvSpPr>
        <p:spPr>
          <a:xfrm>
            <a:off x="444156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Educational Icons</a:t>
            </a:r>
            <a:endParaRPr b="1" sz="2700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026" name="Google Shape;7026;p34"/>
          <p:cNvSpPr txBox="1"/>
          <p:nvPr/>
        </p:nvSpPr>
        <p:spPr>
          <a:xfrm>
            <a:off x="4863207" y="418691"/>
            <a:ext cx="3838500" cy="531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Medical Icons</a:t>
            </a:r>
            <a:endParaRPr b="1" sz="2700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30" name="Shape 7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1" name="Google Shape;7031;p35"/>
          <p:cNvSpPr/>
          <p:nvPr/>
        </p:nvSpPr>
        <p:spPr>
          <a:xfrm>
            <a:off x="670325" y="1260428"/>
            <a:ext cx="66152" cy="261444"/>
          </a:xfrm>
          <a:custGeom>
            <a:rect b="b" l="l" r="r" t="t"/>
            <a:pathLst>
              <a:path extrusionOk="0" h="8098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8097"/>
                </a:lnTo>
                <a:cubicBezTo>
                  <a:pt x="348" y="7782"/>
                  <a:pt x="820" y="7562"/>
                  <a:pt x="1387" y="7562"/>
                </a:cubicBezTo>
                <a:lnTo>
                  <a:pt x="2049" y="7562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2" name="Google Shape;7032;p35"/>
          <p:cNvSpPr/>
          <p:nvPr/>
        </p:nvSpPr>
        <p:spPr>
          <a:xfrm>
            <a:off x="670325" y="1525910"/>
            <a:ext cx="313326" cy="88525"/>
          </a:xfrm>
          <a:custGeom>
            <a:rect b="b" l="l" r="r" t="t"/>
            <a:pathLst>
              <a:path extrusionOk="0" h="2742" w="9705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00" y="2741"/>
                  <a:pt x="1356" y="2741"/>
                </a:cubicBezTo>
                <a:lnTo>
                  <a:pt x="4758" y="2741"/>
                </a:lnTo>
                <a:lnTo>
                  <a:pt x="4758" y="1733"/>
                </a:lnTo>
                <a:lnTo>
                  <a:pt x="1702" y="1733"/>
                </a:lnTo>
                <a:cubicBezTo>
                  <a:pt x="1513" y="1733"/>
                  <a:pt x="1356" y="1575"/>
                  <a:pt x="1356" y="1355"/>
                </a:cubicBezTo>
                <a:cubicBezTo>
                  <a:pt x="1356" y="1166"/>
                  <a:pt x="1513" y="1008"/>
                  <a:pt x="1702" y="1008"/>
                </a:cubicBezTo>
                <a:lnTo>
                  <a:pt x="9232" y="1008"/>
                </a:lnTo>
                <a:cubicBezTo>
                  <a:pt x="9263" y="851"/>
                  <a:pt x="9326" y="662"/>
                  <a:pt x="9452" y="536"/>
                </a:cubicBezTo>
                <a:cubicBezTo>
                  <a:pt x="9704" y="221"/>
                  <a:pt x="9484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3" name="Google Shape;7033;p35"/>
          <p:cNvSpPr/>
          <p:nvPr/>
        </p:nvSpPr>
        <p:spPr>
          <a:xfrm>
            <a:off x="912432" y="1581827"/>
            <a:ext cx="71221" cy="32608"/>
          </a:xfrm>
          <a:custGeom>
            <a:rect b="b" l="l" r="r" t="t"/>
            <a:pathLst>
              <a:path extrusionOk="0" h="1010" w="2206">
                <a:moveTo>
                  <a:pt x="0" y="1"/>
                </a:moveTo>
                <a:lnTo>
                  <a:pt x="0" y="1009"/>
                </a:lnTo>
                <a:lnTo>
                  <a:pt x="1670" y="1009"/>
                </a:lnTo>
                <a:cubicBezTo>
                  <a:pt x="1953" y="1009"/>
                  <a:pt x="2205" y="788"/>
                  <a:pt x="1953" y="505"/>
                </a:cubicBezTo>
                <a:cubicBezTo>
                  <a:pt x="1827" y="347"/>
                  <a:pt x="1764" y="190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4" name="Google Shape;7034;p35"/>
          <p:cNvSpPr/>
          <p:nvPr/>
        </p:nvSpPr>
        <p:spPr>
          <a:xfrm>
            <a:off x="813769" y="1393669"/>
            <a:ext cx="108865" cy="44779"/>
          </a:xfrm>
          <a:custGeom>
            <a:rect b="b" l="l" r="r" t="t"/>
            <a:pathLst>
              <a:path extrusionOk="0" h="1387" w="3372">
                <a:moveTo>
                  <a:pt x="1701" y="0"/>
                </a:moveTo>
                <a:cubicBezTo>
                  <a:pt x="882" y="0"/>
                  <a:pt x="221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521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5" name="Google Shape;7035;p35"/>
          <p:cNvSpPr/>
          <p:nvPr/>
        </p:nvSpPr>
        <p:spPr>
          <a:xfrm>
            <a:off x="847313" y="1327549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316" y="1"/>
                  <a:pt x="1" y="284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cubicBezTo>
                  <a:pt x="1040" y="1324"/>
                  <a:pt x="1324" y="1040"/>
                  <a:pt x="1324" y="662"/>
                </a:cubicBezTo>
                <a:cubicBezTo>
                  <a:pt x="1324" y="284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6" name="Google Shape;7036;p35"/>
          <p:cNvSpPr/>
          <p:nvPr/>
        </p:nvSpPr>
        <p:spPr>
          <a:xfrm>
            <a:off x="757818" y="1260428"/>
            <a:ext cx="221766" cy="244139"/>
          </a:xfrm>
          <a:custGeom>
            <a:rect b="b" l="l" r="r" t="t"/>
            <a:pathLst>
              <a:path extrusionOk="0" h="7562" w="6869">
                <a:moveTo>
                  <a:pt x="3434" y="1355"/>
                </a:moveTo>
                <a:cubicBezTo>
                  <a:pt x="4191" y="1355"/>
                  <a:pt x="4821" y="1985"/>
                  <a:pt x="4821" y="2741"/>
                </a:cubicBezTo>
                <a:cubicBezTo>
                  <a:pt x="4821" y="3088"/>
                  <a:pt x="4663" y="3403"/>
                  <a:pt x="4474" y="3655"/>
                </a:cubicBezTo>
                <a:cubicBezTo>
                  <a:pt x="5293" y="4033"/>
                  <a:pt x="5829" y="4852"/>
                  <a:pt x="5829" y="5829"/>
                </a:cubicBezTo>
                <a:cubicBezTo>
                  <a:pt x="5829" y="6018"/>
                  <a:pt x="5671" y="6175"/>
                  <a:pt x="5482" y="6175"/>
                </a:cubicBezTo>
                <a:lnTo>
                  <a:pt x="1387" y="6175"/>
                </a:lnTo>
                <a:cubicBezTo>
                  <a:pt x="1198" y="6175"/>
                  <a:pt x="1040" y="6018"/>
                  <a:pt x="1040" y="5829"/>
                </a:cubicBezTo>
                <a:cubicBezTo>
                  <a:pt x="1040" y="4852"/>
                  <a:pt x="1576" y="4033"/>
                  <a:pt x="2426" y="3655"/>
                </a:cubicBezTo>
                <a:cubicBezTo>
                  <a:pt x="2174" y="3403"/>
                  <a:pt x="2048" y="3088"/>
                  <a:pt x="2048" y="2741"/>
                </a:cubicBezTo>
                <a:cubicBezTo>
                  <a:pt x="2048" y="1985"/>
                  <a:pt x="2678" y="1355"/>
                  <a:pt x="3434" y="1355"/>
                </a:cubicBezTo>
                <a:close/>
                <a:moveTo>
                  <a:pt x="0" y="0"/>
                </a:moveTo>
                <a:lnTo>
                  <a:pt x="0" y="7562"/>
                </a:lnTo>
                <a:lnTo>
                  <a:pt x="6868" y="7562"/>
                </a:lnTo>
                <a:lnTo>
                  <a:pt x="6868" y="1009"/>
                </a:lnTo>
                <a:cubicBezTo>
                  <a:pt x="6868" y="473"/>
                  <a:pt x="6396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7" name="Google Shape;7037;p35"/>
          <p:cNvSpPr/>
          <p:nvPr/>
        </p:nvSpPr>
        <p:spPr>
          <a:xfrm>
            <a:off x="847313" y="1581827"/>
            <a:ext cx="44779" cy="54981"/>
          </a:xfrm>
          <a:custGeom>
            <a:rect b="b" l="l" r="r" t="t"/>
            <a:pathLst>
              <a:path extrusionOk="0" h="1703" w="1387">
                <a:moveTo>
                  <a:pt x="1" y="1"/>
                </a:moveTo>
                <a:lnTo>
                  <a:pt x="1" y="1702"/>
                </a:lnTo>
                <a:lnTo>
                  <a:pt x="505" y="1387"/>
                </a:lnTo>
                <a:cubicBezTo>
                  <a:pt x="536" y="1324"/>
                  <a:pt x="631" y="1324"/>
                  <a:pt x="694" y="1324"/>
                </a:cubicBezTo>
                <a:cubicBezTo>
                  <a:pt x="711" y="1316"/>
                  <a:pt x="725" y="1312"/>
                  <a:pt x="739" y="1312"/>
                </a:cubicBezTo>
                <a:cubicBezTo>
                  <a:pt x="776" y="1312"/>
                  <a:pt x="805" y="1341"/>
                  <a:pt x="851" y="1387"/>
                </a:cubicBezTo>
                <a:lnTo>
                  <a:pt x="1387" y="1702"/>
                </a:ln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8" name="Google Shape;7038;p35"/>
          <p:cNvSpPr/>
          <p:nvPr/>
        </p:nvSpPr>
        <p:spPr>
          <a:xfrm>
            <a:off x="725259" y="1796074"/>
            <a:ext cx="200425" cy="184121"/>
          </a:xfrm>
          <a:custGeom>
            <a:rect b="b" l="l" r="r" t="t"/>
            <a:pathLst>
              <a:path extrusionOk="0" h="5703" w="6208">
                <a:moveTo>
                  <a:pt x="3088" y="693"/>
                </a:moveTo>
                <a:cubicBezTo>
                  <a:pt x="3655" y="693"/>
                  <a:pt x="4128" y="1166"/>
                  <a:pt x="4128" y="1733"/>
                </a:cubicBezTo>
                <a:cubicBezTo>
                  <a:pt x="4128" y="2174"/>
                  <a:pt x="3844" y="2552"/>
                  <a:pt x="3466" y="2710"/>
                </a:cubicBezTo>
                <a:lnTo>
                  <a:pt x="3466" y="3119"/>
                </a:lnTo>
                <a:cubicBezTo>
                  <a:pt x="3466" y="3308"/>
                  <a:pt x="3309" y="3466"/>
                  <a:pt x="3088" y="3466"/>
                </a:cubicBezTo>
                <a:cubicBezTo>
                  <a:pt x="2899" y="3466"/>
                  <a:pt x="2742" y="3308"/>
                  <a:pt x="2742" y="3119"/>
                </a:cubicBezTo>
                <a:lnTo>
                  <a:pt x="2742" y="2710"/>
                </a:lnTo>
                <a:cubicBezTo>
                  <a:pt x="2742" y="2426"/>
                  <a:pt x="2931" y="2174"/>
                  <a:pt x="3214" y="2080"/>
                </a:cubicBezTo>
                <a:cubicBezTo>
                  <a:pt x="3340" y="2048"/>
                  <a:pt x="3466" y="1891"/>
                  <a:pt x="3466" y="1765"/>
                </a:cubicBezTo>
                <a:cubicBezTo>
                  <a:pt x="3466" y="1576"/>
                  <a:pt x="3309" y="1418"/>
                  <a:pt x="3088" y="1418"/>
                </a:cubicBezTo>
                <a:cubicBezTo>
                  <a:pt x="2899" y="1418"/>
                  <a:pt x="2742" y="1576"/>
                  <a:pt x="2742" y="1765"/>
                </a:cubicBezTo>
                <a:cubicBezTo>
                  <a:pt x="2742" y="1954"/>
                  <a:pt x="2584" y="2111"/>
                  <a:pt x="2395" y="2111"/>
                </a:cubicBezTo>
                <a:cubicBezTo>
                  <a:pt x="2206" y="2111"/>
                  <a:pt x="2049" y="1954"/>
                  <a:pt x="2049" y="1765"/>
                </a:cubicBezTo>
                <a:cubicBezTo>
                  <a:pt x="2080" y="1166"/>
                  <a:pt x="2553" y="693"/>
                  <a:pt x="3088" y="693"/>
                </a:cubicBezTo>
                <a:close/>
                <a:moveTo>
                  <a:pt x="3088" y="3781"/>
                </a:moveTo>
                <a:cubicBezTo>
                  <a:pt x="3309" y="3781"/>
                  <a:pt x="3466" y="3938"/>
                  <a:pt x="3466" y="4127"/>
                </a:cubicBezTo>
                <a:cubicBezTo>
                  <a:pt x="3466" y="4317"/>
                  <a:pt x="3309" y="4474"/>
                  <a:pt x="3088" y="4474"/>
                </a:cubicBezTo>
                <a:cubicBezTo>
                  <a:pt x="2899" y="4474"/>
                  <a:pt x="2742" y="4317"/>
                  <a:pt x="2742" y="4127"/>
                </a:cubicBezTo>
                <a:cubicBezTo>
                  <a:pt x="2742" y="3938"/>
                  <a:pt x="2899" y="3781"/>
                  <a:pt x="3088" y="3781"/>
                </a:cubicBezTo>
                <a:close/>
                <a:moveTo>
                  <a:pt x="347" y="0"/>
                </a:moveTo>
                <a:cubicBezTo>
                  <a:pt x="158" y="32"/>
                  <a:pt x="1" y="189"/>
                  <a:pt x="1" y="347"/>
                </a:cubicBezTo>
                <a:lnTo>
                  <a:pt x="1" y="5010"/>
                </a:lnTo>
                <a:lnTo>
                  <a:pt x="694" y="5703"/>
                </a:lnTo>
                <a:cubicBezTo>
                  <a:pt x="1371" y="5088"/>
                  <a:pt x="2238" y="4781"/>
                  <a:pt x="3104" y="4781"/>
                </a:cubicBezTo>
                <a:cubicBezTo>
                  <a:pt x="3970" y="4781"/>
                  <a:pt x="4837" y="5088"/>
                  <a:pt x="5514" y="5703"/>
                </a:cubicBezTo>
                <a:lnTo>
                  <a:pt x="6207" y="5010"/>
                </a:lnTo>
                <a:lnTo>
                  <a:pt x="6207" y="347"/>
                </a:lnTo>
                <a:cubicBezTo>
                  <a:pt x="6207" y="158"/>
                  <a:pt x="6050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9" name="Google Shape;7039;p35"/>
          <p:cNvSpPr/>
          <p:nvPr/>
        </p:nvSpPr>
        <p:spPr>
          <a:xfrm>
            <a:off x="920552" y="1901840"/>
            <a:ext cx="94627" cy="185154"/>
          </a:xfrm>
          <a:custGeom>
            <a:rect b="b" l="l" r="r" t="t"/>
            <a:pathLst>
              <a:path extrusionOk="0" h="5735" w="2931">
                <a:moveTo>
                  <a:pt x="2931" y="1"/>
                </a:moveTo>
                <a:lnTo>
                  <a:pt x="1" y="2899"/>
                </a:lnTo>
                <a:lnTo>
                  <a:pt x="2805" y="5735"/>
                </a:lnTo>
                <a:cubicBezTo>
                  <a:pt x="2868" y="5609"/>
                  <a:pt x="2931" y="5451"/>
                  <a:pt x="2931" y="5294"/>
                </a:cubicBezTo>
                <a:lnTo>
                  <a:pt x="293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0" name="Google Shape;7040;p35"/>
          <p:cNvSpPr/>
          <p:nvPr/>
        </p:nvSpPr>
        <p:spPr>
          <a:xfrm>
            <a:off x="655071" y="1972028"/>
            <a:ext cx="339767" cy="134306"/>
          </a:xfrm>
          <a:custGeom>
            <a:rect b="b" l="l" r="r" t="t"/>
            <a:pathLst>
              <a:path extrusionOk="0" h="4160" w="10524">
                <a:moveTo>
                  <a:pt x="5235" y="1"/>
                </a:moveTo>
                <a:cubicBezTo>
                  <a:pt x="4482" y="1"/>
                  <a:pt x="3734" y="284"/>
                  <a:pt x="3183" y="851"/>
                </a:cubicBezTo>
                <a:lnTo>
                  <a:pt x="1" y="4033"/>
                </a:lnTo>
                <a:cubicBezTo>
                  <a:pt x="158" y="4128"/>
                  <a:pt x="316" y="4159"/>
                  <a:pt x="473" y="4159"/>
                </a:cubicBezTo>
                <a:lnTo>
                  <a:pt x="10082" y="4159"/>
                </a:lnTo>
                <a:cubicBezTo>
                  <a:pt x="10240" y="4159"/>
                  <a:pt x="10398" y="4128"/>
                  <a:pt x="10524" y="4033"/>
                </a:cubicBezTo>
                <a:lnTo>
                  <a:pt x="7310" y="851"/>
                </a:lnTo>
                <a:cubicBezTo>
                  <a:pt x="6743" y="284"/>
                  <a:pt x="5987" y="1"/>
                  <a:pt x="52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1" name="Google Shape;7041;p35"/>
          <p:cNvSpPr/>
          <p:nvPr/>
        </p:nvSpPr>
        <p:spPr>
          <a:xfrm>
            <a:off x="648969" y="1825583"/>
            <a:ext cx="53948" cy="109866"/>
          </a:xfrm>
          <a:custGeom>
            <a:rect b="b" l="l" r="r" t="t"/>
            <a:pathLst>
              <a:path extrusionOk="0" h="3403" w="1671">
                <a:moveTo>
                  <a:pt x="1671" y="0"/>
                </a:moveTo>
                <a:lnTo>
                  <a:pt x="1" y="1701"/>
                </a:lnTo>
                <a:lnTo>
                  <a:pt x="1671" y="3403"/>
                </a:lnTo>
                <a:lnTo>
                  <a:pt x="167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2" name="Google Shape;7042;p35"/>
          <p:cNvSpPr/>
          <p:nvPr/>
        </p:nvSpPr>
        <p:spPr>
          <a:xfrm>
            <a:off x="946994" y="1825583"/>
            <a:ext cx="55982" cy="109866"/>
          </a:xfrm>
          <a:custGeom>
            <a:rect b="b" l="l" r="r" t="t"/>
            <a:pathLst>
              <a:path extrusionOk="0" h="3403" w="1734">
                <a:moveTo>
                  <a:pt x="1" y="0"/>
                </a:moveTo>
                <a:lnTo>
                  <a:pt x="1" y="3403"/>
                </a:lnTo>
                <a:lnTo>
                  <a:pt x="1734" y="170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3" name="Google Shape;7043;p35"/>
          <p:cNvSpPr/>
          <p:nvPr/>
        </p:nvSpPr>
        <p:spPr>
          <a:xfrm>
            <a:off x="754768" y="1729695"/>
            <a:ext cx="143442" cy="46071"/>
          </a:xfrm>
          <a:custGeom>
            <a:rect b="b" l="l" r="r" t="t"/>
            <a:pathLst>
              <a:path extrusionOk="0" h="1427" w="4443">
                <a:moveTo>
                  <a:pt x="2182" y="1"/>
                </a:moveTo>
                <a:cubicBezTo>
                  <a:pt x="1686" y="1"/>
                  <a:pt x="1198" y="182"/>
                  <a:pt x="851" y="544"/>
                </a:cubicBezTo>
                <a:lnTo>
                  <a:pt x="0" y="1426"/>
                </a:lnTo>
                <a:lnTo>
                  <a:pt x="4443" y="1426"/>
                </a:lnTo>
                <a:lnTo>
                  <a:pt x="3560" y="544"/>
                </a:lnTo>
                <a:cubicBezTo>
                  <a:pt x="3182" y="182"/>
                  <a:pt x="2678" y="1"/>
                  <a:pt x="21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4" name="Google Shape;7044;p35"/>
          <p:cNvSpPr/>
          <p:nvPr/>
        </p:nvSpPr>
        <p:spPr>
          <a:xfrm>
            <a:off x="638799" y="1901840"/>
            <a:ext cx="93627" cy="185154"/>
          </a:xfrm>
          <a:custGeom>
            <a:rect b="b" l="l" r="r" t="t"/>
            <a:pathLst>
              <a:path extrusionOk="0" h="5735" w="2900">
                <a:moveTo>
                  <a:pt x="1" y="1"/>
                </a:moveTo>
                <a:lnTo>
                  <a:pt x="1" y="5294"/>
                </a:lnTo>
                <a:cubicBezTo>
                  <a:pt x="1" y="5451"/>
                  <a:pt x="32" y="5609"/>
                  <a:pt x="95" y="5735"/>
                </a:cubicBezTo>
                <a:lnTo>
                  <a:pt x="2899" y="289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5" name="Google Shape;7045;p35"/>
          <p:cNvSpPr/>
          <p:nvPr/>
        </p:nvSpPr>
        <p:spPr>
          <a:xfrm>
            <a:off x="637121" y="2193235"/>
            <a:ext cx="378412" cy="376379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6" name="Google Shape;7046;p35"/>
          <p:cNvSpPr/>
          <p:nvPr/>
        </p:nvSpPr>
        <p:spPr>
          <a:xfrm>
            <a:off x="3215493" y="1372328"/>
            <a:ext cx="165848" cy="64086"/>
          </a:xfrm>
          <a:custGeom>
            <a:rect b="b" l="l" r="r" t="t"/>
            <a:pathLst>
              <a:path extrusionOk="0" h="1985" w="5137">
                <a:moveTo>
                  <a:pt x="473" y="0"/>
                </a:moveTo>
                <a:cubicBezTo>
                  <a:pt x="316" y="0"/>
                  <a:pt x="158" y="32"/>
                  <a:pt x="1" y="126"/>
                </a:cubicBezTo>
                <a:lnTo>
                  <a:pt x="2521" y="1985"/>
                </a:lnTo>
                <a:lnTo>
                  <a:pt x="5136" y="158"/>
                </a:lnTo>
                <a:cubicBezTo>
                  <a:pt x="4979" y="32"/>
                  <a:pt x="4790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7" name="Google Shape;7047;p35"/>
          <p:cNvSpPr/>
          <p:nvPr/>
        </p:nvSpPr>
        <p:spPr>
          <a:xfrm>
            <a:off x="3198221" y="1391635"/>
            <a:ext cx="198359" cy="133272"/>
          </a:xfrm>
          <a:custGeom>
            <a:rect b="b" l="l" r="r" t="t"/>
            <a:pathLst>
              <a:path extrusionOk="0" h="4128" w="6144">
                <a:moveTo>
                  <a:pt x="63" y="1"/>
                </a:moveTo>
                <a:cubicBezTo>
                  <a:pt x="32" y="127"/>
                  <a:pt x="0" y="284"/>
                  <a:pt x="0" y="379"/>
                </a:cubicBezTo>
                <a:lnTo>
                  <a:pt x="0" y="3120"/>
                </a:lnTo>
                <a:cubicBezTo>
                  <a:pt x="0" y="3655"/>
                  <a:pt x="473" y="4128"/>
                  <a:pt x="1040" y="4128"/>
                </a:cubicBezTo>
                <a:lnTo>
                  <a:pt x="5136" y="4128"/>
                </a:lnTo>
                <a:cubicBezTo>
                  <a:pt x="5671" y="4128"/>
                  <a:pt x="6144" y="3655"/>
                  <a:pt x="6144" y="3120"/>
                </a:cubicBezTo>
                <a:lnTo>
                  <a:pt x="6144" y="379"/>
                </a:lnTo>
                <a:cubicBezTo>
                  <a:pt x="6144" y="284"/>
                  <a:pt x="6112" y="190"/>
                  <a:pt x="6112" y="64"/>
                </a:cubicBezTo>
                <a:lnTo>
                  <a:pt x="3277" y="2048"/>
                </a:lnTo>
                <a:cubicBezTo>
                  <a:pt x="3214" y="2080"/>
                  <a:pt x="3151" y="2080"/>
                  <a:pt x="3056" y="2080"/>
                </a:cubicBezTo>
                <a:cubicBezTo>
                  <a:pt x="2993" y="2080"/>
                  <a:pt x="2962" y="2080"/>
                  <a:pt x="2867" y="2048"/>
                </a:cubicBezTo>
                <a:lnTo>
                  <a:pt x="6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8" name="Google Shape;7048;p35"/>
          <p:cNvSpPr/>
          <p:nvPr/>
        </p:nvSpPr>
        <p:spPr>
          <a:xfrm>
            <a:off x="3020200" y="1327549"/>
            <a:ext cx="244139" cy="243138"/>
          </a:xfrm>
          <a:custGeom>
            <a:rect b="b" l="l" r="r" t="t"/>
            <a:pathLst>
              <a:path extrusionOk="0" h="7531" w="7562">
                <a:moveTo>
                  <a:pt x="3781" y="2017"/>
                </a:moveTo>
                <a:cubicBezTo>
                  <a:pt x="3970" y="2017"/>
                  <a:pt x="4128" y="2175"/>
                  <a:pt x="4128" y="2364"/>
                </a:cubicBezTo>
                <a:cubicBezTo>
                  <a:pt x="4128" y="2584"/>
                  <a:pt x="3970" y="2742"/>
                  <a:pt x="3781" y="2742"/>
                </a:cubicBezTo>
                <a:lnTo>
                  <a:pt x="1702" y="2742"/>
                </a:lnTo>
                <a:cubicBezTo>
                  <a:pt x="1482" y="2742"/>
                  <a:pt x="1324" y="2584"/>
                  <a:pt x="1324" y="2364"/>
                </a:cubicBezTo>
                <a:cubicBezTo>
                  <a:pt x="1324" y="2175"/>
                  <a:pt x="1482" y="2017"/>
                  <a:pt x="1702" y="2017"/>
                </a:cubicBezTo>
                <a:close/>
                <a:moveTo>
                  <a:pt x="3057" y="3403"/>
                </a:moveTo>
                <a:cubicBezTo>
                  <a:pt x="3277" y="3403"/>
                  <a:pt x="3435" y="3561"/>
                  <a:pt x="3435" y="3750"/>
                </a:cubicBezTo>
                <a:cubicBezTo>
                  <a:pt x="3466" y="3939"/>
                  <a:pt x="3277" y="4096"/>
                  <a:pt x="3057" y="4096"/>
                </a:cubicBezTo>
                <a:lnTo>
                  <a:pt x="1702" y="4096"/>
                </a:lnTo>
                <a:cubicBezTo>
                  <a:pt x="1482" y="4096"/>
                  <a:pt x="1324" y="3939"/>
                  <a:pt x="1324" y="3750"/>
                </a:cubicBezTo>
                <a:cubicBezTo>
                  <a:pt x="1324" y="3561"/>
                  <a:pt x="1482" y="3403"/>
                  <a:pt x="1702" y="3403"/>
                </a:cubicBezTo>
                <a:close/>
                <a:moveTo>
                  <a:pt x="2395" y="4790"/>
                </a:moveTo>
                <a:cubicBezTo>
                  <a:pt x="2584" y="4790"/>
                  <a:pt x="2742" y="4947"/>
                  <a:pt x="2742" y="5136"/>
                </a:cubicBezTo>
                <a:cubicBezTo>
                  <a:pt x="2742" y="5325"/>
                  <a:pt x="2584" y="5483"/>
                  <a:pt x="2395" y="5483"/>
                </a:cubicBezTo>
                <a:lnTo>
                  <a:pt x="1702" y="5483"/>
                </a:lnTo>
                <a:cubicBezTo>
                  <a:pt x="1482" y="5483"/>
                  <a:pt x="1324" y="5325"/>
                  <a:pt x="1324" y="5136"/>
                </a:cubicBezTo>
                <a:cubicBezTo>
                  <a:pt x="1324" y="4947"/>
                  <a:pt x="1482" y="4790"/>
                  <a:pt x="1702" y="4790"/>
                </a:cubicBezTo>
                <a:close/>
                <a:moveTo>
                  <a:pt x="1" y="1"/>
                </a:moveTo>
                <a:lnTo>
                  <a:pt x="1" y="7530"/>
                </a:lnTo>
                <a:lnTo>
                  <a:pt x="7562" y="7530"/>
                </a:lnTo>
                <a:lnTo>
                  <a:pt x="7562" y="6837"/>
                </a:lnTo>
                <a:lnTo>
                  <a:pt x="6522" y="6837"/>
                </a:lnTo>
                <a:cubicBezTo>
                  <a:pt x="5577" y="6837"/>
                  <a:pt x="4853" y="6081"/>
                  <a:pt x="4853" y="5136"/>
                </a:cubicBezTo>
                <a:lnTo>
                  <a:pt x="4853" y="2395"/>
                </a:lnTo>
                <a:cubicBezTo>
                  <a:pt x="4853" y="1450"/>
                  <a:pt x="5577" y="725"/>
                  <a:pt x="6522" y="725"/>
                </a:cubicBezTo>
                <a:lnTo>
                  <a:pt x="7562" y="725"/>
                </a:lnTo>
                <a:lnTo>
                  <a:pt x="75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9" name="Google Shape;7049;p35"/>
          <p:cNvSpPr/>
          <p:nvPr/>
        </p:nvSpPr>
        <p:spPr>
          <a:xfrm>
            <a:off x="3020200" y="1260427"/>
            <a:ext cx="244139" cy="44779"/>
          </a:xfrm>
          <a:custGeom>
            <a:rect b="b" l="l" r="r" t="t"/>
            <a:pathLst>
              <a:path extrusionOk="0" h="1387" w="7562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62" y="1387"/>
                </a:lnTo>
                <a:lnTo>
                  <a:pt x="7562" y="1040"/>
                </a:lnTo>
                <a:cubicBezTo>
                  <a:pt x="7562" y="473"/>
                  <a:pt x="7089" y="1"/>
                  <a:pt x="65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0" name="Google Shape;7050;p35"/>
          <p:cNvSpPr/>
          <p:nvPr/>
        </p:nvSpPr>
        <p:spPr>
          <a:xfrm>
            <a:off x="3020200" y="1592029"/>
            <a:ext cx="244139" cy="44779"/>
          </a:xfrm>
          <a:custGeom>
            <a:rect b="b" l="l" r="r" t="t"/>
            <a:pathLst>
              <a:path extrusionOk="0" h="1387" w="7562">
                <a:moveTo>
                  <a:pt x="1" y="0"/>
                </a:moveTo>
                <a:lnTo>
                  <a:pt x="1" y="347"/>
                </a:lnTo>
                <a:cubicBezTo>
                  <a:pt x="1" y="945"/>
                  <a:pt x="442" y="1386"/>
                  <a:pt x="1009" y="1386"/>
                </a:cubicBezTo>
                <a:lnTo>
                  <a:pt x="6522" y="1386"/>
                </a:lnTo>
                <a:cubicBezTo>
                  <a:pt x="7089" y="1386"/>
                  <a:pt x="7562" y="914"/>
                  <a:pt x="7562" y="347"/>
                </a:cubicBezTo>
                <a:lnTo>
                  <a:pt x="75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1" name="Google Shape;7051;p35"/>
          <p:cNvSpPr/>
          <p:nvPr/>
        </p:nvSpPr>
        <p:spPr>
          <a:xfrm>
            <a:off x="3242436" y="1729453"/>
            <a:ext cx="133272" cy="199134"/>
          </a:xfrm>
          <a:custGeom>
            <a:rect b="b" l="l" r="r" t="t"/>
            <a:pathLst>
              <a:path extrusionOk="0" h="6168" w="4128">
                <a:moveTo>
                  <a:pt x="2426" y="1"/>
                </a:moveTo>
                <a:cubicBezTo>
                  <a:pt x="2286" y="1"/>
                  <a:pt x="2136" y="77"/>
                  <a:pt x="2112" y="244"/>
                </a:cubicBezTo>
                <a:lnTo>
                  <a:pt x="64" y="5064"/>
                </a:lnTo>
                <a:cubicBezTo>
                  <a:pt x="1" y="5222"/>
                  <a:pt x="64" y="5474"/>
                  <a:pt x="253" y="5506"/>
                </a:cubicBezTo>
                <a:cubicBezTo>
                  <a:pt x="295" y="5531"/>
                  <a:pt x="342" y="5543"/>
                  <a:pt x="389" y="5543"/>
                </a:cubicBezTo>
                <a:cubicBezTo>
                  <a:pt x="517" y="5543"/>
                  <a:pt x="648" y="5455"/>
                  <a:pt x="694" y="5317"/>
                </a:cubicBezTo>
                <a:lnTo>
                  <a:pt x="1261" y="4025"/>
                </a:lnTo>
                <a:cubicBezTo>
                  <a:pt x="1419" y="4088"/>
                  <a:pt x="1576" y="4119"/>
                  <a:pt x="1765" y="4119"/>
                </a:cubicBezTo>
                <a:cubicBezTo>
                  <a:pt x="1891" y="4119"/>
                  <a:pt x="1986" y="4088"/>
                  <a:pt x="2112" y="4056"/>
                </a:cubicBezTo>
                <a:lnTo>
                  <a:pt x="2112" y="4844"/>
                </a:lnTo>
                <a:cubicBezTo>
                  <a:pt x="1450" y="4970"/>
                  <a:pt x="946" y="5506"/>
                  <a:pt x="789" y="6167"/>
                </a:cubicBezTo>
                <a:lnTo>
                  <a:pt x="4128" y="6167"/>
                </a:lnTo>
                <a:cubicBezTo>
                  <a:pt x="4002" y="5506"/>
                  <a:pt x="3466" y="5001"/>
                  <a:pt x="2773" y="4844"/>
                </a:cubicBezTo>
                <a:lnTo>
                  <a:pt x="2773" y="3143"/>
                </a:lnTo>
                <a:cubicBezTo>
                  <a:pt x="2773" y="2670"/>
                  <a:pt x="2458" y="2324"/>
                  <a:pt x="2080" y="2166"/>
                </a:cubicBezTo>
                <a:lnTo>
                  <a:pt x="2773" y="496"/>
                </a:lnTo>
                <a:cubicBezTo>
                  <a:pt x="2773" y="307"/>
                  <a:pt x="2710" y="118"/>
                  <a:pt x="2553" y="24"/>
                </a:cubicBezTo>
                <a:cubicBezTo>
                  <a:pt x="2515" y="8"/>
                  <a:pt x="247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2" name="Google Shape;7052;p35"/>
          <p:cNvSpPr/>
          <p:nvPr/>
        </p:nvSpPr>
        <p:spPr>
          <a:xfrm>
            <a:off x="3019699" y="1864470"/>
            <a:ext cx="200393" cy="242105"/>
          </a:xfrm>
          <a:custGeom>
            <a:rect b="b" l="l" r="r" t="t"/>
            <a:pathLst>
              <a:path extrusionOk="0" h="7499" w="6207">
                <a:moveTo>
                  <a:pt x="693" y="0"/>
                </a:moveTo>
                <a:cubicBezTo>
                  <a:pt x="315" y="0"/>
                  <a:pt x="0" y="315"/>
                  <a:pt x="0" y="662"/>
                </a:cubicBezTo>
                <a:lnTo>
                  <a:pt x="0" y="6490"/>
                </a:lnTo>
                <a:cubicBezTo>
                  <a:pt x="32" y="7026"/>
                  <a:pt x="504" y="7498"/>
                  <a:pt x="1103" y="7498"/>
                </a:cubicBezTo>
                <a:lnTo>
                  <a:pt x="6207" y="7498"/>
                </a:lnTo>
                <a:lnTo>
                  <a:pt x="6207" y="5797"/>
                </a:lnTo>
                <a:cubicBezTo>
                  <a:pt x="6207" y="5608"/>
                  <a:pt x="6049" y="5451"/>
                  <a:pt x="5860" y="5451"/>
                </a:cubicBezTo>
                <a:lnTo>
                  <a:pt x="1765" y="5451"/>
                </a:lnTo>
                <a:cubicBezTo>
                  <a:pt x="1576" y="5451"/>
                  <a:pt x="1418" y="5293"/>
                  <a:pt x="1418" y="5104"/>
                </a:cubicBezTo>
                <a:lnTo>
                  <a:pt x="1418" y="662"/>
                </a:lnTo>
                <a:cubicBezTo>
                  <a:pt x="1418" y="252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3" name="Google Shape;7053;p35"/>
          <p:cNvSpPr/>
          <p:nvPr/>
        </p:nvSpPr>
        <p:spPr>
          <a:xfrm>
            <a:off x="3108193" y="1774943"/>
            <a:ext cx="66120" cy="6615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6" y="2049"/>
                  <a:pt x="2048" y="1576"/>
                  <a:pt x="2048" y="1041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4" name="Google Shape;7054;p35"/>
          <p:cNvSpPr/>
          <p:nvPr/>
        </p:nvSpPr>
        <p:spPr>
          <a:xfrm>
            <a:off x="3086821" y="1864114"/>
            <a:ext cx="201426" cy="241427"/>
          </a:xfrm>
          <a:custGeom>
            <a:rect b="b" l="l" r="r" t="t"/>
            <a:pathLst>
              <a:path extrusionOk="0" h="7478" w="6239">
                <a:moveTo>
                  <a:pt x="1641" y="1"/>
                </a:moveTo>
                <a:cubicBezTo>
                  <a:pt x="1242" y="1"/>
                  <a:pt x="819" y="205"/>
                  <a:pt x="568" y="484"/>
                </a:cubicBezTo>
                <a:cubicBezTo>
                  <a:pt x="190" y="799"/>
                  <a:pt x="1" y="1209"/>
                  <a:pt x="1" y="1681"/>
                </a:cubicBezTo>
                <a:lnTo>
                  <a:pt x="1" y="4769"/>
                </a:lnTo>
                <a:lnTo>
                  <a:pt x="2679" y="4769"/>
                </a:lnTo>
                <a:cubicBezTo>
                  <a:pt x="2521" y="4359"/>
                  <a:pt x="2175" y="4107"/>
                  <a:pt x="1702" y="4107"/>
                </a:cubicBezTo>
                <a:lnTo>
                  <a:pt x="1040" y="4107"/>
                </a:lnTo>
                <a:cubicBezTo>
                  <a:pt x="820" y="4107"/>
                  <a:pt x="662" y="3949"/>
                  <a:pt x="662" y="3729"/>
                </a:cubicBezTo>
                <a:lnTo>
                  <a:pt x="662" y="2374"/>
                </a:lnTo>
                <a:cubicBezTo>
                  <a:pt x="662" y="2154"/>
                  <a:pt x="820" y="1996"/>
                  <a:pt x="1040" y="1996"/>
                </a:cubicBezTo>
                <a:cubicBezTo>
                  <a:pt x="1229" y="1996"/>
                  <a:pt x="1387" y="2154"/>
                  <a:pt x="1387" y="2374"/>
                </a:cubicBezTo>
                <a:lnTo>
                  <a:pt x="1387" y="3382"/>
                </a:lnTo>
                <a:lnTo>
                  <a:pt x="1733" y="3382"/>
                </a:lnTo>
                <a:cubicBezTo>
                  <a:pt x="2553" y="3382"/>
                  <a:pt x="3277" y="3981"/>
                  <a:pt x="3435" y="4769"/>
                </a:cubicBezTo>
                <a:lnTo>
                  <a:pt x="3813" y="4769"/>
                </a:lnTo>
                <a:cubicBezTo>
                  <a:pt x="4380" y="4769"/>
                  <a:pt x="4852" y="5241"/>
                  <a:pt x="4852" y="5777"/>
                </a:cubicBezTo>
                <a:lnTo>
                  <a:pt x="4852" y="7478"/>
                </a:lnTo>
                <a:lnTo>
                  <a:pt x="6239" y="7478"/>
                </a:lnTo>
                <a:lnTo>
                  <a:pt x="6239" y="5084"/>
                </a:lnTo>
                <a:cubicBezTo>
                  <a:pt x="6176" y="4580"/>
                  <a:pt x="5703" y="4107"/>
                  <a:pt x="5168" y="4107"/>
                </a:cubicBezTo>
                <a:lnTo>
                  <a:pt x="3781" y="4107"/>
                </a:lnTo>
                <a:cubicBezTo>
                  <a:pt x="3592" y="4107"/>
                  <a:pt x="3435" y="3949"/>
                  <a:pt x="3435" y="3729"/>
                </a:cubicBezTo>
                <a:lnTo>
                  <a:pt x="3435" y="1807"/>
                </a:lnTo>
                <a:cubicBezTo>
                  <a:pt x="3435" y="862"/>
                  <a:pt x="2710" y="43"/>
                  <a:pt x="1796" y="11"/>
                </a:cubicBezTo>
                <a:cubicBezTo>
                  <a:pt x="1745" y="4"/>
                  <a:pt x="1694" y="1"/>
                  <a:pt x="16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5" name="Google Shape;7055;p35"/>
          <p:cNvSpPr/>
          <p:nvPr/>
        </p:nvSpPr>
        <p:spPr>
          <a:xfrm>
            <a:off x="3220062" y="1951931"/>
            <a:ext cx="177019" cy="42745"/>
          </a:xfrm>
          <a:custGeom>
            <a:rect b="b" l="l" r="r" t="t"/>
            <a:pathLst>
              <a:path extrusionOk="0" h="1324" w="5483">
                <a:moveTo>
                  <a:pt x="1" y="1"/>
                </a:moveTo>
                <a:lnTo>
                  <a:pt x="1" y="662"/>
                </a:lnTo>
                <a:lnTo>
                  <a:pt x="1041" y="662"/>
                </a:lnTo>
                <a:cubicBezTo>
                  <a:pt x="1576" y="662"/>
                  <a:pt x="2080" y="946"/>
                  <a:pt x="2395" y="1324"/>
                </a:cubicBezTo>
                <a:lnTo>
                  <a:pt x="5136" y="1324"/>
                </a:lnTo>
                <a:cubicBezTo>
                  <a:pt x="5325" y="1324"/>
                  <a:pt x="5483" y="1166"/>
                  <a:pt x="5483" y="977"/>
                </a:cubicBezTo>
                <a:lnTo>
                  <a:pt x="5483" y="316"/>
                </a:lnTo>
                <a:cubicBezTo>
                  <a:pt x="5483" y="158"/>
                  <a:pt x="5325" y="1"/>
                  <a:pt x="51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6" name="Google Shape;7056;p35"/>
          <p:cNvSpPr/>
          <p:nvPr/>
        </p:nvSpPr>
        <p:spPr>
          <a:xfrm>
            <a:off x="3087337" y="2260787"/>
            <a:ext cx="241104" cy="241104"/>
          </a:xfrm>
          <a:custGeom>
            <a:rect b="b" l="l" r="r" t="t"/>
            <a:pathLst>
              <a:path extrusionOk="0" h="7468" w="7468">
                <a:moveTo>
                  <a:pt x="5861" y="2017"/>
                </a:moveTo>
                <a:cubicBezTo>
                  <a:pt x="6050" y="2017"/>
                  <a:pt x="6207" y="2143"/>
                  <a:pt x="6207" y="2364"/>
                </a:cubicBezTo>
                <a:lnTo>
                  <a:pt x="6207" y="3750"/>
                </a:lnTo>
                <a:lnTo>
                  <a:pt x="6207" y="5104"/>
                </a:lnTo>
                <a:cubicBezTo>
                  <a:pt x="6207" y="5325"/>
                  <a:pt x="6050" y="5451"/>
                  <a:pt x="5861" y="5451"/>
                </a:cubicBezTo>
                <a:cubicBezTo>
                  <a:pt x="5672" y="5451"/>
                  <a:pt x="5514" y="5325"/>
                  <a:pt x="5514" y="5104"/>
                </a:cubicBezTo>
                <a:lnTo>
                  <a:pt x="5514" y="4096"/>
                </a:lnTo>
                <a:lnTo>
                  <a:pt x="4474" y="4096"/>
                </a:lnTo>
                <a:cubicBezTo>
                  <a:pt x="4285" y="4096"/>
                  <a:pt x="4128" y="3939"/>
                  <a:pt x="4128" y="3750"/>
                </a:cubicBezTo>
                <a:lnTo>
                  <a:pt x="4128" y="2364"/>
                </a:lnTo>
                <a:cubicBezTo>
                  <a:pt x="4128" y="2143"/>
                  <a:pt x="4285" y="2017"/>
                  <a:pt x="4474" y="2017"/>
                </a:cubicBezTo>
                <a:cubicBezTo>
                  <a:pt x="4695" y="2017"/>
                  <a:pt x="4852" y="2143"/>
                  <a:pt x="4852" y="2364"/>
                </a:cubicBezTo>
                <a:lnTo>
                  <a:pt x="4852" y="3372"/>
                </a:lnTo>
                <a:lnTo>
                  <a:pt x="5514" y="3372"/>
                </a:lnTo>
                <a:lnTo>
                  <a:pt x="5514" y="2364"/>
                </a:lnTo>
                <a:cubicBezTo>
                  <a:pt x="5514" y="2143"/>
                  <a:pt x="5672" y="2017"/>
                  <a:pt x="5861" y="2017"/>
                </a:cubicBezTo>
                <a:close/>
                <a:moveTo>
                  <a:pt x="2332" y="2017"/>
                </a:moveTo>
                <a:cubicBezTo>
                  <a:pt x="2868" y="2017"/>
                  <a:pt x="3340" y="2490"/>
                  <a:pt x="3340" y="3025"/>
                </a:cubicBezTo>
                <a:lnTo>
                  <a:pt x="3340" y="3309"/>
                </a:lnTo>
                <a:lnTo>
                  <a:pt x="3435" y="3309"/>
                </a:lnTo>
                <a:cubicBezTo>
                  <a:pt x="3435" y="3687"/>
                  <a:pt x="3183" y="4065"/>
                  <a:pt x="2868" y="4222"/>
                </a:cubicBezTo>
                <a:lnTo>
                  <a:pt x="2238" y="4537"/>
                </a:lnTo>
                <a:cubicBezTo>
                  <a:pt x="2175" y="4569"/>
                  <a:pt x="2080" y="4632"/>
                  <a:pt x="2049" y="4758"/>
                </a:cubicBezTo>
                <a:lnTo>
                  <a:pt x="3057" y="4758"/>
                </a:lnTo>
                <a:cubicBezTo>
                  <a:pt x="3277" y="4758"/>
                  <a:pt x="3435" y="4915"/>
                  <a:pt x="3435" y="5104"/>
                </a:cubicBezTo>
                <a:cubicBezTo>
                  <a:pt x="3435" y="5325"/>
                  <a:pt x="3277" y="5483"/>
                  <a:pt x="3057" y="5483"/>
                </a:cubicBezTo>
                <a:lnTo>
                  <a:pt x="1702" y="5483"/>
                </a:lnTo>
                <a:cubicBezTo>
                  <a:pt x="1481" y="5483"/>
                  <a:pt x="1324" y="5325"/>
                  <a:pt x="1324" y="5104"/>
                </a:cubicBezTo>
                <a:lnTo>
                  <a:pt x="1324" y="4852"/>
                </a:lnTo>
                <a:cubicBezTo>
                  <a:pt x="1324" y="4443"/>
                  <a:pt x="1576" y="4096"/>
                  <a:pt x="1891" y="3939"/>
                </a:cubicBezTo>
                <a:lnTo>
                  <a:pt x="2521" y="3624"/>
                </a:lnTo>
                <a:cubicBezTo>
                  <a:pt x="2647" y="3592"/>
                  <a:pt x="2710" y="3466"/>
                  <a:pt x="2710" y="3309"/>
                </a:cubicBezTo>
                <a:lnTo>
                  <a:pt x="2710" y="3025"/>
                </a:lnTo>
                <a:cubicBezTo>
                  <a:pt x="2710" y="2836"/>
                  <a:pt x="2553" y="2679"/>
                  <a:pt x="2364" y="2679"/>
                </a:cubicBezTo>
                <a:cubicBezTo>
                  <a:pt x="2175" y="2679"/>
                  <a:pt x="2017" y="2836"/>
                  <a:pt x="2017" y="3025"/>
                </a:cubicBezTo>
                <a:cubicBezTo>
                  <a:pt x="2017" y="3214"/>
                  <a:pt x="1859" y="3372"/>
                  <a:pt x="1639" y="3372"/>
                </a:cubicBezTo>
                <a:cubicBezTo>
                  <a:pt x="1450" y="3372"/>
                  <a:pt x="1292" y="3214"/>
                  <a:pt x="1292" y="3025"/>
                </a:cubicBezTo>
                <a:cubicBezTo>
                  <a:pt x="1292" y="2490"/>
                  <a:pt x="1765" y="2017"/>
                  <a:pt x="2332" y="2017"/>
                </a:cubicBezTo>
                <a:close/>
                <a:moveTo>
                  <a:pt x="3214" y="1"/>
                </a:moveTo>
                <a:cubicBezTo>
                  <a:pt x="3214" y="127"/>
                  <a:pt x="3183" y="284"/>
                  <a:pt x="3120" y="379"/>
                </a:cubicBezTo>
                <a:cubicBezTo>
                  <a:pt x="2962" y="662"/>
                  <a:pt x="2679" y="914"/>
                  <a:pt x="2364" y="946"/>
                </a:cubicBezTo>
                <a:lnTo>
                  <a:pt x="1009" y="1135"/>
                </a:lnTo>
                <a:cubicBezTo>
                  <a:pt x="473" y="1733"/>
                  <a:pt x="64" y="2521"/>
                  <a:pt x="1" y="3372"/>
                </a:cubicBezTo>
                <a:lnTo>
                  <a:pt x="316" y="3372"/>
                </a:lnTo>
                <a:cubicBezTo>
                  <a:pt x="505" y="3372"/>
                  <a:pt x="662" y="3529"/>
                  <a:pt x="662" y="3750"/>
                </a:cubicBezTo>
                <a:cubicBezTo>
                  <a:pt x="662" y="3939"/>
                  <a:pt x="505" y="4096"/>
                  <a:pt x="316" y="4096"/>
                </a:cubicBezTo>
                <a:lnTo>
                  <a:pt x="1" y="4096"/>
                </a:lnTo>
                <a:cubicBezTo>
                  <a:pt x="158" y="5892"/>
                  <a:pt x="1607" y="7310"/>
                  <a:pt x="3372" y="7467"/>
                </a:cubicBezTo>
                <a:lnTo>
                  <a:pt x="3372" y="7121"/>
                </a:lnTo>
                <a:cubicBezTo>
                  <a:pt x="3372" y="6932"/>
                  <a:pt x="3529" y="6774"/>
                  <a:pt x="3750" y="6774"/>
                </a:cubicBezTo>
                <a:cubicBezTo>
                  <a:pt x="3939" y="6774"/>
                  <a:pt x="4096" y="6932"/>
                  <a:pt x="4096" y="7121"/>
                </a:cubicBezTo>
                <a:lnTo>
                  <a:pt x="4096" y="7436"/>
                </a:lnTo>
                <a:lnTo>
                  <a:pt x="4254" y="7436"/>
                </a:lnTo>
                <a:cubicBezTo>
                  <a:pt x="4254" y="7373"/>
                  <a:pt x="4285" y="7278"/>
                  <a:pt x="4317" y="7215"/>
                </a:cubicBezTo>
                <a:cubicBezTo>
                  <a:pt x="4443" y="6900"/>
                  <a:pt x="4758" y="6648"/>
                  <a:pt x="5073" y="6617"/>
                </a:cubicBezTo>
                <a:lnTo>
                  <a:pt x="6491" y="6333"/>
                </a:lnTo>
                <a:cubicBezTo>
                  <a:pt x="7089" y="5703"/>
                  <a:pt x="7404" y="5010"/>
                  <a:pt x="7467" y="4096"/>
                </a:cubicBezTo>
                <a:lnTo>
                  <a:pt x="7152" y="4096"/>
                </a:lnTo>
                <a:cubicBezTo>
                  <a:pt x="6963" y="4096"/>
                  <a:pt x="6806" y="3939"/>
                  <a:pt x="6806" y="3750"/>
                </a:cubicBezTo>
                <a:cubicBezTo>
                  <a:pt x="6806" y="3529"/>
                  <a:pt x="6963" y="3372"/>
                  <a:pt x="7152" y="3372"/>
                </a:cubicBezTo>
                <a:lnTo>
                  <a:pt x="7467" y="3372"/>
                </a:lnTo>
                <a:cubicBezTo>
                  <a:pt x="7310" y="1576"/>
                  <a:pt x="5861" y="158"/>
                  <a:pt x="4096" y="1"/>
                </a:cubicBezTo>
                <a:lnTo>
                  <a:pt x="4096" y="316"/>
                </a:lnTo>
                <a:cubicBezTo>
                  <a:pt x="4096" y="505"/>
                  <a:pt x="3939" y="662"/>
                  <a:pt x="3750" y="662"/>
                </a:cubicBezTo>
                <a:cubicBezTo>
                  <a:pt x="3529" y="662"/>
                  <a:pt x="3372" y="505"/>
                  <a:pt x="3372" y="316"/>
                </a:cubicBezTo>
                <a:lnTo>
                  <a:pt x="337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7" name="Google Shape;7057;p35"/>
          <p:cNvSpPr/>
          <p:nvPr/>
        </p:nvSpPr>
        <p:spPr>
          <a:xfrm>
            <a:off x="3097507" y="2192633"/>
            <a:ext cx="300089" cy="319428"/>
          </a:xfrm>
          <a:custGeom>
            <a:rect b="b" l="l" r="r" t="t"/>
            <a:pathLst>
              <a:path extrusionOk="0" h="9894" w="9295">
                <a:moveTo>
                  <a:pt x="3466" y="1"/>
                </a:moveTo>
                <a:cubicBezTo>
                  <a:pt x="2490" y="1"/>
                  <a:pt x="1450" y="316"/>
                  <a:pt x="1103" y="536"/>
                </a:cubicBezTo>
                <a:lnTo>
                  <a:pt x="1040" y="410"/>
                </a:lnTo>
                <a:cubicBezTo>
                  <a:pt x="970" y="340"/>
                  <a:pt x="881" y="304"/>
                  <a:pt x="788" y="304"/>
                </a:cubicBezTo>
                <a:cubicBezTo>
                  <a:pt x="757" y="304"/>
                  <a:pt x="725" y="308"/>
                  <a:pt x="694" y="316"/>
                </a:cubicBezTo>
                <a:cubicBezTo>
                  <a:pt x="599" y="379"/>
                  <a:pt x="505" y="473"/>
                  <a:pt x="473" y="568"/>
                </a:cubicBezTo>
                <a:cubicBezTo>
                  <a:pt x="347" y="1041"/>
                  <a:pt x="442" y="726"/>
                  <a:pt x="32" y="2143"/>
                </a:cubicBezTo>
                <a:cubicBezTo>
                  <a:pt x="1" y="2269"/>
                  <a:pt x="32" y="2395"/>
                  <a:pt x="127" y="2458"/>
                </a:cubicBezTo>
                <a:cubicBezTo>
                  <a:pt x="253" y="2584"/>
                  <a:pt x="316" y="2584"/>
                  <a:pt x="473" y="2584"/>
                </a:cubicBezTo>
                <a:lnTo>
                  <a:pt x="2049" y="2332"/>
                </a:lnTo>
                <a:cubicBezTo>
                  <a:pt x="2238" y="2301"/>
                  <a:pt x="2395" y="2080"/>
                  <a:pt x="2332" y="1860"/>
                </a:cubicBezTo>
                <a:lnTo>
                  <a:pt x="2206" y="1545"/>
                </a:lnTo>
                <a:cubicBezTo>
                  <a:pt x="2647" y="1450"/>
                  <a:pt x="3057" y="1356"/>
                  <a:pt x="3529" y="1356"/>
                </a:cubicBezTo>
                <a:cubicBezTo>
                  <a:pt x="5987" y="1356"/>
                  <a:pt x="8003" y="3372"/>
                  <a:pt x="8003" y="5798"/>
                </a:cubicBezTo>
                <a:cubicBezTo>
                  <a:pt x="8003" y="6806"/>
                  <a:pt x="7688" y="7657"/>
                  <a:pt x="7152" y="8413"/>
                </a:cubicBezTo>
                <a:cubicBezTo>
                  <a:pt x="7278" y="8444"/>
                  <a:pt x="7404" y="8539"/>
                  <a:pt x="7530" y="8633"/>
                </a:cubicBezTo>
                <a:cubicBezTo>
                  <a:pt x="7751" y="8885"/>
                  <a:pt x="7845" y="9232"/>
                  <a:pt x="7751" y="9578"/>
                </a:cubicBezTo>
                <a:lnTo>
                  <a:pt x="7593" y="9893"/>
                </a:lnTo>
                <a:cubicBezTo>
                  <a:pt x="8633" y="8854"/>
                  <a:pt x="9295" y="7436"/>
                  <a:pt x="9295" y="5861"/>
                </a:cubicBezTo>
                <a:cubicBezTo>
                  <a:pt x="9295" y="2616"/>
                  <a:pt x="6648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8" name="Google Shape;7058;p35"/>
          <p:cNvSpPr/>
          <p:nvPr/>
        </p:nvSpPr>
        <p:spPr>
          <a:xfrm>
            <a:off x="3019183" y="2246550"/>
            <a:ext cx="306191" cy="323496"/>
          </a:xfrm>
          <a:custGeom>
            <a:rect b="b" l="l" r="r" t="t"/>
            <a:pathLst>
              <a:path extrusionOk="0" h="10020" w="9484">
                <a:moveTo>
                  <a:pt x="1797" y="1"/>
                </a:moveTo>
                <a:lnTo>
                  <a:pt x="1797" y="1"/>
                </a:lnTo>
                <a:cubicBezTo>
                  <a:pt x="694" y="1072"/>
                  <a:pt x="1" y="2521"/>
                  <a:pt x="1" y="4191"/>
                </a:cubicBezTo>
                <a:cubicBezTo>
                  <a:pt x="64" y="7373"/>
                  <a:pt x="2647" y="10019"/>
                  <a:pt x="5892" y="10019"/>
                </a:cubicBezTo>
                <a:cubicBezTo>
                  <a:pt x="6239" y="10019"/>
                  <a:pt x="7972" y="9736"/>
                  <a:pt x="8224" y="9547"/>
                </a:cubicBezTo>
                <a:cubicBezTo>
                  <a:pt x="8255" y="9547"/>
                  <a:pt x="8287" y="9484"/>
                  <a:pt x="8350" y="9484"/>
                </a:cubicBezTo>
                <a:lnTo>
                  <a:pt x="8507" y="9641"/>
                </a:lnTo>
                <a:cubicBezTo>
                  <a:pt x="8576" y="9710"/>
                  <a:pt x="8661" y="9741"/>
                  <a:pt x="8743" y="9741"/>
                </a:cubicBezTo>
                <a:cubicBezTo>
                  <a:pt x="8887" y="9741"/>
                  <a:pt x="9023" y="9644"/>
                  <a:pt x="9043" y="9484"/>
                </a:cubicBezTo>
                <a:lnTo>
                  <a:pt x="9169" y="9011"/>
                </a:lnTo>
                <a:lnTo>
                  <a:pt x="9452" y="7814"/>
                </a:lnTo>
                <a:cubicBezTo>
                  <a:pt x="9484" y="7688"/>
                  <a:pt x="9452" y="7562"/>
                  <a:pt x="9358" y="7467"/>
                </a:cubicBezTo>
                <a:cubicBezTo>
                  <a:pt x="9278" y="7407"/>
                  <a:pt x="9211" y="7385"/>
                  <a:pt x="9132" y="7385"/>
                </a:cubicBezTo>
                <a:cubicBezTo>
                  <a:pt x="9087" y="7385"/>
                  <a:pt x="9037" y="7393"/>
                  <a:pt x="8980" y="7404"/>
                </a:cubicBezTo>
                <a:lnTo>
                  <a:pt x="7310" y="7719"/>
                </a:lnTo>
                <a:cubicBezTo>
                  <a:pt x="7089" y="7751"/>
                  <a:pt x="6963" y="8034"/>
                  <a:pt x="7089" y="8223"/>
                </a:cubicBezTo>
                <a:lnTo>
                  <a:pt x="7184" y="8444"/>
                </a:lnTo>
                <a:cubicBezTo>
                  <a:pt x="6774" y="8538"/>
                  <a:pt x="6333" y="8633"/>
                  <a:pt x="5861" y="8633"/>
                </a:cubicBezTo>
                <a:cubicBezTo>
                  <a:pt x="3403" y="8633"/>
                  <a:pt x="1419" y="6648"/>
                  <a:pt x="1419" y="4191"/>
                </a:cubicBezTo>
                <a:cubicBezTo>
                  <a:pt x="1419" y="3183"/>
                  <a:pt x="1734" y="2269"/>
                  <a:pt x="2269" y="1544"/>
                </a:cubicBezTo>
                <a:cubicBezTo>
                  <a:pt x="2143" y="1481"/>
                  <a:pt x="2049" y="1418"/>
                  <a:pt x="1954" y="1292"/>
                </a:cubicBezTo>
                <a:cubicBezTo>
                  <a:pt x="1734" y="1009"/>
                  <a:pt x="1639" y="662"/>
                  <a:pt x="1734" y="316"/>
                </a:cubicBezTo>
                <a:lnTo>
                  <a:pt x="179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9" name="Google Shape;7059;p35"/>
          <p:cNvSpPr/>
          <p:nvPr/>
        </p:nvSpPr>
        <p:spPr>
          <a:xfrm>
            <a:off x="1584370" y="2808099"/>
            <a:ext cx="376379" cy="198391"/>
          </a:xfrm>
          <a:custGeom>
            <a:rect b="b" l="l" r="r" t="t"/>
            <a:pathLst>
              <a:path extrusionOk="0" h="6145" w="11658">
                <a:moveTo>
                  <a:pt x="5829" y="694"/>
                </a:moveTo>
                <a:cubicBezTo>
                  <a:pt x="7184" y="694"/>
                  <a:pt x="8255" y="1734"/>
                  <a:pt x="8255" y="3088"/>
                </a:cubicBezTo>
                <a:cubicBezTo>
                  <a:pt x="8255" y="4412"/>
                  <a:pt x="7153" y="5483"/>
                  <a:pt x="5829" y="5483"/>
                </a:cubicBezTo>
                <a:cubicBezTo>
                  <a:pt x="4506" y="5483"/>
                  <a:pt x="3435" y="4412"/>
                  <a:pt x="3435" y="3088"/>
                </a:cubicBezTo>
                <a:cubicBezTo>
                  <a:pt x="3435" y="1734"/>
                  <a:pt x="4506" y="694"/>
                  <a:pt x="5829" y="694"/>
                </a:cubicBezTo>
                <a:close/>
                <a:moveTo>
                  <a:pt x="1" y="1"/>
                </a:moveTo>
                <a:lnTo>
                  <a:pt x="1" y="6144"/>
                </a:lnTo>
                <a:lnTo>
                  <a:pt x="11658" y="6144"/>
                </a:ln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0" name="Google Shape;7060;p35"/>
          <p:cNvSpPr/>
          <p:nvPr/>
        </p:nvSpPr>
        <p:spPr>
          <a:xfrm>
            <a:off x="1718645" y="2852879"/>
            <a:ext cx="108865" cy="109866"/>
          </a:xfrm>
          <a:custGeom>
            <a:rect b="b" l="l" r="r" t="t"/>
            <a:pathLst>
              <a:path extrusionOk="0" h="3403" w="3372">
                <a:moveTo>
                  <a:pt x="1670" y="662"/>
                </a:moveTo>
                <a:cubicBezTo>
                  <a:pt x="1891" y="662"/>
                  <a:pt x="2048" y="819"/>
                  <a:pt x="2048" y="1040"/>
                </a:cubicBezTo>
                <a:lnTo>
                  <a:pt x="2048" y="1386"/>
                </a:lnTo>
                <a:lnTo>
                  <a:pt x="2395" y="1386"/>
                </a:lnTo>
                <a:cubicBezTo>
                  <a:pt x="2584" y="1386"/>
                  <a:pt x="2741" y="1544"/>
                  <a:pt x="2741" y="1733"/>
                </a:cubicBezTo>
                <a:cubicBezTo>
                  <a:pt x="2710" y="1890"/>
                  <a:pt x="2552" y="2048"/>
                  <a:pt x="2363" y="2048"/>
                </a:cubicBezTo>
                <a:lnTo>
                  <a:pt x="1670" y="2048"/>
                </a:lnTo>
                <a:cubicBezTo>
                  <a:pt x="1481" y="2048"/>
                  <a:pt x="1324" y="1890"/>
                  <a:pt x="1324" y="1701"/>
                </a:cubicBezTo>
                <a:lnTo>
                  <a:pt x="1324" y="1040"/>
                </a:lnTo>
                <a:cubicBezTo>
                  <a:pt x="1324" y="819"/>
                  <a:pt x="1481" y="662"/>
                  <a:pt x="1670" y="662"/>
                </a:cubicBezTo>
                <a:close/>
                <a:moveTo>
                  <a:pt x="1670" y="0"/>
                </a:moveTo>
                <a:cubicBezTo>
                  <a:pt x="725" y="0"/>
                  <a:pt x="1" y="756"/>
                  <a:pt x="1" y="1701"/>
                </a:cubicBezTo>
                <a:cubicBezTo>
                  <a:pt x="1" y="2646"/>
                  <a:pt x="725" y="3403"/>
                  <a:pt x="1670" y="3403"/>
                </a:cubicBezTo>
                <a:cubicBezTo>
                  <a:pt x="2615" y="3403"/>
                  <a:pt x="3372" y="2646"/>
                  <a:pt x="3372" y="1701"/>
                </a:cubicBezTo>
                <a:cubicBezTo>
                  <a:pt x="3372" y="756"/>
                  <a:pt x="2615" y="0"/>
                  <a:pt x="1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1" name="Google Shape;7061;p35"/>
          <p:cNvSpPr/>
          <p:nvPr/>
        </p:nvSpPr>
        <p:spPr>
          <a:xfrm>
            <a:off x="1584370" y="3029835"/>
            <a:ext cx="376379" cy="44812"/>
          </a:xfrm>
          <a:custGeom>
            <a:rect b="b" l="l" r="r" t="t"/>
            <a:pathLst>
              <a:path extrusionOk="0" h="1388" w="11658">
                <a:moveTo>
                  <a:pt x="1" y="1"/>
                </a:moveTo>
                <a:lnTo>
                  <a:pt x="1" y="347"/>
                </a:lnTo>
                <a:cubicBezTo>
                  <a:pt x="1" y="915"/>
                  <a:pt x="442" y="1387"/>
                  <a:pt x="1041" y="1387"/>
                </a:cubicBezTo>
                <a:lnTo>
                  <a:pt x="10650" y="1387"/>
                </a:lnTo>
                <a:cubicBezTo>
                  <a:pt x="11217" y="1387"/>
                  <a:pt x="11658" y="915"/>
                  <a:pt x="11658" y="347"/>
                </a:cubicBezTo>
                <a:lnTo>
                  <a:pt x="116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2" name="Google Shape;7062;p35"/>
          <p:cNvSpPr/>
          <p:nvPr/>
        </p:nvSpPr>
        <p:spPr>
          <a:xfrm>
            <a:off x="1579301" y="2696231"/>
            <a:ext cx="381447" cy="90559"/>
          </a:xfrm>
          <a:custGeom>
            <a:rect b="b" l="l" r="r" t="t"/>
            <a:pathLst>
              <a:path extrusionOk="0" h="2805" w="11815">
                <a:moveTo>
                  <a:pt x="1733" y="0"/>
                </a:moveTo>
                <a:cubicBezTo>
                  <a:pt x="1544" y="0"/>
                  <a:pt x="1387" y="158"/>
                  <a:pt x="1387" y="378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73" y="725"/>
                  <a:pt x="0" y="1197"/>
                  <a:pt x="0" y="1733"/>
                </a:cubicBezTo>
                <a:lnTo>
                  <a:pt x="0" y="2804"/>
                </a:lnTo>
                <a:lnTo>
                  <a:pt x="11657" y="2804"/>
                </a:lnTo>
                <a:lnTo>
                  <a:pt x="11657" y="1733"/>
                </a:lnTo>
                <a:lnTo>
                  <a:pt x="11815" y="1733"/>
                </a:lnTo>
                <a:cubicBezTo>
                  <a:pt x="11815" y="1197"/>
                  <a:pt x="11374" y="725"/>
                  <a:pt x="10807" y="725"/>
                </a:cubicBezTo>
                <a:lnTo>
                  <a:pt x="10460" y="725"/>
                </a:lnTo>
                <a:lnTo>
                  <a:pt x="10460" y="378"/>
                </a:lnTo>
                <a:cubicBezTo>
                  <a:pt x="10460" y="158"/>
                  <a:pt x="10303" y="0"/>
                  <a:pt x="10082" y="0"/>
                </a:cubicBezTo>
                <a:cubicBezTo>
                  <a:pt x="9893" y="0"/>
                  <a:pt x="9735" y="158"/>
                  <a:pt x="9735" y="378"/>
                </a:cubicBezTo>
                <a:lnTo>
                  <a:pt x="9735" y="725"/>
                </a:lnTo>
                <a:lnTo>
                  <a:pt x="8349" y="725"/>
                </a:lnTo>
                <a:lnTo>
                  <a:pt x="8349" y="378"/>
                </a:lnTo>
                <a:cubicBezTo>
                  <a:pt x="8349" y="158"/>
                  <a:pt x="8192" y="0"/>
                  <a:pt x="8003" y="0"/>
                </a:cubicBezTo>
                <a:cubicBezTo>
                  <a:pt x="7814" y="0"/>
                  <a:pt x="7656" y="158"/>
                  <a:pt x="7656" y="378"/>
                </a:cubicBezTo>
                <a:lnTo>
                  <a:pt x="7656" y="725"/>
                </a:lnTo>
                <a:lnTo>
                  <a:pt x="6270" y="725"/>
                </a:lnTo>
                <a:lnTo>
                  <a:pt x="6270" y="378"/>
                </a:lnTo>
                <a:cubicBezTo>
                  <a:pt x="6270" y="158"/>
                  <a:pt x="6112" y="0"/>
                  <a:pt x="5923" y="0"/>
                </a:cubicBezTo>
                <a:cubicBezTo>
                  <a:pt x="5734" y="0"/>
                  <a:pt x="5577" y="158"/>
                  <a:pt x="5577" y="378"/>
                </a:cubicBezTo>
                <a:lnTo>
                  <a:pt x="5577" y="725"/>
                </a:lnTo>
                <a:lnTo>
                  <a:pt x="4191" y="725"/>
                </a:lnTo>
                <a:lnTo>
                  <a:pt x="4191" y="378"/>
                </a:lnTo>
                <a:cubicBezTo>
                  <a:pt x="4191" y="158"/>
                  <a:pt x="4033" y="0"/>
                  <a:pt x="3844" y="0"/>
                </a:cubicBezTo>
                <a:cubicBezTo>
                  <a:pt x="3623" y="0"/>
                  <a:pt x="3466" y="158"/>
                  <a:pt x="3466" y="378"/>
                </a:cubicBezTo>
                <a:lnTo>
                  <a:pt x="3466" y="725"/>
                </a:lnTo>
                <a:lnTo>
                  <a:pt x="2111" y="725"/>
                </a:lnTo>
                <a:lnTo>
                  <a:pt x="2111" y="378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3" name="Google Shape;7063;p35"/>
          <p:cNvSpPr/>
          <p:nvPr/>
        </p:nvSpPr>
        <p:spPr>
          <a:xfrm>
            <a:off x="1576158" y="3197580"/>
            <a:ext cx="386548" cy="377670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4" name="Google Shape;7064;p35"/>
          <p:cNvSpPr/>
          <p:nvPr/>
        </p:nvSpPr>
        <p:spPr>
          <a:xfrm>
            <a:off x="1581243" y="3692566"/>
            <a:ext cx="376379" cy="37737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5" name="Google Shape;7065;p35"/>
          <p:cNvSpPr/>
          <p:nvPr/>
        </p:nvSpPr>
        <p:spPr>
          <a:xfrm>
            <a:off x="3984785" y="2697247"/>
            <a:ext cx="333665" cy="156195"/>
          </a:xfrm>
          <a:custGeom>
            <a:rect b="b" l="l" r="r" t="t"/>
            <a:pathLst>
              <a:path extrusionOk="0" h="4838" w="10335"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2458"/>
                </a:lnTo>
                <a:cubicBezTo>
                  <a:pt x="1" y="2993"/>
                  <a:pt x="473" y="3466"/>
                  <a:pt x="1040" y="3466"/>
                </a:cubicBezTo>
                <a:lnTo>
                  <a:pt x="2048" y="3466"/>
                </a:lnTo>
                <a:lnTo>
                  <a:pt x="2048" y="4505"/>
                </a:lnTo>
                <a:cubicBezTo>
                  <a:pt x="2048" y="4663"/>
                  <a:pt x="2143" y="4757"/>
                  <a:pt x="2269" y="4820"/>
                </a:cubicBezTo>
                <a:cubicBezTo>
                  <a:pt x="2300" y="4831"/>
                  <a:pt x="2339" y="4838"/>
                  <a:pt x="2380" y="4838"/>
                </a:cubicBezTo>
                <a:cubicBezTo>
                  <a:pt x="2461" y="4838"/>
                  <a:pt x="2552" y="4810"/>
                  <a:pt x="2615" y="4726"/>
                </a:cubicBezTo>
                <a:lnTo>
                  <a:pt x="3876" y="3466"/>
                </a:lnTo>
                <a:lnTo>
                  <a:pt x="6365" y="3466"/>
                </a:lnTo>
                <a:lnTo>
                  <a:pt x="7625" y="4726"/>
                </a:lnTo>
                <a:cubicBezTo>
                  <a:pt x="7688" y="4810"/>
                  <a:pt x="7765" y="4838"/>
                  <a:pt x="7846" y="4838"/>
                </a:cubicBezTo>
                <a:cubicBezTo>
                  <a:pt x="7887" y="4838"/>
                  <a:pt x="7929" y="4831"/>
                  <a:pt x="7971" y="4820"/>
                </a:cubicBezTo>
                <a:cubicBezTo>
                  <a:pt x="8097" y="4789"/>
                  <a:pt x="8160" y="4631"/>
                  <a:pt x="8160" y="4505"/>
                </a:cubicBezTo>
                <a:lnTo>
                  <a:pt x="8160" y="3466"/>
                </a:lnTo>
                <a:lnTo>
                  <a:pt x="9231" y="3466"/>
                </a:lnTo>
                <a:cubicBezTo>
                  <a:pt x="9862" y="3466"/>
                  <a:pt x="10334" y="2993"/>
                  <a:pt x="10334" y="2458"/>
                </a:cubicBezTo>
                <a:lnTo>
                  <a:pt x="10334" y="1071"/>
                </a:lnTo>
                <a:cubicBezTo>
                  <a:pt x="10334" y="536"/>
                  <a:pt x="9862" y="0"/>
                  <a:pt x="92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6" name="Google Shape;7066;p35"/>
          <p:cNvSpPr/>
          <p:nvPr/>
        </p:nvSpPr>
        <p:spPr>
          <a:xfrm>
            <a:off x="4007158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599" y="1"/>
                  <a:pt x="1" y="631"/>
                  <a:pt x="1" y="1387"/>
                </a:cubicBezTo>
                <a:cubicBezTo>
                  <a:pt x="1" y="2143"/>
                  <a:pt x="599" y="2773"/>
                  <a:pt x="1387" y="2773"/>
                </a:cubicBezTo>
                <a:cubicBezTo>
                  <a:pt x="2143" y="2773"/>
                  <a:pt x="2742" y="2143"/>
                  <a:pt x="2742" y="1387"/>
                </a:cubicBezTo>
                <a:cubicBezTo>
                  <a:pt x="2742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7" name="Google Shape;7067;p35"/>
          <p:cNvSpPr/>
          <p:nvPr/>
        </p:nvSpPr>
        <p:spPr>
          <a:xfrm>
            <a:off x="3962411" y="2986103"/>
            <a:ext cx="177019" cy="87525"/>
          </a:xfrm>
          <a:custGeom>
            <a:rect b="b" l="l" r="r" t="t"/>
            <a:pathLst>
              <a:path extrusionOk="0" h="2711" w="5483">
                <a:moveTo>
                  <a:pt x="2741" y="1"/>
                </a:moveTo>
                <a:cubicBezTo>
                  <a:pt x="1387" y="1"/>
                  <a:pt x="221" y="1040"/>
                  <a:pt x="32" y="2332"/>
                </a:cubicBezTo>
                <a:cubicBezTo>
                  <a:pt x="0" y="2521"/>
                  <a:pt x="158" y="2710"/>
                  <a:pt x="378" y="2710"/>
                </a:cubicBezTo>
                <a:lnTo>
                  <a:pt x="5104" y="2710"/>
                </a:lnTo>
                <a:cubicBezTo>
                  <a:pt x="5325" y="2710"/>
                  <a:pt x="5482" y="2521"/>
                  <a:pt x="5482" y="2332"/>
                </a:cubicBezTo>
                <a:cubicBezTo>
                  <a:pt x="5262" y="977"/>
                  <a:pt x="4128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8" name="Google Shape;7068;p35"/>
          <p:cNvSpPr/>
          <p:nvPr/>
        </p:nvSpPr>
        <p:spPr>
          <a:xfrm>
            <a:off x="4206520" y="2875235"/>
            <a:ext cx="88525" cy="89559"/>
          </a:xfrm>
          <a:custGeom>
            <a:rect b="b" l="l" r="r" t="t"/>
            <a:pathLst>
              <a:path extrusionOk="0" h="2774" w="2742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87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9" name="Google Shape;7069;p35"/>
          <p:cNvSpPr/>
          <p:nvPr/>
        </p:nvSpPr>
        <p:spPr>
          <a:xfrm>
            <a:off x="4161773" y="2986103"/>
            <a:ext cx="178019" cy="87525"/>
          </a:xfrm>
          <a:custGeom>
            <a:rect b="b" l="l" r="r" t="t"/>
            <a:pathLst>
              <a:path extrusionOk="0" h="2711" w="5514">
                <a:moveTo>
                  <a:pt x="2773" y="1"/>
                </a:moveTo>
                <a:cubicBezTo>
                  <a:pt x="1387" y="1"/>
                  <a:pt x="252" y="1040"/>
                  <a:pt x="32" y="2332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67" y="2710"/>
                </a:lnTo>
                <a:cubicBezTo>
                  <a:pt x="5356" y="2710"/>
                  <a:pt x="5514" y="2521"/>
                  <a:pt x="5514" y="2332"/>
                </a:cubicBezTo>
                <a:cubicBezTo>
                  <a:pt x="5293" y="977"/>
                  <a:pt x="4128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0" name="Google Shape;7070;p35"/>
          <p:cNvSpPr/>
          <p:nvPr/>
        </p:nvSpPr>
        <p:spPr>
          <a:xfrm>
            <a:off x="1201626" y="1392829"/>
            <a:ext cx="199392" cy="111028"/>
          </a:xfrm>
          <a:custGeom>
            <a:rect b="b" l="l" r="r" t="t"/>
            <a:pathLst>
              <a:path extrusionOk="0" h="3439" w="6176">
                <a:moveTo>
                  <a:pt x="4433" y="0"/>
                </a:moveTo>
                <a:cubicBezTo>
                  <a:pt x="4393" y="0"/>
                  <a:pt x="4354" y="8"/>
                  <a:pt x="4317" y="26"/>
                </a:cubicBezTo>
                <a:cubicBezTo>
                  <a:pt x="4191" y="58"/>
                  <a:pt x="4128" y="216"/>
                  <a:pt x="4128" y="342"/>
                </a:cubicBezTo>
                <a:lnTo>
                  <a:pt x="4128" y="1003"/>
                </a:lnTo>
                <a:lnTo>
                  <a:pt x="2048" y="1003"/>
                </a:lnTo>
                <a:lnTo>
                  <a:pt x="2048" y="342"/>
                </a:lnTo>
                <a:cubicBezTo>
                  <a:pt x="2048" y="184"/>
                  <a:pt x="1954" y="58"/>
                  <a:pt x="1828" y="26"/>
                </a:cubicBezTo>
                <a:cubicBezTo>
                  <a:pt x="1793" y="15"/>
                  <a:pt x="1750" y="8"/>
                  <a:pt x="1705" y="8"/>
                </a:cubicBezTo>
                <a:cubicBezTo>
                  <a:pt x="1626" y="8"/>
                  <a:pt x="1541" y="30"/>
                  <a:pt x="1481" y="89"/>
                </a:cubicBezTo>
                <a:lnTo>
                  <a:pt x="95" y="1476"/>
                </a:lnTo>
                <a:cubicBezTo>
                  <a:pt x="0" y="1602"/>
                  <a:pt x="0" y="1822"/>
                  <a:pt x="95" y="1948"/>
                </a:cubicBezTo>
                <a:lnTo>
                  <a:pt x="1481" y="3334"/>
                </a:lnTo>
                <a:cubicBezTo>
                  <a:pt x="1548" y="3379"/>
                  <a:pt x="1646" y="3424"/>
                  <a:pt x="1732" y="3424"/>
                </a:cubicBezTo>
                <a:cubicBezTo>
                  <a:pt x="1767" y="3424"/>
                  <a:pt x="1800" y="3416"/>
                  <a:pt x="1828" y="3398"/>
                </a:cubicBezTo>
                <a:cubicBezTo>
                  <a:pt x="1954" y="3366"/>
                  <a:pt x="2048" y="3208"/>
                  <a:pt x="2048" y="3082"/>
                </a:cubicBezTo>
                <a:lnTo>
                  <a:pt x="2048" y="2421"/>
                </a:lnTo>
                <a:lnTo>
                  <a:pt x="4128" y="2421"/>
                </a:lnTo>
                <a:lnTo>
                  <a:pt x="4128" y="3082"/>
                </a:lnTo>
                <a:cubicBezTo>
                  <a:pt x="4128" y="3240"/>
                  <a:pt x="4191" y="3366"/>
                  <a:pt x="4317" y="3398"/>
                </a:cubicBezTo>
                <a:cubicBezTo>
                  <a:pt x="4369" y="3424"/>
                  <a:pt x="4426" y="3439"/>
                  <a:pt x="4483" y="3439"/>
                </a:cubicBezTo>
                <a:cubicBezTo>
                  <a:pt x="4562" y="3439"/>
                  <a:pt x="4639" y="3408"/>
                  <a:pt x="4695" y="3334"/>
                </a:cubicBezTo>
                <a:lnTo>
                  <a:pt x="6049" y="1948"/>
                </a:lnTo>
                <a:cubicBezTo>
                  <a:pt x="6175" y="1822"/>
                  <a:pt x="6175" y="1602"/>
                  <a:pt x="6049" y="1476"/>
                </a:cubicBezTo>
                <a:lnTo>
                  <a:pt x="4695" y="89"/>
                </a:lnTo>
                <a:cubicBezTo>
                  <a:pt x="4628" y="45"/>
                  <a:pt x="4530" y="0"/>
                  <a:pt x="44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1" name="Google Shape;7071;p35"/>
          <p:cNvSpPr/>
          <p:nvPr/>
        </p:nvSpPr>
        <p:spPr>
          <a:xfrm>
            <a:off x="1202627" y="1260428"/>
            <a:ext cx="44812" cy="133272"/>
          </a:xfrm>
          <a:custGeom>
            <a:rect b="b" l="l" r="r" t="t"/>
            <a:pathLst>
              <a:path extrusionOk="0" h="4128" w="1388">
                <a:moveTo>
                  <a:pt x="1" y="0"/>
                </a:moveTo>
                <a:lnTo>
                  <a:pt x="1" y="4127"/>
                </a:lnTo>
                <a:lnTo>
                  <a:pt x="348" y="4127"/>
                </a:lnTo>
                <a:cubicBezTo>
                  <a:pt x="915" y="4127"/>
                  <a:pt x="1387" y="3655"/>
                  <a:pt x="1387" y="3088"/>
                </a:cubicBezTo>
                <a:lnTo>
                  <a:pt x="1387" y="1009"/>
                </a:lnTo>
                <a:cubicBezTo>
                  <a:pt x="1387" y="473"/>
                  <a:pt x="915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2" name="Google Shape;7072;p35"/>
          <p:cNvSpPr/>
          <p:nvPr/>
        </p:nvSpPr>
        <p:spPr>
          <a:xfrm>
            <a:off x="1202627" y="1502502"/>
            <a:ext cx="44812" cy="133337"/>
          </a:xfrm>
          <a:custGeom>
            <a:rect b="b" l="l" r="r" t="t"/>
            <a:pathLst>
              <a:path extrusionOk="0" h="4130" w="1388">
                <a:moveTo>
                  <a:pt x="1" y="1"/>
                </a:moveTo>
                <a:lnTo>
                  <a:pt x="1" y="4128"/>
                </a:lnTo>
                <a:lnTo>
                  <a:pt x="348" y="4128"/>
                </a:lnTo>
                <a:cubicBezTo>
                  <a:pt x="367" y="4129"/>
                  <a:pt x="386" y="4129"/>
                  <a:pt x="405" y="4129"/>
                </a:cubicBezTo>
                <a:cubicBezTo>
                  <a:pt x="946" y="4129"/>
                  <a:pt x="1387" y="3698"/>
                  <a:pt x="1387" y="3119"/>
                </a:cubicBezTo>
                <a:lnTo>
                  <a:pt x="1387" y="1040"/>
                </a:lnTo>
                <a:cubicBezTo>
                  <a:pt x="1387" y="473"/>
                  <a:pt x="915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3" name="Google Shape;7073;p35"/>
          <p:cNvSpPr/>
          <p:nvPr/>
        </p:nvSpPr>
        <p:spPr>
          <a:xfrm>
            <a:off x="1359275" y="1260428"/>
            <a:ext cx="43778" cy="133272"/>
          </a:xfrm>
          <a:custGeom>
            <a:rect b="b" l="l" r="r" t="t"/>
            <a:pathLst>
              <a:path extrusionOk="0" h="4128" w="1356"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3088"/>
                </a:lnTo>
                <a:cubicBezTo>
                  <a:pt x="1" y="3655"/>
                  <a:pt x="410" y="4127"/>
                  <a:pt x="1009" y="4127"/>
                </a:cubicBezTo>
                <a:lnTo>
                  <a:pt x="1355" y="4127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4" name="Google Shape;7074;p35"/>
          <p:cNvSpPr/>
          <p:nvPr/>
        </p:nvSpPr>
        <p:spPr>
          <a:xfrm>
            <a:off x="1425395" y="1261428"/>
            <a:ext cx="66152" cy="375378"/>
          </a:xfrm>
          <a:custGeom>
            <a:rect b="b" l="l" r="r" t="t"/>
            <a:pathLst>
              <a:path extrusionOk="0" h="11627" w="2049">
                <a:moveTo>
                  <a:pt x="1" y="1"/>
                </a:moveTo>
                <a:lnTo>
                  <a:pt x="1" y="11626"/>
                </a:lnTo>
                <a:cubicBezTo>
                  <a:pt x="1135" y="11469"/>
                  <a:pt x="2048" y="10460"/>
                  <a:pt x="2048" y="9263"/>
                </a:cubicBezTo>
                <a:lnTo>
                  <a:pt x="2048" y="2395"/>
                </a:lnTo>
                <a:cubicBezTo>
                  <a:pt x="2048" y="1167"/>
                  <a:pt x="1135" y="158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5" name="Google Shape;7075;p35"/>
          <p:cNvSpPr/>
          <p:nvPr/>
        </p:nvSpPr>
        <p:spPr>
          <a:xfrm>
            <a:off x="1359275" y="1502502"/>
            <a:ext cx="43778" cy="134306"/>
          </a:xfrm>
          <a:custGeom>
            <a:rect b="b" l="l" r="r" t="t"/>
            <a:pathLst>
              <a:path extrusionOk="0" h="4160" w="1356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3119"/>
                </a:lnTo>
                <a:cubicBezTo>
                  <a:pt x="1" y="3718"/>
                  <a:pt x="410" y="4159"/>
                  <a:pt x="1009" y="4159"/>
                </a:cubicBezTo>
                <a:lnTo>
                  <a:pt x="1355" y="4159"/>
                </a:lnTo>
                <a:lnTo>
                  <a:pt x="135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6" name="Google Shape;7076;p35"/>
          <p:cNvSpPr/>
          <p:nvPr/>
        </p:nvSpPr>
        <p:spPr>
          <a:xfrm>
            <a:off x="1115166" y="1260427"/>
            <a:ext cx="66152" cy="374345"/>
          </a:xfrm>
          <a:custGeom>
            <a:rect b="b" l="l" r="r" t="t"/>
            <a:pathLst>
              <a:path extrusionOk="0" h="11595" w="2049">
                <a:moveTo>
                  <a:pt x="2048" y="0"/>
                </a:moveTo>
                <a:cubicBezTo>
                  <a:pt x="883" y="158"/>
                  <a:pt x="1" y="1166"/>
                  <a:pt x="1" y="2363"/>
                </a:cubicBezTo>
                <a:lnTo>
                  <a:pt x="1" y="9200"/>
                </a:lnTo>
                <a:cubicBezTo>
                  <a:pt x="1" y="10460"/>
                  <a:pt x="851" y="11437"/>
                  <a:pt x="2048" y="11594"/>
                </a:cubicBezTo>
                <a:lnTo>
                  <a:pt x="204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7" name="Google Shape;7077;p35"/>
          <p:cNvSpPr/>
          <p:nvPr/>
        </p:nvSpPr>
        <p:spPr>
          <a:xfrm>
            <a:off x="1114666" y="1973448"/>
            <a:ext cx="377379" cy="132239"/>
          </a:xfrm>
          <a:custGeom>
            <a:rect b="b" l="l" r="r" t="t"/>
            <a:pathLst>
              <a:path extrusionOk="0" h="4096" w="11689">
                <a:moveTo>
                  <a:pt x="1701" y="0"/>
                </a:moveTo>
                <a:cubicBezTo>
                  <a:pt x="1040" y="0"/>
                  <a:pt x="473" y="315"/>
                  <a:pt x="63" y="819"/>
                </a:cubicBezTo>
                <a:cubicBezTo>
                  <a:pt x="0" y="945"/>
                  <a:pt x="0" y="1040"/>
                  <a:pt x="32" y="1166"/>
                </a:cubicBezTo>
                <a:cubicBezTo>
                  <a:pt x="63" y="1292"/>
                  <a:pt x="189" y="1355"/>
                  <a:pt x="347" y="1355"/>
                </a:cubicBezTo>
                <a:lnTo>
                  <a:pt x="1008" y="1355"/>
                </a:lnTo>
                <a:cubicBezTo>
                  <a:pt x="1418" y="1355"/>
                  <a:pt x="1670" y="1670"/>
                  <a:pt x="1670" y="2048"/>
                </a:cubicBezTo>
                <a:cubicBezTo>
                  <a:pt x="1670" y="2426"/>
                  <a:pt x="1355" y="2710"/>
                  <a:pt x="1008" y="2710"/>
                </a:cubicBezTo>
                <a:lnTo>
                  <a:pt x="347" y="2710"/>
                </a:lnTo>
                <a:cubicBezTo>
                  <a:pt x="221" y="2710"/>
                  <a:pt x="95" y="2773"/>
                  <a:pt x="32" y="2899"/>
                </a:cubicBezTo>
                <a:cubicBezTo>
                  <a:pt x="0" y="3025"/>
                  <a:pt x="0" y="3151"/>
                  <a:pt x="63" y="3245"/>
                </a:cubicBezTo>
                <a:cubicBezTo>
                  <a:pt x="410" y="3781"/>
                  <a:pt x="1040" y="4096"/>
                  <a:pt x="1701" y="4096"/>
                </a:cubicBezTo>
                <a:cubicBezTo>
                  <a:pt x="2615" y="4096"/>
                  <a:pt x="3371" y="3497"/>
                  <a:pt x="3655" y="2710"/>
                </a:cubicBezTo>
                <a:lnTo>
                  <a:pt x="8065" y="2710"/>
                </a:lnTo>
                <a:cubicBezTo>
                  <a:pt x="8317" y="3497"/>
                  <a:pt x="9073" y="4096"/>
                  <a:pt x="9987" y="4096"/>
                </a:cubicBezTo>
                <a:cubicBezTo>
                  <a:pt x="10649" y="4096"/>
                  <a:pt x="11247" y="3781"/>
                  <a:pt x="11594" y="3245"/>
                </a:cubicBezTo>
                <a:cubicBezTo>
                  <a:pt x="11688" y="3119"/>
                  <a:pt x="11688" y="3025"/>
                  <a:pt x="11625" y="2899"/>
                </a:cubicBezTo>
                <a:cubicBezTo>
                  <a:pt x="11594" y="2773"/>
                  <a:pt x="11468" y="2710"/>
                  <a:pt x="11310" y="2710"/>
                </a:cubicBezTo>
                <a:lnTo>
                  <a:pt x="10649" y="2710"/>
                </a:lnTo>
                <a:cubicBezTo>
                  <a:pt x="10271" y="2710"/>
                  <a:pt x="9987" y="2395"/>
                  <a:pt x="9987" y="2048"/>
                </a:cubicBezTo>
                <a:cubicBezTo>
                  <a:pt x="9987" y="1670"/>
                  <a:pt x="10302" y="1355"/>
                  <a:pt x="10649" y="1355"/>
                </a:cubicBezTo>
                <a:lnTo>
                  <a:pt x="11310" y="1355"/>
                </a:lnTo>
                <a:cubicBezTo>
                  <a:pt x="11436" y="1355"/>
                  <a:pt x="11562" y="1292"/>
                  <a:pt x="11625" y="1166"/>
                </a:cubicBezTo>
                <a:cubicBezTo>
                  <a:pt x="11688" y="1040"/>
                  <a:pt x="11688" y="945"/>
                  <a:pt x="11594" y="819"/>
                </a:cubicBezTo>
                <a:cubicBezTo>
                  <a:pt x="11247" y="315"/>
                  <a:pt x="10649" y="0"/>
                  <a:pt x="9987" y="0"/>
                </a:cubicBezTo>
                <a:cubicBezTo>
                  <a:pt x="9073" y="0"/>
                  <a:pt x="8349" y="567"/>
                  <a:pt x="8065" y="1355"/>
                </a:cubicBezTo>
                <a:lnTo>
                  <a:pt x="3655" y="1355"/>
                </a:lnTo>
                <a:cubicBezTo>
                  <a:pt x="3371" y="567"/>
                  <a:pt x="2615" y="0"/>
                  <a:pt x="170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8" name="Google Shape;7078;p35"/>
          <p:cNvSpPr/>
          <p:nvPr/>
        </p:nvSpPr>
        <p:spPr>
          <a:xfrm>
            <a:off x="1258077" y="1730340"/>
            <a:ext cx="88525" cy="88525"/>
          </a:xfrm>
          <a:custGeom>
            <a:rect b="b" l="l" r="r" t="t"/>
            <a:pathLst>
              <a:path extrusionOk="0" h="2742" w="2742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1"/>
                  <a:pt x="630" y="2741"/>
                  <a:pt x="1355" y="2741"/>
                </a:cubicBezTo>
                <a:cubicBezTo>
                  <a:pt x="2111" y="2741"/>
                  <a:pt x="2741" y="2111"/>
                  <a:pt x="2741" y="1387"/>
                </a:cubicBezTo>
                <a:cubicBezTo>
                  <a:pt x="2741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9" name="Google Shape;7079;p35"/>
          <p:cNvSpPr/>
          <p:nvPr/>
        </p:nvSpPr>
        <p:spPr>
          <a:xfrm>
            <a:off x="1214330" y="1841208"/>
            <a:ext cx="175986" cy="154645"/>
          </a:xfrm>
          <a:custGeom>
            <a:rect b="b" l="l" r="r" t="t"/>
            <a:pathLst>
              <a:path extrusionOk="0" h="4790" w="5451">
                <a:moveTo>
                  <a:pt x="2710" y="1"/>
                </a:moveTo>
                <a:cubicBezTo>
                  <a:pt x="1387" y="1"/>
                  <a:pt x="253" y="1009"/>
                  <a:pt x="32" y="2300"/>
                </a:cubicBezTo>
                <a:cubicBezTo>
                  <a:pt x="1" y="2521"/>
                  <a:pt x="158" y="2710"/>
                  <a:pt x="410" y="2710"/>
                </a:cubicBezTo>
                <a:lnTo>
                  <a:pt x="2395" y="2710"/>
                </a:lnTo>
                <a:lnTo>
                  <a:pt x="2395" y="4789"/>
                </a:lnTo>
                <a:lnTo>
                  <a:pt x="3088" y="4789"/>
                </a:lnTo>
                <a:lnTo>
                  <a:pt x="3088" y="2710"/>
                </a:lnTo>
                <a:lnTo>
                  <a:pt x="5073" y="2710"/>
                </a:lnTo>
                <a:cubicBezTo>
                  <a:pt x="5293" y="2710"/>
                  <a:pt x="5451" y="2521"/>
                  <a:pt x="5451" y="2300"/>
                </a:cubicBezTo>
                <a:cubicBezTo>
                  <a:pt x="5230" y="977"/>
                  <a:pt x="4096" y="1"/>
                  <a:pt x="27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0" name="Google Shape;7080;p35"/>
          <p:cNvSpPr/>
          <p:nvPr/>
        </p:nvSpPr>
        <p:spPr>
          <a:xfrm>
            <a:off x="1314527" y="2458616"/>
            <a:ext cx="108865" cy="109898"/>
          </a:xfrm>
          <a:custGeom>
            <a:rect b="b" l="l" r="r" t="t"/>
            <a:pathLst>
              <a:path extrusionOk="0" h="3404" w="3372">
                <a:moveTo>
                  <a:pt x="3025" y="1"/>
                </a:moveTo>
                <a:cubicBezTo>
                  <a:pt x="2836" y="1"/>
                  <a:pt x="2678" y="159"/>
                  <a:pt x="2678" y="348"/>
                </a:cubicBezTo>
                <a:lnTo>
                  <a:pt x="2678" y="1041"/>
                </a:lnTo>
                <a:cubicBezTo>
                  <a:pt x="2678" y="1576"/>
                  <a:pt x="2206" y="2049"/>
                  <a:pt x="1639" y="2049"/>
                </a:cubicBezTo>
                <a:lnTo>
                  <a:pt x="1103" y="2049"/>
                </a:lnTo>
                <a:lnTo>
                  <a:pt x="1229" y="1923"/>
                </a:lnTo>
                <a:cubicBezTo>
                  <a:pt x="1387" y="1860"/>
                  <a:pt x="1387" y="1608"/>
                  <a:pt x="1261" y="1513"/>
                </a:cubicBezTo>
                <a:cubicBezTo>
                  <a:pt x="1198" y="1450"/>
                  <a:pt x="1111" y="1419"/>
                  <a:pt x="1024" y="1419"/>
                </a:cubicBezTo>
                <a:cubicBezTo>
                  <a:pt x="938" y="1419"/>
                  <a:pt x="851" y="1450"/>
                  <a:pt x="788" y="1513"/>
                </a:cubicBezTo>
                <a:lnTo>
                  <a:pt x="127" y="2175"/>
                </a:lnTo>
                <a:cubicBezTo>
                  <a:pt x="1" y="2301"/>
                  <a:pt x="1" y="2521"/>
                  <a:pt x="127" y="2647"/>
                </a:cubicBezTo>
                <a:lnTo>
                  <a:pt x="788" y="3309"/>
                </a:lnTo>
                <a:cubicBezTo>
                  <a:pt x="851" y="3372"/>
                  <a:pt x="938" y="3404"/>
                  <a:pt x="1024" y="3404"/>
                </a:cubicBezTo>
                <a:cubicBezTo>
                  <a:pt x="1111" y="3404"/>
                  <a:pt x="1198" y="3372"/>
                  <a:pt x="1261" y="3309"/>
                </a:cubicBezTo>
                <a:cubicBezTo>
                  <a:pt x="1387" y="3183"/>
                  <a:pt x="1387" y="2962"/>
                  <a:pt x="1261" y="2836"/>
                </a:cubicBezTo>
                <a:lnTo>
                  <a:pt x="1135" y="2710"/>
                </a:lnTo>
                <a:lnTo>
                  <a:pt x="1702" y="2710"/>
                </a:lnTo>
                <a:cubicBezTo>
                  <a:pt x="2647" y="2710"/>
                  <a:pt x="3372" y="1986"/>
                  <a:pt x="3372" y="1041"/>
                </a:cubicBezTo>
                <a:lnTo>
                  <a:pt x="3372" y="348"/>
                </a:lnTo>
                <a:cubicBezTo>
                  <a:pt x="3372" y="159"/>
                  <a:pt x="3214" y="1"/>
                  <a:pt x="30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1" name="Google Shape;7081;p35"/>
          <p:cNvSpPr/>
          <p:nvPr/>
        </p:nvSpPr>
        <p:spPr>
          <a:xfrm>
            <a:off x="1182287" y="2195201"/>
            <a:ext cx="108865" cy="109866"/>
          </a:xfrm>
          <a:custGeom>
            <a:rect b="b" l="l" r="r" t="t"/>
            <a:pathLst>
              <a:path extrusionOk="0" h="3403" w="3372">
                <a:moveTo>
                  <a:pt x="2360" y="0"/>
                </a:moveTo>
                <a:cubicBezTo>
                  <a:pt x="2269" y="0"/>
                  <a:pt x="2175" y="32"/>
                  <a:pt x="2112" y="95"/>
                </a:cubicBezTo>
                <a:cubicBezTo>
                  <a:pt x="2017" y="221"/>
                  <a:pt x="2017" y="441"/>
                  <a:pt x="2112" y="567"/>
                </a:cubicBezTo>
                <a:lnTo>
                  <a:pt x="2238" y="693"/>
                </a:lnTo>
                <a:lnTo>
                  <a:pt x="1702" y="693"/>
                </a:lnTo>
                <a:cubicBezTo>
                  <a:pt x="757" y="693"/>
                  <a:pt x="1" y="1418"/>
                  <a:pt x="1" y="2363"/>
                </a:cubicBezTo>
                <a:lnTo>
                  <a:pt x="1" y="3056"/>
                </a:lnTo>
                <a:cubicBezTo>
                  <a:pt x="1" y="3245"/>
                  <a:pt x="158" y="3403"/>
                  <a:pt x="347" y="3403"/>
                </a:cubicBezTo>
                <a:cubicBezTo>
                  <a:pt x="536" y="3403"/>
                  <a:pt x="694" y="3245"/>
                  <a:pt x="694" y="3056"/>
                </a:cubicBezTo>
                <a:lnTo>
                  <a:pt x="694" y="2332"/>
                </a:lnTo>
                <a:cubicBezTo>
                  <a:pt x="694" y="1796"/>
                  <a:pt x="1167" y="1292"/>
                  <a:pt x="1734" y="1292"/>
                </a:cubicBezTo>
                <a:lnTo>
                  <a:pt x="2269" y="1292"/>
                </a:lnTo>
                <a:lnTo>
                  <a:pt x="2175" y="1418"/>
                </a:lnTo>
                <a:cubicBezTo>
                  <a:pt x="2017" y="1544"/>
                  <a:pt x="2017" y="1733"/>
                  <a:pt x="2112" y="1891"/>
                </a:cubicBezTo>
                <a:cubicBezTo>
                  <a:pt x="2175" y="1954"/>
                  <a:pt x="2269" y="1985"/>
                  <a:pt x="2360" y="1985"/>
                </a:cubicBezTo>
                <a:cubicBezTo>
                  <a:pt x="2450" y="1985"/>
                  <a:pt x="2537" y="1954"/>
                  <a:pt x="2584" y="1891"/>
                </a:cubicBezTo>
                <a:lnTo>
                  <a:pt x="3277" y="1229"/>
                </a:lnTo>
                <a:cubicBezTo>
                  <a:pt x="3372" y="1103"/>
                  <a:pt x="3372" y="882"/>
                  <a:pt x="3277" y="756"/>
                </a:cubicBezTo>
                <a:lnTo>
                  <a:pt x="2584" y="95"/>
                </a:lnTo>
                <a:cubicBezTo>
                  <a:pt x="2537" y="32"/>
                  <a:pt x="2450" y="0"/>
                  <a:pt x="23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2" name="Google Shape;7082;p35"/>
          <p:cNvSpPr/>
          <p:nvPr/>
        </p:nvSpPr>
        <p:spPr>
          <a:xfrm>
            <a:off x="1115166" y="2325375"/>
            <a:ext cx="177019" cy="45812"/>
          </a:xfrm>
          <a:custGeom>
            <a:rect b="b" l="l" r="r" t="t"/>
            <a:pathLst>
              <a:path extrusionOk="0" h="1419" w="5483">
                <a:moveTo>
                  <a:pt x="1009" y="1"/>
                </a:moveTo>
                <a:cubicBezTo>
                  <a:pt x="473" y="1"/>
                  <a:pt x="1" y="473"/>
                  <a:pt x="1" y="1072"/>
                </a:cubicBezTo>
                <a:lnTo>
                  <a:pt x="1" y="1419"/>
                </a:lnTo>
                <a:lnTo>
                  <a:pt x="5482" y="1419"/>
                </a:lnTo>
                <a:lnTo>
                  <a:pt x="5482" y="1072"/>
                </a:lnTo>
                <a:lnTo>
                  <a:pt x="5451" y="1072"/>
                </a:lnTo>
                <a:cubicBezTo>
                  <a:pt x="5451" y="505"/>
                  <a:pt x="5010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3" name="Google Shape;7083;p35"/>
          <p:cNvSpPr/>
          <p:nvPr/>
        </p:nvSpPr>
        <p:spPr>
          <a:xfrm>
            <a:off x="1115166" y="2392528"/>
            <a:ext cx="175986" cy="110899"/>
          </a:xfrm>
          <a:custGeom>
            <a:rect b="b" l="l" r="r" t="t"/>
            <a:pathLst>
              <a:path extrusionOk="0" h="3435" w="5451">
                <a:moveTo>
                  <a:pt x="1" y="0"/>
                </a:moveTo>
                <a:lnTo>
                  <a:pt x="1" y="3434"/>
                </a:lnTo>
                <a:lnTo>
                  <a:pt x="5451" y="3434"/>
                </a:lnTo>
                <a:lnTo>
                  <a:pt x="545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4" name="Google Shape;7084;p35"/>
          <p:cNvSpPr/>
          <p:nvPr/>
        </p:nvSpPr>
        <p:spPr>
          <a:xfrm>
            <a:off x="1115166" y="2524736"/>
            <a:ext cx="175986" cy="44779"/>
          </a:xfrm>
          <a:custGeom>
            <a:rect b="b" l="l" r="r" t="t"/>
            <a:pathLst>
              <a:path extrusionOk="0" h="1387" w="5451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10" y="1387"/>
                  <a:pt x="1009" y="1387"/>
                </a:cubicBezTo>
                <a:lnTo>
                  <a:pt x="4443" y="1387"/>
                </a:lnTo>
                <a:cubicBezTo>
                  <a:pt x="4978" y="1387"/>
                  <a:pt x="5451" y="914"/>
                  <a:pt x="5451" y="347"/>
                </a:cubicBezTo>
                <a:lnTo>
                  <a:pt x="545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5" name="Google Shape;7085;p35"/>
          <p:cNvSpPr/>
          <p:nvPr/>
        </p:nvSpPr>
        <p:spPr>
          <a:xfrm>
            <a:off x="1314527" y="2193167"/>
            <a:ext cx="177019" cy="43746"/>
          </a:xfrm>
          <a:custGeom>
            <a:rect b="b" l="l" r="r" t="t"/>
            <a:pathLst>
              <a:path extrusionOk="0" h="1355" w="5483"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1355"/>
                </a:lnTo>
                <a:lnTo>
                  <a:pt x="5482" y="1355"/>
                </a:lnTo>
                <a:lnTo>
                  <a:pt x="5482" y="1008"/>
                </a:lnTo>
                <a:cubicBezTo>
                  <a:pt x="5482" y="473"/>
                  <a:pt x="5010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6" name="Google Shape;7086;p35"/>
          <p:cNvSpPr/>
          <p:nvPr/>
        </p:nvSpPr>
        <p:spPr>
          <a:xfrm>
            <a:off x="1313527" y="2259287"/>
            <a:ext cx="175986" cy="110899"/>
          </a:xfrm>
          <a:custGeom>
            <a:rect b="b" l="l" r="r" t="t"/>
            <a:pathLst>
              <a:path extrusionOk="0" h="3435" w="5451">
                <a:moveTo>
                  <a:pt x="0" y="0"/>
                </a:moveTo>
                <a:lnTo>
                  <a:pt x="0" y="3434"/>
                </a:lnTo>
                <a:lnTo>
                  <a:pt x="5450" y="3434"/>
                </a:ln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7" name="Google Shape;7087;p35"/>
          <p:cNvSpPr/>
          <p:nvPr/>
        </p:nvSpPr>
        <p:spPr>
          <a:xfrm>
            <a:off x="1313527" y="2392528"/>
            <a:ext cx="175986" cy="45780"/>
          </a:xfrm>
          <a:custGeom>
            <a:rect b="b" l="l" r="r" t="t"/>
            <a:pathLst>
              <a:path extrusionOk="0" h="1418" w="5451">
                <a:moveTo>
                  <a:pt x="0" y="0"/>
                </a:moveTo>
                <a:lnTo>
                  <a:pt x="0" y="347"/>
                </a:lnTo>
                <a:cubicBezTo>
                  <a:pt x="0" y="914"/>
                  <a:pt x="473" y="1418"/>
                  <a:pt x="1008" y="1418"/>
                </a:cubicBezTo>
                <a:lnTo>
                  <a:pt x="4442" y="1418"/>
                </a:lnTo>
                <a:cubicBezTo>
                  <a:pt x="4978" y="1418"/>
                  <a:pt x="5450" y="945"/>
                  <a:pt x="5450" y="347"/>
                </a:cubicBezTo>
                <a:lnTo>
                  <a:pt x="545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8" name="Google Shape;7088;p35"/>
          <p:cNvSpPr/>
          <p:nvPr/>
        </p:nvSpPr>
        <p:spPr>
          <a:xfrm>
            <a:off x="3738643" y="1304659"/>
            <a:ext cx="108865" cy="109898"/>
          </a:xfrm>
          <a:custGeom>
            <a:rect b="b" l="l" r="r" t="t"/>
            <a:pathLst>
              <a:path extrusionOk="0" h="3404" w="337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09" y="694"/>
                </a:lnTo>
                <a:cubicBezTo>
                  <a:pt x="1576" y="694"/>
                  <a:pt x="2049" y="1166"/>
                  <a:pt x="2049" y="1733"/>
                </a:cubicBezTo>
                <a:lnTo>
                  <a:pt x="2049" y="2269"/>
                </a:lnTo>
                <a:lnTo>
                  <a:pt x="1923" y="2175"/>
                </a:lnTo>
                <a:cubicBezTo>
                  <a:pt x="1860" y="2112"/>
                  <a:pt x="1773" y="2080"/>
                  <a:pt x="1686" y="2080"/>
                </a:cubicBezTo>
                <a:cubicBezTo>
                  <a:pt x="1600" y="2080"/>
                  <a:pt x="1513" y="2112"/>
                  <a:pt x="1450" y="2175"/>
                </a:cubicBezTo>
                <a:cubicBezTo>
                  <a:pt x="1324" y="2269"/>
                  <a:pt x="1324" y="2521"/>
                  <a:pt x="1450" y="2647"/>
                </a:cubicBezTo>
                <a:lnTo>
                  <a:pt x="2112" y="3309"/>
                </a:lnTo>
                <a:cubicBezTo>
                  <a:pt x="2175" y="3372"/>
                  <a:pt x="2269" y="3403"/>
                  <a:pt x="2360" y="3403"/>
                </a:cubicBezTo>
                <a:cubicBezTo>
                  <a:pt x="2450" y="3403"/>
                  <a:pt x="2537" y="3372"/>
                  <a:pt x="2584" y="3309"/>
                </a:cubicBezTo>
                <a:lnTo>
                  <a:pt x="3277" y="2647"/>
                </a:lnTo>
                <a:cubicBezTo>
                  <a:pt x="3372" y="2521"/>
                  <a:pt x="3372" y="2269"/>
                  <a:pt x="3277" y="2175"/>
                </a:cubicBezTo>
                <a:cubicBezTo>
                  <a:pt x="3214" y="2112"/>
                  <a:pt x="3120" y="2080"/>
                  <a:pt x="3029" y="2080"/>
                </a:cubicBezTo>
                <a:cubicBezTo>
                  <a:pt x="2939" y="2080"/>
                  <a:pt x="2852" y="2112"/>
                  <a:pt x="2805" y="2175"/>
                </a:cubicBezTo>
                <a:lnTo>
                  <a:pt x="2679" y="2269"/>
                </a:lnTo>
                <a:lnTo>
                  <a:pt x="2679" y="1733"/>
                </a:lnTo>
                <a:cubicBezTo>
                  <a:pt x="2742" y="788"/>
                  <a:pt x="1954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9" name="Google Shape;7089;p35"/>
          <p:cNvSpPr/>
          <p:nvPr/>
        </p:nvSpPr>
        <p:spPr>
          <a:xfrm>
            <a:off x="3585062" y="1526394"/>
            <a:ext cx="109866" cy="109898"/>
          </a:xfrm>
          <a:custGeom>
            <a:rect b="b" l="l" r="r" t="t"/>
            <a:pathLst>
              <a:path extrusionOk="0" h="3404" w="3403">
                <a:moveTo>
                  <a:pt x="1013" y="1"/>
                </a:moveTo>
                <a:cubicBezTo>
                  <a:pt x="922" y="1"/>
                  <a:pt x="835" y="32"/>
                  <a:pt x="788" y="95"/>
                </a:cubicBezTo>
                <a:lnTo>
                  <a:pt x="127" y="757"/>
                </a:lnTo>
                <a:cubicBezTo>
                  <a:pt x="1" y="883"/>
                  <a:pt x="1" y="1135"/>
                  <a:pt x="127" y="1229"/>
                </a:cubicBezTo>
                <a:cubicBezTo>
                  <a:pt x="174" y="1292"/>
                  <a:pt x="260" y="1324"/>
                  <a:pt x="351" y="1324"/>
                </a:cubicBezTo>
                <a:cubicBezTo>
                  <a:pt x="442" y="1324"/>
                  <a:pt x="536" y="1292"/>
                  <a:pt x="599" y="1229"/>
                </a:cubicBezTo>
                <a:lnTo>
                  <a:pt x="694" y="1135"/>
                </a:lnTo>
                <a:lnTo>
                  <a:pt x="694" y="1671"/>
                </a:lnTo>
                <a:cubicBezTo>
                  <a:pt x="694" y="2616"/>
                  <a:pt x="1450" y="3372"/>
                  <a:pt x="2395" y="3372"/>
                </a:cubicBezTo>
                <a:lnTo>
                  <a:pt x="3057" y="3372"/>
                </a:lnTo>
                <a:lnTo>
                  <a:pt x="3057" y="3403"/>
                </a:lnTo>
                <a:cubicBezTo>
                  <a:pt x="3246" y="3403"/>
                  <a:pt x="3403" y="3246"/>
                  <a:pt x="3403" y="3057"/>
                </a:cubicBezTo>
                <a:cubicBezTo>
                  <a:pt x="3403" y="2868"/>
                  <a:pt x="3246" y="2710"/>
                  <a:pt x="3057" y="2710"/>
                </a:cubicBezTo>
                <a:lnTo>
                  <a:pt x="2363" y="2710"/>
                </a:lnTo>
                <a:cubicBezTo>
                  <a:pt x="1796" y="2710"/>
                  <a:pt x="1324" y="2238"/>
                  <a:pt x="1324" y="1671"/>
                </a:cubicBezTo>
                <a:lnTo>
                  <a:pt x="1324" y="1135"/>
                </a:lnTo>
                <a:lnTo>
                  <a:pt x="1450" y="1229"/>
                </a:lnTo>
                <a:cubicBezTo>
                  <a:pt x="1513" y="1292"/>
                  <a:pt x="1599" y="1324"/>
                  <a:pt x="1686" y="1324"/>
                </a:cubicBezTo>
                <a:cubicBezTo>
                  <a:pt x="1773" y="1324"/>
                  <a:pt x="1859" y="1292"/>
                  <a:pt x="1922" y="1229"/>
                </a:cubicBezTo>
                <a:cubicBezTo>
                  <a:pt x="2048" y="1135"/>
                  <a:pt x="2048" y="883"/>
                  <a:pt x="1922" y="757"/>
                </a:cubicBezTo>
                <a:lnTo>
                  <a:pt x="1261" y="95"/>
                </a:lnTo>
                <a:cubicBezTo>
                  <a:pt x="1198" y="32"/>
                  <a:pt x="1103" y="1"/>
                  <a:pt x="10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0" name="Google Shape;7090;p35"/>
          <p:cNvSpPr/>
          <p:nvPr/>
        </p:nvSpPr>
        <p:spPr>
          <a:xfrm>
            <a:off x="3494534" y="1260944"/>
            <a:ext cx="266513" cy="198359"/>
          </a:xfrm>
          <a:custGeom>
            <a:rect b="b" l="l" r="r" t="t"/>
            <a:pathLst>
              <a:path extrusionOk="0" h="6144" w="8255">
                <a:moveTo>
                  <a:pt x="4191" y="0"/>
                </a:moveTo>
                <a:cubicBezTo>
                  <a:pt x="2300" y="0"/>
                  <a:pt x="757" y="1544"/>
                  <a:pt x="757" y="3434"/>
                </a:cubicBezTo>
                <a:lnTo>
                  <a:pt x="757" y="3529"/>
                </a:lnTo>
                <a:cubicBezTo>
                  <a:pt x="347" y="3686"/>
                  <a:pt x="95" y="4033"/>
                  <a:pt x="95" y="4474"/>
                </a:cubicBezTo>
                <a:lnTo>
                  <a:pt x="95" y="5135"/>
                </a:lnTo>
                <a:cubicBezTo>
                  <a:pt x="1" y="5671"/>
                  <a:pt x="473" y="6143"/>
                  <a:pt x="1009" y="6143"/>
                </a:cubicBezTo>
                <a:cubicBezTo>
                  <a:pt x="1135" y="6143"/>
                  <a:pt x="1261" y="6112"/>
                  <a:pt x="1387" y="6080"/>
                </a:cubicBezTo>
                <a:lnTo>
                  <a:pt x="1387" y="3403"/>
                </a:lnTo>
                <a:cubicBezTo>
                  <a:pt x="1387" y="1890"/>
                  <a:pt x="2647" y="630"/>
                  <a:pt x="4128" y="630"/>
                </a:cubicBezTo>
                <a:cubicBezTo>
                  <a:pt x="5640" y="630"/>
                  <a:pt x="6900" y="1890"/>
                  <a:pt x="6900" y="3403"/>
                </a:cubicBezTo>
                <a:lnTo>
                  <a:pt x="6900" y="6080"/>
                </a:lnTo>
                <a:cubicBezTo>
                  <a:pt x="6995" y="6112"/>
                  <a:pt x="7121" y="6143"/>
                  <a:pt x="7247" y="6143"/>
                </a:cubicBezTo>
                <a:cubicBezTo>
                  <a:pt x="7782" y="6143"/>
                  <a:pt x="8255" y="5671"/>
                  <a:pt x="8255" y="5135"/>
                </a:cubicBezTo>
                <a:lnTo>
                  <a:pt x="8255" y="4474"/>
                </a:lnTo>
                <a:cubicBezTo>
                  <a:pt x="8255" y="4033"/>
                  <a:pt x="8003" y="3623"/>
                  <a:pt x="7593" y="3529"/>
                </a:cubicBezTo>
                <a:lnTo>
                  <a:pt x="7593" y="3434"/>
                </a:lnTo>
                <a:cubicBezTo>
                  <a:pt x="7593" y="1544"/>
                  <a:pt x="6050" y="0"/>
                  <a:pt x="41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1" name="Google Shape;7091;p35"/>
          <p:cNvSpPr/>
          <p:nvPr/>
        </p:nvSpPr>
        <p:spPr>
          <a:xfrm>
            <a:off x="3561656" y="1327032"/>
            <a:ext cx="135306" cy="67508"/>
          </a:xfrm>
          <a:custGeom>
            <a:rect b="b" l="l" r="r" t="t"/>
            <a:pathLst>
              <a:path extrusionOk="0" h="2091" w="4191">
                <a:moveTo>
                  <a:pt x="1734" y="1"/>
                </a:moveTo>
                <a:cubicBezTo>
                  <a:pt x="789" y="1"/>
                  <a:pt x="1" y="757"/>
                  <a:pt x="1" y="1702"/>
                </a:cubicBezTo>
                <a:lnTo>
                  <a:pt x="1" y="2049"/>
                </a:lnTo>
                <a:lnTo>
                  <a:pt x="1230" y="2049"/>
                </a:lnTo>
                <a:cubicBezTo>
                  <a:pt x="1545" y="2049"/>
                  <a:pt x="1891" y="2049"/>
                  <a:pt x="2017" y="1986"/>
                </a:cubicBezTo>
                <a:cubicBezTo>
                  <a:pt x="2049" y="1954"/>
                  <a:pt x="2080" y="1828"/>
                  <a:pt x="2080" y="1734"/>
                </a:cubicBezTo>
                <a:cubicBezTo>
                  <a:pt x="2080" y="1545"/>
                  <a:pt x="2238" y="1387"/>
                  <a:pt x="2458" y="1387"/>
                </a:cubicBezTo>
                <a:cubicBezTo>
                  <a:pt x="2647" y="1387"/>
                  <a:pt x="2805" y="1545"/>
                  <a:pt x="2805" y="1734"/>
                </a:cubicBezTo>
                <a:cubicBezTo>
                  <a:pt x="2805" y="1828"/>
                  <a:pt x="2805" y="1954"/>
                  <a:pt x="2868" y="1986"/>
                </a:cubicBezTo>
                <a:cubicBezTo>
                  <a:pt x="2942" y="2059"/>
                  <a:pt x="3091" y="2090"/>
                  <a:pt x="3266" y="2090"/>
                </a:cubicBezTo>
                <a:cubicBezTo>
                  <a:pt x="3389" y="2090"/>
                  <a:pt x="3525" y="2075"/>
                  <a:pt x="3656" y="2049"/>
                </a:cubicBezTo>
                <a:lnTo>
                  <a:pt x="4191" y="2049"/>
                </a:lnTo>
                <a:lnTo>
                  <a:pt x="4191" y="1702"/>
                </a:lnTo>
                <a:lnTo>
                  <a:pt x="4128" y="1702"/>
                </a:lnTo>
                <a:cubicBezTo>
                  <a:pt x="4128" y="757"/>
                  <a:pt x="3340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2" name="Google Shape;7092;p35"/>
          <p:cNvSpPr/>
          <p:nvPr/>
        </p:nvSpPr>
        <p:spPr>
          <a:xfrm>
            <a:off x="3561656" y="1407390"/>
            <a:ext cx="135306" cy="95660"/>
          </a:xfrm>
          <a:custGeom>
            <a:rect b="b" l="l" r="r" t="t"/>
            <a:pathLst>
              <a:path extrusionOk="0" h="2963" w="4191">
                <a:moveTo>
                  <a:pt x="2395" y="1"/>
                </a:moveTo>
                <a:cubicBezTo>
                  <a:pt x="2080" y="253"/>
                  <a:pt x="1671" y="253"/>
                  <a:pt x="1230" y="253"/>
                </a:cubicBezTo>
                <a:lnTo>
                  <a:pt x="1" y="253"/>
                </a:lnTo>
                <a:lnTo>
                  <a:pt x="1" y="914"/>
                </a:lnTo>
                <a:cubicBezTo>
                  <a:pt x="1" y="2049"/>
                  <a:pt x="946" y="2962"/>
                  <a:pt x="2112" y="2962"/>
                </a:cubicBezTo>
                <a:cubicBezTo>
                  <a:pt x="3246" y="2962"/>
                  <a:pt x="4191" y="2049"/>
                  <a:pt x="4191" y="914"/>
                </a:cubicBezTo>
                <a:lnTo>
                  <a:pt x="4191" y="253"/>
                </a:lnTo>
                <a:lnTo>
                  <a:pt x="3466" y="253"/>
                </a:lnTo>
                <a:cubicBezTo>
                  <a:pt x="3088" y="253"/>
                  <a:pt x="2679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3" name="Google Shape;7093;p35"/>
          <p:cNvSpPr/>
          <p:nvPr/>
        </p:nvSpPr>
        <p:spPr>
          <a:xfrm>
            <a:off x="3739677" y="1459273"/>
            <a:ext cx="135306" cy="67476"/>
          </a:xfrm>
          <a:custGeom>
            <a:rect b="b" l="l" r="r" t="t"/>
            <a:pathLst>
              <a:path extrusionOk="0" h="2090" w="4191">
                <a:moveTo>
                  <a:pt x="1702" y="0"/>
                </a:moveTo>
                <a:cubicBezTo>
                  <a:pt x="756" y="0"/>
                  <a:pt x="0" y="757"/>
                  <a:pt x="0" y="1702"/>
                </a:cubicBezTo>
                <a:lnTo>
                  <a:pt x="0" y="2048"/>
                </a:lnTo>
                <a:lnTo>
                  <a:pt x="1229" y="2048"/>
                </a:lnTo>
                <a:cubicBezTo>
                  <a:pt x="1544" y="2048"/>
                  <a:pt x="1891" y="2048"/>
                  <a:pt x="2017" y="1985"/>
                </a:cubicBezTo>
                <a:cubicBezTo>
                  <a:pt x="2048" y="1954"/>
                  <a:pt x="2080" y="1828"/>
                  <a:pt x="2080" y="1733"/>
                </a:cubicBezTo>
                <a:cubicBezTo>
                  <a:pt x="2080" y="1544"/>
                  <a:pt x="2237" y="1387"/>
                  <a:pt x="2458" y="1387"/>
                </a:cubicBezTo>
                <a:cubicBezTo>
                  <a:pt x="2647" y="1387"/>
                  <a:pt x="2804" y="1544"/>
                  <a:pt x="2804" y="1733"/>
                </a:cubicBezTo>
                <a:cubicBezTo>
                  <a:pt x="2804" y="1828"/>
                  <a:pt x="2804" y="1954"/>
                  <a:pt x="2867" y="1985"/>
                </a:cubicBezTo>
                <a:cubicBezTo>
                  <a:pt x="2941" y="2059"/>
                  <a:pt x="3091" y="2090"/>
                  <a:pt x="3265" y="2090"/>
                </a:cubicBezTo>
                <a:cubicBezTo>
                  <a:pt x="3388" y="2090"/>
                  <a:pt x="3524" y="2074"/>
                  <a:pt x="3655" y="2048"/>
                </a:cubicBezTo>
                <a:lnTo>
                  <a:pt x="4190" y="2048"/>
                </a:lnTo>
                <a:lnTo>
                  <a:pt x="4190" y="1702"/>
                </a:lnTo>
                <a:cubicBezTo>
                  <a:pt x="4096" y="757"/>
                  <a:pt x="3308" y="0"/>
                  <a:pt x="2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4" name="Google Shape;7094;p35"/>
          <p:cNvSpPr/>
          <p:nvPr/>
        </p:nvSpPr>
        <p:spPr>
          <a:xfrm>
            <a:off x="3738643" y="1539631"/>
            <a:ext cx="132272" cy="96661"/>
          </a:xfrm>
          <a:custGeom>
            <a:rect b="b" l="l" r="r" t="t"/>
            <a:pathLst>
              <a:path extrusionOk="0" h="2994" w="4097">
                <a:moveTo>
                  <a:pt x="2395" y="0"/>
                </a:moveTo>
                <a:cubicBezTo>
                  <a:pt x="2080" y="252"/>
                  <a:pt x="1639" y="252"/>
                  <a:pt x="1230" y="252"/>
                </a:cubicBezTo>
                <a:lnTo>
                  <a:pt x="1" y="252"/>
                </a:lnTo>
                <a:lnTo>
                  <a:pt x="1" y="914"/>
                </a:lnTo>
                <a:cubicBezTo>
                  <a:pt x="1" y="2048"/>
                  <a:pt x="914" y="2993"/>
                  <a:pt x="2049" y="2993"/>
                </a:cubicBezTo>
                <a:cubicBezTo>
                  <a:pt x="3183" y="2993"/>
                  <a:pt x="4096" y="2048"/>
                  <a:pt x="4096" y="914"/>
                </a:cubicBezTo>
                <a:lnTo>
                  <a:pt x="4096" y="252"/>
                </a:lnTo>
                <a:lnTo>
                  <a:pt x="3435" y="252"/>
                </a:lnTo>
                <a:cubicBezTo>
                  <a:pt x="3025" y="252"/>
                  <a:pt x="2679" y="189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5" name="Google Shape;7095;p35"/>
          <p:cNvSpPr/>
          <p:nvPr/>
        </p:nvSpPr>
        <p:spPr>
          <a:xfrm>
            <a:off x="3495566" y="1926651"/>
            <a:ext cx="183088" cy="180053"/>
          </a:xfrm>
          <a:custGeom>
            <a:rect b="b" l="l" r="r" t="t"/>
            <a:pathLst>
              <a:path extrusionOk="0" h="5577" w="5671">
                <a:moveTo>
                  <a:pt x="4190" y="1"/>
                </a:moveTo>
                <a:cubicBezTo>
                  <a:pt x="4001" y="316"/>
                  <a:pt x="3970" y="725"/>
                  <a:pt x="4127" y="1040"/>
                </a:cubicBezTo>
                <a:lnTo>
                  <a:pt x="3497" y="1670"/>
                </a:lnTo>
                <a:cubicBezTo>
                  <a:pt x="3345" y="1589"/>
                  <a:pt x="3194" y="1550"/>
                  <a:pt x="3047" y="1550"/>
                </a:cubicBezTo>
                <a:cubicBezTo>
                  <a:pt x="2797" y="1550"/>
                  <a:pt x="2561" y="1661"/>
                  <a:pt x="2363" y="1859"/>
                </a:cubicBezTo>
                <a:lnTo>
                  <a:pt x="378" y="3813"/>
                </a:lnTo>
                <a:cubicBezTo>
                  <a:pt x="0" y="4222"/>
                  <a:pt x="0" y="4884"/>
                  <a:pt x="378" y="5293"/>
                </a:cubicBezTo>
                <a:cubicBezTo>
                  <a:pt x="583" y="5482"/>
                  <a:pt x="851" y="5577"/>
                  <a:pt x="1115" y="5577"/>
                </a:cubicBezTo>
                <a:cubicBezTo>
                  <a:pt x="1378" y="5577"/>
                  <a:pt x="1638" y="5482"/>
                  <a:pt x="1827" y="5293"/>
                </a:cubicBezTo>
                <a:lnTo>
                  <a:pt x="3812" y="3309"/>
                </a:lnTo>
                <a:cubicBezTo>
                  <a:pt x="4096" y="3025"/>
                  <a:pt x="4190" y="2553"/>
                  <a:pt x="4001" y="2143"/>
                </a:cubicBezTo>
                <a:lnTo>
                  <a:pt x="4631" y="1513"/>
                </a:lnTo>
                <a:cubicBezTo>
                  <a:pt x="4789" y="1576"/>
                  <a:pt x="4915" y="1607"/>
                  <a:pt x="5072" y="1607"/>
                </a:cubicBezTo>
                <a:cubicBezTo>
                  <a:pt x="5261" y="1607"/>
                  <a:pt x="5450" y="1544"/>
                  <a:pt x="5671" y="1418"/>
                </a:cubicBezTo>
                <a:cubicBezTo>
                  <a:pt x="5041" y="1040"/>
                  <a:pt x="4568" y="568"/>
                  <a:pt x="41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6" name="Google Shape;7096;p35"/>
          <p:cNvSpPr/>
          <p:nvPr/>
        </p:nvSpPr>
        <p:spPr>
          <a:xfrm>
            <a:off x="3630842" y="1729323"/>
            <a:ext cx="243106" cy="242105"/>
          </a:xfrm>
          <a:custGeom>
            <a:rect b="b" l="l" r="r" t="t"/>
            <a:pathLst>
              <a:path extrusionOk="0" h="7499" w="7530">
                <a:moveTo>
                  <a:pt x="3718" y="1387"/>
                </a:moveTo>
                <a:cubicBezTo>
                  <a:pt x="4253" y="1387"/>
                  <a:pt x="4726" y="1859"/>
                  <a:pt x="4726" y="2427"/>
                </a:cubicBezTo>
                <a:cubicBezTo>
                  <a:pt x="4789" y="2805"/>
                  <a:pt x="4505" y="3214"/>
                  <a:pt x="4096" y="3372"/>
                </a:cubicBezTo>
                <a:lnTo>
                  <a:pt x="4096" y="3750"/>
                </a:lnTo>
                <a:cubicBezTo>
                  <a:pt x="4096" y="3939"/>
                  <a:pt x="3938" y="4096"/>
                  <a:pt x="3749" y="4096"/>
                </a:cubicBezTo>
                <a:cubicBezTo>
                  <a:pt x="3560" y="4096"/>
                  <a:pt x="3403" y="3939"/>
                  <a:pt x="3403" y="3750"/>
                </a:cubicBezTo>
                <a:lnTo>
                  <a:pt x="3403" y="3372"/>
                </a:lnTo>
                <a:cubicBezTo>
                  <a:pt x="3403" y="3088"/>
                  <a:pt x="3592" y="2805"/>
                  <a:pt x="3875" y="2742"/>
                </a:cubicBezTo>
                <a:cubicBezTo>
                  <a:pt x="4001" y="2679"/>
                  <a:pt x="4096" y="2521"/>
                  <a:pt x="4096" y="2427"/>
                </a:cubicBezTo>
                <a:cubicBezTo>
                  <a:pt x="4096" y="2206"/>
                  <a:pt x="3938" y="2049"/>
                  <a:pt x="3749" y="2049"/>
                </a:cubicBezTo>
                <a:cubicBezTo>
                  <a:pt x="3560" y="2049"/>
                  <a:pt x="3403" y="2206"/>
                  <a:pt x="3403" y="2427"/>
                </a:cubicBezTo>
                <a:cubicBezTo>
                  <a:pt x="3403" y="2616"/>
                  <a:pt x="3245" y="2773"/>
                  <a:pt x="3056" y="2773"/>
                </a:cubicBezTo>
                <a:cubicBezTo>
                  <a:pt x="2836" y="2773"/>
                  <a:pt x="2678" y="2616"/>
                  <a:pt x="2678" y="2427"/>
                </a:cubicBezTo>
                <a:cubicBezTo>
                  <a:pt x="2678" y="1859"/>
                  <a:pt x="3151" y="1387"/>
                  <a:pt x="3718" y="1387"/>
                </a:cubicBezTo>
                <a:close/>
                <a:moveTo>
                  <a:pt x="3749" y="4726"/>
                </a:moveTo>
                <a:cubicBezTo>
                  <a:pt x="3938" y="4726"/>
                  <a:pt x="4096" y="4884"/>
                  <a:pt x="4096" y="5104"/>
                </a:cubicBezTo>
                <a:cubicBezTo>
                  <a:pt x="4096" y="5294"/>
                  <a:pt x="3938" y="5451"/>
                  <a:pt x="3749" y="5451"/>
                </a:cubicBezTo>
                <a:cubicBezTo>
                  <a:pt x="3560" y="5451"/>
                  <a:pt x="3403" y="5294"/>
                  <a:pt x="3403" y="5104"/>
                </a:cubicBezTo>
                <a:cubicBezTo>
                  <a:pt x="3403" y="4884"/>
                  <a:pt x="3560" y="4726"/>
                  <a:pt x="3749" y="4726"/>
                </a:cubicBezTo>
                <a:close/>
                <a:moveTo>
                  <a:pt x="3749" y="1"/>
                </a:moveTo>
                <a:cubicBezTo>
                  <a:pt x="1670" y="1"/>
                  <a:pt x="0" y="1702"/>
                  <a:pt x="0" y="3750"/>
                </a:cubicBezTo>
                <a:cubicBezTo>
                  <a:pt x="0" y="5829"/>
                  <a:pt x="1702" y="7499"/>
                  <a:pt x="3749" y="7499"/>
                </a:cubicBezTo>
                <a:cubicBezTo>
                  <a:pt x="5829" y="7499"/>
                  <a:pt x="7498" y="5798"/>
                  <a:pt x="7498" y="3750"/>
                </a:cubicBezTo>
                <a:cubicBezTo>
                  <a:pt x="7530" y="1670"/>
                  <a:pt x="5829" y="1"/>
                  <a:pt x="3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7" name="Google Shape;7097;p35"/>
          <p:cNvSpPr/>
          <p:nvPr/>
        </p:nvSpPr>
        <p:spPr>
          <a:xfrm>
            <a:off x="3620171" y="2192133"/>
            <a:ext cx="127171" cy="91560"/>
          </a:xfrm>
          <a:custGeom>
            <a:rect b="b" l="l" r="r" t="t"/>
            <a:pathLst>
              <a:path extrusionOk="0" h="2836" w="3939">
                <a:moveTo>
                  <a:pt x="1985" y="0"/>
                </a:moveTo>
                <a:cubicBezTo>
                  <a:pt x="1260" y="0"/>
                  <a:pt x="473" y="946"/>
                  <a:pt x="0" y="2521"/>
                </a:cubicBezTo>
                <a:cubicBezTo>
                  <a:pt x="158" y="2615"/>
                  <a:pt x="284" y="2710"/>
                  <a:pt x="410" y="2836"/>
                </a:cubicBezTo>
                <a:cubicBezTo>
                  <a:pt x="914" y="2773"/>
                  <a:pt x="1481" y="2773"/>
                  <a:pt x="1985" y="2773"/>
                </a:cubicBezTo>
                <a:cubicBezTo>
                  <a:pt x="2489" y="2773"/>
                  <a:pt x="3056" y="2804"/>
                  <a:pt x="3560" y="2836"/>
                </a:cubicBezTo>
                <a:cubicBezTo>
                  <a:pt x="3623" y="2678"/>
                  <a:pt x="3781" y="2584"/>
                  <a:pt x="3938" y="2521"/>
                </a:cubicBezTo>
                <a:cubicBezTo>
                  <a:pt x="3529" y="946"/>
                  <a:pt x="2741" y="0"/>
                  <a:pt x="19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8" name="Google Shape;7098;p35"/>
          <p:cNvSpPr/>
          <p:nvPr/>
        </p:nvSpPr>
        <p:spPr>
          <a:xfrm>
            <a:off x="3496067" y="2317238"/>
            <a:ext cx="91560" cy="127171"/>
          </a:xfrm>
          <a:custGeom>
            <a:rect b="b" l="l" r="r" t="t"/>
            <a:pathLst>
              <a:path extrusionOk="0" h="3939" w="2836">
                <a:moveTo>
                  <a:pt x="2521" y="0"/>
                </a:moveTo>
                <a:cubicBezTo>
                  <a:pt x="946" y="473"/>
                  <a:pt x="32" y="1229"/>
                  <a:pt x="32" y="1954"/>
                </a:cubicBezTo>
                <a:cubicBezTo>
                  <a:pt x="1" y="2710"/>
                  <a:pt x="946" y="3466"/>
                  <a:pt x="2521" y="3939"/>
                </a:cubicBezTo>
                <a:cubicBezTo>
                  <a:pt x="2584" y="3781"/>
                  <a:pt x="2710" y="3655"/>
                  <a:pt x="2836" y="3529"/>
                </a:cubicBezTo>
                <a:cubicBezTo>
                  <a:pt x="2773" y="3025"/>
                  <a:pt x="2773" y="2521"/>
                  <a:pt x="2773" y="1954"/>
                </a:cubicBezTo>
                <a:cubicBezTo>
                  <a:pt x="2773" y="1418"/>
                  <a:pt x="2805" y="914"/>
                  <a:pt x="2836" y="379"/>
                </a:cubicBezTo>
                <a:cubicBezTo>
                  <a:pt x="2679" y="316"/>
                  <a:pt x="2553" y="158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9" name="Google Shape;7099;p35"/>
          <p:cNvSpPr/>
          <p:nvPr/>
        </p:nvSpPr>
        <p:spPr>
          <a:xfrm>
            <a:off x="3781889" y="2318240"/>
            <a:ext cx="91560" cy="67185"/>
          </a:xfrm>
          <a:custGeom>
            <a:rect b="b" l="l" r="r" t="t"/>
            <a:pathLst>
              <a:path extrusionOk="0" h="2081" w="2836">
                <a:moveTo>
                  <a:pt x="316" y="1"/>
                </a:moveTo>
                <a:cubicBezTo>
                  <a:pt x="253" y="159"/>
                  <a:pt x="127" y="285"/>
                  <a:pt x="1" y="379"/>
                </a:cubicBezTo>
                <a:cubicBezTo>
                  <a:pt x="32" y="600"/>
                  <a:pt x="32" y="789"/>
                  <a:pt x="32" y="978"/>
                </a:cubicBezTo>
                <a:cubicBezTo>
                  <a:pt x="158" y="978"/>
                  <a:pt x="284" y="946"/>
                  <a:pt x="442" y="946"/>
                </a:cubicBezTo>
                <a:cubicBezTo>
                  <a:pt x="1387" y="946"/>
                  <a:pt x="2237" y="1387"/>
                  <a:pt x="2804" y="2080"/>
                </a:cubicBezTo>
                <a:lnTo>
                  <a:pt x="2804" y="1954"/>
                </a:lnTo>
                <a:cubicBezTo>
                  <a:pt x="2836" y="1230"/>
                  <a:pt x="1891" y="474"/>
                  <a:pt x="3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0" name="Google Shape;7100;p35"/>
          <p:cNvSpPr/>
          <p:nvPr/>
        </p:nvSpPr>
        <p:spPr>
          <a:xfrm>
            <a:off x="3620171" y="2476922"/>
            <a:ext cx="111900" cy="91593"/>
          </a:xfrm>
          <a:custGeom>
            <a:rect b="b" l="l" r="r" t="t"/>
            <a:pathLst>
              <a:path extrusionOk="0" h="2837" w="3466">
                <a:moveTo>
                  <a:pt x="410" y="1"/>
                </a:moveTo>
                <a:cubicBezTo>
                  <a:pt x="315" y="158"/>
                  <a:pt x="158" y="284"/>
                  <a:pt x="0" y="316"/>
                </a:cubicBezTo>
                <a:cubicBezTo>
                  <a:pt x="473" y="1891"/>
                  <a:pt x="1260" y="2836"/>
                  <a:pt x="1985" y="2836"/>
                </a:cubicBezTo>
                <a:cubicBezTo>
                  <a:pt x="2489" y="2836"/>
                  <a:pt x="3056" y="2364"/>
                  <a:pt x="3466" y="1544"/>
                </a:cubicBezTo>
                <a:lnTo>
                  <a:pt x="3119" y="1072"/>
                </a:lnTo>
                <a:cubicBezTo>
                  <a:pt x="2836" y="851"/>
                  <a:pt x="2678" y="473"/>
                  <a:pt x="2521" y="95"/>
                </a:cubicBezTo>
                <a:lnTo>
                  <a:pt x="1985" y="95"/>
                </a:lnTo>
                <a:cubicBezTo>
                  <a:pt x="1418" y="95"/>
                  <a:pt x="882" y="64"/>
                  <a:pt x="4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1" name="Google Shape;7101;p35"/>
          <p:cNvSpPr/>
          <p:nvPr/>
        </p:nvSpPr>
        <p:spPr>
          <a:xfrm>
            <a:off x="3607967" y="2303001"/>
            <a:ext cx="153612" cy="155646"/>
          </a:xfrm>
          <a:custGeom>
            <a:rect b="b" l="l" r="r" t="t"/>
            <a:pathLst>
              <a:path extrusionOk="0" h="4821" w="4758">
                <a:moveTo>
                  <a:pt x="2395" y="0"/>
                </a:moveTo>
                <a:cubicBezTo>
                  <a:pt x="1922" y="0"/>
                  <a:pt x="1418" y="32"/>
                  <a:pt x="1008" y="95"/>
                </a:cubicBezTo>
                <a:cubicBezTo>
                  <a:pt x="977" y="599"/>
                  <a:pt x="599" y="977"/>
                  <a:pt x="63" y="1040"/>
                </a:cubicBezTo>
                <a:cubicBezTo>
                  <a:pt x="32" y="1450"/>
                  <a:pt x="0" y="1922"/>
                  <a:pt x="0" y="2395"/>
                </a:cubicBezTo>
                <a:cubicBezTo>
                  <a:pt x="0" y="2867"/>
                  <a:pt x="32" y="3340"/>
                  <a:pt x="63" y="3781"/>
                </a:cubicBezTo>
                <a:cubicBezTo>
                  <a:pt x="599" y="3812"/>
                  <a:pt x="977" y="4222"/>
                  <a:pt x="1008" y="4726"/>
                </a:cubicBezTo>
                <a:cubicBezTo>
                  <a:pt x="1449" y="4758"/>
                  <a:pt x="1922" y="4821"/>
                  <a:pt x="2395" y="4821"/>
                </a:cubicBezTo>
                <a:lnTo>
                  <a:pt x="2804" y="4821"/>
                </a:lnTo>
                <a:cubicBezTo>
                  <a:pt x="2804" y="4695"/>
                  <a:pt x="2741" y="4569"/>
                  <a:pt x="2741" y="4506"/>
                </a:cubicBezTo>
                <a:cubicBezTo>
                  <a:pt x="2741" y="3151"/>
                  <a:pt x="3592" y="2017"/>
                  <a:pt x="4757" y="1576"/>
                </a:cubicBezTo>
                <a:cubicBezTo>
                  <a:pt x="4757" y="1387"/>
                  <a:pt x="4726" y="1229"/>
                  <a:pt x="4726" y="1040"/>
                </a:cubicBezTo>
                <a:cubicBezTo>
                  <a:pt x="4222" y="977"/>
                  <a:pt x="3812" y="599"/>
                  <a:pt x="3781" y="95"/>
                </a:cubicBezTo>
                <a:cubicBezTo>
                  <a:pt x="3340" y="32"/>
                  <a:pt x="2867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2" name="Google Shape;7102;p35"/>
          <p:cNvSpPr/>
          <p:nvPr/>
        </p:nvSpPr>
        <p:spPr>
          <a:xfrm>
            <a:off x="3503201" y="2431174"/>
            <a:ext cx="130205" cy="130205"/>
          </a:xfrm>
          <a:custGeom>
            <a:rect b="b" l="l" r="r" t="t"/>
            <a:pathLst>
              <a:path extrusionOk="0" h="4033" w="4033">
                <a:moveTo>
                  <a:pt x="0" y="0"/>
                </a:moveTo>
                <a:lnTo>
                  <a:pt x="0" y="0"/>
                </a:lnTo>
                <a:cubicBezTo>
                  <a:pt x="567" y="1953"/>
                  <a:pt x="2111" y="3466"/>
                  <a:pt x="4033" y="4033"/>
                </a:cubicBezTo>
                <a:cubicBezTo>
                  <a:pt x="3592" y="3466"/>
                  <a:pt x="3245" y="2741"/>
                  <a:pt x="2962" y="1827"/>
                </a:cubicBezTo>
                <a:cubicBezTo>
                  <a:pt x="2584" y="1733"/>
                  <a:pt x="2300" y="1481"/>
                  <a:pt x="2206" y="1071"/>
                </a:cubicBezTo>
                <a:cubicBezTo>
                  <a:pt x="1323" y="851"/>
                  <a:pt x="567" y="441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3" name="Google Shape;7103;p35"/>
          <p:cNvSpPr/>
          <p:nvPr/>
        </p:nvSpPr>
        <p:spPr>
          <a:xfrm>
            <a:off x="3736108" y="2201270"/>
            <a:ext cx="130238" cy="129237"/>
          </a:xfrm>
          <a:custGeom>
            <a:rect b="b" l="l" r="r" t="t"/>
            <a:pathLst>
              <a:path extrusionOk="0" h="4003" w="4034">
                <a:moveTo>
                  <a:pt x="1" y="1"/>
                </a:moveTo>
                <a:lnTo>
                  <a:pt x="1" y="1"/>
                </a:lnTo>
                <a:cubicBezTo>
                  <a:pt x="442" y="537"/>
                  <a:pt x="788" y="1293"/>
                  <a:pt x="1072" y="2206"/>
                </a:cubicBezTo>
                <a:cubicBezTo>
                  <a:pt x="1419" y="2238"/>
                  <a:pt x="1734" y="2553"/>
                  <a:pt x="1828" y="2962"/>
                </a:cubicBezTo>
                <a:cubicBezTo>
                  <a:pt x="2710" y="3183"/>
                  <a:pt x="3466" y="3592"/>
                  <a:pt x="4033" y="4002"/>
                </a:cubicBezTo>
                <a:cubicBezTo>
                  <a:pt x="3466" y="2080"/>
                  <a:pt x="1923" y="53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4" name="Google Shape;7104;p35"/>
          <p:cNvSpPr/>
          <p:nvPr/>
        </p:nvSpPr>
        <p:spPr>
          <a:xfrm>
            <a:off x="3503201" y="2200269"/>
            <a:ext cx="130205" cy="129205"/>
          </a:xfrm>
          <a:custGeom>
            <a:rect b="b" l="l" r="r" t="t"/>
            <a:pathLst>
              <a:path extrusionOk="0" h="4002" w="4033">
                <a:moveTo>
                  <a:pt x="4033" y="0"/>
                </a:moveTo>
                <a:lnTo>
                  <a:pt x="4033" y="0"/>
                </a:lnTo>
                <a:cubicBezTo>
                  <a:pt x="2111" y="536"/>
                  <a:pt x="567" y="2080"/>
                  <a:pt x="0" y="4002"/>
                </a:cubicBezTo>
                <a:cubicBezTo>
                  <a:pt x="567" y="3592"/>
                  <a:pt x="1323" y="3214"/>
                  <a:pt x="2206" y="2962"/>
                </a:cubicBezTo>
                <a:cubicBezTo>
                  <a:pt x="2300" y="2552"/>
                  <a:pt x="2615" y="2269"/>
                  <a:pt x="2962" y="2206"/>
                </a:cubicBezTo>
                <a:cubicBezTo>
                  <a:pt x="3214" y="1292"/>
                  <a:pt x="3592" y="505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5" name="Google Shape;7105;p35"/>
          <p:cNvSpPr/>
          <p:nvPr/>
        </p:nvSpPr>
        <p:spPr>
          <a:xfrm>
            <a:off x="3718835" y="2370122"/>
            <a:ext cx="154613" cy="200425"/>
          </a:xfrm>
          <a:custGeom>
            <a:rect b="b" l="l" r="r" t="t"/>
            <a:pathLst>
              <a:path extrusionOk="0" h="6208" w="4789">
                <a:moveTo>
                  <a:pt x="2395" y="1355"/>
                </a:moveTo>
                <a:cubicBezTo>
                  <a:pt x="2930" y="1355"/>
                  <a:pt x="3403" y="1828"/>
                  <a:pt x="3403" y="2364"/>
                </a:cubicBezTo>
                <a:cubicBezTo>
                  <a:pt x="3403" y="2962"/>
                  <a:pt x="2930" y="3403"/>
                  <a:pt x="2395" y="3403"/>
                </a:cubicBezTo>
                <a:cubicBezTo>
                  <a:pt x="1827" y="3403"/>
                  <a:pt x="1355" y="2931"/>
                  <a:pt x="1355" y="2364"/>
                </a:cubicBezTo>
                <a:cubicBezTo>
                  <a:pt x="1355" y="1828"/>
                  <a:pt x="1827" y="1355"/>
                  <a:pt x="2395" y="1355"/>
                </a:cubicBezTo>
                <a:close/>
                <a:moveTo>
                  <a:pt x="2395" y="1"/>
                </a:moveTo>
                <a:cubicBezTo>
                  <a:pt x="1040" y="1"/>
                  <a:pt x="0" y="1072"/>
                  <a:pt x="0" y="2427"/>
                </a:cubicBezTo>
                <a:cubicBezTo>
                  <a:pt x="0" y="2994"/>
                  <a:pt x="221" y="3592"/>
                  <a:pt x="630" y="4002"/>
                </a:cubicBezTo>
                <a:lnTo>
                  <a:pt x="2111" y="6050"/>
                </a:lnTo>
                <a:cubicBezTo>
                  <a:pt x="2206" y="6113"/>
                  <a:pt x="2269" y="6207"/>
                  <a:pt x="2395" y="6207"/>
                </a:cubicBezTo>
                <a:cubicBezTo>
                  <a:pt x="2521" y="6207"/>
                  <a:pt x="2584" y="6144"/>
                  <a:pt x="2678" y="6050"/>
                </a:cubicBezTo>
                <a:lnTo>
                  <a:pt x="4442" y="3592"/>
                </a:lnTo>
                <a:cubicBezTo>
                  <a:pt x="4663" y="3246"/>
                  <a:pt x="4757" y="2805"/>
                  <a:pt x="4757" y="2364"/>
                </a:cubicBezTo>
                <a:cubicBezTo>
                  <a:pt x="4789" y="1072"/>
                  <a:pt x="3686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6" name="Google Shape;7106;p35"/>
          <p:cNvSpPr/>
          <p:nvPr/>
        </p:nvSpPr>
        <p:spPr>
          <a:xfrm>
            <a:off x="3784955" y="2436242"/>
            <a:ext cx="22406" cy="23439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7" name="Google Shape;7107;p35"/>
          <p:cNvSpPr/>
          <p:nvPr/>
        </p:nvSpPr>
        <p:spPr>
          <a:xfrm>
            <a:off x="2116616" y="2696327"/>
            <a:ext cx="264479" cy="198359"/>
          </a:xfrm>
          <a:custGeom>
            <a:rect b="b" l="l" r="r" t="t"/>
            <a:pathLst>
              <a:path extrusionOk="0" h="6144" w="8192">
                <a:moveTo>
                  <a:pt x="4096" y="0"/>
                </a:moveTo>
                <a:cubicBezTo>
                  <a:pt x="2206" y="0"/>
                  <a:pt x="662" y="1544"/>
                  <a:pt x="662" y="3434"/>
                </a:cubicBezTo>
                <a:lnTo>
                  <a:pt x="662" y="3497"/>
                </a:lnTo>
                <a:cubicBezTo>
                  <a:pt x="252" y="3655"/>
                  <a:pt x="0" y="4033"/>
                  <a:pt x="0" y="4442"/>
                </a:cubicBezTo>
                <a:lnTo>
                  <a:pt x="0" y="5136"/>
                </a:lnTo>
                <a:cubicBezTo>
                  <a:pt x="0" y="5671"/>
                  <a:pt x="473" y="6144"/>
                  <a:pt x="1009" y="6144"/>
                </a:cubicBezTo>
                <a:cubicBezTo>
                  <a:pt x="1135" y="6144"/>
                  <a:pt x="1261" y="6112"/>
                  <a:pt x="1387" y="6081"/>
                </a:cubicBezTo>
                <a:lnTo>
                  <a:pt x="1387" y="3403"/>
                </a:lnTo>
                <a:cubicBezTo>
                  <a:pt x="1387" y="1891"/>
                  <a:pt x="2584" y="630"/>
                  <a:pt x="4096" y="630"/>
                </a:cubicBezTo>
                <a:cubicBezTo>
                  <a:pt x="5577" y="630"/>
                  <a:pt x="6806" y="1891"/>
                  <a:pt x="6806" y="3403"/>
                </a:cubicBezTo>
                <a:lnTo>
                  <a:pt x="6806" y="6081"/>
                </a:lnTo>
                <a:cubicBezTo>
                  <a:pt x="6932" y="6112"/>
                  <a:pt x="7058" y="6144"/>
                  <a:pt x="7152" y="6144"/>
                </a:cubicBezTo>
                <a:cubicBezTo>
                  <a:pt x="7719" y="6144"/>
                  <a:pt x="8192" y="5671"/>
                  <a:pt x="8192" y="5136"/>
                </a:cubicBezTo>
                <a:lnTo>
                  <a:pt x="8192" y="4442"/>
                </a:lnTo>
                <a:cubicBezTo>
                  <a:pt x="8192" y="4033"/>
                  <a:pt x="7908" y="3623"/>
                  <a:pt x="7530" y="3497"/>
                </a:cubicBezTo>
                <a:lnTo>
                  <a:pt x="7530" y="3434"/>
                </a:lnTo>
                <a:cubicBezTo>
                  <a:pt x="7467" y="1576"/>
                  <a:pt x="5986" y="0"/>
                  <a:pt x="40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8" name="Google Shape;7108;p35"/>
          <p:cNvSpPr/>
          <p:nvPr/>
        </p:nvSpPr>
        <p:spPr>
          <a:xfrm>
            <a:off x="2184770" y="2763449"/>
            <a:ext cx="131239" cy="67734"/>
          </a:xfrm>
          <a:custGeom>
            <a:rect b="b" l="l" r="r" t="t"/>
            <a:pathLst>
              <a:path extrusionOk="0" h="2098" w="4065">
                <a:moveTo>
                  <a:pt x="1702" y="1"/>
                </a:moveTo>
                <a:cubicBezTo>
                  <a:pt x="756" y="1"/>
                  <a:pt x="0" y="757"/>
                  <a:pt x="0" y="1702"/>
                </a:cubicBezTo>
                <a:lnTo>
                  <a:pt x="0" y="2080"/>
                </a:lnTo>
                <a:lnTo>
                  <a:pt x="1229" y="2080"/>
                </a:lnTo>
                <a:cubicBezTo>
                  <a:pt x="1418" y="2080"/>
                  <a:pt x="1765" y="2080"/>
                  <a:pt x="1891" y="1985"/>
                </a:cubicBezTo>
                <a:cubicBezTo>
                  <a:pt x="1922" y="1954"/>
                  <a:pt x="1985" y="1828"/>
                  <a:pt x="1985" y="1765"/>
                </a:cubicBezTo>
                <a:cubicBezTo>
                  <a:pt x="1985" y="1544"/>
                  <a:pt x="2143" y="1387"/>
                  <a:pt x="2332" y="1387"/>
                </a:cubicBezTo>
                <a:cubicBezTo>
                  <a:pt x="2521" y="1387"/>
                  <a:pt x="2678" y="1544"/>
                  <a:pt x="2678" y="1765"/>
                </a:cubicBezTo>
                <a:cubicBezTo>
                  <a:pt x="2678" y="1828"/>
                  <a:pt x="2678" y="1954"/>
                  <a:pt x="2773" y="1985"/>
                </a:cubicBezTo>
                <a:cubicBezTo>
                  <a:pt x="2836" y="2069"/>
                  <a:pt x="3025" y="2097"/>
                  <a:pt x="3237" y="2097"/>
                </a:cubicBezTo>
                <a:cubicBezTo>
                  <a:pt x="3343" y="2097"/>
                  <a:pt x="3455" y="2090"/>
                  <a:pt x="3560" y="2080"/>
                </a:cubicBezTo>
                <a:lnTo>
                  <a:pt x="4064" y="2080"/>
                </a:lnTo>
                <a:lnTo>
                  <a:pt x="4064" y="1702"/>
                </a:lnTo>
                <a:cubicBezTo>
                  <a:pt x="4064" y="757"/>
                  <a:pt x="3308" y="1"/>
                  <a:pt x="2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9" name="Google Shape;7109;p35"/>
          <p:cNvSpPr/>
          <p:nvPr/>
        </p:nvSpPr>
        <p:spPr>
          <a:xfrm>
            <a:off x="2182736" y="2845841"/>
            <a:ext cx="132239" cy="94627"/>
          </a:xfrm>
          <a:custGeom>
            <a:rect b="b" l="l" r="r" t="t"/>
            <a:pathLst>
              <a:path extrusionOk="0" h="2931" w="4096">
                <a:moveTo>
                  <a:pt x="2395" y="1"/>
                </a:moveTo>
                <a:cubicBezTo>
                  <a:pt x="2080" y="221"/>
                  <a:pt x="1639" y="221"/>
                  <a:pt x="1197" y="221"/>
                </a:cubicBezTo>
                <a:lnTo>
                  <a:pt x="0" y="221"/>
                </a:lnTo>
                <a:lnTo>
                  <a:pt x="0" y="883"/>
                </a:lnTo>
                <a:cubicBezTo>
                  <a:pt x="0" y="2048"/>
                  <a:pt x="914" y="2930"/>
                  <a:pt x="2048" y="2930"/>
                </a:cubicBezTo>
                <a:cubicBezTo>
                  <a:pt x="3182" y="2930"/>
                  <a:pt x="4096" y="2048"/>
                  <a:pt x="4096" y="883"/>
                </a:cubicBezTo>
                <a:lnTo>
                  <a:pt x="4096" y="221"/>
                </a:lnTo>
                <a:lnTo>
                  <a:pt x="3403" y="221"/>
                </a:lnTo>
                <a:cubicBezTo>
                  <a:pt x="3025" y="221"/>
                  <a:pt x="2678" y="190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0" name="Google Shape;7110;p35"/>
          <p:cNvSpPr/>
          <p:nvPr/>
        </p:nvSpPr>
        <p:spPr>
          <a:xfrm>
            <a:off x="2062699" y="2946539"/>
            <a:ext cx="375345" cy="128010"/>
          </a:xfrm>
          <a:custGeom>
            <a:rect b="b" l="l" r="r" t="t"/>
            <a:pathLst>
              <a:path extrusionOk="0" h="3965" w="11626">
                <a:moveTo>
                  <a:pt x="2092" y="0"/>
                </a:moveTo>
                <a:cubicBezTo>
                  <a:pt x="1962" y="0"/>
                  <a:pt x="1828" y="63"/>
                  <a:pt x="1765" y="190"/>
                </a:cubicBezTo>
                <a:lnTo>
                  <a:pt x="1355" y="1072"/>
                </a:lnTo>
                <a:lnTo>
                  <a:pt x="316" y="1229"/>
                </a:lnTo>
                <a:cubicBezTo>
                  <a:pt x="190" y="1229"/>
                  <a:pt x="95" y="1355"/>
                  <a:pt x="64" y="1481"/>
                </a:cubicBezTo>
                <a:cubicBezTo>
                  <a:pt x="1" y="1607"/>
                  <a:pt x="64" y="1765"/>
                  <a:pt x="127" y="1828"/>
                </a:cubicBezTo>
                <a:lnTo>
                  <a:pt x="883" y="2552"/>
                </a:lnTo>
                <a:lnTo>
                  <a:pt x="725" y="3561"/>
                </a:lnTo>
                <a:cubicBezTo>
                  <a:pt x="694" y="3687"/>
                  <a:pt x="757" y="3844"/>
                  <a:pt x="851" y="3876"/>
                </a:cubicBezTo>
                <a:cubicBezTo>
                  <a:pt x="903" y="3928"/>
                  <a:pt x="965" y="3951"/>
                  <a:pt x="1031" y="3951"/>
                </a:cubicBezTo>
                <a:cubicBezTo>
                  <a:pt x="1085" y="3951"/>
                  <a:pt x="1141" y="3935"/>
                  <a:pt x="1198" y="3907"/>
                </a:cubicBezTo>
                <a:lnTo>
                  <a:pt x="2112" y="3435"/>
                </a:lnTo>
                <a:lnTo>
                  <a:pt x="2994" y="3907"/>
                </a:lnTo>
                <a:cubicBezTo>
                  <a:pt x="3046" y="3947"/>
                  <a:pt x="3099" y="3964"/>
                  <a:pt x="3152" y="3964"/>
                </a:cubicBezTo>
                <a:cubicBezTo>
                  <a:pt x="3225" y="3964"/>
                  <a:pt x="3298" y="3930"/>
                  <a:pt x="3372" y="3876"/>
                </a:cubicBezTo>
                <a:cubicBezTo>
                  <a:pt x="3466" y="3813"/>
                  <a:pt x="3529" y="3687"/>
                  <a:pt x="3466" y="3561"/>
                </a:cubicBezTo>
                <a:lnTo>
                  <a:pt x="3309" y="2552"/>
                </a:lnTo>
                <a:lnTo>
                  <a:pt x="4002" y="1891"/>
                </a:lnTo>
                <a:lnTo>
                  <a:pt x="4663" y="2552"/>
                </a:lnTo>
                <a:lnTo>
                  <a:pt x="4506" y="3561"/>
                </a:lnTo>
                <a:cubicBezTo>
                  <a:pt x="4474" y="3687"/>
                  <a:pt x="4537" y="3844"/>
                  <a:pt x="4632" y="3876"/>
                </a:cubicBezTo>
                <a:cubicBezTo>
                  <a:pt x="4684" y="3928"/>
                  <a:pt x="4746" y="3951"/>
                  <a:pt x="4811" y="3951"/>
                </a:cubicBezTo>
                <a:cubicBezTo>
                  <a:pt x="4865" y="3951"/>
                  <a:pt x="4922" y="3935"/>
                  <a:pt x="4978" y="3907"/>
                </a:cubicBezTo>
                <a:lnTo>
                  <a:pt x="5892" y="3435"/>
                </a:lnTo>
                <a:lnTo>
                  <a:pt x="6774" y="3907"/>
                </a:lnTo>
                <a:cubicBezTo>
                  <a:pt x="6827" y="3947"/>
                  <a:pt x="6880" y="3964"/>
                  <a:pt x="6933" y="3964"/>
                </a:cubicBezTo>
                <a:cubicBezTo>
                  <a:pt x="7006" y="3964"/>
                  <a:pt x="7079" y="3930"/>
                  <a:pt x="7152" y="3876"/>
                </a:cubicBezTo>
                <a:cubicBezTo>
                  <a:pt x="7247" y="3813"/>
                  <a:pt x="7310" y="3687"/>
                  <a:pt x="7247" y="3561"/>
                </a:cubicBezTo>
                <a:lnTo>
                  <a:pt x="7089" y="2552"/>
                </a:lnTo>
                <a:lnTo>
                  <a:pt x="7782" y="1891"/>
                </a:lnTo>
                <a:lnTo>
                  <a:pt x="8444" y="2552"/>
                </a:lnTo>
                <a:lnTo>
                  <a:pt x="8286" y="3561"/>
                </a:lnTo>
                <a:cubicBezTo>
                  <a:pt x="8255" y="3687"/>
                  <a:pt x="8318" y="3844"/>
                  <a:pt x="8413" y="3876"/>
                </a:cubicBezTo>
                <a:cubicBezTo>
                  <a:pt x="8465" y="3928"/>
                  <a:pt x="8526" y="3951"/>
                  <a:pt x="8592" y="3951"/>
                </a:cubicBezTo>
                <a:cubicBezTo>
                  <a:pt x="8646" y="3951"/>
                  <a:pt x="8702" y="3935"/>
                  <a:pt x="8759" y="3907"/>
                </a:cubicBezTo>
                <a:lnTo>
                  <a:pt x="9673" y="3435"/>
                </a:lnTo>
                <a:lnTo>
                  <a:pt x="10555" y="3907"/>
                </a:lnTo>
                <a:cubicBezTo>
                  <a:pt x="10608" y="3947"/>
                  <a:pt x="10660" y="3964"/>
                  <a:pt x="10713" y="3964"/>
                </a:cubicBezTo>
                <a:cubicBezTo>
                  <a:pt x="10786" y="3964"/>
                  <a:pt x="10860" y="3930"/>
                  <a:pt x="10933" y="3876"/>
                </a:cubicBezTo>
                <a:cubicBezTo>
                  <a:pt x="11027" y="3813"/>
                  <a:pt x="11090" y="3687"/>
                  <a:pt x="11027" y="3561"/>
                </a:cubicBezTo>
                <a:lnTo>
                  <a:pt x="10870" y="2552"/>
                </a:lnTo>
                <a:lnTo>
                  <a:pt x="11626" y="1828"/>
                </a:lnTo>
                <a:cubicBezTo>
                  <a:pt x="11532" y="1702"/>
                  <a:pt x="11595" y="1607"/>
                  <a:pt x="11532" y="1481"/>
                </a:cubicBezTo>
                <a:cubicBezTo>
                  <a:pt x="11500" y="1355"/>
                  <a:pt x="11374" y="1292"/>
                  <a:pt x="11279" y="1229"/>
                </a:cubicBezTo>
                <a:lnTo>
                  <a:pt x="10240" y="1072"/>
                </a:lnTo>
                <a:lnTo>
                  <a:pt x="9799" y="190"/>
                </a:lnTo>
                <a:cubicBezTo>
                  <a:pt x="9751" y="63"/>
                  <a:pt x="9625" y="0"/>
                  <a:pt x="9495" y="0"/>
                </a:cubicBezTo>
                <a:cubicBezTo>
                  <a:pt x="9366" y="0"/>
                  <a:pt x="9232" y="63"/>
                  <a:pt x="9169" y="190"/>
                </a:cubicBezTo>
                <a:lnTo>
                  <a:pt x="8759" y="1072"/>
                </a:lnTo>
                <a:lnTo>
                  <a:pt x="7782" y="1229"/>
                </a:lnTo>
                <a:cubicBezTo>
                  <a:pt x="7719" y="1229"/>
                  <a:pt x="7688" y="1292"/>
                  <a:pt x="7656" y="1292"/>
                </a:cubicBezTo>
                <a:cubicBezTo>
                  <a:pt x="7593" y="1229"/>
                  <a:pt x="7562" y="1229"/>
                  <a:pt x="7530" y="1229"/>
                </a:cubicBezTo>
                <a:lnTo>
                  <a:pt x="6554" y="1072"/>
                </a:lnTo>
                <a:lnTo>
                  <a:pt x="6113" y="190"/>
                </a:lnTo>
                <a:cubicBezTo>
                  <a:pt x="6050" y="63"/>
                  <a:pt x="5924" y="0"/>
                  <a:pt x="5798" y="0"/>
                </a:cubicBezTo>
                <a:cubicBezTo>
                  <a:pt x="5672" y="0"/>
                  <a:pt x="5546" y="63"/>
                  <a:pt x="5483" y="190"/>
                </a:cubicBezTo>
                <a:lnTo>
                  <a:pt x="5041" y="1072"/>
                </a:lnTo>
                <a:lnTo>
                  <a:pt x="4065" y="1229"/>
                </a:lnTo>
                <a:cubicBezTo>
                  <a:pt x="4033" y="1229"/>
                  <a:pt x="4002" y="1292"/>
                  <a:pt x="3939" y="1292"/>
                </a:cubicBezTo>
                <a:cubicBezTo>
                  <a:pt x="3907" y="1229"/>
                  <a:pt x="3876" y="1229"/>
                  <a:pt x="3813" y="1229"/>
                </a:cubicBezTo>
                <a:lnTo>
                  <a:pt x="2836" y="1072"/>
                </a:lnTo>
                <a:lnTo>
                  <a:pt x="2395" y="190"/>
                </a:lnTo>
                <a:cubicBezTo>
                  <a:pt x="2348" y="63"/>
                  <a:pt x="2222" y="0"/>
                  <a:pt x="20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1" name="Google Shape;7111;p35"/>
          <p:cNvSpPr/>
          <p:nvPr/>
        </p:nvSpPr>
        <p:spPr>
          <a:xfrm>
            <a:off x="2393785" y="3255116"/>
            <a:ext cx="44779" cy="43778"/>
          </a:xfrm>
          <a:custGeom>
            <a:rect b="b" l="l" r="r" t="t"/>
            <a:pathLst>
              <a:path extrusionOk="0" h="1356" w="1387">
                <a:moveTo>
                  <a:pt x="0" y="1"/>
                </a:moveTo>
                <a:lnTo>
                  <a:pt x="0" y="1355"/>
                </a:lnTo>
                <a:lnTo>
                  <a:pt x="662" y="1355"/>
                </a:lnTo>
                <a:cubicBezTo>
                  <a:pt x="1071" y="1355"/>
                  <a:pt x="1324" y="1040"/>
                  <a:pt x="1324" y="694"/>
                </a:cubicBezTo>
                <a:cubicBezTo>
                  <a:pt x="1387" y="316"/>
                  <a:pt x="1071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2" name="Google Shape;7112;p35"/>
          <p:cNvSpPr/>
          <p:nvPr/>
        </p:nvSpPr>
        <p:spPr>
          <a:xfrm>
            <a:off x="2258510" y="3297442"/>
            <a:ext cx="180053" cy="92529"/>
          </a:xfrm>
          <a:custGeom>
            <a:rect b="b" l="l" r="r" t="t"/>
            <a:pathLst>
              <a:path extrusionOk="0" h="2866" w="5577">
                <a:moveTo>
                  <a:pt x="1438" y="1"/>
                </a:moveTo>
                <a:cubicBezTo>
                  <a:pt x="1338" y="1"/>
                  <a:pt x="1235" y="30"/>
                  <a:pt x="1166" y="76"/>
                </a:cubicBezTo>
                <a:lnTo>
                  <a:pt x="126" y="1179"/>
                </a:lnTo>
                <a:cubicBezTo>
                  <a:pt x="0" y="1305"/>
                  <a:pt x="0" y="1525"/>
                  <a:pt x="126" y="1651"/>
                </a:cubicBezTo>
                <a:lnTo>
                  <a:pt x="1166" y="2754"/>
                </a:lnTo>
                <a:cubicBezTo>
                  <a:pt x="1208" y="2838"/>
                  <a:pt x="1292" y="2866"/>
                  <a:pt x="1390" y="2866"/>
                </a:cubicBezTo>
                <a:cubicBezTo>
                  <a:pt x="1439" y="2866"/>
                  <a:pt x="1491" y="2859"/>
                  <a:pt x="1544" y="2848"/>
                </a:cubicBezTo>
                <a:cubicBezTo>
                  <a:pt x="1670" y="2817"/>
                  <a:pt x="1796" y="2659"/>
                  <a:pt x="1796" y="2533"/>
                </a:cubicBezTo>
                <a:lnTo>
                  <a:pt x="1796" y="2124"/>
                </a:lnTo>
                <a:lnTo>
                  <a:pt x="4190" y="2124"/>
                </a:lnTo>
                <a:cubicBezTo>
                  <a:pt x="4946" y="2124"/>
                  <a:pt x="5577" y="1494"/>
                  <a:pt x="5577" y="769"/>
                </a:cubicBezTo>
                <a:lnTo>
                  <a:pt x="5577" y="549"/>
                </a:lnTo>
                <a:cubicBezTo>
                  <a:pt x="5356" y="675"/>
                  <a:pt x="5135" y="769"/>
                  <a:pt x="4883" y="769"/>
                </a:cubicBezTo>
                <a:cubicBezTo>
                  <a:pt x="3686" y="738"/>
                  <a:pt x="2930" y="738"/>
                  <a:pt x="1796" y="738"/>
                </a:cubicBezTo>
                <a:lnTo>
                  <a:pt x="1796" y="328"/>
                </a:lnTo>
                <a:cubicBezTo>
                  <a:pt x="1796" y="170"/>
                  <a:pt x="1701" y="44"/>
                  <a:pt x="1544" y="13"/>
                </a:cubicBezTo>
                <a:cubicBezTo>
                  <a:pt x="1510" y="5"/>
                  <a:pt x="1474" y="1"/>
                  <a:pt x="14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3" name="Google Shape;7113;p35"/>
          <p:cNvSpPr/>
          <p:nvPr/>
        </p:nvSpPr>
        <p:spPr>
          <a:xfrm>
            <a:off x="2062183" y="3321236"/>
            <a:ext cx="42745" cy="42745"/>
          </a:xfrm>
          <a:custGeom>
            <a:rect b="b" l="l" r="r" t="t"/>
            <a:pathLst>
              <a:path extrusionOk="0" h="1324" w="1324">
                <a:moveTo>
                  <a:pt x="662" y="1"/>
                </a:moveTo>
                <a:cubicBezTo>
                  <a:pt x="253" y="1"/>
                  <a:pt x="1" y="316"/>
                  <a:pt x="1" y="662"/>
                </a:cubicBezTo>
                <a:cubicBezTo>
                  <a:pt x="1" y="1040"/>
                  <a:pt x="316" y="1324"/>
                  <a:pt x="662" y="1324"/>
                </a:cubicBezTo>
                <a:lnTo>
                  <a:pt x="1324" y="1324"/>
                </a:lnTo>
                <a:lnTo>
                  <a:pt x="13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4" name="Google Shape;7114;p35"/>
          <p:cNvSpPr/>
          <p:nvPr/>
        </p:nvSpPr>
        <p:spPr>
          <a:xfrm>
            <a:off x="2062183" y="3361593"/>
            <a:ext cx="179053" cy="93304"/>
          </a:xfrm>
          <a:custGeom>
            <a:rect b="b" l="l" r="r" t="t"/>
            <a:pathLst>
              <a:path extrusionOk="0" h="2890" w="5546">
                <a:moveTo>
                  <a:pt x="4193" y="1"/>
                </a:moveTo>
                <a:cubicBezTo>
                  <a:pt x="4132" y="1"/>
                  <a:pt x="4067" y="16"/>
                  <a:pt x="4002" y="42"/>
                </a:cubicBezTo>
                <a:cubicBezTo>
                  <a:pt x="3876" y="74"/>
                  <a:pt x="3781" y="231"/>
                  <a:pt x="3781" y="357"/>
                </a:cubicBezTo>
                <a:lnTo>
                  <a:pt x="3781" y="735"/>
                </a:lnTo>
                <a:lnTo>
                  <a:pt x="662" y="735"/>
                </a:lnTo>
                <a:cubicBezTo>
                  <a:pt x="410" y="735"/>
                  <a:pt x="190" y="672"/>
                  <a:pt x="1" y="546"/>
                </a:cubicBezTo>
                <a:lnTo>
                  <a:pt x="1" y="767"/>
                </a:lnTo>
                <a:cubicBezTo>
                  <a:pt x="1" y="1523"/>
                  <a:pt x="631" y="2153"/>
                  <a:pt x="1355" y="2153"/>
                </a:cubicBezTo>
                <a:lnTo>
                  <a:pt x="3781" y="2153"/>
                </a:lnTo>
                <a:lnTo>
                  <a:pt x="3781" y="2563"/>
                </a:lnTo>
                <a:cubicBezTo>
                  <a:pt x="3781" y="2720"/>
                  <a:pt x="3844" y="2815"/>
                  <a:pt x="4002" y="2878"/>
                </a:cubicBezTo>
                <a:cubicBezTo>
                  <a:pt x="4033" y="2886"/>
                  <a:pt x="4067" y="2890"/>
                  <a:pt x="4101" y="2890"/>
                </a:cubicBezTo>
                <a:cubicBezTo>
                  <a:pt x="4205" y="2890"/>
                  <a:pt x="4317" y="2854"/>
                  <a:pt x="4411" y="2783"/>
                </a:cubicBezTo>
                <a:lnTo>
                  <a:pt x="5420" y="1681"/>
                </a:lnTo>
                <a:cubicBezTo>
                  <a:pt x="5546" y="1555"/>
                  <a:pt x="5546" y="1365"/>
                  <a:pt x="5420" y="1208"/>
                </a:cubicBezTo>
                <a:lnTo>
                  <a:pt x="4411" y="105"/>
                </a:lnTo>
                <a:cubicBezTo>
                  <a:pt x="4356" y="31"/>
                  <a:pt x="4279" y="1"/>
                  <a:pt x="419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5" name="Google Shape;7115;p35"/>
          <p:cNvSpPr/>
          <p:nvPr/>
        </p:nvSpPr>
        <p:spPr>
          <a:xfrm>
            <a:off x="2128303" y="3507362"/>
            <a:ext cx="242105" cy="68186"/>
          </a:xfrm>
          <a:custGeom>
            <a:rect b="b" l="l" r="r" t="t"/>
            <a:pathLst>
              <a:path extrusionOk="0" h="2112" w="7499">
                <a:moveTo>
                  <a:pt x="1" y="1"/>
                </a:moveTo>
                <a:lnTo>
                  <a:pt x="1" y="1072"/>
                </a:lnTo>
                <a:cubicBezTo>
                  <a:pt x="1" y="1639"/>
                  <a:pt x="473" y="2112"/>
                  <a:pt x="1009" y="2112"/>
                </a:cubicBezTo>
                <a:lnTo>
                  <a:pt x="6491" y="2112"/>
                </a:lnTo>
                <a:cubicBezTo>
                  <a:pt x="7026" y="2112"/>
                  <a:pt x="7499" y="1639"/>
                  <a:pt x="7499" y="1072"/>
                </a:cubicBezTo>
                <a:lnTo>
                  <a:pt x="74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6" name="Google Shape;7116;p35"/>
          <p:cNvSpPr/>
          <p:nvPr/>
        </p:nvSpPr>
        <p:spPr>
          <a:xfrm>
            <a:off x="2128303" y="3197132"/>
            <a:ext cx="242105" cy="45812"/>
          </a:xfrm>
          <a:custGeom>
            <a:rect b="b" l="l" r="r" t="t"/>
            <a:pathLst>
              <a:path extrusionOk="0" h="1419" w="7499">
                <a:moveTo>
                  <a:pt x="1009" y="1"/>
                </a:moveTo>
                <a:cubicBezTo>
                  <a:pt x="473" y="1"/>
                  <a:pt x="1" y="474"/>
                  <a:pt x="1" y="1072"/>
                </a:cubicBezTo>
                <a:lnTo>
                  <a:pt x="1" y="1419"/>
                </a:lnTo>
                <a:lnTo>
                  <a:pt x="7499" y="1419"/>
                </a:lnTo>
                <a:lnTo>
                  <a:pt x="7499" y="1072"/>
                </a:lnTo>
                <a:cubicBezTo>
                  <a:pt x="7499" y="537"/>
                  <a:pt x="7026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7" name="Google Shape;7117;p35"/>
          <p:cNvSpPr/>
          <p:nvPr/>
        </p:nvSpPr>
        <p:spPr>
          <a:xfrm>
            <a:off x="2129336" y="3264285"/>
            <a:ext cx="243106" cy="222767"/>
          </a:xfrm>
          <a:custGeom>
            <a:rect b="b" l="l" r="r" t="t"/>
            <a:pathLst>
              <a:path extrusionOk="0" h="6900" w="7530">
                <a:moveTo>
                  <a:pt x="0" y="0"/>
                </a:moveTo>
                <a:lnTo>
                  <a:pt x="0" y="3088"/>
                </a:lnTo>
                <a:lnTo>
                  <a:pt x="1071" y="3088"/>
                </a:lnTo>
                <a:cubicBezTo>
                  <a:pt x="1134" y="2773"/>
                  <a:pt x="1386" y="2552"/>
                  <a:pt x="1701" y="2426"/>
                </a:cubicBezTo>
                <a:cubicBezTo>
                  <a:pt x="1822" y="2376"/>
                  <a:pt x="1952" y="2351"/>
                  <a:pt x="2083" y="2351"/>
                </a:cubicBezTo>
                <a:cubicBezTo>
                  <a:pt x="2361" y="2351"/>
                  <a:pt x="2642" y="2464"/>
                  <a:pt x="2835" y="2678"/>
                </a:cubicBezTo>
                <a:lnTo>
                  <a:pt x="3844" y="3781"/>
                </a:lnTo>
                <a:cubicBezTo>
                  <a:pt x="4222" y="4190"/>
                  <a:pt x="4222" y="4789"/>
                  <a:pt x="3844" y="5167"/>
                </a:cubicBezTo>
                <a:lnTo>
                  <a:pt x="2835" y="6270"/>
                </a:lnTo>
                <a:cubicBezTo>
                  <a:pt x="2635" y="6493"/>
                  <a:pt x="2339" y="6621"/>
                  <a:pt x="2050" y="6621"/>
                </a:cubicBezTo>
                <a:cubicBezTo>
                  <a:pt x="1930" y="6621"/>
                  <a:pt x="1812" y="6599"/>
                  <a:pt x="1701" y="6553"/>
                </a:cubicBezTo>
                <a:cubicBezTo>
                  <a:pt x="1386" y="6427"/>
                  <a:pt x="1134" y="6144"/>
                  <a:pt x="1071" y="5892"/>
                </a:cubicBezTo>
                <a:lnTo>
                  <a:pt x="0" y="5892"/>
                </a:lnTo>
                <a:lnTo>
                  <a:pt x="0" y="6900"/>
                </a:lnTo>
                <a:lnTo>
                  <a:pt x="7530" y="6900"/>
                </a:lnTo>
                <a:lnTo>
                  <a:pt x="7530" y="3844"/>
                </a:lnTo>
                <a:lnTo>
                  <a:pt x="6459" y="3844"/>
                </a:lnTo>
                <a:cubicBezTo>
                  <a:pt x="6364" y="4159"/>
                  <a:pt x="6143" y="4379"/>
                  <a:pt x="5828" y="4505"/>
                </a:cubicBezTo>
                <a:cubicBezTo>
                  <a:pt x="5709" y="4551"/>
                  <a:pt x="5589" y="4573"/>
                  <a:pt x="5472" y="4573"/>
                </a:cubicBezTo>
                <a:cubicBezTo>
                  <a:pt x="5188" y="4573"/>
                  <a:pt x="4917" y="4445"/>
                  <a:pt x="4694" y="4222"/>
                </a:cubicBezTo>
                <a:lnTo>
                  <a:pt x="3655" y="3119"/>
                </a:lnTo>
                <a:cubicBezTo>
                  <a:pt x="3308" y="2741"/>
                  <a:pt x="3308" y="2143"/>
                  <a:pt x="3655" y="1765"/>
                </a:cubicBezTo>
                <a:lnTo>
                  <a:pt x="4694" y="630"/>
                </a:lnTo>
                <a:cubicBezTo>
                  <a:pt x="4866" y="416"/>
                  <a:pt x="5140" y="304"/>
                  <a:pt x="5427" y="304"/>
                </a:cubicBezTo>
                <a:cubicBezTo>
                  <a:pt x="5561" y="304"/>
                  <a:pt x="5698" y="328"/>
                  <a:pt x="5828" y="378"/>
                </a:cubicBezTo>
                <a:cubicBezTo>
                  <a:pt x="6143" y="504"/>
                  <a:pt x="6364" y="756"/>
                  <a:pt x="6459" y="1040"/>
                </a:cubicBezTo>
                <a:lnTo>
                  <a:pt x="7530" y="1040"/>
                </a:ln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8" name="Google Shape;7118;p35"/>
          <p:cNvSpPr/>
          <p:nvPr/>
        </p:nvSpPr>
        <p:spPr>
          <a:xfrm>
            <a:off x="2055580" y="3693257"/>
            <a:ext cx="389583" cy="377799"/>
          </a:xfrm>
          <a:custGeom>
            <a:rect b="b" l="l" r="r" t="t"/>
            <a:pathLst>
              <a:path extrusionOk="0" h="11702" w="12067">
                <a:moveTo>
                  <a:pt x="2558" y="0"/>
                </a:moveTo>
                <a:cubicBezTo>
                  <a:pt x="2357" y="0"/>
                  <a:pt x="2155" y="24"/>
                  <a:pt x="1954" y="70"/>
                </a:cubicBezTo>
                <a:cubicBezTo>
                  <a:pt x="1828" y="102"/>
                  <a:pt x="1733" y="196"/>
                  <a:pt x="1702" y="322"/>
                </a:cubicBezTo>
                <a:cubicBezTo>
                  <a:pt x="1670" y="448"/>
                  <a:pt x="1702" y="543"/>
                  <a:pt x="1796" y="637"/>
                </a:cubicBezTo>
                <a:lnTo>
                  <a:pt x="2679" y="1551"/>
                </a:lnTo>
                <a:cubicBezTo>
                  <a:pt x="2962" y="1803"/>
                  <a:pt x="2962" y="2244"/>
                  <a:pt x="2679" y="2528"/>
                </a:cubicBezTo>
                <a:cubicBezTo>
                  <a:pt x="2553" y="2669"/>
                  <a:pt x="2379" y="2740"/>
                  <a:pt x="2202" y="2740"/>
                </a:cubicBezTo>
                <a:cubicBezTo>
                  <a:pt x="2025" y="2740"/>
                  <a:pt x="1844" y="2669"/>
                  <a:pt x="1702" y="2528"/>
                </a:cubicBezTo>
                <a:lnTo>
                  <a:pt x="788" y="1614"/>
                </a:lnTo>
                <a:cubicBezTo>
                  <a:pt x="744" y="1569"/>
                  <a:pt x="668" y="1525"/>
                  <a:pt x="582" y="1525"/>
                </a:cubicBezTo>
                <a:cubicBezTo>
                  <a:pt x="547" y="1525"/>
                  <a:pt x="510" y="1532"/>
                  <a:pt x="473" y="1551"/>
                </a:cubicBezTo>
                <a:cubicBezTo>
                  <a:pt x="347" y="1582"/>
                  <a:pt x="284" y="1645"/>
                  <a:pt x="253" y="1771"/>
                </a:cubicBezTo>
                <a:cubicBezTo>
                  <a:pt x="1" y="2591"/>
                  <a:pt x="253" y="3473"/>
                  <a:pt x="883" y="4103"/>
                </a:cubicBezTo>
                <a:cubicBezTo>
                  <a:pt x="1366" y="4494"/>
                  <a:pt x="1932" y="4750"/>
                  <a:pt x="2619" y="4750"/>
                </a:cubicBezTo>
                <a:cubicBezTo>
                  <a:pt x="2874" y="4750"/>
                  <a:pt x="3145" y="4715"/>
                  <a:pt x="3435" y="4638"/>
                </a:cubicBezTo>
                <a:lnTo>
                  <a:pt x="7247" y="8482"/>
                </a:lnTo>
                <a:cubicBezTo>
                  <a:pt x="6963" y="9522"/>
                  <a:pt x="7215" y="10372"/>
                  <a:pt x="7814" y="10971"/>
                </a:cubicBezTo>
                <a:cubicBezTo>
                  <a:pt x="8291" y="11472"/>
                  <a:pt x="8895" y="11702"/>
                  <a:pt x="9516" y="11702"/>
                </a:cubicBezTo>
                <a:cubicBezTo>
                  <a:pt x="9714" y="11702"/>
                  <a:pt x="9915" y="11678"/>
                  <a:pt x="10114" y="11632"/>
                </a:cubicBezTo>
                <a:cubicBezTo>
                  <a:pt x="10240" y="11569"/>
                  <a:pt x="10334" y="11506"/>
                  <a:pt x="10366" y="11380"/>
                </a:cubicBezTo>
                <a:cubicBezTo>
                  <a:pt x="10397" y="11254"/>
                  <a:pt x="10366" y="11128"/>
                  <a:pt x="10271" y="11065"/>
                </a:cubicBezTo>
                <a:lnTo>
                  <a:pt x="9389" y="10152"/>
                </a:lnTo>
                <a:cubicBezTo>
                  <a:pt x="9106" y="9868"/>
                  <a:pt x="9106" y="9459"/>
                  <a:pt x="9389" y="9175"/>
                </a:cubicBezTo>
                <a:cubicBezTo>
                  <a:pt x="9515" y="9033"/>
                  <a:pt x="9688" y="8962"/>
                  <a:pt x="9866" y="8962"/>
                </a:cubicBezTo>
                <a:cubicBezTo>
                  <a:pt x="10043" y="8962"/>
                  <a:pt x="10224" y="9033"/>
                  <a:pt x="10366" y="9175"/>
                </a:cubicBezTo>
                <a:lnTo>
                  <a:pt x="11279" y="10089"/>
                </a:lnTo>
                <a:cubicBezTo>
                  <a:pt x="11326" y="10135"/>
                  <a:pt x="11405" y="10164"/>
                  <a:pt x="11494" y="10164"/>
                </a:cubicBezTo>
                <a:cubicBezTo>
                  <a:pt x="11527" y="10164"/>
                  <a:pt x="11561" y="10160"/>
                  <a:pt x="11594" y="10152"/>
                </a:cubicBezTo>
                <a:cubicBezTo>
                  <a:pt x="11720" y="10120"/>
                  <a:pt x="11783" y="10026"/>
                  <a:pt x="11815" y="9931"/>
                </a:cubicBezTo>
                <a:cubicBezTo>
                  <a:pt x="12067" y="9081"/>
                  <a:pt x="11815" y="8230"/>
                  <a:pt x="11185" y="7600"/>
                </a:cubicBezTo>
                <a:cubicBezTo>
                  <a:pt x="10778" y="7170"/>
                  <a:pt x="10224" y="6903"/>
                  <a:pt x="9537" y="6903"/>
                </a:cubicBezTo>
                <a:cubicBezTo>
                  <a:pt x="9266" y="6903"/>
                  <a:pt x="8975" y="6944"/>
                  <a:pt x="8665" y="7033"/>
                </a:cubicBezTo>
                <a:lnTo>
                  <a:pt x="4852" y="3221"/>
                </a:lnTo>
                <a:lnTo>
                  <a:pt x="4884" y="3032"/>
                </a:lnTo>
                <a:cubicBezTo>
                  <a:pt x="5136" y="2213"/>
                  <a:pt x="4884" y="1330"/>
                  <a:pt x="4254" y="700"/>
                </a:cubicBezTo>
                <a:cubicBezTo>
                  <a:pt x="3778" y="225"/>
                  <a:pt x="3177" y="0"/>
                  <a:pt x="25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9" name="Google Shape;7119;p35"/>
          <p:cNvSpPr/>
          <p:nvPr/>
        </p:nvSpPr>
        <p:spPr>
          <a:xfrm>
            <a:off x="2056613" y="3888776"/>
            <a:ext cx="186155" cy="181571"/>
          </a:xfrm>
          <a:custGeom>
            <a:rect b="b" l="l" r="r" t="t"/>
            <a:pathLst>
              <a:path extrusionOk="0" h="5624" w="5766">
                <a:moveTo>
                  <a:pt x="4080" y="1504"/>
                </a:moveTo>
                <a:cubicBezTo>
                  <a:pt x="4167" y="1504"/>
                  <a:pt x="4253" y="1528"/>
                  <a:pt x="4316" y="1575"/>
                </a:cubicBezTo>
                <a:cubicBezTo>
                  <a:pt x="4442" y="1701"/>
                  <a:pt x="4442" y="1953"/>
                  <a:pt x="4316" y="2048"/>
                </a:cubicBezTo>
                <a:lnTo>
                  <a:pt x="2205" y="4159"/>
                </a:lnTo>
                <a:cubicBezTo>
                  <a:pt x="2158" y="4206"/>
                  <a:pt x="2072" y="4230"/>
                  <a:pt x="1985" y="4230"/>
                </a:cubicBezTo>
                <a:cubicBezTo>
                  <a:pt x="1898" y="4230"/>
                  <a:pt x="1812" y="4206"/>
                  <a:pt x="1764" y="4159"/>
                </a:cubicBezTo>
                <a:cubicBezTo>
                  <a:pt x="1638" y="4033"/>
                  <a:pt x="1638" y="3781"/>
                  <a:pt x="1764" y="3686"/>
                </a:cubicBezTo>
                <a:lnTo>
                  <a:pt x="3844" y="1575"/>
                </a:lnTo>
                <a:cubicBezTo>
                  <a:pt x="3907" y="1528"/>
                  <a:pt x="3993" y="1504"/>
                  <a:pt x="4080" y="1504"/>
                </a:cubicBezTo>
                <a:close/>
                <a:moveTo>
                  <a:pt x="3844" y="0"/>
                </a:moveTo>
                <a:lnTo>
                  <a:pt x="567" y="3277"/>
                </a:lnTo>
                <a:cubicBezTo>
                  <a:pt x="0" y="3844"/>
                  <a:pt x="0" y="4694"/>
                  <a:pt x="567" y="5198"/>
                </a:cubicBezTo>
                <a:cubicBezTo>
                  <a:pt x="835" y="5482"/>
                  <a:pt x="1189" y="5624"/>
                  <a:pt x="1540" y="5624"/>
                </a:cubicBezTo>
                <a:cubicBezTo>
                  <a:pt x="1890" y="5624"/>
                  <a:pt x="2237" y="5482"/>
                  <a:pt x="2489" y="5198"/>
                </a:cubicBezTo>
                <a:lnTo>
                  <a:pt x="5766" y="1953"/>
                </a:lnTo>
                <a:lnTo>
                  <a:pt x="384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0" name="Google Shape;7120;p35"/>
          <p:cNvSpPr/>
          <p:nvPr/>
        </p:nvSpPr>
        <p:spPr>
          <a:xfrm>
            <a:off x="2274280" y="3691287"/>
            <a:ext cx="166817" cy="164944"/>
          </a:xfrm>
          <a:custGeom>
            <a:rect b="b" l="l" r="r" t="t"/>
            <a:pathLst>
              <a:path extrusionOk="0" h="5109" w="5167">
                <a:moveTo>
                  <a:pt x="4249" y="1"/>
                </a:moveTo>
                <a:cubicBezTo>
                  <a:pt x="4179" y="1"/>
                  <a:pt x="4106" y="24"/>
                  <a:pt x="4033" y="68"/>
                </a:cubicBezTo>
                <a:lnTo>
                  <a:pt x="2206" y="1171"/>
                </a:lnTo>
                <a:cubicBezTo>
                  <a:pt x="2017" y="1265"/>
                  <a:pt x="1985" y="1549"/>
                  <a:pt x="2143" y="1706"/>
                </a:cubicBezTo>
                <a:lnTo>
                  <a:pt x="2300" y="1864"/>
                </a:lnTo>
                <a:lnTo>
                  <a:pt x="0" y="4164"/>
                </a:lnTo>
                <a:lnTo>
                  <a:pt x="945" y="5109"/>
                </a:lnTo>
                <a:lnTo>
                  <a:pt x="3245" y="2809"/>
                </a:lnTo>
                <a:lnTo>
                  <a:pt x="3434" y="2998"/>
                </a:lnTo>
                <a:cubicBezTo>
                  <a:pt x="3502" y="3066"/>
                  <a:pt x="3594" y="3099"/>
                  <a:pt x="3684" y="3099"/>
                </a:cubicBezTo>
                <a:cubicBezTo>
                  <a:pt x="3802" y="3099"/>
                  <a:pt x="3916" y="3042"/>
                  <a:pt x="3970" y="2935"/>
                </a:cubicBezTo>
                <a:lnTo>
                  <a:pt x="5073" y="1108"/>
                </a:lnTo>
                <a:cubicBezTo>
                  <a:pt x="5167" y="1013"/>
                  <a:pt x="5167" y="793"/>
                  <a:pt x="5041" y="698"/>
                </a:cubicBezTo>
                <a:lnTo>
                  <a:pt x="4474" y="100"/>
                </a:lnTo>
                <a:cubicBezTo>
                  <a:pt x="4406" y="32"/>
                  <a:pt x="4330" y="1"/>
                  <a:pt x="42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1" name="Google Shape;7121;p35"/>
          <p:cNvSpPr/>
          <p:nvPr/>
        </p:nvSpPr>
        <p:spPr>
          <a:xfrm>
            <a:off x="3962395" y="3243429"/>
            <a:ext cx="178052" cy="330598"/>
          </a:xfrm>
          <a:custGeom>
            <a:rect b="b" l="l" r="r" t="t"/>
            <a:pathLst>
              <a:path extrusionOk="0" h="10240" w="5515">
                <a:moveTo>
                  <a:pt x="662" y="0"/>
                </a:moveTo>
                <a:cubicBezTo>
                  <a:pt x="284" y="0"/>
                  <a:pt x="1" y="315"/>
                  <a:pt x="1" y="662"/>
                </a:cubicBezTo>
                <a:lnTo>
                  <a:pt x="1" y="4411"/>
                </a:lnTo>
                <a:cubicBezTo>
                  <a:pt x="1" y="4632"/>
                  <a:pt x="64" y="4884"/>
                  <a:pt x="190" y="5073"/>
                </a:cubicBezTo>
                <a:lnTo>
                  <a:pt x="1639" y="7467"/>
                </a:lnTo>
                <a:cubicBezTo>
                  <a:pt x="1891" y="7877"/>
                  <a:pt x="2049" y="8097"/>
                  <a:pt x="2049" y="8538"/>
                </a:cubicBezTo>
                <a:lnTo>
                  <a:pt x="2049" y="9861"/>
                </a:lnTo>
                <a:cubicBezTo>
                  <a:pt x="2049" y="10082"/>
                  <a:pt x="2206" y="10239"/>
                  <a:pt x="2395" y="10239"/>
                </a:cubicBezTo>
                <a:lnTo>
                  <a:pt x="5514" y="10239"/>
                </a:lnTo>
                <a:lnTo>
                  <a:pt x="5514" y="6364"/>
                </a:lnTo>
                <a:cubicBezTo>
                  <a:pt x="5514" y="5986"/>
                  <a:pt x="5357" y="5671"/>
                  <a:pt x="5168" y="5419"/>
                </a:cubicBezTo>
                <a:cubicBezTo>
                  <a:pt x="5167" y="5420"/>
                  <a:pt x="5165" y="5421"/>
                  <a:pt x="5163" y="5421"/>
                </a:cubicBezTo>
                <a:cubicBezTo>
                  <a:pt x="5042" y="5421"/>
                  <a:pt x="3214" y="3623"/>
                  <a:pt x="3183" y="3592"/>
                </a:cubicBezTo>
                <a:cubicBezTo>
                  <a:pt x="3041" y="3432"/>
                  <a:pt x="2828" y="3332"/>
                  <a:pt x="2613" y="3332"/>
                </a:cubicBezTo>
                <a:cubicBezTo>
                  <a:pt x="2448" y="3332"/>
                  <a:pt x="2280" y="3392"/>
                  <a:pt x="2143" y="3529"/>
                </a:cubicBezTo>
                <a:cubicBezTo>
                  <a:pt x="1891" y="3812"/>
                  <a:pt x="1923" y="4285"/>
                  <a:pt x="2112" y="4442"/>
                </a:cubicBezTo>
                <a:lnTo>
                  <a:pt x="3970" y="6301"/>
                </a:lnTo>
                <a:cubicBezTo>
                  <a:pt x="4097" y="6427"/>
                  <a:pt x="4097" y="6648"/>
                  <a:pt x="3970" y="6774"/>
                </a:cubicBezTo>
                <a:cubicBezTo>
                  <a:pt x="3907" y="6821"/>
                  <a:pt x="3821" y="6845"/>
                  <a:pt x="3734" y="6845"/>
                </a:cubicBezTo>
                <a:cubicBezTo>
                  <a:pt x="3648" y="6845"/>
                  <a:pt x="3561" y="6821"/>
                  <a:pt x="3498" y="6774"/>
                </a:cubicBezTo>
                <a:lnTo>
                  <a:pt x="1639" y="4915"/>
                </a:lnTo>
                <a:cubicBezTo>
                  <a:pt x="1450" y="4726"/>
                  <a:pt x="1324" y="4442"/>
                  <a:pt x="1324" y="4190"/>
                </a:cubicBezTo>
                <a:lnTo>
                  <a:pt x="1324" y="662"/>
                </a:lnTo>
                <a:cubicBezTo>
                  <a:pt x="1324" y="252"/>
                  <a:pt x="1009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2" name="Google Shape;7122;p35"/>
          <p:cNvSpPr/>
          <p:nvPr/>
        </p:nvSpPr>
        <p:spPr>
          <a:xfrm>
            <a:off x="4162790" y="3243429"/>
            <a:ext cx="177019" cy="331599"/>
          </a:xfrm>
          <a:custGeom>
            <a:rect b="b" l="l" r="r" t="t"/>
            <a:pathLst>
              <a:path extrusionOk="0" h="10271" w="5483">
                <a:moveTo>
                  <a:pt x="4758" y="0"/>
                </a:moveTo>
                <a:cubicBezTo>
                  <a:pt x="4380" y="0"/>
                  <a:pt x="4096" y="315"/>
                  <a:pt x="4096" y="662"/>
                </a:cubicBezTo>
                <a:lnTo>
                  <a:pt x="4096" y="4190"/>
                </a:lnTo>
                <a:cubicBezTo>
                  <a:pt x="4096" y="4474"/>
                  <a:pt x="3970" y="4758"/>
                  <a:pt x="3781" y="4915"/>
                </a:cubicBezTo>
                <a:lnTo>
                  <a:pt x="1922" y="6774"/>
                </a:lnTo>
                <a:cubicBezTo>
                  <a:pt x="1875" y="6821"/>
                  <a:pt x="1788" y="6845"/>
                  <a:pt x="1698" y="6845"/>
                </a:cubicBezTo>
                <a:cubicBezTo>
                  <a:pt x="1607" y="6845"/>
                  <a:pt x="1513" y="6821"/>
                  <a:pt x="1450" y="6774"/>
                </a:cubicBezTo>
                <a:cubicBezTo>
                  <a:pt x="1355" y="6648"/>
                  <a:pt x="1355" y="6427"/>
                  <a:pt x="1450" y="6301"/>
                </a:cubicBezTo>
                <a:lnTo>
                  <a:pt x="3308" y="4442"/>
                </a:lnTo>
                <a:cubicBezTo>
                  <a:pt x="3497" y="4285"/>
                  <a:pt x="3560" y="3812"/>
                  <a:pt x="3277" y="3529"/>
                </a:cubicBezTo>
                <a:cubicBezTo>
                  <a:pt x="3140" y="3392"/>
                  <a:pt x="2972" y="3332"/>
                  <a:pt x="2807" y="3332"/>
                </a:cubicBezTo>
                <a:cubicBezTo>
                  <a:pt x="2592" y="3332"/>
                  <a:pt x="2379" y="3432"/>
                  <a:pt x="2237" y="3592"/>
                </a:cubicBezTo>
                <a:cubicBezTo>
                  <a:pt x="2237" y="3592"/>
                  <a:pt x="347" y="5419"/>
                  <a:pt x="347" y="5482"/>
                </a:cubicBezTo>
                <a:cubicBezTo>
                  <a:pt x="158" y="5671"/>
                  <a:pt x="0" y="6018"/>
                  <a:pt x="0" y="6427"/>
                </a:cubicBezTo>
                <a:lnTo>
                  <a:pt x="0" y="8129"/>
                </a:lnTo>
                <a:lnTo>
                  <a:pt x="0" y="8412"/>
                </a:lnTo>
                <a:lnTo>
                  <a:pt x="0" y="10271"/>
                </a:lnTo>
                <a:lnTo>
                  <a:pt x="3088" y="10271"/>
                </a:lnTo>
                <a:cubicBezTo>
                  <a:pt x="3277" y="10271"/>
                  <a:pt x="3434" y="10113"/>
                  <a:pt x="3434" y="9924"/>
                </a:cubicBezTo>
                <a:lnTo>
                  <a:pt x="3434" y="8570"/>
                </a:lnTo>
                <a:cubicBezTo>
                  <a:pt x="3434" y="8129"/>
                  <a:pt x="3623" y="7908"/>
                  <a:pt x="3812" y="7530"/>
                </a:cubicBezTo>
                <a:lnTo>
                  <a:pt x="5293" y="5104"/>
                </a:lnTo>
                <a:cubicBezTo>
                  <a:pt x="5388" y="4915"/>
                  <a:pt x="5482" y="4663"/>
                  <a:pt x="5482" y="4411"/>
                </a:cubicBezTo>
                <a:lnTo>
                  <a:pt x="5482" y="662"/>
                </a:lnTo>
                <a:cubicBezTo>
                  <a:pt x="5451" y="284"/>
                  <a:pt x="5136" y="0"/>
                  <a:pt x="47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3" name="Google Shape;7123;p35"/>
          <p:cNvSpPr/>
          <p:nvPr/>
        </p:nvSpPr>
        <p:spPr>
          <a:xfrm>
            <a:off x="4239080" y="3285142"/>
            <a:ext cx="33576" cy="48847"/>
          </a:xfrm>
          <a:custGeom>
            <a:rect b="b" l="l" r="r" t="t"/>
            <a:pathLst>
              <a:path extrusionOk="0" h="1513" w="1040">
                <a:moveTo>
                  <a:pt x="504" y="0"/>
                </a:moveTo>
                <a:cubicBezTo>
                  <a:pt x="252" y="32"/>
                  <a:pt x="0" y="284"/>
                  <a:pt x="0" y="567"/>
                </a:cubicBezTo>
                <a:lnTo>
                  <a:pt x="0" y="1418"/>
                </a:lnTo>
                <a:cubicBezTo>
                  <a:pt x="126" y="1386"/>
                  <a:pt x="252" y="1355"/>
                  <a:pt x="410" y="1355"/>
                </a:cubicBezTo>
                <a:cubicBezTo>
                  <a:pt x="630" y="1355"/>
                  <a:pt x="819" y="1386"/>
                  <a:pt x="1040" y="1512"/>
                </a:cubicBezTo>
                <a:lnTo>
                  <a:pt x="1040" y="504"/>
                </a:lnTo>
                <a:cubicBezTo>
                  <a:pt x="1040" y="252"/>
                  <a:pt x="788" y="0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4" name="Google Shape;7124;p35"/>
          <p:cNvSpPr/>
          <p:nvPr/>
        </p:nvSpPr>
        <p:spPr>
          <a:xfrm>
            <a:off x="4028515" y="3287853"/>
            <a:ext cx="32576" cy="47136"/>
          </a:xfrm>
          <a:custGeom>
            <a:rect b="b" l="l" r="r" t="t"/>
            <a:pathLst>
              <a:path extrusionOk="0" h="1460" w="1009">
                <a:moveTo>
                  <a:pt x="418" y="1"/>
                </a:moveTo>
                <a:cubicBezTo>
                  <a:pt x="177" y="1"/>
                  <a:pt x="1" y="229"/>
                  <a:pt x="1" y="483"/>
                </a:cubicBezTo>
                <a:lnTo>
                  <a:pt x="1" y="1460"/>
                </a:lnTo>
                <a:cubicBezTo>
                  <a:pt x="190" y="1334"/>
                  <a:pt x="379" y="1302"/>
                  <a:pt x="631" y="1302"/>
                </a:cubicBezTo>
                <a:cubicBezTo>
                  <a:pt x="725" y="1302"/>
                  <a:pt x="883" y="1334"/>
                  <a:pt x="1009" y="1365"/>
                </a:cubicBezTo>
                <a:lnTo>
                  <a:pt x="1009" y="515"/>
                </a:lnTo>
                <a:cubicBezTo>
                  <a:pt x="1009" y="231"/>
                  <a:pt x="788" y="11"/>
                  <a:pt x="505" y="11"/>
                </a:cubicBezTo>
                <a:cubicBezTo>
                  <a:pt x="475" y="4"/>
                  <a:pt x="446" y="1"/>
                  <a:pt x="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5" name="Google Shape;7125;p35"/>
          <p:cNvSpPr/>
          <p:nvPr/>
        </p:nvSpPr>
        <p:spPr>
          <a:xfrm>
            <a:off x="4105838" y="3197648"/>
            <a:ext cx="88493" cy="88525"/>
          </a:xfrm>
          <a:custGeom>
            <a:rect b="b" l="l" r="r" t="t"/>
            <a:pathLst>
              <a:path extrusionOk="0" h="2742" w="2741">
                <a:moveTo>
                  <a:pt x="1386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74"/>
                  <a:pt x="630" y="2742"/>
                  <a:pt x="1386" y="2742"/>
                </a:cubicBezTo>
                <a:cubicBezTo>
                  <a:pt x="2111" y="2742"/>
                  <a:pt x="2741" y="2111"/>
                  <a:pt x="2741" y="1387"/>
                </a:cubicBezTo>
                <a:cubicBezTo>
                  <a:pt x="2741" y="631"/>
                  <a:pt x="2111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6" name="Google Shape;7126;p35"/>
          <p:cNvSpPr/>
          <p:nvPr/>
        </p:nvSpPr>
        <p:spPr>
          <a:xfrm>
            <a:off x="4080397" y="3308516"/>
            <a:ext cx="139374" cy="88525"/>
          </a:xfrm>
          <a:custGeom>
            <a:rect b="b" l="l" r="r" t="t"/>
            <a:pathLst>
              <a:path extrusionOk="0" h="2742" w="4317">
                <a:moveTo>
                  <a:pt x="2174" y="1"/>
                </a:moveTo>
                <a:cubicBezTo>
                  <a:pt x="1292" y="1"/>
                  <a:pt x="505" y="379"/>
                  <a:pt x="0" y="1040"/>
                </a:cubicBezTo>
                <a:lnTo>
                  <a:pt x="32" y="1103"/>
                </a:lnTo>
                <a:cubicBezTo>
                  <a:pt x="946" y="1985"/>
                  <a:pt x="1450" y="2458"/>
                  <a:pt x="1702" y="2742"/>
                </a:cubicBezTo>
                <a:lnTo>
                  <a:pt x="2647" y="2742"/>
                </a:lnTo>
                <a:lnTo>
                  <a:pt x="4254" y="1135"/>
                </a:lnTo>
                <a:lnTo>
                  <a:pt x="4317" y="1040"/>
                </a:lnTo>
                <a:cubicBezTo>
                  <a:pt x="3813" y="410"/>
                  <a:pt x="3025" y="1"/>
                  <a:pt x="21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7" name="Google Shape;7127;p35"/>
          <p:cNvSpPr/>
          <p:nvPr/>
        </p:nvSpPr>
        <p:spPr>
          <a:xfrm>
            <a:off x="1740563" y="1260427"/>
            <a:ext cx="221733" cy="221152"/>
          </a:xfrm>
          <a:custGeom>
            <a:rect b="b" l="l" r="r" t="t"/>
            <a:pathLst>
              <a:path extrusionOk="0" h="6850" w="6868">
                <a:moveTo>
                  <a:pt x="3466" y="1355"/>
                </a:moveTo>
                <a:cubicBezTo>
                  <a:pt x="4222" y="1355"/>
                  <a:pt x="4852" y="1985"/>
                  <a:pt x="4852" y="2741"/>
                </a:cubicBezTo>
                <a:lnTo>
                  <a:pt x="4852" y="4127"/>
                </a:lnTo>
                <a:cubicBezTo>
                  <a:pt x="4852" y="4348"/>
                  <a:pt x="4757" y="4600"/>
                  <a:pt x="4631" y="4821"/>
                </a:cubicBezTo>
                <a:lnTo>
                  <a:pt x="4726" y="4915"/>
                </a:lnTo>
                <a:cubicBezTo>
                  <a:pt x="4852" y="5041"/>
                  <a:pt x="4852" y="5262"/>
                  <a:pt x="4726" y="5388"/>
                </a:cubicBezTo>
                <a:cubicBezTo>
                  <a:pt x="4663" y="5451"/>
                  <a:pt x="4576" y="5482"/>
                  <a:pt x="4489" y="5482"/>
                </a:cubicBezTo>
                <a:cubicBezTo>
                  <a:pt x="4403" y="5482"/>
                  <a:pt x="4316" y="5451"/>
                  <a:pt x="4253" y="5388"/>
                </a:cubicBezTo>
                <a:lnTo>
                  <a:pt x="4190" y="5293"/>
                </a:lnTo>
                <a:cubicBezTo>
                  <a:pt x="3970" y="5419"/>
                  <a:pt x="3749" y="5514"/>
                  <a:pt x="3466" y="5514"/>
                </a:cubicBezTo>
                <a:cubicBezTo>
                  <a:pt x="2709" y="5514"/>
                  <a:pt x="2079" y="4884"/>
                  <a:pt x="2079" y="4127"/>
                </a:cubicBezTo>
                <a:lnTo>
                  <a:pt x="2079" y="2741"/>
                </a:lnTo>
                <a:cubicBezTo>
                  <a:pt x="2079" y="1985"/>
                  <a:pt x="2709" y="1355"/>
                  <a:pt x="3466" y="1355"/>
                </a:cubicBezTo>
                <a:close/>
                <a:moveTo>
                  <a:pt x="3466" y="0"/>
                </a:moveTo>
                <a:cubicBezTo>
                  <a:pt x="1575" y="0"/>
                  <a:pt x="32" y="1576"/>
                  <a:pt x="32" y="3403"/>
                </a:cubicBezTo>
                <a:cubicBezTo>
                  <a:pt x="32" y="4001"/>
                  <a:pt x="189" y="4569"/>
                  <a:pt x="473" y="5104"/>
                </a:cubicBezTo>
                <a:lnTo>
                  <a:pt x="32" y="6396"/>
                </a:lnTo>
                <a:cubicBezTo>
                  <a:pt x="0" y="6522"/>
                  <a:pt x="32" y="6679"/>
                  <a:pt x="126" y="6774"/>
                </a:cubicBezTo>
                <a:cubicBezTo>
                  <a:pt x="172" y="6820"/>
                  <a:pt x="269" y="6849"/>
                  <a:pt x="367" y="6849"/>
                </a:cubicBezTo>
                <a:cubicBezTo>
                  <a:pt x="403" y="6849"/>
                  <a:pt x="439" y="6845"/>
                  <a:pt x="473" y="6837"/>
                </a:cubicBezTo>
                <a:lnTo>
                  <a:pt x="1764" y="6396"/>
                </a:lnTo>
                <a:cubicBezTo>
                  <a:pt x="2300" y="6679"/>
                  <a:pt x="2867" y="6837"/>
                  <a:pt x="3466" y="6837"/>
                </a:cubicBezTo>
                <a:cubicBezTo>
                  <a:pt x="5356" y="6837"/>
                  <a:pt x="6868" y="5293"/>
                  <a:pt x="6868" y="3403"/>
                </a:cubicBezTo>
                <a:cubicBezTo>
                  <a:pt x="6868" y="1513"/>
                  <a:pt x="5356" y="0"/>
                  <a:pt x="3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8" name="Google Shape;7128;p35"/>
          <p:cNvSpPr/>
          <p:nvPr/>
        </p:nvSpPr>
        <p:spPr>
          <a:xfrm>
            <a:off x="1831059" y="1327549"/>
            <a:ext cx="42778" cy="87525"/>
          </a:xfrm>
          <a:custGeom>
            <a:rect b="b" l="l" r="r" t="t"/>
            <a:pathLst>
              <a:path extrusionOk="0" h="2711" w="1325">
                <a:moveTo>
                  <a:pt x="663" y="1"/>
                </a:moveTo>
                <a:cubicBezTo>
                  <a:pt x="253" y="1"/>
                  <a:pt x="1" y="316"/>
                  <a:pt x="1" y="662"/>
                </a:cubicBezTo>
                <a:lnTo>
                  <a:pt x="1" y="2048"/>
                </a:lnTo>
                <a:cubicBezTo>
                  <a:pt x="1" y="2427"/>
                  <a:pt x="316" y="2710"/>
                  <a:pt x="663" y="2710"/>
                </a:cubicBezTo>
                <a:cubicBezTo>
                  <a:pt x="694" y="2710"/>
                  <a:pt x="789" y="2710"/>
                  <a:pt x="820" y="2679"/>
                </a:cubicBezTo>
                <a:lnTo>
                  <a:pt x="757" y="2584"/>
                </a:lnTo>
                <a:cubicBezTo>
                  <a:pt x="631" y="2490"/>
                  <a:pt x="631" y="2238"/>
                  <a:pt x="757" y="2111"/>
                </a:cubicBezTo>
                <a:cubicBezTo>
                  <a:pt x="804" y="2064"/>
                  <a:pt x="891" y="2041"/>
                  <a:pt x="978" y="2041"/>
                </a:cubicBezTo>
                <a:cubicBezTo>
                  <a:pt x="1064" y="2041"/>
                  <a:pt x="1151" y="2064"/>
                  <a:pt x="1198" y="2111"/>
                </a:cubicBezTo>
                <a:lnTo>
                  <a:pt x="1293" y="2206"/>
                </a:lnTo>
                <a:cubicBezTo>
                  <a:pt x="1293" y="2175"/>
                  <a:pt x="1324" y="2080"/>
                  <a:pt x="1324" y="2048"/>
                </a:cubicBezTo>
                <a:lnTo>
                  <a:pt x="1324" y="662"/>
                </a:lnTo>
                <a:cubicBezTo>
                  <a:pt x="1324" y="284"/>
                  <a:pt x="1041" y="1"/>
                  <a:pt x="6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9" name="Google Shape;7129;p35"/>
          <p:cNvSpPr/>
          <p:nvPr/>
        </p:nvSpPr>
        <p:spPr>
          <a:xfrm>
            <a:off x="1640867" y="1436382"/>
            <a:ext cx="89526" cy="89559"/>
          </a:xfrm>
          <a:custGeom>
            <a:rect b="b" l="l" r="r" t="t"/>
            <a:pathLst>
              <a:path extrusionOk="0" h="2774" w="2773">
                <a:moveTo>
                  <a:pt x="1387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64" y="2143"/>
                  <a:pt x="631" y="2773"/>
                  <a:pt x="1387" y="2773"/>
                </a:cubicBezTo>
                <a:cubicBezTo>
                  <a:pt x="2143" y="2773"/>
                  <a:pt x="2773" y="2143"/>
                  <a:pt x="2773" y="1387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0" name="Google Shape;7130;p35"/>
          <p:cNvSpPr/>
          <p:nvPr/>
        </p:nvSpPr>
        <p:spPr>
          <a:xfrm>
            <a:off x="1598153" y="1547250"/>
            <a:ext cx="177019" cy="89559"/>
          </a:xfrm>
          <a:custGeom>
            <a:rect b="b" l="l" r="r" t="t"/>
            <a:pathLst>
              <a:path extrusionOk="0" h="2774" w="5483">
                <a:moveTo>
                  <a:pt x="2741" y="1"/>
                </a:moveTo>
                <a:cubicBezTo>
                  <a:pt x="1387" y="1"/>
                  <a:pt x="221" y="1040"/>
                  <a:pt x="32" y="2364"/>
                </a:cubicBezTo>
                <a:cubicBezTo>
                  <a:pt x="0" y="2553"/>
                  <a:pt x="158" y="2773"/>
                  <a:pt x="347" y="2773"/>
                </a:cubicBezTo>
                <a:lnTo>
                  <a:pt x="5104" y="2773"/>
                </a:lnTo>
                <a:cubicBezTo>
                  <a:pt x="5325" y="2773"/>
                  <a:pt x="5482" y="2553"/>
                  <a:pt x="5482" y="2364"/>
                </a:cubicBezTo>
                <a:cubicBezTo>
                  <a:pt x="5262" y="1040"/>
                  <a:pt x="4127" y="1"/>
                  <a:pt x="27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1" name="Google Shape;7131;p35"/>
          <p:cNvSpPr/>
          <p:nvPr/>
        </p:nvSpPr>
        <p:spPr>
          <a:xfrm>
            <a:off x="1591534" y="1818544"/>
            <a:ext cx="265480" cy="287433"/>
          </a:xfrm>
          <a:custGeom>
            <a:rect b="b" l="l" r="r" t="t"/>
            <a:pathLst>
              <a:path extrusionOk="0" h="8903" w="8223">
                <a:moveTo>
                  <a:pt x="2080" y="2710"/>
                </a:moveTo>
                <a:cubicBezTo>
                  <a:pt x="2458" y="2710"/>
                  <a:pt x="2741" y="3056"/>
                  <a:pt x="2741" y="3403"/>
                </a:cubicBezTo>
                <a:cubicBezTo>
                  <a:pt x="2741" y="3781"/>
                  <a:pt x="2426" y="4065"/>
                  <a:pt x="2080" y="4065"/>
                </a:cubicBezTo>
                <a:cubicBezTo>
                  <a:pt x="1733" y="4065"/>
                  <a:pt x="1418" y="3750"/>
                  <a:pt x="1418" y="3403"/>
                </a:cubicBezTo>
                <a:cubicBezTo>
                  <a:pt x="1418" y="3056"/>
                  <a:pt x="1670" y="2710"/>
                  <a:pt x="2080" y="2710"/>
                </a:cubicBezTo>
                <a:close/>
                <a:moveTo>
                  <a:pt x="4127" y="2710"/>
                </a:moveTo>
                <a:cubicBezTo>
                  <a:pt x="4506" y="2710"/>
                  <a:pt x="4789" y="3056"/>
                  <a:pt x="4789" y="3403"/>
                </a:cubicBezTo>
                <a:cubicBezTo>
                  <a:pt x="4789" y="3781"/>
                  <a:pt x="4474" y="4065"/>
                  <a:pt x="4127" y="4065"/>
                </a:cubicBezTo>
                <a:cubicBezTo>
                  <a:pt x="3718" y="4065"/>
                  <a:pt x="3466" y="3750"/>
                  <a:pt x="3466" y="3403"/>
                </a:cubicBezTo>
                <a:cubicBezTo>
                  <a:pt x="3466" y="3056"/>
                  <a:pt x="3718" y="2710"/>
                  <a:pt x="4127" y="2710"/>
                </a:cubicBezTo>
                <a:close/>
                <a:moveTo>
                  <a:pt x="6207" y="2710"/>
                </a:moveTo>
                <a:cubicBezTo>
                  <a:pt x="6616" y="2710"/>
                  <a:pt x="6868" y="3056"/>
                  <a:pt x="6868" y="3403"/>
                </a:cubicBezTo>
                <a:cubicBezTo>
                  <a:pt x="6868" y="3781"/>
                  <a:pt x="6553" y="4065"/>
                  <a:pt x="6207" y="4065"/>
                </a:cubicBezTo>
                <a:cubicBezTo>
                  <a:pt x="5829" y="4065"/>
                  <a:pt x="5545" y="3750"/>
                  <a:pt x="5545" y="3403"/>
                </a:cubicBezTo>
                <a:cubicBezTo>
                  <a:pt x="5514" y="3056"/>
                  <a:pt x="5829" y="2710"/>
                  <a:pt x="6207" y="2710"/>
                </a:cubicBezTo>
                <a:close/>
                <a:moveTo>
                  <a:pt x="1733" y="0"/>
                </a:moveTo>
                <a:cubicBezTo>
                  <a:pt x="788" y="0"/>
                  <a:pt x="0" y="757"/>
                  <a:pt x="0" y="1702"/>
                </a:cubicBezTo>
                <a:lnTo>
                  <a:pt x="0" y="5136"/>
                </a:lnTo>
                <a:cubicBezTo>
                  <a:pt x="0" y="5955"/>
                  <a:pt x="630" y="6616"/>
                  <a:pt x="1418" y="6774"/>
                </a:cubicBezTo>
                <a:lnTo>
                  <a:pt x="1418" y="8570"/>
                </a:lnTo>
                <a:cubicBezTo>
                  <a:pt x="1418" y="8696"/>
                  <a:pt x="1481" y="8822"/>
                  <a:pt x="1607" y="8885"/>
                </a:cubicBezTo>
                <a:cubicBezTo>
                  <a:pt x="1649" y="8895"/>
                  <a:pt x="1695" y="8902"/>
                  <a:pt x="1739" y="8902"/>
                </a:cubicBezTo>
                <a:cubicBezTo>
                  <a:pt x="1828" y="8902"/>
                  <a:pt x="1912" y="8874"/>
                  <a:pt x="1954" y="8790"/>
                </a:cubicBezTo>
                <a:lnTo>
                  <a:pt x="3938" y="6837"/>
                </a:lnTo>
                <a:lnTo>
                  <a:pt x="6522" y="6837"/>
                </a:lnTo>
                <a:cubicBezTo>
                  <a:pt x="7467" y="6837"/>
                  <a:pt x="8223" y="6081"/>
                  <a:pt x="8223" y="5136"/>
                </a:cubicBezTo>
                <a:lnTo>
                  <a:pt x="8223" y="1702"/>
                </a:lnTo>
                <a:cubicBezTo>
                  <a:pt x="8223" y="757"/>
                  <a:pt x="7467" y="0"/>
                  <a:pt x="65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2" name="Google Shape;7132;p35"/>
          <p:cNvSpPr/>
          <p:nvPr/>
        </p:nvSpPr>
        <p:spPr>
          <a:xfrm>
            <a:off x="1681029" y="1730050"/>
            <a:ext cx="287885" cy="286465"/>
          </a:xfrm>
          <a:custGeom>
            <a:rect b="b" l="l" r="r" t="t"/>
            <a:pathLst>
              <a:path extrusionOk="0" h="8873" w="8917">
                <a:moveTo>
                  <a:pt x="1702" y="1"/>
                </a:moveTo>
                <a:cubicBezTo>
                  <a:pt x="757" y="1"/>
                  <a:pt x="1" y="725"/>
                  <a:pt x="1" y="1702"/>
                </a:cubicBezTo>
                <a:lnTo>
                  <a:pt x="1" y="2048"/>
                </a:lnTo>
                <a:lnTo>
                  <a:pt x="3781" y="2048"/>
                </a:lnTo>
                <a:cubicBezTo>
                  <a:pt x="5136" y="2048"/>
                  <a:pt x="6207" y="3088"/>
                  <a:pt x="6207" y="4443"/>
                </a:cubicBezTo>
                <a:lnTo>
                  <a:pt x="6207" y="7877"/>
                </a:lnTo>
                <a:lnTo>
                  <a:pt x="6207" y="8003"/>
                </a:lnTo>
                <a:lnTo>
                  <a:pt x="6995" y="8790"/>
                </a:lnTo>
                <a:cubicBezTo>
                  <a:pt x="7055" y="8850"/>
                  <a:pt x="7127" y="8872"/>
                  <a:pt x="7205" y="8872"/>
                </a:cubicBezTo>
                <a:cubicBezTo>
                  <a:pt x="7249" y="8872"/>
                  <a:pt x="7295" y="8865"/>
                  <a:pt x="7341" y="8853"/>
                </a:cubicBezTo>
                <a:cubicBezTo>
                  <a:pt x="7467" y="8822"/>
                  <a:pt x="7530" y="8664"/>
                  <a:pt x="7530" y="8538"/>
                </a:cubicBezTo>
                <a:lnTo>
                  <a:pt x="7530" y="6806"/>
                </a:lnTo>
                <a:cubicBezTo>
                  <a:pt x="8318" y="6648"/>
                  <a:pt x="8917" y="5955"/>
                  <a:pt x="8917" y="5104"/>
                </a:cubicBezTo>
                <a:lnTo>
                  <a:pt x="8917" y="1702"/>
                </a:lnTo>
                <a:cubicBezTo>
                  <a:pt x="8917" y="725"/>
                  <a:pt x="8129" y="1"/>
                  <a:pt x="71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3" name="Google Shape;7133;p35"/>
          <p:cNvSpPr/>
          <p:nvPr/>
        </p:nvSpPr>
        <p:spPr>
          <a:xfrm>
            <a:off x="1636298" y="2193167"/>
            <a:ext cx="287853" cy="376346"/>
          </a:xfrm>
          <a:custGeom>
            <a:rect b="b" l="l" r="r" t="t"/>
            <a:pathLst>
              <a:path extrusionOk="0" h="11657" w="8916">
                <a:moveTo>
                  <a:pt x="4474" y="1418"/>
                </a:moveTo>
                <a:cubicBezTo>
                  <a:pt x="6143" y="1418"/>
                  <a:pt x="7530" y="2804"/>
                  <a:pt x="7530" y="4474"/>
                </a:cubicBezTo>
                <a:cubicBezTo>
                  <a:pt x="7561" y="6175"/>
                  <a:pt x="6143" y="7561"/>
                  <a:pt x="4474" y="7561"/>
                </a:cubicBezTo>
                <a:cubicBezTo>
                  <a:pt x="2772" y="7561"/>
                  <a:pt x="1386" y="6175"/>
                  <a:pt x="1386" y="4474"/>
                </a:cubicBezTo>
                <a:cubicBezTo>
                  <a:pt x="1386" y="2804"/>
                  <a:pt x="2772" y="1418"/>
                  <a:pt x="4474" y="1418"/>
                </a:cubicBezTo>
                <a:close/>
                <a:moveTo>
                  <a:pt x="4474" y="0"/>
                </a:moveTo>
                <a:cubicBezTo>
                  <a:pt x="2016" y="0"/>
                  <a:pt x="0" y="2017"/>
                  <a:pt x="0" y="4442"/>
                </a:cubicBezTo>
                <a:cubicBezTo>
                  <a:pt x="0" y="5419"/>
                  <a:pt x="315" y="6333"/>
                  <a:pt x="914" y="7120"/>
                </a:cubicBezTo>
                <a:lnTo>
                  <a:pt x="4190" y="11531"/>
                </a:lnTo>
                <a:cubicBezTo>
                  <a:pt x="4253" y="11626"/>
                  <a:pt x="4348" y="11657"/>
                  <a:pt x="4474" y="11657"/>
                </a:cubicBezTo>
                <a:cubicBezTo>
                  <a:pt x="4568" y="11657"/>
                  <a:pt x="4663" y="11626"/>
                  <a:pt x="4726" y="11531"/>
                </a:cubicBezTo>
                <a:lnTo>
                  <a:pt x="8002" y="7120"/>
                </a:lnTo>
                <a:cubicBezTo>
                  <a:pt x="8601" y="6333"/>
                  <a:pt x="8916" y="5419"/>
                  <a:pt x="8916" y="4442"/>
                </a:cubicBezTo>
                <a:cubicBezTo>
                  <a:pt x="8916" y="2017"/>
                  <a:pt x="693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4" name="Google Shape;7134;p35"/>
          <p:cNvSpPr/>
          <p:nvPr/>
        </p:nvSpPr>
        <p:spPr>
          <a:xfrm>
            <a:off x="1702385" y="2260288"/>
            <a:ext cx="155646" cy="155646"/>
          </a:xfrm>
          <a:custGeom>
            <a:rect b="b" l="l" r="r" t="t"/>
            <a:pathLst>
              <a:path extrusionOk="0" h="4821" w="4821">
                <a:moveTo>
                  <a:pt x="2427" y="662"/>
                </a:moveTo>
                <a:cubicBezTo>
                  <a:pt x="2616" y="662"/>
                  <a:pt x="2773" y="820"/>
                  <a:pt x="2773" y="1040"/>
                </a:cubicBezTo>
                <a:cubicBezTo>
                  <a:pt x="2773" y="1229"/>
                  <a:pt x="2616" y="1387"/>
                  <a:pt x="2427" y="1387"/>
                </a:cubicBezTo>
                <a:cubicBezTo>
                  <a:pt x="2206" y="1387"/>
                  <a:pt x="2049" y="1229"/>
                  <a:pt x="2049" y="1040"/>
                </a:cubicBezTo>
                <a:cubicBezTo>
                  <a:pt x="2049" y="820"/>
                  <a:pt x="2206" y="662"/>
                  <a:pt x="2427" y="662"/>
                </a:cubicBezTo>
                <a:close/>
                <a:moveTo>
                  <a:pt x="2427" y="2017"/>
                </a:moveTo>
                <a:cubicBezTo>
                  <a:pt x="2616" y="2017"/>
                  <a:pt x="2773" y="2174"/>
                  <a:pt x="2773" y="2363"/>
                </a:cubicBezTo>
                <a:lnTo>
                  <a:pt x="2773" y="3750"/>
                </a:lnTo>
                <a:cubicBezTo>
                  <a:pt x="2773" y="3939"/>
                  <a:pt x="2616" y="4096"/>
                  <a:pt x="2427" y="4096"/>
                </a:cubicBezTo>
                <a:cubicBezTo>
                  <a:pt x="2206" y="4096"/>
                  <a:pt x="2049" y="3939"/>
                  <a:pt x="2049" y="3750"/>
                </a:cubicBezTo>
                <a:lnTo>
                  <a:pt x="2049" y="2363"/>
                </a:lnTo>
                <a:cubicBezTo>
                  <a:pt x="2049" y="2174"/>
                  <a:pt x="2206" y="2017"/>
                  <a:pt x="2427" y="2017"/>
                </a:cubicBezTo>
                <a:close/>
                <a:moveTo>
                  <a:pt x="2427" y="1"/>
                </a:moveTo>
                <a:cubicBezTo>
                  <a:pt x="1072" y="1"/>
                  <a:pt x="1" y="1072"/>
                  <a:pt x="1" y="2395"/>
                </a:cubicBezTo>
                <a:cubicBezTo>
                  <a:pt x="1" y="3750"/>
                  <a:pt x="1072" y="4821"/>
                  <a:pt x="2427" y="4821"/>
                </a:cubicBezTo>
                <a:cubicBezTo>
                  <a:pt x="3750" y="4821"/>
                  <a:pt x="4821" y="3750"/>
                  <a:pt x="4821" y="2395"/>
                </a:cubicBezTo>
                <a:cubicBezTo>
                  <a:pt x="4821" y="1072"/>
                  <a:pt x="3750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5" name="Google Shape;7135;p35"/>
          <p:cNvSpPr/>
          <p:nvPr/>
        </p:nvSpPr>
        <p:spPr>
          <a:xfrm>
            <a:off x="4241025" y="1536338"/>
            <a:ext cx="42745" cy="43778"/>
          </a:xfrm>
          <a:custGeom>
            <a:rect b="b" l="l" r="r" t="t"/>
            <a:pathLst>
              <a:path extrusionOk="0" h="1356" w="1324">
                <a:moveTo>
                  <a:pt x="662" y="0"/>
                </a:moveTo>
                <a:cubicBezTo>
                  <a:pt x="284" y="0"/>
                  <a:pt x="1" y="315"/>
                  <a:pt x="1" y="693"/>
                </a:cubicBezTo>
                <a:cubicBezTo>
                  <a:pt x="1" y="1040"/>
                  <a:pt x="284" y="1355"/>
                  <a:pt x="662" y="1355"/>
                </a:cubicBezTo>
                <a:cubicBezTo>
                  <a:pt x="1040" y="1355"/>
                  <a:pt x="1324" y="1040"/>
                  <a:pt x="1324" y="693"/>
                </a:cubicBezTo>
                <a:cubicBezTo>
                  <a:pt x="1324" y="315"/>
                  <a:pt x="1040" y="0"/>
                  <a:pt x="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6" name="Google Shape;7136;p35"/>
          <p:cNvSpPr/>
          <p:nvPr/>
        </p:nvSpPr>
        <p:spPr>
          <a:xfrm>
            <a:off x="4129157" y="1260686"/>
            <a:ext cx="22406" cy="133272"/>
          </a:xfrm>
          <a:custGeom>
            <a:rect b="b" l="l" r="r" t="t"/>
            <a:pathLst>
              <a:path extrusionOk="0" h="4128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4128"/>
                </a:lnTo>
                <a:cubicBezTo>
                  <a:pt x="95" y="4096"/>
                  <a:pt x="221" y="4096"/>
                  <a:pt x="347" y="4096"/>
                </a:cubicBezTo>
                <a:cubicBezTo>
                  <a:pt x="473" y="4096"/>
                  <a:pt x="567" y="4096"/>
                  <a:pt x="693" y="412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7" name="Google Shape;7137;p35"/>
          <p:cNvSpPr/>
          <p:nvPr/>
        </p:nvSpPr>
        <p:spPr>
          <a:xfrm>
            <a:off x="4106783" y="1416140"/>
            <a:ext cx="66120" cy="66313"/>
          </a:xfrm>
          <a:custGeom>
            <a:rect b="b" l="l" r="r" t="t"/>
            <a:pathLst>
              <a:path extrusionOk="0" h="2054" w="2048">
                <a:moveTo>
                  <a:pt x="938" y="0"/>
                </a:moveTo>
                <a:cubicBezTo>
                  <a:pt x="417" y="0"/>
                  <a:pt x="0" y="451"/>
                  <a:pt x="0" y="1014"/>
                </a:cubicBezTo>
                <a:cubicBezTo>
                  <a:pt x="0" y="1549"/>
                  <a:pt x="473" y="2054"/>
                  <a:pt x="1040" y="2054"/>
                </a:cubicBezTo>
                <a:cubicBezTo>
                  <a:pt x="1575" y="2054"/>
                  <a:pt x="2048" y="1581"/>
                  <a:pt x="2048" y="1014"/>
                </a:cubicBezTo>
                <a:cubicBezTo>
                  <a:pt x="2048" y="447"/>
                  <a:pt x="1575" y="6"/>
                  <a:pt x="1040" y="6"/>
                </a:cubicBezTo>
                <a:cubicBezTo>
                  <a:pt x="1006" y="2"/>
                  <a:pt x="972" y="0"/>
                  <a:pt x="9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8" name="Google Shape;7138;p35"/>
          <p:cNvSpPr/>
          <p:nvPr/>
        </p:nvSpPr>
        <p:spPr>
          <a:xfrm>
            <a:off x="4042697" y="1489556"/>
            <a:ext cx="206495" cy="147510"/>
          </a:xfrm>
          <a:custGeom>
            <a:rect b="b" l="l" r="r" t="t"/>
            <a:pathLst>
              <a:path extrusionOk="0" h="4569" w="6396">
                <a:moveTo>
                  <a:pt x="1954" y="0"/>
                </a:moveTo>
                <a:lnTo>
                  <a:pt x="0" y="2520"/>
                </a:lnTo>
                <a:lnTo>
                  <a:pt x="0" y="4222"/>
                </a:lnTo>
                <a:cubicBezTo>
                  <a:pt x="0" y="4411"/>
                  <a:pt x="158" y="4568"/>
                  <a:pt x="347" y="4568"/>
                </a:cubicBezTo>
                <a:lnTo>
                  <a:pt x="3781" y="4568"/>
                </a:lnTo>
                <a:cubicBezTo>
                  <a:pt x="3970" y="4568"/>
                  <a:pt x="4127" y="4411"/>
                  <a:pt x="4127" y="4222"/>
                </a:cubicBezTo>
                <a:lnTo>
                  <a:pt x="4127" y="3875"/>
                </a:lnTo>
                <a:lnTo>
                  <a:pt x="5136" y="3875"/>
                </a:lnTo>
                <a:cubicBezTo>
                  <a:pt x="5577" y="3844"/>
                  <a:pt x="6018" y="3718"/>
                  <a:pt x="6396" y="3434"/>
                </a:cubicBezTo>
                <a:cubicBezTo>
                  <a:pt x="5986" y="3277"/>
                  <a:pt x="5608" y="2930"/>
                  <a:pt x="5514" y="2489"/>
                </a:cubicBezTo>
                <a:lnTo>
                  <a:pt x="4442" y="2489"/>
                </a:lnTo>
                <a:cubicBezTo>
                  <a:pt x="3497" y="2489"/>
                  <a:pt x="2741" y="1733"/>
                  <a:pt x="2741" y="788"/>
                </a:cubicBezTo>
                <a:lnTo>
                  <a:pt x="2741" y="410"/>
                </a:lnTo>
                <a:cubicBezTo>
                  <a:pt x="2426" y="315"/>
                  <a:pt x="2206" y="189"/>
                  <a:pt x="19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9" name="Google Shape;7139;p35"/>
          <p:cNvSpPr/>
          <p:nvPr/>
        </p:nvSpPr>
        <p:spPr>
          <a:xfrm>
            <a:off x="4150497" y="1370553"/>
            <a:ext cx="164815" cy="179020"/>
          </a:xfrm>
          <a:custGeom>
            <a:rect b="b" l="l" r="r" t="t"/>
            <a:pathLst>
              <a:path extrusionOk="0" h="5545" w="5105">
                <a:moveTo>
                  <a:pt x="4128" y="0"/>
                </a:moveTo>
                <a:lnTo>
                  <a:pt x="694" y="662"/>
                </a:lnTo>
                <a:lnTo>
                  <a:pt x="694" y="1040"/>
                </a:lnTo>
                <a:cubicBezTo>
                  <a:pt x="1103" y="1355"/>
                  <a:pt x="1387" y="1827"/>
                  <a:pt x="1387" y="2426"/>
                </a:cubicBezTo>
                <a:cubicBezTo>
                  <a:pt x="1387" y="3245"/>
                  <a:pt x="788" y="3938"/>
                  <a:pt x="1" y="4127"/>
                </a:cubicBezTo>
                <a:lnTo>
                  <a:pt x="1" y="4505"/>
                </a:lnTo>
                <a:cubicBezTo>
                  <a:pt x="1" y="5072"/>
                  <a:pt x="473" y="5545"/>
                  <a:pt x="1009" y="5545"/>
                </a:cubicBezTo>
                <a:lnTo>
                  <a:pt x="2080" y="5545"/>
                </a:lnTo>
                <a:cubicBezTo>
                  <a:pt x="2238" y="4946"/>
                  <a:pt x="2742" y="4505"/>
                  <a:pt x="3372" y="4505"/>
                </a:cubicBezTo>
                <a:cubicBezTo>
                  <a:pt x="3624" y="4505"/>
                  <a:pt x="3844" y="4600"/>
                  <a:pt x="4065" y="4726"/>
                </a:cubicBezTo>
                <a:lnTo>
                  <a:pt x="4065" y="4127"/>
                </a:lnTo>
                <a:lnTo>
                  <a:pt x="4128" y="4127"/>
                </a:lnTo>
                <a:cubicBezTo>
                  <a:pt x="4443" y="4064"/>
                  <a:pt x="4758" y="3938"/>
                  <a:pt x="4916" y="3655"/>
                </a:cubicBezTo>
                <a:cubicBezTo>
                  <a:pt x="5105" y="3340"/>
                  <a:pt x="5105" y="2993"/>
                  <a:pt x="4947" y="2678"/>
                </a:cubicBezTo>
                <a:lnTo>
                  <a:pt x="4128" y="1008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0" name="Google Shape;7140;p35"/>
          <p:cNvSpPr/>
          <p:nvPr/>
        </p:nvSpPr>
        <p:spPr>
          <a:xfrm>
            <a:off x="4174905" y="1260170"/>
            <a:ext cx="157712" cy="108381"/>
          </a:xfrm>
          <a:custGeom>
            <a:rect b="b" l="l" r="r" t="t"/>
            <a:pathLst>
              <a:path extrusionOk="0" h="3357" w="4885">
                <a:moveTo>
                  <a:pt x="3376" y="1"/>
                </a:moveTo>
                <a:cubicBezTo>
                  <a:pt x="3025" y="1"/>
                  <a:pt x="2679" y="143"/>
                  <a:pt x="2427" y="426"/>
                </a:cubicBezTo>
                <a:lnTo>
                  <a:pt x="2143" y="678"/>
                </a:lnTo>
                <a:lnTo>
                  <a:pt x="1" y="678"/>
                </a:lnTo>
                <a:lnTo>
                  <a:pt x="1" y="3356"/>
                </a:lnTo>
                <a:lnTo>
                  <a:pt x="4191" y="2537"/>
                </a:lnTo>
                <a:lnTo>
                  <a:pt x="4349" y="2379"/>
                </a:lnTo>
                <a:cubicBezTo>
                  <a:pt x="4884" y="1844"/>
                  <a:pt x="4884" y="962"/>
                  <a:pt x="4349" y="426"/>
                </a:cubicBezTo>
                <a:cubicBezTo>
                  <a:pt x="4081" y="143"/>
                  <a:pt x="3726" y="1"/>
                  <a:pt x="33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1" name="Google Shape;7141;p35"/>
          <p:cNvSpPr/>
          <p:nvPr/>
        </p:nvSpPr>
        <p:spPr>
          <a:xfrm>
            <a:off x="3974543" y="1284093"/>
            <a:ext cx="132239" cy="256343"/>
          </a:xfrm>
          <a:custGeom>
            <a:rect b="b" l="l" r="r" t="t"/>
            <a:pathLst>
              <a:path extrusionOk="0" h="7940" w="4096">
                <a:moveTo>
                  <a:pt x="4096" y="0"/>
                </a:moveTo>
                <a:cubicBezTo>
                  <a:pt x="1828" y="95"/>
                  <a:pt x="0" y="1985"/>
                  <a:pt x="0" y="4316"/>
                </a:cubicBezTo>
                <a:cubicBezTo>
                  <a:pt x="0" y="5766"/>
                  <a:pt x="757" y="7120"/>
                  <a:pt x="1954" y="7939"/>
                </a:cubicBezTo>
                <a:lnTo>
                  <a:pt x="3592" y="5829"/>
                </a:lnTo>
                <a:cubicBezTo>
                  <a:pt x="3466" y="5576"/>
                  <a:pt x="3434" y="5356"/>
                  <a:pt x="3434" y="5104"/>
                </a:cubicBezTo>
                <a:cubicBezTo>
                  <a:pt x="3434" y="4568"/>
                  <a:pt x="3718" y="4033"/>
                  <a:pt x="4096" y="3718"/>
                </a:cubicBezTo>
                <a:lnTo>
                  <a:pt x="409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2" name="Google Shape;7142;p35"/>
          <p:cNvSpPr/>
          <p:nvPr/>
        </p:nvSpPr>
        <p:spPr>
          <a:xfrm>
            <a:off x="4187125" y="1729824"/>
            <a:ext cx="154645" cy="155646"/>
          </a:xfrm>
          <a:custGeom>
            <a:rect b="b" l="l" r="r" t="t"/>
            <a:pathLst>
              <a:path extrusionOk="0" h="4821" w="4790">
                <a:moveTo>
                  <a:pt x="2395" y="631"/>
                </a:moveTo>
                <a:cubicBezTo>
                  <a:pt x="2584" y="631"/>
                  <a:pt x="2742" y="788"/>
                  <a:pt x="2742" y="1009"/>
                </a:cubicBezTo>
                <a:lnTo>
                  <a:pt x="2742" y="2017"/>
                </a:lnTo>
                <a:lnTo>
                  <a:pt x="3782" y="2017"/>
                </a:lnTo>
                <a:cubicBezTo>
                  <a:pt x="3971" y="2017"/>
                  <a:pt x="4128" y="2175"/>
                  <a:pt x="4128" y="2364"/>
                </a:cubicBezTo>
                <a:cubicBezTo>
                  <a:pt x="4128" y="2584"/>
                  <a:pt x="3971" y="2742"/>
                  <a:pt x="3782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64"/>
                </a:cubicBezTo>
                <a:lnTo>
                  <a:pt x="2049" y="1009"/>
                </a:lnTo>
                <a:cubicBezTo>
                  <a:pt x="2049" y="788"/>
                  <a:pt x="2206" y="631"/>
                  <a:pt x="2395" y="631"/>
                </a:cubicBezTo>
                <a:close/>
                <a:moveTo>
                  <a:pt x="2395" y="1"/>
                </a:moveTo>
                <a:cubicBezTo>
                  <a:pt x="1041" y="1"/>
                  <a:pt x="1" y="1072"/>
                  <a:pt x="1" y="2427"/>
                </a:cubicBezTo>
                <a:cubicBezTo>
                  <a:pt x="1" y="3750"/>
                  <a:pt x="1041" y="4821"/>
                  <a:pt x="2395" y="4821"/>
                </a:cubicBezTo>
                <a:cubicBezTo>
                  <a:pt x="3719" y="4821"/>
                  <a:pt x="4790" y="3750"/>
                  <a:pt x="4790" y="2427"/>
                </a:cubicBezTo>
                <a:cubicBezTo>
                  <a:pt x="4790" y="1072"/>
                  <a:pt x="3719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3" name="Google Shape;7143;p35"/>
          <p:cNvSpPr/>
          <p:nvPr/>
        </p:nvSpPr>
        <p:spPr>
          <a:xfrm>
            <a:off x="3965390" y="2039052"/>
            <a:ext cx="311292" cy="67153"/>
          </a:xfrm>
          <a:custGeom>
            <a:rect b="b" l="l" r="r" t="t"/>
            <a:pathLst>
              <a:path extrusionOk="0" h="2080" w="9642">
                <a:moveTo>
                  <a:pt x="32" y="0"/>
                </a:moveTo>
                <a:lnTo>
                  <a:pt x="32" y="1764"/>
                </a:lnTo>
                <a:cubicBezTo>
                  <a:pt x="1" y="1922"/>
                  <a:pt x="158" y="2079"/>
                  <a:pt x="347" y="2079"/>
                </a:cubicBezTo>
                <a:lnTo>
                  <a:pt x="9295" y="2079"/>
                </a:lnTo>
                <a:cubicBezTo>
                  <a:pt x="9484" y="2079"/>
                  <a:pt x="9641" y="1922"/>
                  <a:pt x="9641" y="1733"/>
                </a:cubicBezTo>
                <a:lnTo>
                  <a:pt x="9641" y="1040"/>
                </a:lnTo>
                <a:cubicBezTo>
                  <a:pt x="9641" y="473"/>
                  <a:pt x="9169" y="0"/>
                  <a:pt x="86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4" name="Google Shape;7144;p35"/>
          <p:cNvSpPr/>
          <p:nvPr/>
        </p:nvSpPr>
        <p:spPr>
          <a:xfrm>
            <a:off x="4097630" y="1949525"/>
            <a:ext cx="133272" cy="67185"/>
          </a:xfrm>
          <a:custGeom>
            <a:rect b="b" l="l" r="r" t="t"/>
            <a:pathLst>
              <a:path extrusionOk="0" h="2081" w="4128">
                <a:moveTo>
                  <a:pt x="1040" y="1"/>
                </a:moveTo>
                <a:cubicBezTo>
                  <a:pt x="473" y="1"/>
                  <a:pt x="1" y="505"/>
                  <a:pt x="1" y="1040"/>
                </a:cubicBezTo>
                <a:lnTo>
                  <a:pt x="1" y="2080"/>
                </a:lnTo>
                <a:lnTo>
                  <a:pt x="4128" y="2080"/>
                </a:lnTo>
                <a:lnTo>
                  <a:pt x="4128" y="1040"/>
                </a:lnTo>
                <a:cubicBezTo>
                  <a:pt x="4128" y="505"/>
                  <a:pt x="3687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5" name="Google Shape;7145;p35"/>
          <p:cNvSpPr/>
          <p:nvPr/>
        </p:nvSpPr>
        <p:spPr>
          <a:xfrm>
            <a:off x="4009136" y="1794944"/>
            <a:ext cx="88525" cy="89526"/>
          </a:xfrm>
          <a:custGeom>
            <a:rect b="b" l="l" r="r" t="t"/>
            <a:pathLst>
              <a:path extrusionOk="0" h="2773" w="2742">
                <a:moveTo>
                  <a:pt x="1387" y="0"/>
                </a:moveTo>
                <a:cubicBezTo>
                  <a:pt x="599" y="0"/>
                  <a:pt x="1" y="630"/>
                  <a:pt x="1" y="1386"/>
                </a:cubicBezTo>
                <a:cubicBezTo>
                  <a:pt x="1" y="2142"/>
                  <a:pt x="599" y="2772"/>
                  <a:pt x="1387" y="2772"/>
                </a:cubicBezTo>
                <a:cubicBezTo>
                  <a:pt x="2143" y="2772"/>
                  <a:pt x="2742" y="2142"/>
                  <a:pt x="2742" y="1386"/>
                </a:cubicBezTo>
                <a:cubicBezTo>
                  <a:pt x="2742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6" name="Google Shape;7146;p35"/>
          <p:cNvSpPr/>
          <p:nvPr/>
        </p:nvSpPr>
        <p:spPr>
          <a:xfrm>
            <a:off x="3965390" y="1906263"/>
            <a:ext cx="150577" cy="110447"/>
          </a:xfrm>
          <a:custGeom>
            <a:rect b="b" l="l" r="r" t="t"/>
            <a:pathLst>
              <a:path extrusionOk="0" h="3421" w="4664">
                <a:moveTo>
                  <a:pt x="2788" y="1"/>
                </a:moveTo>
                <a:cubicBezTo>
                  <a:pt x="2690" y="1"/>
                  <a:pt x="2591" y="6"/>
                  <a:pt x="2490" y="18"/>
                </a:cubicBezTo>
                <a:cubicBezTo>
                  <a:pt x="1072" y="144"/>
                  <a:pt x="1" y="1435"/>
                  <a:pt x="1" y="2853"/>
                </a:cubicBezTo>
                <a:lnTo>
                  <a:pt x="1" y="3105"/>
                </a:lnTo>
                <a:cubicBezTo>
                  <a:pt x="1" y="3263"/>
                  <a:pt x="158" y="3420"/>
                  <a:pt x="347" y="3420"/>
                </a:cubicBezTo>
                <a:lnTo>
                  <a:pt x="3435" y="3420"/>
                </a:lnTo>
                <a:lnTo>
                  <a:pt x="3435" y="2380"/>
                </a:lnTo>
                <a:cubicBezTo>
                  <a:pt x="3435" y="1624"/>
                  <a:pt x="3939" y="963"/>
                  <a:pt x="4664" y="774"/>
                </a:cubicBezTo>
                <a:cubicBezTo>
                  <a:pt x="4164" y="302"/>
                  <a:pt x="3517" y="1"/>
                  <a:pt x="27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7" name="Google Shape;7147;p35"/>
          <p:cNvSpPr/>
          <p:nvPr/>
        </p:nvSpPr>
        <p:spPr>
          <a:xfrm>
            <a:off x="4083392" y="2258253"/>
            <a:ext cx="258377" cy="312293"/>
          </a:xfrm>
          <a:custGeom>
            <a:rect b="b" l="l" r="r" t="t"/>
            <a:pathLst>
              <a:path extrusionOk="0" h="9673" w="8003">
                <a:moveTo>
                  <a:pt x="2300" y="0"/>
                </a:moveTo>
                <a:cubicBezTo>
                  <a:pt x="2017" y="0"/>
                  <a:pt x="1796" y="252"/>
                  <a:pt x="1796" y="536"/>
                </a:cubicBezTo>
                <a:lnTo>
                  <a:pt x="1796" y="2962"/>
                </a:lnTo>
                <a:lnTo>
                  <a:pt x="694" y="4064"/>
                </a:lnTo>
                <a:cubicBezTo>
                  <a:pt x="95" y="4663"/>
                  <a:pt x="0" y="5640"/>
                  <a:pt x="536" y="6301"/>
                </a:cubicBezTo>
                <a:lnTo>
                  <a:pt x="1576" y="7719"/>
                </a:lnTo>
                <a:cubicBezTo>
                  <a:pt x="1702" y="7876"/>
                  <a:pt x="1796" y="8128"/>
                  <a:pt x="1796" y="8349"/>
                </a:cubicBezTo>
                <a:lnTo>
                  <a:pt x="1796" y="9294"/>
                </a:lnTo>
                <a:cubicBezTo>
                  <a:pt x="1796" y="9515"/>
                  <a:pt x="1954" y="9672"/>
                  <a:pt x="2143" y="9672"/>
                </a:cubicBezTo>
                <a:lnTo>
                  <a:pt x="6932" y="9672"/>
                </a:lnTo>
                <a:cubicBezTo>
                  <a:pt x="7152" y="9672"/>
                  <a:pt x="7310" y="9515"/>
                  <a:pt x="7310" y="9294"/>
                </a:cubicBezTo>
                <a:lnTo>
                  <a:pt x="7310" y="8349"/>
                </a:lnTo>
                <a:cubicBezTo>
                  <a:pt x="7310" y="8128"/>
                  <a:pt x="7373" y="7939"/>
                  <a:pt x="7530" y="7782"/>
                </a:cubicBezTo>
                <a:cubicBezTo>
                  <a:pt x="7814" y="7498"/>
                  <a:pt x="7971" y="7089"/>
                  <a:pt x="7971" y="6711"/>
                </a:cubicBezTo>
                <a:lnTo>
                  <a:pt x="7971" y="3938"/>
                </a:lnTo>
                <a:cubicBezTo>
                  <a:pt x="8003" y="3686"/>
                  <a:pt x="7782" y="3434"/>
                  <a:pt x="7499" y="3434"/>
                </a:cubicBezTo>
                <a:cubicBezTo>
                  <a:pt x="7215" y="3434"/>
                  <a:pt x="6995" y="3686"/>
                  <a:pt x="6995" y="3938"/>
                </a:cubicBezTo>
                <a:lnTo>
                  <a:pt x="6995" y="4474"/>
                </a:lnTo>
                <a:cubicBezTo>
                  <a:pt x="6995" y="4663"/>
                  <a:pt x="6837" y="4820"/>
                  <a:pt x="6617" y="4820"/>
                </a:cubicBezTo>
                <a:cubicBezTo>
                  <a:pt x="6427" y="4820"/>
                  <a:pt x="6270" y="4663"/>
                  <a:pt x="6270" y="4474"/>
                </a:cubicBezTo>
                <a:lnTo>
                  <a:pt x="6270" y="3277"/>
                </a:lnTo>
                <a:cubicBezTo>
                  <a:pt x="6270" y="2993"/>
                  <a:pt x="6049" y="2773"/>
                  <a:pt x="5766" y="2773"/>
                </a:cubicBezTo>
                <a:cubicBezTo>
                  <a:pt x="5482" y="2773"/>
                  <a:pt x="5262" y="2993"/>
                  <a:pt x="5262" y="3277"/>
                </a:cubicBezTo>
                <a:lnTo>
                  <a:pt x="5262" y="4474"/>
                </a:lnTo>
                <a:cubicBezTo>
                  <a:pt x="5262" y="4663"/>
                  <a:pt x="5104" y="4820"/>
                  <a:pt x="4884" y="4820"/>
                </a:cubicBezTo>
                <a:cubicBezTo>
                  <a:pt x="4695" y="4820"/>
                  <a:pt x="4537" y="4663"/>
                  <a:pt x="4537" y="4474"/>
                </a:cubicBezTo>
                <a:lnTo>
                  <a:pt x="4537" y="1890"/>
                </a:lnTo>
                <a:cubicBezTo>
                  <a:pt x="4537" y="1638"/>
                  <a:pt x="4317" y="1386"/>
                  <a:pt x="4033" y="1386"/>
                </a:cubicBezTo>
                <a:cubicBezTo>
                  <a:pt x="3750" y="1386"/>
                  <a:pt x="3529" y="1638"/>
                  <a:pt x="3529" y="1890"/>
                </a:cubicBezTo>
                <a:lnTo>
                  <a:pt x="3529" y="4474"/>
                </a:lnTo>
                <a:cubicBezTo>
                  <a:pt x="3529" y="4663"/>
                  <a:pt x="3371" y="4820"/>
                  <a:pt x="3151" y="4820"/>
                </a:cubicBezTo>
                <a:cubicBezTo>
                  <a:pt x="2962" y="4820"/>
                  <a:pt x="2804" y="4663"/>
                  <a:pt x="2804" y="4474"/>
                </a:cubicBezTo>
                <a:lnTo>
                  <a:pt x="2804" y="4159"/>
                </a:lnTo>
                <a:lnTo>
                  <a:pt x="2804" y="536"/>
                </a:lnTo>
                <a:cubicBezTo>
                  <a:pt x="2804" y="252"/>
                  <a:pt x="2584" y="0"/>
                  <a:pt x="230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8" name="Google Shape;7148;p35"/>
          <p:cNvSpPr/>
          <p:nvPr/>
        </p:nvSpPr>
        <p:spPr>
          <a:xfrm>
            <a:off x="4299026" y="2215508"/>
            <a:ext cx="42745" cy="136340"/>
          </a:xfrm>
          <a:custGeom>
            <a:rect b="b" l="l" r="r" t="t"/>
            <a:pathLst>
              <a:path extrusionOk="0" h="4223" w="1324">
                <a:moveTo>
                  <a:pt x="1" y="1"/>
                </a:moveTo>
                <a:lnTo>
                  <a:pt x="1" y="3782"/>
                </a:lnTo>
                <a:cubicBezTo>
                  <a:pt x="95" y="3908"/>
                  <a:pt x="221" y="4065"/>
                  <a:pt x="253" y="4223"/>
                </a:cubicBezTo>
                <a:cubicBezTo>
                  <a:pt x="410" y="4128"/>
                  <a:pt x="631" y="4065"/>
                  <a:pt x="820" y="4065"/>
                </a:cubicBezTo>
                <a:cubicBezTo>
                  <a:pt x="1009" y="4065"/>
                  <a:pt x="1166" y="4097"/>
                  <a:pt x="1324" y="4160"/>
                </a:cubicBezTo>
                <a:lnTo>
                  <a:pt x="1324" y="285"/>
                </a:lnTo>
                <a:cubicBezTo>
                  <a:pt x="1324" y="127"/>
                  <a:pt x="116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9" name="Google Shape;7149;p35"/>
          <p:cNvSpPr/>
          <p:nvPr/>
        </p:nvSpPr>
        <p:spPr>
          <a:xfrm>
            <a:off x="3965390" y="2214507"/>
            <a:ext cx="124136" cy="265512"/>
          </a:xfrm>
          <a:custGeom>
            <a:rect b="b" l="l" r="r" t="t"/>
            <a:pathLst>
              <a:path extrusionOk="0" h="8224" w="3845">
                <a:moveTo>
                  <a:pt x="379" y="0"/>
                </a:moveTo>
                <a:cubicBezTo>
                  <a:pt x="158" y="0"/>
                  <a:pt x="1" y="127"/>
                  <a:pt x="1" y="347"/>
                </a:cubicBezTo>
                <a:lnTo>
                  <a:pt x="1" y="7877"/>
                </a:lnTo>
                <a:cubicBezTo>
                  <a:pt x="1" y="8066"/>
                  <a:pt x="158" y="8223"/>
                  <a:pt x="347" y="8223"/>
                </a:cubicBezTo>
                <a:lnTo>
                  <a:pt x="3844" y="8223"/>
                </a:lnTo>
                <a:lnTo>
                  <a:pt x="3718" y="8066"/>
                </a:lnTo>
                <a:cubicBezTo>
                  <a:pt x="3435" y="7719"/>
                  <a:pt x="3277" y="7278"/>
                  <a:pt x="3246" y="6837"/>
                </a:cubicBezTo>
                <a:lnTo>
                  <a:pt x="2458" y="6837"/>
                </a:lnTo>
                <a:cubicBezTo>
                  <a:pt x="1891" y="6837"/>
                  <a:pt x="1419" y="6364"/>
                  <a:pt x="1419" y="5829"/>
                </a:cubicBezTo>
                <a:lnTo>
                  <a:pt x="141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0" name="Google Shape;7150;p35"/>
          <p:cNvSpPr/>
          <p:nvPr/>
        </p:nvSpPr>
        <p:spPr>
          <a:xfrm>
            <a:off x="4031510" y="2192133"/>
            <a:ext cx="244139" cy="221766"/>
          </a:xfrm>
          <a:custGeom>
            <a:rect b="b" l="l" r="r" t="t"/>
            <a:pathLst>
              <a:path extrusionOk="0" h="6869" w="7562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6522"/>
                </a:lnTo>
                <a:cubicBezTo>
                  <a:pt x="1" y="6711"/>
                  <a:pt x="158" y="6868"/>
                  <a:pt x="379" y="6868"/>
                </a:cubicBezTo>
                <a:lnTo>
                  <a:pt x="1198" y="6868"/>
                </a:lnTo>
                <a:cubicBezTo>
                  <a:pt x="1261" y="6427"/>
                  <a:pt x="1513" y="5986"/>
                  <a:pt x="1828" y="5640"/>
                </a:cubicBezTo>
                <a:lnTo>
                  <a:pt x="2742" y="4726"/>
                </a:lnTo>
                <a:lnTo>
                  <a:pt x="2742" y="2584"/>
                </a:lnTo>
                <a:cubicBezTo>
                  <a:pt x="2742" y="1891"/>
                  <a:pt x="3277" y="1387"/>
                  <a:pt x="3907" y="1387"/>
                </a:cubicBezTo>
                <a:cubicBezTo>
                  <a:pt x="4537" y="1387"/>
                  <a:pt x="5105" y="1922"/>
                  <a:pt x="5105" y="2584"/>
                </a:cubicBezTo>
                <a:lnTo>
                  <a:pt x="5105" y="2836"/>
                </a:lnTo>
                <a:cubicBezTo>
                  <a:pt x="5262" y="2773"/>
                  <a:pt x="5420" y="2710"/>
                  <a:pt x="5609" y="2710"/>
                </a:cubicBezTo>
                <a:cubicBezTo>
                  <a:pt x="6270" y="2710"/>
                  <a:pt x="6774" y="3277"/>
                  <a:pt x="6774" y="3907"/>
                </a:cubicBezTo>
                <a:lnTo>
                  <a:pt x="6774" y="4191"/>
                </a:lnTo>
                <a:cubicBezTo>
                  <a:pt x="7058" y="4159"/>
                  <a:pt x="7215" y="4096"/>
                  <a:pt x="7404" y="4096"/>
                </a:cubicBezTo>
                <a:cubicBezTo>
                  <a:pt x="7499" y="4096"/>
                  <a:pt x="7530" y="4096"/>
                  <a:pt x="7562" y="4159"/>
                </a:cubicBezTo>
                <a:lnTo>
                  <a:pt x="7562" y="347"/>
                </a:lnTo>
                <a:cubicBezTo>
                  <a:pt x="7562" y="158"/>
                  <a:pt x="7404" y="0"/>
                  <a:pt x="7215" y="0"/>
                </a:cubicBezTo>
                <a:lnTo>
                  <a:pt x="5168" y="0"/>
                </a:lnTo>
                <a:cubicBezTo>
                  <a:pt x="4600" y="0"/>
                  <a:pt x="4096" y="284"/>
                  <a:pt x="3781" y="725"/>
                </a:cubicBezTo>
                <a:cubicBezTo>
                  <a:pt x="3466" y="284"/>
                  <a:pt x="2994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1" name="Google Shape;7151;p35"/>
          <p:cNvSpPr/>
          <p:nvPr/>
        </p:nvSpPr>
        <p:spPr>
          <a:xfrm>
            <a:off x="2715521" y="2807614"/>
            <a:ext cx="133272" cy="23407"/>
          </a:xfrm>
          <a:custGeom>
            <a:rect b="b" l="l" r="r" t="t"/>
            <a:pathLst>
              <a:path extrusionOk="0" h="725" w="4128">
                <a:moveTo>
                  <a:pt x="1" y="0"/>
                </a:moveTo>
                <a:lnTo>
                  <a:pt x="1" y="725"/>
                </a:lnTo>
                <a:lnTo>
                  <a:pt x="4128" y="725"/>
                </a:lnTo>
                <a:lnTo>
                  <a:pt x="41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2" name="Google Shape;7152;p35"/>
          <p:cNvSpPr/>
          <p:nvPr/>
        </p:nvSpPr>
        <p:spPr>
          <a:xfrm>
            <a:off x="2647367" y="2741494"/>
            <a:ext cx="266545" cy="285851"/>
          </a:xfrm>
          <a:custGeom>
            <a:rect b="b" l="l" r="r" t="t"/>
            <a:pathLst>
              <a:path extrusionOk="0" h="8854" w="8256">
                <a:moveTo>
                  <a:pt x="6554" y="1387"/>
                </a:moveTo>
                <a:cubicBezTo>
                  <a:pt x="6743" y="1387"/>
                  <a:pt x="6901" y="1544"/>
                  <a:pt x="6901" y="1733"/>
                </a:cubicBezTo>
                <a:lnTo>
                  <a:pt x="6901" y="3119"/>
                </a:lnTo>
                <a:cubicBezTo>
                  <a:pt x="6901" y="3309"/>
                  <a:pt x="6743" y="3466"/>
                  <a:pt x="6554" y="3466"/>
                </a:cubicBezTo>
                <a:lnTo>
                  <a:pt x="1734" y="3466"/>
                </a:lnTo>
                <a:cubicBezTo>
                  <a:pt x="1545" y="3466"/>
                  <a:pt x="1387" y="3309"/>
                  <a:pt x="1387" y="3119"/>
                </a:cubicBezTo>
                <a:lnTo>
                  <a:pt x="1387" y="1733"/>
                </a:lnTo>
                <a:cubicBezTo>
                  <a:pt x="1387" y="1544"/>
                  <a:pt x="1545" y="1387"/>
                  <a:pt x="1734" y="1387"/>
                </a:cubicBezTo>
                <a:close/>
                <a:moveTo>
                  <a:pt x="2427" y="4096"/>
                </a:moveTo>
                <a:cubicBezTo>
                  <a:pt x="2616" y="4096"/>
                  <a:pt x="2773" y="4254"/>
                  <a:pt x="2773" y="4443"/>
                </a:cubicBezTo>
                <a:cubicBezTo>
                  <a:pt x="2773" y="4663"/>
                  <a:pt x="2616" y="4821"/>
                  <a:pt x="2427" y="4821"/>
                </a:cubicBezTo>
                <a:lnTo>
                  <a:pt x="1734" y="4821"/>
                </a:lnTo>
                <a:cubicBezTo>
                  <a:pt x="1545" y="4821"/>
                  <a:pt x="1387" y="4663"/>
                  <a:pt x="1387" y="4443"/>
                </a:cubicBezTo>
                <a:cubicBezTo>
                  <a:pt x="1387" y="4254"/>
                  <a:pt x="1545" y="4096"/>
                  <a:pt x="1734" y="4096"/>
                </a:cubicBezTo>
                <a:close/>
                <a:moveTo>
                  <a:pt x="4475" y="4096"/>
                </a:moveTo>
                <a:cubicBezTo>
                  <a:pt x="4664" y="4096"/>
                  <a:pt x="4821" y="4254"/>
                  <a:pt x="4821" y="4443"/>
                </a:cubicBezTo>
                <a:cubicBezTo>
                  <a:pt x="4821" y="4663"/>
                  <a:pt x="4664" y="4821"/>
                  <a:pt x="4475" y="4821"/>
                </a:cubicBezTo>
                <a:lnTo>
                  <a:pt x="3782" y="4821"/>
                </a:lnTo>
                <a:cubicBezTo>
                  <a:pt x="3593" y="4821"/>
                  <a:pt x="3435" y="4663"/>
                  <a:pt x="3435" y="4443"/>
                </a:cubicBezTo>
                <a:cubicBezTo>
                  <a:pt x="3435" y="4254"/>
                  <a:pt x="3593" y="4096"/>
                  <a:pt x="3782" y="4096"/>
                </a:cubicBezTo>
                <a:close/>
                <a:moveTo>
                  <a:pt x="6554" y="4096"/>
                </a:moveTo>
                <a:cubicBezTo>
                  <a:pt x="6743" y="4096"/>
                  <a:pt x="6901" y="4254"/>
                  <a:pt x="6901" y="4443"/>
                </a:cubicBezTo>
                <a:cubicBezTo>
                  <a:pt x="6901" y="4663"/>
                  <a:pt x="6743" y="4821"/>
                  <a:pt x="6554" y="4821"/>
                </a:cubicBezTo>
                <a:lnTo>
                  <a:pt x="5892" y="4821"/>
                </a:lnTo>
                <a:cubicBezTo>
                  <a:pt x="5672" y="4821"/>
                  <a:pt x="5514" y="4663"/>
                  <a:pt x="5514" y="4443"/>
                </a:cubicBezTo>
                <a:cubicBezTo>
                  <a:pt x="5514" y="4254"/>
                  <a:pt x="5672" y="4096"/>
                  <a:pt x="5892" y="4096"/>
                </a:cubicBezTo>
                <a:close/>
                <a:moveTo>
                  <a:pt x="2427" y="5482"/>
                </a:moveTo>
                <a:cubicBezTo>
                  <a:pt x="2616" y="5482"/>
                  <a:pt x="2773" y="5640"/>
                  <a:pt x="2773" y="5829"/>
                </a:cubicBezTo>
                <a:cubicBezTo>
                  <a:pt x="2773" y="6018"/>
                  <a:pt x="2616" y="6175"/>
                  <a:pt x="2427" y="6175"/>
                </a:cubicBezTo>
                <a:lnTo>
                  <a:pt x="1734" y="6175"/>
                </a:lnTo>
                <a:cubicBezTo>
                  <a:pt x="1545" y="6175"/>
                  <a:pt x="1387" y="6018"/>
                  <a:pt x="1387" y="5829"/>
                </a:cubicBezTo>
                <a:cubicBezTo>
                  <a:pt x="1387" y="5640"/>
                  <a:pt x="1545" y="5482"/>
                  <a:pt x="1734" y="5482"/>
                </a:cubicBezTo>
                <a:close/>
                <a:moveTo>
                  <a:pt x="4475" y="5482"/>
                </a:moveTo>
                <a:cubicBezTo>
                  <a:pt x="4664" y="5482"/>
                  <a:pt x="4821" y="5640"/>
                  <a:pt x="4821" y="5829"/>
                </a:cubicBezTo>
                <a:cubicBezTo>
                  <a:pt x="4821" y="6018"/>
                  <a:pt x="4664" y="6175"/>
                  <a:pt x="4475" y="6175"/>
                </a:cubicBezTo>
                <a:lnTo>
                  <a:pt x="3782" y="6175"/>
                </a:lnTo>
                <a:cubicBezTo>
                  <a:pt x="3593" y="6175"/>
                  <a:pt x="3435" y="6018"/>
                  <a:pt x="3435" y="5829"/>
                </a:cubicBezTo>
                <a:cubicBezTo>
                  <a:pt x="3435" y="5640"/>
                  <a:pt x="3593" y="5482"/>
                  <a:pt x="3782" y="5482"/>
                </a:cubicBezTo>
                <a:close/>
                <a:moveTo>
                  <a:pt x="6554" y="5482"/>
                </a:moveTo>
                <a:cubicBezTo>
                  <a:pt x="6743" y="5482"/>
                  <a:pt x="6901" y="5640"/>
                  <a:pt x="6901" y="5829"/>
                </a:cubicBezTo>
                <a:cubicBezTo>
                  <a:pt x="6901" y="6018"/>
                  <a:pt x="6743" y="6175"/>
                  <a:pt x="6554" y="6175"/>
                </a:cubicBezTo>
                <a:lnTo>
                  <a:pt x="5892" y="6175"/>
                </a:lnTo>
                <a:cubicBezTo>
                  <a:pt x="5672" y="6175"/>
                  <a:pt x="5514" y="6018"/>
                  <a:pt x="5514" y="5829"/>
                </a:cubicBezTo>
                <a:cubicBezTo>
                  <a:pt x="5514" y="5640"/>
                  <a:pt x="5672" y="5482"/>
                  <a:pt x="5892" y="5482"/>
                </a:cubicBezTo>
                <a:close/>
                <a:moveTo>
                  <a:pt x="2427" y="6869"/>
                </a:moveTo>
                <a:cubicBezTo>
                  <a:pt x="2616" y="6869"/>
                  <a:pt x="2773" y="7026"/>
                  <a:pt x="2773" y="7215"/>
                </a:cubicBezTo>
                <a:cubicBezTo>
                  <a:pt x="2773" y="7404"/>
                  <a:pt x="2616" y="7562"/>
                  <a:pt x="2427" y="7562"/>
                </a:cubicBezTo>
                <a:lnTo>
                  <a:pt x="1734" y="7562"/>
                </a:lnTo>
                <a:cubicBezTo>
                  <a:pt x="1545" y="7562"/>
                  <a:pt x="1387" y="7404"/>
                  <a:pt x="1387" y="7215"/>
                </a:cubicBezTo>
                <a:cubicBezTo>
                  <a:pt x="1387" y="7026"/>
                  <a:pt x="1545" y="6869"/>
                  <a:pt x="1734" y="6869"/>
                </a:cubicBezTo>
                <a:close/>
                <a:moveTo>
                  <a:pt x="4475" y="6869"/>
                </a:moveTo>
                <a:cubicBezTo>
                  <a:pt x="4664" y="6869"/>
                  <a:pt x="4821" y="7026"/>
                  <a:pt x="4821" y="7215"/>
                </a:cubicBezTo>
                <a:cubicBezTo>
                  <a:pt x="4821" y="7404"/>
                  <a:pt x="4664" y="7562"/>
                  <a:pt x="4475" y="7562"/>
                </a:cubicBezTo>
                <a:lnTo>
                  <a:pt x="3782" y="7562"/>
                </a:lnTo>
                <a:cubicBezTo>
                  <a:pt x="3593" y="7562"/>
                  <a:pt x="3435" y="7404"/>
                  <a:pt x="3435" y="7215"/>
                </a:cubicBezTo>
                <a:cubicBezTo>
                  <a:pt x="3435" y="7026"/>
                  <a:pt x="3593" y="6869"/>
                  <a:pt x="3782" y="6869"/>
                </a:cubicBezTo>
                <a:close/>
                <a:moveTo>
                  <a:pt x="6554" y="6869"/>
                </a:moveTo>
                <a:cubicBezTo>
                  <a:pt x="6743" y="6869"/>
                  <a:pt x="6901" y="7026"/>
                  <a:pt x="6901" y="7215"/>
                </a:cubicBezTo>
                <a:cubicBezTo>
                  <a:pt x="6901" y="7404"/>
                  <a:pt x="6743" y="7562"/>
                  <a:pt x="6554" y="7562"/>
                </a:cubicBezTo>
                <a:lnTo>
                  <a:pt x="5892" y="7562"/>
                </a:lnTo>
                <a:cubicBezTo>
                  <a:pt x="5672" y="7562"/>
                  <a:pt x="5514" y="7404"/>
                  <a:pt x="5514" y="7215"/>
                </a:cubicBezTo>
                <a:cubicBezTo>
                  <a:pt x="5514" y="7026"/>
                  <a:pt x="5672" y="6869"/>
                  <a:pt x="5892" y="6869"/>
                </a:cubicBezTo>
                <a:close/>
                <a:moveTo>
                  <a:pt x="694" y="1"/>
                </a:moveTo>
                <a:lnTo>
                  <a:pt x="694" y="95"/>
                </a:lnTo>
                <a:cubicBezTo>
                  <a:pt x="694" y="631"/>
                  <a:pt x="442" y="1198"/>
                  <a:pt x="64" y="1576"/>
                </a:cubicBezTo>
                <a:lnTo>
                  <a:pt x="1" y="1607"/>
                </a:lnTo>
                <a:lnTo>
                  <a:pt x="1" y="5860"/>
                </a:lnTo>
                <a:lnTo>
                  <a:pt x="64" y="5923"/>
                </a:lnTo>
                <a:cubicBezTo>
                  <a:pt x="442" y="6301"/>
                  <a:pt x="694" y="6869"/>
                  <a:pt x="694" y="7404"/>
                </a:cubicBezTo>
                <a:cubicBezTo>
                  <a:pt x="694" y="7971"/>
                  <a:pt x="442" y="8475"/>
                  <a:pt x="95" y="8853"/>
                </a:cubicBezTo>
                <a:lnTo>
                  <a:pt x="7184" y="8853"/>
                </a:lnTo>
                <a:cubicBezTo>
                  <a:pt x="7720" y="8853"/>
                  <a:pt x="8192" y="8381"/>
                  <a:pt x="8192" y="7845"/>
                </a:cubicBezTo>
                <a:lnTo>
                  <a:pt x="8192" y="946"/>
                </a:lnTo>
                <a:cubicBezTo>
                  <a:pt x="8255" y="473"/>
                  <a:pt x="7814" y="1"/>
                  <a:pt x="721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3" name="Google Shape;7153;p35"/>
          <p:cNvSpPr/>
          <p:nvPr/>
        </p:nvSpPr>
        <p:spPr>
          <a:xfrm>
            <a:off x="2537533" y="2695713"/>
            <a:ext cx="111900" cy="334666"/>
          </a:xfrm>
          <a:custGeom>
            <a:rect b="b" l="l" r="r" t="t"/>
            <a:pathLst>
              <a:path extrusionOk="0" h="10366" w="3466">
                <a:moveTo>
                  <a:pt x="1450" y="1"/>
                </a:moveTo>
                <a:cubicBezTo>
                  <a:pt x="662" y="1"/>
                  <a:pt x="0" y="662"/>
                  <a:pt x="0" y="1450"/>
                </a:cubicBezTo>
                <a:cubicBezTo>
                  <a:pt x="0" y="1860"/>
                  <a:pt x="158" y="2206"/>
                  <a:pt x="410" y="2490"/>
                </a:cubicBezTo>
                <a:lnTo>
                  <a:pt x="694" y="2773"/>
                </a:lnTo>
                <a:lnTo>
                  <a:pt x="694" y="7593"/>
                </a:lnTo>
                <a:lnTo>
                  <a:pt x="410" y="7877"/>
                </a:lnTo>
                <a:cubicBezTo>
                  <a:pt x="158" y="8161"/>
                  <a:pt x="0" y="8507"/>
                  <a:pt x="0" y="8917"/>
                </a:cubicBezTo>
                <a:cubicBezTo>
                  <a:pt x="0" y="9704"/>
                  <a:pt x="662" y="10366"/>
                  <a:pt x="1450" y="10366"/>
                </a:cubicBezTo>
                <a:lnTo>
                  <a:pt x="1985" y="10366"/>
                </a:lnTo>
                <a:cubicBezTo>
                  <a:pt x="2773" y="10366"/>
                  <a:pt x="3466" y="9704"/>
                  <a:pt x="3466" y="8917"/>
                </a:cubicBezTo>
                <a:cubicBezTo>
                  <a:pt x="3466" y="8507"/>
                  <a:pt x="3308" y="8161"/>
                  <a:pt x="3025" y="7877"/>
                </a:cubicBezTo>
                <a:lnTo>
                  <a:pt x="2741" y="7593"/>
                </a:lnTo>
                <a:lnTo>
                  <a:pt x="2741" y="2773"/>
                </a:lnTo>
                <a:lnTo>
                  <a:pt x="3025" y="2490"/>
                </a:lnTo>
                <a:cubicBezTo>
                  <a:pt x="3308" y="2206"/>
                  <a:pt x="3466" y="1860"/>
                  <a:pt x="3466" y="1450"/>
                </a:cubicBezTo>
                <a:cubicBezTo>
                  <a:pt x="3466" y="662"/>
                  <a:pt x="2773" y="1"/>
                  <a:pt x="19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4" name="Google Shape;7154;p35"/>
          <p:cNvSpPr/>
          <p:nvPr/>
        </p:nvSpPr>
        <p:spPr>
          <a:xfrm>
            <a:off x="2593483" y="3052724"/>
            <a:ext cx="120036" cy="22438"/>
          </a:xfrm>
          <a:custGeom>
            <a:rect b="b" l="l" r="r" t="t"/>
            <a:pathLst>
              <a:path extrusionOk="0" h="695" w="3718">
                <a:moveTo>
                  <a:pt x="0" y="1"/>
                </a:moveTo>
                <a:cubicBezTo>
                  <a:pt x="0" y="379"/>
                  <a:pt x="315" y="694"/>
                  <a:pt x="662" y="694"/>
                </a:cubicBezTo>
                <a:lnTo>
                  <a:pt x="3056" y="694"/>
                </a:lnTo>
                <a:cubicBezTo>
                  <a:pt x="3466" y="694"/>
                  <a:pt x="3718" y="379"/>
                  <a:pt x="37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5" name="Google Shape;7155;p35"/>
          <p:cNvSpPr/>
          <p:nvPr/>
        </p:nvSpPr>
        <p:spPr>
          <a:xfrm>
            <a:off x="2537032" y="3462098"/>
            <a:ext cx="200393" cy="44779"/>
          </a:xfrm>
          <a:custGeom>
            <a:rect b="b" l="l" r="r" t="t"/>
            <a:pathLst>
              <a:path extrusionOk="0" h="1387" w="6207">
                <a:moveTo>
                  <a:pt x="32" y="1"/>
                </a:moveTo>
                <a:lnTo>
                  <a:pt x="32" y="1040"/>
                </a:lnTo>
                <a:cubicBezTo>
                  <a:pt x="0" y="1292"/>
                  <a:pt x="158" y="1387"/>
                  <a:pt x="347" y="1387"/>
                </a:cubicBezTo>
                <a:lnTo>
                  <a:pt x="6207" y="1387"/>
                </a:lnTo>
                <a:lnTo>
                  <a:pt x="620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6" name="Google Shape;7156;p35"/>
          <p:cNvSpPr/>
          <p:nvPr/>
        </p:nvSpPr>
        <p:spPr>
          <a:xfrm>
            <a:off x="2537033" y="3197649"/>
            <a:ext cx="237004" cy="243138"/>
          </a:xfrm>
          <a:custGeom>
            <a:rect b="b" l="l" r="r" t="t"/>
            <a:pathLst>
              <a:path extrusionOk="0" h="7531" w="7341">
                <a:moveTo>
                  <a:pt x="4474" y="0"/>
                </a:moveTo>
                <a:cubicBezTo>
                  <a:pt x="3939" y="0"/>
                  <a:pt x="3466" y="473"/>
                  <a:pt x="3466" y="1040"/>
                </a:cubicBezTo>
                <a:cubicBezTo>
                  <a:pt x="3466" y="1576"/>
                  <a:pt x="3939" y="2080"/>
                  <a:pt x="4474" y="2080"/>
                </a:cubicBezTo>
                <a:cubicBezTo>
                  <a:pt x="4600" y="2080"/>
                  <a:pt x="4726" y="2017"/>
                  <a:pt x="4852" y="1985"/>
                </a:cubicBezTo>
                <a:lnTo>
                  <a:pt x="4852" y="2773"/>
                </a:lnTo>
                <a:lnTo>
                  <a:pt x="2741" y="2773"/>
                </a:lnTo>
                <a:cubicBezTo>
                  <a:pt x="1261" y="2773"/>
                  <a:pt x="0" y="4002"/>
                  <a:pt x="0" y="5482"/>
                </a:cubicBezTo>
                <a:lnTo>
                  <a:pt x="0" y="7530"/>
                </a:lnTo>
                <a:lnTo>
                  <a:pt x="6175" y="7530"/>
                </a:lnTo>
                <a:lnTo>
                  <a:pt x="6175" y="5167"/>
                </a:lnTo>
                <a:cubicBezTo>
                  <a:pt x="6175" y="4191"/>
                  <a:pt x="6648" y="3372"/>
                  <a:pt x="7341" y="2773"/>
                </a:cubicBezTo>
                <a:lnTo>
                  <a:pt x="5514" y="2773"/>
                </a:lnTo>
                <a:lnTo>
                  <a:pt x="5514" y="1040"/>
                </a:lnTo>
                <a:cubicBezTo>
                  <a:pt x="5514" y="505"/>
                  <a:pt x="5041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7" name="Google Shape;7157;p35"/>
          <p:cNvSpPr/>
          <p:nvPr/>
        </p:nvSpPr>
        <p:spPr>
          <a:xfrm>
            <a:off x="2648901" y="3529251"/>
            <a:ext cx="67185" cy="45780"/>
          </a:xfrm>
          <a:custGeom>
            <a:rect b="b" l="l" r="r" t="t"/>
            <a:pathLst>
              <a:path extrusionOk="0" h="1418" w="2081">
                <a:moveTo>
                  <a:pt x="32" y="0"/>
                </a:moveTo>
                <a:lnTo>
                  <a:pt x="32" y="1040"/>
                </a:lnTo>
                <a:lnTo>
                  <a:pt x="1" y="1040"/>
                </a:lnTo>
                <a:cubicBezTo>
                  <a:pt x="1" y="1260"/>
                  <a:pt x="159" y="1418"/>
                  <a:pt x="348" y="1418"/>
                </a:cubicBezTo>
                <a:lnTo>
                  <a:pt x="1734" y="1418"/>
                </a:lnTo>
                <a:cubicBezTo>
                  <a:pt x="1923" y="1418"/>
                  <a:pt x="2080" y="1260"/>
                  <a:pt x="2080" y="1040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8" name="Google Shape;7158;p35"/>
          <p:cNvSpPr/>
          <p:nvPr/>
        </p:nvSpPr>
        <p:spPr>
          <a:xfrm>
            <a:off x="2758768" y="3287143"/>
            <a:ext cx="155646" cy="221766"/>
          </a:xfrm>
          <a:custGeom>
            <a:rect b="b" l="l" r="r" t="t"/>
            <a:pathLst>
              <a:path extrusionOk="0" h="6869" w="4821">
                <a:moveTo>
                  <a:pt x="3435" y="2017"/>
                </a:moveTo>
                <a:cubicBezTo>
                  <a:pt x="3624" y="2017"/>
                  <a:pt x="3781" y="2175"/>
                  <a:pt x="3781" y="2364"/>
                </a:cubicBezTo>
                <a:cubicBezTo>
                  <a:pt x="3750" y="2553"/>
                  <a:pt x="3592" y="2710"/>
                  <a:pt x="3435" y="2710"/>
                </a:cubicBezTo>
                <a:lnTo>
                  <a:pt x="1387" y="2710"/>
                </a:lnTo>
                <a:cubicBezTo>
                  <a:pt x="1198" y="2710"/>
                  <a:pt x="1040" y="2553"/>
                  <a:pt x="1040" y="2364"/>
                </a:cubicBezTo>
                <a:cubicBezTo>
                  <a:pt x="1040" y="2175"/>
                  <a:pt x="1198" y="2017"/>
                  <a:pt x="1387" y="2017"/>
                </a:cubicBezTo>
                <a:close/>
                <a:moveTo>
                  <a:pt x="3088" y="4128"/>
                </a:moveTo>
                <a:cubicBezTo>
                  <a:pt x="3466" y="4128"/>
                  <a:pt x="3750" y="4443"/>
                  <a:pt x="3750" y="4821"/>
                </a:cubicBezTo>
                <a:cubicBezTo>
                  <a:pt x="3750" y="5168"/>
                  <a:pt x="3466" y="5483"/>
                  <a:pt x="3088" y="5483"/>
                </a:cubicBezTo>
                <a:lnTo>
                  <a:pt x="1702" y="5483"/>
                </a:lnTo>
                <a:cubicBezTo>
                  <a:pt x="1324" y="5483"/>
                  <a:pt x="1040" y="5168"/>
                  <a:pt x="1040" y="4821"/>
                </a:cubicBezTo>
                <a:cubicBezTo>
                  <a:pt x="1040" y="4412"/>
                  <a:pt x="1355" y="4128"/>
                  <a:pt x="1702" y="4128"/>
                </a:cubicBezTo>
                <a:close/>
                <a:moveTo>
                  <a:pt x="2426" y="1"/>
                </a:moveTo>
                <a:cubicBezTo>
                  <a:pt x="1072" y="1"/>
                  <a:pt x="1" y="1072"/>
                  <a:pt x="1" y="2395"/>
                </a:cubicBezTo>
                <a:lnTo>
                  <a:pt x="1" y="6869"/>
                </a:lnTo>
                <a:lnTo>
                  <a:pt x="4474" y="6869"/>
                </a:lnTo>
                <a:cubicBezTo>
                  <a:pt x="4663" y="6869"/>
                  <a:pt x="4821" y="6711"/>
                  <a:pt x="4821" y="6491"/>
                </a:cubicBezTo>
                <a:lnTo>
                  <a:pt x="4821" y="2395"/>
                </a:lnTo>
                <a:cubicBezTo>
                  <a:pt x="4789" y="1072"/>
                  <a:pt x="3718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9" name="Google Shape;7159;p35"/>
          <p:cNvSpPr/>
          <p:nvPr/>
        </p:nvSpPr>
        <p:spPr>
          <a:xfrm>
            <a:off x="2535499" y="3691465"/>
            <a:ext cx="380446" cy="379413"/>
          </a:xfrm>
          <a:custGeom>
            <a:rect b="b" l="l" r="r" t="t"/>
            <a:pathLst>
              <a:path extrusionOk="0" h="11752" w="11784">
                <a:moveTo>
                  <a:pt x="5199" y="1"/>
                </a:moveTo>
                <a:cubicBezTo>
                  <a:pt x="5042" y="1"/>
                  <a:pt x="4916" y="127"/>
                  <a:pt x="4884" y="284"/>
                </a:cubicBezTo>
                <a:lnTo>
                  <a:pt x="4727" y="883"/>
                </a:lnTo>
                <a:cubicBezTo>
                  <a:pt x="4191" y="977"/>
                  <a:pt x="3655" y="1229"/>
                  <a:pt x="3151" y="1513"/>
                </a:cubicBezTo>
                <a:lnTo>
                  <a:pt x="2647" y="1229"/>
                </a:lnTo>
                <a:cubicBezTo>
                  <a:pt x="2599" y="1205"/>
                  <a:pt x="2542" y="1195"/>
                  <a:pt x="2482" y="1195"/>
                </a:cubicBezTo>
                <a:cubicBezTo>
                  <a:pt x="2386" y="1195"/>
                  <a:pt x="2284" y="1222"/>
                  <a:pt x="2206" y="1261"/>
                </a:cubicBezTo>
                <a:lnTo>
                  <a:pt x="1261" y="2206"/>
                </a:lnTo>
                <a:cubicBezTo>
                  <a:pt x="1135" y="2332"/>
                  <a:pt x="1135" y="2490"/>
                  <a:pt x="1230" y="2647"/>
                </a:cubicBezTo>
                <a:lnTo>
                  <a:pt x="1513" y="3151"/>
                </a:lnTo>
                <a:cubicBezTo>
                  <a:pt x="1198" y="3624"/>
                  <a:pt x="978" y="4191"/>
                  <a:pt x="883" y="4726"/>
                </a:cubicBezTo>
                <a:lnTo>
                  <a:pt x="284" y="4884"/>
                </a:lnTo>
                <a:cubicBezTo>
                  <a:pt x="127" y="4947"/>
                  <a:pt x="1" y="5041"/>
                  <a:pt x="1" y="5199"/>
                </a:cubicBezTo>
                <a:lnTo>
                  <a:pt x="1" y="6585"/>
                </a:lnTo>
                <a:cubicBezTo>
                  <a:pt x="1" y="6743"/>
                  <a:pt x="127" y="6869"/>
                  <a:pt x="284" y="6900"/>
                </a:cubicBezTo>
                <a:lnTo>
                  <a:pt x="883" y="7058"/>
                </a:lnTo>
                <a:cubicBezTo>
                  <a:pt x="946" y="7404"/>
                  <a:pt x="1072" y="7782"/>
                  <a:pt x="1230" y="8129"/>
                </a:cubicBezTo>
                <a:cubicBezTo>
                  <a:pt x="1504" y="7854"/>
                  <a:pt x="2843" y="6486"/>
                  <a:pt x="2841" y="6486"/>
                </a:cubicBezTo>
                <a:lnTo>
                  <a:pt x="2841" y="6486"/>
                </a:lnTo>
                <a:cubicBezTo>
                  <a:pt x="2841" y="6486"/>
                  <a:pt x="2839" y="6488"/>
                  <a:pt x="2836" y="6491"/>
                </a:cubicBezTo>
                <a:cubicBezTo>
                  <a:pt x="2836" y="6459"/>
                  <a:pt x="2805" y="6050"/>
                  <a:pt x="2805" y="5955"/>
                </a:cubicBezTo>
                <a:cubicBezTo>
                  <a:pt x="2773" y="4222"/>
                  <a:pt x="4191" y="2836"/>
                  <a:pt x="5861" y="2836"/>
                </a:cubicBezTo>
                <a:cubicBezTo>
                  <a:pt x="7562" y="2836"/>
                  <a:pt x="8948" y="4222"/>
                  <a:pt x="8948" y="5924"/>
                </a:cubicBezTo>
                <a:cubicBezTo>
                  <a:pt x="8948" y="7499"/>
                  <a:pt x="7751" y="8822"/>
                  <a:pt x="6113" y="8948"/>
                </a:cubicBezTo>
                <a:cubicBezTo>
                  <a:pt x="6066" y="8948"/>
                  <a:pt x="5963" y="8956"/>
                  <a:pt x="5821" y="8956"/>
                </a:cubicBezTo>
                <a:cubicBezTo>
                  <a:pt x="5680" y="8956"/>
                  <a:pt x="5499" y="8948"/>
                  <a:pt x="5294" y="8917"/>
                </a:cubicBezTo>
                <a:lnTo>
                  <a:pt x="3655" y="10523"/>
                </a:lnTo>
                <a:cubicBezTo>
                  <a:pt x="4034" y="10681"/>
                  <a:pt x="4349" y="10807"/>
                  <a:pt x="4727" y="10870"/>
                </a:cubicBezTo>
                <a:lnTo>
                  <a:pt x="4884" y="11468"/>
                </a:lnTo>
                <a:cubicBezTo>
                  <a:pt x="4916" y="11626"/>
                  <a:pt x="5042" y="11752"/>
                  <a:pt x="5199" y="11752"/>
                </a:cubicBezTo>
                <a:lnTo>
                  <a:pt x="6585" y="11752"/>
                </a:lnTo>
                <a:cubicBezTo>
                  <a:pt x="6743" y="11752"/>
                  <a:pt x="6869" y="11626"/>
                  <a:pt x="6901" y="11468"/>
                </a:cubicBezTo>
                <a:lnTo>
                  <a:pt x="7058" y="10870"/>
                </a:lnTo>
                <a:cubicBezTo>
                  <a:pt x="7594" y="10775"/>
                  <a:pt x="8129" y="10523"/>
                  <a:pt x="8633" y="10240"/>
                </a:cubicBezTo>
                <a:lnTo>
                  <a:pt x="9137" y="10523"/>
                </a:lnTo>
                <a:cubicBezTo>
                  <a:pt x="9185" y="10547"/>
                  <a:pt x="9243" y="10558"/>
                  <a:pt x="9302" y="10558"/>
                </a:cubicBezTo>
                <a:cubicBezTo>
                  <a:pt x="9399" y="10558"/>
                  <a:pt x="9501" y="10531"/>
                  <a:pt x="9578" y="10492"/>
                </a:cubicBezTo>
                <a:lnTo>
                  <a:pt x="10524" y="9547"/>
                </a:lnTo>
                <a:cubicBezTo>
                  <a:pt x="10650" y="9421"/>
                  <a:pt x="10650" y="9263"/>
                  <a:pt x="10555" y="9106"/>
                </a:cubicBezTo>
                <a:lnTo>
                  <a:pt x="10303" y="8601"/>
                </a:lnTo>
                <a:cubicBezTo>
                  <a:pt x="10618" y="8129"/>
                  <a:pt x="10807" y="7562"/>
                  <a:pt x="10933" y="7026"/>
                </a:cubicBezTo>
                <a:lnTo>
                  <a:pt x="11500" y="6869"/>
                </a:lnTo>
                <a:cubicBezTo>
                  <a:pt x="11658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752" y="5041"/>
                  <a:pt x="11658" y="4915"/>
                  <a:pt x="11500" y="4884"/>
                </a:cubicBezTo>
                <a:lnTo>
                  <a:pt x="10902" y="4726"/>
                </a:lnTo>
                <a:cubicBezTo>
                  <a:pt x="10807" y="4191"/>
                  <a:pt x="10555" y="3687"/>
                  <a:pt x="10272" y="3151"/>
                </a:cubicBezTo>
                <a:lnTo>
                  <a:pt x="10555" y="2647"/>
                </a:lnTo>
                <a:cubicBezTo>
                  <a:pt x="10650" y="2521"/>
                  <a:pt x="10587" y="2332"/>
                  <a:pt x="10524" y="2206"/>
                </a:cubicBezTo>
                <a:lnTo>
                  <a:pt x="9578" y="1261"/>
                </a:lnTo>
                <a:cubicBezTo>
                  <a:pt x="9509" y="1209"/>
                  <a:pt x="9430" y="1185"/>
                  <a:pt x="9347" y="1185"/>
                </a:cubicBezTo>
                <a:cubicBezTo>
                  <a:pt x="9279" y="1185"/>
                  <a:pt x="9208" y="1201"/>
                  <a:pt x="9137" y="1229"/>
                </a:cubicBezTo>
                <a:lnTo>
                  <a:pt x="8633" y="1513"/>
                </a:lnTo>
                <a:cubicBezTo>
                  <a:pt x="8161" y="1198"/>
                  <a:pt x="7594" y="977"/>
                  <a:pt x="7058" y="883"/>
                </a:cubicBezTo>
                <a:lnTo>
                  <a:pt x="6901" y="284"/>
                </a:lnTo>
                <a:cubicBezTo>
                  <a:pt x="6869" y="127"/>
                  <a:pt x="6743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0" name="Google Shape;7160;p35"/>
          <p:cNvSpPr/>
          <p:nvPr/>
        </p:nvSpPr>
        <p:spPr>
          <a:xfrm>
            <a:off x="2535499" y="3805109"/>
            <a:ext cx="277716" cy="264769"/>
          </a:xfrm>
          <a:custGeom>
            <a:rect b="b" l="l" r="r" t="t"/>
            <a:pathLst>
              <a:path extrusionOk="0" h="8201" w="8602">
                <a:moveTo>
                  <a:pt x="5939" y="0"/>
                </a:moveTo>
                <a:cubicBezTo>
                  <a:pt x="4729" y="0"/>
                  <a:pt x="3750" y="854"/>
                  <a:pt x="3561" y="1963"/>
                </a:cubicBezTo>
                <a:cubicBezTo>
                  <a:pt x="3466" y="2404"/>
                  <a:pt x="3498" y="2813"/>
                  <a:pt x="3624" y="3223"/>
                </a:cubicBezTo>
                <a:lnTo>
                  <a:pt x="410" y="6468"/>
                </a:lnTo>
                <a:cubicBezTo>
                  <a:pt x="1" y="6846"/>
                  <a:pt x="1" y="7507"/>
                  <a:pt x="410" y="7917"/>
                </a:cubicBezTo>
                <a:cubicBezTo>
                  <a:pt x="600" y="8106"/>
                  <a:pt x="852" y="8200"/>
                  <a:pt x="1111" y="8200"/>
                </a:cubicBezTo>
                <a:cubicBezTo>
                  <a:pt x="1371" y="8200"/>
                  <a:pt x="1639" y="8106"/>
                  <a:pt x="1860" y="7917"/>
                </a:cubicBezTo>
                <a:lnTo>
                  <a:pt x="5136" y="4640"/>
                </a:lnTo>
                <a:cubicBezTo>
                  <a:pt x="5388" y="4735"/>
                  <a:pt x="5664" y="4782"/>
                  <a:pt x="5947" y="4782"/>
                </a:cubicBezTo>
                <a:cubicBezTo>
                  <a:pt x="6231" y="4782"/>
                  <a:pt x="6522" y="4735"/>
                  <a:pt x="6806" y="4640"/>
                </a:cubicBezTo>
                <a:cubicBezTo>
                  <a:pt x="7846" y="4294"/>
                  <a:pt x="8602" y="3065"/>
                  <a:pt x="8224" y="1773"/>
                </a:cubicBezTo>
                <a:cubicBezTo>
                  <a:pt x="8192" y="1647"/>
                  <a:pt x="8129" y="1553"/>
                  <a:pt x="8003" y="1521"/>
                </a:cubicBezTo>
                <a:cubicBezTo>
                  <a:pt x="7972" y="1514"/>
                  <a:pt x="7942" y="1510"/>
                  <a:pt x="7914" y="1510"/>
                </a:cubicBezTo>
                <a:cubicBezTo>
                  <a:pt x="7830" y="1510"/>
                  <a:pt x="7759" y="1545"/>
                  <a:pt x="7688" y="1616"/>
                </a:cubicBezTo>
                <a:lnTo>
                  <a:pt x="6901" y="2404"/>
                </a:lnTo>
                <a:cubicBezTo>
                  <a:pt x="6759" y="2530"/>
                  <a:pt x="6578" y="2593"/>
                  <a:pt x="6400" y="2593"/>
                </a:cubicBezTo>
                <a:cubicBezTo>
                  <a:pt x="6223" y="2593"/>
                  <a:pt x="6050" y="2530"/>
                  <a:pt x="5924" y="2404"/>
                </a:cubicBezTo>
                <a:cubicBezTo>
                  <a:pt x="5640" y="2120"/>
                  <a:pt x="5640" y="1679"/>
                  <a:pt x="5924" y="1395"/>
                </a:cubicBezTo>
                <a:lnTo>
                  <a:pt x="6711" y="608"/>
                </a:lnTo>
                <a:cubicBezTo>
                  <a:pt x="6774" y="545"/>
                  <a:pt x="6806" y="419"/>
                  <a:pt x="6774" y="293"/>
                </a:cubicBezTo>
                <a:cubicBezTo>
                  <a:pt x="6743" y="198"/>
                  <a:pt x="6648" y="104"/>
                  <a:pt x="6554" y="72"/>
                </a:cubicBezTo>
                <a:cubicBezTo>
                  <a:pt x="6344" y="23"/>
                  <a:pt x="6139" y="0"/>
                  <a:pt x="593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1" name="Google Shape;7161;p35"/>
          <p:cNvSpPr/>
          <p:nvPr/>
        </p:nvSpPr>
        <p:spPr>
          <a:xfrm>
            <a:off x="4183613" y="3782008"/>
            <a:ext cx="155678" cy="155194"/>
          </a:xfrm>
          <a:custGeom>
            <a:rect b="b" l="l" r="r" t="t"/>
            <a:pathLst>
              <a:path extrusionOk="0" h="4807" w="4822">
                <a:moveTo>
                  <a:pt x="1041" y="0"/>
                </a:moveTo>
                <a:cubicBezTo>
                  <a:pt x="474" y="0"/>
                  <a:pt x="1" y="473"/>
                  <a:pt x="1" y="1040"/>
                </a:cubicBezTo>
                <a:lnTo>
                  <a:pt x="1" y="2426"/>
                </a:lnTo>
                <a:cubicBezTo>
                  <a:pt x="1" y="2962"/>
                  <a:pt x="474" y="3434"/>
                  <a:pt x="1041" y="3434"/>
                </a:cubicBezTo>
                <a:lnTo>
                  <a:pt x="1387" y="3434"/>
                </a:lnTo>
                <a:lnTo>
                  <a:pt x="1387" y="4474"/>
                </a:lnTo>
                <a:cubicBezTo>
                  <a:pt x="1387" y="4631"/>
                  <a:pt x="1482" y="4726"/>
                  <a:pt x="1576" y="4789"/>
                </a:cubicBezTo>
                <a:cubicBezTo>
                  <a:pt x="1618" y="4799"/>
                  <a:pt x="1664" y="4806"/>
                  <a:pt x="1709" y="4806"/>
                </a:cubicBezTo>
                <a:cubicBezTo>
                  <a:pt x="1800" y="4806"/>
                  <a:pt x="1891" y="4778"/>
                  <a:pt x="1954" y="4694"/>
                </a:cubicBezTo>
                <a:lnTo>
                  <a:pt x="3214" y="3434"/>
                </a:lnTo>
                <a:lnTo>
                  <a:pt x="3750" y="3434"/>
                </a:lnTo>
                <a:cubicBezTo>
                  <a:pt x="4317" y="3434"/>
                  <a:pt x="4790" y="2962"/>
                  <a:pt x="4790" y="2426"/>
                </a:cubicBezTo>
                <a:lnTo>
                  <a:pt x="4790" y="1040"/>
                </a:lnTo>
                <a:cubicBezTo>
                  <a:pt x="4821" y="473"/>
                  <a:pt x="4380" y="0"/>
                  <a:pt x="3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2" name="Google Shape;7162;p35"/>
          <p:cNvSpPr/>
          <p:nvPr/>
        </p:nvSpPr>
        <p:spPr>
          <a:xfrm>
            <a:off x="3962911" y="3782008"/>
            <a:ext cx="154645" cy="155194"/>
          </a:xfrm>
          <a:custGeom>
            <a:rect b="b" l="l" r="r" t="t"/>
            <a:pathLst>
              <a:path extrusionOk="0" h="4807" w="4790">
                <a:moveTo>
                  <a:pt x="1009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2395"/>
                </a:lnTo>
                <a:cubicBezTo>
                  <a:pt x="0" y="2962"/>
                  <a:pt x="473" y="3434"/>
                  <a:pt x="1009" y="3434"/>
                </a:cubicBezTo>
                <a:lnTo>
                  <a:pt x="1576" y="3434"/>
                </a:lnTo>
                <a:lnTo>
                  <a:pt x="2836" y="4694"/>
                </a:lnTo>
                <a:cubicBezTo>
                  <a:pt x="2920" y="4778"/>
                  <a:pt x="3018" y="4806"/>
                  <a:pt x="3102" y="4806"/>
                </a:cubicBezTo>
                <a:cubicBezTo>
                  <a:pt x="3144" y="4806"/>
                  <a:pt x="3182" y="4799"/>
                  <a:pt x="3214" y="4789"/>
                </a:cubicBezTo>
                <a:cubicBezTo>
                  <a:pt x="3340" y="4726"/>
                  <a:pt x="3434" y="4568"/>
                  <a:pt x="3434" y="4474"/>
                </a:cubicBezTo>
                <a:lnTo>
                  <a:pt x="3434" y="3434"/>
                </a:lnTo>
                <a:lnTo>
                  <a:pt x="3781" y="3434"/>
                </a:lnTo>
                <a:cubicBezTo>
                  <a:pt x="4348" y="3434"/>
                  <a:pt x="4789" y="2962"/>
                  <a:pt x="4789" y="2395"/>
                </a:cubicBezTo>
                <a:lnTo>
                  <a:pt x="4789" y="1040"/>
                </a:lnTo>
                <a:cubicBezTo>
                  <a:pt x="4789" y="473"/>
                  <a:pt x="4348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3" name="Google Shape;7163;p35"/>
          <p:cNvSpPr/>
          <p:nvPr/>
        </p:nvSpPr>
        <p:spPr>
          <a:xfrm>
            <a:off x="4030032" y="4002710"/>
            <a:ext cx="243138" cy="67153"/>
          </a:xfrm>
          <a:custGeom>
            <a:rect b="b" l="l" r="r" t="t"/>
            <a:pathLst>
              <a:path extrusionOk="0" h="2080" w="7531">
                <a:moveTo>
                  <a:pt x="1" y="1"/>
                </a:moveTo>
                <a:lnTo>
                  <a:pt x="1" y="1040"/>
                </a:lnTo>
                <a:cubicBezTo>
                  <a:pt x="1" y="1607"/>
                  <a:pt x="473" y="2080"/>
                  <a:pt x="1040" y="2080"/>
                </a:cubicBezTo>
                <a:lnTo>
                  <a:pt x="6491" y="2080"/>
                </a:lnTo>
                <a:cubicBezTo>
                  <a:pt x="7058" y="2080"/>
                  <a:pt x="7530" y="1607"/>
                  <a:pt x="7530" y="1040"/>
                </a:cubicBezTo>
                <a:lnTo>
                  <a:pt x="753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4" name="Google Shape;7164;p35"/>
          <p:cNvSpPr/>
          <p:nvPr/>
        </p:nvSpPr>
        <p:spPr>
          <a:xfrm>
            <a:off x="4030032" y="3692481"/>
            <a:ext cx="243138" cy="44779"/>
          </a:xfrm>
          <a:custGeom>
            <a:rect b="b" l="l" r="r" t="t"/>
            <a:pathLst>
              <a:path extrusionOk="0" h="1387" w="7531">
                <a:moveTo>
                  <a:pt x="1040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1387"/>
                </a:lnTo>
                <a:lnTo>
                  <a:pt x="7530" y="1387"/>
                </a:lnTo>
                <a:lnTo>
                  <a:pt x="7530" y="1040"/>
                </a:lnTo>
                <a:cubicBezTo>
                  <a:pt x="7530" y="505"/>
                  <a:pt x="7058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5" name="Google Shape;7165;p35"/>
          <p:cNvSpPr/>
          <p:nvPr/>
        </p:nvSpPr>
        <p:spPr>
          <a:xfrm>
            <a:off x="4029031" y="3759635"/>
            <a:ext cx="243106" cy="220733"/>
          </a:xfrm>
          <a:custGeom>
            <a:rect b="b" l="l" r="r" t="t"/>
            <a:pathLst>
              <a:path extrusionOk="0" h="6837" w="7530">
                <a:moveTo>
                  <a:pt x="1733" y="0"/>
                </a:moveTo>
                <a:cubicBezTo>
                  <a:pt x="2678" y="0"/>
                  <a:pt x="3434" y="756"/>
                  <a:pt x="3434" y="1701"/>
                </a:cubicBezTo>
                <a:lnTo>
                  <a:pt x="3434" y="3056"/>
                </a:lnTo>
                <a:cubicBezTo>
                  <a:pt x="3434" y="3907"/>
                  <a:pt x="2836" y="4568"/>
                  <a:pt x="2048" y="4757"/>
                </a:cubicBezTo>
                <a:lnTo>
                  <a:pt x="2048" y="5167"/>
                </a:lnTo>
                <a:cubicBezTo>
                  <a:pt x="2048" y="5576"/>
                  <a:pt x="1828" y="5954"/>
                  <a:pt x="1418" y="6112"/>
                </a:cubicBezTo>
                <a:cubicBezTo>
                  <a:pt x="1307" y="6162"/>
                  <a:pt x="1184" y="6187"/>
                  <a:pt x="1058" y="6187"/>
                </a:cubicBezTo>
                <a:cubicBezTo>
                  <a:pt x="789" y="6187"/>
                  <a:pt x="508" y="6075"/>
                  <a:pt x="315" y="5860"/>
                </a:cubicBezTo>
                <a:lnTo>
                  <a:pt x="0" y="5545"/>
                </a:lnTo>
                <a:lnTo>
                  <a:pt x="0" y="6837"/>
                </a:lnTo>
                <a:lnTo>
                  <a:pt x="7530" y="6837"/>
                </a:lnTo>
                <a:lnTo>
                  <a:pt x="7530" y="5545"/>
                </a:lnTo>
                <a:lnTo>
                  <a:pt x="7215" y="5860"/>
                </a:lnTo>
                <a:cubicBezTo>
                  <a:pt x="7022" y="6075"/>
                  <a:pt x="6756" y="6187"/>
                  <a:pt x="6496" y="6187"/>
                </a:cubicBezTo>
                <a:cubicBezTo>
                  <a:pt x="6374" y="6187"/>
                  <a:pt x="6254" y="6162"/>
                  <a:pt x="6144" y="6112"/>
                </a:cubicBezTo>
                <a:cubicBezTo>
                  <a:pt x="5734" y="5954"/>
                  <a:pt x="5514" y="5576"/>
                  <a:pt x="5514" y="5167"/>
                </a:cubicBezTo>
                <a:lnTo>
                  <a:pt x="5514" y="4757"/>
                </a:lnTo>
                <a:cubicBezTo>
                  <a:pt x="4726" y="4600"/>
                  <a:pt x="4127" y="3907"/>
                  <a:pt x="4127" y="3056"/>
                </a:cubicBezTo>
                <a:lnTo>
                  <a:pt x="4127" y="1701"/>
                </a:lnTo>
                <a:cubicBezTo>
                  <a:pt x="4127" y="756"/>
                  <a:pt x="4884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6" name="Google Shape;7166;p35"/>
          <p:cNvSpPr/>
          <p:nvPr/>
        </p:nvSpPr>
        <p:spPr>
          <a:xfrm>
            <a:off x="2158430" y="1818318"/>
            <a:ext cx="196325" cy="197358"/>
          </a:xfrm>
          <a:custGeom>
            <a:rect b="b" l="l" r="r" t="t"/>
            <a:pathLst>
              <a:path extrusionOk="0" h="6113" w="6081">
                <a:moveTo>
                  <a:pt x="3025" y="1387"/>
                </a:moveTo>
                <a:cubicBezTo>
                  <a:pt x="3970" y="1387"/>
                  <a:pt x="4726" y="2143"/>
                  <a:pt x="4726" y="3088"/>
                </a:cubicBezTo>
                <a:cubicBezTo>
                  <a:pt x="4726" y="4033"/>
                  <a:pt x="3970" y="4789"/>
                  <a:pt x="3025" y="4789"/>
                </a:cubicBezTo>
                <a:cubicBezTo>
                  <a:pt x="2080" y="4789"/>
                  <a:pt x="1324" y="4033"/>
                  <a:pt x="1324" y="3088"/>
                </a:cubicBezTo>
                <a:cubicBezTo>
                  <a:pt x="1324" y="2143"/>
                  <a:pt x="2080" y="1387"/>
                  <a:pt x="3025" y="1387"/>
                </a:cubicBezTo>
                <a:close/>
                <a:moveTo>
                  <a:pt x="2710" y="0"/>
                </a:moveTo>
                <a:lnTo>
                  <a:pt x="2710" y="442"/>
                </a:lnTo>
                <a:cubicBezTo>
                  <a:pt x="2710" y="599"/>
                  <a:pt x="2584" y="725"/>
                  <a:pt x="2426" y="757"/>
                </a:cubicBezTo>
                <a:cubicBezTo>
                  <a:pt x="2237" y="788"/>
                  <a:pt x="2017" y="914"/>
                  <a:pt x="1859" y="1009"/>
                </a:cubicBezTo>
                <a:cubicBezTo>
                  <a:pt x="1815" y="1031"/>
                  <a:pt x="1762" y="1041"/>
                  <a:pt x="1707" y="1041"/>
                </a:cubicBezTo>
                <a:cubicBezTo>
                  <a:pt x="1607" y="1041"/>
                  <a:pt x="1500" y="1007"/>
                  <a:pt x="1418" y="946"/>
                </a:cubicBezTo>
                <a:lnTo>
                  <a:pt x="1103" y="631"/>
                </a:lnTo>
                <a:lnTo>
                  <a:pt x="631" y="1103"/>
                </a:lnTo>
                <a:lnTo>
                  <a:pt x="946" y="1418"/>
                </a:lnTo>
                <a:cubicBezTo>
                  <a:pt x="1072" y="1544"/>
                  <a:pt x="1072" y="1702"/>
                  <a:pt x="977" y="1859"/>
                </a:cubicBezTo>
                <a:cubicBezTo>
                  <a:pt x="851" y="2048"/>
                  <a:pt x="788" y="2269"/>
                  <a:pt x="757" y="2458"/>
                </a:cubicBezTo>
                <a:cubicBezTo>
                  <a:pt x="694" y="2615"/>
                  <a:pt x="599" y="2710"/>
                  <a:pt x="442" y="2710"/>
                </a:cubicBezTo>
                <a:lnTo>
                  <a:pt x="1" y="2710"/>
                </a:lnTo>
                <a:lnTo>
                  <a:pt x="1" y="3403"/>
                </a:lnTo>
                <a:lnTo>
                  <a:pt x="442" y="3403"/>
                </a:lnTo>
                <a:cubicBezTo>
                  <a:pt x="599" y="3403"/>
                  <a:pt x="694" y="3498"/>
                  <a:pt x="757" y="3655"/>
                </a:cubicBezTo>
                <a:cubicBezTo>
                  <a:pt x="788" y="3876"/>
                  <a:pt x="914" y="4096"/>
                  <a:pt x="977" y="4254"/>
                </a:cubicBezTo>
                <a:cubicBezTo>
                  <a:pt x="1072" y="4380"/>
                  <a:pt x="1009" y="4569"/>
                  <a:pt x="946" y="4695"/>
                </a:cubicBezTo>
                <a:lnTo>
                  <a:pt x="631" y="5010"/>
                </a:lnTo>
                <a:lnTo>
                  <a:pt x="1103" y="5482"/>
                </a:lnTo>
                <a:lnTo>
                  <a:pt x="1418" y="5167"/>
                </a:lnTo>
                <a:cubicBezTo>
                  <a:pt x="1486" y="5100"/>
                  <a:pt x="1562" y="5068"/>
                  <a:pt x="1643" y="5068"/>
                </a:cubicBezTo>
                <a:cubicBezTo>
                  <a:pt x="1713" y="5068"/>
                  <a:pt x="1786" y="5092"/>
                  <a:pt x="1859" y="5136"/>
                </a:cubicBezTo>
                <a:cubicBezTo>
                  <a:pt x="2048" y="5230"/>
                  <a:pt x="2237" y="5325"/>
                  <a:pt x="2426" y="5356"/>
                </a:cubicBezTo>
                <a:cubicBezTo>
                  <a:pt x="2584" y="5419"/>
                  <a:pt x="2710" y="5514"/>
                  <a:pt x="2710" y="5671"/>
                </a:cubicBezTo>
                <a:lnTo>
                  <a:pt x="2710" y="6112"/>
                </a:lnTo>
                <a:lnTo>
                  <a:pt x="3372" y="6112"/>
                </a:lnTo>
                <a:lnTo>
                  <a:pt x="3372" y="5734"/>
                </a:lnTo>
                <a:cubicBezTo>
                  <a:pt x="3372" y="5577"/>
                  <a:pt x="3498" y="5451"/>
                  <a:pt x="3655" y="5419"/>
                </a:cubicBezTo>
                <a:cubicBezTo>
                  <a:pt x="3844" y="5356"/>
                  <a:pt x="4096" y="5262"/>
                  <a:pt x="4254" y="5167"/>
                </a:cubicBezTo>
                <a:cubicBezTo>
                  <a:pt x="4300" y="5133"/>
                  <a:pt x="4355" y="5119"/>
                  <a:pt x="4410" y="5119"/>
                </a:cubicBezTo>
                <a:cubicBezTo>
                  <a:pt x="4506" y="5119"/>
                  <a:pt x="4603" y="5159"/>
                  <a:pt x="4663" y="5199"/>
                </a:cubicBezTo>
                <a:lnTo>
                  <a:pt x="5010" y="5514"/>
                </a:lnTo>
                <a:lnTo>
                  <a:pt x="5451" y="5041"/>
                </a:lnTo>
                <a:lnTo>
                  <a:pt x="5136" y="4726"/>
                </a:lnTo>
                <a:cubicBezTo>
                  <a:pt x="5041" y="4632"/>
                  <a:pt x="5041" y="4474"/>
                  <a:pt x="5104" y="4285"/>
                </a:cubicBezTo>
                <a:cubicBezTo>
                  <a:pt x="5230" y="4096"/>
                  <a:pt x="5293" y="3907"/>
                  <a:pt x="5356" y="3718"/>
                </a:cubicBezTo>
                <a:cubicBezTo>
                  <a:pt x="5388" y="3561"/>
                  <a:pt x="5514" y="3434"/>
                  <a:pt x="5671" y="3434"/>
                </a:cubicBezTo>
                <a:lnTo>
                  <a:pt x="6081" y="3434"/>
                </a:lnTo>
                <a:lnTo>
                  <a:pt x="6081" y="2773"/>
                </a:lnTo>
                <a:lnTo>
                  <a:pt x="5671" y="2773"/>
                </a:lnTo>
                <a:cubicBezTo>
                  <a:pt x="5514" y="2710"/>
                  <a:pt x="5388" y="2615"/>
                  <a:pt x="5356" y="2458"/>
                </a:cubicBezTo>
                <a:cubicBezTo>
                  <a:pt x="5293" y="2269"/>
                  <a:pt x="5199" y="2017"/>
                  <a:pt x="5104" y="1859"/>
                </a:cubicBezTo>
                <a:cubicBezTo>
                  <a:pt x="5041" y="1733"/>
                  <a:pt x="5073" y="1544"/>
                  <a:pt x="5136" y="1418"/>
                </a:cubicBezTo>
                <a:lnTo>
                  <a:pt x="5451" y="1103"/>
                </a:lnTo>
                <a:lnTo>
                  <a:pt x="5010" y="631"/>
                </a:lnTo>
                <a:lnTo>
                  <a:pt x="4663" y="946"/>
                </a:lnTo>
                <a:cubicBezTo>
                  <a:pt x="4608" y="1019"/>
                  <a:pt x="4531" y="1050"/>
                  <a:pt x="4445" y="1050"/>
                </a:cubicBezTo>
                <a:cubicBezTo>
                  <a:pt x="4384" y="1050"/>
                  <a:pt x="4319" y="1035"/>
                  <a:pt x="4254" y="1009"/>
                </a:cubicBezTo>
                <a:cubicBezTo>
                  <a:pt x="4033" y="883"/>
                  <a:pt x="3844" y="788"/>
                  <a:pt x="3655" y="757"/>
                </a:cubicBezTo>
                <a:cubicBezTo>
                  <a:pt x="3498" y="725"/>
                  <a:pt x="3372" y="599"/>
                  <a:pt x="3372" y="442"/>
                </a:cubicBezTo>
                <a:lnTo>
                  <a:pt x="337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7" name="Google Shape;7167;p35"/>
          <p:cNvSpPr/>
          <p:nvPr/>
        </p:nvSpPr>
        <p:spPr>
          <a:xfrm>
            <a:off x="2067902" y="1729824"/>
            <a:ext cx="376379" cy="376379"/>
          </a:xfrm>
          <a:custGeom>
            <a:rect b="b" l="l" r="r" t="t"/>
            <a:pathLst>
              <a:path extrusionOk="0" h="11658" w="11658">
                <a:moveTo>
                  <a:pt x="6522" y="2048"/>
                </a:moveTo>
                <a:cubicBezTo>
                  <a:pt x="6743" y="2048"/>
                  <a:pt x="6900" y="2206"/>
                  <a:pt x="6900" y="2395"/>
                </a:cubicBezTo>
                <a:lnTo>
                  <a:pt x="6900" y="2899"/>
                </a:lnTo>
                <a:cubicBezTo>
                  <a:pt x="6995" y="2962"/>
                  <a:pt x="7089" y="2994"/>
                  <a:pt x="7152" y="3025"/>
                </a:cubicBezTo>
                <a:lnTo>
                  <a:pt x="7530" y="2678"/>
                </a:lnTo>
                <a:cubicBezTo>
                  <a:pt x="7578" y="2615"/>
                  <a:pt x="7664" y="2584"/>
                  <a:pt x="7755" y="2584"/>
                </a:cubicBezTo>
                <a:cubicBezTo>
                  <a:pt x="7845" y="2584"/>
                  <a:pt x="7940" y="2615"/>
                  <a:pt x="8003" y="2678"/>
                </a:cubicBezTo>
                <a:lnTo>
                  <a:pt x="8979" y="3655"/>
                </a:lnTo>
                <a:cubicBezTo>
                  <a:pt x="9106" y="3781"/>
                  <a:pt x="9106" y="4002"/>
                  <a:pt x="8979" y="4128"/>
                </a:cubicBezTo>
                <a:lnTo>
                  <a:pt x="8633" y="4474"/>
                </a:lnTo>
                <a:cubicBezTo>
                  <a:pt x="8664" y="4569"/>
                  <a:pt x="8696" y="4695"/>
                  <a:pt x="8727" y="4758"/>
                </a:cubicBezTo>
                <a:lnTo>
                  <a:pt x="9263" y="4758"/>
                </a:lnTo>
                <a:cubicBezTo>
                  <a:pt x="9452" y="4758"/>
                  <a:pt x="9610" y="4915"/>
                  <a:pt x="9610" y="5104"/>
                </a:cubicBezTo>
                <a:lnTo>
                  <a:pt x="9610" y="6491"/>
                </a:lnTo>
                <a:cubicBezTo>
                  <a:pt x="9610" y="6680"/>
                  <a:pt x="9452" y="6837"/>
                  <a:pt x="9263" y="6837"/>
                </a:cubicBezTo>
                <a:lnTo>
                  <a:pt x="8727" y="6837"/>
                </a:lnTo>
                <a:cubicBezTo>
                  <a:pt x="8696" y="6963"/>
                  <a:pt x="8664" y="7026"/>
                  <a:pt x="8633" y="7121"/>
                </a:cubicBezTo>
                <a:lnTo>
                  <a:pt x="8979" y="7467"/>
                </a:lnTo>
                <a:cubicBezTo>
                  <a:pt x="9106" y="7593"/>
                  <a:pt x="9106" y="7814"/>
                  <a:pt x="8979" y="7940"/>
                </a:cubicBezTo>
                <a:lnTo>
                  <a:pt x="8003" y="8916"/>
                </a:lnTo>
                <a:cubicBezTo>
                  <a:pt x="7940" y="8979"/>
                  <a:pt x="7845" y="9011"/>
                  <a:pt x="7755" y="9011"/>
                </a:cubicBezTo>
                <a:cubicBezTo>
                  <a:pt x="7664" y="9011"/>
                  <a:pt x="7578" y="8979"/>
                  <a:pt x="7530" y="8916"/>
                </a:cubicBezTo>
                <a:lnTo>
                  <a:pt x="7152" y="8570"/>
                </a:lnTo>
                <a:cubicBezTo>
                  <a:pt x="7089" y="8601"/>
                  <a:pt x="6963" y="8664"/>
                  <a:pt x="6900" y="8696"/>
                </a:cubicBezTo>
                <a:lnTo>
                  <a:pt x="6900" y="9200"/>
                </a:lnTo>
                <a:cubicBezTo>
                  <a:pt x="6900" y="9389"/>
                  <a:pt x="6743" y="9547"/>
                  <a:pt x="6522" y="9547"/>
                </a:cubicBezTo>
                <a:lnTo>
                  <a:pt x="5167" y="9547"/>
                </a:lnTo>
                <a:cubicBezTo>
                  <a:pt x="4947" y="9547"/>
                  <a:pt x="4789" y="9389"/>
                  <a:pt x="4789" y="9200"/>
                </a:cubicBezTo>
                <a:lnTo>
                  <a:pt x="4789" y="8696"/>
                </a:lnTo>
                <a:cubicBezTo>
                  <a:pt x="4695" y="8664"/>
                  <a:pt x="4600" y="8601"/>
                  <a:pt x="4537" y="8570"/>
                </a:cubicBezTo>
                <a:lnTo>
                  <a:pt x="4159" y="8916"/>
                </a:lnTo>
                <a:cubicBezTo>
                  <a:pt x="4112" y="8979"/>
                  <a:pt x="4025" y="9011"/>
                  <a:pt x="3935" y="9011"/>
                </a:cubicBezTo>
                <a:cubicBezTo>
                  <a:pt x="3844" y="9011"/>
                  <a:pt x="3750" y="8979"/>
                  <a:pt x="3687" y="8916"/>
                </a:cubicBezTo>
                <a:lnTo>
                  <a:pt x="2710" y="7940"/>
                </a:lnTo>
                <a:cubicBezTo>
                  <a:pt x="2584" y="7814"/>
                  <a:pt x="2584" y="7593"/>
                  <a:pt x="2710" y="7467"/>
                </a:cubicBezTo>
                <a:lnTo>
                  <a:pt x="3057" y="7121"/>
                </a:lnTo>
                <a:cubicBezTo>
                  <a:pt x="3025" y="7026"/>
                  <a:pt x="2994" y="6932"/>
                  <a:pt x="2962" y="6837"/>
                </a:cubicBezTo>
                <a:lnTo>
                  <a:pt x="2426" y="6837"/>
                </a:lnTo>
                <a:cubicBezTo>
                  <a:pt x="2237" y="6837"/>
                  <a:pt x="2080" y="6680"/>
                  <a:pt x="2080" y="6491"/>
                </a:cubicBezTo>
                <a:lnTo>
                  <a:pt x="2080" y="5104"/>
                </a:lnTo>
                <a:cubicBezTo>
                  <a:pt x="2080" y="4915"/>
                  <a:pt x="2237" y="4758"/>
                  <a:pt x="2426" y="4758"/>
                </a:cubicBezTo>
                <a:lnTo>
                  <a:pt x="2962" y="4758"/>
                </a:lnTo>
                <a:cubicBezTo>
                  <a:pt x="2994" y="4632"/>
                  <a:pt x="3025" y="4569"/>
                  <a:pt x="3057" y="4474"/>
                </a:cubicBezTo>
                <a:lnTo>
                  <a:pt x="2710" y="4128"/>
                </a:lnTo>
                <a:cubicBezTo>
                  <a:pt x="2584" y="4002"/>
                  <a:pt x="2584" y="3781"/>
                  <a:pt x="2710" y="3655"/>
                </a:cubicBezTo>
                <a:lnTo>
                  <a:pt x="3687" y="2678"/>
                </a:lnTo>
                <a:cubicBezTo>
                  <a:pt x="3750" y="2615"/>
                  <a:pt x="3844" y="2584"/>
                  <a:pt x="3935" y="2584"/>
                </a:cubicBezTo>
                <a:cubicBezTo>
                  <a:pt x="4025" y="2584"/>
                  <a:pt x="4112" y="2615"/>
                  <a:pt x="4159" y="2678"/>
                </a:cubicBezTo>
                <a:lnTo>
                  <a:pt x="4537" y="3025"/>
                </a:lnTo>
                <a:cubicBezTo>
                  <a:pt x="4600" y="2994"/>
                  <a:pt x="4726" y="2962"/>
                  <a:pt x="4789" y="2899"/>
                </a:cubicBezTo>
                <a:lnTo>
                  <a:pt x="4789" y="2395"/>
                </a:lnTo>
                <a:cubicBezTo>
                  <a:pt x="4789" y="2206"/>
                  <a:pt x="4947" y="2048"/>
                  <a:pt x="5167" y="2048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1" y="6837"/>
                  <a:pt x="284" y="7877"/>
                  <a:pt x="820" y="8790"/>
                </a:cubicBezTo>
                <a:lnTo>
                  <a:pt x="32" y="11185"/>
                </a:lnTo>
                <a:cubicBezTo>
                  <a:pt x="1" y="11311"/>
                  <a:pt x="32" y="11468"/>
                  <a:pt x="127" y="11531"/>
                </a:cubicBezTo>
                <a:cubicBezTo>
                  <a:pt x="174" y="11602"/>
                  <a:pt x="274" y="11638"/>
                  <a:pt x="375" y="11638"/>
                </a:cubicBezTo>
                <a:cubicBezTo>
                  <a:pt x="408" y="11638"/>
                  <a:pt x="442" y="11634"/>
                  <a:pt x="473" y="11626"/>
                </a:cubicBezTo>
                <a:lnTo>
                  <a:pt x="2868" y="10838"/>
                </a:lnTo>
                <a:cubicBezTo>
                  <a:pt x="3781" y="11374"/>
                  <a:pt x="4789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584"/>
                  <a:pt x="9011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8" name="Google Shape;7168;p35"/>
          <p:cNvSpPr/>
          <p:nvPr/>
        </p:nvSpPr>
        <p:spPr>
          <a:xfrm>
            <a:off x="2222516" y="1884438"/>
            <a:ext cx="66152" cy="66152"/>
          </a:xfrm>
          <a:custGeom>
            <a:rect b="b" l="l" r="r" t="t"/>
            <a:pathLst>
              <a:path extrusionOk="0" h="2049" w="2049"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6" y="2048"/>
                  <a:pt x="2048" y="1576"/>
                  <a:pt x="2048" y="1040"/>
                </a:cubicBezTo>
                <a:cubicBezTo>
                  <a:pt x="2048" y="441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9" name="Google Shape;7169;p35"/>
          <p:cNvSpPr/>
          <p:nvPr/>
        </p:nvSpPr>
        <p:spPr>
          <a:xfrm>
            <a:off x="2067263" y="2193251"/>
            <a:ext cx="376379" cy="376346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0" name="Google Shape;7170;p35"/>
          <p:cNvSpPr/>
          <p:nvPr/>
        </p:nvSpPr>
        <p:spPr>
          <a:xfrm>
            <a:off x="636320" y="2697779"/>
            <a:ext cx="89526" cy="376346"/>
          </a:xfrm>
          <a:custGeom>
            <a:rect b="b" l="l" r="r" t="t"/>
            <a:pathLst>
              <a:path extrusionOk="0" h="11657" w="2773">
                <a:moveTo>
                  <a:pt x="1733" y="0"/>
                </a:moveTo>
                <a:cubicBezTo>
                  <a:pt x="1198" y="0"/>
                  <a:pt x="725" y="473"/>
                  <a:pt x="725" y="1040"/>
                </a:cubicBezTo>
                <a:lnTo>
                  <a:pt x="725" y="1386"/>
                </a:lnTo>
                <a:lnTo>
                  <a:pt x="347" y="1386"/>
                </a:lnTo>
                <a:cubicBezTo>
                  <a:pt x="158" y="1386"/>
                  <a:pt x="1" y="1544"/>
                  <a:pt x="1" y="1733"/>
                </a:cubicBezTo>
                <a:cubicBezTo>
                  <a:pt x="1" y="1922"/>
                  <a:pt x="158" y="2079"/>
                  <a:pt x="347" y="2079"/>
                </a:cubicBezTo>
                <a:lnTo>
                  <a:pt x="725" y="2079"/>
                </a:lnTo>
                <a:lnTo>
                  <a:pt x="725" y="3466"/>
                </a:lnTo>
                <a:lnTo>
                  <a:pt x="347" y="3466"/>
                </a:lnTo>
                <a:cubicBezTo>
                  <a:pt x="158" y="3466"/>
                  <a:pt x="1" y="3623"/>
                  <a:pt x="1" y="3812"/>
                </a:cubicBezTo>
                <a:cubicBezTo>
                  <a:pt x="1" y="4033"/>
                  <a:pt x="158" y="4190"/>
                  <a:pt x="347" y="4190"/>
                </a:cubicBezTo>
                <a:lnTo>
                  <a:pt x="725" y="4190"/>
                </a:lnTo>
                <a:lnTo>
                  <a:pt x="725" y="5608"/>
                </a:lnTo>
                <a:lnTo>
                  <a:pt x="347" y="5608"/>
                </a:lnTo>
                <a:cubicBezTo>
                  <a:pt x="158" y="5608"/>
                  <a:pt x="1" y="5765"/>
                  <a:pt x="1" y="5954"/>
                </a:cubicBezTo>
                <a:cubicBezTo>
                  <a:pt x="1" y="6143"/>
                  <a:pt x="158" y="6301"/>
                  <a:pt x="347" y="6301"/>
                </a:cubicBezTo>
                <a:lnTo>
                  <a:pt x="725" y="6301"/>
                </a:lnTo>
                <a:lnTo>
                  <a:pt x="725" y="7687"/>
                </a:lnTo>
                <a:lnTo>
                  <a:pt x="347" y="7687"/>
                </a:lnTo>
                <a:cubicBezTo>
                  <a:pt x="158" y="7687"/>
                  <a:pt x="1" y="7845"/>
                  <a:pt x="1" y="8034"/>
                </a:cubicBezTo>
                <a:cubicBezTo>
                  <a:pt x="1" y="8223"/>
                  <a:pt x="158" y="8380"/>
                  <a:pt x="347" y="8380"/>
                </a:cubicBezTo>
                <a:lnTo>
                  <a:pt x="725" y="8380"/>
                </a:lnTo>
                <a:lnTo>
                  <a:pt x="725" y="9767"/>
                </a:lnTo>
                <a:lnTo>
                  <a:pt x="347" y="9767"/>
                </a:lnTo>
                <a:lnTo>
                  <a:pt x="347" y="9577"/>
                </a:lnTo>
                <a:cubicBezTo>
                  <a:pt x="158" y="9577"/>
                  <a:pt x="1" y="9735"/>
                  <a:pt x="1" y="9924"/>
                </a:cubicBezTo>
                <a:cubicBezTo>
                  <a:pt x="1" y="10113"/>
                  <a:pt x="158" y="10271"/>
                  <a:pt x="347" y="10271"/>
                </a:cubicBezTo>
                <a:lnTo>
                  <a:pt x="725" y="10271"/>
                </a:lnTo>
                <a:lnTo>
                  <a:pt x="725" y="10649"/>
                </a:lnTo>
                <a:cubicBezTo>
                  <a:pt x="725" y="11184"/>
                  <a:pt x="1198" y="11657"/>
                  <a:pt x="1733" y="11657"/>
                </a:cubicBezTo>
                <a:lnTo>
                  <a:pt x="2773" y="11657"/>
                </a:lnTo>
                <a:lnTo>
                  <a:pt x="277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1" name="Google Shape;7171;p35"/>
          <p:cNvSpPr/>
          <p:nvPr/>
        </p:nvSpPr>
        <p:spPr>
          <a:xfrm>
            <a:off x="748221" y="2696746"/>
            <a:ext cx="199392" cy="376379"/>
          </a:xfrm>
          <a:custGeom>
            <a:rect b="b" l="l" r="r" t="t"/>
            <a:pathLst>
              <a:path extrusionOk="0" h="11658" w="6176">
                <a:moveTo>
                  <a:pt x="4096" y="2048"/>
                </a:moveTo>
                <a:cubicBezTo>
                  <a:pt x="4285" y="2048"/>
                  <a:pt x="4442" y="2206"/>
                  <a:pt x="4442" y="2395"/>
                </a:cubicBezTo>
                <a:lnTo>
                  <a:pt x="4442" y="3750"/>
                </a:lnTo>
                <a:cubicBezTo>
                  <a:pt x="4442" y="3939"/>
                  <a:pt x="4285" y="4096"/>
                  <a:pt x="4096" y="4096"/>
                </a:cubicBezTo>
                <a:lnTo>
                  <a:pt x="3088" y="4096"/>
                </a:lnTo>
                <a:lnTo>
                  <a:pt x="3088" y="7562"/>
                </a:lnTo>
                <a:lnTo>
                  <a:pt x="4096" y="7562"/>
                </a:lnTo>
                <a:cubicBezTo>
                  <a:pt x="4285" y="7562"/>
                  <a:pt x="4442" y="7719"/>
                  <a:pt x="4442" y="7908"/>
                </a:cubicBezTo>
                <a:lnTo>
                  <a:pt x="4442" y="9294"/>
                </a:lnTo>
                <a:cubicBezTo>
                  <a:pt x="4442" y="9483"/>
                  <a:pt x="4285" y="9641"/>
                  <a:pt x="4096" y="9641"/>
                </a:cubicBezTo>
                <a:lnTo>
                  <a:pt x="3088" y="9641"/>
                </a:lnTo>
                <a:cubicBezTo>
                  <a:pt x="2332" y="9641"/>
                  <a:pt x="1701" y="9011"/>
                  <a:pt x="1701" y="8255"/>
                </a:cubicBezTo>
                <a:lnTo>
                  <a:pt x="1701" y="3435"/>
                </a:lnTo>
                <a:cubicBezTo>
                  <a:pt x="1701" y="2678"/>
                  <a:pt x="2332" y="2048"/>
                  <a:pt x="3088" y="2048"/>
                </a:cubicBezTo>
                <a:close/>
                <a:moveTo>
                  <a:pt x="0" y="1"/>
                </a:moveTo>
                <a:lnTo>
                  <a:pt x="0" y="11657"/>
                </a:lnTo>
                <a:lnTo>
                  <a:pt x="5167" y="11657"/>
                </a:lnTo>
                <a:cubicBezTo>
                  <a:pt x="5703" y="11657"/>
                  <a:pt x="6175" y="11185"/>
                  <a:pt x="6175" y="10618"/>
                </a:cubicBezTo>
                <a:lnTo>
                  <a:pt x="6175" y="1009"/>
                </a:lnTo>
                <a:cubicBezTo>
                  <a:pt x="6175" y="473"/>
                  <a:pt x="5703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2" name="Google Shape;7172;p35"/>
          <p:cNvSpPr/>
          <p:nvPr/>
        </p:nvSpPr>
        <p:spPr>
          <a:xfrm>
            <a:off x="969956" y="2741493"/>
            <a:ext cx="43746" cy="66152"/>
          </a:xfrm>
          <a:custGeom>
            <a:rect b="b" l="l" r="r" t="t"/>
            <a:pathLst>
              <a:path extrusionOk="0" h="2049" w="1355">
                <a:moveTo>
                  <a:pt x="0" y="1"/>
                </a:moveTo>
                <a:lnTo>
                  <a:pt x="0" y="2049"/>
                </a:lnTo>
                <a:lnTo>
                  <a:pt x="1355" y="2049"/>
                </a:lnTo>
                <a:lnTo>
                  <a:pt x="1355" y="347"/>
                </a:lnTo>
                <a:cubicBezTo>
                  <a:pt x="1355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3" name="Google Shape;7173;p35"/>
          <p:cNvSpPr/>
          <p:nvPr/>
        </p:nvSpPr>
        <p:spPr>
          <a:xfrm>
            <a:off x="969956" y="2828987"/>
            <a:ext cx="43746" cy="45780"/>
          </a:xfrm>
          <a:custGeom>
            <a:rect b="b" l="l" r="r" t="t"/>
            <a:pathLst>
              <a:path extrusionOk="0" h="1418" w="1355">
                <a:moveTo>
                  <a:pt x="0" y="0"/>
                </a:moveTo>
                <a:lnTo>
                  <a:pt x="0" y="1418"/>
                </a:lnTo>
                <a:lnTo>
                  <a:pt x="1355" y="1418"/>
                </a:ln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4" name="Google Shape;7174;p35"/>
          <p:cNvSpPr/>
          <p:nvPr/>
        </p:nvSpPr>
        <p:spPr>
          <a:xfrm>
            <a:off x="969956" y="2896108"/>
            <a:ext cx="43746" cy="66152"/>
          </a:xfrm>
          <a:custGeom>
            <a:rect b="b" l="l" r="r" t="t"/>
            <a:pathLst>
              <a:path extrusionOk="0" h="2049" w="1355">
                <a:moveTo>
                  <a:pt x="0" y="0"/>
                </a:moveTo>
                <a:lnTo>
                  <a:pt x="0" y="2048"/>
                </a:lnTo>
                <a:lnTo>
                  <a:pt x="1008" y="2048"/>
                </a:lnTo>
                <a:cubicBezTo>
                  <a:pt x="1197" y="2048"/>
                  <a:pt x="1355" y="1891"/>
                  <a:pt x="1355" y="1702"/>
                </a:cubicBezTo>
                <a:lnTo>
                  <a:pt x="135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5" name="Google Shape;7175;p35"/>
          <p:cNvSpPr/>
          <p:nvPr/>
        </p:nvSpPr>
        <p:spPr>
          <a:xfrm>
            <a:off x="635804" y="3530751"/>
            <a:ext cx="378412" cy="43778"/>
          </a:xfrm>
          <a:custGeom>
            <a:rect b="b" l="l" r="r" t="t"/>
            <a:pathLst>
              <a:path extrusionOk="0" h="1356" w="11721">
                <a:moveTo>
                  <a:pt x="662" y="1"/>
                </a:moveTo>
                <a:cubicBezTo>
                  <a:pt x="284" y="1"/>
                  <a:pt x="1" y="316"/>
                  <a:pt x="1" y="662"/>
                </a:cubicBezTo>
                <a:lnTo>
                  <a:pt x="1" y="1009"/>
                </a:lnTo>
                <a:cubicBezTo>
                  <a:pt x="1" y="1198"/>
                  <a:pt x="158" y="1355"/>
                  <a:pt x="347" y="1355"/>
                </a:cubicBezTo>
                <a:lnTo>
                  <a:pt x="11342" y="1355"/>
                </a:lnTo>
                <a:cubicBezTo>
                  <a:pt x="11563" y="1355"/>
                  <a:pt x="11720" y="1198"/>
                  <a:pt x="11720" y="1009"/>
                </a:cubicBezTo>
                <a:lnTo>
                  <a:pt x="11720" y="694"/>
                </a:lnTo>
                <a:cubicBezTo>
                  <a:pt x="11689" y="316"/>
                  <a:pt x="11374" y="1"/>
                  <a:pt x="1099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6" name="Google Shape;7176;p35"/>
          <p:cNvSpPr/>
          <p:nvPr/>
        </p:nvSpPr>
        <p:spPr>
          <a:xfrm>
            <a:off x="708025" y="3375137"/>
            <a:ext cx="232969" cy="67153"/>
          </a:xfrm>
          <a:custGeom>
            <a:rect b="b" l="l" r="r" t="t"/>
            <a:pathLst>
              <a:path extrusionOk="0" h="2080" w="7216">
                <a:moveTo>
                  <a:pt x="757" y="1"/>
                </a:moveTo>
                <a:lnTo>
                  <a:pt x="0" y="2080"/>
                </a:lnTo>
                <a:lnTo>
                  <a:pt x="7215" y="2080"/>
                </a:lnTo>
                <a:lnTo>
                  <a:pt x="65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7" name="Google Shape;7177;p35"/>
          <p:cNvSpPr/>
          <p:nvPr/>
        </p:nvSpPr>
        <p:spPr>
          <a:xfrm>
            <a:off x="684619" y="3464631"/>
            <a:ext cx="280783" cy="43778"/>
          </a:xfrm>
          <a:custGeom>
            <a:rect b="b" l="l" r="r" t="t"/>
            <a:pathLst>
              <a:path extrusionOk="0" h="1356" w="8697">
                <a:moveTo>
                  <a:pt x="505" y="1"/>
                </a:moveTo>
                <a:lnTo>
                  <a:pt x="1" y="1356"/>
                </a:lnTo>
                <a:lnTo>
                  <a:pt x="8696" y="1356"/>
                </a:lnTo>
                <a:lnTo>
                  <a:pt x="822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8" name="Google Shape;7178;p35"/>
          <p:cNvSpPr/>
          <p:nvPr/>
        </p:nvSpPr>
        <p:spPr>
          <a:xfrm>
            <a:off x="772112" y="3198149"/>
            <a:ext cx="106831" cy="68186"/>
          </a:xfrm>
          <a:custGeom>
            <a:rect b="b" l="l" r="r" t="t"/>
            <a:pathLst>
              <a:path extrusionOk="0" h="2112" w="3309">
                <a:moveTo>
                  <a:pt x="1639" y="1"/>
                </a:moveTo>
                <a:cubicBezTo>
                  <a:pt x="1103" y="1"/>
                  <a:pt x="599" y="379"/>
                  <a:pt x="441" y="883"/>
                </a:cubicBezTo>
                <a:lnTo>
                  <a:pt x="0" y="2112"/>
                </a:lnTo>
                <a:lnTo>
                  <a:pt x="3308" y="2112"/>
                </a:lnTo>
                <a:lnTo>
                  <a:pt x="2867" y="883"/>
                </a:lnTo>
                <a:cubicBezTo>
                  <a:pt x="2678" y="316"/>
                  <a:pt x="2206" y="1"/>
                  <a:pt x="163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9" name="Google Shape;7179;p35"/>
          <p:cNvSpPr/>
          <p:nvPr/>
        </p:nvSpPr>
        <p:spPr>
          <a:xfrm>
            <a:off x="740570" y="3287675"/>
            <a:ext cx="169884" cy="66120"/>
          </a:xfrm>
          <a:custGeom>
            <a:rect b="b" l="l" r="r" t="t"/>
            <a:pathLst>
              <a:path extrusionOk="0" h="2048" w="5262">
                <a:moveTo>
                  <a:pt x="694" y="0"/>
                </a:moveTo>
                <a:lnTo>
                  <a:pt x="1" y="2048"/>
                </a:lnTo>
                <a:lnTo>
                  <a:pt x="5262" y="2048"/>
                </a:lnTo>
                <a:lnTo>
                  <a:pt x="4506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0" name="Google Shape;7180;p35"/>
          <p:cNvSpPr/>
          <p:nvPr/>
        </p:nvSpPr>
        <p:spPr>
          <a:xfrm>
            <a:off x="636320" y="3691964"/>
            <a:ext cx="89526" cy="377379"/>
          </a:xfrm>
          <a:custGeom>
            <a:rect b="b" l="l" r="r" t="t"/>
            <a:pathLst>
              <a:path extrusionOk="0" h="11689" w="2773">
                <a:moveTo>
                  <a:pt x="1418" y="0"/>
                </a:moveTo>
                <a:cubicBezTo>
                  <a:pt x="1072" y="0"/>
                  <a:pt x="757" y="315"/>
                  <a:pt x="757" y="662"/>
                </a:cubicBezTo>
                <a:lnTo>
                  <a:pt x="757" y="9578"/>
                </a:lnTo>
                <a:cubicBezTo>
                  <a:pt x="757" y="9830"/>
                  <a:pt x="914" y="10050"/>
                  <a:pt x="1103" y="10176"/>
                </a:cubicBezTo>
                <a:lnTo>
                  <a:pt x="1103" y="10996"/>
                </a:lnTo>
                <a:lnTo>
                  <a:pt x="347" y="10996"/>
                </a:lnTo>
                <a:cubicBezTo>
                  <a:pt x="158" y="10996"/>
                  <a:pt x="1" y="11153"/>
                  <a:pt x="1" y="11342"/>
                </a:cubicBezTo>
                <a:cubicBezTo>
                  <a:pt x="1" y="11531"/>
                  <a:pt x="158" y="11689"/>
                  <a:pt x="347" y="11689"/>
                </a:cubicBezTo>
                <a:lnTo>
                  <a:pt x="2395" y="11689"/>
                </a:lnTo>
                <a:cubicBezTo>
                  <a:pt x="2616" y="11689"/>
                  <a:pt x="2773" y="11531"/>
                  <a:pt x="2773" y="11342"/>
                </a:cubicBezTo>
                <a:cubicBezTo>
                  <a:pt x="2773" y="11153"/>
                  <a:pt x="2616" y="10996"/>
                  <a:pt x="2395" y="10996"/>
                </a:cubicBezTo>
                <a:lnTo>
                  <a:pt x="1733" y="10996"/>
                </a:lnTo>
                <a:lnTo>
                  <a:pt x="1733" y="10176"/>
                </a:lnTo>
                <a:cubicBezTo>
                  <a:pt x="1922" y="10050"/>
                  <a:pt x="2080" y="9861"/>
                  <a:pt x="2080" y="9578"/>
                </a:cubicBezTo>
                <a:lnTo>
                  <a:pt x="2080" y="662"/>
                </a:lnTo>
                <a:cubicBezTo>
                  <a:pt x="2080" y="284"/>
                  <a:pt x="1765" y="0"/>
                  <a:pt x="14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1" name="Google Shape;7181;p35"/>
          <p:cNvSpPr/>
          <p:nvPr/>
        </p:nvSpPr>
        <p:spPr>
          <a:xfrm>
            <a:off x="903836" y="3837409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190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2" name="Google Shape;7182;p35"/>
          <p:cNvSpPr/>
          <p:nvPr/>
        </p:nvSpPr>
        <p:spPr>
          <a:xfrm>
            <a:off x="903836" y="3892326"/>
            <a:ext cx="109866" cy="32576"/>
          </a:xfrm>
          <a:custGeom>
            <a:rect b="b" l="l" r="r" t="t"/>
            <a:pathLst>
              <a:path extrusionOk="0" h="1009" w="3403">
                <a:moveTo>
                  <a:pt x="505" y="1"/>
                </a:moveTo>
                <a:cubicBezTo>
                  <a:pt x="221" y="1"/>
                  <a:pt x="0" y="221"/>
                  <a:pt x="0" y="505"/>
                </a:cubicBezTo>
                <a:cubicBezTo>
                  <a:pt x="0" y="788"/>
                  <a:pt x="221" y="1009"/>
                  <a:pt x="505" y="1009"/>
                </a:cubicBezTo>
                <a:lnTo>
                  <a:pt x="2899" y="1009"/>
                </a:lnTo>
                <a:cubicBezTo>
                  <a:pt x="3182" y="1009"/>
                  <a:pt x="3403" y="788"/>
                  <a:pt x="3403" y="505"/>
                </a:cubicBezTo>
                <a:cubicBezTo>
                  <a:pt x="3403" y="221"/>
                  <a:pt x="3182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3" name="Google Shape;7183;p35"/>
          <p:cNvSpPr/>
          <p:nvPr/>
        </p:nvSpPr>
        <p:spPr>
          <a:xfrm>
            <a:off x="903836" y="3946243"/>
            <a:ext cx="87492" cy="33609"/>
          </a:xfrm>
          <a:custGeom>
            <a:rect b="b" l="l" r="r" t="t"/>
            <a:pathLst>
              <a:path extrusionOk="0" h="1041" w="2710">
                <a:moveTo>
                  <a:pt x="505" y="1"/>
                </a:moveTo>
                <a:cubicBezTo>
                  <a:pt x="221" y="1"/>
                  <a:pt x="0" y="253"/>
                  <a:pt x="0" y="536"/>
                </a:cubicBezTo>
                <a:cubicBezTo>
                  <a:pt x="0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58" y="1040"/>
                  <a:pt x="2710" y="788"/>
                  <a:pt x="2710" y="536"/>
                </a:cubicBezTo>
                <a:cubicBezTo>
                  <a:pt x="2710" y="253"/>
                  <a:pt x="2521" y="1"/>
                  <a:pt x="22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4" name="Google Shape;7184;p35"/>
          <p:cNvSpPr/>
          <p:nvPr/>
        </p:nvSpPr>
        <p:spPr>
          <a:xfrm>
            <a:off x="860090" y="3691964"/>
            <a:ext cx="66152" cy="67153"/>
          </a:xfrm>
          <a:custGeom>
            <a:rect b="b" l="l" r="r" t="t"/>
            <a:pathLst>
              <a:path extrusionOk="0" h="2080" w="2049">
                <a:moveTo>
                  <a:pt x="1702" y="0"/>
                </a:moveTo>
                <a:cubicBezTo>
                  <a:pt x="757" y="0"/>
                  <a:pt x="1" y="788"/>
                  <a:pt x="1" y="1733"/>
                </a:cubicBezTo>
                <a:lnTo>
                  <a:pt x="1" y="2080"/>
                </a:lnTo>
                <a:lnTo>
                  <a:pt x="2049" y="2080"/>
                </a:lnTo>
                <a:lnTo>
                  <a:pt x="2049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5" name="Google Shape;7185;p35"/>
          <p:cNvSpPr/>
          <p:nvPr/>
        </p:nvSpPr>
        <p:spPr>
          <a:xfrm>
            <a:off x="946550" y="3691964"/>
            <a:ext cx="44779" cy="71221"/>
          </a:xfrm>
          <a:custGeom>
            <a:rect b="b" l="l" r="r" t="t"/>
            <a:pathLst>
              <a:path extrusionOk="0" h="2206" w="1387">
                <a:moveTo>
                  <a:pt x="1" y="0"/>
                </a:moveTo>
                <a:lnTo>
                  <a:pt x="1" y="2111"/>
                </a:lnTo>
                <a:lnTo>
                  <a:pt x="883" y="2111"/>
                </a:lnTo>
                <a:cubicBezTo>
                  <a:pt x="1072" y="2111"/>
                  <a:pt x="1261" y="2143"/>
                  <a:pt x="1387" y="2206"/>
                </a:cubicBezTo>
                <a:lnTo>
                  <a:pt x="1387" y="1040"/>
                </a:lnTo>
                <a:cubicBezTo>
                  <a:pt x="1387" y="473"/>
                  <a:pt x="914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6" name="Google Shape;7186;p35"/>
          <p:cNvSpPr/>
          <p:nvPr/>
        </p:nvSpPr>
        <p:spPr>
          <a:xfrm>
            <a:off x="723814" y="3781459"/>
            <a:ext cx="267514" cy="198391"/>
          </a:xfrm>
          <a:custGeom>
            <a:rect b="b" l="l" r="r" t="t"/>
            <a:pathLst>
              <a:path extrusionOk="0" h="6145" w="8286">
                <a:moveTo>
                  <a:pt x="0" y="1"/>
                </a:moveTo>
                <a:lnTo>
                  <a:pt x="0" y="6144"/>
                </a:lnTo>
                <a:lnTo>
                  <a:pt x="378" y="6144"/>
                </a:lnTo>
                <a:cubicBezTo>
                  <a:pt x="756" y="6144"/>
                  <a:pt x="1071" y="5892"/>
                  <a:pt x="1260" y="5577"/>
                </a:cubicBezTo>
                <a:lnTo>
                  <a:pt x="2016" y="5955"/>
                </a:lnTo>
                <a:cubicBezTo>
                  <a:pt x="2268" y="6050"/>
                  <a:pt x="2552" y="6144"/>
                  <a:pt x="2773" y="6144"/>
                </a:cubicBezTo>
                <a:lnTo>
                  <a:pt x="3497" y="6144"/>
                </a:lnTo>
                <a:lnTo>
                  <a:pt x="3497" y="3057"/>
                </a:lnTo>
                <a:cubicBezTo>
                  <a:pt x="3214" y="3309"/>
                  <a:pt x="2867" y="3435"/>
                  <a:pt x="2457" y="3435"/>
                </a:cubicBezTo>
                <a:cubicBezTo>
                  <a:pt x="2268" y="3435"/>
                  <a:pt x="2111" y="3277"/>
                  <a:pt x="2111" y="3057"/>
                </a:cubicBezTo>
                <a:cubicBezTo>
                  <a:pt x="2111" y="2868"/>
                  <a:pt x="2268" y="2710"/>
                  <a:pt x="2457" y="2710"/>
                </a:cubicBezTo>
                <a:cubicBezTo>
                  <a:pt x="3025" y="2710"/>
                  <a:pt x="3497" y="2238"/>
                  <a:pt x="3497" y="1702"/>
                </a:cubicBezTo>
                <a:lnTo>
                  <a:pt x="3497" y="1009"/>
                </a:lnTo>
                <a:lnTo>
                  <a:pt x="7782" y="1009"/>
                </a:lnTo>
                <a:cubicBezTo>
                  <a:pt x="8065" y="1009"/>
                  <a:pt x="8286" y="788"/>
                  <a:pt x="8286" y="505"/>
                </a:cubicBezTo>
                <a:cubicBezTo>
                  <a:pt x="8286" y="221"/>
                  <a:pt x="8065" y="1"/>
                  <a:pt x="7782" y="1"/>
                </a:cubicBezTo>
                <a:lnTo>
                  <a:pt x="3560" y="1"/>
                </a:lnTo>
                <a:cubicBezTo>
                  <a:pt x="3308" y="1"/>
                  <a:pt x="2899" y="158"/>
                  <a:pt x="2583" y="442"/>
                </a:cubicBezTo>
                <a:cubicBezTo>
                  <a:pt x="2426" y="599"/>
                  <a:pt x="2205" y="662"/>
                  <a:pt x="1985" y="662"/>
                </a:cubicBezTo>
                <a:lnTo>
                  <a:pt x="1323" y="662"/>
                </a:lnTo>
                <a:cubicBezTo>
                  <a:pt x="1166" y="284"/>
                  <a:pt x="788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7" name="Google Shape;7187;p35"/>
          <p:cNvSpPr/>
          <p:nvPr/>
        </p:nvSpPr>
        <p:spPr>
          <a:xfrm>
            <a:off x="859089" y="3835375"/>
            <a:ext cx="66120" cy="233969"/>
          </a:xfrm>
          <a:custGeom>
            <a:rect b="b" l="l" r="r" t="t"/>
            <a:pathLst>
              <a:path extrusionOk="0" h="7247" w="2048">
                <a:moveTo>
                  <a:pt x="0" y="1"/>
                </a:moveTo>
                <a:lnTo>
                  <a:pt x="0" y="64"/>
                </a:lnTo>
                <a:lnTo>
                  <a:pt x="0" y="5514"/>
                </a:lnTo>
                <a:cubicBezTo>
                  <a:pt x="0" y="6459"/>
                  <a:pt x="756" y="7247"/>
                  <a:pt x="1701" y="7247"/>
                </a:cubicBezTo>
                <a:lnTo>
                  <a:pt x="2048" y="7247"/>
                </a:lnTo>
                <a:lnTo>
                  <a:pt x="2048" y="5167"/>
                </a:lnTo>
                <a:lnTo>
                  <a:pt x="1891" y="5167"/>
                </a:lnTo>
                <a:cubicBezTo>
                  <a:pt x="1229" y="5167"/>
                  <a:pt x="725" y="4632"/>
                  <a:pt x="725" y="4002"/>
                </a:cubicBezTo>
                <a:cubicBezTo>
                  <a:pt x="725" y="3624"/>
                  <a:pt x="882" y="3372"/>
                  <a:pt x="1071" y="3120"/>
                </a:cubicBezTo>
                <a:cubicBezTo>
                  <a:pt x="819" y="2899"/>
                  <a:pt x="725" y="2615"/>
                  <a:pt x="725" y="2269"/>
                </a:cubicBezTo>
                <a:cubicBezTo>
                  <a:pt x="725" y="1922"/>
                  <a:pt x="882" y="1639"/>
                  <a:pt x="1071" y="1387"/>
                </a:cubicBezTo>
                <a:cubicBezTo>
                  <a:pt x="819" y="1166"/>
                  <a:pt x="725" y="883"/>
                  <a:pt x="725" y="536"/>
                </a:cubicBezTo>
                <a:cubicBezTo>
                  <a:pt x="725" y="316"/>
                  <a:pt x="756" y="190"/>
                  <a:pt x="8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8" name="Google Shape;7188;p35"/>
          <p:cNvSpPr/>
          <p:nvPr/>
        </p:nvSpPr>
        <p:spPr>
          <a:xfrm>
            <a:off x="947583" y="3999126"/>
            <a:ext cx="44779" cy="71253"/>
          </a:xfrm>
          <a:custGeom>
            <a:rect b="b" l="l" r="r" t="t"/>
            <a:pathLst>
              <a:path extrusionOk="0" h="2207" w="1387">
                <a:moveTo>
                  <a:pt x="1386" y="1"/>
                </a:moveTo>
                <a:cubicBezTo>
                  <a:pt x="1229" y="64"/>
                  <a:pt x="1071" y="95"/>
                  <a:pt x="882" y="95"/>
                </a:cubicBezTo>
                <a:lnTo>
                  <a:pt x="0" y="95"/>
                </a:lnTo>
                <a:lnTo>
                  <a:pt x="0" y="2206"/>
                </a:lnTo>
                <a:lnTo>
                  <a:pt x="378" y="2206"/>
                </a:lnTo>
                <a:cubicBezTo>
                  <a:pt x="914" y="2206"/>
                  <a:pt x="1386" y="1734"/>
                  <a:pt x="1386" y="1167"/>
                </a:cubicBezTo>
                <a:lnTo>
                  <a:pt x="138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9" name="Google Shape;7189;p35"/>
          <p:cNvSpPr/>
          <p:nvPr/>
        </p:nvSpPr>
        <p:spPr>
          <a:xfrm>
            <a:off x="3086729" y="2697119"/>
            <a:ext cx="133272" cy="44037"/>
          </a:xfrm>
          <a:custGeom>
            <a:rect b="b" l="l" r="r" t="t"/>
            <a:pathLst>
              <a:path extrusionOk="0" h="1364" w="4128">
                <a:moveTo>
                  <a:pt x="645" y="0"/>
                </a:moveTo>
                <a:cubicBezTo>
                  <a:pt x="263" y="0"/>
                  <a:pt x="0" y="296"/>
                  <a:pt x="0" y="670"/>
                </a:cubicBezTo>
                <a:lnTo>
                  <a:pt x="0" y="1016"/>
                </a:lnTo>
                <a:cubicBezTo>
                  <a:pt x="0" y="1205"/>
                  <a:pt x="158" y="1363"/>
                  <a:pt x="347" y="1363"/>
                </a:cubicBezTo>
                <a:lnTo>
                  <a:pt x="3781" y="1363"/>
                </a:lnTo>
                <a:cubicBezTo>
                  <a:pt x="3970" y="1363"/>
                  <a:pt x="4127" y="1205"/>
                  <a:pt x="4127" y="1016"/>
                </a:cubicBezTo>
                <a:lnTo>
                  <a:pt x="4127" y="670"/>
                </a:lnTo>
                <a:cubicBezTo>
                  <a:pt x="4127" y="260"/>
                  <a:pt x="3812" y="8"/>
                  <a:pt x="3466" y="8"/>
                </a:cubicBezTo>
                <a:lnTo>
                  <a:pt x="756" y="8"/>
                </a:lnTo>
                <a:cubicBezTo>
                  <a:pt x="718" y="3"/>
                  <a:pt x="681" y="0"/>
                  <a:pt x="64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0" name="Google Shape;7190;p35"/>
          <p:cNvSpPr/>
          <p:nvPr/>
        </p:nvSpPr>
        <p:spPr>
          <a:xfrm>
            <a:off x="3075527" y="2893672"/>
            <a:ext cx="21373" cy="23439"/>
          </a:xfrm>
          <a:custGeom>
            <a:rect b="b" l="l" r="r" t="t"/>
            <a:pathLst>
              <a:path extrusionOk="0" h="726" w="662">
                <a:moveTo>
                  <a:pt x="1" y="1"/>
                </a:moveTo>
                <a:lnTo>
                  <a:pt x="1" y="725"/>
                </a:lnTo>
                <a:lnTo>
                  <a:pt x="662" y="725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1" name="Google Shape;7191;p35"/>
          <p:cNvSpPr/>
          <p:nvPr/>
        </p:nvSpPr>
        <p:spPr>
          <a:xfrm>
            <a:off x="3075527" y="2806211"/>
            <a:ext cx="21373" cy="21373"/>
          </a:xfrm>
          <a:custGeom>
            <a:rect b="b" l="l" r="r" t="t"/>
            <a:pathLst>
              <a:path extrusionOk="0" h="662" w="662">
                <a:moveTo>
                  <a:pt x="1" y="0"/>
                </a:moveTo>
                <a:lnTo>
                  <a:pt x="1" y="662"/>
                </a:lnTo>
                <a:lnTo>
                  <a:pt x="662" y="662"/>
                </a:lnTo>
                <a:lnTo>
                  <a:pt x="66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2" name="Google Shape;7192;p35"/>
          <p:cNvSpPr/>
          <p:nvPr/>
        </p:nvSpPr>
        <p:spPr>
          <a:xfrm>
            <a:off x="3075527" y="2984199"/>
            <a:ext cx="21373" cy="21405"/>
          </a:xfrm>
          <a:custGeom>
            <a:rect b="b" l="l" r="r" t="t"/>
            <a:pathLst>
              <a:path extrusionOk="0" h="663" w="662">
                <a:moveTo>
                  <a:pt x="1" y="1"/>
                </a:moveTo>
                <a:lnTo>
                  <a:pt x="1" y="662"/>
                </a:lnTo>
                <a:lnTo>
                  <a:pt x="662" y="662"/>
                </a:lnTo>
                <a:lnTo>
                  <a:pt x="66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3" name="Google Shape;7193;p35"/>
          <p:cNvSpPr/>
          <p:nvPr/>
        </p:nvSpPr>
        <p:spPr>
          <a:xfrm>
            <a:off x="3008405" y="2718717"/>
            <a:ext cx="287853" cy="355038"/>
          </a:xfrm>
          <a:custGeom>
            <a:rect b="b" l="l" r="r" t="t"/>
            <a:pathLst>
              <a:path extrusionOk="0" h="10997" w="8916">
                <a:moveTo>
                  <a:pt x="7183" y="2049"/>
                </a:moveTo>
                <a:cubicBezTo>
                  <a:pt x="7404" y="2049"/>
                  <a:pt x="7561" y="2206"/>
                  <a:pt x="7561" y="2395"/>
                </a:cubicBezTo>
                <a:cubicBezTo>
                  <a:pt x="7561" y="2584"/>
                  <a:pt x="7404" y="2742"/>
                  <a:pt x="7183" y="2742"/>
                </a:cubicBezTo>
                <a:lnTo>
                  <a:pt x="4474" y="2742"/>
                </a:lnTo>
                <a:cubicBezTo>
                  <a:pt x="4285" y="2742"/>
                  <a:pt x="4127" y="2584"/>
                  <a:pt x="4127" y="2395"/>
                </a:cubicBezTo>
                <a:cubicBezTo>
                  <a:pt x="4127" y="2206"/>
                  <a:pt x="4285" y="2049"/>
                  <a:pt x="4474" y="2049"/>
                </a:cubicBezTo>
                <a:close/>
                <a:moveTo>
                  <a:pt x="3151" y="2017"/>
                </a:moveTo>
                <a:cubicBezTo>
                  <a:pt x="3340" y="2017"/>
                  <a:pt x="3497" y="2175"/>
                  <a:pt x="3497" y="2364"/>
                </a:cubicBezTo>
                <a:lnTo>
                  <a:pt x="3497" y="3750"/>
                </a:lnTo>
                <a:cubicBezTo>
                  <a:pt x="3497" y="3939"/>
                  <a:pt x="3340" y="4097"/>
                  <a:pt x="3151" y="4097"/>
                </a:cubicBezTo>
                <a:lnTo>
                  <a:pt x="1764" y="4097"/>
                </a:lnTo>
                <a:cubicBezTo>
                  <a:pt x="1575" y="4097"/>
                  <a:pt x="1418" y="3939"/>
                  <a:pt x="1418" y="3750"/>
                </a:cubicBezTo>
                <a:lnTo>
                  <a:pt x="1418" y="2364"/>
                </a:lnTo>
                <a:cubicBezTo>
                  <a:pt x="1418" y="2175"/>
                  <a:pt x="1575" y="2017"/>
                  <a:pt x="1764" y="2017"/>
                </a:cubicBezTo>
                <a:close/>
                <a:moveTo>
                  <a:pt x="5860" y="3372"/>
                </a:moveTo>
                <a:cubicBezTo>
                  <a:pt x="6049" y="3372"/>
                  <a:pt x="6207" y="3529"/>
                  <a:pt x="6207" y="3750"/>
                </a:cubicBezTo>
                <a:cubicBezTo>
                  <a:pt x="6207" y="3939"/>
                  <a:pt x="6049" y="4097"/>
                  <a:pt x="5860" y="4097"/>
                </a:cubicBezTo>
                <a:lnTo>
                  <a:pt x="4474" y="4097"/>
                </a:lnTo>
                <a:cubicBezTo>
                  <a:pt x="4285" y="4097"/>
                  <a:pt x="4127" y="3939"/>
                  <a:pt x="4127" y="3750"/>
                </a:cubicBezTo>
                <a:cubicBezTo>
                  <a:pt x="4127" y="3529"/>
                  <a:pt x="4285" y="3372"/>
                  <a:pt x="4474" y="3372"/>
                </a:cubicBezTo>
                <a:close/>
                <a:moveTo>
                  <a:pt x="7183" y="4758"/>
                </a:moveTo>
                <a:cubicBezTo>
                  <a:pt x="7404" y="4758"/>
                  <a:pt x="7561" y="4916"/>
                  <a:pt x="7561" y="5105"/>
                </a:cubicBezTo>
                <a:cubicBezTo>
                  <a:pt x="7561" y="5325"/>
                  <a:pt x="7404" y="5483"/>
                  <a:pt x="7183" y="5483"/>
                </a:cubicBezTo>
                <a:lnTo>
                  <a:pt x="4474" y="5483"/>
                </a:lnTo>
                <a:cubicBezTo>
                  <a:pt x="4285" y="5483"/>
                  <a:pt x="4127" y="5325"/>
                  <a:pt x="4127" y="5105"/>
                </a:cubicBezTo>
                <a:cubicBezTo>
                  <a:pt x="4127" y="4916"/>
                  <a:pt x="4285" y="4758"/>
                  <a:pt x="4474" y="4758"/>
                </a:cubicBezTo>
                <a:close/>
                <a:moveTo>
                  <a:pt x="3151" y="4758"/>
                </a:moveTo>
                <a:cubicBezTo>
                  <a:pt x="3340" y="4758"/>
                  <a:pt x="3497" y="4916"/>
                  <a:pt x="3497" y="5105"/>
                </a:cubicBezTo>
                <a:lnTo>
                  <a:pt x="3497" y="6491"/>
                </a:lnTo>
                <a:cubicBezTo>
                  <a:pt x="3497" y="6680"/>
                  <a:pt x="3340" y="6837"/>
                  <a:pt x="3151" y="6837"/>
                </a:cubicBezTo>
                <a:lnTo>
                  <a:pt x="1764" y="6837"/>
                </a:lnTo>
                <a:cubicBezTo>
                  <a:pt x="1575" y="6837"/>
                  <a:pt x="1418" y="6680"/>
                  <a:pt x="1418" y="6491"/>
                </a:cubicBezTo>
                <a:lnTo>
                  <a:pt x="1418" y="5105"/>
                </a:lnTo>
                <a:cubicBezTo>
                  <a:pt x="1418" y="4916"/>
                  <a:pt x="1575" y="4758"/>
                  <a:pt x="1764" y="4758"/>
                </a:cubicBezTo>
                <a:close/>
                <a:moveTo>
                  <a:pt x="5860" y="6144"/>
                </a:moveTo>
                <a:cubicBezTo>
                  <a:pt x="6049" y="6144"/>
                  <a:pt x="6207" y="6302"/>
                  <a:pt x="6207" y="6491"/>
                </a:cubicBezTo>
                <a:cubicBezTo>
                  <a:pt x="6207" y="6680"/>
                  <a:pt x="6049" y="6837"/>
                  <a:pt x="5860" y="6837"/>
                </a:cubicBezTo>
                <a:lnTo>
                  <a:pt x="4474" y="6837"/>
                </a:lnTo>
                <a:cubicBezTo>
                  <a:pt x="4285" y="6837"/>
                  <a:pt x="4127" y="6680"/>
                  <a:pt x="4127" y="6491"/>
                </a:cubicBezTo>
                <a:cubicBezTo>
                  <a:pt x="4127" y="6302"/>
                  <a:pt x="4285" y="6144"/>
                  <a:pt x="4474" y="6144"/>
                </a:cubicBezTo>
                <a:close/>
                <a:moveTo>
                  <a:pt x="7183" y="7562"/>
                </a:moveTo>
                <a:cubicBezTo>
                  <a:pt x="7404" y="7562"/>
                  <a:pt x="7561" y="7720"/>
                  <a:pt x="7561" y="7909"/>
                </a:cubicBezTo>
                <a:cubicBezTo>
                  <a:pt x="7561" y="8098"/>
                  <a:pt x="7404" y="8255"/>
                  <a:pt x="7183" y="8255"/>
                </a:cubicBezTo>
                <a:lnTo>
                  <a:pt x="4474" y="8255"/>
                </a:lnTo>
                <a:cubicBezTo>
                  <a:pt x="4285" y="8255"/>
                  <a:pt x="4127" y="8098"/>
                  <a:pt x="4127" y="7909"/>
                </a:cubicBezTo>
                <a:cubicBezTo>
                  <a:pt x="4127" y="7720"/>
                  <a:pt x="4285" y="7562"/>
                  <a:pt x="4474" y="7562"/>
                </a:cubicBezTo>
                <a:close/>
                <a:moveTo>
                  <a:pt x="3151" y="7531"/>
                </a:moveTo>
                <a:cubicBezTo>
                  <a:pt x="3340" y="7531"/>
                  <a:pt x="3497" y="7657"/>
                  <a:pt x="3497" y="7877"/>
                </a:cubicBezTo>
                <a:lnTo>
                  <a:pt x="3497" y="9232"/>
                </a:lnTo>
                <a:cubicBezTo>
                  <a:pt x="3497" y="9452"/>
                  <a:pt x="3340" y="9610"/>
                  <a:pt x="3151" y="9610"/>
                </a:cubicBezTo>
                <a:lnTo>
                  <a:pt x="1764" y="9610"/>
                </a:lnTo>
                <a:cubicBezTo>
                  <a:pt x="1575" y="9610"/>
                  <a:pt x="1418" y="9452"/>
                  <a:pt x="1418" y="9232"/>
                </a:cubicBezTo>
                <a:lnTo>
                  <a:pt x="1418" y="7877"/>
                </a:lnTo>
                <a:cubicBezTo>
                  <a:pt x="1418" y="7657"/>
                  <a:pt x="1575" y="7531"/>
                  <a:pt x="1764" y="7531"/>
                </a:cubicBezTo>
                <a:close/>
                <a:moveTo>
                  <a:pt x="5860" y="8885"/>
                </a:moveTo>
                <a:cubicBezTo>
                  <a:pt x="6049" y="8885"/>
                  <a:pt x="6207" y="9043"/>
                  <a:pt x="6207" y="9232"/>
                </a:cubicBezTo>
                <a:cubicBezTo>
                  <a:pt x="6207" y="9452"/>
                  <a:pt x="6049" y="9610"/>
                  <a:pt x="5860" y="9610"/>
                </a:cubicBezTo>
                <a:lnTo>
                  <a:pt x="4474" y="9610"/>
                </a:lnTo>
                <a:cubicBezTo>
                  <a:pt x="4285" y="9610"/>
                  <a:pt x="4127" y="9452"/>
                  <a:pt x="4127" y="9232"/>
                </a:cubicBezTo>
                <a:cubicBezTo>
                  <a:pt x="4127" y="9043"/>
                  <a:pt x="4285" y="8885"/>
                  <a:pt x="4474" y="8885"/>
                </a:cubicBezTo>
                <a:close/>
                <a:moveTo>
                  <a:pt x="1040" y="1"/>
                </a:moveTo>
                <a:cubicBezTo>
                  <a:pt x="504" y="1"/>
                  <a:pt x="0" y="473"/>
                  <a:pt x="0" y="1009"/>
                </a:cubicBezTo>
                <a:lnTo>
                  <a:pt x="0" y="9956"/>
                </a:lnTo>
                <a:cubicBezTo>
                  <a:pt x="32" y="10524"/>
                  <a:pt x="504" y="10996"/>
                  <a:pt x="1040" y="10996"/>
                </a:cubicBezTo>
                <a:lnTo>
                  <a:pt x="7908" y="10996"/>
                </a:lnTo>
                <a:cubicBezTo>
                  <a:pt x="8444" y="10996"/>
                  <a:pt x="8916" y="10524"/>
                  <a:pt x="8916" y="9956"/>
                </a:cubicBezTo>
                <a:lnTo>
                  <a:pt x="8916" y="1009"/>
                </a:lnTo>
                <a:cubicBezTo>
                  <a:pt x="8916" y="473"/>
                  <a:pt x="8444" y="1"/>
                  <a:pt x="7908" y="1"/>
                </a:cubicBezTo>
                <a:lnTo>
                  <a:pt x="7183" y="1"/>
                </a:lnTo>
                <a:lnTo>
                  <a:pt x="7183" y="347"/>
                </a:lnTo>
                <a:cubicBezTo>
                  <a:pt x="7183" y="915"/>
                  <a:pt x="6711" y="1387"/>
                  <a:pt x="6175" y="1387"/>
                </a:cubicBezTo>
                <a:lnTo>
                  <a:pt x="2741" y="1387"/>
                </a:lnTo>
                <a:cubicBezTo>
                  <a:pt x="2206" y="1387"/>
                  <a:pt x="1733" y="915"/>
                  <a:pt x="1733" y="347"/>
                </a:cubicBezTo>
                <a:lnTo>
                  <a:pt x="173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4" name="Google Shape;7194;p35"/>
          <p:cNvSpPr/>
          <p:nvPr/>
        </p:nvSpPr>
        <p:spPr>
          <a:xfrm>
            <a:off x="3319636" y="2827551"/>
            <a:ext cx="66152" cy="134306"/>
          </a:xfrm>
          <a:custGeom>
            <a:rect b="b" l="l" r="r" t="t"/>
            <a:pathLst>
              <a:path extrusionOk="0" h="4160" w="2049">
                <a:moveTo>
                  <a:pt x="1" y="1"/>
                </a:moveTo>
                <a:lnTo>
                  <a:pt x="1" y="4160"/>
                </a:lnTo>
                <a:lnTo>
                  <a:pt x="2049" y="4160"/>
                </a:lnTo>
                <a:lnTo>
                  <a:pt x="204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5" name="Google Shape;7195;p35"/>
          <p:cNvSpPr/>
          <p:nvPr/>
        </p:nvSpPr>
        <p:spPr>
          <a:xfrm>
            <a:off x="3319636" y="2740091"/>
            <a:ext cx="66152" cy="66152"/>
          </a:xfrm>
          <a:custGeom>
            <a:rect b="b" l="l" r="r" t="t"/>
            <a:pathLst>
              <a:path extrusionOk="0" h="2049" w="2049"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2048"/>
                </a:lnTo>
                <a:lnTo>
                  <a:pt x="2049" y="2048"/>
                </a:lnTo>
                <a:lnTo>
                  <a:pt x="2049" y="1040"/>
                </a:lnTo>
                <a:cubicBezTo>
                  <a:pt x="2049" y="473"/>
                  <a:pt x="1576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6" name="Google Shape;7196;p35"/>
          <p:cNvSpPr/>
          <p:nvPr/>
        </p:nvSpPr>
        <p:spPr>
          <a:xfrm>
            <a:off x="3321670" y="2984199"/>
            <a:ext cx="60050" cy="66152"/>
          </a:xfrm>
          <a:custGeom>
            <a:rect b="b" l="l" r="r" t="t"/>
            <a:pathLst>
              <a:path extrusionOk="0" h="2049" w="1860">
                <a:moveTo>
                  <a:pt x="1" y="1"/>
                </a:moveTo>
                <a:lnTo>
                  <a:pt x="599" y="1796"/>
                </a:lnTo>
                <a:cubicBezTo>
                  <a:pt x="694" y="1985"/>
                  <a:pt x="788" y="2048"/>
                  <a:pt x="946" y="2048"/>
                </a:cubicBezTo>
                <a:cubicBezTo>
                  <a:pt x="1103" y="2048"/>
                  <a:pt x="1229" y="1985"/>
                  <a:pt x="1261" y="1796"/>
                </a:cubicBezTo>
                <a:lnTo>
                  <a:pt x="186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7" name="Google Shape;7197;p35"/>
          <p:cNvSpPr/>
          <p:nvPr/>
        </p:nvSpPr>
        <p:spPr>
          <a:xfrm>
            <a:off x="3114704" y="3447069"/>
            <a:ext cx="10202" cy="16304"/>
          </a:xfrm>
          <a:custGeom>
            <a:rect b="b" l="l" r="r" t="t"/>
            <a:pathLst>
              <a:path extrusionOk="0" h="505" w="316">
                <a:moveTo>
                  <a:pt x="158" y="1"/>
                </a:moveTo>
                <a:lnTo>
                  <a:pt x="0" y="505"/>
                </a:lnTo>
                <a:lnTo>
                  <a:pt x="315" y="505"/>
                </a:lnTo>
                <a:lnTo>
                  <a:pt x="15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8" name="Google Shape;7198;p35"/>
          <p:cNvSpPr/>
          <p:nvPr/>
        </p:nvSpPr>
        <p:spPr>
          <a:xfrm>
            <a:off x="3008906" y="3351472"/>
            <a:ext cx="221766" cy="223348"/>
          </a:xfrm>
          <a:custGeom>
            <a:rect b="b" l="l" r="r" t="t"/>
            <a:pathLst>
              <a:path extrusionOk="0" h="6918" w="6869">
                <a:moveTo>
                  <a:pt x="3427" y="1449"/>
                </a:moveTo>
                <a:cubicBezTo>
                  <a:pt x="3569" y="1449"/>
                  <a:pt x="3718" y="1512"/>
                  <a:pt x="3781" y="1638"/>
                </a:cubicBezTo>
                <a:lnTo>
                  <a:pt x="4317" y="3466"/>
                </a:lnTo>
                <a:lnTo>
                  <a:pt x="4474" y="3466"/>
                </a:lnTo>
                <a:cubicBezTo>
                  <a:pt x="4695" y="3466"/>
                  <a:pt x="4852" y="3623"/>
                  <a:pt x="4852" y="3812"/>
                </a:cubicBezTo>
                <a:cubicBezTo>
                  <a:pt x="4852" y="3970"/>
                  <a:pt x="4726" y="4127"/>
                  <a:pt x="4537" y="4127"/>
                </a:cubicBezTo>
                <a:lnTo>
                  <a:pt x="4789" y="5072"/>
                </a:lnTo>
                <a:cubicBezTo>
                  <a:pt x="4852" y="5262"/>
                  <a:pt x="4758" y="5419"/>
                  <a:pt x="4569" y="5514"/>
                </a:cubicBezTo>
                <a:cubicBezTo>
                  <a:pt x="4545" y="5518"/>
                  <a:pt x="4521" y="5520"/>
                  <a:pt x="4498" y="5520"/>
                </a:cubicBezTo>
                <a:cubicBezTo>
                  <a:pt x="4341" y="5520"/>
                  <a:pt x="4210" y="5427"/>
                  <a:pt x="4128" y="5262"/>
                </a:cubicBezTo>
                <a:lnTo>
                  <a:pt x="3781" y="4127"/>
                </a:lnTo>
                <a:lnTo>
                  <a:pt x="3057" y="4127"/>
                </a:lnTo>
                <a:lnTo>
                  <a:pt x="2710" y="5262"/>
                </a:lnTo>
                <a:cubicBezTo>
                  <a:pt x="2683" y="5427"/>
                  <a:pt x="2535" y="5520"/>
                  <a:pt x="2351" y="5520"/>
                </a:cubicBezTo>
                <a:cubicBezTo>
                  <a:pt x="2325" y="5520"/>
                  <a:pt x="2297" y="5518"/>
                  <a:pt x="2269" y="5514"/>
                </a:cubicBezTo>
                <a:cubicBezTo>
                  <a:pt x="2080" y="5451"/>
                  <a:pt x="2017" y="5262"/>
                  <a:pt x="2049" y="5072"/>
                </a:cubicBezTo>
                <a:lnTo>
                  <a:pt x="2332" y="4127"/>
                </a:lnTo>
                <a:cubicBezTo>
                  <a:pt x="2175" y="4096"/>
                  <a:pt x="2017" y="3970"/>
                  <a:pt x="2017" y="3812"/>
                </a:cubicBezTo>
                <a:cubicBezTo>
                  <a:pt x="2049" y="3623"/>
                  <a:pt x="2206" y="3466"/>
                  <a:pt x="2395" y="3466"/>
                </a:cubicBezTo>
                <a:lnTo>
                  <a:pt x="2553" y="3466"/>
                </a:lnTo>
                <a:lnTo>
                  <a:pt x="3120" y="1638"/>
                </a:lnTo>
                <a:cubicBezTo>
                  <a:pt x="3151" y="1512"/>
                  <a:pt x="3285" y="1449"/>
                  <a:pt x="3427" y="1449"/>
                </a:cubicBezTo>
                <a:close/>
                <a:moveTo>
                  <a:pt x="3435" y="0"/>
                </a:moveTo>
                <a:cubicBezTo>
                  <a:pt x="1544" y="0"/>
                  <a:pt x="1" y="1544"/>
                  <a:pt x="1" y="3434"/>
                </a:cubicBezTo>
                <a:cubicBezTo>
                  <a:pt x="1" y="5356"/>
                  <a:pt x="1544" y="6900"/>
                  <a:pt x="3435" y="6900"/>
                </a:cubicBezTo>
                <a:cubicBezTo>
                  <a:pt x="4065" y="6900"/>
                  <a:pt x="4632" y="6742"/>
                  <a:pt x="5168" y="6427"/>
                </a:cubicBezTo>
                <a:lnTo>
                  <a:pt x="6365" y="6900"/>
                </a:lnTo>
                <a:cubicBezTo>
                  <a:pt x="6407" y="6910"/>
                  <a:pt x="6449" y="6917"/>
                  <a:pt x="6491" y="6917"/>
                </a:cubicBezTo>
                <a:cubicBezTo>
                  <a:pt x="6575" y="6917"/>
                  <a:pt x="6659" y="6889"/>
                  <a:pt x="6743" y="6805"/>
                </a:cubicBezTo>
                <a:cubicBezTo>
                  <a:pt x="6806" y="6742"/>
                  <a:pt x="6869" y="6616"/>
                  <a:pt x="6869" y="6459"/>
                </a:cubicBezTo>
                <a:lnTo>
                  <a:pt x="6491" y="5009"/>
                </a:lnTo>
                <a:cubicBezTo>
                  <a:pt x="6743" y="4537"/>
                  <a:pt x="6869" y="4001"/>
                  <a:pt x="6869" y="3466"/>
                </a:cubicBezTo>
                <a:cubicBezTo>
                  <a:pt x="6869" y="3119"/>
                  <a:pt x="6774" y="2804"/>
                  <a:pt x="6711" y="2489"/>
                </a:cubicBezTo>
                <a:cubicBezTo>
                  <a:pt x="6617" y="2426"/>
                  <a:pt x="6491" y="2395"/>
                  <a:pt x="6428" y="2363"/>
                </a:cubicBezTo>
                <a:lnTo>
                  <a:pt x="5514" y="2710"/>
                </a:lnTo>
                <a:cubicBezTo>
                  <a:pt x="5389" y="2755"/>
                  <a:pt x="5256" y="2780"/>
                  <a:pt x="5125" y="2780"/>
                </a:cubicBezTo>
                <a:cubicBezTo>
                  <a:pt x="4892" y="2780"/>
                  <a:pt x="4667" y="2702"/>
                  <a:pt x="4506" y="2521"/>
                </a:cubicBezTo>
                <a:cubicBezTo>
                  <a:pt x="4222" y="2269"/>
                  <a:pt x="4096" y="1891"/>
                  <a:pt x="4159" y="1481"/>
                </a:cubicBezTo>
                <a:lnTo>
                  <a:pt x="4443" y="221"/>
                </a:lnTo>
                <a:cubicBezTo>
                  <a:pt x="4443" y="189"/>
                  <a:pt x="4443" y="189"/>
                  <a:pt x="4411" y="158"/>
                </a:cubicBezTo>
                <a:cubicBezTo>
                  <a:pt x="4096" y="63"/>
                  <a:pt x="3781" y="0"/>
                  <a:pt x="34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9" name="Google Shape;7199;p35"/>
          <p:cNvSpPr/>
          <p:nvPr/>
        </p:nvSpPr>
        <p:spPr>
          <a:xfrm>
            <a:off x="3264218" y="3286353"/>
            <a:ext cx="20372" cy="33609"/>
          </a:xfrm>
          <a:custGeom>
            <a:rect b="b" l="l" r="r" t="t"/>
            <a:pathLst>
              <a:path extrusionOk="0" h="1041" w="631">
                <a:moveTo>
                  <a:pt x="0" y="1"/>
                </a:moveTo>
                <a:cubicBezTo>
                  <a:pt x="32" y="410"/>
                  <a:pt x="126" y="694"/>
                  <a:pt x="315" y="1041"/>
                </a:cubicBezTo>
                <a:cubicBezTo>
                  <a:pt x="473" y="694"/>
                  <a:pt x="599" y="347"/>
                  <a:pt x="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0" name="Google Shape;7200;p35"/>
          <p:cNvSpPr/>
          <p:nvPr/>
        </p:nvSpPr>
        <p:spPr>
          <a:xfrm>
            <a:off x="3162487" y="3197859"/>
            <a:ext cx="222799" cy="222637"/>
          </a:xfrm>
          <a:custGeom>
            <a:rect b="b" l="l" r="r" t="t"/>
            <a:pathLst>
              <a:path extrusionOk="0" h="6896" w="6901">
                <a:moveTo>
                  <a:pt x="3435" y="1356"/>
                </a:moveTo>
                <a:cubicBezTo>
                  <a:pt x="3624" y="1356"/>
                  <a:pt x="3782" y="1513"/>
                  <a:pt x="3782" y="1734"/>
                </a:cubicBezTo>
                <a:lnTo>
                  <a:pt x="3782" y="2080"/>
                </a:lnTo>
                <a:lnTo>
                  <a:pt x="4821" y="2080"/>
                </a:lnTo>
                <a:cubicBezTo>
                  <a:pt x="5010" y="2080"/>
                  <a:pt x="5168" y="2238"/>
                  <a:pt x="5168" y="2427"/>
                </a:cubicBezTo>
                <a:cubicBezTo>
                  <a:pt x="5168" y="2616"/>
                  <a:pt x="5010" y="2742"/>
                  <a:pt x="4821" y="2742"/>
                </a:cubicBezTo>
                <a:lnTo>
                  <a:pt x="4412" y="2742"/>
                </a:lnTo>
                <a:cubicBezTo>
                  <a:pt x="4380" y="3341"/>
                  <a:pt x="4191" y="3876"/>
                  <a:pt x="3876" y="4412"/>
                </a:cubicBezTo>
                <a:cubicBezTo>
                  <a:pt x="3908" y="4443"/>
                  <a:pt x="3908" y="4475"/>
                  <a:pt x="3939" y="4506"/>
                </a:cubicBezTo>
                <a:lnTo>
                  <a:pt x="4349" y="4916"/>
                </a:lnTo>
                <a:cubicBezTo>
                  <a:pt x="4443" y="5042"/>
                  <a:pt x="4443" y="5262"/>
                  <a:pt x="4349" y="5388"/>
                </a:cubicBezTo>
                <a:cubicBezTo>
                  <a:pt x="4286" y="5451"/>
                  <a:pt x="4191" y="5483"/>
                  <a:pt x="4101" y="5483"/>
                </a:cubicBezTo>
                <a:cubicBezTo>
                  <a:pt x="4010" y="5483"/>
                  <a:pt x="3923" y="5451"/>
                  <a:pt x="3876" y="5388"/>
                </a:cubicBezTo>
                <a:lnTo>
                  <a:pt x="3466" y="4979"/>
                </a:lnTo>
                <a:lnTo>
                  <a:pt x="3435" y="4947"/>
                </a:lnTo>
                <a:lnTo>
                  <a:pt x="3403" y="4979"/>
                </a:lnTo>
                <a:lnTo>
                  <a:pt x="2994" y="5388"/>
                </a:lnTo>
                <a:cubicBezTo>
                  <a:pt x="2931" y="5451"/>
                  <a:pt x="2844" y="5483"/>
                  <a:pt x="2758" y="5483"/>
                </a:cubicBezTo>
                <a:cubicBezTo>
                  <a:pt x="2671" y="5483"/>
                  <a:pt x="2584" y="5451"/>
                  <a:pt x="2521" y="5388"/>
                </a:cubicBezTo>
                <a:cubicBezTo>
                  <a:pt x="2395" y="5262"/>
                  <a:pt x="2395" y="5042"/>
                  <a:pt x="2521" y="4916"/>
                </a:cubicBezTo>
                <a:lnTo>
                  <a:pt x="2931" y="4506"/>
                </a:lnTo>
                <a:cubicBezTo>
                  <a:pt x="2962" y="4475"/>
                  <a:pt x="2962" y="4443"/>
                  <a:pt x="2994" y="4412"/>
                </a:cubicBezTo>
                <a:cubicBezTo>
                  <a:pt x="2679" y="3939"/>
                  <a:pt x="2490" y="3341"/>
                  <a:pt x="2458" y="2742"/>
                </a:cubicBezTo>
                <a:lnTo>
                  <a:pt x="2049" y="2742"/>
                </a:lnTo>
                <a:cubicBezTo>
                  <a:pt x="1860" y="2742"/>
                  <a:pt x="1702" y="2584"/>
                  <a:pt x="1702" y="2395"/>
                </a:cubicBezTo>
                <a:cubicBezTo>
                  <a:pt x="1702" y="2206"/>
                  <a:pt x="1860" y="2049"/>
                  <a:pt x="2049" y="2049"/>
                </a:cubicBezTo>
                <a:lnTo>
                  <a:pt x="3088" y="2049"/>
                </a:lnTo>
                <a:lnTo>
                  <a:pt x="3088" y="1734"/>
                </a:lnTo>
                <a:cubicBezTo>
                  <a:pt x="3088" y="1513"/>
                  <a:pt x="3246" y="1356"/>
                  <a:pt x="3435" y="1356"/>
                </a:cubicBezTo>
                <a:close/>
                <a:moveTo>
                  <a:pt x="3466" y="1"/>
                </a:moveTo>
                <a:cubicBezTo>
                  <a:pt x="1576" y="1"/>
                  <a:pt x="32" y="1576"/>
                  <a:pt x="32" y="3467"/>
                </a:cubicBezTo>
                <a:cubicBezTo>
                  <a:pt x="32" y="3971"/>
                  <a:pt x="158" y="4506"/>
                  <a:pt x="411" y="4979"/>
                </a:cubicBezTo>
                <a:lnTo>
                  <a:pt x="32" y="6459"/>
                </a:lnTo>
                <a:cubicBezTo>
                  <a:pt x="1" y="6554"/>
                  <a:pt x="32" y="6680"/>
                  <a:pt x="158" y="6806"/>
                </a:cubicBezTo>
                <a:cubicBezTo>
                  <a:pt x="225" y="6851"/>
                  <a:pt x="324" y="6895"/>
                  <a:pt x="420" y="6895"/>
                </a:cubicBezTo>
                <a:cubicBezTo>
                  <a:pt x="460" y="6895"/>
                  <a:pt x="500" y="6887"/>
                  <a:pt x="537" y="6869"/>
                </a:cubicBezTo>
                <a:lnTo>
                  <a:pt x="1734" y="6396"/>
                </a:lnTo>
                <a:cubicBezTo>
                  <a:pt x="2269" y="6712"/>
                  <a:pt x="2899" y="6869"/>
                  <a:pt x="3466" y="6869"/>
                </a:cubicBezTo>
                <a:cubicBezTo>
                  <a:pt x="5357" y="6869"/>
                  <a:pt x="6901" y="5357"/>
                  <a:pt x="6901" y="3435"/>
                </a:cubicBezTo>
                <a:cubicBezTo>
                  <a:pt x="6901" y="1576"/>
                  <a:pt x="5325" y="1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1" name="Google Shape;7201;p35"/>
          <p:cNvSpPr/>
          <p:nvPr/>
        </p:nvSpPr>
        <p:spPr>
          <a:xfrm>
            <a:off x="2146227" y="1502502"/>
            <a:ext cx="108865" cy="44779"/>
          </a:xfrm>
          <a:custGeom>
            <a:rect b="b" l="l" r="r" t="t"/>
            <a:pathLst>
              <a:path extrusionOk="0" h="1387" w="3372">
                <a:moveTo>
                  <a:pt x="1670" y="1"/>
                </a:moveTo>
                <a:cubicBezTo>
                  <a:pt x="883" y="1"/>
                  <a:pt x="158" y="599"/>
                  <a:pt x="0" y="1387"/>
                </a:cubicBezTo>
                <a:lnTo>
                  <a:pt x="3371" y="1387"/>
                </a:lnTo>
                <a:cubicBezTo>
                  <a:pt x="3214" y="599"/>
                  <a:pt x="2489" y="1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2" name="Google Shape;7202;p35"/>
          <p:cNvSpPr/>
          <p:nvPr/>
        </p:nvSpPr>
        <p:spPr>
          <a:xfrm>
            <a:off x="2232687" y="1449619"/>
            <a:ext cx="89526" cy="97662"/>
          </a:xfrm>
          <a:custGeom>
            <a:rect b="b" l="l" r="r" t="t"/>
            <a:pathLst>
              <a:path extrusionOk="0" h="3025" w="2773">
                <a:moveTo>
                  <a:pt x="2111" y="0"/>
                </a:moveTo>
                <a:lnTo>
                  <a:pt x="1387" y="221"/>
                </a:lnTo>
                <a:cubicBezTo>
                  <a:pt x="1298" y="265"/>
                  <a:pt x="1179" y="290"/>
                  <a:pt x="1049" y="290"/>
                </a:cubicBezTo>
                <a:cubicBezTo>
                  <a:pt x="808" y="290"/>
                  <a:pt x="531" y="205"/>
                  <a:pt x="347" y="0"/>
                </a:cubicBezTo>
                <a:lnTo>
                  <a:pt x="347" y="0"/>
                </a:lnTo>
                <a:cubicBezTo>
                  <a:pt x="378" y="63"/>
                  <a:pt x="378" y="189"/>
                  <a:pt x="378" y="315"/>
                </a:cubicBezTo>
                <a:cubicBezTo>
                  <a:pt x="378" y="662"/>
                  <a:pt x="221" y="977"/>
                  <a:pt x="0" y="1229"/>
                </a:cubicBezTo>
                <a:cubicBezTo>
                  <a:pt x="725" y="1575"/>
                  <a:pt x="1229" y="2237"/>
                  <a:pt x="1355" y="3025"/>
                </a:cubicBezTo>
                <a:lnTo>
                  <a:pt x="2773" y="3025"/>
                </a:lnTo>
                <a:lnTo>
                  <a:pt x="2773" y="221"/>
                </a:lnTo>
                <a:cubicBezTo>
                  <a:pt x="2521" y="189"/>
                  <a:pt x="2300" y="126"/>
                  <a:pt x="21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3" name="Google Shape;7203;p35"/>
          <p:cNvSpPr/>
          <p:nvPr/>
        </p:nvSpPr>
        <p:spPr>
          <a:xfrm>
            <a:off x="2082140" y="1326548"/>
            <a:ext cx="162781" cy="220733"/>
          </a:xfrm>
          <a:custGeom>
            <a:rect b="b" l="l" r="r" t="t"/>
            <a:pathLst>
              <a:path extrusionOk="0" h="6837" w="5042">
                <a:moveTo>
                  <a:pt x="1" y="0"/>
                </a:moveTo>
                <a:lnTo>
                  <a:pt x="1" y="6837"/>
                </a:lnTo>
                <a:lnTo>
                  <a:pt x="1418" y="6837"/>
                </a:lnTo>
                <a:cubicBezTo>
                  <a:pt x="1450" y="6018"/>
                  <a:pt x="1954" y="5356"/>
                  <a:pt x="2679" y="4978"/>
                </a:cubicBezTo>
                <a:cubicBezTo>
                  <a:pt x="2427" y="4757"/>
                  <a:pt x="2301" y="4442"/>
                  <a:pt x="2301" y="4064"/>
                </a:cubicBezTo>
                <a:cubicBezTo>
                  <a:pt x="2301" y="3340"/>
                  <a:pt x="2931" y="2710"/>
                  <a:pt x="3687" y="2710"/>
                </a:cubicBezTo>
                <a:cubicBezTo>
                  <a:pt x="4128" y="2710"/>
                  <a:pt x="4474" y="2899"/>
                  <a:pt x="4758" y="3214"/>
                </a:cubicBezTo>
                <a:cubicBezTo>
                  <a:pt x="4726" y="3056"/>
                  <a:pt x="4758" y="2899"/>
                  <a:pt x="4789" y="2741"/>
                </a:cubicBezTo>
                <a:lnTo>
                  <a:pt x="5041" y="2016"/>
                </a:lnTo>
                <a:cubicBezTo>
                  <a:pt x="4821" y="1607"/>
                  <a:pt x="4758" y="1134"/>
                  <a:pt x="4758" y="662"/>
                </a:cubicBezTo>
                <a:cubicBezTo>
                  <a:pt x="4758" y="410"/>
                  <a:pt x="4789" y="189"/>
                  <a:pt x="48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4" name="Google Shape;7204;p35"/>
          <p:cNvSpPr/>
          <p:nvPr/>
        </p:nvSpPr>
        <p:spPr>
          <a:xfrm>
            <a:off x="2179804" y="1436382"/>
            <a:ext cx="43746" cy="43778"/>
          </a:xfrm>
          <a:custGeom>
            <a:rect b="b" l="l" r="r" t="t"/>
            <a:pathLst>
              <a:path extrusionOk="0" h="1356" w="1355">
                <a:moveTo>
                  <a:pt x="662" y="1"/>
                </a:moveTo>
                <a:cubicBezTo>
                  <a:pt x="315" y="1"/>
                  <a:pt x="0" y="316"/>
                  <a:pt x="0" y="694"/>
                </a:cubicBezTo>
                <a:cubicBezTo>
                  <a:pt x="0" y="1040"/>
                  <a:pt x="315" y="1355"/>
                  <a:pt x="662" y="1355"/>
                </a:cubicBezTo>
                <a:cubicBezTo>
                  <a:pt x="1040" y="1355"/>
                  <a:pt x="1355" y="1040"/>
                  <a:pt x="1355" y="694"/>
                </a:cubicBezTo>
                <a:cubicBezTo>
                  <a:pt x="1355" y="316"/>
                  <a:pt x="1040" y="1"/>
                  <a:pt x="66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5" name="Google Shape;7205;p35"/>
          <p:cNvSpPr/>
          <p:nvPr/>
        </p:nvSpPr>
        <p:spPr>
          <a:xfrm>
            <a:off x="2256062" y="1260977"/>
            <a:ext cx="177019" cy="175437"/>
          </a:xfrm>
          <a:custGeom>
            <a:rect b="b" l="l" r="r" t="t"/>
            <a:pathLst>
              <a:path extrusionOk="0" h="5434" w="5483">
                <a:moveTo>
                  <a:pt x="2710" y="992"/>
                </a:moveTo>
                <a:cubicBezTo>
                  <a:pt x="2899" y="992"/>
                  <a:pt x="3057" y="1149"/>
                  <a:pt x="3057" y="1338"/>
                </a:cubicBezTo>
                <a:cubicBezTo>
                  <a:pt x="3057" y="1559"/>
                  <a:pt x="2899" y="1716"/>
                  <a:pt x="2710" y="1716"/>
                </a:cubicBezTo>
                <a:cubicBezTo>
                  <a:pt x="2521" y="1716"/>
                  <a:pt x="2364" y="1559"/>
                  <a:pt x="2364" y="1338"/>
                </a:cubicBezTo>
                <a:cubicBezTo>
                  <a:pt x="2395" y="1149"/>
                  <a:pt x="2553" y="992"/>
                  <a:pt x="2710" y="992"/>
                </a:cubicBezTo>
                <a:close/>
                <a:moveTo>
                  <a:pt x="2742" y="2346"/>
                </a:moveTo>
                <a:cubicBezTo>
                  <a:pt x="2962" y="2346"/>
                  <a:pt x="3120" y="2504"/>
                  <a:pt x="3120" y="2693"/>
                </a:cubicBezTo>
                <a:lnTo>
                  <a:pt x="3120" y="4079"/>
                </a:lnTo>
                <a:cubicBezTo>
                  <a:pt x="3120" y="4268"/>
                  <a:pt x="2962" y="4426"/>
                  <a:pt x="2742" y="4426"/>
                </a:cubicBezTo>
                <a:cubicBezTo>
                  <a:pt x="2553" y="4426"/>
                  <a:pt x="2395" y="4268"/>
                  <a:pt x="2395" y="4079"/>
                </a:cubicBezTo>
                <a:lnTo>
                  <a:pt x="2395" y="2693"/>
                </a:lnTo>
                <a:cubicBezTo>
                  <a:pt x="2395" y="2504"/>
                  <a:pt x="2553" y="2346"/>
                  <a:pt x="2742" y="2346"/>
                </a:cubicBezTo>
                <a:close/>
                <a:moveTo>
                  <a:pt x="2646" y="0"/>
                </a:moveTo>
                <a:cubicBezTo>
                  <a:pt x="1359" y="0"/>
                  <a:pt x="1" y="1099"/>
                  <a:pt x="1" y="2724"/>
                </a:cubicBezTo>
                <a:cubicBezTo>
                  <a:pt x="1" y="3197"/>
                  <a:pt x="127" y="3638"/>
                  <a:pt x="348" y="4016"/>
                </a:cubicBezTo>
                <a:lnTo>
                  <a:pt x="33" y="4961"/>
                </a:lnTo>
                <a:cubicBezTo>
                  <a:pt x="1" y="5087"/>
                  <a:pt x="33" y="5245"/>
                  <a:pt x="127" y="5339"/>
                </a:cubicBezTo>
                <a:cubicBezTo>
                  <a:pt x="167" y="5399"/>
                  <a:pt x="245" y="5421"/>
                  <a:pt x="329" y="5421"/>
                </a:cubicBezTo>
                <a:cubicBezTo>
                  <a:pt x="377" y="5421"/>
                  <a:pt x="427" y="5414"/>
                  <a:pt x="474" y="5402"/>
                </a:cubicBezTo>
                <a:lnTo>
                  <a:pt x="1419" y="5087"/>
                </a:lnTo>
                <a:cubicBezTo>
                  <a:pt x="1797" y="5339"/>
                  <a:pt x="2238" y="5434"/>
                  <a:pt x="2742" y="5434"/>
                </a:cubicBezTo>
                <a:cubicBezTo>
                  <a:pt x="4254" y="5434"/>
                  <a:pt x="5483" y="4237"/>
                  <a:pt x="5483" y="2724"/>
                </a:cubicBezTo>
                <a:cubicBezTo>
                  <a:pt x="5483" y="1275"/>
                  <a:pt x="4317" y="78"/>
                  <a:pt x="2899" y="15"/>
                </a:cubicBezTo>
                <a:cubicBezTo>
                  <a:pt x="2815" y="5"/>
                  <a:pt x="2731" y="0"/>
                  <a:pt x="26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6" name="Google Shape;7206;p35"/>
          <p:cNvSpPr/>
          <p:nvPr/>
        </p:nvSpPr>
        <p:spPr>
          <a:xfrm>
            <a:off x="2079106" y="1568623"/>
            <a:ext cx="243106" cy="68186"/>
          </a:xfrm>
          <a:custGeom>
            <a:rect b="b" l="l" r="r" t="t"/>
            <a:pathLst>
              <a:path extrusionOk="0" h="2112" w="7530">
                <a:moveTo>
                  <a:pt x="0" y="0"/>
                </a:moveTo>
                <a:lnTo>
                  <a:pt x="0" y="1071"/>
                </a:lnTo>
                <a:cubicBezTo>
                  <a:pt x="0" y="1670"/>
                  <a:pt x="473" y="2111"/>
                  <a:pt x="1040" y="2111"/>
                </a:cubicBezTo>
                <a:lnTo>
                  <a:pt x="6490" y="2111"/>
                </a:lnTo>
                <a:cubicBezTo>
                  <a:pt x="7057" y="2111"/>
                  <a:pt x="7530" y="1639"/>
                  <a:pt x="7530" y="1071"/>
                </a:cubicBezTo>
                <a:lnTo>
                  <a:pt x="753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7" name="Google Shape;7207;p35"/>
          <p:cNvSpPr/>
          <p:nvPr/>
        </p:nvSpPr>
        <p:spPr>
          <a:xfrm>
            <a:off x="2080106" y="1260427"/>
            <a:ext cx="198359" cy="43778"/>
          </a:xfrm>
          <a:custGeom>
            <a:rect b="b" l="l" r="r" t="t"/>
            <a:pathLst>
              <a:path extrusionOk="0" h="1356" w="6144">
                <a:moveTo>
                  <a:pt x="1040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1355"/>
                </a:lnTo>
                <a:lnTo>
                  <a:pt x="5104" y="1355"/>
                </a:lnTo>
                <a:cubicBezTo>
                  <a:pt x="5293" y="819"/>
                  <a:pt x="5672" y="347"/>
                  <a:pt x="61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8" name="Google Shape;7208;p35"/>
          <p:cNvSpPr/>
          <p:nvPr/>
        </p:nvSpPr>
        <p:spPr>
          <a:xfrm>
            <a:off x="3008906" y="3692997"/>
            <a:ext cx="376379" cy="376346"/>
          </a:xfrm>
          <a:custGeom>
            <a:rect b="b" l="l" r="r" t="t"/>
            <a:pathLst>
              <a:path extrusionOk="0" h="11657" w="11658">
                <a:moveTo>
                  <a:pt x="5829" y="0"/>
                </a:moveTo>
                <a:cubicBezTo>
                  <a:pt x="3372" y="0"/>
                  <a:pt x="1261" y="1796"/>
                  <a:pt x="788" y="4159"/>
                </a:cubicBezTo>
                <a:cubicBezTo>
                  <a:pt x="347" y="4285"/>
                  <a:pt x="1" y="4694"/>
                  <a:pt x="1" y="5167"/>
                </a:cubicBezTo>
                <a:lnTo>
                  <a:pt x="1" y="7876"/>
                </a:lnTo>
                <a:cubicBezTo>
                  <a:pt x="1" y="8412"/>
                  <a:pt x="473" y="8885"/>
                  <a:pt x="1009" y="8885"/>
                </a:cubicBezTo>
                <a:lnTo>
                  <a:pt x="1702" y="8885"/>
                </a:lnTo>
                <a:cubicBezTo>
                  <a:pt x="1891" y="8885"/>
                  <a:pt x="2049" y="8727"/>
                  <a:pt x="2049" y="8538"/>
                </a:cubicBezTo>
                <a:lnTo>
                  <a:pt x="2049" y="4442"/>
                </a:lnTo>
                <a:cubicBezTo>
                  <a:pt x="2049" y="4253"/>
                  <a:pt x="1891" y="4096"/>
                  <a:pt x="1702" y="4096"/>
                </a:cubicBezTo>
                <a:lnTo>
                  <a:pt x="1481" y="4096"/>
                </a:lnTo>
                <a:cubicBezTo>
                  <a:pt x="1954" y="2111"/>
                  <a:pt x="3781" y="630"/>
                  <a:pt x="5829" y="630"/>
                </a:cubicBezTo>
                <a:cubicBezTo>
                  <a:pt x="7877" y="630"/>
                  <a:pt x="9673" y="2111"/>
                  <a:pt x="10145" y="4096"/>
                </a:cubicBezTo>
                <a:lnTo>
                  <a:pt x="9956" y="4096"/>
                </a:lnTo>
                <a:cubicBezTo>
                  <a:pt x="9767" y="4096"/>
                  <a:pt x="9610" y="4253"/>
                  <a:pt x="9610" y="4442"/>
                </a:cubicBezTo>
                <a:lnTo>
                  <a:pt x="9610" y="8538"/>
                </a:lnTo>
                <a:cubicBezTo>
                  <a:pt x="9610" y="8727"/>
                  <a:pt x="9767" y="8885"/>
                  <a:pt x="9956" y="8885"/>
                </a:cubicBezTo>
                <a:lnTo>
                  <a:pt x="10271" y="8885"/>
                </a:lnTo>
                <a:cubicBezTo>
                  <a:pt x="10114" y="9672"/>
                  <a:pt x="9421" y="10271"/>
                  <a:pt x="8570" y="10271"/>
                </a:cubicBezTo>
                <a:lnTo>
                  <a:pt x="6774" y="10271"/>
                </a:lnTo>
                <a:cubicBezTo>
                  <a:pt x="6617" y="9893"/>
                  <a:pt x="6270" y="9609"/>
                  <a:pt x="5829" y="9609"/>
                </a:cubicBezTo>
                <a:cubicBezTo>
                  <a:pt x="5262" y="9609"/>
                  <a:pt x="4789" y="10082"/>
                  <a:pt x="4789" y="10617"/>
                </a:cubicBezTo>
                <a:cubicBezTo>
                  <a:pt x="4789" y="11184"/>
                  <a:pt x="5262" y="11657"/>
                  <a:pt x="5829" y="11657"/>
                </a:cubicBezTo>
                <a:cubicBezTo>
                  <a:pt x="6270" y="11657"/>
                  <a:pt x="6648" y="11373"/>
                  <a:pt x="6774" y="10995"/>
                </a:cubicBezTo>
                <a:lnTo>
                  <a:pt x="8570" y="10995"/>
                </a:lnTo>
                <a:cubicBezTo>
                  <a:pt x="9799" y="10995"/>
                  <a:pt x="10775" y="10082"/>
                  <a:pt x="10933" y="8885"/>
                </a:cubicBezTo>
                <a:cubicBezTo>
                  <a:pt x="11342" y="8790"/>
                  <a:pt x="11658" y="8380"/>
                  <a:pt x="11658" y="7908"/>
                </a:cubicBezTo>
                <a:lnTo>
                  <a:pt x="11658" y="5198"/>
                </a:lnTo>
                <a:cubicBezTo>
                  <a:pt x="11658" y="4694"/>
                  <a:pt x="11311" y="4253"/>
                  <a:pt x="10870" y="4159"/>
                </a:cubicBezTo>
                <a:cubicBezTo>
                  <a:pt x="10397" y="1796"/>
                  <a:pt x="8255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9" name="Google Shape;7209;p35"/>
          <p:cNvSpPr/>
          <p:nvPr/>
        </p:nvSpPr>
        <p:spPr>
          <a:xfrm>
            <a:off x="3096398" y="3781491"/>
            <a:ext cx="202427" cy="199198"/>
          </a:xfrm>
          <a:custGeom>
            <a:rect b="b" l="l" r="r" t="t"/>
            <a:pathLst>
              <a:path extrusionOk="0" h="6170" w="6270">
                <a:moveTo>
                  <a:pt x="3119" y="1386"/>
                </a:moveTo>
                <a:cubicBezTo>
                  <a:pt x="3308" y="1386"/>
                  <a:pt x="3466" y="1544"/>
                  <a:pt x="3466" y="1733"/>
                </a:cubicBezTo>
                <a:cubicBezTo>
                  <a:pt x="3466" y="1953"/>
                  <a:pt x="3308" y="2079"/>
                  <a:pt x="3119" y="2079"/>
                </a:cubicBezTo>
                <a:cubicBezTo>
                  <a:pt x="2930" y="2079"/>
                  <a:pt x="2773" y="1953"/>
                  <a:pt x="2773" y="1733"/>
                </a:cubicBezTo>
                <a:cubicBezTo>
                  <a:pt x="2773" y="1544"/>
                  <a:pt x="2930" y="1386"/>
                  <a:pt x="3119" y="1386"/>
                </a:cubicBezTo>
                <a:close/>
                <a:moveTo>
                  <a:pt x="3119" y="2741"/>
                </a:moveTo>
                <a:cubicBezTo>
                  <a:pt x="3308" y="2741"/>
                  <a:pt x="3466" y="2867"/>
                  <a:pt x="3466" y="3088"/>
                </a:cubicBezTo>
                <a:lnTo>
                  <a:pt x="3466" y="4474"/>
                </a:lnTo>
                <a:cubicBezTo>
                  <a:pt x="3466" y="4663"/>
                  <a:pt x="3308" y="4820"/>
                  <a:pt x="3119" y="4820"/>
                </a:cubicBezTo>
                <a:cubicBezTo>
                  <a:pt x="2930" y="4820"/>
                  <a:pt x="2773" y="4663"/>
                  <a:pt x="2773" y="4474"/>
                </a:cubicBezTo>
                <a:lnTo>
                  <a:pt x="2773" y="3088"/>
                </a:lnTo>
                <a:cubicBezTo>
                  <a:pt x="2773" y="2867"/>
                  <a:pt x="2930" y="2741"/>
                  <a:pt x="3119" y="2741"/>
                </a:cubicBezTo>
                <a:close/>
                <a:moveTo>
                  <a:pt x="3151" y="0"/>
                </a:moveTo>
                <a:cubicBezTo>
                  <a:pt x="1449" y="0"/>
                  <a:pt x="63" y="1386"/>
                  <a:pt x="63" y="3088"/>
                </a:cubicBezTo>
                <a:cubicBezTo>
                  <a:pt x="63" y="3592"/>
                  <a:pt x="158" y="4096"/>
                  <a:pt x="441" y="4568"/>
                </a:cubicBezTo>
                <a:lnTo>
                  <a:pt x="63" y="5734"/>
                </a:lnTo>
                <a:cubicBezTo>
                  <a:pt x="0" y="5828"/>
                  <a:pt x="0" y="5955"/>
                  <a:pt x="126" y="6081"/>
                </a:cubicBezTo>
                <a:cubicBezTo>
                  <a:pt x="171" y="6125"/>
                  <a:pt x="263" y="6170"/>
                  <a:pt x="357" y="6170"/>
                </a:cubicBezTo>
                <a:cubicBezTo>
                  <a:pt x="396" y="6170"/>
                  <a:pt x="436" y="6162"/>
                  <a:pt x="473" y="6144"/>
                </a:cubicBezTo>
                <a:lnTo>
                  <a:pt x="1638" y="5765"/>
                </a:lnTo>
                <a:cubicBezTo>
                  <a:pt x="2079" y="6049"/>
                  <a:pt x="2615" y="6144"/>
                  <a:pt x="3151" y="6144"/>
                </a:cubicBezTo>
                <a:cubicBezTo>
                  <a:pt x="4852" y="6144"/>
                  <a:pt x="6270" y="4789"/>
                  <a:pt x="6270" y="3088"/>
                </a:cubicBezTo>
                <a:cubicBezTo>
                  <a:pt x="6270" y="1386"/>
                  <a:pt x="4852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0" name="Google Shape;7210;p35"/>
          <p:cNvSpPr/>
          <p:nvPr/>
        </p:nvSpPr>
        <p:spPr>
          <a:xfrm>
            <a:off x="2198388" y="4402079"/>
            <a:ext cx="241104" cy="43778"/>
          </a:xfrm>
          <a:custGeom>
            <a:rect b="b" l="l" r="r" t="t"/>
            <a:pathLst>
              <a:path extrusionOk="0" h="1356" w="7468">
                <a:moveTo>
                  <a:pt x="568" y="1"/>
                </a:moveTo>
                <a:cubicBezTo>
                  <a:pt x="568" y="505"/>
                  <a:pt x="379" y="977"/>
                  <a:pt x="1" y="1356"/>
                </a:cubicBezTo>
                <a:lnTo>
                  <a:pt x="7467" y="1356"/>
                </a:lnTo>
                <a:lnTo>
                  <a:pt x="74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1" name="Google Shape;7211;p35"/>
          <p:cNvSpPr/>
          <p:nvPr/>
        </p:nvSpPr>
        <p:spPr>
          <a:xfrm>
            <a:off x="2217727" y="4468199"/>
            <a:ext cx="222767" cy="88525"/>
          </a:xfrm>
          <a:custGeom>
            <a:rect b="b" l="l" r="r" t="t"/>
            <a:pathLst>
              <a:path extrusionOk="0" h="2742" w="6900">
                <a:moveTo>
                  <a:pt x="0" y="1"/>
                </a:moveTo>
                <a:cubicBezTo>
                  <a:pt x="662" y="505"/>
                  <a:pt x="1134" y="1292"/>
                  <a:pt x="1292" y="2237"/>
                </a:cubicBezTo>
                <a:cubicBezTo>
                  <a:pt x="1355" y="2395"/>
                  <a:pt x="1292" y="2584"/>
                  <a:pt x="1260" y="2742"/>
                </a:cubicBezTo>
                <a:lnTo>
                  <a:pt x="6553" y="2742"/>
                </a:lnTo>
                <a:cubicBezTo>
                  <a:pt x="6742" y="2742"/>
                  <a:pt x="6900" y="2584"/>
                  <a:pt x="6900" y="2395"/>
                </a:cubicBezTo>
                <a:lnTo>
                  <a:pt x="690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2" name="Google Shape;7212;p35"/>
          <p:cNvSpPr/>
          <p:nvPr/>
        </p:nvSpPr>
        <p:spPr>
          <a:xfrm>
            <a:off x="2305188" y="4179343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0"/>
                </a:moveTo>
                <a:cubicBezTo>
                  <a:pt x="631" y="0"/>
                  <a:pt x="1" y="630"/>
                  <a:pt x="1" y="1386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74"/>
                  <a:pt x="2773" y="1386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3" name="Google Shape;7213;p35"/>
          <p:cNvSpPr/>
          <p:nvPr/>
        </p:nvSpPr>
        <p:spPr>
          <a:xfrm>
            <a:off x="2261441" y="4290211"/>
            <a:ext cx="178052" cy="88525"/>
          </a:xfrm>
          <a:custGeom>
            <a:rect b="b" l="l" r="r" t="t"/>
            <a:pathLst>
              <a:path extrusionOk="0" h="2742" w="5515">
                <a:moveTo>
                  <a:pt x="2773" y="0"/>
                </a:moveTo>
                <a:cubicBezTo>
                  <a:pt x="1419" y="0"/>
                  <a:pt x="221" y="1040"/>
                  <a:pt x="32" y="2363"/>
                </a:cubicBezTo>
                <a:cubicBezTo>
                  <a:pt x="1" y="2552"/>
                  <a:pt x="158" y="2741"/>
                  <a:pt x="379" y="2741"/>
                </a:cubicBezTo>
                <a:lnTo>
                  <a:pt x="5136" y="2741"/>
                </a:lnTo>
                <a:cubicBezTo>
                  <a:pt x="5357" y="2741"/>
                  <a:pt x="5514" y="2552"/>
                  <a:pt x="5514" y="2363"/>
                </a:cubicBezTo>
                <a:cubicBezTo>
                  <a:pt x="5294" y="1008"/>
                  <a:pt x="4160" y="0"/>
                  <a:pt x="27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4" name="Google Shape;7214;p35"/>
          <p:cNvSpPr/>
          <p:nvPr/>
        </p:nvSpPr>
        <p:spPr>
          <a:xfrm>
            <a:off x="2105826" y="4357331"/>
            <a:ext cx="89526" cy="88525"/>
          </a:xfrm>
          <a:custGeom>
            <a:rect b="b" l="l" r="r" t="t"/>
            <a:pathLst>
              <a:path extrusionOk="0" h="2742" w="2773">
                <a:moveTo>
                  <a:pt x="1387" y="1"/>
                </a:moveTo>
                <a:cubicBezTo>
                  <a:pt x="631" y="1"/>
                  <a:pt x="1" y="599"/>
                  <a:pt x="1" y="1387"/>
                </a:cubicBezTo>
                <a:cubicBezTo>
                  <a:pt x="1" y="2143"/>
                  <a:pt x="631" y="2742"/>
                  <a:pt x="1387" y="2742"/>
                </a:cubicBezTo>
                <a:cubicBezTo>
                  <a:pt x="2143" y="2742"/>
                  <a:pt x="2773" y="2143"/>
                  <a:pt x="2773" y="1387"/>
                </a:cubicBez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5" name="Google Shape;7215;p35"/>
          <p:cNvSpPr/>
          <p:nvPr/>
        </p:nvSpPr>
        <p:spPr>
          <a:xfrm>
            <a:off x="2061079" y="4468199"/>
            <a:ext cx="177019" cy="87525"/>
          </a:xfrm>
          <a:custGeom>
            <a:rect b="b" l="l" r="r" t="t"/>
            <a:pathLst>
              <a:path extrusionOk="0" h="2711" w="5483">
                <a:moveTo>
                  <a:pt x="2773" y="1"/>
                </a:moveTo>
                <a:cubicBezTo>
                  <a:pt x="1387" y="1"/>
                  <a:pt x="252" y="1009"/>
                  <a:pt x="63" y="2300"/>
                </a:cubicBezTo>
                <a:cubicBezTo>
                  <a:pt x="0" y="2521"/>
                  <a:pt x="158" y="2710"/>
                  <a:pt x="410" y="2710"/>
                </a:cubicBezTo>
                <a:lnTo>
                  <a:pt x="5136" y="2710"/>
                </a:lnTo>
                <a:cubicBezTo>
                  <a:pt x="5325" y="2710"/>
                  <a:pt x="5482" y="2521"/>
                  <a:pt x="5482" y="2300"/>
                </a:cubicBezTo>
                <a:cubicBezTo>
                  <a:pt x="5293" y="1009"/>
                  <a:pt x="415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6" name="Google Shape;7216;p35"/>
          <p:cNvSpPr/>
          <p:nvPr/>
        </p:nvSpPr>
        <p:spPr>
          <a:xfrm>
            <a:off x="2707111" y="1260155"/>
            <a:ext cx="208529" cy="208529"/>
          </a:xfrm>
          <a:custGeom>
            <a:rect b="b" l="l" r="r" t="t"/>
            <a:pathLst>
              <a:path extrusionOk="0" h="6459" w="6459">
                <a:moveTo>
                  <a:pt x="3718" y="0"/>
                </a:moveTo>
                <a:cubicBezTo>
                  <a:pt x="3560" y="0"/>
                  <a:pt x="3434" y="63"/>
                  <a:pt x="3403" y="189"/>
                </a:cubicBezTo>
                <a:cubicBezTo>
                  <a:pt x="3340" y="315"/>
                  <a:pt x="3340" y="473"/>
                  <a:pt x="3466" y="536"/>
                </a:cubicBezTo>
                <a:lnTo>
                  <a:pt x="4190" y="1261"/>
                </a:lnTo>
                <a:lnTo>
                  <a:pt x="1260" y="4159"/>
                </a:lnTo>
                <a:lnTo>
                  <a:pt x="567" y="3466"/>
                </a:lnTo>
                <a:cubicBezTo>
                  <a:pt x="496" y="3395"/>
                  <a:pt x="390" y="3360"/>
                  <a:pt x="288" y="3360"/>
                </a:cubicBezTo>
                <a:cubicBezTo>
                  <a:pt x="254" y="3360"/>
                  <a:pt x="221" y="3363"/>
                  <a:pt x="189" y="3371"/>
                </a:cubicBezTo>
                <a:cubicBezTo>
                  <a:pt x="95" y="3403"/>
                  <a:pt x="0" y="3560"/>
                  <a:pt x="0" y="3686"/>
                </a:cubicBezTo>
                <a:lnTo>
                  <a:pt x="0" y="6081"/>
                </a:lnTo>
                <a:cubicBezTo>
                  <a:pt x="0" y="6301"/>
                  <a:pt x="158" y="6459"/>
                  <a:pt x="347" y="6459"/>
                </a:cubicBezTo>
                <a:lnTo>
                  <a:pt x="2773" y="6459"/>
                </a:lnTo>
                <a:cubicBezTo>
                  <a:pt x="2930" y="6459"/>
                  <a:pt x="3025" y="6364"/>
                  <a:pt x="3088" y="6238"/>
                </a:cubicBezTo>
                <a:cubicBezTo>
                  <a:pt x="3119" y="6144"/>
                  <a:pt x="3119" y="5986"/>
                  <a:pt x="2993" y="5892"/>
                </a:cubicBezTo>
                <a:lnTo>
                  <a:pt x="2300" y="5199"/>
                </a:lnTo>
                <a:lnTo>
                  <a:pt x="5198" y="2269"/>
                </a:lnTo>
                <a:lnTo>
                  <a:pt x="5923" y="2993"/>
                </a:lnTo>
                <a:cubicBezTo>
                  <a:pt x="5969" y="3039"/>
                  <a:pt x="6066" y="3069"/>
                  <a:pt x="6164" y="3069"/>
                </a:cubicBezTo>
                <a:cubicBezTo>
                  <a:pt x="6200" y="3069"/>
                  <a:pt x="6236" y="3065"/>
                  <a:pt x="6270" y="3056"/>
                </a:cubicBezTo>
                <a:cubicBezTo>
                  <a:pt x="6396" y="3025"/>
                  <a:pt x="6459" y="2867"/>
                  <a:pt x="6459" y="2741"/>
                </a:cubicBezTo>
                <a:lnTo>
                  <a:pt x="6459" y="347"/>
                </a:lnTo>
                <a:cubicBezTo>
                  <a:pt x="6459" y="158"/>
                  <a:pt x="6301" y="0"/>
                  <a:pt x="6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7" name="Google Shape;7217;p35"/>
          <p:cNvSpPr/>
          <p:nvPr/>
        </p:nvSpPr>
        <p:spPr>
          <a:xfrm>
            <a:off x="2572836" y="1339060"/>
            <a:ext cx="98695" cy="95047"/>
          </a:xfrm>
          <a:custGeom>
            <a:rect b="b" l="l" r="r" t="t"/>
            <a:pathLst>
              <a:path extrusionOk="0" h="2944" w="3057">
                <a:moveTo>
                  <a:pt x="970" y="1"/>
                </a:moveTo>
                <a:cubicBezTo>
                  <a:pt x="685" y="1"/>
                  <a:pt x="405" y="114"/>
                  <a:pt x="221" y="297"/>
                </a:cubicBezTo>
                <a:lnTo>
                  <a:pt x="1" y="549"/>
                </a:lnTo>
                <a:lnTo>
                  <a:pt x="2395" y="2944"/>
                </a:lnTo>
                <a:lnTo>
                  <a:pt x="2678" y="2755"/>
                </a:lnTo>
                <a:cubicBezTo>
                  <a:pt x="3056" y="2345"/>
                  <a:pt x="3056" y="1683"/>
                  <a:pt x="2678" y="1274"/>
                </a:cubicBezTo>
                <a:lnTo>
                  <a:pt x="1670" y="297"/>
                </a:lnTo>
                <a:cubicBezTo>
                  <a:pt x="1478" y="90"/>
                  <a:pt x="1222" y="1"/>
                  <a:pt x="9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8" name="Google Shape;7218;p35"/>
          <p:cNvSpPr/>
          <p:nvPr/>
        </p:nvSpPr>
        <p:spPr>
          <a:xfrm>
            <a:off x="2738621" y="1505813"/>
            <a:ext cx="99728" cy="96112"/>
          </a:xfrm>
          <a:custGeom>
            <a:rect b="b" l="l" r="r" t="t"/>
            <a:pathLst>
              <a:path extrusionOk="0" h="2977" w="3089">
                <a:moveTo>
                  <a:pt x="999" y="0"/>
                </a:moveTo>
                <a:cubicBezTo>
                  <a:pt x="787" y="0"/>
                  <a:pt x="577" y="66"/>
                  <a:pt x="410" y="205"/>
                </a:cubicBezTo>
                <a:cubicBezTo>
                  <a:pt x="379" y="205"/>
                  <a:pt x="316" y="268"/>
                  <a:pt x="284" y="299"/>
                </a:cubicBezTo>
                <a:lnTo>
                  <a:pt x="1" y="583"/>
                </a:lnTo>
                <a:lnTo>
                  <a:pt x="2427" y="2977"/>
                </a:lnTo>
                <a:lnTo>
                  <a:pt x="2679" y="2693"/>
                </a:lnTo>
                <a:cubicBezTo>
                  <a:pt x="3088" y="2315"/>
                  <a:pt x="3088" y="1622"/>
                  <a:pt x="2679" y="1244"/>
                </a:cubicBezTo>
                <a:lnTo>
                  <a:pt x="1734" y="299"/>
                </a:lnTo>
                <a:cubicBezTo>
                  <a:pt x="1540" y="105"/>
                  <a:pt x="1267" y="0"/>
                  <a:pt x="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9" name="Google Shape;7219;p35"/>
          <p:cNvSpPr/>
          <p:nvPr/>
        </p:nvSpPr>
        <p:spPr>
          <a:xfrm>
            <a:off x="2534191" y="1374057"/>
            <a:ext cx="267514" cy="263026"/>
          </a:xfrm>
          <a:custGeom>
            <a:rect b="b" l="l" r="r" t="t"/>
            <a:pathLst>
              <a:path extrusionOk="0" h="8147" w="8286">
                <a:moveTo>
                  <a:pt x="725" y="1"/>
                </a:moveTo>
                <a:cubicBezTo>
                  <a:pt x="95" y="631"/>
                  <a:pt x="0" y="1387"/>
                  <a:pt x="284" y="2017"/>
                </a:cubicBezTo>
                <a:cubicBezTo>
                  <a:pt x="1387" y="4223"/>
                  <a:pt x="3938" y="6774"/>
                  <a:pt x="6270" y="7972"/>
                </a:cubicBezTo>
                <a:cubicBezTo>
                  <a:pt x="6499" y="8086"/>
                  <a:pt x="6745" y="8147"/>
                  <a:pt x="6996" y="8147"/>
                </a:cubicBezTo>
                <a:cubicBezTo>
                  <a:pt x="7434" y="8147"/>
                  <a:pt x="7886" y="7963"/>
                  <a:pt x="8286" y="7562"/>
                </a:cubicBez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0" name="Google Shape;7220;p35"/>
          <p:cNvSpPr/>
          <p:nvPr/>
        </p:nvSpPr>
        <p:spPr>
          <a:xfrm>
            <a:off x="2668433" y="1865003"/>
            <a:ext cx="245172" cy="242589"/>
          </a:xfrm>
          <a:custGeom>
            <a:rect b="b" l="l" r="r" t="t"/>
            <a:pathLst>
              <a:path extrusionOk="0" h="7514" w="7594">
                <a:moveTo>
                  <a:pt x="5487" y="0"/>
                </a:moveTo>
                <a:cubicBezTo>
                  <a:pt x="5380" y="0"/>
                  <a:pt x="5278" y="8"/>
                  <a:pt x="5168" y="24"/>
                </a:cubicBezTo>
                <a:cubicBezTo>
                  <a:pt x="4349" y="181"/>
                  <a:pt x="3656" y="843"/>
                  <a:pt x="3561" y="1630"/>
                </a:cubicBezTo>
                <a:cubicBezTo>
                  <a:pt x="3467" y="2198"/>
                  <a:pt x="3561" y="2513"/>
                  <a:pt x="3719" y="2891"/>
                </a:cubicBezTo>
                <a:lnTo>
                  <a:pt x="285" y="6325"/>
                </a:lnTo>
                <a:cubicBezTo>
                  <a:pt x="1" y="6608"/>
                  <a:pt x="1" y="7049"/>
                  <a:pt x="285" y="7301"/>
                </a:cubicBezTo>
                <a:cubicBezTo>
                  <a:pt x="426" y="7443"/>
                  <a:pt x="600" y="7514"/>
                  <a:pt x="773" y="7514"/>
                </a:cubicBezTo>
                <a:cubicBezTo>
                  <a:pt x="946" y="7514"/>
                  <a:pt x="1119" y="7443"/>
                  <a:pt x="1261" y="7301"/>
                </a:cubicBezTo>
                <a:lnTo>
                  <a:pt x="4695" y="3899"/>
                </a:lnTo>
                <a:cubicBezTo>
                  <a:pt x="5022" y="4016"/>
                  <a:pt x="5280" y="4080"/>
                  <a:pt x="5597" y="4080"/>
                </a:cubicBezTo>
                <a:cubicBezTo>
                  <a:pt x="5708" y="4080"/>
                  <a:pt x="5825" y="4073"/>
                  <a:pt x="5955" y="4056"/>
                </a:cubicBezTo>
                <a:cubicBezTo>
                  <a:pt x="6775" y="3899"/>
                  <a:pt x="7436" y="3206"/>
                  <a:pt x="7562" y="2418"/>
                </a:cubicBezTo>
                <a:cubicBezTo>
                  <a:pt x="7594" y="2198"/>
                  <a:pt x="7594" y="1945"/>
                  <a:pt x="7562" y="1756"/>
                </a:cubicBezTo>
                <a:cubicBezTo>
                  <a:pt x="7562" y="1630"/>
                  <a:pt x="7436" y="1504"/>
                  <a:pt x="7310" y="1473"/>
                </a:cubicBezTo>
                <a:cubicBezTo>
                  <a:pt x="7287" y="1465"/>
                  <a:pt x="7259" y="1461"/>
                  <a:pt x="7229" y="1461"/>
                </a:cubicBezTo>
                <a:cubicBezTo>
                  <a:pt x="7141" y="1461"/>
                  <a:pt x="7034" y="1497"/>
                  <a:pt x="6964" y="1567"/>
                </a:cubicBezTo>
                <a:lnTo>
                  <a:pt x="6491" y="2040"/>
                </a:lnTo>
                <a:cubicBezTo>
                  <a:pt x="6365" y="2166"/>
                  <a:pt x="6192" y="2229"/>
                  <a:pt x="6014" y="2229"/>
                </a:cubicBezTo>
                <a:cubicBezTo>
                  <a:pt x="5837" y="2229"/>
                  <a:pt x="5656" y="2166"/>
                  <a:pt x="5514" y="2040"/>
                </a:cubicBezTo>
                <a:cubicBezTo>
                  <a:pt x="5231" y="1756"/>
                  <a:pt x="5231" y="1315"/>
                  <a:pt x="5514" y="1032"/>
                </a:cubicBezTo>
                <a:lnTo>
                  <a:pt x="6018" y="622"/>
                </a:lnTo>
                <a:cubicBezTo>
                  <a:pt x="6113" y="528"/>
                  <a:pt x="6144" y="370"/>
                  <a:pt x="6113" y="276"/>
                </a:cubicBezTo>
                <a:cubicBezTo>
                  <a:pt x="6050" y="150"/>
                  <a:pt x="5955" y="55"/>
                  <a:pt x="5829" y="24"/>
                </a:cubicBezTo>
                <a:cubicBezTo>
                  <a:pt x="5703" y="8"/>
                  <a:pt x="5593" y="0"/>
                  <a:pt x="54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1" name="Google Shape;7221;p35"/>
          <p:cNvSpPr/>
          <p:nvPr/>
        </p:nvSpPr>
        <p:spPr>
          <a:xfrm>
            <a:off x="2736587" y="1738606"/>
            <a:ext cx="60050" cy="60050"/>
          </a:xfrm>
          <a:custGeom>
            <a:rect b="b" l="l" r="r" t="t"/>
            <a:pathLst>
              <a:path extrusionOk="0" h="1860" w="1860">
                <a:moveTo>
                  <a:pt x="1" y="1"/>
                </a:moveTo>
                <a:lnTo>
                  <a:pt x="1" y="1859"/>
                </a:lnTo>
                <a:lnTo>
                  <a:pt x="1860" y="1859"/>
                </a:lnTo>
                <a:lnTo>
                  <a:pt x="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2" name="Google Shape;7222;p35"/>
          <p:cNvSpPr/>
          <p:nvPr/>
        </p:nvSpPr>
        <p:spPr>
          <a:xfrm>
            <a:off x="2536225" y="1728437"/>
            <a:ext cx="266513" cy="357040"/>
          </a:xfrm>
          <a:custGeom>
            <a:rect b="b" l="l" r="r" t="t"/>
            <a:pathLst>
              <a:path extrusionOk="0" h="11059" w="8255">
                <a:moveTo>
                  <a:pt x="3812" y="1450"/>
                </a:moveTo>
                <a:cubicBezTo>
                  <a:pt x="4001" y="1450"/>
                  <a:pt x="4159" y="1607"/>
                  <a:pt x="4159" y="1796"/>
                </a:cubicBezTo>
                <a:cubicBezTo>
                  <a:pt x="4159" y="2017"/>
                  <a:pt x="4001" y="2174"/>
                  <a:pt x="3812" y="2174"/>
                </a:cubicBezTo>
                <a:cubicBezTo>
                  <a:pt x="3623" y="2174"/>
                  <a:pt x="3466" y="2017"/>
                  <a:pt x="3466" y="1796"/>
                </a:cubicBezTo>
                <a:cubicBezTo>
                  <a:pt x="3466" y="1607"/>
                  <a:pt x="3623" y="1450"/>
                  <a:pt x="3812" y="1450"/>
                </a:cubicBezTo>
                <a:close/>
                <a:moveTo>
                  <a:pt x="3812" y="2836"/>
                </a:moveTo>
                <a:cubicBezTo>
                  <a:pt x="4001" y="2836"/>
                  <a:pt x="4159" y="2993"/>
                  <a:pt x="4159" y="3183"/>
                </a:cubicBezTo>
                <a:lnTo>
                  <a:pt x="4159" y="5293"/>
                </a:lnTo>
                <a:cubicBezTo>
                  <a:pt x="4159" y="5482"/>
                  <a:pt x="4001" y="5640"/>
                  <a:pt x="3812" y="5640"/>
                </a:cubicBezTo>
                <a:cubicBezTo>
                  <a:pt x="3623" y="5640"/>
                  <a:pt x="3466" y="5482"/>
                  <a:pt x="3466" y="5293"/>
                </a:cubicBezTo>
                <a:lnTo>
                  <a:pt x="3466" y="3183"/>
                </a:lnTo>
                <a:cubicBezTo>
                  <a:pt x="3466" y="2993"/>
                  <a:pt x="3623" y="2836"/>
                  <a:pt x="3812" y="2836"/>
                </a:cubicBezTo>
                <a:close/>
                <a:moveTo>
                  <a:pt x="5860" y="6301"/>
                </a:moveTo>
                <a:cubicBezTo>
                  <a:pt x="6049" y="6301"/>
                  <a:pt x="6207" y="6459"/>
                  <a:pt x="6207" y="6648"/>
                </a:cubicBezTo>
                <a:cubicBezTo>
                  <a:pt x="6207" y="6837"/>
                  <a:pt x="6049" y="6995"/>
                  <a:pt x="5860" y="6995"/>
                </a:cubicBezTo>
                <a:lnTo>
                  <a:pt x="1733" y="6995"/>
                </a:lnTo>
                <a:cubicBezTo>
                  <a:pt x="1544" y="6995"/>
                  <a:pt x="1387" y="6837"/>
                  <a:pt x="1387" y="6648"/>
                </a:cubicBezTo>
                <a:cubicBezTo>
                  <a:pt x="1387" y="6459"/>
                  <a:pt x="1544" y="6301"/>
                  <a:pt x="1733" y="6301"/>
                </a:cubicBezTo>
                <a:close/>
                <a:moveTo>
                  <a:pt x="4537" y="7688"/>
                </a:moveTo>
                <a:cubicBezTo>
                  <a:pt x="4726" y="7688"/>
                  <a:pt x="4884" y="7845"/>
                  <a:pt x="4884" y="8034"/>
                </a:cubicBezTo>
                <a:cubicBezTo>
                  <a:pt x="4884" y="8223"/>
                  <a:pt x="4726" y="8381"/>
                  <a:pt x="4537" y="8381"/>
                </a:cubicBezTo>
                <a:lnTo>
                  <a:pt x="1733" y="8381"/>
                </a:lnTo>
                <a:cubicBezTo>
                  <a:pt x="1544" y="8381"/>
                  <a:pt x="1387" y="8223"/>
                  <a:pt x="1387" y="8034"/>
                </a:cubicBezTo>
                <a:cubicBezTo>
                  <a:pt x="1387" y="7845"/>
                  <a:pt x="1544" y="7688"/>
                  <a:pt x="1733" y="7688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0681"/>
                </a:lnTo>
                <a:cubicBezTo>
                  <a:pt x="0" y="10964"/>
                  <a:pt x="158" y="11059"/>
                  <a:pt x="347" y="11059"/>
                </a:cubicBezTo>
                <a:lnTo>
                  <a:pt x="3466" y="11059"/>
                </a:lnTo>
                <a:cubicBezTo>
                  <a:pt x="3466" y="10712"/>
                  <a:pt x="3592" y="10366"/>
                  <a:pt x="3844" y="10082"/>
                </a:cubicBezTo>
                <a:lnTo>
                  <a:pt x="4254" y="9704"/>
                </a:lnTo>
                <a:lnTo>
                  <a:pt x="1702" y="9704"/>
                </a:lnTo>
                <a:cubicBezTo>
                  <a:pt x="1481" y="9704"/>
                  <a:pt x="1324" y="9546"/>
                  <a:pt x="1324" y="9326"/>
                </a:cubicBezTo>
                <a:cubicBezTo>
                  <a:pt x="1324" y="9137"/>
                  <a:pt x="1481" y="8979"/>
                  <a:pt x="1702" y="8979"/>
                </a:cubicBezTo>
                <a:lnTo>
                  <a:pt x="4915" y="8979"/>
                </a:lnTo>
                <a:lnTo>
                  <a:pt x="6963" y="6932"/>
                </a:lnTo>
                <a:cubicBezTo>
                  <a:pt x="6900" y="6585"/>
                  <a:pt x="6805" y="6238"/>
                  <a:pt x="6931" y="5703"/>
                </a:cubicBezTo>
                <a:cubicBezTo>
                  <a:pt x="7089" y="4915"/>
                  <a:pt x="7562" y="4254"/>
                  <a:pt x="8255" y="3876"/>
                </a:cubicBezTo>
                <a:lnTo>
                  <a:pt x="8255" y="2773"/>
                </a:lnTo>
                <a:lnTo>
                  <a:pt x="5860" y="2773"/>
                </a:lnTo>
                <a:cubicBezTo>
                  <a:pt x="5671" y="2773"/>
                  <a:pt x="5514" y="2615"/>
                  <a:pt x="5514" y="2395"/>
                </a:cubicBezTo>
                <a:lnTo>
                  <a:pt x="551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3" name="Google Shape;7223;p35"/>
          <p:cNvSpPr/>
          <p:nvPr/>
        </p:nvSpPr>
        <p:spPr>
          <a:xfrm>
            <a:off x="2843903" y="2209180"/>
            <a:ext cx="54949" cy="52399"/>
          </a:xfrm>
          <a:custGeom>
            <a:rect b="b" l="l" r="r" t="t"/>
            <a:pathLst>
              <a:path extrusionOk="0" h="1623" w="1702">
                <a:moveTo>
                  <a:pt x="1352" y="0"/>
                </a:moveTo>
                <a:cubicBezTo>
                  <a:pt x="1261" y="0"/>
                  <a:pt x="1167" y="24"/>
                  <a:pt x="1104" y="71"/>
                </a:cubicBezTo>
                <a:lnTo>
                  <a:pt x="127" y="1079"/>
                </a:lnTo>
                <a:cubicBezTo>
                  <a:pt x="1" y="1205"/>
                  <a:pt x="1" y="1426"/>
                  <a:pt x="127" y="1552"/>
                </a:cubicBezTo>
                <a:cubicBezTo>
                  <a:pt x="190" y="1599"/>
                  <a:pt x="284" y="1623"/>
                  <a:pt x="375" y="1623"/>
                </a:cubicBezTo>
                <a:cubicBezTo>
                  <a:pt x="466" y="1623"/>
                  <a:pt x="552" y="1599"/>
                  <a:pt x="599" y="1552"/>
                </a:cubicBezTo>
                <a:lnTo>
                  <a:pt x="1576" y="544"/>
                </a:lnTo>
                <a:cubicBezTo>
                  <a:pt x="1702" y="449"/>
                  <a:pt x="1702" y="260"/>
                  <a:pt x="1576" y="71"/>
                </a:cubicBezTo>
                <a:cubicBezTo>
                  <a:pt x="1529" y="24"/>
                  <a:pt x="1442" y="0"/>
                  <a:pt x="135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4" name="Google Shape;7224;p35"/>
          <p:cNvSpPr/>
          <p:nvPr/>
        </p:nvSpPr>
        <p:spPr>
          <a:xfrm>
            <a:off x="2690322" y="2197493"/>
            <a:ext cx="221766" cy="216406"/>
          </a:xfrm>
          <a:custGeom>
            <a:rect b="b" l="l" r="r" t="t"/>
            <a:pathLst>
              <a:path extrusionOk="0" h="6703" w="6869">
                <a:moveTo>
                  <a:pt x="772" y="0"/>
                </a:moveTo>
                <a:cubicBezTo>
                  <a:pt x="599" y="0"/>
                  <a:pt x="426" y="71"/>
                  <a:pt x="284" y="213"/>
                </a:cubicBezTo>
                <a:cubicBezTo>
                  <a:pt x="1" y="496"/>
                  <a:pt x="1" y="937"/>
                  <a:pt x="284" y="1189"/>
                </a:cubicBezTo>
                <a:lnTo>
                  <a:pt x="5608" y="6514"/>
                </a:lnTo>
                <a:cubicBezTo>
                  <a:pt x="5734" y="6640"/>
                  <a:pt x="5908" y="6703"/>
                  <a:pt x="6085" y="6703"/>
                </a:cubicBezTo>
                <a:cubicBezTo>
                  <a:pt x="6262" y="6703"/>
                  <a:pt x="6443" y="6640"/>
                  <a:pt x="6585" y="6514"/>
                </a:cubicBezTo>
                <a:cubicBezTo>
                  <a:pt x="6869" y="6230"/>
                  <a:pt x="6869" y="5821"/>
                  <a:pt x="6585" y="5537"/>
                </a:cubicBezTo>
                <a:lnTo>
                  <a:pt x="1261" y="213"/>
                </a:lnTo>
                <a:cubicBezTo>
                  <a:pt x="1119" y="71"/>
                  <a:pt x="946" y="0"/>
                  <a:pt x="7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5" name="Google Shape;7225;p35"/>
          <p:cNvSpPr/>
          <p:nvPr/>
        </p:nvSpPr>
        <p:spPr>
          <a:xfrm>
            <a:off x="2535707" y="2446670"/>
            <a:ext cx="127171" cy="122844"/>
          </a:xfrm>
          <a:custGeom>
            <a:rect b="b" l="l" r="r" t="t"/>
            <a:pathLst>
              <a:path extrusionOk="0" h="3805" w="3939">
                <a:moveTo>
                  <a:pt x="757" y="1"/>
                </a:moveTo>
                <a:cubicBezTo>
                  <a:pt x="576" y="1"/>
                  <a:pt x="395" y="72"/>
                  <a:pt x="253" y="213"/>
                </a:cubicBezTo>
                <a:cubicBezTo>
                  <a:pt x="1" y="497"/>
                  <a:pt x="1" y="938"/>
                  <a:pt x="253" y="1190"/>
                </a:cubicBezTo>
                <a:lnTo>
                  <a:pt x="2679" y="3616"/>
                </a:lnTo>
                <a:cubicBezTo>
                  <a:pt x="2805" y="3742"/>
                  <a:pt x="2978" y="3805"/>
                  <a:pt x="3155" y="3805"/>
                </a:cubicBezTo>
                <a:cubicBezTo>
                  <a:pt x="3332" y="3805"/>
                  <a:pt x="3514" y="3742"/>
                  <a:pt x="3655" y="3616"/>
                </a:cubicBezTo>
                <a:cubicBezTo>
                  <a:pt x="3939" y="3332"/>
                  <a:pt x="3939" y="2891"/>
                  <a:pt x="3655" y="2608"/>
                </a:cubicBezTo>
                <a:lnTo>
                  <a:pt x="1261" y="213"/>
                </a:lnTo>
                <a:cubicBezTo>
                  <a:pt x="1119" y="72"/>
                  <a:pt x="938" y="1"/>
                  <a:pt x="7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6" name="Google Shape;7226;p35"/>
          <p:cNvSpPr/>
          <p:nvPr/>
        </p:nvSpPr>
        <p:spPr>
          <a:xfrm>
            <a:off x="2589624" y="2254186"/>
            <a:ext cx="263478" cy="263478"/>
          </a:xfrm>
          <a:custGeom>
            <a:rect b="b" l="l" r="r" t="t"/>
            <a:pathLst>
              <a:path extrusionOk="0" h="8161" w="8161">
                <a:moveTo>
                  <a:pt x="2994" y="1"/>
                </a:moveTo>
                <a:lnTo>
                  <a:pt x="2489" y="1576"/>
                </a:lnTo>
                <a:cubicBezTo>
                  <a:pt x="1985" y="3088"/>
                  <a:pt x="1166" y="4474"/>
                  <a:pt x="1" y="5703"/>
                </a:cubicBezTo>
                <a:lnTo>
                  <a:pt x="2458" y="8160"/>
                </a:lnTo>
                <a:cubicBezTo>
                  <a:pt x="3687" y="6995"/>
                  <a:pt x="5104" y="6175"/>
                  <a:pt x="6585" y="5671"/>
                </a:cubicBezTo>
                <a:lnTo>
                  <a:pt x="8160" y="5136"/>
                </a:lnTo>
                <a:lnTo>
                  <a:pt x="29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7" name="Google Shape;7227;p35"/>
          <p:cNvSpPr/>
          <p:nvPr/>
        </p:nvSpPr>
        <p:spPr>
          <a:xfrm>
            <a:off x="2801189" y="2193167"/>
            <a:ext cx="22406" cy="43746"/>
          </a:xfrm>
          <a:custGeom>
            <a:rect b="b" l="l" r="r" t="t"/>
            <a:pathLst>
              <a:path extrusionOk="0" h="1355" w="694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08"/>
                </a:lnTo>
                <a:cubicBezTo>
                  <a:pt x="1" y="1229"/>
                  <a:pt x="158" y="1355"/>
                  <a:pt x="347" y="1355"/>
                </a:cubicBezTo>
                <a:cubicBezTo>
                  <a:pt x="536" y="1355"/>
                  <a:pt x="694" y="1229"/>
                  <a:pt x="694" y="1008"/>
                </a:cubicBez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8" name="Google Shape;7228;p35"/>
          <p:cNvSpPr/>
          <p:nvPr/>
        </p:nvSpPr>
        <p:spPr>
          <a:xfrm>
            <a:off x="2869344" y="2283695"/>
            <a:ext cx="44779" cy="22406"/>
          </a:xfrm>
          <a:custGeom>
            <a:rect b="b" l="l" r="r" t="t"/>
            <a:pathLst>
              <a:path extrusionOk="0" h="694" w="1387">
                <a:moveTo>
                  <a:pt x="379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79" y="693"/>
                </a:cubicBezTo>
                <a:lnTo>
                  <a:pt x="1040" y="693"/>
                </a:lnTo>
                <a:cubicBezTo>
                  <a:pt x="1229" y="693"/>
                  <a:pt x="1387" y="536"/>
                  <a:pt x="1387" y="347"/>
                </a:cubicBezTo>
                <a:cubicBezTo>
                  <a:pt x="1387" y="126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9" name="Google Shape;7229;p35"/>
          <p:cNvSpPr/>
          <p:nvPr/>
        </p:nvSpPr>
        <p:spPr>
          <a:xfrm>
            <a:off x="2700491" y="2447445"/>
            <a:ext cx="150577" cy="88590"/>
          </a:xfrm>
          <a:custGeom>
            <a:rect b="b" l="l" r="r" t="t"/>
            <a:pathLst>
              <a:path extrusionOk="0" h="2744" w="4664">
                <a:moveTo>
                  <a:pt x="4411" y="0"/>
                </a:moveTo>
                <a:lnTo>
                  <a:pt x="3750" y="221"/>
                </a:lnTo>
                <a:cubicBezTo>
                  <a:pt x="3907" y="378"/>
                  <a:pt x="3813" y="631"/>
                  <a:pt x="3624" y="694"/>
                </a:cubicBezTo>
                <a:lnTo>
                  <a:pt x="1072" y="2017"/>
                </a:lnTo>
                <a:cubicBezTo>
                  <a:pt x="1030" y="2038"/>
                  <a:pt x="984" y="2048"/>
                  <a:pt x="938" y="2048"/>
                </a:cubicBezTo>
                <a:cubicBezTo>
                  <a:pt x="844" y="2048"/>
                  <a:pt x="746" y="2006"/>
                  <a:pt x="662" y="1922"/>
                </a:cubicBezTo>
                <a:lnTo>
                  <a:pt x="568" y="1796"/>
                </a:lnTo>
                <a:cubicBezTo>
                  <a:pt x="347" y="1922"/>
                  <a:pt x="190" y="2080"/>
                  <a:pt x="1" y="2237"/>
                </a:cubicBezTo>
                <a:lnTo>
                  <a:pt x="190" y="2426"/>
                </a:lnTo>
                <a:cubicBezTo>
                  <a:pt x="395" y="2632"/>
                  <a:pt x="669" y="2744"/>
                  <a:pt x="947" y="2744"/>
                </a:cubicBezTo>
                <a:cubicBezTo>
                  <a:pt x="1095" y="2744"/>
                  <a:pt x="1245" y="2712"/>
                  <a:pt x="1387" y="2647"/>
                </a:cubicBezTo>
                <a:lnTo>
                  <a:pt x="3939" y="1324"/>
                </a:lnTo>
                <a:cubicBezTo>
                  <a:pt x="4411" y="1103"/>
                  <a:pt x="4663" y="505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0" name="Google Shape;7230;p35"/>
          <p:cNvSpPr/>
          <p:nvPr/>
        </p:nvSpPr>
        <p:spPr>
          <a:xfrm>
            <a:off x="1144247" y="2703349"/>
            <a:ext cx="315328" cy="318395"/>
          </a:xfrm>
          <a:custGeom>
            <a:rect b="b" l="l" r="r" t="t"/>
            <a:pathLst>
              <a:path extrusionOk="0" h="9862" w="9767">
                <a:moveTo>
                  <a:pt x="4883" y="1"/>
                </a:moveTo>
                <a:cubicBezTo>
                  <a:pt x="4505" y="1"/>
                  <a:pt x="4222" y="316"/>
                  <a:pt x="4222" y="662"/>
                </a:cubicBezTo>
                <a:lnTo>
                  <a:pt x="4222" y="4128"/>
                </a:lnTo>
                <a:cubicBezTo>
                  <a:pt x="4159" y="4033"/>
                  <a:pt x="2899" y="1859"/>
                  <a:pt x="2772" y="1702"/>
                </a:cubicBezTo>
                <a:cubicBezTo>
                  <a:pt x="2639" y="1479"/>
                  <a:pt x="2394" y="1350"/>
                  <a:pt x="2151" y="1350"/>
                </a:cubicBezTo>
                <a:cubicBezTo>
                  <a:pt x="2051" y="1350"/>
                  <a:pt x="1951" y="1372"/>
                  <a:pt x="1859" y="1418"/>
                </a:cubicBezTo>
                <a:cubicBezTo>
                  <a:pt x="1512" y="1576"/>
                  <a:pt x="1386" y="2017"/>
                  <a:pt x="1544" y="2332"/>
                </a:cubicBezTo>
                <a:cubicBezTo>
                  <a:pt x="1544" y="2363"/>
                  <a:pt x="2804" y="4947"/>
                  <a:pt x="2836" y="4947"/>
                </a:cubicBezTo>
                <a:cubicBezTo>
                  <a:pt x="3434" y="4947"/>
                  <a:pt x="5261" y="4947"/>
                  <a:pt x="5261" y="6617"/>
                </a:cubicBezTo>
                <a:cubicBezTo>
                  <a:pt x="5261" y="6806"/>
                  <a:pt x="5104" y="6963"/>
                  <a:pt x="4883" y="6963"/>
                </a:cubicBezTo>
                <a:cubicBezTo>
                  <a:pt x="4694" y="6963"/>
                  <a:pt x="4537" y="6806"/>
                  <a:pt x="4537" y="6617"/>
                </a:cubicBezTo>
                <a:cubicBezTo>
                  <a:pt x="4537" y="6018"/>
                  <a:pt x="4253" y="5640"/>
                  <a:pt x="3056" y="5608"/>
                </a:cubicBezTo>
                <a:cubicBezTo>
                  <a:pt x="3056" y="5608"/>
                  <a:pt x="1260" y="4254"/>
                  <a:pt x="1197" y="4191"/>
                </a:cubicBezTo>
                <a:cubicBezTo>
                  <a:pt x="1060" y="4084"/>
                  <a:pt x="901" y="4029"/>
                  <a:pt x="745" y="4029"/>
                </a:cubicBezTo>
                <a:cubicBezTo>
                  <a:pt x="578" y="4029"/>
                  <a:pt x="414" y="4092"/>
                  <a:pt x="284" y="4222"/>
                </a:cubicBezTo>
                <a:cubicBezTo>
                  <a:pt x="0" y="4506"/>
                  <a:pt x="0" y="4915"/>
                  <a:pt x="284" y="5199"/>
                </a:cubicBezTo>
                <a:lnTo>
                  <a:pt x="1859" y="6774"/>
                </a:lnTo>
                <a:cubicBezTo>
                  <a:pt x="2048" y="6963"/>
                  <a:pt x="2142" y="7215"/>
                  <a:pt x="2142" y="7436"/>
                </a:cubicBezTo>
                <a:cubicBezTo>
                  <a:pt x="2142" y="8034"/>
                  <a:pt x="2520" y="8538"/>
                  <a:pt x="3088" y="8759"/>
                </a:cubicBezTo>
                <a:cubicBezTo>
                  <a:pt x="3245" y="8790"/>
                  <a:pt x="3371" y="8948"/>
                  <a:pt x="3434" y="9074"/>
                </a:cubicBezTo>
                <a:cubicBezTo>
                  <a:pt x="2426" y="8979"/>
                  <a:pt x="1260" y="8790"/>
                  <a:pt x="1103" y="8475"/>
                </a:cubicBezTo>
                <a:cubicBezTo>
                  <a:pt x="1103" y="8475"/>
                  <a:pt x="1197" y="8349"/>
                  <a:pt x="1638" y="8192"/>
                </a:cubicBezTo>
                <a:cubicBezTo>
                  <a:pt x="1544" y="8003"/>
                  <a:pt x="1481" y="7751"/>
                  <a:pt x="1481" y="7530"/>
                </a:cubicBezTo>
                <a:cubicBezTo>
                  <a:pt x="756" y="7782"/>
                  <a:pt x="441" y="8066"/>
                  <a:pt x="441" y="8475"/>
                </a:cubicBezTo>
                <a:cubicBezTo>
                  <a:pt x="441" y="9641"/>
                  <a:pt x="3718" y="9862"/>
                  <a:pt x="4883" y="9862"/>
                </a:cubicBezTo>
                <a:cubicBezTo>
                  <a:pt x="6081" y="9862"/>
                  <a:pt x="9357" y="9641"/>
                  <a:pt x="9357" y="8475"/>
                </a:cubicBezTo>
                <a:cubicBezTo>
                  <a:pt x="9357" y="8066"/>
                  <a:pt x="8979" y="7751"/>
                  <a:pt x="8317" y="7530"/>
                </a:cubicBezTo>
                <a:cubicBezTo>
                  <a:pt x="8317" y="7782"/>
                  <a:pt x="8286" y="8003"/>
                  <a:pt x="8160" y="8192"/>
                </a:cubicBezTo>
                <a:cubicBezTo>
                  <a:pt x="8286" y="8255"/>
                  <a:pt x="8349" y="8286"/>
                  <a:pt x="8443" y="8318"/>
                </a:cubicBezTo>
                <a:lnTo>
                  <a:pt x="8664" y="8444"/>
                </a:lnTo>
                <a:cubicBezTo>
                  <a:pt x="8475" y="8790"/>
                  <a:pt x="7372" y="8948"/>
                  <a:pt x="6364" y="9074"/>
                </a:cubicBezTo>
                <a:cubicBezTo>
                  <a:pt x="6427" y="8979"/>
                  <a:pt x="6553" y="8885"/>
                  <a:pt x="6711" y="8822"/>
                </a:cubicBezTo>
                <a:cubicBezTo>
                  <a:pt x="7246" y="8633"/>
                  <a:pt x="7656" y="8129"/>
                  <a:pt x="7656" y="7530"/>
                </a:cubicBezTo>
                <a:lnTo>
                  <a:pt x="7656" y="6428"/>
                </a:lnTo>
                <a:lnTo>
                  <a:pt x="9515" y="4569"/>
                </a:lnTo>
                <a:cubicBezTo>
                  <a:pt x="9767" y="4317"/>
                  <a:pt x="9767" y="3876"/>
                  <a:pt x="9515" y="3592"/>
                </a:cubicBezTo>
                <a:cubicBezTo>
                  <a:pt x="9373" y="3450"/>
                  <a:pt x="9192" y="3379"/>
                  <a:pt x="9010" y="3379"/>
                </a:cubicBezTo>
                <a:cubicBezTo>
                  <a:pt x="8829" y="3379"/>
                  <a:pt x="8648" y="3450"/>
                  <a:pt x="8506" y="3592"/>
                </a:cubicBezTo>
                <a:cubicBezTo>
                  <a:pt x="8191" y="3876"/>
                  <a:pt x="7498" y="4411"/>
                  <a:pt x="7026" y="4789"/>
                </a:cubicBezTo>
                <a:cubicBezTo>
                  <a:pt x="7089" y="4663"/>
                  <a:pt x="8191" y="2426"/>
                  <a:pt x="8254" y="2332"/>
                </a:cubicBezTo>
                <a:cubicBezTo>
                  <a:pt x="8412" y="1985"/>
                  <a:pt x="8286" y="1576"/>
                  <a:pt x="7939" y="1418"/>
                </a:cubicBezTo>
                <a:cubicBezTo>
                  <a:pt x="7847" y="1372"/>
                  <a:pt x="7747" y="1350"/>
                  <a:pt x="7647" y="1350"/>
                </a:cubicBezTo>
                <a:cubicBezTo>
                  <a:pt x="7404" y="1350"/>
                  <a:pt x="7159" y="1479"/>
                  <a:pt x="7026" y="1702"/>
                </a:cubicBezTo>
                <a:cubicBezTo>
                  <a:pt x="6900" y="1859"/>
                  <a:pt x="5639" y="4033"/>
                  <a:pt x="5576" y="4128"/>
                </a:cubicBezTo>
                <a:lnTo>
                  <a:pt x="5576" y="662"/>
                </a:lnTo>
                <a:cubicBezTo>
                  <a:pt x="5576" y="284"/>
                  <a:pt x="5261" y="1"/>
                  <a:pt x="4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1" name="Google Shape;7231;p35"/>
          <p:cNvSpPr/>
          <p:nvPr/>
        </p:nvSpPr>
        <p:spPr>
          <a:xfrm>
            <a:off x="1113705" y="2910847"/>
            <a:ext cx="376379" cy="156679"/>
          </a:xfrm>
          <a:custGeom>
            <a:rect b="b" l="l" r="r" t="t"/>
            <a:pathLst>
              <a:path extrusionOk="0" h="4853" w="11658">
                <a:moveTo>
                  <a:pt x="9578" y="1"/>
                </a:moveTo>
                <a:lnTo>
                  <a:pt x="9263" y="316"/>
                </a:lnTo>
                <a:lnTo>
                  <a:pt x="9263" y="631"/>
                </a:lnTo>
                <a:cubicBezTo>
                  <a:pt x="10335" y="1040"/>
                  <a:pt x="10965" y="1576"/>
                  <a:pt x="10965" y="2143"/>
                </a:cubicBezTo>
                <a:cubicBezTo>
                  <a:pt x="10965" y="3119"/>
                  <a:pt x="8885" y="4191"/>
                  <a:pt x="5829" y="4191"/>
                </a:cubicBezTo>
                <a:cubicBezTo>
                  <a:pt x="2805" y="4191"/>
                  <a:pt x="726" y="3119"/>
                  <a:pt x="726" y="2143"/>
                </a:cubicBezTo>
                <a:cubicBezTo>
                  <a:pt x="726" y="1607"/>
                  <a:pt x="1261" y="1103"/>
                  <a:pt x="2175" y="725"/>
                </a:cubicBezTo>
                <a:lnTo>
                  <a:pt x="1671" y="190"/>
                </a:lnTo>
                <a:cubicBezTo>
                  <a:pt x="631" y="725"/>
                  <a:pt x="1" y="1387"/>
                  <a:pt x="1" y="2111"/>
                </a:cubicBezTo>
                <a:cubicBezTo>
                  <a:pt x="1" y="3655"/>
                  <a:pt x="2584" y="4852"/>
                  <a:pt x="5829" y="4852"/>
                </a:cubicBezTo>
                <a:cubicBezTo>
                  <a:pt x="9106" y="4852"/>
                  <a:pt x="11658" y="3624"/>
                  <a:pt x="11658" y="2111"/>
                </a:cubicBezTo>
                <a:cubicBezTo>
                  <a:pt x="11658" y="1261"/>
                  <a:pt x="10870" y="505"/>
                  <a:pt x="95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2" name="Google Shape;7232;p35"/>
          <p:cNvSpPr/>
          <p:nvPr/>
        </p:nvSpPr>
        <p:spPr>
          <a:xfrm>
            <a:off x="1113205" y="3309016"/>
            <a:ext cx="377379" cy="265512"/>
          </a:xfrm>
          <a:custGeom>
            <a:rect b="b" l="l" r="r" t="t"/>
            <a:pathLst>
              <a:path extrusionOk="0" h="8224" w="11689">
                <a:moveTo>
                  <a:pt x="5860" y="1"/>
                </a:moveTo>
                <a:cubicBezTo>
                  <a:pt x="4506" y="1"/>
                  <a:pt x="3340" y="1040"/>
                  <a:pt x="3151" y="2332"/>
                </a:cubicBezTo>
                <a:cubicBezTo>
                  <a:pt x="3119" y="2521"/>
                  <a:pt x="3277" y="2710"/>
                  <a:pt x="3497" y="2710"/>
                </a:cubicBezTo>
                <a:lnTo>
                  <a:pt x="5514" y="2710"/>
                </a:lnTo>
                <a:lnTo>
                  <a:pt x="5514" y="3435"/>
                </a:lnTo>
                <a:lnTo>
                  <a:pt x="2395" y="3435"/>
                </a:lnTo>
                <a:cubicBezTo>
                  <a:pt x="1859" y="3435"/>
                  <a:pt x="1387" y="3907"/>
                  <a:pt x="1387" y="4443"/>
                </a:cubicBezTo>
                <a:lnTo>
                  <a:pt x="1387" y="4852"/>
                </a:lnTo>
                <a:cubicBezTo>
                  <a:pt x="599" y="5010"/>
                  <a:pt x="0" y="5703"/>
                  <a:pt x="0" y="6554"/>
                </a:cubicBezTo>
                <a:cubicBezTo>
                  <a:pt x="0" y="7499"/>
                  <a:pt x="757" y="8223"/>
                  <a:pt x="1702" y="8223"/>
                </a:cubicBezTo>
                <a:cubicBezTo>
                  <a:pt x="2647" y="8223"/>
                  <a:pt x="3403" y="7499"/>
                  <a:pt x="3403" y="6554"/>
                </a:cubicBezTo>
                <a:cubicBezTo>
                  <a:pt x="3403" y="5703"/>
                  <a:pt x="2804" y="5041"/>
                  <a:pt x="2017" y="4852"/>
                </a:cubicBezTo>
                <a:lnTo>
                  <a:pt x="2017" y="4443"/>
                </a:lnTo>
                <a:cubicBezTo>
                  <a:pt x="2017" y="4254"/>
                  <a:pt x="2174" y="4096"/>
                  <a:pt x="2363" y="4096"/>
                </a:cubicBezTo>
                <a:lnTo>
                  <a:pt x="5482" y="4096"/>
                </a:lnTo>
                <a:lnTo>
                  <a:pt x="5482" y="4821"/>
                </a:lnTo>
                <a:cubicBezTo>
                  <a:pt x="4695" y="4978"/>
                  <a:pt x="4096" y="5672"/>
                  <a:pt x="4096" y="6491"/>
                </a:cubicBezTo>
                <a:cubicBezTo>
                  <a:pt x="4096" y="7436"/>
                  <a:pt x="4852" y="8192"/>
                  <a:pt x="5797" y="8192"/>
                </a:cubicBezTo>
                <a:cubicBezTo>
                  <a:pt x="6742" y="8192"/>
                  <a:pt x="7499" y="7436"/>
                  <a:pt x="7499" y="6491"/>
                </a:cubicBezTo>
                <a:cubicBezTo>
                  <a:pt x="7499" y="5672"/>
                  <a:pt x="6900" y="5010"/>
                  <a:pt x="6112" y="4821"/>
                </a:cubicBezTo>
                <a:lnTo>
                  <a:pt x="6112" y="4096"/>
                </a:lnTo>
                <a:lnTo>
                  <a:pt x="9231" y="4096"/>
                </a:lnTo>
                <a:cubicBezTo>
                  <a:pt x="9420" y="4096"/>
                  <a:pt x="9578" y="4254"/>
                  <a:pt x="9578" y="4443"/>
                </a:cubicBezTo>
                <a:lnTo>
                  <a:pt x="9578" y="4852"/>
                </a:lnTo>
                <a:cubicBezTo>
                  <a:pt x="8790" y="5010"/>
                  <a:pt x="8192" y="5703"/>
                  <a:pt x="8192" y="6554"/>
                </a:cubicBezTo>
                <a:cubicBezTo>
                  <a:pt x="8192" y="7499"/>
                  <a:pt x="8948" y="8223"/>
                  <a:pt x="9893" y="8223"/>
                </a:cubicBezTo>
                <a:cubicBezTo>
                  <a:pt x="10838" y="8223"/>
                  <a:pt x="11594" y="7499"/>
                  <a:pt x="11594" y="6554"/>
                </a:cubicBezTo>
                <a:cubicBezTo>
                  <a:pt x="11689" y="5703"/>
                  <a:pt x="11153" y="5010"/>
                  <a:pt x="10366" y="4852"/>
                </a:cubicBezTo>
                <a:lnTo>
                  <a:pt x="10366" y="4443"/>
                </a:lnTo>
                <a:cubicBezTo>
                  <a:pt x="10366" y="3907"/>
                  <a:pt x="9893" y="3435"/>
                  <a:pt x="9326" y="3435"/>
                </a:cubicBezTo>
                <a:lnTo>
                  <a:pt x="6238" y="3435"/>
                </a:lnTo>
                <a:lnTo>
                  <a:pt x="6238" y="2710"/>
                </a:lnTo>
                <a:lnTo>
                  <a:pt x="8223" y="2710"/>
                </a:lnTo>
                <a:cubicBezTo>
                  <a:pt x="8444" y="2710"/>
                  <a:pt x="8601" y="2521"/>
                  <a:pt x="8601" y="2332"/>
                </a:cubicBezTo>
                <a:cubicBezTo>
                  <a:pt x="8381" y="977"/>
                  <a:pt x="7247" y="1"/>
                  <a:pt x="586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3" name="Google Shape;7233;p35"/>
          <p:cNvSpPr/>
          <p:nvPr/>
        </p:nvSpPr>
        <p:spPr>
          <a:xfrm>
            <a:off x="1258650" y="3198149"/>
            <a:ext cx="88525" cy="89559"/>
          </a:xfrm>
          <a:custGeom>
            <a:rect b="b" l="l" r="r" t="t"/>
            <a:pathLst>
              <a:path extrusionOk="0" h="2774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43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4" name="Google Shape;7234;p35"/>
          <p:cNvSpPr/>
          <p:nvPr/>
        </p:nvSpPr>
        <p:spPr>
          <a:xfrm>
            <a:off x="1224573" y="3692609"/>
            <a:ext cx="275682" cy="277199"/>
          </a:xfrm>
          <a:custGeom>
            <a:rect b="b" l="l" r="r" t="t"/>
            <a:pathLst>
              <a:path extrusionOk="0" h="8586" w="8539">
                <a:moveTo>
                  <a:pt x="5156" y="1"/>
                </a:moveTo>
                <a:cubicBezTo>
                  <a:pt x="4372" y="1"/>
                  <a:pt x="3593" y="308"/>
                  <a:pt x="2994" y="922"/>
                </a:cubicBezTo>
                <a:lnTo>
                  <a:pt x="1450" y="2466"/>
                </a:lnTo>
                <a:cubicBezTo>
                  <a:pt x="1681" y="2417"/>
                  <a:pt x="1916" y="2392"/>
                  <a:pt x="2152" y="2392"/>
                </a:cubicBezTo>
                <a:cubicBezTo>
                  <a:pt x="2529" y="2392"/>
                  <a:pt x="2909" y="2456"/>
                  <a:pt x="3277" y="2592"/>
                </a:cubicBezTo>
                <a:lnTo>
                  <a:pt x="3939" y="1899"/>
                </a:lnTo>
                <a:cubicBezTo>
                  <a:pt x="4270" y="1568"/>
                  <a:pt x="4703" y="1402"/>
                  <a:pt x="5136" y="1402"/>
                </a:cubicBezTo>
                <a:cubicBezTo>
                  <a:pt x="5569" y="1402"/>
                  <a:pt x="6003" y="1568"/>
                  <a:pt x="6333" y="1899"/>
                </a:cubicBezTo>
                <a:cubicBezTo>
                  <a:pt x="7027" y="2592"/>
                  <a:pt x="7027" y="3631"/>
                  <a:pt x="6333" y="4325"/>
                </a:cubicBezTo>
                <a:lnTo>
                  <a:pt x="3939" y="6719"/>
                </a:lnTo>
                <a:cubicBezTo>
                  <a:pt x="3608" y="7050"/>
                  <a:pt x="3175" y="7215"/>
                  <a:pt x="2742" y="7215"/>
                </a:cubicBezTo>
                <a:cubicBezTo>
                  <a:pt x="2309" y="7215"/>
                  <a:pt x="1875" y="7050"/>
                  <a:pt x="1545" y="6719"/>
                </a:cubicBezTo>
                <a:cubicBezTo>
                  <a:pt x="1261" y="6435"/>
                  <a:pt x="1104" y="6089"/>
                  <a:pt x="1072" y="5742"/>
                </a:cubicBezTo>
                <a:lnTo>
                  <a:pt x="1" y="6782"/>
                </a:lnTo>
                <a:cubicBezTo>
                  <a:pt x="158" y="7097"/>
                  <a:pt x="348" y="7381"/>
                  <a:pt x="600" y="7664"/>
                </a:cubicBezTo>
                <a:cubicBezTo>
                  <a:pt x="1214" y="8278"/>
                  <a:pt x="2002" y="8586"/>
                  <a:pt x="2781" y="8586"/>
                </a:cubicBezTo>
                <a:cubicBezTo>
                  <a:pt x="3561" y="8586"/>
                  <a:pt x="4333" y="8278"/>
                  <a:pt x="4916" y="7664"/>
                </a:cubicBezTo>
                <a:lnTo>
                  <a:pt x="7342" y="5270"/>
                </a:lnTo>
                <a:cubicBezTo>
                  <a:pt x="8539" y="4073"/>
                  <a:pt x="8539" y="2151"/>
                  <a:pt x="7342" y="922"/>
                </a:cubicBezTo>
                <a:cubicBezTo>
                  <a:pt x="6727" y="308"/>
                  <a:pt x="5940" y="1"/>
                  <a:pt x="51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5" name="Google Shape;7235;p35"/>
          <p:cNvSpPr/>
          <p:nvPr/>
        </p:nvSpPr>
        <p:spPr>
          <a:xfrm>
            <a:off x="1103536" y="3790240"/>
            <a:ext cx="278749" cy="279491"/>
          </a:xfrm>
          <a:custGeom>
            <a:rect b="b" l="l" r="r" t="t"/>
            <a:pathLst>
              <a:path extrusionOk="0" h="8657" w="8634">
                <a:moveTo>
                  <a:pt x="5865" y="1"/>
                </a:moveTo>
                <a:cubicBezTo>
                  <a:pt x="5081" y="1"/>
                  <a:pt x="4301" y="308"/>
                  <a:pt x="3718" y="922"/>
                </a:cubicBezTo>
                <a:lnTo>
                  <a:pt x="1230" y="3411"/>
                </a:lnTo>
                <a:cubicBezTo>
                  <a:pt x="1" y="4640"/>
                  <a:pt x="1" y="6562"/>
                  <a:pt x="1230" y="7759"/>
                </a:cubicBezTo>
                <a:cubicBezTo>
                  <a:pt x="1844" y="8358"/>
                  <a:pt x="2632" y="8657"/>
                  <a:pt x="3415" y="8657"/>
                </a:cubicBezTo>
                <a:cubicBezTo>
                  <a:pt x="4199" y="8657"/>
                  <a:pt x="4979" y="8358"/>
                  <a:pt x="5577" y="7759"/>
                </a:cubicBezTo>
                <a:lnTo>
                  <a:pt x="7152" y="6184"/>
                </a:lnTo>
                <a:lnTo>
                  <a:pt x="7152" y="6184"/>
                </a:lnTo>
                <a:cubicBezTo>
                  <a:pt x="6938" y="6218"/>
                  <a:pt x="6719" y="6235"/>
                  <a:pt x="6499" y="6235"/>
                </a:cubicBezTo>
                <a:cubicBezTo>
                  <a:pt x="6106" y="6235"/>
                  <a:pt x="5709" y="6179"/>
                  <a:pt x="5325" y="6058"/>
                </a:cubicBezTo>
                <a:lnTo>
                  <a:pt x="4569" y="6814"/>
                </a:lnTo>
                <a:cubicBezTo>
                  <a:pt x="4238" y="7145"/>
                  <a:pt x="3805" y="7310"/>
                  <a:pt x="3372" y="7310"/>
                </a:cubicBezTo>
                <a:cubicBezTo>
                  <a:pt x="2939" y="7310"/>
                  <a:pt x="2505" y="7145"/>
                  <a:pt x="2175" y="6814"/>
                </a:cubicBezTo>
                <a:cubicBezTo>
                  <a:pt x="1513" y="6121"/>
                  <a:pt x="1513" y="5081"/>
                  <a:pt x="2175" y="4388"/>
                </a:cubicBezTo>
                <a:lnTo>
                  <a:pt x="4664" y="1899"/>
                </a:lnTo>
                <a:cubicBezTo>
                  <a:pt x="4994" y="1568"/>
                  <a:pt x="5428" y="1403"/>
                  <a:pt x="5861" y="1403"/>
                </a:cubicBezTo>
                <a:cubicBezTo>
                  <a:pt x="6294" y="1403"/>
                  <a:pt x="6727" y="1568"/>
                  <a:pt x="7058" y="1899"/>
                </a:cubicBezTo>
                <a:cubicBezTo>
                  <a:pt x="7342" y="2183"/>
                  <a:pt x="7499" y="2561"/>
                  <a:pt x="7531" y="2907"/>
                </a:cubicBezTo>
                <a:lnTo>
                  <a:pt x="8287" y="2151"/>
                </a:lnTo>
                <a:lnTo>
                  <a:pt x="8633" y="1805"/>
                </a:lnTo>
                <a:cubicBezTo>
                  <a:pt x="8476" y="1490"/>
                  <a:pt x="8287" y="1206"/>
                  <a:pt x="8035" y="922"/>
                </a:cubicBezTo>
                <a:cubicBezTo>
                  <a:pt x="7436" y="308"/>
                  <a:pt x="6648" y="1"/>
                  <a:pt x="58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6" name="Google Shape;7236;p35"/>
          <p:cNvSpPr/>
          <p:nvPr/>
        </p:nvSpPr>
        <p:spPr>
          <a:xfrm>
            <a:off x="3583364" y="2696747"/>
            <a:ext cx="226834" cy="288886"/>
          </a:xfrm>
          <a:custGeom>
            <a:rect b="b" l="l" r="r" t="t"/>
            <a:pathLst>
              <a:path extrusionOk="0" h="8948" w="7026">
                <a:moveTo>
                  <a:pt x="2363" y="0"/>
                </a:moveTo>
                <a:cubicBezTo>
                  <a:pt x="2143" y="0"/>
                  <a:pt x="1985" y="158"/>
                  <a:pt x="1985" y="378"/>
                </a:cubicBezTo>
                <a:cubicBezTo>
                  <a:pt x="1985" y="567"/>
                  <a:pt x="2143" y="725"/>
                  <a:pt x="2363" y="725"/>
                </a:cubicBezTo>
                <a:lnTo>
                  <a:pt x="2710" y="725"/>
                </a:lnTo>
                <a:lnTo>
                  <a:pt x="2710" y="1576"/>
                </a:lnTo>
                <a:cubicBezTo>
                  <a:pt x="1135" y="2017"/>
                  <a:pt x="0" y="3466"/>
                  <a:pt x="0" y="5199"/>
                </a:cubicBezTo>
                <a:cubicBezTo>
                  <a:pt x="0" y="7278"/>
                  <a:pt x="1670" y="8948"/>
                  <a:pt x="3718" y="8948"/>
                </a:cubicBezTo>
                <a:cubicBezTo>
                  <a:pt x="3970" y="8948"/>
                  <a:pt x="4159" y="8916"/>
                  <a:pt x="4348" y="8853"/>
                </a:cubicBezTo>
                <a:cubicBezTo>
                  <a:pt x="4159" y="8664"/>
                  <a:pt x="4033" y="8381"/>
                  <a:pt x="4033" y="8066"/>
                </a:cubicBezTo>
                <a:cubicBezTo>
                  <a:pt x="4033" y="7877"/>
                  <a:pt x="4096" y="7687"/>
                  <a:pt x="4191" y="7530"/>
                </a:cubicBezTo>
                <a:lnTo>
                  <a:pt x="4191" y="7530"/>
                </a:lnTo>
                <a:cubicBezTo>
                  <a:pt x="4033" y="7561"/>
                  <a:pt x="3876" y="7561"/>
                  <a:pt x="3686" y="7561"/>
                </a:cubicBezTo>
                <a:cubicBezTo>
                  <a:pt x="2363" y="7561"/>
                  <a:pt x="1292" y="6522"/>
                  <a:pt x="1292" y="5167"/>
                </a:cubicBezTo>
                <a:cubicBezTo>
                  <a:pt x="1292" y="3844"/>
                  <a:pt x="2363" y="2773"/>
                  <a:pt x="3686" y="2773"/>
                </a:cubicBezTo>
                <a:cubicBezTo>
                  <a:pt x="4348" y="2773"/>
                  <a:pt x="4978" y="3088"/>
                  <a:pt x="5451" y="3560"/>
                </a:cubicBezTo>
                <a:cubicBezTo>
                  <a:pt x="5608" y="3466"/>
                  <a:pt x="5766" y="3466"/>
                  <a:pt x="5923" y="3466"/>
                </a:cubicBezTo>
                <a:lnTo>
                  <a:pt x="7026" y="3466"/>
                </a:lnTo>
                <a:cubicBezTo>
                  <a:pt x="6553" y="2584"/>
                  <a:pt x="5734" y="1859"/>
                  <a:pt x="4726" y="1576"/>
                </a:cubicBezTo>
                <a:lnTo>
                  <a:pt x="4726" y="725"/>
                </a:lnTo>
                <a:lnTo>
                  <a:pt x="5073" y="725"/>
                </a:lnTo>
                <a:cubicBezTo>
                  <a:pt x="5262" y="725"/>
                  <a:pt x="5419" y="567"/>
                  <a:pt x="5419" y="378"/>
                </a:cubicBezTo>
                <a:cubicBezTo>
                  <a:pt x="5419" y="158"/>
                  <a:pt x="5262" y="0"/>
                  <a:pt x="50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7" name="Google Shape;7237;p35"/>
          <p:cNvSpPr/>
          <p:nvPr/>
        </p:nvSpPr>
        <p:spPr>
          <a:xfrm>
            <a:off x="3647449" y="2807615"/>
            <a:ext cx="68154" cy="67153"/>
          </a:xfrm>
          <a:custGeom>
            <a:rect b="b" l="l" r="r" t="t"/>
            <a:pathLst>
              <a:path extrusionOk="0" h="2080" w="2111">
                <a:moveTo>
                  <a:pt x="1733" y="0"/>
                </a:moveTo>
                <a:cubicBezTo>
                  <a:pt x="1544" y="32"/>
                  <a:pt x="1386" y="158"/>
                  <a:pt x="1386" y="347"/>
                </a:cubicBezTo>
                <a:lnTo>
                  <a:pt x="1386" y="1387"/>
                </a:lnTo>
                <a:lnTo>
                  <a:pt x="378" y="1387"/>
                </a:lnTo>
                <a:cubicBezTo>
                  <a:pt x="158" y="1387"/>
                  <a:pt x="0" y="1544"/>
                  <a:pt x="0" y="1733"/>
                </a:cubicBezTo>
                <a:cubicBezTo>
                  <a:pt x="0" y="1922"/>
                  <a:pt x="158" y="2080"/>
                  <a:pt x="378" y="2080"/>
                </a:cubicBezTo>
                <a:lnTo>
                  <a:pt x="1733" y="2080"/>
                </a:lnTo>
                <a:cubicBezTo>
                  <a:pt x="1954" y="2080"/>
                  <a:pt x="2111" y="1922"/>
                  <a:pt x="2111" y="1733"/>
                </a:cubicBezTo>
                <a:lnTo>
                  <a:pt x="2111" y="347"/>
                </a:lnTo>
                <a:cubicBezTo>
                  <a:pt x="2111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8" name="Google Shape;7238;p35"/>
          <p:cNvSpPr/>
          <p:nvPr/>
        </p:nvSpPr>
        <p:spPr>
          <a:xfrm>
            <a:off x="3759318" y="2830989"/>
            <a:ext cx="110899" cy="32608"/>
          </a:xfrm>
          <a:custGeom>
            <a:rect b="b" l="l" r="r" t="t"/>
            <a:pathLst>
              <a:path extrusionOk="0" h="1010" w="3435">
                <a:moveTo>
                  <a:pt x="536" y="1"/>
                </a:moveTo>
                <a:cubicBezTo>
                  <a:pt x="253" y="1"/>
                  <a:pt x="1" y="221"/>
                  <a:pt x="1" y="505"/>
                </a:cubicBezTo>
                <a:cubicBezTo>
                  <a:pt x="1" y="789"/>
                  <a:pt x="253" y="1009"/>
                  <a:pt x="536" y="1009"/>
                </a:cubicBezTo>
                <a:lnTo>
                  <a:pt x="2931" y="1009"/>
                </a:lnTo>
                <a:cubicBezTo>
                  <a:pt x="3214" y="1009"/>
                  <a:pt x="3435" y="789"/>
                  <a:pt x="3435" y="505"/>
                </a:cubicBezTo>
                <a:cubicBezTo>
                  <a:pt x="3435" y="221"/>
                  <a:pt x="3214" y="1"/>
                  <a:pt x="29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9" name="Google Shape;7239;p35"/>
          <p:cNvSpPr/>
          <p:nvPr/>
        </p:nvSpPr>
        <p:spPr>
          <a:xfrm>
            <a:off x="3736945" y="2884905"/>
            <a:ext cx="110899" cy="33609"/>
          </a:xfrm>
          <a:custGeom>
            <a:rect b="b" l="l" r="r" t="t"/>
            <a:pathLst>
              <a:path extrusionOk="0" h="1041" w="3435">
                <a:moveTo>
                  <a:pt x="505" y="1"/>
                </a:moveTo>
                <a:cubicBezTo>
                  <a:pt x="221" y="1"/>
                  <a:pt x="1" y="253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899" y="1040"/>
                </a:lnTo>
                <a:cubicBezTo>
                  <a:pt x="3183" y="1040"/>
                  <a:pt x="3435" y="851"/>
                  <a:pt x="3435" y="536"/>
                </a:cubicBezTo>
                <a:cubicBezTo>
                  <a:pt x="3435" y="253"/>
                  <a:pt x="3183" y="1"/>
                  <a:pt x="289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0" name="Google Shape;7240;p35"/>
          <p:cNvSpPr/>
          <p:nvPr/>
        </p:nvSpPr>
        <p:spPr>
          <a:xfrm>
            <a:off x="3736945" y="2940856"/>
            <a:ext cx="87492" cy="33609"/>
          </a:xfrm>
          <a:custGeom>
            <a:rect b="b" l="l" r="r" t="t"/>
            <a:pathLst>
              <a:path extrusionOk="0" h="1041" w="2710">
                <a:moveTo>
                  <a:pt x="505" y="0"/>
                </a:moveTo>
                <a:cubicBezTo>
                  <a:pt x="221" y="0"/>
                  <a:pt x="1" y="252"/>
                  <a:pt x="1" y="536"/>
                </a:cubicBezTo>
                <a:cubicBezTo>
                  <a:pt x="1" y="788"/>
                  <a:pt x="221" y="1040"/>
                  <a:pt x="505" y="1040"/>
                </a:cubicBezTo>
                <a:lnTo>
                  <a:pt x="2206" y="1040"/>
                </a:lnTo>
                <a:cubicBezTo>
                  <a:pt x="2490" y="1040"/>
                  <a:pt x="2710" y="788"/>
                  <a:pt x="2710" y="536"/>
                </a:cubicBezTo>
                <a:cubicBezTo>
                  <a:pt x="2710" y="252"/>
                  <a:pt x="2490" y="0"/>
                  <a:pt x="22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1" name="Google Shape;7241;p35"/>
          <p:cNvSpPr/>
          <p:nvPr/>
        </p:nvSpPr>
        <p:spPr>
          <a:xfrm>
            <a:off x="3736945" y="2995773"/>
            <a:ext cx="66152" cy="33609"/>
          </a:xfrm>
          <a:custGeom>
            <a:rect b="b" l="l" r="r" t="t"/>
            <a:pathLst>
              <a:path extrusionOk="0" h="1041" w="2049">
                <a:moveTo>
                  <a:pt x="505" y="1"/>
                </a:moveTo>
                <a:cubicBezTo>
                  <a:pt x="221" y="1"/>
                  <a:pt x="1" y="253"/>
                  <a:pt x="1" y="505"/>
                </a:cubicBezTo>
                <a:cubicBezTo>
                  <a:pt x="1" y="788"/>
                  <a:pt x="221" y="1040"/>
                  <a:pt x="505" y="1040"/>
                </a:cubicBezTo>
                <a:lnTo>
                  <a:pt x="1544" y="1040"/>
                </a:lnTo>
                <a:cubicBezTo>
                  <a:pt x="1796" y="1040"/>
                  <a:pt x="2048" y="788"/>
                  <a:pt x="2048" y="505"/>
                </a:cubicBezTo>
                <a:cubicBezTo>
                  <a:pt x="2048" y="253"/>
                  <a:pt x="1796" y="1"/>
                  <a:pt x="15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2" name="Google Shape;7242;p35"/>
          <p:cNvSpPr/>
          <p:nvPr/>
        </p:nvSpPr>
        <p:spPr>
          <a:xfrm>
            <a:off x="3492836" y="2718313"/>
            <a:ext cx="224800" cy="355813"/>
          </a:xfrm>
          <a:custGeom>
            <a:rect b="b" l="l" r="r" t="t"/>
            <a:pathLst>
              <a:path extrusionOk="0" h="11021" w="6963">
                <a:moveTo>
                  <a:pt x="3803" y="0"/>
                </a:moveTo>
                <a:cubicBezTo>
                  <a:pt x="3716" y="0"/>
                  <a:pt x="3637" y="52"/>
                  <a:pt x="3592" y="120"/>
                </a:cubicBezTo>
                <a:lnTo>
                  <a:pt x="1702" y="2231"/>
                </a:lnTo>
                <a:cubicBezTo>
                  <a:pt x="1544" y="2420"/>
                  <a:pt x="1418" y="2640"/>
                  <a:pt x="1418" y="2892"/>
                </a:cubicBezTo>
                <a:lnTo>
                  <a:pt x="1418" y="5917"/>
                </a:lnTo>
                <a:cubicBezTo>
                  <a:pt x="1418" y="6200"/>
                  <a:pt x="1292" y="6421"/>
                  <a:pt x="1103" y="6641"/>
                </a:cubicBezTo>
                <a:lnTo>
                  <a:pt x="126" y="7618"/>
                </a:lnTo>
                <a:cubicBezTo>
                  <a:pt x="0" y="7744"/>
                  <a:pt x="0" y="7965"/>
                  <a:pt x="126" y="8091"/>
                </a:cubicBezTo>
                <a:lnTo>
                  <a:pt x="2867" y="10926"/>
                </a:lnTo>
                <a:cubicBezTo>
                  <a:pt x="2930" y="10989"/>
                  <a:pt x="3017" y="11021"/>
                  <a:pt x="3104" y="11021"/>
                </a:cubicBezTo>
                <a:cubicBezTo>
                  <a:pt x="3190" y="11021"/>
                  <a:pt x="3277" y="10989"/>
                  <a:pt x="3340" y="10926"/>
                </a:cubicBezTo>
                <a:lnTo>
                  <a:pt x="4317" y="9949"/>
                </a:lnTo>
                <a:cubicBezTo>
                  <a:pt x="4537" y="9729"/>
                  <a:pt x="4758" y="9634"/>
                  <a:pt x="5041" y="9634"/>
                </a:cubicBezTo>
                <a:lnTo>
                  <a:pt x="6963" y="9634"/>
                </a:lnTo>
                <a:cubicBezTo>
                  <a:pt x="6900" y="9477"/>
                  <a:pt x="6837" y="9288"/>
                  <a:pt x="6837" y="9099"/>
                </a:cubicBezTo>
                <a:cubicBezTo>
                  <a:pt x="6837" y="9036"/>
                  <a:pt x="6837" y="8973"/>
                  <a:pt x="6900" y="8910"/>
                </a:cubicBezTo>
                <a:cubicBezTo>
                  <a:pt x="6774" y="8910"/>
                  <a:pt x="6648" y="8941"/>
                  <a:pt x="6522" y="8941"/>
                </a:cubicBezTo>
                <a:cubicBezTo>
                  <a:pt x="4096" y="8941"/>
                  <a:pt x="2080" y="6925"/>
                  <a:pt x="2080" y="4499"/>
                </a:cubicBezTo>
                <a:cubicBezTo>
                  <a:pt x="2080" y="2892"/>
                  <a:pt x="2962" y="1475"/>
                  <a:pt x="4254" y="687"/>
                </a:cubicBezTo>
                <a:cubicBezTo>
                  <a:pt x="4254" y="592"/>
                  <a:pt x="4222" y="529"/>
                  <a:pt x="4222" y="498"/>
                </a:cubicBezTo>
                <a:lnTo>
                  <a:pt x="4128" y="246"/>
                </a:lnTo>
                <a:cubicBezTo>
                  <a:pt x="4096" y="120"/>
                  <a:pt x="4002" y="57"/>
                  <a:pt x="3907" y="25"/>
                </a:cubicBezTo>
                <a:cubicBezTo>
                  <a:pt x="3872" y="8"/>
                  <a:pt x="3837" y="0"/>
                  <a:pt x="380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3" name="Google Shape;7243;p35"/>
          <p:cNvSpPr/>
          <p:nvPr/>
        </p:nvSpPr>
        <p:spPr>
          <a:xfrm>
            <a:off x="3649484" y="3331761"/>
            <a:ext cx="220733" cy="242428"/>
          </a:xfrm>
          <a:custGeom>
            <a:rect b="b" l="l" r="r" t="t"/>
            <a:pathLst>
              <a:path extrusionOk="0" h="7509" w="6837">
                <a:moveTo>
                  <a:pt x="5120" y="2079"/>
                </a:moveTo>
                <a:cubicBezTo>
                  <a:pt x="5206" y="2079"/>
                  <a:pt x="5293" y="2111"/>
                  <a:pt x="5356" y="2174"/>
                </a:cubicBezTo>
                <a:cubicBezTo>
                  <a:pt x="5451" y="2268"/>
                  <a:pt x="5451" y="2458"/>
                  <a:pt x="5356" y="2647"/>
                </a:cubicBezTo>
                <a:lnTo>
                  <a:pt x="3308" y="4694"/>
                </a:lnTo>
                <a:cubicBezTo>
                  <a:pt x="3214" y="4757"/>
                  <a:pt x="3151" y="4789"/>
                  <a:pt x="3056" y="4789"/>
                </a:cubicBezTo>
                <a:cubicBezTo>
                  <a:pt x="2993" y="4789"/>
                  <a:pt x="2899" y="4757"/>
                  <a:pt x="2836" y="4694"/>
                </a:cubicBezTo>
                <a:lnTo>
                  <a:pt x="2174" y="4001"/>
                </a:lnTo>
                <a:cubicBezTo>
                  <a:pt x="2048" y="3907"/>
                  <a:pt x="2048" y="3655"/>
                  <a:pt x="2174" y="3529"/>
                </a:cubicBezTo>
                <a:cubicBezTo>
                  <a:pt x="2221" y="3481"/>
                  <a:pt x="2308" y="3458"/>
                  <a:pt x="2399" y="3458"/>
                </a:cubicBezTo>
                <a:cubicBezTo>
                  <a:pt x="2489" y="3458"/>
                  <a:pt x="2584" y="3481"/>
                  <a:pt x="2647" y="3529"/>
                </a:cubicBezTo>
                <a:lnTo>
                  <a:pt x="3056" y="3970"/>
                </a:lnTo>
                <a:lnTo>
                  <a:pt x="4883" y="2174"/>
                </a:lnTo>
                <a:cubicBezTo>
                  <a:pt x="4946" y="2111"/>
                  <a:pt x="5033" y="2079"/>
                  <a:pt x="5120" y="2079"/>
                </a:cubicBezTo>
                <a:close/>
                <a:moveTo>
                  <a:pt x="1701" y="0"/>
                </a:moveTo>
                <a:cubicBezTo>
                  <a:pt x="725" y="0"/>
                  <a:pt x="0" y="756"/>
                  <a:pt x="0" y="1701"/>
                </a:cubicBezTo>
                <a:lnTo>
                  <a:pt x="0" y="4411"/>
                </a:lnTo>
                <a:cubicBezTo>
                  <a:pt x="0" y="5356"/>
                  <a:pt x="725" y="6112"/>
                  <a:pt x="1701" y="6112"/>
                </a:cubicBezTo>
                <a:lnTo>
                  <a:pt x="2048" y="6112"/>
                </a:lnTo>
                <a:lnTo>
                  <a:pt x="2048" y="7152"/>
                </a:lnTo>
                <a:cubicBezTo>
                  <a:pt x="2048" y="7309"/>
                  <a:pt x="2111" y="7435"/>
                  <a:pt x="2237" y="7467"/>
                </a:cubicBezTo>
                <a:cubicBezTo>
                  <a:pt x="2289" y="7493"/>
                  <a:pt x="2347" y="7508"/>
                  <a:pt x="2401" y="7508"/>
                </a:cubicBezTo>
                <a:cubicBezTo>
                  <a:pt x="2477" y="7508"/>
                  <a:pt x="2547" y="7478"/>
                  <a:pt x="2584" y="7404"/>
                </a:cubicBezTo>
                <a:lnTo>
                  <a:pt x="3844" y="6112"/>
                </a:lnTo>
                <a:lnTo>
                  <a:pt x="5073" y="6112"/>
                </a:lnTo>
                <a:cubicBezTo>
                  <a:pt x="6018" y="6112"/>
                  <a:pt x="6805" y="5356"/>
                  <a:pt x="6805" y="4411"/>
                </a:cubicBezTo>
                <a:lnTo>
                  <a:pt x="6805" y="1701"/>
                </a:lnTo>
                <a:cubicBezTo>
                  <a:pt x="6837" y="756"/>
                  <a:pt x="6049" y="0"/>
                  <a:pt x="51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4" name="Google Shape;7244;p35"/>
          <p:cNvSpPr/>
          <p:nvPr/>
        </p:nvSpPr>
        <p:spPr>
          <a:xfrm>
            <a:off x="3492836" y="3198488"/>
            <a:ext cx="243138" cy="264834"/>
          </a:xfrm>
          <a:custGeom>
            <a:rect b="b" l="l" r="r" t="t"/>
            <a:pathLst>
              <a:path extrusionOk="0" h="8203" w="7531">
                <a:moveTo>
                  <a:pt x="3781" y="1356"/>
                </a:moveTo>
                <a:cubicBezTo>
                  <a:pt x="4317" y="1356"/>
                  <a:pt x="4789" y="1828"/>
                  <a:pt x="4789" y="2395"/>
                </a:cubicBezTo>
                <a:cubicBezTo>
                  <a:pt x="4789" y="2710"/>
                  <a:pt x="4632" y="3025"/>
                  <a:pt x="4411" y="3214"/>
                </a:cubicBezTo>
                <a:cubicBezTo>
                  <a:pt x="4254" y="3341"/>
                  <a:pt x="4128" y="3530"/>
                  <a:pt x="4128" y="3782"/>
                </a:cubicBezTo>
                <a:cubicBezTo>
                  <a:pt x="4128" y="3971"/>
                  <a:pt x="3970" y="4128"/>
                  <a:pt x="3781" y="4128"/>
                </a:cubicBezTo>
                <a:cubicBezTo>
                  <a:pt x="3592" y="4128"/>
                  <a:pt x="3434" y="3971"/>
                  <a:pt x="3434" y="3782"/>
                </a:cubicBezTo>
                <a:cubicBezTo>
                  <a:pt x="3434" y="3341"/>
                  <a:pt x="3624" y="2931"/>
                  <a:pt x="3970" y="2679"/>
                </a:cubicBezTo>
                <a:cubicBezTo>
                  <a:pt x="4065" y="2584"/>
                  <a:pt x="4096" y="2521"/>
                  <a:pt x="4096" y="2395"/>
                </a:cubicBezTo>
                <a:cubicBezTo>
                  <a:pt x="4096" y="2206"/>
                  <a:pt x="3939" y="2049"/>
                  <a:pt x="3750" y="2049"/>
                </a:cubicBezTo>
                <a:cubicBezTo>
                  <a:pt x="3529" y="2049"/>
                  <a:pt x="3371" y="2206"/>
                  <a:pt x="3371" y="2395"/>
                </a:cubicBezTo>
                <a:cubicBezTo>
                  <a:pt x="3371" y="2584"/>
                  <a:pt x="3214" y="2742"/>
                  <a:pt x="3025" y="2742"/>
                </a:cubicBezTo>
                <a:cubicBezTo>
                  <a:pt x="2836" y="2742"/>
                  <a:pt x="2678" y="2584"/>
                  <a:pt x="2678" y="2395"/>
                </a:cubicBezTo>
                <a:cubicBezTo>
                  <a:pt x="2741" y="1828"/>
                  <a:pt x="3214" y="1356"/>
                  <a:pt x="3781" y="1356"/>
                </a:cubicBezTo>
                <a:close/>
                <a:moveTo>
                  <a:pt x="3781" y="4758"/>
                </a:moveTo>
                <a:cubicBezTo>
                  <a:pt x="3970" y="4758"/>
                  <a:pt x="4128" y="4916"/>
                  <a:pt x="4128" y="5105"/>
                </a:cubicBezTo>
                <a:cubicBezTo>
                  <a:pt x="4128" y="5294"/>
                  <a:pt x="3970" y="5451"/>
                  <a:pt x="3781" y="5451"/>
                </a:cubicBezTo>
                <a:cubicBezTo>
                  <a:pt x="3592" y="5451"/>
                  <a:pt x="3434" y="5294"/>
                  <a:pt x="3434" y="5105"/>
                </a:cubicBezTo>
                <a:cubicBezTo>
                  <a:pt x="3434" y="4916"/>
                  <a:pt x="3592" y="4758"/>
                  <a:pt x="3781" y="4758"/>
                </a:cubicBezTo>
                <a:close/>
                <a:moveTo>
                  <a:pt x="1733" y="1"/>
                </a:moveTo>
                <a:cubicBezTo>
                  <a:pt x="788" y="1"/>
                  <a:pt x="0" y="789"/>
                  <a:pt x="0" y="1734"/>
                </a:cubicBezTo>
                <a:lnTo>
                  <a:pt x="0" y="5136"/>
                </a:lnTo>
                <a:cubicBezTo>
                  <a:pt x="0" y="5987"/>
                  <a:pt x="631" y="6649"/>
                  <a:pt x="1418" y="6806"/>
                </a:cubicBezTo>
                <a:lnTo>
                  <a:pt x="1418" y="7846"/>
                </a:lnTo>
                <a:cubicBezTo>
                  <a:pt x="1418" y="8003"/>
                  <a:pt x="1481" y="8129"/>
                  <a:pt x="1607" y="8161"/>
                </a:cubicBezTo>
                <a:cubicBezTo>
                  <a:pt x="1659" y="8187"/>
                  <a:pt x="1717" y="8202"/>
                  <a:pt x="1771" y="8202"/>
                </a:cubicBezTo>
                <a:cubicBezTo>
                  <a:pt x="1848" y="8202"/>
                  <a:pt x="1917" y="8172"/>
                  <a:pt x="1954" y="8098"/>
                </a:cubicBezTo>
                <a:lnTo>
                  <a:pt x="3214" y="6838"/>
                </a:lnTo>
                <a:lnTo>
                  <a:pt x="4096" y="6838"/>
                </a:lnTo>
                <a:lnTo>
                  <a:pt x="4096" y="5798"/>
                </a:lnTo>
                <a:cubicBezTo>
                  <a:pt x="4096" y="4475"/>
                  <a:pt x="5167" y="3404"/>
                  <a:pt x="6490" y="3404"/>
                </a:cubicBezTo>
                <a:lnTo>
                  <a:pt x="7530" y="3404"/>
                </a:lnTo>
                <a:lnTo>
                  <a:pt x="7530" y="1734"/>
                </a:lnTo>
                <a:cubicBezTo>
                  <a:pt x="7530" y="789"/>
                  <a:pt x="6774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5" name="Google Shape;7245;p35"/>
          <p:cNvSpPr/>
          <p:nvPr/>
        </p:nvSpPr>
        <p:spPr>
          <a:xfrm>
            <a:off x="3559957" y="3760103"/>
            <a:ext cx="243138" cy="241104"/>
          </a:xfrm>
          <a:custGeom>
            <a:rect b="b" l="l" r="r" t="t"/>
            <a:pathLst>
              <a:path extrusionOk="0" h="7468" w="7531">
                <a:moveTo>
                  <a:pt x="3750" y="663"/>
                </a:moveTo>
                <a:cubicBezTo>
                  <a:pt x="3939" y="663"/>
                  <a:pt x="4096" y="820"/>
                  <a:pt x="4096" y="1009"/>
                </a:cubicBezTo>
                <a:lnTo>
                  <a:pt x="4096" y="3624"/>
                </a:lnTo>
                <a:lnTo>
                  <a:pt x="5357" y="4884"/>
                </a:lnTo>
                <a:cubicBezTo>
                  <a:pt x="5514" y="5042"/>
                  <a:pt x="5514" y="5231"/>
                  <a:pt x="5357" y="5357"/>
                </a:cubicBezTo>
                <a:cubicBezTo>
                  <a:pt x="5294" y="5420"/>
                  <a:pt x="5207" y="5451"/>
                  <a:pt x="5120" y="5451"/>
                </a:cubicBezTo>
                <a:cubicBezTo>
                  <a:pt x="5034" y="5451"/>
                  <a:pt x="4947" y="5420"/>
                  <a:pt x="4884" y="5357"/>
                </a:cubicBezTo>
                <a:lnTo>
                  <a:pt x="3498" y="3971"/>
                </a:lnTo>
                <a:cubicBezTo>
                  <a:pt x="3435" y="3908"/>
                  <a:pt x="3403" y="3813"/>
                  <a:pt x="3403" y="3719"/>
                </a:cubicBezTo>
                <a:lnTo>
                  <a:pt x="3403" y="1009"/>
                </a:lnTo>
                <a:cubicBezTo>
                  <a:pt x="3403" y="820"/>
                  <a:pt x="3561" y="663"/>
                  <a:pt x="3750" y="663"/>
                </a:cubicBezTo>
                <a:close/>
                <a:moveTo>
                  <a:pt x="3750" y="1"/>
                </a:moveTo>
                <a:cubicBezTo>
                  <a:pt x="1671" y="1"/>
                  <a:pt x="1" y="1702"/>
                  <a:pt x="1" y="3750"/>
                </a:cubicBezTo>
                <a:cubicBezTo>
                  <a:pt x="1" y="5829"/>
                  <a:pt x="1702" y="7468"/>
                  <a:pt x="3750" y="7468"/>
                </a:cubicBezTo>
                <a:cubicBezTo>
                  <a:pt x="5798" y="7468"/>
                  <a:pt x="7499" y="5798"/>
                  <a:pt x="7499" y="3750"/>
                </a:cubicBezTo>
                <a:cubicBezTo>
                  <a:pt x="7530" y="1702"/>
                  <a:pt x="5829" y="1"/>
                  <a:pt x="37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6" name="Google Shape;7246;p35"/>
          <p:cNvSpPr/>
          <p:nvPr/>
        </p:nvSpPr>
        <p:spPr>
          <a:xfrm>
            <a:off x="3492836" y="3692981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1355"/>
                </a:moveTo>
                <a:cubicBezTo>
                  <a:pt x="8286" y="1355"/>
                  <a:pt x="10271" y="3372"/>
                  <a:pt x="10271" y="5829"/>
                </a:cubicBezTo>
                <a:cubicBezTo>
                  <a:pt x="10271" y="8286"/>
                  <a:pt x="8318" y="10271"/>
                  <a:pt x="5829" y="10271"/>
                </a:cubicBezTo>
                <a:cubicBezTo>
                  <a:pt x="3403" y="10271"/>
                  <a:pt x="1387" y="8255"/>
                  <a:pt x="1387" y="5829"/>
                </a:cubicBezTo>
                <a:cubicBezTo>
                  <a:pt x="1387" y="3372"/>
                  <a:pt x="3371" y="1355"/>
                  <a:pt x="5829" y="1355"/>
                </a:cubicBezTo>
                <a:close/>
                <a:moveTo>
                  <a:pt x="5829" y="1"/>
                </a:moveTo>
                <a:cubicBezTo>
                  <a:pt x="2647" y="1"/>
                  <a:pt x="0" y="2616"/>
                  <a:pt x="0" y="5829"/>
                </a:cubicBezTo>
                <a:cubicBezTo>
                  <a:pt x="0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89" y="2616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7" name="Google Shape;7247;p35"/>
          <p:cNvSpPr/>
          <p:nvPr/>
        </p:nvSpPr>
        <p:spPr>
          <a:xfrm>
            <a:off x="2538288" y="4179456"/>
            <a:ext cx="377379" cy="376379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8" name="Google Shape;7248;p35"/>
          <p:cNvSpPr txBox="1"/>
          <p:nvPr/>
        </p:nvSpPr>
        <p:spPr>
          <a:xfrm>
            <a:off x="635795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Montserrat"/>
              <a:buNone/>
            </a:pPr>
            <a:r>
              <a:rPr b="1" lang="en" sz="2100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Help &amp; Support Icons</a:t>
            </a:r>
            <a:endParaRPr b="1" sz="2100">
              <a:solidFill>
                <a:srgbClr val="0000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249" name="Google Shape;7249;p35"/>
          <p:cNvSpPr txBox="1"/>
          <p:nvPr/>
        </p:nvSpPr>
        <p:spPr>
          <a:xfrm>
            <a:off x="4902248" y="359278"/>
            <a:ext cx="3705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68575" lIns="68575" spcFirstLastPara="1" rIns="68575" wrap="square" tIns="685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rPr>
              <a:t>Teamwork Icons</a:t>
            </a:r>
            <a:endParaRPr sz="1100"/>
          </a:p>
        </p:txBody>
      </p:sp>
      <p:sp>
        <p:nvSpPr>
          <p:cNvPr id="7250" name="Google Shape;7250;p35"/>
          <p:cNvSpPr/>
          <p:nvPr/>
        </p:nvSpPr>
        <p:spPr>
          <a:xfrm>
            <a:off x="4947980" y="1400234"/>
            <a:ext cx="112430" cy="109430"/>
          </a:xfrm>
          <a:custGeom>
            <a:rect b="b" l="l" r="r" t="t"/>
            <a:pathLst>
              <a:path extrusionOk="0" h="3466" w="3561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1" name="Google Shape;7251;p35"/>
          <p:cNvSpPr/>
          <p:nvPr/>
        </p:nvSpPr>
        <p:spPr>
          <a:xfrm>
            <a:off x="5080297" y="1269937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2" name="Google Shape;7252;p35"/>
          <p:cNvSpPr/>
          <p:nvPr/>
        </p:nvSpPr>
        <p:spPr>
          <a:xfrm>
            <a:off x="4903243" y="1504673"/>
            <a:ext cx="198970" cy="13727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3" name="Google Shape;7253;p35"/>
          <p:cNvSpPr/>
          <p:nvPr/>
        </p:nvSpPr>
        <p:spPr>
          <a:xfrm>
            <a:off x="4938050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4" name="Google Shape;7254;p35"/>
          <p:cNvSpPr/>
          <p:nvPr/>
        </p:nvSpPr>
        <p:spPr>
          <a:xfrm>
            <a:off x="5013665" y="1738903"/>
            <a:ext cx="155179" cy="131941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5" name="Google Shape;7255;p35"/>
          <p:cNvSpPr/>
          <p:nvPr/>
        </p:nvSpPr>
        <p:spPr>
          <a:xfrm>
            <a:off x="4902248" y="1870210"/>
            <a:ext cx="179079" cy="242508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6" name="Google Shape;7256;p35"/>
          <p:cNvSpPr/>
          <p:nvPr/>
        </p:nvSpPr>
        <p:spPr>
          <a:xfrm>
            <a:off x="5179763" y="1794628"/>
            <a:ext cx="64692" cy="64660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7" name="Google Shape;7257;p35"/>
          <p:cNvSpPr/>
          <p:nvPr/>
        </p:nvSpPr>
        <p:spPr>
          <a:xfrm>
            <a:off x="5101181" y="1871221"/>
            <a:ext cx="179079" cy="243235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8" name="Google Shape;7258;p35"/>
          <p:cNvSpPr/>
          <p:nvPr/>
        </p:nvSpPr>
        <p:spPr>
          <a:xfrm>
            <a:off x="5045459" y="2216688"/>
            <a:ext cx="89571" cy="86572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9" name="Google Shape;7259;p35"/>
          <p:cNvSpPr/>
          <p:nvPr/>
        </p:nvSpPr>
        <p:spPr>
          <a:xfrm>
            <a:off x="4937041" y="2414643"/>
            <a:ext cx="87582" cy="86540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0" name="Google Shape;7260;p35"/>
          <p:cNvSpPr/>
          <p:nvPr/>
        </p:nvSpPr>
        <p:spPr>
          <a:xfrm>
            <a:off x="5157854" y="2415622"/>
            <a:ext cx="86572" cy="86572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1" name="Google Shape;7261;p35"/>
          <p:cNvSpPr/>
          <p:nvPr/>
        </p:nvSpPr>
        <p:spPr>
          <a:xfrm>
            <a:off x="4904238" y="2500171"/>
            <a:ext cx="154200" cy="90550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2" name="Google Shape;7262;p35"/>
          <p:cNvSpPr/>
          <p:nvPr/>
        </p:nvSpPr>
        <p:spPr>
          <a:xfrm>
            <a:off x="5013634" y="2301237"/>
            <a:ext cx="155210" cy="9152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3" name="Google Shape;7263;p35"/>
          <p:cNvSpPr/>
          <p:nvPr/>
        </p:nvSpPr>
        <p:spPr>
          <a:xfrm>
            <a:off x="5124041" y="2500171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4" name="Google Shape;7264;p35"/>
          <p:cNvSpPr/>
          <p:nvPr/>
        </p:nvSpPr>
        <p:spPr>
          <a:xfrm>
            <a:off x="5041481" y="2414643"/>
            <a:ext cx="97527" cy="81583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5" name="Google Shape;7265;p35"/>
          <p:cNvSpPr/>
          <p:nvPr/>
        </p:nvSpPr>
        <p:spPr>
          <a:xfrm>
            <a:off x="7398015" y="1445240"/>
            <a:ext cx="109430" cy="65671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6" name="Google Shape;7266;p35"/>
          <p:cNvSpPr/>
          <p:nvPr/>
        </p:nvSpPr>
        <p:spPr>
          <a:xfrm>
            <a:off x="7429839" y="1379602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7" name="Google Shape;7267;p35"/>
          <p:cNvSpPr/>
          <p:nvPr/>
        </p:nvSpPr>
        <p:spPr>
          <a:xfrm>
            <a:off x="7289598" y="1269670"/>
            <a:ext cx="328259" cy="372555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8" name="Google Shape;7268;p35"/>
          <p:cNvSpPr/>
          <p:nvPr/>
        </p:nvSpPr>
        <p:spPr>
          <a:xfrm>
            <a:off x="7265225" y="1937111"/>
            <a:ext cx="66650" cy="17510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9" name="Google Shape;7269;p35"/>
          <p:cNvSpPr/>
          <p:nvPr/>
        </p:nvSpPr>
        <p:spPr>
          <a:xfrm>
            <a:off x="7332852" y="1741146"/>
            <a:ext cx="240740" cy="202948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0" name="Google Shape;7270;p35"/>
          <p:cNvSpPr/>
          <p:nvPr/>
        </p:nvSpPr>
        <p:spPr>
          <a:xfrm>
            <a:off x="7353752" y="1930639"/>
            <a:ext cx="288478" cy="158683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1" name="Google Shape;7271;p35"/>
          <p:cNvSpPr/>
          <p:nvPr/>
        </p:nvSpPr>
        <p:spPr>
          <a:xfrm>
            <a:off x="7266219" y="2217194"/>
            <a:ext cx="277554" cy="283521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2" name="Google Shape;7272;p35"/>
          <p:cNvSpPr/>
          <p:nvPr/>
        </p:nvSpPr>
        <p:spPr>
          <a:xfrm>
            <a:off x="7399484" y="2303385"/>
            <a:ext cx="241751" cy="110598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3" name="Google Shape;7273;p35"/>
          <p:cNvSpPr/>
          <p:nvPr/>
        </p:nvSpPr>
        <p:spPr>
          <a:xfrm>
            <a:off x="7291066" y="2510621"/>
            <a:ext cx="238751" cy="79594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4" name="Google Shape;7274;p35"/>
          <p:cNvSpPr/>
          <p:nvPr/>
        </p:nvSpPr>
        <p:spPr>
          <a:xfrm>
            <a:off x="7332836" y="2281853"/>
            <a:ext cx="145265" cy="154200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5" name="Google Shape;7275;p35"/>
          <p:cNvSpPr/>
          <p:nvPr/>
        </p:nvSpPr>
        <p:spPr>
          <a:xfrm>
            <a:off x="6034988" y="2910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6" name="Google Shape;7276;p35"/>
          <p:cNvSpPr/>
          <p:nvPr/>
        </p:nvSpPr>
        <p:spPr>
          <a:xfrm>
            <a:off x="6014087" y="2976739"/>
            <a:ext cx="88561" cy="43791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7" name="Google Shape;7277;p35"/>
          <p:cNvSpPr/>
          <p:nvPr/>
        </p:nvSpPr>
        <p:spPr>
          <a:xfrm>
            <a:off x="5959373" y="2867312"/>
            <a:ext cx="197991" cy="219871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8" name="Google Shape;7278;p35"/>
          <p:cNvSpPr/>
          <p:nvPr/>
        </p:nvSpPr>
        <p:spPr>
          <a:xfrm>
            <a:off x="5937494" y="2713147"/>
            <a:ext cx="241751" cy="44801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9" name="Google Shape;7279;p35"/>
          <p:cNvSpPr/>
          <p:nvPr/>
        </p:nvSpPr>
        <p:spPr>
          <a:xfrm>
            <a:off x="5870846" y="2780774"/>
            <a:ext cx="373061" cy="174122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0" name="Google Shape;7280;p35"/>
          <p:cNvSpPr/>
          <p:nvPr/>
        </p:nvSpPr>
        <p:spPr>
          <a:xfrm>
            <a:off x="5868368" y="3203722"/>
            <a:ext cx="378018" cy="283521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1" name="Google Shape;7281;p35"/>
          <p:cNvSpPr/>
          <p:nvPr/>
        </p:nvSpPr>
        <p:spPr>
          <a:xfrm>
            <a:off x="5952917" y="3510061"/>
            <a:ext cx="198970" cy="4382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2" name="Google Shape;7282;p35"/>
          <p:cNvSpPr/>
          <p:nvPr/>
        </p:nvSpPr>
        <p:spPr>
          <a:xfrm>
            <a:off x="6022043" y="3700949"/>
            <a:ext cx="67660" cy="64692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3" name="Google Shape;7283;p35"/>
          <p:cNvSpPr/>
          <p:nvPr/>
        </p:nvSpPr>
        <p:spPr>
          <a:xfrm>
            <a:off x="5934527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4" name="Google Shape;7284;p35"/>
          <p:cNvSpPr/>
          <p:nvPr/>
        </p:nvSpPr>
        <p:spPr>
          <a:xfrm>
            <a:off x="6111581" y="3919772"/>
            <a:ext cx="64660" cy="64692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5" name="Google Shape;7285;p35"/>
          <p:cNvSpPr/>
          <p:nvPr/>
        </p:nvSpPr>
        <p:spPr>
          <a:xfrm>
            <a:off x="5868857" y="3854135"/>
            <a:ext cx="377039" cy="154200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6" name="Google Shape;7286;p35"/>
          <p:cNvSpPr/>
          <p:nvPr/>
        </p:nvSpPr>
        <p:spPr>
          <a:xfrm>
            <a:off x="6080735" y="3995354"/>
            <a:ext cx="131342" cy="78616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7" name="Google Shape;7287;p35"/>
          <p:cNvSpPr/>
          <p:nvPr/>
        </p:nvSpPr>
        <p:spPr>
          <a:xfrm>
            <a:off x="5990219" y="3775553"/>
            <a:ext cx="132320" cy="55725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8" name="Google Shape;7288;p35"/>
          <p:cNvSpPr/>
          <p:nvPr/>
        </p:nvSpPr>
        <p:spPr>
          <a:xfrm>
            <a:off x="5903680" y="3995354"/>
            <a:ext cx="129353" cy="78616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9" name="Google Shape;7289;p35"/>
          <p:cNvSpPr/>
          <p:nvPr/>
        </p:nvSpPr>
        <p:spPr>
          <a:xfrm>
            <a:off x="8435385" y="2915050"/>
            <a:ext cx="86540" cy="106462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0" name="Google Shape;7290;p35"/>
          <p:cNvSpPr/>
          <p:nvPr/>
        </p:nvSpPr>
        <p:spPr>
          <a:xfrm>
            <a:off x="8383640" y="2981697"/>
            <a:ext cx="78616" cy="38834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1" name="Google Shape;7291;p35"/>
          <p:cNvSpPr/>
          <p:nvPr/>
        </p:nvSpPr>
        <p:spPr>
          <a:xfrm>
            <a:off x="8324948" y="2913061"/>
            <a:ext cx="87582" cy="107473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2" name="Google Shape;7292;p35"/>
          <p:cNvSpPr/>
          <p:nvPr/>
        </p:nvSpPr>
        <p:spPr>
          <a:xfrm>
            <a:off x="8303069" y="304237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3" name="Google Shape;7293;p35"/>
          <p:cNvSpPr/>
          <p:nvPr/>
        </p:nvSpPr>
        <p:spPr>
          <a:xfrm>
            <a:off x="8303069" y="2713148"/>
            <a:ext cx="241751" cy="44801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4" name="Google Shape;7294;p35"/>
          <p:cNvSpPr/>
          <p:nvPr/>
        </p:nvSpPr>
        <p:spPr>
          <a:xfrm>
            <a:off x="8325958" y="2777807"/>
            <a:ext cx="195971" cy="45022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5" name="Google Shape;7295;p35"/>
          <p:cNvSpPr/>
          <p:nvPr/>
        </p:nvSpPr>
        <p:spPr>
          <a:xfrm>
            <a:off x="8323969" y="2817587"/>
            <a:ext cx="196981" cy="93518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6" name="Google Shape;7296;p35"/>
          <p:cNvSpPr/>
          <p:nvPr/>
        </p:nvSpPr>
        <p:spPr>
          <a:xfrm>
            <a:off x="5377785" y="1268943"/>
            <a:ext cx="264641" cy="330248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7" name="Google Shape;7297;p35"/>
          <p:cNvSpPr/>
          <p:nvPr/>
        </p:nvSpPr>
        <p:spPr>
          <a:xfrm>
            <a:off x="5428521" y="1319647"/>
            <a:ext cx="59735" cy="60714"/>
          </a:xfrm>
          <a:custGeom>
            <a:rect b="b" l="l" r="r" t="t"/>
            <a:pathLst>
              <a:path extrusionOk="0" h="1923" w="1892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8" name="Google Shape;7298;p35"/>
          <p:cNvSpPr/>
          <p:nvPr/>
        </p:nvSpPr>
        <p:spPr>
          <a:xfrm>
            <a:off x="5511080" y="1403217"/>
            <a:ext cx="154200" cy="153221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9" name="Google Shape;7299;p35"/>
          <p:cNvSpPr/>
          <p:nvPr/>
        </p:nvSpPr>
        <p:spPr>
          <a:xfrm>
            <a:off x="5420564" y="1314690"/>
            <a:ext cx="242729" cy="306380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0" name="Google Shape;7300;p35"/>
          <p:cNvSpPr/>
          <p:nvPr/>
        </p:nvSpPr>
        <p:spPr>
          <a:xfrm>
            <a:off x="5640398" y="1530515"/>
            <a:ext cx="114419" cy="112430"/>
          </a:xfrm>
          <a:custGeom>
            <a:rect b="b" l="l" r="r" t="t"/>
            <a:pathLst>
              <a:path extrusionOk="0" h="3561" w="3624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1" name="Google Shape;7301;p35"/>
          <p:cNvSpPr/>
          <p:nvPr/>
        </p:nvSpPr>
        <p:spPr>
          <a:xfrm>
            <a:off x="5400691" y="1741145"/>
            <a:ext cx="262620" cy="371072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2" name="Google Shape;7302;p35"/>
          <p:cNvSpPr/>
          <p:nvPr/>
        </p:nvSpPr>
        <p:spPr>
          <a:xfrm>
            <a:off x="5681174" y="1827683"/>
            <a:ext cx="72648" cy="70659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3" name="Google Shape;7303;p35"/>
          <p:cNvSpPr/>
          <p:nvPr/>
        </p:nvSpPr>
        <p:spPr>
          <a:xfrm>
            <a:off x="5557981" y="1963946"/>
            <a:ext cx="58567" cy="56862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4" name="Google Shape;7304;p35"/>
          <p:cNvSpPr/>
          <p:nvPr/>
        </p:nvSpPr>
        <p:spPr>
          <a:xfrm>
            <a:off x="5588669" y="1868473"/>
            <a:ext cx="123385" cy="123385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5" name="Google Shape;7305;p35"/>
          <p:cNvSpPr/>
          <p:nvPr/>
        </p:nvSpPr>
        <p:spPr>
          <a:xfrm>
            <a:off x="5598614" y="1746133"/>
            <a:ext cx="59704" cy="59704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6" name="Google Shape;7306;p35"/>
          <p:cNvSpPr/>
          <p:nvPr/>
        </p:nvSpPr>
        <p:spPr>
          <a:xfrm>
            <a:off x="5378780" y="2069395"/>
            <a:ext cx="209926" cy="42812"/>
          </a:xfrm>
          <a:custGeom>
            <a:rect b="b" l="l" r="r" t="t"/>
            <a:pathLst>
              <a:path extrusionOk="0" h="1356" w="6649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7" name="Google Shape;7307;p35"/>
          <p:cNvSpPr/>
          <p:nvPr/>
        </p:nvSpPr>
        <p:spPr>
          <a:xfrm>
            <a:off x="5378291" y="2216199"/>
            <a:ext cx="376028" cy="375018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8" name="Google Shape;7308;p35"/>
          <p:cNvSpPr/>
          <p:nvPr/>
        </p:nvSpPr>
        <p:spPr>
          <a:xfrm>
            <a:off x="5521532" y="2436002"/>
            <a:ext cx="91560" cy="65671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9" name="Google Shape;7309;p35"/>
          <p:cNvSpPr/>
          <p:nvPr/>
        </p:nvSpPr>
        <p:spPr>
          <a:xfrm>
            <a:off x="5544421" y="2370364"/>
            <a:ext cx="44801" cy="44801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0" name="Google Shape;7310;p35"/>
          <p:cNvSpPr/>
          <p:nvPr/>
        </p:nvSpPr>
        <p:spPr>
          <a:xfrm>
            <a:off x="5468807" y="2303716"/>
            <a:ext cx="196981" cy="173112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1" name="Google Shape;7311;p35"/>
          <p:cNvSpPr/>
          <p:nvPr/>
        </p:nvSpPr>
        <p:spPr>
          <a:xfrm>
            <a:off x="7891120" y="1269433"/>
            <a:ext cx="86572" cy="87551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2" name="Google Shape;7312;p35"/>
          <p:cNvSpPr/>
          <p:nvPr/>
        </p:nvSpPr>
        <p:spPr>
          <a:xfrm>
            <a:off x="7857306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3" name="Google Shape;7313;p35"/>
          <p:cNvSpPr/>
          <p:nvPr/>
        </p:nvSpPr>
        <p:spPr>
          <a:xfrm>
            <a:off x="7900086" y="1533025"/>
            <a:ext cx="22890" cy="43791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4" name="Google Shape;7314;p35"/>
          <p:cNvSpPr/>
          <p:nvPr/>
        </p:nvSpPr>
        <p:spPr>
          <a:xfrm>
            <a:off x="7813548" y="1533025"/>
            <a:ext cx="21911" cy="43791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5" name="Google Shape;7315;p35"/>
          <p:cNvSpPr/>
          <p:nvPr/>
        </p:nvSpPr>
        <p:spPr>
          <a:xfrm>
            <a:off x="7943845" y="1533025"/>
            <a:ext cx="43791" cy="43791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6" name="Google Shape;7316;p35"/>
          <p:cNvSpPr/>
          <p:nvPr/>
        </p:nvSpPr>
        <p:spPr>
          <a:xfrm>
            <a:off x="7746900" y="1468366"/>
            <a:ext cx="308369" cy="174091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7" name="Google Shape;7317;p35"/>
          <p:cNvSpPr/>
          <p:nvPr/>
        </p:nvSpPr>
        <p:spPr>
          <a:xfrm>
            <a:off x="8077140" y="1512125"/>
            <a:ext cx="43791" cy="86572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8" name="Google Shape;7318;p35"/>
          <p:cNvSpPr/>
          <p:nvPr/>
        </p:nvSpPr>
        <p:spPr>
          <a:xfrm>
            <a:off x="7857306" y="1353982"/>
            <a:ext cx="154200" cy="92539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9" name="Google Shape;7319;p35"/>
          <p:cNvSpPr/>
          <p:nvPr/>
        </p:nvSpPr>
        <p:spPr>
          <a:xfrm>
            <a:off x="7911515" y="1848064"/>
            <a:ext cx="44801" cy="44801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0" name="Google Shape;7320;p35"/>
          <p:cNvSpPr/>
          <p:nvPr/>
        </p:nvSpPr>
        <p:spPr>
          <a:xfrm>
            <a:off x="7892635" y="1914712"/>
            <a:ext cx="84583" cy="42812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1" name="Google Shape;7321;p35"/>
          <p:cNvSpPr/>
          <p:nvPr/>
        </p:nvSpPr>
        <p:spPr>
          <a:xfrm>
            <a:off x="7856801" y="1805315"/>
            <a:ext cx="154232" cy="124364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2" name="Google Shape;7322;p35"/>
          <p:cNvSpPr/>
          <p:nvPr/>
        </p:nvSpPr>
        <p:spPr>
          <a:xfrm>
            <a:off x="7788196" y="1740467"/>
            <a:ext cx="289488" cy="326460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3" name="Google Shape;7323;p35"/>
          <p:cNvSpPr/>
          <p:nvPr/>
        </p:nvSpPr>
        <p:spPr>
          <a:xfrm>
            <a:off x="7769285" y="2004249"/>
            <a:ext cx="329270" cy="108641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4" name="Google Shape;7324;p35"/>
          <p:cNvSpPr/>
          <p:nvPr/>
        </p:nvSpPr>
        <p:spPr>
          <a:xfrm>
            <a:off x="7859312" y="2282359"/>
            <a:ext cx="154200" cy="88561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5" name="Google Shape;7325;p35"/>
          <p:cNvSpPr/>
          <p:nvPr/>
        </p:nvSpPr>
        <p:spPr>
          <a:xfrm>
            <a:off x="7812554" y="2501182"/>
            <a:ext cx="242729" cy="89540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6" name="Google Shape;7326;p35"/>
          <p:cNvSpPr/>
          <p:nvPr/>
        </p:nvSpPr>
        <p:spPr>
          <a:xfrm>
            <a:off x="7893125" y="2216690"/>
            <a:ext cx="86572" cy="44801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7" name="Google Shape;7327;p35"/>
          <p:cNvSpPr/>
          <p:nvPr/>
        </p:nvSpPr>
        <p:spPr>
          <a:xfrm>
            <a:off x="7860322" y="2391755"/>
            <a:ext cx="150222" cy="88561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8" name="Google Shape;7328;p35"/>
          <p:cNvSpPr/>
          <p:nvPr/>
        </p:nvSpPr>
        <p:spPr>
          <a:xfrm>
            <a:off x="6427700" y="2911085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9" name="Google Shape;7329;p35"/>
          <p:cNvSpPr/>
          <p:nvPr/>
        </p:nvSpPr>
        <p:spPr>
          <a:xfrm>
            <a:off x="6406799" y="2977733"/>
            <a:ext cx="87582" cy="43791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0" name="Google Shape;7330;p35"/>
          <p:cNvSpPr/>
          <p:nvPr/>
        </p:nvSpPr>
        <p:spPr>
          <a:xfrm>
            <a:off x="6342172" y="2846426"/>
            <a:ext cx="373029" cy="239762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1" name="Google Shape;7331;p35"/>
          <p:cNvSpPr/>
          <p:nvPr/>
        </p:nvSpPr>
        <p:spPr>
          <a:xfrm>
            <a:off x="6450589" y="2779779"/>
            <a:ext cx="154200" cy="88561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2" name="Google Shape;7332;p35"/>
          <p:cNvSpPr/>
          <p:nvPr/>
        </p:nvSpPr>
        <p:spPr>
          <a:xfrm>
            <a:off x="6472468" y="2714141"/>
            <a:ext cx="109430" cy="44801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3" name="Google Shape;7333;p35"/>
          <p:cNvSpPr/>
          <p:nvPr/>
        </p:nvSpPr>
        <p:spPr>
          <a:xfrm>
            <a:off x="6406814" y="3301689"/>
            <a:ext cx="21911" cy="10946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4" name="Google Shape;7334;p35"/>
          <p:cNvSpPr/>
          <p:nvPr/>
        </p:nvSpPr>
        <p:spPr>
          <a:xfrm>
            <a:off x="6627627" y="3301689"/>
            <a:ext cx="22922" cy="10946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5" name="Google Shape;7335;p35"/>
          <p:cNvSpPr/>
          <p:nvPr/>
        </p:nvSpPr>
        <p:spPr>
          <a:xfrm>
            <a:off x="6406814" y="3432996"/>
            <a:ext cx="21911" cy="131342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6" name="Google Shape;7336;p35"/>
          <p:cNvSpPr/>
          <p:nvPr/>
        </p:nvSpPr>
        <p:spPr>
          <a:xfrm>
            <a:off x="6627627" y="3432996"/>
            <a:ext cx="22922" cy="131342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7" name="Google Shape;7337;p35"/>
          <p:cNvSpPr/>
          <p:nvPr/>
        </p:nvSpPr>
        <p:spPr>
          <a:xfrm>
            <a:off x="6342155" y="3301689"/>
            <a:ext cx="43791" cy="10946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8" name="Google Shape;7338;p35"/>
          <p:cNvSpPr/>
          <p:nvPr/>
        </p:nvSpPr>
        <p:spPr>
          <a:xfrm>
            <a:off x="6451583" y="3301689"/>
            <a:ext cx="154200" cy="10946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9" name="Google Shape;7339;p35"/>
          <p:cNvSpPr/>
          <p:nvPr/>
        </p:nvSpPr>
        <p:spPr>
          <a:xfrm>
            <a:off x="6671385" y="3417083"/>
            <a:ext cx="43823" cy="148233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0" name="Google Shape;7340;p35"/>
          <p:cNvSpPr/>
          <p:nvPr/>
        </p:nvSpPr>
        <p:spPr>
          <a:xfrm>
            <a:off x="6342155" y="3417083"/>
            <a:ext cx="43791" cy="147254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1" name="Google Shape;7341;p35"/>
          <p:cNvSpPr/>
          <p:nvPr/>
        </p:nvSpPr>
        <p:spPr>
          <a:xfrm>
            <a:off x="6517220" y="3432996"/>
            <a:ext cx="21911" cy="22922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2" name="Google Shape;7342;p35"/>
          <p:cNvSpPr/>
          <p:nvPr/>
        </p:nvSpPr>
        <p:spPr>
          <a:xfrm>
            <a:off x="6671385" y="3301689"/>
            <a:ext cx="43823" cy="10946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3" name="Google Shape;7343;p35"/>
          <p:cNvSpPr/>
          <p:nvPr/>
        </p:nvSpPr>
        <p:spPr>
          <a:xfrm>
            <a:off x="6451583" y="3432996"/>
            <a:ext cx="154200" cy="131342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4" name="Google Shape;7344;p35"/>
          <p:cNvSpPr/>
          <p:nvPr/>
        </p:nvSpPr>
        <p:spPr>
          <a:xfrm>
            <a:off x="6450572" y="3192293"/>
            <a:ext cx="154200" cy="87551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5" name="Google Shape;7345;p35"/>
          <p:cNvSpPr/>
          <p:nvPr/>
        </p:nvSpPr>
        <p:spPr>
          <a:xfrm>
            <a:off x="6627153" y="3943167"/>
            <a:ext cx="65671" cy="131310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6" name="Google Shape;7346;p35"/>
          <p:cNvSpPr/>
          <p:nvPr/>
        </p:nvSpPr>
        <p:spPr>
          <a:xfrm>
            <a:off x="6452088" y="3943167"/>
            <a:ext cx="153190" cy="63934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7" name="Google Shape;7347;p35"/>
          <p:cNvSpPr/>
          <p:nvPr/>
        </p:nvSpPr>
        <p:spPr>
          <a:xfrm>
            <a:off x="6452088" y="4013793"/>
            <a:ext cx="153190" cy="60682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8" name="Google Shape;7348;p35"/>
          <p:cNvSpPr/>
          <p:nvPr/>
        </p:nvSpPr>
        <p:spPr>
          <a:xfrm>
            <a:off x="6364540" y="3942157"/>
            <a:ext cx="65702" cy="132320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9" name="Google Shape;7349;p35"/>
          <p:cNvSpPr/>
          <p:nvPr/>
        </p:nvSpPr>
        <p:spPr>
          <a:xfrm>
            <a:off x="6462033" y="3809871"/>
            <a:ext cx="131310" cy="133331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0" name="Google Shape;7350;p35"/>
          <p:cNvSpPr/>
          <p:nvPr/>
        </p:nvSpPr>
        <p:spPr>
          <a:xfrm>
            <a:off x="6406309" y="3700444"/>
            <a:ext cx="240772" cy="219871"/>
          </a:xfrm>
          <a:custGeom>
            <a:rect b="b" l="l" r="r" t="t"/>
            <a:pathLst>
              <a:path extrusionOk="0" h="6964" w="7626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1" name="Google Shape;7351;p35"/>
          <p:cNvSpPr/>
          <p:nvPr/>
        </p:nvSpPr>
        <p:spPr>
          <a:xfrm>
            <a:off x="8237431" y="3366854"/>
            <a:ext cx="373029" cy="197960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2" name="Google Shape;7352;p35"/>
          <p:cNvSpPr/>
          <p:nvPr/>
        </p:nvSpPr>
        <p:spPr>
          <a:xfrm>
            <a:off x="8367727" y="3433502"/>
            <a:ext cx="111419" cy="21911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3" name="Google Shape;7353;p35"/>
          <p:cNvSpPr/>
          <p:nvPr/>
        </p:nvSpPr>
        <p:spPr>
          <a:xfrm>
            <a:off x="8259310" y="3192799"/>
            <a:ext cx="109430" cy="43791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4" name="Google Shape;7354;p35"/>
          <p:cNvSpPr/>
          <p:nvPr/>
        </p:nvSpPr>
        <p:spPr>
          <a:xfrm>
            <a:off x="8258300" y="3257426"/>
            <a:ext cx="109462" cy="87582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5" name="Google Shape;7355;p35"/>
          <p:cNvSpPr/>
          <p:nvPr/>
        </p:nvSpPr>
        <p:spPr>
          <a:xfrm>
            <a:off x="8481101" y="3213668"/>
            <a:ext cx="108452" cy="87582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6" name="Google Shape;7356;p35"/>
          <p:cNvSpPr/>
          <p:nvPr/>
        </p:nvSpPr>
        <p:spPr>
          <a:xfrm>
            <a:off x="8479112" y="3324074"/>
            <a:ext cx="109462" cy="21911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7" name="Google Shape;7357;p35"/>
          <p:cNvSpPr/>
          <p:nvPr/>
        </p:nvSpPr>
        <p:spPr>
          <a:xfrm>
            <a:off x="8389607" y="3236557"/>
            <a:ext cx="67660" cy="109430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8" name="Google Shape;7358;p35"/>
          <p:cNvSpPr/>
          <p:nvPr/>
        </p:nvSpPr>
        <p:spPr>
          <a:xfrm>
            <a:off x="5996819" y="1403217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9" name="Google Shape;7359;p35"/>
          <p:cNvSpPr/>
          <p:nvPr/>
        </p:nvSpPr>
        <p:spPr>
          <a:xfrm>
            <a:off x="5853610" y="1268943"/>
            <a:ext cx="375018" cy="37400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0" name="Google Shape;7360;p35"/>
          <p:cNvSpPr/>
          <p:nvPr/>
        </p:nvSpPr>
        <p:spPr>
          <a:xfrm>
            <a:off x="5966984" y="1487766"/>
            <a:ext cx="147254" cy="66681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1" name="Google Shape;7361;p35"/>
          <p:cNvSpPr/>
          <p:nvPr/>
        </p:nvSpPr>
        <p:spPr>
          <a:xfrm>
            <a:off x="5855127" y="1741277"/>
            <a:ext cx="372050" cy="371040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2" name="Google Shape;7362;p35"/>
          <p:cNvSpPr/>
          <p:nvPr/>
        </p:nvSpPr>
        <p:spPr>
          <a:xfrm>
            <a:off x="5853104" y="2215837"/>
            <a:ext cx="376028" cy="375744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3" name="Google Shape;7363;p35"/>
          <p:cNvSpPr/>
          <p:nvPr/>
        </p:nvSpPr>
        <p:spPr>
          <a:xfrm>
            <a:off x="6029148" y="2350112"/>
            <a:ext cx="21911" cy="65671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4" name="Google Shape;7364;p35"/>
          <p:cNvSpPr/>
          <p:nvPr/>
        </p:nvSpPr>
        <p:spPr>
          <a:xfrm>
            <a:off x="5941631" y="2393870"/>
            <a:ext cx="21911" cy="21911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5" name="Google Shape;7365;p35"/>
          <p:cNvSpPr/>
          <p:nvPr/>
        </p:nvSpPr>
        <p:spPr>
          <a:xfrm>
            <a:off x="6116696" y="2306353"/>
            <a:ext cx="22890" cy="109430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6" name="Google Shape;7366;p35"/>
          <p:cNvSpPr/>
          <p:nvPr/>
        </p:nvSpPr>
        <p:spPr>
          <a:xfrm>
            <a:off x="8272840" y="1269433"/>
            <a:ext cx="284531" cy="262620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7" name="Google Shape;7367;p35"/>
          <p:cNvSpPr/>
          <p:nvPr/>
        </p:nvSpPr>
        <p:spPr>
          <a:xfrm>
            <a:off x="8393223" y="1334092"/>
            <a:ext cx="44770" cy="44801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8" name="Google Shape;7368;p35"/>
          <p:cNvSpPr/>
          <p:nvPr/>
        </p:nvSpPr>
        <p:spPr>
          <a:xfrm>
            <a:off x="8339488" y="1553894"/>
            <a:ext cx="153221" cy="44801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9" name="Google Shape;7369;p35"/>
          <p:cNvSpPr/>
          <p:nvPr/>
        </p:nvSpPr>
        <p:spPr>
          <a:xfrm>
            <a:off x="8361367" y="1401718"/>
            <a:ext cx="109462" cy="65671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0" name="Google Shape;7370;p35"/>
          <p:cNvSpPr/>
          <p:nvPr/>
        </p:nvSpPr>
        <p:spPr>
          <a:xfrm>
            <a:off x="8361367" y="1620542"/>
            <a:ext cx="110441" cy="21911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1" name="Google Shape;7371;p35"/>
          <p:cNvSpPr/>
          <p:nvPr/>
        </p:nvSpPr>
        <p:spPr>
          <a:xfrm>
            <a:off x="8218713" y="1739414"/>
            <a:ext cx="392951" cy="374766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2" name="Google Shape;7372;p35"/>
          <p:cNvSpPr/>
          <p:nvPr/>
        </p:nvSpPr>
        <p:spPr>
          <a:xfrm>
            <a:off x="8227093" y="2347507"/>
            <a:ext cx="376028" cy="242729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3" name="Google Shape;7373;p35"/>
          <p:cNvSpPr/>
          <p:nvPr/>
        </p:nvSpPr>
        <p:spPr>
          <a:xfrm>
            <a:off x="8391203" y="2282848"/>
            <a:ext cx="44801" cy="44770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4" name="Google Shape;7374;p35"/>
          <p:cNvSpPr/>
          <p:nvPr/>
        </p:nvSpPr>
        <p:spPr>
          <a:xfrm>
            <a:off x="8315620" y="2217179"/>
            <a:ext cx="195971" cy="171123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5" name="Google Shape;7375;p35"/>
          <p:cNvSpPr/>
          <p:nvPr/>
        </p:nvSpPr>
        <p:spPr>
          <a:xfrm>
            <a:off x="6925386" y="2800506"/>
            <a:ext cx="154200" cy="125374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6" name="Google Shape;7376;p35"/>
          <p:cNvSpPr/>
          <p:nvPr/>
        </p:nvSpPr>
        <p:spPr>
          <a:xfrm>
            <a:off x="6981079" y="2845274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7" name="Google Shape;7377;p35"/>
          <p:cNvSpPr/>
          <p:nvPr/>
        </p:nvSpPr>
        <p:spPr>
          <a:xfrm>
            <a:off x="6839858" y="2712484"/>
            <a:ext cx="327281" cy="32977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8" name="Google Shape;7378;p35"/>
          <p:cNvSpPr/>
          <p:nvPr/>
        </p:nvSpPr>
        <p:spPr>
          <a:xfrm>
            <a:off x="6961189" y="2910944"/>
            <a:ext cx="84583" cy="43791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9" name="Google Shape;7379;p35"/>
          <p:cNvSpPr/>
          <p:nvPr/>
        </p:nvSpPr>
        <p:spPr>
          <a:xfrm>
            <a:off x="7070616" y="2975571"/>
            <a:ext cx="120386" cy="109841"/>
          </a:xfrm>
          <a:custGeom>
            <a:rect b="b" l="l" r="r" t="t"/>
            <a:pathLst>
              <a:path extrusionOk="0" h="3479" w="3813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0" name="Google Shape;7380;p35"/>
          <p:cNvSpPr/>
          <p:nvPr/>
        </p:nvSpPr>
        <p:spPr>
          <a:xfrm>
            <a:off x="6816969" y="2977560"/>
            <a:ext cx="120386" cy="110283"/>
          </a:xfrm>
          <a:custGeom>
            <a:rect b="b" l="l" r="r" t="t"/>
            <a:pathLst>
              <a:path extrusionOk="0" h="3493" w="3813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1" name="Google Shape;7381;p35"/>
          <p:cNvSpPr/>
          <p:nvPr/>
        </p:nvSpPr>
        <p:spPr>
          <a:xfrm>
            <a:off x="6915441" y="3367358"/>
            <a:ext cx="176080" cy="17608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2" name="Google Shape;7382;p35"/>
          <p:cNvSpPr/>
          <p:nvPr/>
        </p:nvSpPr>
        <p:spPr>
          <a:xfrm>
            <a:off x="7080561" y="3214172"/>
            <a:ext cx="87551" cy="87551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3" name="Google Shape;7383;p35"/>
          <p:cNvSpPr/>
          <p:nvPr/>
        </p:nvSpPr>
        <p:spPr>
          <a:xfrm>
            <a:off x="6839858" y="3214172"/>
            <a:ext cx="86540" cy="87551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4" name="Google Shape;7384;p35"/>
          <p:cNvSpPr/>
          <p:nvPr/>
        </p:nvSpPr>
        <p:spPr>
          <a:xfrm>
            <a:off x="6816969" y="3301689"/>
            <a:ext cx="132320" cy="65702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5" name="Google Shape;7385;p35"/>
          <p:cNvSpPr/>
          <p:nvPr/>
        </p:nvSpPr>
        <p:spPr>
          <a:xfrm>
            <a:off x="7059661" y="3301689"/>
            <a:ext cx="131342" cy="65702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6" name="Google Shape;7386;p35"/>
          <p:cNvSpPr/>
          <p:nvPr/>
        </p:nvSpPr>
        <p:spPr>
          <a:xfrm>
            <a:off x="7064649" y="3389237"/>
            <a:ext cx="126353" cy="66681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7" name="Google Shape;7387;p35"/>
          <p:cNvSpPr/>
          <p:nvPr/>
        </p:nvSpPr>
        <p:spPr>
          <a:xfrm>
            <a:off x="6816969" y="3389237"/>
            <a:ext cx="127363" cy="65671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8" name="Google Shape;7388;p35"/>
          <p:cNvSpPr/>
          <p:nvPr/>
        </p:nvSpPr>
        <p:spPr>
          <a:xfrm>
            <a:off x="7023858" y="3801394"/>
            <a:ext cx="84583" cy="132352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9" name="Google Shape;7389;p35"/>
          <p:cNvSpPr/>
          <p:nvPr/>
        </p:nvSpPr>
        <p:spPr>
          <a:xfrm>
            <a:off x="6910453" y="3700933"/>
            <a:ext cx="111451" cy="65702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0" name="Google Shape;7390;p35"/>
          <p:cNvSpPr/>
          <p:nvPr/>
        </p:nvSpPr>
        <p:spPr>
          <a:xfrm>
            <a:off x="6899529" y="3788481"/>
            <a:ext cx="131342" cy="285510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1" name="Google Shape;7391;p35"/>
          <p:cNvSpPr/>
          <p:nvPr/>
        </p:nvSpPr>
        <p:spPr>
          <a:xfrm>
            <a:off x="8302073" y="3988410"/>
            <a:ext cx="22922" cy="22890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2" name="Google Shape;7392;p35"/>
          <p:cNvSpPr/>
          <p:nvPr/>
        </p:nvSpPr>
        <p:spPr>
          <a:xfrm>
            <a:off x="8236435" y="3745718"/>
            <a:ext cx="287499" cy="328259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3" name="Google Shape;7393;p35"/>
          <p:cNvSpPr/>
          <p:nvPr/>
        </p:nvSpPr>
        <p:spPr>
          <a:xfrm>
            <a:off x="8312018" y="3700950"/>
            <a:ext cx="134309" cy="67660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4" name="Google Shape;7394;p35"/>
          <p:cNvSpPr/>
          <p:nvPr/>
        </p:nvSpPr>
        <p:spPr>
          <a:xfrm>
            <a:off x="8543786" y="3855115"/>
            <a:ext cx="65671" cy="133331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5" name="Google Shape;7395;p35"/>
          <p:cNvSpPr/>
          <p:nvPr/>
        </p:nvSpPr>
        <p:spPr>
          <a:xfrm>
            <a:off x="8545775" y="3789477"/>
            <a:ext cx="65671" cy="43791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6" name="Google Shape;7396;p35"/>
          <p:cNvSpPr/>
          <p:nvPr/>
        </p:nvSpPr>
        <p:spPr>
          <a:xfrm>
            <a:off x="8550732" y="3999334"/>
            <a:ext cx="54747" cy="54747"/>
          </a:xfrm>
          <a:custGeom>
            <a:rect b="b" l="l" r="r" t="t"/>
            <a:pathLst>
              <a:path extrusionOk="0" h="1734" w="1734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7" name="Google Shape;7397;p35"/>
          <p:cNvSpPr/>
          <p:nvPr/>
        </p:nvSpPr>
        <p:spPr>
          <a:xfrm>
            <a:off x="6348813" y="1385152"/>
            <a:ext cx="351149" cy="249707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8" name="Google Shape;7398;p35"/>
          <p:cNvSpPr/>
          <p:nvPr/>
        </p:nvSpPr>
        <p:spPr>
          <a:xfrm>
            <a:off x="6327944" y="1261833"/>
            <a:ext cx="350139" cy="249928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9" name="Google Shape;7399;p35"/>
          <p:cNvSpPr/>
          <p:nvPr/>
        </p:nvSpPr>
        <p:spPr>
          <a:xfrm>
            <a:off x="6394561" y="1328481"/>
            <a:ext cx="238783" cy="238751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0" name="Google Shape;7400;p35"/>
          <p:cNvSpPr/>
          <p:nvPr/>
        </p:nvSpPr>
        <p:spPr>
          <a:xfrm>
            <a:off x="6523346" y="1979890"/>
            <a:ext cx="22922" cy="44770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1" name="Google Shape;7401;p35"/>
          <p:cNvSpPr/>
          <p:nvPr/>
        </p:nvSpPr>
        <p:spPr>
          <a:xfrm>
            <a:off x="6479588" y="1913242"/>
            <a:ext cx="22890" cy="44770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2" name="Google Shape;7402;p35"/>
          <p:cNvSpPr/>
          <p:nvPr/>
        </p:nvSpPr>
        <p:spPr>
          <a:xfrm>
            <a:off x="6343324" y="1740166"/>
            <a:ext cx="341204" cy="37302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3" name="Google Shape;7403;p35"/>
          <p:cNvSpPr/>
          <p:nvPr/>
        </p:nvSpPr>
        <p:spPr>
          <a:xfrm>
            <a:off x="6483077" y="2217194"/>
            <a:ext cx="64692" cy="64692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4" name="Google Shape;7404;p35"/>
          <p:cNvSpPr/>
          <p:nvPr/>
        </p:nvSpPr>
        <p:spPr>
          <a:xfrm>
            <a:off x="6325913" y="2355446"/>
            <a:ext cx="376028" cy="23477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5" name="Google Shape;7405;p35"/>
          <p:cNvSpPr/>
          <p:nvPr/>
        </p:nvSpPr>
        <p:spPr>
          <a:xfrm>
            <a:off x="6460187" y="2303732"/>
            <a:ext cx="109462" cy="87551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6" name="Google Shape;7406;p35"/>
          <p:cNvSpPr/>
          <p:nvPr/>
        </p:nvSpPr>
        <p:spPr>
          <a:xfrm>
            <a:off x="5070647" y="2855378"/>
            <a:ext cx="87582" cy="86572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7" name="Google Shape;7407;p35"/>
          <p:cNvSpPr/>
          <p:nvPr/>
        </p:nvSpPr>
        <p:spPr>
          <a:xfrm>
            <a:off x="4971196" y="2713147"/>
            <a:ext cx="109430" cy="10946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8" name="Google Shape;7408;p35"/>
          <p:cNvSpPr/>
          <p:nvPr/>
        </p:nvSpPr>
        <p:spPr>
          <a:xfrm>
            <a:off x="5147240" y="271314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09" name="Google Shape;7409;p35"/>
          <p:cNvSpPr/>
          <p:nvPr/>
        </p:nvSpPr>
        <p:spPr>
          <a:xfrm>
            <a:off x="5086558" y="2958838"/>
            <a:ext cx="52758" cy="31857"/>
          </a:xfrm>
          <a:custGeom>
            <a:rect b="b" l="l" r="r" t="t"/>
            <a:pathLst>
              <a:path extrusionOk="0" h="1009" w="1671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0" name="Google Shape;7410;p35"/>
          <p:cNvSpPr/>
          <p:nvPr/>
        </p:nvSpPr>
        <p:spPr>
          <a:xfrm>
            <a:off x="5015933" y="2951860"/>
            <a:ext cx="88561" cy="134309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1" name="Google Shape;7411;p35"/>
          <p:cNvSpPr/>
          <p:nvPr/>
        </p:nvSpPr>
        <p:spPr>
          <a:xfrm>
            <a:off x="5125361" y="2952871"/>
            <a:ext cx="88561" cy="134309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2" name="Google Shape;7412;p35"/>
          <p:cNvSpPr/>
          <p:nvPr/>
        </p:nvSpPr>
        <p:spPr>
          <a:xfrm>
            <a:off x="5128360" y="2818596"/>
            <a:ext cx="174091" cy="13727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3" name="Google Shape;7413;p35"/>
          <p:cNvSpPr/>
          <p:nvPr/>
        </p:nvSpPr>
        <p:spPr>
          <a:xfrm>
            <a:off x="4928416" y="2817586"/>
            <a:ext cx="172102" cy="137309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4" name="Google Shape;7414;p35"/>
          <p:cNvSpPr/>
          <p:nvPr/>
        </p:nvSpPr>
        <p:spPr>
          <a:xfrm>
            <a:off x="5095020" y="3360397"/>
            <a:ext cx="22922" cy="20901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5" name="Google Shape;7415;p35"/>
          <p:cNvSpPr/>
          <p:nvPr/>
        </p:nvSpPr>
        <p:spPr>
          <a:xfrm>
            <a:off x="5046305" y="3316355"/>
            <a:ext cx="119376" cy="10946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6" name="Google Shape;7416;p35"/>
          <p:cNvSpPr/>
          <p:nvPr/>
        </p:nvSpPr>
        <p:spPr>
          <a:xfrm>
            <a:off x="5152733" y="3205222"/>
            <a:ext cx="149212" cy="150222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7" name="Google Shape;7417;p35"/>
          <p:cNvSpPr/>
          <p:nvPr/>
        </p:nvSpPr>
        <p:spPr>
          <a:xfrm>
            <a:off x="5098019" y="3424046"/>
            <a:ext cx="130331" cy="129321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8" name="Google Shape;7418;p35"/>
          <p:cNvSpPr/>
          <p:nvPr/>
        </p:nvSpPr>
        <p:spPr>
          <a:xfrm>
            <a:off x="5174612" y="3363364"/>
            <a:ext cx="113408" cy="112461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9" name="Google Shape;7419;p35"/>
          <p:cNvSpPr/>
          <p:nvPr/>
        </p:nvSpPr>
        <p:spPr>
          <a:xfrm>
            <a:off x="4938866" y="3415079"/>
            <a:ext cx="152211" cy="14924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0" name="Google Shape;7420;p35"/>
          <p:cNvSpPr/>
          <p:nvPr/>
        </p:nvSpPr>
        <p:spPr>
          <a:xfrm>
            <a:off x="5098019" y="3193288"/>
            <a:ext cx="131342" cy="106462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1" name="Google Shape;7421;p35"/>
          <p:cNvSpPr/>
          <p:nvPr/>
        </p:nvSpPr>
        <p:spPr>
          <a:xfrm>
            <a:off x="4928921" y="3357398"/>
            <a:ext cx="106462" cy="135320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2" name="Google Shape;7422;p35"/>
          <p:cNvSpPr/>
          <p:nvPr/>
        </p:nvSpPr>
        <p:spPr>
          <a:xfrm>
            <a:off x="5134832" y="3802404"/>
            <a:ext cx="167113" cy="195971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3" name="Google Shape;7423;p35"/>
          <p:cNvSpPr/>
          <p:nvPr/>
        </p:nvSpPr>
        <p:spPr>
          <a:xfrm>
            <a:off x="5125865" y="3700933"/>
            <a:ext cx="144255" cy="16815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4" name="Google Shape;7424;p35"/>
          <p:cNvSpPr/>
          <p:nvPr/>
        </p:nvSpPr>
        <p:spPr>
          <a:xfrm>
            <a:off x="4928921" y="3700933"/>
            <a:ext cx="323302" cy="373061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5" name="Google Shape;7425;p35"/>
          <p:cNvSpPr/>
          <p:nvPr/>
        </p:nvSpPr>
        <p:spPr>
          <a:xfrm>
            <a:off x="7479776" y="2713921"/>
            <a:ext cx="21911" cy="55725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6" name="Google Shape;7426;p35"/>
          <p:cNvSpPr/>
          <p:nvPr/>
        </p:nvSpPr>
        <p:spPr>
          <a:xfrm>
            <a:off x="7546424" y="2737537"/>
            <a:ext cx="44770" cy="43065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7" name="Google Shape;7427;p35"/>
          <p:cNvSpPr/>
          <p:nvPr/>
        </p:nvSpPr>
        <p:spPr>
          <a:xfrm>
            <a:off x="7611050" y="2868086"/>
            <a:ext cx="44801" cy="22922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8" name="Google Shape;7428;p35"/>
          <p:cNvSpPr/>
          <p:nvPr/>
        </p:nvSpPr>
        <p:spPr>
          <a:xfrm>
            <a:off x="7305689" y="2868085"/>
            <a:ext cx="44801" cy="21911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9" name="Google Shape;7429;p35"/>
          <p:cNvSpPr/>
          <p:nvPr/>
        </p:nvSpPr>
        <p:spPr>
          <a:xfrm>
            <a:off x="7392227" y="2737537"/>
            <a:ext cx="44801" cy="43065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0" name="Google Shape;7430;p35"/>
          <p:cNvSpPr/>
          <p:nvPr/>
        </p:nvSpPr>
        <p:spPr>
          <a:xfrm>
            <a:off x="7325579" y="2780379"/>
            <a:ext cx="46790" cy="32804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1" name="Google Shape;7431;p35"/>
          <p:cNvSpPr/>
          <p:nvPr/>
        </p:nvSpPr>
        <p:spPr>
          <a:xfrm>
            <a:off x="7588193" y="2780758"/>
            <a:ext cx="46759" cy="33846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2" name="Google Shape;7432;p35"/>
          <p:cNvSpPr/>
          <p:nvPr/>
        </p:nvSpPr>
        <p:spPr>
          <a:xfrm>
            <a:off x="7365392" y="2778580"/>
            <a:ext cx="223817" cy="307832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3" name="Google Shape;7433;p35"/>
          <p:cNvSpPr/>
          <p:nvPr/>
        </p:nvSpPr>
        <p:spPr>
          <a:xfrm>
            <a:off x="7293251" y="3323079"/>
            <a:ext cx="44801" cy="241751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4" name="Google Shape;7434;p35"/>
          <p:cNvSpPr/>
          <p:nvPr/>
        </p:nvSpPr>
        <p:spPr>
          <a:xfrm>
            <a:off x="7336030" y="3411606"/>
            <a:ext cx="155210" cy="15521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5" name="Google Shape;7435;p35"/>
          <p:cNvSpPr/>
          <p:nvPr/>
        </p:nvSpPr>
        <p:spPr>
          <a:xfrm>
            <a:off x="7511096" y="3190793"/>
            <a:ext cx="133299" cy="44770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6" name="Google Shape;7436;p35"/>
          <p:cNvSpPr/>
          <p:nvPr/>
        </p:nvSpPr>
        <p:spPr>
          <a:xfrm>
            <a:off x="7533953" y="3258420"/>
            <a:ext cx="132352" cy="44801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7" name="Google Shape;7437;p35"/>
          <p:cNvSpPr/>
          <p:nvPr/>
        </p:nvSpPr>
        <p:spPr>
          <a:xfrm>
            <a:off x="7513085" y="3388717"/>
            <a:ext cx="154200" cy="44801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8" name="Google Shape;7438;p35"/>
          <p:cNvSpPr/>
          <p:nvPr/>
        </p:nvSpPr>
        <p:spPr>
          <a:xfrm>
            <a:off x="7490195" y="3323079"/>
            <a:ext cx="177090" cy="42812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9" name="Google Shape;7439;p35"/>
          <p:cNvSpPr/>
          <p:nvPr/>
        </p:nvSpPr>
        <p:spPr>
          <a:xfrm>
            <a:off x="7513085" y="3456374"/>
            <a:ext cx="155210" cy="110441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0" name="Google Shape;7440;p35"/>
          <p:cNvSpPr/>
          <p:nvPr/>
        </p:nvSpPr>
        <p:spPr>
          <a:xfrm>
            <a:off x="7359899" y="3257441"/>
            <a:ext cx="109462" cy="131310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1" name="Google Shape;7441;p35"/>
          <p:cNvSpPr/>
          <p:nvPr/>
        </p:nvSpPr>
        <p:spPr>
          <a:xfrm>
            <a:off x="7297734" y="3766586"/>
            <a:ext cx="366083" cy="112430"/>
          </a:xfrm>
          <a:custGeom>
            <a:rect b="b" l="l" r="r" t="t"/>
            <a:pathLst>
              <a:path extrusionOk="0" h="3561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2" name="Google Shape;7442;p35"/>
          <p:cNvSpPr/>
          <p:nvPr/>
        </p:nvSpPr>
        <p:spPr>
          <a:xfrm>
            <a:off x="7469831" y="3875003"/>
            <a:ext cx="21911" cy="22922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3" name="Google Shape;7443;p35"/>
          <p:cNvSpPr/>
          <p:nvPr/>
        </p:nvSpPr>
        <p:spPr>
          <a:xfrm>
            <a:off x="7426041" y="3844190"/>
            <a:ext cx="109462" cy="98506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4" name="Google Shape;7444;p35"/>
          <p:cNvSpPr/>
          <p:nvPr/>
        </p:nvSpPr>
        <p:spPr>
          <a:xfrm>
            <a:off x="7302722" y="3853124"/>
            <a:ext cx="356138" cy="15521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5" name="Google Shape;7445;p35"/>
          <p:cNvSpPr/>
          <p:nvPr/>
        </p:nvSpPr>
        <p:spPr>
          <a:xfrm>
            <a:off x="6540529" y="4175289"/>
            <a:ext cx="21911" cy="54747"/>
          </a:xfrm>
          <a:custGeom>
            <a:rect b="b" l="l" r="r" t="t"/>
            <a:pathLst>
              <a:path extrusionOk="0" h="173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6" name="Google Shape;7446;p35"/>
          <p:cNvSpPr/>
          <p:nvPr/>
        </p:nvSpPr>
        <p:spPr>
          <a:xfrm>
            <a:off x="6452981" y="4218289"/>
            <a:ext cx="44801" cy="4382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7" name="Google Shape;7447;p35"/>
          <p:cNvSpPr/>
          <p:nvPr/>
        </p:nvSpPr>
        <p:spPr>
          <a:xfrm>
            <a:off x="6605155" y="4218668"/>
            <a:ext cx="44801" cy="43444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8" name="Google Shape;7448;p35"/>
          <p:cNvSpPr/>
          <p:nvPr/>
        </p:nvSpPr>
        <p:spPr>
          <a:xfrm>
            <a:off x="6694693" y="4327465"/>
            <a:ext cx="44801" cy="153221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9" name="Google Shape;7449;p35"/>
          <p:cNvSpPr/>
          <p:nvPr/>
        </p:nvSpPr>
        <p:spPr>
          <a:xfrm>
            <a:off x="6364454" y="4328348"/>
            <a:ext cx="44801" cy="153316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0" name="Google Shape;7450;p35"/>
          <p:cNvSpPr/>
          <p:nvPr/>
        </p:nvSpPr>
        <p:spPr>
          <a:xfrm>
            <a:off x="6489793" y="4339399"/>
            <a:ext cx="181068" cy="131342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1" name="Google Shape;7451;p35"/>
          <p:cNvSpPr/>
          <p:nvPr/>
        </p:nvSpPr>
        <p:spPr>
          <a:xfrm>
            <a:off x="6429113" y="4284685"/>
            <a:ext cx="221860" cy="238341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2" name="Google Shape;7452;p35"/>
          <p:cNvSpPr/>
          <p:nvPr/>
        </p:nvSpPr>
        <p:spPr>
          <a:xfrm>
            <a:off x="6832113" y="1268927"/>
            <a:ext cx="109462" cy="10946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3" name="Google Shape;7453;p35"/>
          <p:cNvSpPr/>
          <p:nvPr/>
        </p:nvSpPr>
        <p:spPr>
          <a:xfrm>
            <a:off x="6976333" y="1313696"/>
            <a:ext cx="131342" cy="8581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4" name="Google Shape;7454;p35"/>
          <p:cNvSpPr/>
          <p:nvPr/>
        </p:nvSpPr>
        <p:spPr>
          <a:xfrm>
            <a:off x="6840070" y="1509094"/>
            <a:ext cx="134309" cy="87235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5" name="Google Shape;7455;p35"/>
          <p:cNvSpPr/>
          <p:nvPr/>
        </p:nvSpPr>
        <p:spPr>
          <a:xfrm>
            <a:off x="7029058" y="1422113"/>
            <a:ext cx="112430" cy="108452"/>
          </a:xfrm>
          <a:custGeom>
            <a:rect b="b" l="l" r="r" t="t"/>
            <a:pathLst>
              <a:path extrusionOk="0" h="3435" w="3561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6" name="Google Shape;7456;p35"/>
          <p:cNvSpPr/>
          <p:nvPr/>
        </p:nvSpPr>
        <p:spPr>
          <a:xfrm>
            <a:off x="6799279" y="1376365"/>
            <a:ext cx="175101" cy="111419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7" name="Google Shape;7457;p35"/>
          <p:cNvSpPr/>
          <p:nvPr/>
        </p:nvSpPr>
        <p:spPr>
          <a:xfrm>
            <a:off x="6996224" y="1529520"/>
            <a:ext cx="177090" cy="113440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8" name="Google Shape;7458;p35"/>
          <p:cNvSpPr/>
          <p:nvPr/>
        </p:nvSpPr>
        <p:spPr>
          <a:xfrm>
            <a:off x="7000201" y="1871584"/>
            <a:ext cx="87582" cy="42812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9" name="Google Shape;7459;p35"/>
          <p:cNvSpPr/>
          <p:nvPr/>
        </p:nvSpPr>
        <p:spPr>
          <a:xfrm>
            <a:off x="7021101" y="1804937"/>
            <a:ext cx="44801" cy="44801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0" name="Google Shape;7460;p35"/>
          <p:cNvSpPr/>
          <p:nvPr/>
        </p:nvSpPr>
        <p:spPr>
          <a:xfrm>
            <a:off x="6911674" y="1740278"/>
            <a:ext cx="263630" cy="263630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1" name="Google Shape;7461;p35"/>
          <p:cNvSpPr/>
          <p:nvPr/>
        </p:nvSpPr>
        <p:spPr>
          <a:xfrm>
            <a:off x="6888816" y="1934254"/>
            <a:ext cx="92539" cy="9152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2" name="Google Shape;7462;p35"/>
          <p:cNvSpPr/>
          <p:nvPr/>
        </p:nvSpPr>
        <p:spPr>
          <a:xfrm>
            <a:off x="6797290" y="1990956"/>
            <a:ext cx="126353" cy="122122"/>
          </a:xfrm>
          <a:custGeom>
            <a:rect b="b" l="l" r="r" t="t"/>
            <a:pathLst>
              <a:path extrusionOk="0" h="3868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3" name="Google Shape;7463;p35"/>
          <p:cNvSpPr/>
          <p:nvPr/>
        </p:nvSpPr>
        <p:spPr>
          <a:xfrm>
            <a:off x="6843069" y="2348468"/>
            <a:ext cx="111419" cy="10946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4" name="Google Shape;7464;p35"/>
          <p:cNvSpPr/>
          <p:nvPr/>
        </p:nvSpPr>
        <p:spPr>
          <a:xfrm>
            <a:off x="6974344" y="2217194"/>
            <a:ext cx="198970" cy="196981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5" name="Google Shape;7465;p35"/>
          <p:cNvSpPr/>
          <p:nvPr/>
        </p:nvSpPr>
        <p:spPr>
          <a:xfrm>
            <a:off x="6799279" y="2452907"/>
            <a:ext cx="198970" cy="137309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6" name="Google Shape;7466;p35"/>
          <p:cNvSpPr/>
          <p:nvPr/>
        </p:nvSpPr>
        <p:spPr>
          <a:xfrm>
            <a:off x="5712605" y="2878772"/>
            <a:ext cx="55757" cy="22890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7" name="Google Shape;7467;p35"/>
          <p:cNvSpPr/>
          <p:nvPr/>
        </p:nvSpPr>
        <p:spPr>
          <a:xfrm>
            <a:off x="5699693" y="2923541"/>
            <a:ext cx="46790" cy="42781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8" name="Google Shape;7468;p35"/>
          <p:cNvSpPr/>
          <p:nvPr/>
        </p:nvSpPr>
        <p:spPr>
          <a:xfrm>
            <a:off x="5701682" y="2813103"/>
            <a:ext cx="44801" cy="43570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9" name="Google Shape;7469;p35"/>
          <p:cNvSpPr/>
          <p:nvPr/>
        </p:nvSpPr>
        <p:spPr>
          <a:xfrm>
            <a:off x="5394331" y="2813103"/>
            <a:ext cx="133299" cy="132352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0" name="Google Shape;7470;p35"/>
          <p:cNvSpPr/>
          <p:nvPr/>
        </p:nvSpPr>
        <p:spPr>
          <a:xfrm>
            <a:off x="5634055" y="2747465"/>
            <a:ext cx="44770" cy="263630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1" name="Google Shape;7471;p35"/>
          <p:cNvSpPr/>
          <p:nvPr/>
        </p:nvSpPr>
        <p:spPr>
          <a:xfrm>
            <a:off x="5459969" y="2965310"/>
            <a:ext cx="64692" cy="87551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2" name="Google Shape;7472;p35"/>
          <p:cNvSpPr/>
          <p:nvPr/>
        </p:nvSpPr>
        <p:spPr>
          <a:xfrm>
            <a:off x="5548496" y="2774333"/>
            <a:ext cx="65671" cy="206926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3" name="Google Shape;7473;p35"/>
          <p:cNvSpPr/>
          <p:nvPr/>
        </p:nvSpPr>
        <p:spPr>
          <a:xfrm>
            <a:off x="5614637" y="3411591"/>
            <a:ext cx="154232" cy="154232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4" name="Google Shape;7474;p35"/>
          <p:cNvSpPr/>
          <p:nvPr/>
        </p:nvSpPr>
        <p:spPr>
          <a:xfrm>
            <a:off x="5394836" y="3302195"/>
            <a:ext cx="329270" cy="218861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5" name="Google Shape;7475;p35"/>
          <p:cNvSpPr/>
          <p:nvPr/>
        </p:nvSpPr>
        <p:spPr>
          <a:xfrm>
            <a:off x="5393825" y="3191788"/>
            <a:ext cx="330280" cy="89540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6" name="Google Shape;7476;p35"/>
          <p:cNvSpPr/>
          <p:nvPr/>
        </p:nvSpPr>
        <p:spPr>
          <a:xfrm>
            <a:off x="5537572" y="3700444"/>
            <a:ext cx="86540" cy="86572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7" name="Google Shape;7477;p35"/>
          <p:cNvSpPr/>
          <p:nvPr/>
        </p:nvSpPr>
        <p:spPr>
          <a:xfrm>
            <a:off x="5503727" y="3784993"/>
            <a:ext cx="154232" cy="90550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8" name="Google Shape;7478;p35"/>
          <p:cNvSpPr/>
          <p:nvPr/>
        </p:nvSpPr>
        <p:spPr>
          <a:xfrm>
            <a:off x="5679802" y="3941178"/>
            <a:ext cx="88561" cy="132320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9" name="Google Shape;7479;p35"/>
          <p:cNvSpPr/>
          <p:nvPr/>
        </p:nvSpPr>
        <p:spPr>
          <a:xfrm>
            <a:off x="5394331" y="3984937"/>
            <a:ext cx="88561" cy="88561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0" name="Google Shape;7480;p35"/>
          <p:cNvSpPr/>
          <p:nvPr/>
        </p:nvSpPr>
        <p:spPr>
          <a:xfrm>
            <a:off x="5503727" y="3898399"/>
            <a:ext cx="154232" cy="17608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1" name="Google Shape;7481;p35"/>
          <p:cNvSpPr/>
          <p:nvPr/>
        </p:nvSpPr>
        <p:spPr>
          <a:xfrm>
            <a:off x="7761103" y="2807136"/>
            <a:ext cx="173112" cy="185046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2" name="Google Shape;7482;p35"/>
          <p:cNvSpPr/>
          <p:nvPr/>
        </p:nvSpPr>
        <p:spPr>
          <a:xfrm>
            <a:off x="7858596" y="2713652"/>
            <a:ext cx="184036" cy="169102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3" name="Google Shape;7483;p35"/>
          <p:cNvSpPr/>
          <p:nvPr/>
        </p:nvSpPr>
        <p:spPr>
          <a:xfrm>
            <a:off x="7967992" y="2807136"/>
            <a:ext cx="173112" cy="184036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4" name="Google Shape;7484;p35"/>
          <p:cNvSpPr/>
          <p:nvPr/>
        </p:nvSpPr>
        <p:spPr>
          <a:xfrm>
            <a:off x="7858596" y="2916563"/>
            <a:ext cx="186025" cy="17011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5" name="Google Shape;7485;p35"/>
          <p:cNvSpPr/>
          <p:nvPr/>
        </p:nvSpPr>
        <p:spPr>
          <a:xfrm>
            <a:off x="7972980" y="3400666"/>
            <a:ext cx="154200" cy="153221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6" name="Google Shape;7486;p35"/>
          <p:cNvSpPr/>
          <p:nvPr/>
        </p:nvSpPr>
        <p:spPr>
          <a:xfrm>
            <a:off x="7775025" y="3279305"/>
            <a:ext cx="44801" cy="273576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7" name="Google Shape;7487;p35"/>
          <p:cNvSpPr/>
          <p:nvPr/>
        </p:nvSpPr>
        <p:spPr>
          <a:xfrm>
            <a:off x="7840663" y="3290260"/>
            <a:ext cx="220881" cy="262620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8" name="Google Shape;7488;p35"/>
          <p:cNvSpPr/>
          <p:nvPr/>
        </p:nvSpPr>
        <p:spPr>
          <a:xfrm>
            <a:off x="7885432" y="3421535"/>
            <a:ext cx="83604" cy="21911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9" name="Google Shape;7489;p35"/>
          <p:cNvSpPr/>
          <p:nvPr/>
        </p:nvSpPr>
        <p:spPr>
          <a:xfrm>
            <a:off x="7775025" y="3203722"/>
            <a:ext cx="285510" cy="64692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0" name="Google Shape;7490;p35"/>
          <p:cNvSpPr/>
          <p:nvPr/>
        </p:nvSpPr>
        <p:spPr>
          <a:xfrm>
            <a:off x="7786976" y="3940673"/>
            <a:ext cx="153190" cy="133299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1" name="Google Shape;7491;p35"/>
          <p:cNvSpPr/>
          <p:nvPr/>
        </p:nvSpPr>
        <p:spPr>
          <a:xfrm>
            <a:off x="7909316" y="3959552"/>
            <a:ext cx="84583" cy="42812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2" name="Google Shape;7492;p35"/>
          <p:cNvSpPr/>
          <p:nvPr/>
        </p:nvSpPr>
        <p:spPr>
          <a:xfrm>
            <a:off x="7963019" y="3940673"/>
            <a:ext cx="152211" cy="133299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3" name="Google Shape;7493;p35"/>
          <p:cNvSpPr/>
          <p:nvPr/>
        </p:nvSpPr>
        <p:spPr>
          <a:xfrm>
            <a:off x="7809833" y="3700949"/>
            <a:ext cx="283521" cy="194992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4" name="Google Shape;7494;p35"/>
          <p:cNvSpPr/>
          <p:nvPr/>
        </p:nvSpPr>
        <p:spPr>
          <a:xfrm>
            <a:off x="7875503" y="3744707"/>
            <a:ext cx="87551" cy="65702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5" name="Google Shape;7495;p35"/>
          <p:cNvSpPr/>
          <p:nvPr/>
        </p:nvSpPr>
        <p:spPr>
          <a:xfrm>
            <a:off x="7984898" y="3745717"/>
            <a:ext cx="43791" cy="64692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6" name="Google Shape;7496;p35"/>
          <p:cNvSpPr/>
          <p:nvPr/>
        </p:nvSpPr>
        <p:spPr>
          <a:xfrm>
            <a:off x="7875503" y="3809366"/>
            <a:ext cx="153190" cy="131342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7" name="Google Shape;7497;p35"/>
          <p:cNvSpPr/>
          <p:nvPr/>
        </p:nvSpPr>
        <p:spPr>
          <a:xfrm>
            <a:off x="6947711" y="4181017"/>
            <a:ext cx="109430" cy="109430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8" name="Google Shape;7498;p35"/>
          <p:cNvSpPr/>
          <p:nvPr/>
        </p:nvSpPr>
        <p:spPr>
          <a:xfrm>
            <a:off x="6816405" y="4399841"/>
            <a:ext cx="375050" cy="15521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9" name="Google Shape;7499;p35"/>
          <p:cNvSpPr/>
          <p:nvPr/>
        </p:nvSpPr>
        <p:spPr>
          <a:xfrm>
            <a:off x="7072041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00" name="Google Shape;7500;p35"/>
          <p:cNvSpPr/>
          <p:nvPr/>
        </p:nvSpPr>
        <p:spPr>
          <a:xfrm>
            <a:off x="6838284" y="4225786"/>
            <a:ext cx="94528" cy="153190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01" name="Google Shape;7501;p35"/>
          <p:cNvSpPr/>
          <p:nvPr/>
        </p:nvSpPr>
        <p:spPr>
          <a:xfrm>
            <a:off x="7011360" y="4286435"/>
            <a:ext cx="89571" cy="8957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02" name="Google Shape;7502;p35"/>
          <p:cNvSpPr/>
          <p:nvPr/>
        </p:nvSpPr>
        <p:spPr>
          <a:xfrm>
            <a:off x="6901964" y="4287445"/>
            <a:ext cx="89540" cy="92539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</a:pPr>
            <a:r>
              <a:t/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06" name="Shape 7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7" name="Google Shape;7507;p36"/>
          <p:cNvSpPr/>
          <p:nvPr/>
        </p:nvSpPr>
        <p:spPr>
          <a:xfrm>
            <a:off x="563901" y="1160723"/>
            <a:ext cx="71475" cy="86400"/>
          </a:xfrm>
          <a:custGeom>
            <a:rect b="b" l="l" r="r" t="t"/>
            <a:pathLst>
              <a:path extrusionOk="0" h="2553" w="2112">
                <a:moveTo>
                  <a:pt x="1072" y="0"/>
                </a:moveTo>
                <a:cubicBezTo>
                  <a:pt x="473" y="0"/>
                  <a:pt x="64" y="473"/>
                  <a:pt x="64" y="1009"/>
                </a:cubicBezTo>
                <a:cubicBezTo>
                  <a:pt x="1" y="1229"/>
                  <a:pt x="158" y="1324"/>
                  <a:pt x="379" y="1324"/>
                </a:cubicBezTo>
                <a:cubicBezTo>
                  <a:pt x="568" y="1324"/>
                  <a:pt x="725" y="1166"/>
                  <a:pt x="725" y="977"/>
                </a:cubicBezTo>
                <a:cubicBezTo>
                  <a:pt x="725" y="788"/>
                  <a:pt x="883" y="631"/>
                  <a:pt x="1072" y="631"/>
                </a:cubicBezTo>
                <a:cubicBezTo>
                  <a:pt x="1261" y="631"/>
                  <a:pt x="1418" y="788"/>
                  <a:pt x="1418" y="977"/>
                </a:cubicBezTo>
                <a:cubicBezTo>
                  <a:pt x="1418" y="1103"/>
                  <a:pt x="1355" y="1198"/>
                  <a:pt x="1229" y="1292"/>
                </a:cubicBezTo>
                <a:cubicBezTo>
                  <a:pt x="914" y="1450"/>
                  <a:pt x="725" y="1796"/>
                  <a:pt x="725" y="2206"/>
                </a:cubicBezTo>
                <a:cubicBezTo>
                  <a:pt x="725" y="2395"/>
                  <a:pt x="883" y="2552"/>
                  <a:pt x="1072" y="2552"/>
                </a:cubicBezTo>
                <a:cubicBezTo>
                  <a:pt x="1261" y="2552"/>
                  <a:pt x="1418" y="2395"/>
                  <a:pt x="1418" y="2206"/>
                </a:cubicBezTo>
                <a:cubicBezTo>
                  <a:pt x="1418" y="2080"/>
                  <a:pt x="1481" y="1954"/>
                  <a:pt x="1544" y="1922"/>
                </a:cubicBezTo>
                <a:cubicBezTo>
                  <a:pt x="1891" y="1733"/>
                  <a:pt x="2111" y="1355"/>
                  <a:pt x="2111" y="1009"/>
                </a:cubicBezTo>
                <a:cubicBezTo>
                  <a:pt x="2111" y="410"/>
                  <a:pt x="1639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08" name="Google Shape;7508;p36"/>
          <p:cNvSpPr/>
          <p:nvPr/>
        </p:nvSpPr>
        <p:spPr>
          <a:xfrm>
            <a:off x="301622" y="1253485"/>
            <a:ext cx="216457" cy="259132"/>
          </a:xfrm>
          <a:custGeom>
            <a:rect b="b" l="l" r="r" t="t"/>
            <a:pathLst>
              <a:path extrusionOk="0" h="7657" w="6396">
                <a:moveTo>
                  <a:pt x="3245" y="693"/>
                </a:moveTo>
                <a:cubicBezTo>
                  <a:pt x="3812" y="693"/>
                  <a:pt x="4285" y="1166"/>
                  <a:pt x="4285" y="1702"/>
                </a:cubicBezTo>
                <a:cubicBezTo>
                  <a:pt x="4285" y="2269"/>
                  <a:pt x="3812" y="2710"/>
                  <a:pt x="3245" y="2710"/>
                </a:cubicBezTo>
                <a:cubicBezTo>
                  <a:pt x="2647" y="2710"/>
                  <a:pt x="2174" y="2269"/>
                  <a:pt x="2174" y="1702"/>
                </a:cubicBezTo>
                <a:cubicBezTo>
                  <a:pt x="2174" y="1166"/>
                  <a:pt x="2678" y="693"/>
                  <a:pt x="3245" y="693"/>
                </a:cubicBezTo>
                <a:close/>
                <a:moveTo>
                  <a:pt x="3245" y="3434"/>
                </a:moveTo>
                <a:cubicBezTo>
                  <a:pt x="4569" y="3434"/>
                  <a:pt x="5671" y="4537"/>
                  <a:pt x="5671" y="5892"/>
                </a:cubicBezTo>
                <a:lnTo>
                  <a:pt x="5671" y="6994"/>
                </a:lnTo>
                <a:lnTo>
                  <a:pt x="788" y="6994"/>
                </a:lnTo>
                <a:lnTo>
                  <a:pt x="788" y="5892"/>
                </a:lnTo>
                <a:cubicBezTo>
                  <a:pt x="788" y="4537"/>
                  <a:pt x="1891" y="3434"/>
                  <a:pt x="3245" y="3434"/>
                </a:cubicBezTo>
                <a:close/>
                <a:moveTo>
                  <a:pt x="3182" y="0"/>
                </a:moveTo>
                <a:cubicBezTo>
                  <a:pt x="2237" y="0"/>
                  <a:pt x="1418" y="788"/>
                  <a:pt x="1418" y="1733"/>
                </a:cubicBezTo>
                <a:cubicBezTo>
                  <a:pt x="1418" y="2206"/>
                  <a:pt x="1607" y="2678"/>
                  <a:pt x="1985" y="2993"/>
                </a:cubicBezTo>
                <a:cubicBezTo>
                  <a:pt x="819" y="3466"/>
                  <a:pt x="0" y="4569"/>
                  <a:pt x="0" y="5892"/>
                </a:cubicBezTo>
                <a:lnTo>
                  <a:pt x="0" y="7309"/>
                </a:lnTo>
                <a:cubicBezTo>
                  <a:pt x="126" y="7499"/>
                  <a:pt x="284" y="7656"/>
                  <a:pt x="441" y="7656"/>
                </a:cubicBezTo>
                <a:lnTo>
                  <a:pt x="6018" y="7656"/>
                </a:lnTo>
                <a:cubicBezTo>
                  <a:pt x="6238" y="7656"/>
                  <a:pt x="6396" y="7499"/>
                  <a:pt x="6396" y="7309"/>
                </a:cubicBezTo>
                <a:lnTo>
                  <a:pt x="6396" y="5892"/>
                </a:lnTo>
                <a:cubicBezTo>
                  <a:pt x="6396" y="4569"/>
                  <a:pt x="5545" y="3466"/>
                  <a:pt x="4411" y="2993"/>
                </a:cubicBezTo>
                <a:cubicBezTo>
                  <a:pt x="4758" y="2647"/>
                  <a:pt x="4978" y="2206"/>
                  <a:pt x="4978" y="1733"/>
                </a:cubicBezTo>
                <a:cubicBezTo>
                  <a:pt x="4978" y="788"/>
                  <a:pt x="4190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09" name="Google Shape;7509;p36"/>
          <p:cNvSpPr/>
          <p:nvPr/>
        </p:nvSpPr>
        <p:spPr>
          <a:xfrm>
            <a:off x="493543" y="1113817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662"/>
                </a:moveTo>
                <a:cubicBezTo>
                  <a:pt x="4505" y="662"/>
                  <a:pt x="5608" y="1765"/>
                  <a:pt x="5608" y="3119"/>
                </a:cubicBezTo>
                <a:cubicBezTo>
                  <a:pt x="5608" y="4442"/>
                  <a:pt x="4505" y="5545"/>
                  <a:pt x="3151" y="5545"/>
                </a:cubicBezTo>
                <a:cubicBezTo>
                  <a:pt x="2710" y="5545"/>
                  <a:pt x="2332" y="5451"/>
                  <a:pt x="1954" y="5230"/>
                </a:cubicBezTo>
                <a:cubicBezTo>
                  <a:pt x="1890" y="5199"/>
                  <a:pt x="1796" y="5199"/>
                  <a:pt x="1733" y="5199"/>
                </a:cubicBezTo>
                <a:lnTo>
                  <a:pt x="945" y="5388"/>
                </a:lnTo>
                <a:lnTo>
                  <a:pt x="1166" y="4694"/>
                </a:lnTo>
                <a:cubicBezTo>
                  <a:pt x="1229" y="4568"/>
                  <a:pt x="1166" y="4505"/>
                  <a:pt x="1134" y="4411"/>
                </a:cubicBezTo>
                <a:cubicBezTo>
                  <a:pt x="914" y="4033"/>
                  <a:pt x="756" y="3592"/>
                  <a:pt x="756" y="3119"/>
                </a:cubicBezTo>
                <a:cubicBezTo>
                  <a:pt x="725" y="1733"/>
                  <a:pt x="1827" y="662"/>
                  <a:pt x="3151" y="662"/>
                </a:cubicBezTo>
                <a:close/>
                <a:moveTo>
                  <a:pt x="3182" y="0"/>
                </a:moveTo>
                <a:cubicBezTo>
                  <a:pt x="1449" y="0"/>
                  <a:pt x="95" y="1418"/>
                  <a:pt x="95" y="3119"/>
                </a:cubicBezTo>
                <a:cubicBezTo>
                  <a:pt x="95" y="3655"/>
                  <a:pt x="189" y="4190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15" y="6238"/>
                  <a:pt x="473" y="6238"/>
                </a:cubicBezTo>
                <a:lnTo>
                  <a:pt x="1764" y="5923"/>
                </a:lnTo>
                <a:cubicBezTo>
                  <a:pt x="2206" y="6144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0" name="Google Shape;7510;p36"/>
          <p:cNvSpPr/>
          <p:nvPr/>
        </p:nvSpPr>
        <p:spPr>
          <a:xfrm>
            <a:off x="588437" y="1253486"/>
            <a:ext cx="23487" cy="24536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cubicBezTo>
                  <a:pt x="536" y="725"/>
                  <a:pt x="693" y="567"/>
                  <a:pt x="693" y="378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1" name="Google Shape;7511;p36"/>
          <p:cNvSpPr/>
          <p:nvPr/>
        </p:nvSpPr>
        <p:spPr>
          <a:xfrm>
            <a:off x="302688" y="1660256"/>
            <a:ext cx="193038" cy="327562"/>
          </a:xfrm>
          <a:custGeom>
            <a:rect b="b" l="l" r="r" t="t"/>
            <a:pathLst>
              <a:path extrusionOk="0" h="9679" w="5704">
                <a:moveTo>
                  <a:pt x="2080" y="662"/>
                </a:moveTo>
                <a:cubicBezTo>
                  <a:pt x="2458" y="662"/>
                  <a:pt x="2773" y="977"/>
                  <a:pt x="2773" y="1387"/>
                </a:cubicBezTo>
                <a:cubicBezTo>
                  <a:pt x="2773" y="1765"/>
                  <a:pt x="2458" y="2080"/>
                  <a:pt x="2080" y="2080"/>
                </a:cubicBezTo>
                <a:cubicBezTo>
                  <a:pt x="1671" y="2080"/>
                  <a:pt x="1356" y="1765"/>
                  <a:pt x="1356" y="1387"/>
                </a:cubicBezTo>
                <a:cubicBezTo>
                  <a:pt x="1356" y="977"/>
                  <a:pt x="1734" y="662"/>
                  <a:pt x="2080" y="662"/>
                </a:cubicBezTo>
                <a:close/>
                <a:moveTo>
                  <a:pt x="2962" y="6900"/>
                </a:moveTo>
                <a:lnTo>
                  <a:pt x="3120" y="7593"/>
                </a:lnTo>
                <a:lnTo>
                  <a:pt x="1135" y="7593"/>
                </a:lnTo>
                <a:lnTo>
                  <a:pt x="1293" y="6900"/>
                </a:lnTo>
                <a:close/>
                <a:moveTo>
                  <a:pt x="1742" y="2767"/>
                </a:moveTo>
                <a:cubicBezTo>
                  <a:pt x="1866" y="2767"/>
                  <a:pt x="1991" y="2831"/>
                  <a:pt x="2049" y="2962"/>
                </a:cubicBezTo>
                <a:lnTo>
                  <a:pt x="2553" y="3938"/>
                </a:lnTo>
                <a:cubicBezTo>
                  <a:pt x="2584" y="4064"/>
                  <a:pt x="2742" y="4127"/>
                  <a:pt x="2868" y="4127"/>
                </a:cubicBezTo>
                <a:lnTo>
                  <a:pt x="3813" y="4127"/>
                </a:lnTo>
                <a:cubicBezTo>
                  <a:pt x="4002" y="4127"/>
                  <a:pt x="4159" y="4285"/>
                  <a:pt x="4159" y="4474"/>
                </a:cubicBezTo>
                <a:cubicBezTo>
                  <a:pt x="4159" y="4695"/>
                  <a:pt x="4002" y="4852"/>
                  <a:pt x="3813" y="4852"/>
                </a:cubicBezTo>
                <a:lnTo>
                  <a:pt x="2427" y="4852"/>
                </a:lnTo>
                <a:cubicBezTo>
                  <a:pt x="2301" y="4852"/>
                  <a:pt x="2175" y="4758"/>
                  <a:pt x="2112" y="4631"/>
                </a:cubicBezTo>
                <a:cubicBezTo>
                  <a:pt x="2042" y="4515"/>
                  <a:pt x="1919" y="4450"/>
                  <a:pt x="1784" y="4450"/>
                </a:cubicBezTo>
                <a:cubicBezTo>
                  <a:pt x="1737" y="4450"/>
                  <a:pt x="1688" y="4458"/>
                  <a:pt x="1639" y="4474"/>
                </a:cubicBezTo>
                <a:cubicBezTo>
                  <a:pt x="1482" y="4568"/>
                  <a:pt x="1387" y="4758"/>
                  <a:pt x="1482" y="4947"/>
                </a:cubicBezTo>
                <a:cubicBezTo>
                  <a:pt x="1671" y="5325"/>
                  <a:pt x="2017" y="5545"/>
                  <a:pt x="2427" y="5545"/>
                </a:cubicBezTo>
                <a:lnTo>
                  <a:pt x="3813" y="5545"/>
                </a:lnTo>
                <a:cubicBezTo>
                  <a:pt x="3970" y="5545"/>
                  <a:pt x="4128" y="5671"/>
                  <a:pt x="4159" y="5829"/>
                </a:cubicBezTo>
                <a:lnTo>
                  <a:pt x="4853" y="8570"/>
                </a:lnTo>
                <a:cubicBezTo>
                  <a:pt x="4916" y="8790"/>
                  <a:pt x="4790" y="8979"/>
                  <a:pt x="4632" y="9011"/>
                </a:cubicBezTo>
                <a:cubicBezTo>
                  <a:pt x="4608" y="9015"/>
                  <a:pt x="4584" y="9017"/>
                  <a:pt x="4560" y="9017"/>
                </a:cubicBezTo>
                <a:cubicBezTo>
                  <a:pt x="4403" y="9017"/>
                  <a:pt x="4273" y="8927"/>
                  <a:pt x="4191" y="8790"/>
                </a:cubicBezTo>
                <a:lnTo>
                  <a:pt x="3655" y="6522"/>
                </a:lnTo>
                <a:cubicBezTo>
                  <a:pt x="3592" y="6364"/>
                  <a:pt x="3498" y="6270"/>
                  <a:pt x="3277" y="6270"/>
                </a:cubicBezTo>
                <a:lnTo>
                  <a:pt x="1040" y="6270"/>
                </a:lnTo>
                <a:cubicBezTo>
                  <a:pt x="914" y="6270"/>
                  <a:pt x="851" y="6207"/>
                  <a:pt x="757" y="6144"/>
                </a:cubicBezTo>
                <a:cubicBezTo>
                  <a:pt x="694" y="5986"/>
                  <a:pt x="694" y="5892"/>
                  <a:pt x="694" y="5797"/>
                </a:cubicBezTo>
                <a:lnTo>
                  <a:pt x="1419" y="3025"/>
                </a:lnTo>
                <a:cubicBezTo>
                  <a:pt x="1453" y="2855"/>
                  <a:pt x="1597" y="2767"/>
                  <a:pt x="1742" y="2767"/>
                </a:cubicBezTo>
                <a:close/>
                <a:moveTo>
                  <a:pt x="2143" y="0"/>
                </a:moveTo>
                <a:cubicBezTo>
                  <a:pt x="1419" y="0"/>
                  <a:pt x="788" y="630"/>
                  <a:pt x="788" y="1387"/>
                </a:cubicBezTo>
                <a:cubicBezTo>
                  <a:pt x="788" y="1733"/>
                  <a:pt x="946" y="2080"/>
                  <a:pt x="1135" y="2332"/>
                </a:cubicBezTo>
                <a:cubicBezTo>
                  <a:pt x="977" y="2426"/>
                  <a:pt x="851" y="2647"/>
                  <a:pt x="788" y="2867"/>
                </a:cubicBezTo>
                <a:lnTo>
                  <a:pt x="64" y="5640"/>
                </a:lnTo>
                <a:cubicBezTo>
                  <a:pt x="1" y="5955"/>
                  <a:pt x="64" y="6270"/>
                  <a:pt x="253" y="6522"/>
                </a:cubicBezTo>
                <a:cubicBezTo>
                  <a:pt x="347" y="6648"/>
                  <a:pt x="473" y="6774"/>
                  <a:pt x="631" y="6805"/>
                </a:cubicBezTo>
                <a:lnTo>
                  <a:pt x="32" y="9263"/>
                </a:lnTo>
                <a:cubicBezTo>
                  <a:pt x="1" y="9452"/>
                  <a:pt x="95" y="9609"/>
                  <a:pt x="253" y="9672"/>
                </a:cubicBezTo>
                <a:cubicBezTo>
                  <a:pt x="281" y="9676"/>
                  <a:pt x="309" y="9678"/>
                  <a:pt x="335" y="9678"/>
                </a:cubicBezTo>
                <a:cubicBezTo>
                  <a:pt x="513" y="9678"/>
                  <a:pt x="639" y="9589"/>
                  <a:pt x="694" y="9452"/>
                </a:cubicBezTo>
                <a:lnTo>
                  <a:pt x="977" y="8318"/>
                </a:lnTo>
                <a:lnTo>
                  <a:pt x="3372" y="8318"/>
                </a:lnTo>
                <a:lnTo>
                  <a:pt x="3529" y="8885"/>
                </a:lnTo>
                <a:cubicBezTo>
                  <a:pt x="3661" y="9359"/>
                  <a:pt x="4079" y="9679"/>
                  <a:pt x="4526" y="9679"/>
                </a:cubicBezTo>
                <a:cubicBezTo>
                  <a:pt x="4613" y="9679"/>
                  <a:pt x="4702" y="9667"/>
                  <a:pt x="4790" y="9641"/>
                </a:cubicBezTo>
                <a:cubicBezTo>
                  <a:pt x="5357" y="9483"/>
                  <a:pt x="5703" y="8916"/>
                  <a:pt x="5546" y="8381"/>
                </a:cubicBezTo>
                <a:lnTo>
                  <a:pt x="4821" y="5640"/>
                </a:lnTo>
                <a:cubicBezTo>
                  <a:pt x="4790" y="5482"/>
                  <a:pt x="4727" y="5325"/>
                  <a:pt x="4601" y="5199"/>
                </a:cubicBezTo>
                <a:cubicBezTo>
                  <a:pt x="4758" y="5010"/>
                  <a:pt x="4884" y="4758"/>
                  <a:pt x="4884" y="4474"/>
                </a:cubicBezTo>
                <a:cubicBezTo>
                  <a:pt x="4884" y="3907"/>
                  <a:pt x="4412" y="3466"/>
                  <a:pt x="3844" y="3466"/>
                </a:cubicBezTo>
                <a:lnTo>
                  <a:pt x="3088" y="3466"/>
                </a:lnTo>
                <a:lnTo>
                  <a:pt x="2710" y="2647"/>
                </a:lnTo>
                <a:cubicBezTo>
                  <a:pt x="3183" y="2395"/>
                  <a:pt x="3529" y="1922"/>
                  <a:pt x="3529" y="1387"/>
                </a:cubicBezTo>
                <a:cubicBezTo>
                  <a:pt x="3529" y="630"/>
                  <a:pt x="2899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2" name="Google Shape;7512;p36"/>
          <p:cNvSpPr/>
          <p:nvPr/>
        </p:nvSpPr>
        <p:spPr>
          <a:xfrm>
            <a:off x="511667" y="1660256"/>
            <a:ext cx="194087" cy="328441"/>
          </a:xfrm>
          <a:custGeom>
            <a:rect b="b" l="l" r="r" t="t"/>
            <a:pathLst>
              <a:path extrusionOk="0" h="9705" w="5735">
                <a:moveTo>
                  <a:pt x="3624" y="662"/>
                </a:moveTo>
                <a:cubicBezTo>
                  <a:pt x="4002" y="662"/>
                  <a:pt x="4317" y="977"/>
                  <a:pt x="4317" y="1355"/>
                </a:cubicBezTo>
                <a:cubicBezTo>
                  <a:pt x="4317" y="1765"/>
                  <a:pt x="4002" y="2080"/>
                  <a:pt x="3624" y="2080"/>
                </a:cubicBezTo>
                <a:cubicBezTo>
                  <a:pt x="3214" y="2080"/>
                  <a:pt x="2899" y="1765"/>
                  <a:pt x="2899" y="1355"/>
                </a:cubicBezTo>
                <a:cubicBezTo>
                  <a:pt x="2899" y="977"/>
                  <a:pt x="3214" y="662"/>
                  <a:pt x="3624" y="662"/>
                </a:cubicBezTo>
                <a:close/>
                <a:moveTo>
                  <a:pt x="4317" y="6900"/>
                </a:moveTo>
                <a:lnTo>
                  <a:pt x="4474" y="7593"/>
                </a:lnTo>
                <a:lnTo>
                  <a:pt x="2490" y="7593"/>
                </a:lnTo>
                <a:lnTo>
                  <a:pt x="2647" y="6900"/>
                </a:lnTo>
                <a:close/>
                <a:moveTo>
                  <a:pt x="3962" y="2731"/>
                </a:moveTo>
                <a:cubicBezTo>
                  <a:pt x="4108" y="2731"/>
                  <a:pt x="4250" y="2818"/>
                  <a:pt x="4285" y="2993"/>
                </a:cubicBezTo>
                <a:lnTo>
                  <a:pt x="4979" y="5734"/>
                </a:lnTo>
                <a:cubicBezTo>
                  <a:pt x="5010" y="6018"/>
                  <a:pt x="4853" y="6207"/>
                  <a:pt x="4632" y="6207"/>
                </a:cubicBezTo>
                <a:lnTo>
                  <a:pt x="2395" y="6207"/>
                </a:lnTo>
                <a:cubicBezTo>
                  <a:pt x="2238" y="6207"/>
                  <a:pt x="2080" y="6333"/>
                  <a:pt x="2049" y="6490"/>
                </a:cubicBezTo>
                <a:lnTo>
                  <a:pt x="1482" y="8727"/>
                </a:lnTo>
                <a:cubicBezTo>
                  <a:pt x="1456" y="8883"/>
                  <a:pt x="1323" y="8996"/>
                  <a:pt x="1154" y="8996"/>
                </a:cubicBezTo>
                <a:cubicBezTo>
                  <a:pt x="1118" y="8996"/>
                  <a:pt x="1080" y="8990"/>
                  <a:pt x="1040" y="8979"/>
                </a:cubicBezTo>
                <a:cubicBezTo>
                  <a:pt x="851" y="8916"/>
                  <a:pt x="725" y="8727"/>
                  <a:pt x="820" y="8538"/>
                </a:cubicBezTo>
                <a:lnTo>
                  <a:pt x="1513" y="5766"/>
                </a:lnTo>
                <a:cubicBezTo>
                  <a:pt x="1576" y="5608"/>
                  <a:pt x="1671" y="5514"/>
                  <a:pt x="1891" y="5514"/>
                </a:cubicBezTo>
                <a:lnTo>
                  <a:pt x="3246" y="5514"/>
                </a:lnTo>
                <a:cubicBezTo>
                  <a:pt x="3655" y="5514"/>
                  <a:pt x="4002" y="5262"/>
                  <a:pt x="4222" y="4915"/>
                </a:cubicBezTo>
                <a:cubicBezTo>
                  <a:pt x="4285" y="4758"/>
                  <a:pt x="4222" y="4537"/>
                  <a:pt x="4033" y="4442"/>
                </a:cubicBezTo>
                <a:cubicBezTo>
                  <a:pt x="3993" y="4426"/>
                  <a:pt x="3948" y="4418"/>
                  <a:pt x="3902" y="4418"/>
                </a:cubicBezTo>
                <a:cubicBezTo>
                  <a:pt x="3770" y="4418"/>
                  <a:pt x="3631" y="4483"/>
                  <a:pt x="3561" y="4600"/>
                </a:cubicBezTo>
                <a:cubicBezTo>
                  <a:pt x="3529" y="4726"/>
                  <a:pt x="3372" y="4789"/>
                  <a:pt x="3246" y="4789"/>
                </a:cubicBezTo>
                <a:lnTo>
                  <a:pt x="1891" y="4789"/>
                </a:lnTo>
                <a:cubicBezTo>
                  <a:pt x="1671" y="4789"/>
                  <a:pt x="1513" y="4631"/>
                  <a:pt x="1513" y="4442"/>
                </a:cubicBezTo>
                <a:cubicBezTo>
                  <a:pt x="1513" y="4253"/>
                  <a:pt x="1671" y="4096"/>
                  <a:pt x="1891" y="4096"/>
                </a:cubicBezTo>
                <a:lnTo>
                  <a:pt x="2836" y="4096"/>
                </a:lnTo>
                <a:cubicBezTo>
                  <a:pt x="2931" y="4096"/>
                  <a:pt x="3057" y="4001"/>
                  <a:pt x="3151" y="3907"/>
                </a:cubicBezTo>
                <a:cubicBezTo>
                  <a:pt x="3151" y="3844"/>
                  <a:pt x="3655" y="2899"/>
                  <a:pt x="3655" y="2899"/>
                </a:cubicBezTo>
                <a:cubicBezTo>
                  <a:pt x="3725" y="2787"/>
                  <a:pt x="3845" y="2731"/>
                  <a:pt x="3962" y="2731"/>
                </a:cubicBezTo>
                <a:close/>
                <a:moveTo>
                  <a:pt x="3529" y="0"/>
                </a:moveTo>
                <a:cubicBezTo>
                  <a:pt x="2805" y="0"/>
                  <a:pt x="2175" y="630"/>
                  <a:pt x="2175" y="1355"/>
                </a:cubicBezTo>
                <a:cubicBezTo>
                  <a:pt x="2175" y="1922"/>
                  <a:pt x="2490" y="2395"/>
                  <a:pt x="2994" y="2615"/>
                </a:cubicBezTo>
                <a:lnTo>
                  <a:pt x="2584" y="3466"/>
                </a:lnTo>
                <a:lnTo>
                  <a:pt x="1860" y="3466"/>
                </a:lnTo>
                <a:cubicBezTo>
                  <a:pt x="1261" y="3466"/>
                  <a:pt x="820" y="3938"/>
                  <a:pt x="820" y="4474"/>
                </a:cubicBezTo>
                <a:cubicBezTo>
                  <a:pt x="820" y="4758"/>
                  <a:pt x="946" y="4978"/>
                  <a:pt x="1103" y="5199"/>
                </a:cubicBezTo>
                <a:cubicBezTo>
                  <a:pt x="977" y="5325"/>
                  <a:pt x="914" y="5451"/>
                  <a:pt x="851" y="5608"/>
                </a:cubicBezTo>
                <a:lnTo>
                  <a:pt x="158" y="8381"/>
                </a:lnTo>
                <a:cubicBezTo>
                  <a:pt x="1" y="8916"/>
                  <a:pt x="347" y="9483"/>
                  <a:pt x="914" y="9641"/>
                </a:cubicBezTo>
                <a:cubicBezTo>
                  <a:pt x="1002" y="9667"/>
                  <a:pt x="1091" y="9679"/>
                  <a:pt x="1178" y="9679"/>
                </a:cubicBezTo>
                <a:cubicBezTo>
                  <a:pt x="1624" y="9679"/>
                  <a:pt x="2038" y="9359"/>
                  <a:pt x="2143" y="8885"/>
                </a:cubicBezTo>
                <a:lnTo>
                  <a:pt x="2332" y="8286"/>
                </a:lnTo>
                <a:lnTo>
                  <a:pt x="4695" y="8286"/>
                </a:lnTo>
                <a:lnTo>
                  <a:pt x="4947" y="9452"/>
                </a:lnTo>
                <a:cubicBezTo>
                  <a:pt x="4995" y="9597"/>
                  <a:pt x="5118" y="9704"/>
                  <a:pt x="5257" y="9704"/>
                </a:cubicBezTo>
                <a:cubicBezTo>
                  <a:pt x="5300" y="9704"/>
                  <a:pt x="5344" y="9694"/>
                  <a:pt x="5388" y="9672"/>
                </a:cubicBezTo>
                <a:cubicBezTo>
                  <a:pt x="5577" y="9641"/>
                  <a:pt x="5703" y="9452"/>
                  <a:pt x="5609" y="9231"/>
                </a:cubicBezTo>
                <a:lnTo>
                  <a:pt x="5042" y="6805"/>
                </a:lnTo>
                <a:cubicBezTo>
                  <a:pt x="5514" y="6616"/>
                  <a:pt x="5735" y="6144"/>
                  <a:pt x="5640" y="5640"/>
                </a:cubicBezTo>
                <a:lnTo>
                  <a:pt x="4916" y="2867"/>
                </a:lnTo>
                <a:cubicBezTo>
                  <a:pt x="4884" y="2647"/>
                  <a:pt x="4758" y="2489"/>
                  <a:pt x="4569" y="2332"/>
                </a:cubicBezTo>
                <a:cubicBezTo>
                  <a:pt x="4790" y="2080"/>
                  <a:pt x="4916" y="1733"/>
                  <a:pt x="4916" y="1355"/>
                </a:cubicBezTo>
                <a:cubicBezTo>
                  <a:pt x="4916" y="630"/>
                  <a:pt x="4285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3" name="Google Shape;7513;p36"/>
          <p:cNvSpPr/>
          <p:nvPr/>
        </p:nvSpPr>
        <p:spPr>
          <a:xfrm>
            <a:off x="421036" y="1587731"/>
            <a:ext cx="165321" cy="142240"/>
          </a:xfrm>
          <a:custGeom>
            <a:rect b="b" l="l" r="r" t="t"/>
            <a:pathLst>
              <a:path extrusionOk="0" h="4203" w="4885">
                <a:moveTo>
                  <a:pt x="3844" y="631"/>
                </a:moveTo>
                <a:cubicBezTo>
                  <a:pt x="4034" y="631"/>
                  <a:pt x="4223" y="789"/>
                  <a:pt x="4223" y="978"/>
                </a:cubicBezTo>
                <a:lnTo>
                  <a:pt x="4223" y="1734"/>
                </a:lnTo>
                <a:cubicBezTo>
                  <a:pt x="4223" y="1923"/>
                  <a:pt x="4034" y="2112"/>
                  <a:pt x="3844" y="2112"/>
                </a:cubicBezTo>
                <a:cubicBezTo>
                  <a:pt x="3655" y="2143"/>
                  <a:pt x="3498" y="2301"/>
                  <a:pt x="3498" y="2458"/>
                </a:cubicBezTo>
                <a:lnTo>
                  <a:pt x="3498" y="2994"/>
                </a:lnTo>
                <a:lnTo>
                  <a:pt x="2679" y="2206"/>
                </a:lnTo>
                <a:cubicBezTo>
                  <a:pt x="2584" y="2143"/>
                  <a:pt x="2521" y="2112"/>
                  <a:pt x="2427" y="2112"/>
                </a:cubicBezTo>
                <a:lnTo>
                  <a:pt x="1009" y="2112"/>
                </a:lnTo>
                <a:cubicBezTo>
                  <a:pt x="820" y="2112"/>
                  <a:pt x="662" y="1923"/>
                  <a:pt x="662" y="1734"/>
                </a:cubicBezTo>
                <a:lnTo>
                  <a:pt x="662" y="978"/>
                </a:lnTo>
                <a:cubicBezTo>
                  <a:pt x="662" y="789"/>
                  <a:pt x="820" y="631"/>
                  <a:pt x="1009" y="631"/>
                </a:cubicBezTo>
                <a:close/>
                <a:moveTo>
                  <a:pt x="1009" y="1"/>
                </a:moveTo>
                <a:cubicBezTo>
                  <a:pt x="442" y="1"/>
                  <a:pt x="1" y="474"/>
                  <a:pt x="1" y="1041"/>
                </a:cubicBezTo>
                <a:lnTo>
                  <a:pt x="1" y="1765"/>
                </a:lnTo>
                <a:cubicBezTo>
                  <a:pt x="1" y="2364"/>
                  <a:pt x="473" y="2805"/>
                  <a:pt x="1009" y="2805"/>
                </a:cubicBezTo>
                <a:lnTo>
                  <a:pt x="2269" y="2805"/>
                </a:lnTo>
                <a:lnTo>
                  <a:pt x="3592" y="4097"/>
                </a:lnTo>
                <a:cubicBezTo>
                  <a:pt x="3663" y="4167"/>
                  <a:pt x="3770" y="4203"/>
                  <a:pt x="3872" y="4203"/>
                </a:cubicBezTo>
                <a:cubicBezTo>
                  <a:pt x="3906" y="4203"/>
                  <a:pt x="3939" y="4199"/>
                  <a:pt x="3970" y="4191"/>
                </a:cubicBezTo>
                <a:cubicBezTo>
                  <a:pt x="4097" y="4160"/>
                  <a:pt x="4160" y="4002"/>
                  <a:pt x="4160" y="3876"/>
                </a:cubicBezTo>
                <a:lnTo>
                  <a:pt x="4160" y="2773"/>
                </a:lnTo>
                <a:cubicBezTo>
                  <a:pt x="4569" y="2616"/>
                  <a:pt x="4884" y="2238"/>
                  <a:pt x="4884" y="1765"/>
                </a:cubicBezTo>
                <a:lnTo>
                  <a:pt x="4884" y="1041"/>
                </a:lnTo>
                <a:cubicBezTo>
                  <a:pt x="4884" y="442"/>
                  <a:pt x="4412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4" name="Google Shape;7514;p36"/>
          <p:cNvSpPr/>
          <p:nvPr/>
        </p:nvSpPr>
        <p:spPr>
          <a:xfrm>
            <a:off x="304288" y="2103267"/>
            <a:ext cx="399849" cy="400898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5" name="Google Shape;7515;p36"/>
          <p:cNvSpPr/>
          <p:nvPr/>
        </p:nvSpPr>
        <p:spPr>
          <a:xfrm>
            <a:off x="2859063" y="1113547"/>
            <a:ext cx="355109" cy="399341"/>
          </a:xfrm>
          <a:custGeom>
            <a:rect b="b" l="l" r="r" t="t"/>
            <a:pathLst>
              <a:path extrusionOk="0" h="11800" w="10493">
                <a:moveTo>
                  <a:pt x="5294" y="709"/>
                </a:moveTo>
                <a:cubicBezTo>
                  <a:pt x="6350" y="1316"/>
                  <a:pt x="7422" y="1602"/>
                  <a:pt x="8487" y="1602"/>
                </a:cubicBezTo>
                <a:cubicBezTo>
                  <a:pt x="8915" y="1602"/>
                  <a:pt x="9343" y="1556"/>
                  <a:pt x="9767" y="1465"/>
                </a:cubicBezTo>
                <a:lnTo>
                  <a:pt x="9767" y="5026"/>
                </a:lnTo>
                <a:cubicBezTo>
                  <a:pt x="9767" y="7798"/>
                  <a:pt x="7940" y="10287"/>
                  <a:pt x="5294" y="11137"/>
                </a:cubicBezTo>
                <a:cubicBezTo>
                  <a:pt x="2647" y="10350"/>
                  <a:pt x="789" y="7798"/>
                  <a:pt x="789" y="5026"/>
                </a:cubicBezTo>
                <a:lnTo>
                  <a:pt x="789" y="1465"/>
                </a:lnTo>
                <a:cubicBezTo>
                  <a:pt x="1222" y="1556"/>
                  <a:pt x="1654" y="1602"/>
                  <a:pt x="2084" y="1602"/>
                </a:cubicBezTo>
                <a:cubicBezTo>
                  <a:pt x="3153" y="1602"/>
                  <a:pt x="4215" y="1316"/>
                  <a:pt x="5294" y="709"/>
                </a:cubicBezTo>
                <a:close/>
                <a:moveTo>
                  <a:pt x="5266" y="0"/>
                </a:moveTo>
                <a:cubicBezTo>
                  <a:pt x="5207" y="0"/>
                  <a:pt x="5152" y="16"/>
                  <a:pt x="5105" y="48"/>
                </a:cubicBezTo>
                <a:cubicBezTo>
                  <a:pt x="4065" y="646"/>
                  <a:pt x="3057" y="930"/>
                  <a:pt x="2017" y="930"/>
                </a:cubicBezTo>
                <a:cubicBezTo>
                  <a:pt x="1513" y="930"/>
                  <a:pt x="1009" y="835"/>
                  <a:pt x="473" y="678"/>
                </a:cubicBezTo>
                <a:cubicBezTo>
                  <a:pt x="440" y="669"/>
                  <a:pt x="408" y="665"/>
                  <a:pt x="378" y="665"/>
                </a:cubicBezTo>
                <a:cubicBezTo>
                  <a:pt x="297" y="665"/>
                  <a:pt x="228" y="695"/>
                  <a:pt x="158" y="741"/>
                </a:cubicBezTo>
                <a:cubicBezTo>
                  <a:pt x="95" y="804"/>
                  <a:pt x="1" y="898"/>
                  <a:pt x="1" y="993"/>
                </a:cubicBezTo>
                <a:lnTo>
                  <a:pt x="1" y="4994"/>
                </a:lnTo>
                <a:cubicBezTo>
                  <a:pt x="127" y="8176"/>
                  <a:pt x="2206" y="10917"/>
                  <a:pt x="5199" y="11799"/>
                </a:cubicBezTo>
                <a:lnTo>
                  <a:pt x="5357" y="11799"/>
                </a:lnTo>
                <a:cubicBezTo>
                  <a:pt x="8350" y="10917"/>
                  <a:pt x="10492" y="8176"/>
                  <a:pt x="10492" y="5026"/>
                </a:cubicBezTo>
                <a:lnTo>
                  <a:pt x="10492" y="1056"/>
                </a:lnTo>
                <a:cubicBezTo>
                  <a:pt x="10492" y="930"/>
                  <a:pt x="10429" y="835"/>
                  <a:pt x="10335" y="772"/>
                </a:cubicBezTo>
                <a:cubicBezTo>
                  <a:pt x="10282" y="720"/>
                  <a:pt x="10230" y="697"/>
                  <a:pt x="10173" y="697"/>
                </a:cubicBezTo>
                <a:cubicBezTo>
                  <a:pt x="10126" y="697"/>
                  <a:pt x="10076" y="713"/>
                  <a:pt x="10019" y="741"/>
                </a:cubicBezTo>
                <a:cubicBezTo>
                  <a:pt x="9509" y="876"/>
                  <a:pt x="9006" y="946"/>
                  <a:pt x="8504" y="946"/>
                </a:cubicBezTo>
                <a:cubicBezTo>
                  <a:pt x="7490" y="946"/>
                  <a:pt x="6485" y="659"/>
                  <a:pt x="5451" y="48"/>
                </a:cubicBezTo>
                <a:cubicBezTo>
                  <a:pt x="5388" y="16"/>
                  <a:pt x="5325" y="0"/>
                  <a:pt x="52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6" name="Google Shape;7516;p36"/>
          <p:cNvSpPr/>
          <p:nvPr/>
        </p:nvSpPr>
        <p:spPr>
          <a:xfrm>
            <a:off x="2957173" y="1207900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94"/>
                </a:moveTo>
                <a:cubicBezTo>
                  <a:pt x="2836" y="694"/>
                  <a:pt x="3151" y="1009"/>
                  <a:pt x="3151" y="1418"/>
                </a:cubicBezTo>
                <a:cubicBezTo>
                  <a:pt x="3151" y="1796"/>
                  <a:pt x="2836" y="2111"/>
                  <a:pt x="2426" y="2111"/>
                </a:cubicBezTo>
                <a:cubicBezTo>
                  <a:pt x="2048" y="2111"/>
                  <a:pt x="1733" y="1796"/>
                  <a:pt x="1733" y="1418"/>
                </a:cubicBezTo>
                <a:cubicBezTo>
                  <a:pt x="1733" y="1009"/>
                  <a:pt x="2048" y="694"/>
                  <a:pt x="2426" y="694"/>
                </a:cubicBezTo>
                <a:close/>
                <a:moveTo>
                  <a:pt x="2426" y="2742"/>
                </a:moveTo>
                <a:cubicBezTo>
                  <a:pt x="3371" y="2742"/>
                  <a:pt x="4159" y="3529"/>
                  <a:pt x="4159" y="4474"/>
                </a:cubicBezTo>
                <a:lnTo>
                  <a:pt x="4159" y="4821"/>
                </a:lnTo>
                <a:lnTo>
                  <a:pt x="693" y="4821"/>
                </a:lnTo>
                <a:lnTo>
                  <a:pt x="693" y="4474"/>
                </a:lnTo>
                <a:cubicBezTo>
                  <a:pt x="693" y="3529"/>
                  <a:pt x="1481" y="2742"/>
                  <a:pt x="2426" y="2742"/>
                </a:cubicBezTo>
                <a:close/>
                <a:moveTo>
                  <a:pt x="2458" y="1"/>
                </a:moveTo>
                <a:cubicBezTo>
                  <a:pt x="1733" y="1"/>
                  <a:pt x="1103" y="599"/>
                  <a:pt x="1103" y="1355"/>
                </a:cubicBezTo>
                <a:cubicBezTo>
                  <a:pt x="1103" y="1733"/>
                  <a:pt x="1198" y="2048"/>
                  <a:pt x="1450" y="2269"/>
                </a:cubicBezTo>
                <a:cubicBezTo>
                  <a:pt x="630" y="2647"/>
                  <a:pt x="63" y="3498"/>
                  <a:pt x="63" y="4474"/>
                </a:cubicBezTo>
                <a:lnTo>
                  <a:pt x="63" y="5199"/>
                </a:lnTo>
                <a:cubicBezTo>
                  <a:pt x="0" y="5388"/>
                  <a:pt x="158" y="5546"/>
                  <a:pt x="347" y="5546"/>
                </a:cubicBezTo>
                <a:lnTo>
                  <a:pt x="4506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17" y="2647"/>
                  <a:pt x="3497" y="2269"/>
                </a:cubicBezTo>
                <a:cubicBezTo>
                  <a:pt x="3718" y="2048"/>
                  <a:pt x="3844" y="1702"/>
                  <a:pt x="3844" y="1355"/>
                </a:cubicBezTo>
                <a:cubicBezTo>
                  <a:pt x="3844" y="599"/>
                  <a:pt x="3214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7" name="Google Shape;7517;p36"/>
          <p:cNvSpPr/>
          <p:nvPr/>
        </p:nvSpPr>
        <p:spPr>
          <a:xfrm>
            <a:off x="2835084" y="1588273"/>
            <a:ext cx="403064" cy="399883"/>
          </a:xfrm>
          <a:custGeom>
            <a:rect b="b" l="l" r="r" t="t"/>
            <a:pathLst>
              <a:path extrusionOk="0" h="11816" w="11910">
                <a:moveTo>
                  <a:pt x="5892" y="694"/>
                </a:moveTo>
                <a:cubicBezTo>
                  <a:pt x="7625" y="694"/>
                  <a:pt x="9043" y="2112"/>
                  <a:pt x="9043" y="3845"/>
                </a:cubicBezTo>
                <a:cubicBezTo>
                  <a:pt x="9043" y="5483"/>
                  <a:pt x="7751" y="6838"/>
                  <a:pt x="6081" y="6932"/>
                </a:cubicBezTo>
                <a:cubicBezTo>
                  <a:pt x="6018" y="6932"/>
                  <a:pt x="5987" y="6901"/>
                  <a:pt x="5924" y="6869"/>
                </a:cubicBezTo>
                <a:lnTo>
                  <a:pt x="5766" y="6711"/>
                </a:lnTo>
                <a:cubicBezTo>
                  <a:pt x="5297" y="6298"/>
                  <a:pt x="4683" y="6101"/>
                  <a:pt x="4072" y="6101"/>
                </a:cubicBezTo>
                <a:cubicBezTo>
                  <a:pt x="3985" y="6101"/>
                  <a:pt x="3899" y="6105"/>
                  <a:pt x="3813" y="6113"/>
                </a:cubicBezTo>
                <a:cubicBezTo>
                  <a:pt x="3151" y="5577"/>
                  <a:pt x="2773" y="4727"/>
                  <a:pt x="2773" y="3845"/>
                </a:cubicBezTo>
                <a:cubicBezTo>
                  <a:pt x="2773" y="2112"/>
                  <a:pt x="4191" y="694"/>
                  <a:pt x="5892" y="694"/>
                </a:cubicBezTo>
                <a:close/>
                <a:moveTo>
                  <a:pt x="4171" y="6822"/>
                </a:moveTo>
                <a:cubicBezTo>
                  <a:pt x="4577" y="6822"/>
                  <a:pt x="4979" y="6964"/>
                  <a:pt x="5294" y="7247"/>
                </a:cubicBezTo>
                <a:cubicBezTo>
                  <a:pt x="5420" y="7373"/>
                  <a:pt x="5735" y="7657"/>
                  <a:pt x="5892" y="7657"/>
                </a:cubicBezTo>
                <a:lnTo>
                  <a:pt x="7972" y="7657"/>
                </a:lnTo>
                <a:cubicBezTo>
                  <a:pt x="8192" y="7657"/>
                  <a:pt x="8350" y="7814"/>
                  <a:pt x="8350" y="8003"/>
                </a:cubicBezTo>
                <a:cubicBezTo>
                  <a:pt x="8350" y="8192"/>
                  <a:pt x="8192" y="8350"/>
                  <a:pt x="7972" y="8350"/>
                </a:cubicBezTo>
                <a:lnTo>
                  <a:pt x="5514" y="8350"/>
                </a:lnTo>
                <a:cubicBezTo>
                  <a:pt x="5294" y="8350"/>
                  <a:pt x="5136" y="8507"/>
                  <a:pt x="5136" y="8728"/>
                </a:cubicBezTo>
                <a:cubicBezTo>
                  <a:pt x="5136" y="8917"/>
                  <a:pt x="5294" y="9074"/>
                  <a:pt x="5514" y="9074"/>
                </a:cubicBezTo>
                <a:lnTo>
                  <a:pt x="8224" y="9074"/>
                </a:lnTo>
                <a:cubicBezTo>
                  <a:pt x="8507" y="9074"/>
                  <a:pt x="8759" y="8948"/>
                  <a:pt x="8980" y="8759"/>
                </a:cubicBezTo>
                <a:lnTo>
                  <a:pt x="10492" y="7090"/>
                </a:lnTo>
                <a:cubicBezTo>
                  <a:pt x="10568" y="7033"/>
                  <a:pt x="10666" y="6987"/>
                  <a:pt x="10766" y="6987"/>
                </a:cubicBezTo>
                <a:cubicBezTo>
                  <a:pt x="10833" y="6987"/>
                  <a:pt x="10902" y="7008"/>
                  <a:pt x="10965" y="7058"/>
                </a:cubicBezTo>
                <a:cubicBezTo>
                  <a:pt x="11122" y="7184"/>
                  <a:pt x="11185" y="7373"/>
                  <a:pt x="11059" y="7531"/>
                </a:cubicBezTo>
                <a:lnTo>
                  <a:pt x="9389" y="9767"/>
                </a:lnTo>
                <a:cubicBezTo>
                  <a:pt x="9074" y="10209"/>
                  <a:pt x="8570" y="10492"/>
                  <a:pt x="8035" y="10492"/>
                </a:cubicBezTo>
                <a:lnTo>
                  <a:pt x="2773" y="10492"/>
                </a:lnTo>
                <a:lnTo>
                  <a:pt x="2773" y="7468"/>
                </a:lnTo>
                <a:lnTo>
                  <a:pt x="3025" y="7247"/>
                </a:lnTo>
                <a:cubicBezTo>
                  <a:pt x="3356" y="6964"/>
                  <a:pt x="3766" y="6822"/>
                  <a:pt x="4171" y="6822"/>
                </a:cubicBezTo>
                <a:close/>
                <a:moveTo>
                  <a:pt x="1734" y="6932"/>
                </a:moveTo>
                <a:cubicBezTo>
                  <a:pt x="1923" y="6932"/>
                  <a:pt x="2080" y="7090"/>
                  <a:pt x="2080" y="7310"/>
                </a:cubicBezTo>
                <a:lnTo>
                  <a:pt x="2080" y="10807"/>
                </a:lnTo>
                <a:cubicBezTo>
                  <a:pt x="2080" y="10996"/>
                  <a:pt x="1923" y="11154"/>
                  <a:pt x="1734" y="11154"/>
                </a:cubicBezTo>
                <a:lnTo>
                  <a:pt x="662" y="11154"/>
                </a:lnTo>
                <a:lnTo>
                  <a:pt x="662" y="6932"/>
                </a:lnTo>
                <a:close/>
                <a:moveTo>
                  <a:pt x="5924" y="1"/>
                </a:moveTo>
                <a:cubicBezTo>
                  <a:pt x="3844" y="1"/>
                  <a:pt x="2112" y="1734"/>
                  <a:pt x="2112" y="3845"/>
                </a:cubicBezTo>
                <a:cubicBezTo>
                  <a:pt x="2112" y="4790"/>
                  <a:pt x="2458" y="5672"/>
                  <a:pt x="3088" y="6396"/>
                </a:cubicBezTo>
                <a:cubicBezTo>
                  <a:pt x="2931" y="6459"/>
                  <a:pt x="2773" y="6585"/>
                  <a:pt x="2616" y="6711"/>
                </a:cubicBezTo>
                <a:cubicBezTo>
                  <a:pt x="2427" y="6428"/>
                  <a:pt x="2112" y="6270"/>
                  <a:pt x="1765" y="6270"/>
                </a:cubicBezTo>
                <a:lnTo>
                  <a:pt x="347" y="6270"/>
                </a:lnTo>
                <a:cubicBezTo>
                  <a:pt x="158" y="6270"/>
                  <a:pt x="1" y="6428"/>
                  <a:pt x="1" y="6585"/>
                </a:cubicBezTo>
                <a:lnTo>
                  <a:pt x="1" y="11469"/>
                </a:lnTo>
                <a:cubicBezTo>
                  <a:pt x="1" y="11658"/>
                  <a:pt x="158" y="11815"/>
                  <a:pt x="347" y="11815"/>
                </a:cubicBezTo>
                <a:lnTo>
                  <a:pt x="1765" y="11815"/>
                </a:lnTo>
                <a:cubicBezTo>
                  <a:pt x="2238" y="11815"/>
                  <a:pt x="2584" y="11563"/>
                  <a:pt x="2742" y="11122"/>
                </a:cubicBezTo>
                <a:lnTo>
                  <a:pt x="8035" y="11122"/>
                </a:lnTo>
                <a:cubicBezTo>
                  <a:pt x="8759" y="11122"/>
                  <a:pt x="9515" y="10776"/>
                  <a:pt x="9956" y="10146"/>
                </a:cubicBezTo>
                <a:lnTo>
                  <a:pt x="11595" y="7877"/>
                </a:lnTo>
                <a:cubicBezTo>
                  <a:pt x="11910" y="7468"/>
                  <a:pt x="11878" y="6838"/>
                  <a:pt x="11437" y="6459"/>
                </a:cubicBezTo>
                <a:cubicBezTo>
                  <a:pt x="11249" y="6301"/>
                  <a:pt x="11015" y="6221"/>
                  <a:pt x="10780" y="6221"/>
                </a:cubicBezTo>
                <a:cubicBezTo>
                  <a:pt x="10503" y="6221"/>
                  <a:pt x="10224" y="6332"/>
                  <a:pt x="10019" y="6554"/>
                </a:cubicBezTo>
                <a:lnTo>
                  <a:pt x="9011" y="7657"/>
                </a:lnTo>
                <a:cubicBezTo>
                  <a:pt x="8885" y="7247"/>
                  <a:pt x="8539" y="6932"/>
                  <a:pt x="8098" y="6932"/>
                </a:cubicBezTo>
                <a:cubicBezTo>
                  <a:pt x="8287" y="6838"/>
                  <a:pt x="8444" y="6680"/>
                  <a:pt x="8602" y="6522"/>
                </a:cubicBezTo>
                <a:cubicBezTo>
                  <a:pt x="9358" y="5798"/>
                  <a:pt x="9767" y="4821"/>
                  <a:pt x="9767" y="3845"/>
                </a:cubicBezTo>
                <a:cubicBezTo>
                  <a:pt x="9767" y="1734"/>
                  <a:pt x="8035" y="1"/>
                  <a:pt x="59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8" name="Google Shape;7518;p36"/>
          <p:cNvSpPr/>
          <p:nvPr/>
        </p:nvSpPr>
        <p:spPr>
          <a:xfrm>
            <a:off x="2998240" y="1635213"/>
            <a:ext cx="73574" cy="164204"/>
          </a:xfrm>
          <a:custGeom>
            <a:rect b="b" l="l" r="r" t="t"/>
            <a:pathLst>
              <a:path extrusionOk="0" h="4852" w="2174">
                <a:moveTo>
                  <a:pt x="1071" y="0"/>
                </a:moveTo>
                <a:cubicBezTo>
                  <a:pt x="882" y="0"/>
                  <a:pt x="725" y="158"/>
                  <a:pt x="725" y="347"/>
                </a:cubicBezTo>
                <a:lnTo>
                  <a:pt x="725" y="756"/>
                </a:lnTo>
                <a:cubicBezTo>
                  <a:pt x="315" y="914"/>
                  <a:pt x="63" y="1292"/>
                  <a:pt x="63" y="1733"/>
                </a:cubicBezTo>
                <a:cubicBezTo>
                  <a:pt x="0" y="2332"/>
                  <a:pt x="473" y="2804"/>
                  <a:pt x="1071" y="2804"/>
                </a:cubicBezTo>
                <a:cubicBezTo>
                  <a:pt x="1260" y="2804"/>
                  <a:pt x="1418" y="2962"/>
                  <a:pt x="1418" y="3151"/>
                </a:cubicBezTo>
                <a:cubicBezTo>
                  <a:pt x="1418" y="3308"/>
                  <a:pt x="1355" y="3434"/>
                  <a:pt x="1229" y="3466"/>
                </a:cubicBezTo>
                <a:cubicBezTo>
                  <a:pt x="1185" y="3492"/>
                  <a:pt x="1140" y="3503"/>
                  <a:pt x="1093" y="3503"/>
                </a:cubicBezTo>
                <a:cubicBezTo>
                  <a:pt x="970" y="3503"/>
                  <a:pt x="839" y="3422"/>
                  <a:pt x="725" y="3308"/>
                </a:cubicBezTo>
                <a:cubicBezTo>
                  <a:pt x="662" y="3245"/>
                  <a:pt x="575" y="3214"/>
                  <a:pt x="488" y="3214"/>
                </a:cubicBezTo>
                <a:cubicBezTo>
                  <a:pt x="402" y="3214"/>
                  <a:pt x="315" y="3245"/>
                  <a:pt x="252" y="3308"/>
                </a:cubicBezTo>
                <a:cubicBezTo>
                  <a:pt x="126" y="3434"/>
                  <a:pt x="126" y="3655"/>
                  <a:pt x="252" y="3781"/>
                </a:cubicBezTo>
                <a:cubicBezTo>
                  <a:pt x="410" y="3938"/>
                  <a:pt x="567" y="4064"/>
                  <a:pt x="756" y="4096"/>
                </a:cubicBezTo>
                <a:lnTo>
                  <a:pt x="756" y="4505"/>
                </a:lnTo>
                <a:cubicBezTo>
                  <a:pt x="756" y="4694"/>
                  <a:pt x="914" y="4852"/>
                  <a:pt x="1103" y="4852"/>
                </a:cubicBezTo>
                <a:cubicBezTo>
                  <a:pt x="1323" y="4852"/>
                  <a:pt x="1481" y="4694"/>
                  <a:pt x="1481" y="4505"/>
                </a:cubicBezTo>
                <a:lnTo>
                  <a:pt x="1481" y="4096"/>
                </a:lnTo>
                <a:cubicBezTo>
                  <a:pt x="1481" y="4096"/>
                  <a:pt x="1512" y="4096"/>
                  <a:pt x="1512" y="4064"/>
                </a:cubicBezTo>
                <a:cubicBezTo>
                  <a:pt x="1890" y="3907"/>
                  <a:pt x="2142" y="3497"/>
                  <a:pt x="2142" y="3119"/>
                </a:cubicBezTo>
                <a:cubicBezTo>
                  <a:pt x="2142" y="2521"/>
                  <a:pt x="1670" y="2079"/>
                  <a:pt x="1103" y="2079"/>
                </a:cubicBezTo>
                <a:cubicBezTo>
                  <a:pt x="914" y="2079"/>
                  <a:pt x="756" y="1922"/>
                  <a:pt x="756" y="1733"/>
                </a:cubicBezTo>
                <a:cubicBezTo>
                  <a:pt x="756" y="1575"/>
                  <a:pt x="851" y="1449"/>
                  <a:pt x="1008" y="1418"/>
                </a:cubicBezTo>
                <a:cubicBezTo>
                  <a:pt x="1047" y="1405"/>
                  <a:pt x="1085" y="1399"/>
                  <a:pt x="1124" y="1399"/>
                </a:cubicBezTo>
                <a:cubicBezTo>
                  <a:pt x="1273" y="1399"/>
                  <a:pt x="1418" y="1494"/>
                  <a:pt x="1544" y="1670"/>
                </a:cubicBezTo>
                <a:cubicBezTo>
                  <a:pt x="1610" y="1753"/>
                  <a:pt x="1703" y="1792"/>
                  <a:pt x="1795" y="1792"/>
                </a:cubicBezTo>
                <a:cubicBezTo>
                  <a:pt x="1876" y="1792"/>
                  <a:pt x="1957" y="1761"/>
                  <a:pt x="2016" y="1701"/>
                </a:cubicBezTo>
                <a:cubicBezTo>
                  <a:pt x="2174" y="1575"/>
                  <a:pt x="2174" y="1323"/>
                  <a:pt x="2048" y="1229"/>
                </a:cubicBezTo>
                <a:cubicBezTo>
                  <a:pt x="1859" y="977"/>
                  <a:pt x="1670" y="819"/>
                  <a:pt x="1418" y="756"/>
                </a:cubicBezTo>
                <a:lnTo>
                  <a:pt x="1418" y="347"/>
                </a:ln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19" name="Google Shape;7519;p36"/>
          <p:cNvSpPr/>
          <p:nvPr/>
        </p:nvSpPr>
        <p:spPr>
          <a:xfrm>
            <a:off x="2836125" y="2103267"/>
            <a:ext cx="400932" cy="400898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0" name="Google Shape;7520;p36"/>
          <p:cNvSpPr/>
          <p:nvPr/>
        </p:nvSpPr>
        <p:spPr>
          <a:xfrm>
            <a:off x="5386927" y="1113294"/>
            <a:ext cx="398800" cy="399849"/>
          </a:xfrm>
          <a:custGeom>
            <a:rect b="b" l="l" r="r" t="t"/>
            <a:pathLst>
              <a:path extrusionOk="0" h="11815" w="11784">
                <a:moveTo>
                  <a:pt x="9043" y="662"/>
                </a:moveTo>
                <a:lnTo>
                  <a:pt x="9043" y="2080"/>
                </a:lnTo>
                <a:lnTo>
                  <a:pt x="2742" y="2080"/>
                </a:lnTo>
                <a:lnTo>
                  <a:pt x="2742" y="662"/>
                </a:lnTo>
                <a:close/>
                <a:moveTo>
                  <a:pt x="10775" y="2742"/>
                </a:moveTo>
                <a:cubicBezTo>
                  <a:pt x="10996" y="2742"/>
                  <a:pt x="11153" y="2899"/>
                  <a:pt x="11153" y="3120"/>
                </a:cubicBezTo>
                <a:lnTo>
                  <a:pt x="11153" y="6554"/>
                </a:lnTo>
                <a:cubicBezTo>
                  <a:pt x="11153" y="6774"/>
                  <a:pt x="10996" y="6932"/>
                  <a:pt x="10775" y="6932"/>
                </a:cubicBezTo>
                <a:lnTo>
                  <a:pt x="9767" y="6932"/>
                </a:lnTo>
                <a:lnTo>
                  <a:pt x="9767" y="4474"/>
                </a:lnTo>
                <a:cubicBezTo>
                  <a:pt x="9767" y="4285"/>
                  <a:pt x="9610" y="4128"/>
                  <a:pt x="9421" y="4128"/>
                </a:cubicBezTo>
                <a:lnTo>
                  <a:pt x="2427" y="4128"/>
                </a:lnTo>
                <a:cubicBezTo>
                  <a:pt x="2238" y="4128"/>
                  <a:pt x="2080" y="4285"/>
                  <a:pt x="2080" y="4474"/>
                </a:cubicBezTo>
                <a:lnTo>
                  <a:pt x="2080" y="6932"/>
                </a:lnTo>
                <a:lnTo>
                  <a:pt x="1009" y="6932"/>
                </a:lnTo>
                <a:cubicBezTo>
                  <a:pt x="820" y="6932"/>
                  <a:pt x="662" y="6774"/>
                  <a:pt x="662" y="6554"/>
                </a:cubicBezTo>
                <a:lnTo>
                  <a:pt x="662" y="3120"/>
                </a:lnTo>
                <a:cubicBezTo>
                  <a:pt x="662" y="2899"/>
                  <a:pt x="820" y="2742"/>
                  <a:pt x="1009" y="2742"/>
                </a:cubicBezTo>
                <a:close/>
                <a:moveTo>
                  <a:pt x="9011" y="4821"/>
                </a:moveTo>
                <a:lnTo>
                  <a:pt x="9011" y="11090"/>
                </a:lnTo>
                <a:lnTo>
                  <a:pt x="2710" y="11090"/>
                </a:lnTo>
                <a:lnTo>
                  <a:pt x="2710" y="4821"/>
                </a:lnTo>
                <a:close/>
                <a:moveTo>
                  <a:pt x="2395" y="1"/>
                </a:moveTo>
                <a:cubicBezTo>
                  <a:pt x="2206" y="1"/>
                  <a:pt x="2049" y="158"/>
                  <a:pt x="2049" y="347"/>
                </a:cubicBezTo>
                <a:lnTo>
                  <a:pt x="2049" y="2112"/>
                </a:lnTo>
                <a:lnTo>
                  <a:pt x="1009" y="2112"/>
                </a:lnTo>
                <a:cubicBezTo>
                  <a:pt x="442" y="2112"/>
                  <a:pt x="1" y="2584"/>
                  <a:pt x="1" y="3151"/>
                </a:cubicBezTo>
                <a:lnTo>
                  <a:pt x="1" y="6617"/>
                </a:lnTo>
                <a:cubicBezTo>
                  <a:pt x="1" y="7215"/>
                  <a:pt x="473" y="7625"/>
                  <a:pt x="1009" y="7625"/>
                </a:cubicBezTo>
                <a:lnTo>
                  <a:pt x="2049" y="7625"/>
                </a:lnTo>
                <a:lnTo>
                  <a:pt x="2049" y="11468"/>
                </a:lnTo>
                <a:cubicBezTo>
                  <a:pt x="2049" y="11657"/>
                  <a:pt x="2206" y="11815"/>
                  <a:pt x="2395" y="11815"/>
                </a:cubicBezTo>
                <a:lnTo>
                  <a:pt x="9358" y="11815"/>
                </a:lnTo>
                <a:cubicBezTo>
                  <a:pt x="9578" y="11815"/>
                  <a:pt x="9736" y="11657"/>
                  <a:pt x="9736" y="11468"/>
                </a:cubicBezTo>
                <a:lnTo>
                  <a:pt x="9736" y="7625"/>
                </a:lnTo>
                <a:lnTo>
                  <a:pt x="10744" y="7625"/>
                </a:lnTo>
                <a:cubicBezTo>
                  <a:pt x="11343" y="7625"/>
                  <a:pt x="11784" y="7152"/>
                  <a:pt x="11784" y="6617"/>
                </a:cubicBezTo>
                <a:lnTo>
                  <a:pt x="11784" y="3151"/>
                </a:lnTo>
                <a:cubicBezTo>
                  <a:pt x="11784" y="2553"/>
                  <a:pt x="11311" y="2112"/>
                  <a:pt x="10744" y="2112"/>
                </a:cubicBezTo>
                <a:lnTo>
                  <a:pt x="9736" y="2112"/>
                </a:lnTo>
                <a:lnTo>
                  <a:pt x="9736" y="347"/>
                </a:lnTo>
                <a:cubicBezTo>
                  <a:pt x="9736" y="158"/>
                  <a:pt x="9578" y="1"/>
                  <a:pt x="93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1" name="Google Shape;7521;p36"/>
          <p:cNvSpPr/>
          <p:nvPr/>
        </p:nvSpPr>
        <p:spPr>
          <a:xfrm>
            <a:off x="5716384" y="1228459"/>
            <a:ext cx="23487" cy="24536"/>
          </a:xfrm>
          <a:custGeom>
            <a:rect b="b" l="l" r="r" t="t"/>
            <a:pathLst>
              <a:path extrusionOk="0" h="725" w="694">
                <a:moveTo>
                  <a:pt x="347" y="0"/>
                </a:moveTo>
                <a:cubicBezTo>
                  <a:pt x="158" y="0"/>
                  <a:pt x="1" y="189"/>
                  <a:pt x="1" y="378"/>
                </a:cubicBezTo>
                <a:cubicBezTo>
                  <a:pt x="1" y="599"/>
                  <a:pt x="158" y="725"/>
                  <a:pt x="347" y="725"/>
                </a:cubicBezTo>
                <a:cubicBezTo>
                  <a:pt x="536" y="725"/>
                  <a:pt x="694" y="567"/>
                  <a:pt x="694" y="378"/>
                </a:cubicBezTo>
                <a:cubicBezTo>
                  <a:pt x="694" y="189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2" name="Google Shape;7522;p36"/>
          <p:cNvSpPr/>
          <p:nvPr/>
        </p:nvSpPr>
        <p:spPr>
          <a:xfrm>
            <a:off x="5512753" y="1299901"/>
            <a:ext cx="143966" cy="165287"/>
          </a:xfrm>
          <a:custGeom>
            <a:rect b="b" l="l" r="r" t="t"/>
            <a:pathLst>
              <a:path extrusionOk="0" h="4884" w="4254">
                <a:moveTo>
                  <a:pt x="2174" y="693"/>
                </a:moveTo>
                <a:cubicBezTo>
                  <a:pt x="2584" y="693"/>
                  <a:pt x="2899" y="1008"/>
                  <a:pt x="2899" y="1418"/>
                </a:cubicBezTo>
                <a:cubicBezTo>
                  <a:pt x="2899" y="1796"/>
                  <a:pt x="2584" y="2111"/>
                  <a:pt x="2174" y="2111"/>
                </a:cubicBezTo>
                <a:cubicBezTo>
                  <a:pt x="1796" y="2111"/>
                  <a:pt x="1481" y="1796"/>
                  <a:pt x="1481" y="1418"/>
                </a:cubicBezTo>
                <a:cubicBezTo>
                  <a:pt x="1481" y="1008"/>
                  <a:pt x="1796" y="693"/>
                  <a:pt x="2174" y="693"/>
                </a:cubicBezTo>
                <a:close/>
                <a:moveTo>
                  <a:pt x="2174" y="2804"/>
                </a:moveTo>
                <a:cubicBezTo>
                  <a:pt x="2930" y="2804"/>
                  <a:pt x="3592" y="3403"/>
                  <a:pt x="3592" y="4190"/>
                </a:cubicBezTo>
                <a:lnTo>
                  <a:pt x="756" y="4190"/>
                </a:lnTo>
                <a:cubicBezTo>
                  <a:pt x="756" y="3403"/>
                  <a:pt x="1387" y="2804"/>
                  <a:pt x="2174" y="2804"/>
                </a:cubicBezTo>
                <a:close/>
                <a:moveTo>
                  <a:pt x="2143" y="0"/>
                </a:moveTo>
                <a:cubicBezTo>
                  <a:pt x="1387" y="0"/>
                  <a:pt x="725" y="630"/>
                  <a:pt x="725" y="1386"/>
                </a:cubicBezTo>
                <a:cubicBezTo>
                  <a:pt x="725" y="1733"/>
                  <a:pt x="882" y="2079"/>
                  <a:pt x="1103" y="2331"/>
                </a:cubicBezTo>
                <a:cubicBezTo>
                  <a:pt x="473" y="2678"/>
                  <a:pt x="0" y="3340"/>
                  <a:pt x="0" y="4159"/>
                </a:cubicBezTo>
                <a:lnTo>
                  <a:pt x="0" y="4537"/>
                </a:lnTo>
                <a:cubicBezTo>
                  <a:pt x="63" y="4726"/>
                  <a:pt x="221" y="4883"/>
                  <a:pt x="410" y="4883"/>
                </a:cubicBezTo>
                <a:lnTo>
                  <a:pt x="3907" y="4883"/>
                </a:lnTo>
                <a:cubicBezTo>
                  <a:pt x="4127" y="4883"/>
                  <a:pt x="4253" y="4726"/>
                  <a:pt x="4253" y="4537"/>
                </a:cubicBezTo>
                <a:lnTo>
                  <a:pt x="4253" y="4159"/>
                </a:lnTo>
                <a:cubicBezTo>
                  <a:pt x="4253" y="3371"/>
                  <a:pt x="3844" y="2709"/>
                  <a:pt x="3151" y="2331"/>
                </a:cubicBezTo>
                <a:cubicBezTo>
                  <a:pt x="3403" y="2048"/>
                  <a:pt x="3560" y="1733"/>
                  <a:pt x="3560" y="1386"/>
                </a:cubicBezTo>
                <a:cubicBezTo>
                  <a:pt x="3560" y="599"/>
                  <a:pt x="2930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3" name="Google Shape;7523;p36"/>
          <p:cNvSpPr/>
          <p:nvPr/>
        </p:nvSpPr>
        <p:spPr>
          <a:xfrm>
            <a:off x="5383141" y="1601062"/>
            <a:ext cx="406279" cy="374298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4" name="Google Shape;7524;p36"/>
          <p:cNvSpPr/>
          <p:nvPr/>
        </p:nvSpPr>
        <p:spPr>
          <a:xfrm>
            <a:off x="5383681" y="2103792"/>
            <a:ext cx="405196" cy="399849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5" name="Google Shape;7525;p36"/>
          <p:cNvSpPr/>
          <p:nvPr/>
        </p:nvSpPr>
        <p:spPr>
          <a:xfrm>
            <a:off x="7994551" y="1114355"/>
            <a:ext cx="257000" cy="397717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6" name="Google Shape;7526;p36"/>
          <p:cNvSpPr/>
          <p:nvPr/>
        </p:nvSpPr>
        <p:spPr>
          <a:xfrm>
            <a:off x="811911" y="1112748"/>
            <a:ext cx="403030" cy="400932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7" name="Google Shape;7527;p36"/>
          <p:cNvSpPr/>
          <p:nvPr/>
        </p:nvSpPr>
        <p:spPr>
          <a:xfrm>
            <a:off x="881739" y="1823783"/>
            <a:ext cx="94928" cy="68396"/>
          </a:xfrm>
          <a:custGeom>
            <a:rect b="b" l="l" r="r" t="t"/>
            <a:pathLst>
              <a:path extrusionOk="0" h="2021" w="2805">
                <a:moveTo>
                  <a:pt x="2473" y="0"/>
                </a:moveTo>
                <a:cubicBezTo>
                  <a:pt x="2377" y="0"/>
                  <a:pt x="2273" y="32"/>
                  <a:pt x="2206" y="99"/>
                </a:cubicBezTo>
                <a:lnTo>
                  <a:pt x="1072" y="1233"/>
                </a:lnTo>
                <a:lnTo>
                  <a:pt x="599" y="761"/>
                </a:lnTo>
                <a:cubicBezTo>
                  <a:pt x="536" y="713"/>
                  <a:pt x="449" y="690"/>
                  <a:pt x="363" y="690"/>
                </a:cubicBezTo>
                <a:cubicBezTo>
                  <a:pt x="276" y="690"/>
                  <a:pt x="189" y="713"/>
                  <a:pt x="126" y="761"/>
                </a:cubicBezTo>
                <a:cubicBezTo>
                  <a:pt x="0" y="887"/>
                  <a:pt x="0" y="1139"/>
                  <a:pt x="126" y="1233"/>
                </a:cubicBezTo>
                <a:lnTo>
                  <a:pt x="820" y="1958"/>
                </a:lnTo>
                <a:cubicBezTo>
                  <a:pt x="914" y="2021"/>
                  <a:pt x="977" y="2021"/>
                  <a:pt x="1072" y="2021"/>
                </a:cubicBezTo>
                <a:cubicBezTo>
                  <a:pt x="1135" y="2021"/>
                  <a:pt x="1261" y="1989"/>
                  <a:pt x="1292" y="1926"/>
                </a:cubicBezTo>
                <a:lnTo>
                  <a:pt x="2678" y="540"/>
                </a:lnTo>
                <a:cubicBezTo>
                  <a:pt x="2804" y="414"/>
                  <a:pt x="2804" y="162"/>
                  <a:pt x="2678" y="68"/>
                </a:cubicBezTo>
                <a:cubicBezTo>
                  <a:pt x="2634" y="24"/>
                  <a:pt x="2557" y="0"/>
                  <a:pt x="24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8" name="Google Shape;7528;p36"/>
          <p:cNvSpPr/>
          <p:nvPr/>
        </p:nvSpPr>
        <p:spPr>
          <a:xfrm>
            <a:off x="881739" y="1753661"/>
            <a:ext cx="94928" cy="69242"/>
          </a:xfrm>
          <a:custGeom>
            <a:rect b="b" l="l" r="r" t="t"/>
            <a:pathLst>
              <a:path extrusionOk="0" h="2046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38"/>
                  <a:pt x="449" y="714"/>
                  <a:pt x="363" y="714"/>
                </a:cubicBezTo>
                <a:cubicBezTo>
                  <a:pt x="276" y="714"/>
                  <a:pt x="189" y="738"/>
                  <a:pt x="126" y="785"/>
                </a:cubicBezTo>
                <a:cubicBezTo>
                  <a:pt x="0" y="911"/>
                  <a:pt x="0" y="1163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4"/>
                  <a:pt x="1292" y="1951"/>
                </a:cubicBezTo>
                <a:lnTo>
                  <a:pt x="2678" y="564"/>
                </a:lnTo>
                <a:cubicBezTo>
                  <a:pt x="2804" y="438"/>
                  <a:pt x="2804" y="186"/>
                  <a:pt x="2678" y="92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29" name="Google Shape;7529;p36"/>
          <p:cNvSpPr/>
          <p:nvPr/>
        </p:nvSpPr>
        <p:spPr>
          <a:xfrm>
            <a:off x="881739" y="1683303"/>
            <a:ext cx="94928" cy="69208"/>
          </a:xfrm>
          <a:custGeom>
            <a:rect b="b" l="l" r="r" t="t"/>
            <a:pathLst>
              <a:path extrusionOk="0" h="2045" w="2805">
                <a:moveTo>
                  <a:pt x="2469" y="1"/>
                </a:moveTo>
                <a:cubicBezTo>
                  <a:pt x="2374" y="1"/>
                  <a:pt x="2272" y="40"/>
                  <a:pt x="2206" y="123"/>
                </a:cubicBezTo>
                <a:lnTo>
                  <a:pt x="1072" y="1257"/>
                </a:lnTo>
                <a:lnTo>
                  <a:pt x="599" y="785"/>
                </a:lnTo>
                <a:cubicBezTo>
                  <a:pt x="536" y="722"/>
                  <a:pt x="449" y="690"/>
                  <a:pt x="363" y="690"/>
                </a:cubicBezTo>
                <a:cubicBezTo>
                  <a:pt x="276" y="690"/>
                  <a:pt x="189" y="722"/>
                  <a:pt x="126" y="785"/>
                </a:cubicBezTo>
                <a:cubicBezTo>
                  <a:pt x="0" y="911"/>
                  <a:pt x="0" y="1131"/>
                  <a:pt x="126" y="1257"/>
                </a:cubicBezTo>
                <a:lnTo>
                  <a:pt x="820" y="1982"/>
                </a:lnTo>
                <a:cubicBezTo>
                  <a:pt x="914" y="2045"/>
                  <a:pt x="977" y="2045"/>
                  <a:pt x="1072" y="2045"/>
                </a:cubicBezTo>
                <a:cubicBezTo>
                  <a:pt x="1135" y="2045"/>
                  <a:pt x="1261" y="2013"/>
                  <a:pt x="1292" y="1919"/>
                </a:cubicBezTo>
                <a:lnTo>
                  <a:pt x="2678" y="532"/>
                </a:lnTo>
                <a:cubicBezTo>
                  <a:pt x="2804" y="438"/>
                  <a:pt x="2804" y="186"/>
                  <a:pt x="2678" y="91"/>
                </a:cubicBezTo>
                <a:cubicBezTo>
                  <a:pt x="2634" y="32"/>
                  <a:pt x="2554" y="1"/>
                  <a:pt x="24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0" name="Google Shape;7530;p36"/>
          <p:cNvSpPr/>
          <p:nvPr/>
        </p:nvSpPr>
        <p:spPr>
          <a:xfrm>
            <a:off x="811380" y="1588273"/>
            <a:ext cx="404113" cy="399883"/>
          </a:xfrm>
          <a:custGeom>
            <a:rect b="b" l="l" r="r" t="t"/>
            <a:pathLst>
              <a:path extrusionOk="0" h="11816" w="11941">
                <a:moveTo>
                  <a:pt x="6963" y="1198"/>
                </a:moveTo>
                <a:lnTo>
                  <a:pt x="7876" y="2143"/>
                </a:lnTo>
                <a:lnTo>
                  <a:pt x="6963" y="2143"/>
                </a:lnTo>
                <a:lnTo>
                  <a:pt x="6963" y="1198"/>
                </a:lnTo>
                <a:close/>
                <a:moveTo>
                  <a:pt x="10286" y="3498"/>
                </a:moveTo>
                <a:cubicBezTo>
                  <a:pt x="10373" y="3498"/>
                  <a:pt x="10460" y="3530"/>
                  <a:pt x="10523" y="3593"/>
                </a:cubicBezTo>
                <a:lnTo>
                  <a:pt x="10995" y="4065"/>
                </a:lnTo>
                <a:cubicBezTo>
                  <a:pt x="11184" y="4223"/>
                  <a:pt x="11184" y="4475"/>
                  <a:pt x="11027" y="4569"/>
                </a:cubicBezTo>
                <a:lnTo>
                  <a:pt x="10806" y="4821"/>
                </a:lnTo>
                <a:lnTo>
                  <a:pt x="9798" y="3845"/>
                </a:lnTo>
                <a:lnTo>
                  <a:pt x="10050" y="3593"/>
                </a:lnTo>
                <a:cubicBezTo>
                  <a:pt x="10113" y="3530"/>
                  <a:pt x="10200" y="3498"/>
                  <a:pt x="10286" y="3498"/>
                </a:cubicBezTo>
                <a:close/>
                <a:moveTo>
                  <a:pt x="9294" y="4349"/>
                </a:moveTo>
                <a:lnTo>
                  <a:pt x="10271" y="5325"/>
                </a:lnTo>
                <a:lnTo>
                  <a:pt x="7845" y="7783"/>
                </a:lnTo>
                <a:lnTo>
                  <a:pt x="6868" y="6774"/>
                </a:lnTo>
                <a:lnTo>
                  <a:pt x="9294" y="4349"/>
                </a:lnTo>
                <a:close/>
                <a:moveTo>
                  <a:pt x="6585" y="7499"/>
                </a:moveTo>
                <a:lnTo>
                  <a:pt x="7183" y="8098"/>
                </a:lnTo>
                <a:lnTo>
                  <a:pt x="6427" y="8255"/>
                </a:lnTo>
                <a:lnTo>
                  <a:pt x="6585" y="7499"/>
                </a:lnTo>
                <a:close/>
                <a:moveTo>
                  <a:pt x="6994" y="10398"/>
                </a:moveTo>
                <a:lnTo>
                  <a:pt x="6994" y="10776"/>
                </a:lnTo>
                <a:cubicBezTo>
                  <a:pt x="6994" y="10870"/>
                  <a:pt x="7057" y="10996"/>
                  <a:pt x="7089" y="11122"/>
                </a:cubicBezTo>
                <a:lnTo>
                  <a:pt x="1071" y="11122"/>
                </a:lnTo>
                <a:cubicBezTo>
                  <a:pt x="882" y="11122"/>
                  <a:pt x="693" y="10965"/>
                  <a:pt x="693" y="10776"/>
                </a:cubicBezTo>
                <a:lnTo>
                  <a:pt x="693" y="10398"/>
                </a:lnTo>
                <a:close/>
                <a:moveTo>
                  <a:pt x="6270" y="663"/>
                </a:moveTo>
                <a:lnTo>
                  <a:pt x="6270" y="2458"/>
                </a:lnTo>
                <a:cubicBezTo>
                  <a:pt x="6270" y="2647"/>
                  <a:pt x="6427" y="2805"/>
                  <a:pt x="6616" y="2805"/>
                </a:cubicBezTo>
                <a:lnTo>
                  <a:pt x="8349" y="2805"/>
                </a:lnTo>
                <a:lnTo>
                  <a:pt x="8349" y="4286"/>
                </a:lnTo>
                <a:lnTo>
                  <a:pt x="6112" y="6554"/>
                </a:lnTo>
                <a:cubicBezTo>
                  <a:pt x="6081" y="6585"/>
                  <a:pt x="6018" y="6680"/>
                  <a:pt x="6018" y="6711"/>
                </a:cubicBezTo>
                <a:lnTo>
                  <a:pt x="5608" y="8633"/>
                </a:lnTo>
                <a:cubicBezTo>
                  <a:pt x="5545" y="8759"/>
                  <a:pt x="5608" y="8885"/>
                  <a:pt x="5671" y="8948"/>
                </a:cubicBezTo>
                <a:cubicBezTo>
                  <a:pt x="5742" y="9019"/>
                  <a:pt x="5813" y="9055"/>
                  <a:pt x="5897" y="9055"/>
                </a:cubicBezTo>
                <a:cubicBezTo>
                  <a:pt x="5925" y="9055"/>
                  <a:pt x="5955" y="9051"/>
                  <a:pt x="5986" y="9043"/>
                </a:cubicBezTo>
                <a:lnTo>
                  <a:pt x="7908" y="8602"/>
                </a:lnTo>
                <a:cubicBezTo>
                  <a:pt x="8002" y="8602"/>
                  <a:pt x="8034" y="8570"/>
                  <a:pt x="8065" y="8507"/>
                </a:cubicBezTo>
                <a:lnTo>
                  <a:pt x="8349" y="8255"/>
                </a:lnTo>
                <a:lnTo>
                  <a:pt x="8349" y="10807"/>
                </a:lnTo>
                <a:lnTo>
                  <a:pt x="8380" y="10807"/>
                </a:lnTo>
                <a:cubicBezTo>
                  <a:pt x="8380" y="10996"/>
                  <a:pt x="8223" y="11154"/>
                  <a:pt x="8034" y="11154"/>
                </a:cubicBezTo>
                <a:cubicBezTo>
                  <a:pt x="7845" y="11154"/>
                  <a:pt x="7687" y="10996"/>
                  <a:pt x="7687" y="10807"/>
                </a:cubicBezTo>
                <a:lnTo>
                  <a:pt x="7687" y="10083"/>
                </a:lnTo>
                <a:cubicBezTo>
                  <a:pt x="7687" y="9893"/>
                  <a:pt x="7530" y="9736"/>
                  <a:pt x="7309" y="9736"/>
                </a:cubicBezTo>
                <a:lnTo>
                  <a:pt x="1386" y="9736"/>
                </a:lnTo>
                <a:lnTo>
                  <a:pt x="1386" y="663"/>
                </a:lnTo>
                <a:close/>
                <a:moveTo>
                  <a:pt x="1071" y="1"/>
                </a:moveTo>
                <a:cubicBezTo>
                  <a:pt x="882" y="1"/>
                  <a:pt x="693" y="158"/>
                  <a:pt x="693" y="379"/>
                </a:cubicBezTo>
                <a:lnTo>
                  <a:pt x="693" y="9736"/>
                </a:lnTo>
                <a:lnTo>
                  <a:pt x="347" y="9736"/>
                </a:lnTo>
                <a:cubicBezTo>
                  <a:pt x="158" y="9736"/>
                  <a:pt x="0" y="9893"/>
                  <a:pt x="0" y="10083"/>
                </a:cubicBezTo>
                <a:lnTo>
                  <a:pt x="0" y="10807"/>
                </a:lnTo>
                <a:cubicBezTo>
                  <a:pt x="0" y="11406"/>
                  <a:pt x="473" y="11815"/>
                  <a:pt x="1008" y="11815"/>
                </a:cubicBezTo>
                <a:lnTo>
                  <a:pt x="8002" y="11815"/>
                </a:lnTo>
                <a:cubicBezTo>
                  <a:pt x="8569" y="11815"/>
                  <a:pt x="9011" y="11343"/>
                  <a:pt x="9011" y="10807"/>
                </a:cubicBezTo>
                <a:lnTo>
                  <a:pt x="9011" y="7562"/>
                </a:lnTo>
                <a:lnTo>
                  <a:pt x="11499" y="5105"/>
                </a:lnTo>
                <a:cubicBezTo>
                  <a:pt x="11940" y="4664"/>
                  <a:pt x="11940" y="4034"/>
                  <a:pt x="11531" y="3593"/>
                </a:cubicBezTo>
                <a:lnTo>
                  <a:pt x="11058" y="3120"/>
                </a:lnTo>
                <a:cubicBezTo>
                  <a:pt x="10869" y="2931"/>
                  <a:pt x="10609" y="2836"/>
                  <a:pt x="10346" y="2836"/>
                </a:cubicBezTo>
                <a:cubicBezTo>
                  <a:pt x="10082" y="2836"/>
                  <a:pt x="9814" y="2931"/>
                  <a:pt x="9609" y="3120"/>
                </a:cubicBezTo>
                <a:lnTo>
                  <a:pt x="9105" y="3624"/>
                </a:lnTo>
                <a:lnTo>
                  <a:pt x="9105" y="2490"/>
                </a:lnTo>
                <a:cubicBezTo>
                  <a:pt x="9105" y="2427"/>
                  <a:pt x="9074" y="2332"/>
                  <a:pt x="8979" y="2269"/>
                </a:cubicBezTo>
                <a:lnTo>
                  <a:pt x="6900" y="127"/>
                </a:lnTo>
                <a:cubicBezTo>
                  <a:pt x="6805" y="64"/>
                  <a:pt x="6742" y="1"/>
                  <a:pt x="66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1" name="Google Shape;7531;p36"/>
          <p:cNvSpPr/>
          <p:nvPr/>
        </p:nvSpPr>
        <p:spPr>
          <a:xfrm>
            <a:off x="898288" y="2199234"/>
            <a:ext cx="218589" cy="211143"/>
          </a:xfrm>
          <a:custGeom>
            <a:rect b="b" l="l" r="r" t="t"/>
            <a:pathLst>
              <a:path extrusionOk="0" h="6239" w="6459">
                <a:moveTo>
                  <a:pt x="3403" y="2079"/>
                </a:moveTo>
                <a:cubicBezTo>
                  <a:pt x="3781" y="2079"/>
                  <a:pt x="4096" y="2394"/>
                  <a:pt x="4096" y="2773"/>
                </a:cubicBezTo>
                <a:cubicBezTo>
                  <a:pt x="4096" y="3182"/>
                  <a:pt x="3781" y="3497"/>
                  <a:pt x="3403" y="3497"/>
                </a:cubicBezTo>
                <a:cubicBezTo>
                  <a:pt x="2993" y="3434"/>
                  <a:pt x="2678" y="3119"/>
                  <a:pt x="2678" y="2773"/>
                </a:cubicBezTo>
                <a:cubicBezTo>
                  <a:pt x="2678" y="2394"/>
                  <a:pt x="2993" y="2079"/>
                  <a:pt x="3403" y="2079"/>
                </a:cubicBezTo>
                <a:close/>
                <a:moveTo>
                  <a:pt x="3371" y="693"/>
                </a:moveTo>
                <a:cubicBezTo>
                  <a:pt x="4694" y="693"/>
                  <a:pt x="5765" y="1796"/>
                  <a:pt x="5765" y="3119"/>
                </a:cubicBezTo>
                <a:cubicBezTo>
                  <a:pt x="5765" y="3686"/>
                  <a:pt x="5545" y="4222"/>
                  <a:pt x="5198" y="4663"/>
                </a:cubicBezTo>
                <a:cubicBezTo>
                  <a:pt x="5072" y="4442"/>
                  <a:pt x="4915" y="4190"/>
                  <a:pt x="4694" y="4001"/>
                </a:cubicBezTo>
                <a:cubicBezTo>
                  <a:pt x="4568" y="3907"/>
                  <a:pt x="4442" y="3812"/>
                  <a:pt x="4348" y="3749"/>
                </a:cubicBezTo>
                <a:cubicBezTo>
                  <a:pt x="4568" y="3529"/>
                  <a:pt x="4726" y="3182"/>
                  <a:pt x="4726" y="2804"/>
                </a:cubicBezTo>
                <a:cubicBezTo>
                  <a:pt x="4726" y="2079"/>
                  <a:pt x="4096" y="1449"/>
                  <a:pt x="3340" y="1449"/>
                </a:cubicBezTo>
                <a:cubicBezTo>
                  <a:pt x="2615" y="1449"/>
                  <a:pt x="1985" y="2079"/>
                  <a:pt x="1985" y="2804"/>
                </a:cubicBezTo>
                <a:cubicBezTo>
                  <a:pt x="1985" y="3182"/>
                  <a:pt x="2142" y="3529"/>
                  <a:pt x="2363" y="3749"/>
                </a:cubicBezTo>
                <a:lnTo>
                  <a:pt x="2016" y="4001"/>
                </a:lnTo>
                <a:cubicBezTo>
                  <a:pt x="1827" y="4190"/>
                  <a:pt x="1607" y="4442"/>
                  <a:pt x="1512" y="4663"/>
                </a:cubicBezTo>
                <a:cubicBezTo>
                  <a:pt x="1040" y="4064"/>
                  <a:pt x="882" y="3434"/>
                  <a:pt x="945" y="2773"/>
                </a:cubicBezTo>
                <a:cubicBezTo>
                  <a:pt x="1103" y="1670"/>
                  <a:pt x="2111" y="693"/>
                  <a:pt x="3371" y="693"/>
                </a:cubicBezTo>
                <a:close/>
                <a:moveTo>
                  <a:pt x="3371" y="4159"/>
                </a:moveTo>
                <a:cubicBezTo>
                  <a:pt x="4001" y="4159"/>
                  <a:pt x="4505" y="4600"/>
                  <a:pt x="4694" y="5135"/>
                </a:cubicBezTo>
                <a:cubicBezTo>
                  <a:pt x="4316" y="5387"/>
                  <a:pt x="3875" y="5545"/>
                  <a:pt x="3371" y="5545"/>
                </a:cubicBezTo>
                <a:cubicBezTo>
                  <a:pt x="2898" y="5545"/>
                  <a:pt x="2426" y="5387"/>
                  <a:pt x="2016" y="5135"/>
                </a:cubicBezTo>
                <a:cubicBezTo>
                  <a:pt x="2174" y="4537"/>
                  <a:pt x="2741" y="4159"/>
                  <a:pt x="3371" y="4159"/>
                </a:cubicBezTo>
                <a:close/>
                <a:moveTo>
                  <a:pt x="3308" y="0"/>
                </a:moveTo>
                <a:cubicBezTo>
                  <a:pt x="1701" y="0"/>
                  <a:pt x="441" y="1229"/>
                  <a:pt x="252" y="2710"/>
                </a:cubicBezTo>
                <a:cubicBezTo>
                  <a:pt x="0" y="4600"/>
                  <a:pt x="1512" y="6238"/>
                  <a:pt x="3371" y="6238"/>
                </a:cubicBezTo>
                <a:cubicBezTo>
                  <a:pt x="5104" y="6238"/>
                  <a:pt x="6459" y="4820"/>
                  <a:pt x="6459" y="3119"/>
                </a:cubicBezTo>
                <a:cubicBezTo>
                  <a:pt x="6459" y="1386"/>
                  <a:pt x="5041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2" name="Google Shape;7532;p36"/>
          <p:cNvSpPr/>
          <p:nvPr/>
        </p:nvSpPr>
        <p:spPr>
          <a:xfrm>
            <a:off x="811922" y="2102207"/>
            <a:ext cx="403030" cy="403030"/>
          </a:xfrm>
          <a:custGeom>
            <a:rect b="b" l="l" r="r" t="t"/>
            <a:pathLst>
              <a:path extrusionOk="0" h="11909" w="11909">
                <a:moveTo>
                  <a:pt x="6270" y="1512"/>
                </a:moveTo>
                <a:cubicBezTo>
                  <a:pt x="8475" y="1670"/>
                  <a:pt x="10239" y="3434"/>
                  <a:pt x="10397" y="5640"/>
                </a:cubicBezTo>
                <a:lnTo>
                  <a:pt x="10082" y="5640"/>
                </a:lnTo>
                <a:cubicBezTo>
                  <a:pt x="9893" y="5640"/>
                  <a:pt x="9735" y="5797"/>
                  <a:pt x="9735" y="5986"/>
                </a:cubicBezTo>
                <a:cubicBezTo>
                  <a:pt x="9735" y="6207"/>
                  <a:pt x="9893" y="6364"/>
                  <a:pt x="10082" y="6364"/>
                </a:cubicBezTo>
                <a:lnTo>
                  <a:pt x="10397" y="6364"/>
                </a:lnTo>
                <a:cubicBezTo>
                  <a:pt x="10239" y="8569"/>
                  <a:pt x="8475" y="10334"/>
                  <a:pt x="6270" y="10491"/>
                </a:cubicBezTo>
                <a:lnTo>
                  <a:pt x="6270" y="10176"/>
                </a:lnTo>
                <a:cubicBezTo>
                  <a:pt x="6270" y="9987"/>
                  <a:pt x="6112" y="9830"/>
                  <a:pt x="5923" y="9830"/>
                </a:cubicBezTo>
                <a:cubicBezTo>
                  <a:pt x="5703" y="9830"/>
                  <a:pt x="5545" y="9987"/>
                  <a:pt x="5545" y="10176"/>
                </a:cubicBezTo>
                <a:lnTo>
                  <a:pt x="5545" y="10491"/>
                </a:lnTo>
                <a:cubicBezTo>
                  <a:pt x="3340" y="10334"/>
                  <a:pt x="1575" y="8569"/>
                  <a:pt x="1418" y="6364"/>
                </a:cubicBezTo>
                <a:lnTo>
                  <a:pt x="1733" y="6364"/>
                </a:lnTo>
                <a:cubicBezTo>
                  <a:pt x="1922" y="6364"/>
                  <a:pt x="2079" y="6207"/>
                  <a:pt x="2079" y="5986"/>
                </a:cubicBezTo>
                <a:cubicBezTo>
                  <a:pt x="2142" y="5797"/>
                  <a:pt x="1985" y="5640"/>
                  <a:pt x="1764" y="5640"/>
                </a:cubicBezTo>
                <a:lnTo>
                  <a:pt x="1418" y="5640"/>
                </a:lnTo>
                <a:cubicBezTo>
                  <a:pt x="1575" y="3434"/>
                  <a:pt x="3340" y="1670"/>
                  <a:pt x="5545" y="1512"/>
                </a:cubicBezTo>
                <a:lnTo>
                  <a:pt x="5545" y="1827"/>
                </a:lnTo>
                <a:cubicBezTo>
                  <a:pt x="5545" y="2016"/>
                  <a:pt x="5703" y="2174"/>
                  <a:pt x="5923" y="2174"/>
                </a:cubicBezTo>
                <a:cubicBezTo>
                  <a:pt x="6112" y="2174"/>
                  <a:pt x="6270" y="2016"/>
                  <a:pt x="6270" y="1827"/>
                </a:cubicBezTo>
                <a:lnTo>
                  <a:pt x="6270" y="15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56"/>
                </a:lnTo>
                <a:cubicBezTo>
                  <a:pt x="2993" y="914"/>
                  <a:pt x="914" y="2993"/>
                  <a:pt x="756" y="5608"/>
                </a:cubicBezTo>
                <a:lnTo>
                  <a:pt x="347" y="5608"/>
                </a:lnTo>
                <a:cubicBezTo>
                  <a:pt x="158" y="5608"/>
                  <a:pt x="0" y="5766"/>
                  <a:pt x="0" y="5955"/>
                </a:cubicBezTo>
                <a:cubicBezTo>
                  <a:pt x="0" y="6144"/>
                  <a:pt x="158" y="6301"/>
                  <a:pt x="347" y="6301"/>
                </a:cubicBezTo>
                <a:lnTo>
                  <a:pt x="756" y="6301"/>
                </a:lnTo>
                <a:cubicBezTo>
                  <a:pt x="914" y="8916"/>
                  <a:pt x="2993" y="10995"/>
                  <a:pt x="5608" y="11153"/>
                </a:cubicBezTo>
                <a:lnTo>
                  <a:pt x="5608" y="11562"/>
                </a:lnTo>
                <a:cubicBezTo>
                  <a:pt x="5608" y="11751"/>
                  <a:pt x="5766" y="11909"/>
                  <a:pt x="5955" y="11909"/>
                </a:cubicBezTo>
                <a:cubicBezTo>
                  <a:pt x="6144" y="11909"/>
                  <a:pt x="6301" y="11751"/>
                  <a:pt x="6301" y="11562"/>
                </a:cubicBezTo>
                <a:lnTo>
                  <a:pt x="6301" y="11153"/>
                </a:lnTo>
                <a:cubicBezTo>
                  <a:pt x="8916" y="10995"/>
                  <a:pt x="10995" y="8916"/>
                  <a:pt x="11153" y="6301"/>
                </a:cubicBezTo>
                <a:lnTo>
                  <a:pt x="11531" y="6301"/>
                </a:lnTo>
                <a:cubicBezTo>
                  <a:pt x="11751" y="6301"/>
                  <a:pt x="11909" y="6144"/>
                  <a:pt x="11909" y="5955"/>
                </a:cubicBezTo>
                <a:cubicBezTo>
                  <a:pt x="11909" y="5766"/>
                  <a:pt x="11751" y="5608"/>
                  <a:pt x="11531" y="5608"/>
                </a:cubicBezTo>
                <a:lnTo>
                  <a:pt x="11153" y="5608"/>
                </a:lnTo>
                <a:cubicBezTo>
                  <a:pt x="10995" y="2993"/>
                  <a:pt x="8916" y="914"/>
                  <a:pt x="6301" y="756"/>
                </a:cubicBez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3" name="Google Shape;7533;p36"/>
          <p:cNvSpPr/>
          <p:nvPr/>
        </p:nvSpPr>
        <p:spPr>
          <a:xfrm>
            <a:off x="3468688" y="1113276"/>
            <a:ext cx="165287" cy="188773"/>
          </a:xfrm>
          <a:custGeom>
            <a:rect b="b" l="l" r="r" t="t"/>
            <a:pathLst>
              <a:path extrusionOk="0" h="5578" w="4884">
                <a:moveTo>
                  <a:pt x="2395" y="694"/>
                </a:moveTo>
                <a:cubicBezTo>
                  <a:pt x="2805" y="694"/>
                  <a:pt x="3120" y="1009"/>
                  <a:pt x="3120" y="1418"/>
                </a:cubicBezTo>
                <a:cubicBezTo>
                  <a:pt x="3120" y="1797"/>
                  <a:pt x="2805" y="2112"/>
                  <a:pt x="2395" y="2112"/>
                </a:cubicBezTo>
                <a:cubicBezTo>
                  <a:pt x="2017" y="2112"/>
                  <a:pt x="1702" y="1797"/>
                  <a:pt x="1702" y="1418"/>
                </a:cubicBezTo>
                <a:cubicBezTo>
                  <a:pt x="1733" y="1009"/>
                  <a:pt x="2048" y="694"/>
                  <a:pt x="2395" y="694"/>
                </a:cubicBezTo>
                <a:close/>
                <a:moveTo>
                  <a:pt x="2395" y="2742"/>
                </a:moveTo>
                <a:cubicBezTo>
                  <a:pt x="3340" y="2742"/>
                  <a:pt x="4128" y="3529"/>
                  <a:pt x="4128" y="4537"/>
                </a:cubicBezTo>
                <a:lnTo>
                  <a:pt x="4128" y="4884"/>
                </a:lnTo>
                <a:lnTo>
                  <a:pt x="662" y="4884"/>
                </a:lnTo>
                <a:lnTo>
                  <a:pt x="662" y="4537"/>
                </a:lnTo>
                <a:cubicBezTo>
                  <a:pt x="662" y="3529"/>
                  <a:pt x="1450" y="2742"/>
                  <a:pt x="2395" y="2742"/>
                </a:cubicBezTo>
                <a:close/>
                <a:moveTo>
                  <a:pt x="2490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4"/>
                  <a:pt x="1229" y="2049"/>
                  <a:pt x="1450" y="2332"/>
                </a:cubicBezTo>
                <a:cubicBezTo>
                  <a:pt x="568" y="2710"/>
                  <a:pt x="1" y="3529"/>
                  <a:pt x="1" y="4537"/>
                </a:cubicBezTo>
                <a:lnTo>
                  <a:pt x="1" y="5231"/>
                </a:lnTo>
                <a:cubicBezTo>
                  <a:pt x="1" y="5420"/>
                  <a:pt x="158" y="5577"/>
                  <a:pt x="347" y="5577"/>
                </a:cubicBezTo>
                <a:lnTo>
                  <a:pt x="4537" y="5577"/>
                </a:lnTo>
                <a:cubicBezTo>
                  <a:pt x="4726" y="5577"/>
                  <a:pt x="4884" y="5420"/>
                  <a:pt x="4884" y="5231"/>
                </a:cubicBezTo>
                <a:lnTo>
                  <a:pt x="4884" y="4537"/>
                </a:lnTo>
                <a:cubicBezTo>
                  <a:pt x="4884" y="3529"/>
                  <a:pt x="4317" y="2710"/>
                  <a:pt x="3498" y="2332"/>
                </a:cubicBezTo>
                <a:cubicBezTo>
                  <a:pt x="3750" y="2080"/>
                  <a:pt x="3844" y="1765"/>
                  <a:pt x="3844" y="1387"/>
                </a:cubicBezTo>
                <a:cubicBezTo>
                  <a:pt x="3844" y="631"/>
                  <a:pt x="3214" y="1"/>
                  <a:pt x="2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4" name="Google Shape;7534;p36"/>
          <p:cNvSpPr/>
          <p:nvPr/>
        </p:nvSpPr>
        <p:spPr>
          <a:xfrm>
            <a:off x="3397246" y="1373424"/>
            <a:ext cx="259132" cy="93879"/>
          </a:xfrm>
          <a:custGeom>
            <a:rect b="b" l="l" r="r" t="t"/>
            <a:pathLst>
              <a:path extrusionOk="0" h="2774" w="7657">
                <a:moveTo>
                  <a:pt x="1419" y="694"/>
                </a:moveTo>
                <a:lnTo>
                  <a:pt x="1419" y="2080"/>
                </a:lnTo>
                <a:lnTo>
                  <a:pt x="694" y="2080"/>
                </a:lnTo>
                <a:lnTo>
                  <a:pt x="694" y="694"/>
                </a:lnTo>
                <a:close/>
                <a:moveTo>
                  <a:pt x="2773" y="694"/>
                </a:moveTo>
                <a:lnTo>
                  <a:pt x="2773" y="2080"/>
                </a:lnTo>
                <a:lnTo>
                  <a:pt x="2080" y="2080"/>
                </a:lnTo>
                <a:lnTo>
                  <a:pt x="2080" y="694"/>
                </a:lnTo>
                <a:close/>
                <a:moveTo>
                  <a:pt x="4159" y="694"/>
                </a:moveTo>
                <a:lnTo>
                  <a:pt x="4159" y="2080"/>
                </a:lnTo>
                <a:lnTo>
                  <a:pt x="3466" y="2080"/>
                </a:lnTo>
                <a:lnTo>
                  <a:pt x="3466" y="694"/>
                </a:lnTo>
                <a:close/>
                <a:moveTo>
                  <a:pt x="6995" y="694"/>
                </a:moveTo>
                <a:lnTo>
                  <a:pt x="6995" y="2080"/>
                </a:lnTo>
                <a:lnTo>
                  <a:pt x="4884" y="2080"/>
                </a:lnTo>
                <a:lnTo>
                  <a:pt x="4884" y="694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2427"/>
                </a:lnTo>
                <a:cubicBezTo>
                  <a:pt x="1" y="2616"/>
                  <a:pt x="158" y="2773"/>
                  <a:pt x="347" y="2773"/>
                </a:cubicBezTo>
                <a:lnTo>
                  <a:pt x="7310" y="2773"/>
                </a:lnTo>
                <a:cubicBezTo>
                  <a:pt x="7499" y="2773"/>
                  <a:pt x="7657" y="2616"/>
                  <a:pt x="7657" y="2427"/>
                </a:cubicBezTo>
                <a:lnTo>
                  <a:pt x="7657" y="347"/>
                </a:lnTo>
                <a:cubicBezTo>
                  <a:pt x="7657" y="127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5" name="Google Shape;7535;p36"/>
          <p:cNvSpPr/>
          <p:nvPr/>
        </p:nvSpPr>
        <p:spPr>
          <a:xfrm>
            <a:off x="3351422" y="1326518"/>
            <a:ext cx="399849" cy="186641"/>
          </a:xfrm>
          <a:custGeom>
            <a:rect b="b" l="l" r="r" t="t"/>
            <a:pathLst>
              <a:path extrusionOk="0" h="5515" w="11815">
                <a:moveTo>
                  <a:pt x="11121" y="2080"/>
                </a:moveTo>
                <a:lnTo>
                  <a:pt x="11121" y="3466"/>
                </a:lnTo>
                <a:lnTo>
                  <a:pt x="10397" y="3466"/>
                </a:lnTo>
                <a:lnTo>
                  <a:pt x="10397" y="2080"/>
                </a:lnTo>
                <a:close/>
                <a:moveTo>
                  <a:pt x="9389" y="662"/>
                </a:moveTo>
                <a:cubicBezTo>
                  <a:pt x="9578" y="662"/>
                  <a:pt x="9735" y="820"/>
                  <a:pt x="9735" y="1009"/>
                </a:cubicBezTo>
                <a:lnTo>
                  <a:pt x="9735" y="4474"/>
                </a:lnTo>
                <a:cubicBezTo>
                  <a:pt x="9735" y="4663"/>
                  <a:pt x="9578" y="4852"/>
                  <a:pt x="9389" y="4852"/>
                </a:cubicBezTo>
                <a:lnTo>
                  <a:pt x="1040" y="4852"/>
                </a:lnTo>
                <a:cubicBezTo>
                  <a:pt x="819" y="4852"/>
                  <a:pt x="662" y="4663"/>
                  <a:pt x="662" y="4474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4474"/>
                </a:lnTo>
                <a:cubicBezTo>
                  <a:pt x="0" y="5073"/>
                  <a:pt x="473" y="5514"/>
                  <a:pt x="1040" y="5514"/>
                </a:cubicBezTo>
                <a:lnTo>
                  <a:pt x="9357" y="5514"/>
                </a:lnTo>
                <a:cubicBezTo>
                  <a:pt x="9956" y="5514"/>
                  <a:pt x="10397" y="5041"/>
                  <a:pt x="10397" y="4474"/>
                </a:cubicBezTo>
                <a:lnTo>
                  <a:pt x="10397" y="4128"/>
                </a:lnTo>
                <a:lnTo>
                  <a:pt x="11436" y="4128"/>
                </a:lnTo>
                <a:cubicBezTo>
                  <a:pt x="11625" y="4128"/>
                  <a:pt x="11783" y="3970"/>
                  <a:pt x="11783" y="3781"/>
                </a:cubicBezTo>
                <a:lnTo>
                  <a:pt x="11783" y="1702"/>
                </a:lnTo>
                <a:cubicBezTo>
                  <a:pt x="11814" y="1513"/>
                  <a:pt x="11657" y="1387"/>
                  <a:pt x="11468" y="1387"/>
                </a:cubicBezTo>
                <a:lnTo>
                  <a:pt x="10397" y="1387"/>
                </a:lnTo>
                <a:lnTo>
                  <a:pt x="10397" y="1009"/>
                </a:lnTo>
                <a:cubicBezTo>
                  <a:pt x="10397" y="442"/>
                  <a:pt x="9924" y="1"/>
                  <a:pt x="935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6" name="Google Shape;7536;p36"/>
          <p:cNvSpPr/>
          <p:nvPr/>
        </p:nvSpPr>
        <p:spPr>
          <a:xfrm>
            <a:off x="3438855" y="1634147"/>
            <a:ext cx="217540" cy="211143"/>
          </a:xfrm>
          <a:custGeom>
            <a:rect b="b" l="l" r="r" t="t"/>
            <a:pathLst>
              <a:path extrusionOk="0" h="6239" w="6428">
                <a:moveTo>
                  <a:pt x="3371" y="2048"/>
                </a:moveTo>
                <a:cubicBezTo>
                  <a:pt x="3749" y="2048"/>
                  <a:pt x="4064" y="2363"/>
                  <a:pt x="4064" y="2773"/>
                </a:cubicBezTo>
                <a:cubicBezTo>
                  <a:pt x="4064" y="3151"/>
                  <a:pt x="3749" y="3466"/>
                  <a:pt x="3371" y="3466"/>
                </a:cubicBezTo>
                <a:cubicBezTo>
                  <a:pt x="2961" y="3466"/>
                  <a:pt x="2646" y="3151"/>
                  <a:pt x="2646" y="2773"/>
                </a:cubicBezTo>
                <a:cubicBezTo>
                  <a:pt x="2646" y="2363"/>
                  <a:pt x="2961" y="2048"/>
                  <a:pt x="3371" y="2048"/>
                </a:cubicBezTo>
                <a:close/>
                <a:moveTo>
                  <a:pt x="3308" y="662"/>
                </a:moveTo>
                <a:cubicBezTo>
                  <a:pt x="4663" y="662"/>
                  <a:pt x="5734" y="1764"/>
                  <a:pt x="5734" y="3119"/>
                </a:cubicBezTo>
                <a:cubicBezTo>
                  <a:pt x="5734" y="3655"/>
                  <a:pt x="5513" y="4159"/>
                  <a:pt x="5167" y="4663"/>
                </a:cubicBezTo>
                <a:cubicBezTo>
                  <a:pt x="4978" y="4253"/>
                  <a:pt x="4694" y="3938"/>
                  <a:pt x="4316" y="3686"/>
                </a:cubicBezTo>
                <a:cubicBezTo>
                  <a:pt x="4537" y="3466"/>
                  <a:pt x="4694" y="3119"/>
                  <a:pt x="4694" y="2741"/>
                </a:cubicBezTo>
                <a:cubicBezTo>
                  <a:pt x="4694" y="2016"/>
                  <a:pt x="4064" y="1386"/>
                  <a:pt x="3308" y="1386"/>
                </a:cubicBezTo>
                <a:cubicBezTo>
                  <a:pt x="2583" y="1386"/>
                  <a:pt x="1953" y="2016"/>
                  <a:pt x="1953" y="2741"/>
                </a:cubicBezTo>
                <a:cubicBezTo>
                  <a:pt x="1953" y="3119"/>
                  <a:pt x="2111" y="3466"/>
                  <a:pt x="2331" y="3686"/>
                </a:cubicBezTo>
                <a:cubicBezTo>
                  <a:pt x="1953" y="3907"/>
                  <a:pt x="1670" y="4253"/>
                  <a:pt x="1481" y="4663"/>
                </a:cubicBezTo>
                <a:cubicBezTo>
                  <a:pt x="1008" y="4096"/>
                  <a:pt x="851" y="3434"/>
                  <a:pt x="914" y="2773"/>
                </a:cubicBezTo>
                <a:cubicBezTo>
                  <a:pt x="1071" y="1670"/>
                  <a:pt x="2048" y="662"/>
                  <a:pt x="3308" y="662"/>
                </a:cubicBezTo>
                <a:close/>
                <a:moveTo>
                  <a:pt x="3308" y="4190"/>
                </a:moveTo>
                <a:cubicBezTo>
                  <a:pt x="3938" y="4190"/>
                  <a:pt x="4442" y="4600"/>
                  <a:pt x="4663" y="5167"/>
                </a:cubicBezTo>
                <a:cubicBezTo>
                  <a:pt x="4253" y="5387"/>
                  <a:pt x="3844" y="5545"/>
                  <a:pt x="3308" y="5545"/>
                </a:cubicBezTo>
                <a:cubicBezTo>
                  <a:pt x="2835" y="5545"/>
                  <a:pt x="2363" y="5387"/>
                  <a:pt x="1985" y="5167"/>
                </a:cubicBezTo>
                <a:cubicBezTo>
                  <a:pt x="2142" y="4568"/>
                  <a:pt x="2678" y="4190"/>
                  <a:pt x="3308" y="4190"/>
                </a:cubicBezTo>
                <a:close/>
                <a:moveTo>
                  <a:pt x="3308" y="0"/>
                </a:moveTo>
                <a:cubicBezTo>
                  <a:pt x="1701" y="0"/>
                  <a:pt x="410" y="1229"/>
                  <a:pt x="252" y="2678"/>
                </a:cubicBezTo>
                <a:cubicBezTo>
                  <a:pt x="0" y="4600"/>
                  <a:pt x="1481" y="6238"/>
                  <a:pt x="3308" y="6238"/>
                </a:cubicBezTo>
                <a:cubicBezTo>
                  <a:pt x="5041" y="6238"/>
                  <a:pt x="6427" y="4820"/>
                  <a:pt x="6427" y="3119"/>
                </a:cubicBezTo>
                <a:cubicBezTo>
                  <a:pt x="6427" y="1386"/>
                  <a:pt x="5009" y="0"/>
                  <a:pt x="33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7" name="Google Shape;7537;p36"/>
          <p:cNvSpPr/>
          <p:nvPr/>
        </p:nvSpPr>
        <p:spPr>
          <a:xfrm>
            <a:off x="3375941" y="1587207"/>
            <a:ext cx="350811" cy="402015"/>
          </a:xfrm>
          <a:custGeom>
            <a:rect b="b" l="l" r="r" t="t"/>
            <a:pathLst>
              <a:path extrusionOk="0" h="11879" w="10366">
                <a:moveTo>
                  <a:pt x="5167" y="694"/>
                </a:moveTo>
                <a:cubicBezTo>
                  <a:pt x="7309" y="694"/>
                  <a:pt x="9011" y="2427"/>
                  <a:pt x="9011" y="4506"/>
                </a:cubicBezTo>
                <a:cubicBezTo>
                  <a:pt x="9011" y="5640"/>
                  <a:pt x="8475" y="6711"/>
                  <a:pt x="7656" y="7405"/>
                </a:cubicBezTo>
                <a:lnTo>
                  <a:pt x="5167" y="9547"/>
                </a:lnTo>
                <a:lnTo>
                  <a:pt x="2710" y="7405"/>
                </a:lnTo>
                <a:cubicBezTo>
                  <a:pt x="1796" y="6585"/>
                  <a:pt x="1229" y="5420"/>
                  <a:pt x="1386" y="4034"/>
                </a:cubicBezTo>
                <a:cubicBezTo>
                  <a:pt x="1575" y="2206"/>
                  <a:pt x="3151" y="694"/>
                  <a:pt x="5167" y="694"/>
                </a:cubicBezTo>
                <a:close/>
                <a:moveTo>
                  <a:pt x="8475" y="8980"/>
                </a:moveTo>
                <a:lnTo>
                  <a:pt x="9546" y="11122"/>
                </a:lnTo>
                <a:lnTo>
                  <a:pt x="977" y="11122"/>
                </a:lnTo>
                <a:lnTo>
                  <a:pt x="2017" y="8980"/>
                </a:lnTo>
                <a:lnTo>
                  <a:pt x="3529" y="8980"/>
                </a:lnTo>
                <a:lnTo>
                  <a:pt x="4978" y="10240"/>
                </a:lnTo>
                <a:cubicBezTo>
                  <a:pt x="5073" y="10272"/>
                  <a:pt x="5136" y="10335"/>
                  <a:pt x="5230" y="10335"/>
                </a:cubicBezTo>
                <a:cubicBezTo>
                  <a:pt x="5293" y="10335"/>
                  <a:pt x="5388" y="10272"/>
                  <a:pt x="5451" y="10240"/>
                </a:cubicBezTo>
                <a:lnTo>
                  <a:pt x="6900" y="8980"/>
                </a:lnTo>
                <a:close/>
                <a:moveTo>
                  <a:pt x="5107" y="1"/>
                </a:moveTo>
                <a:cubicBezTo>
                  <a:pt x="2772" y="1"/>
                  <a:pt x="912" y="1815"/>
                  <a:pt x="662" y="3939"/>
                </a:cubicBezTo>
                <a:cubicBezTo>
                  <a:pt x="441" y="5483"/>
                  <a:pt x="1040" y="6932"/>
                  <a:pt x="2174" y="7940"/>
                </a:cubicBezTo>
                <a:lnTo>
                  <a:pt x="2615" y="8318"/>
                </a:lnTo>
                <a:lnTo>
                  <a:pt x="1638" y="8318"/>
                </a:lnTo>
                <a:cubicBezTo>
                  <a:pt x="1575" y="8318"/>
                  <a:pt x="1481" y="8413"/>
                  <a:pt x="1449" y="8507"/>
                </a:cubicBezTo>
                <a:lnTo>
                  <a:pt x="63" y="11343"/>
                </a:lnTo>
                <a:cubicBezTo>
                  <a:pt x="0" y="11469"/>
                  <a:pt x="0" y="11595"/>
                  <a:pt x="63" y="11721"/>
                </a:cubicBezTo>
                <a:cubicBezTo>
                  <a:pt x="126" y="11815"/>
                  <a:pt x="221" y="11878"/>
                  <a:pt x="347" y="11878"/>
                </a:cubicBezTo>
                <a:lnTo>
                  <a:pt x="10019" y="11878"/>
                </a:lnTo>
                <a:cubicBezTo>
                  <a:pt x="10145" y="11878"/>
                  <a:pt x="10271" y="11784"/>
                  <a:pt x="10302" y="11721"/>
                </a:cubicBezTo>
                <a:cubicBezTo>
                  <a:pt x="10365" y="11595"/>
                  <a:pt x="10365" y="11469"/>
                  <a:pt x="10302" y="11343"/>
                </a:cubicBezTo>
                <a:lnTo>
                  <a:pt x="8916" y="8507"/>
                </a:lnTo>
                <a:cubicBezTo>
                  <a:pt x="8885" y="8413"/>
                  <a:pt x="8727" y="8318"/>
                  <a:pt x="8601" y="8318"/>
                </a:cubicBezTo>
                <a:lnTo>
                  <a:pt x="7624" y="8318"/>
                </a:lnTo>
                <a:lnTo>
                  <a:pt x="8065" y="7940"/>
                </a:lnTo>
                <a:cubicBezTo>
                  <a:pt x="9042" y="7090"/>
                  <a:pt x="9641" y="5829"/>
                  <a:pt x="9641" y="4506"/>
                </a:cubicBezTo>
                <a:cubicBezTo>
                  <a:pt x="9641" y="2049"/>
                  <a:pt x="7656" y="1"/>
                  <a:pt x="5167" y="1"/>
                </a:cubicBezTo>
                <a:cubicBezTo>
                  <a:pt x="5147" y="1"/>
                  <a:pt x="5127" y="1"/>
                  <a:pt x="51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8" name="Google Shape;7538;p36"/>
          <p:cNvSpPr/>
          <p:nvPr/>
        </p:nvSpPr>
        <p:spPr>
          <a:xfrm>
            <a:off x="3421751" y="2102726"/>
            <a:ext cx="259132" cy="40198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39" name="Google Shape;7539;p36"/>
          <p:cNvSpPr/>
          <p:nvPr/>
        </p:nvSpPr>
        <p:spPr>
          <a:xfrm>
            <a:off x="5940107" y="1303624"/>
            <a:ext cx="141834" cy="164204"/>
          </a:xfrm>
          <a:custGeom>
            <a:rect b="b" l="l" r="r" t="t"/>
            <a:pathLst>
              <a:path extrusionOk="0" h="4852" w="4191">
                <a:moveTo>
                  <a:pt x="2017" y="693"/>
                </a:moveTo>
                <a:cubicBezTo>
                  <a:pt x="2427" y="693"/>
                  <a:pt x="2742" y="1008"/>
                  <a:pt x="2742" y="1386"/>
                </a:cubicBezTo>
                <a:cubicBezTo>
                  <a:pt x="2742" y="1796"/>
                  <a:pt x="2427" y="2111"/>
                  <a:pt x="2017" y="2111"/>
                </a:cubicBezTo>
                <a:cubicBezTo>
                  <a:pt x="1639" y="2111"/>
                  <a:pt x="1324" y="1796"/>
                  <a:pt x="1324" y="1386"/>
                </a:cubicBezTo>
                <a:cubicBezTo>
                  <a:pt x="1324" y="1008"/>
                  <a:pt x="1639" y="693"/>
                  <a:pt x="2017" y="693"/>
                </a:cubicBezTo>
                <a:close/>
                <a:moveTo>
                  <a:pt x="2017" y="2772"/>
                </a:moveTo>
                <a:cubicBezTo>
                  <a:pt x="2773" y="2772"/>
                  <a:pt x="3403" y="3403"/>
                  <a:pt x="3403" y="4127"/>
                </a:cubicBezTo>
                <a:lnTo>
                  <a:pt x="631" y="4127"/>
                </a:lnTo>
                <a:cubicBezTo>
                  <a:pt x="631" y="3403"/>
                  <a:pt x="1261" y="2772"/>
                  <a:pt x="2017" y="2772"/>
                </a:cubicBezTo>
                <a:close/>
                <a:moveTo>
                  <a:pt x="2049" y="0"/>
                </a:moveTo>
                <a:cubicBezTo>
                  <a:pt x="1324" y="0"/>
                  <a:pt x="694" y="630"/>
                  <a:pt x="694" y="1386"/>
                </a:cubicBezTo>
                <a:cubicBezTo>
                  <a:pt x="694" y="1733"/>
                  <a:pt x="851" y="2111"/>
                  <a:pt x="1072" y="2331"/>
                </a:cubicBezTo>
                <a:cubicBezTo>
                  <a:pt x="442" y="2678"/>
                  <a:pt x="1" y="3340"/>
                  <a:pt x="1" y="4127"/>
                </a:cubicBezTo>
                <a:lnTo>
                  <a:pt x="1" y="4505"/>
                </a:lnTo>
                <a:cubicBezTo>
                  <a:pt x="1" y="4694"/>
                  <a:pt x="158" y="4852"/>
                  <a:pt x="379" y="4852"/>
                </a:cubicBezTo>
                <a:lnTo>
                  <a:pt x="3844" y="4852"/>
                </a:lnTo>
                <a:cubicBezTo>
                  <a:pt x="4033" y="4852"/>
                  <a:pt x="4191" y="4694"/>
                  <a:pt x="4191" y="4505"/>
                </a:cubicBezTo>
                <a:lnTo>
                  <a:pt x="4191" y="4127"/>
                </a:lnTo>
                <a:cubicBezTo>
                  <a:pt x="4096" y="3340"/>
                  <a:pt x="3687" y="2678"/>
                  <a:pt x="3057" y="2331"/>
                </a:cubicBezTo>
                <a:cubicBezTo>
                  <a:pt x="3277" y="2111"/>
                  <a:pt x="3435" y="1733"/>
                  <a:pt x="3435" y="1386"/>
                </a:cubicBezTo>
                <a:cubicBezTo>
                  <a:pt x="3435" y="630"/>
                  <a:pt x="2805" y="0"/>
                  <a:pt x="204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0" name="Google Shape;7540;p36"/>
          <p:cNvSpPr/>
          <p:nvPr/>
        </p:nvSpPr>
        <p:spPr>
          <a:xfrm>
            <a:off x="5892152" y="1113834"/>
            <a:ext cx="398766" cy="398766"/>
          </a:xfrm>
          <a:custGeom>
            <a:rect b="b" l="l" r="r" t="t"/>
            <a:pathLst>
              <a:path extrusionOk="0" h="11783" w="11783">
                <a:moveTo>
                  <a:pt x="6900" y="693"/>
                </a:moveTo>
                <a:lnTo>
                  <a:pt x="6900" y="1418"/>
                </a:lnTo>
                <a:lnTo>
                  <a:pt x="4820" y="1418"/>
                </a:lnTo>
                <a:lnTo>
                  <a:pt x="4820" y="693"/>
                </a:lnTo>
                <a:close/>
                <a:moveTo>
                  <a:pt x="7215" y="2111"/>
                </a:moveTo>
                <a:cubicBezTo>
                  <a:pt x="7404" y="2111"/>
                  <a:pt x="7561" y="2269"/>
                  <a:pt x="7561" y="2458"/>
                </a:cubicBezTo>
                <a:cubicBezTo>
                  <a:pt x="7561" y="2678"/>
                  <a:pt x="7404" y="2836"/>
                  <a:pt x="7215" y="2836"/>
                </a:cubicBezTo>
                <a:lnTo>
                  <a:pt x="4474" y="2836"/>
                </a:lnTo>
                <a:cubicBezTo>
                  <a:pt x="4253" y="2836"/>
                  <a:pt x="4096" y="2678"/>
                  <a:pt x="4096" y="2458"/>
                </a:cubicBezTo>
                <a:cubicBezTo>
                  <a:pt x="4096" y="2269"/>
                  <a:pt x="4316" y="2111"/>
                  <a:pt x="4474" y="2111"/>
                </a:cubicBezTo>
                <a:close/>
                <a:moveTo>
                  <a:pt x="6900" y="3497"/>
                </a:moveTo>
                <a:lnTo>
                  <a:pt x="6900" y="4568"/>
                </a:lnTo>
                <a:cubicBezTo>
                  <a:pt x="6900" y="4757"/>
                  <a:pt x="6742" y="4915"/>
                  <a:pt x="6553" y="4915"/>
                </a:cubicBezTo>
                <a:lnTo>
                  <a:pt x="5167" y="4915"/>
                </a:lnTo>
                <a:cubicBezTo>
                  <a:pt x="4978" y="4915"/>
                  <a:pt x="4820" y="4757"/>
                  <a:pt x="4820" y="4568"/>
                </a:cubicBezTo>
                <a:lnTo>
                  <a:pt x="4820" y="3497"/>
                </a:lnTo>
                <a:close/>
                <a:moveTo>
                  <a:pt x="10775" y="4883"/>
                </a:moveTo>
                <a:cubicBezTo>
                  <a:pt x="10964" y="4883"/>
                  <a:pt x="11121" y="5041"/>
                  <a:pt x="11121" y="5230"/>
                </a:cubicBezTo>
                <a:lnTo>
                  <a:pt x="11121" y="10775"/>
                </a:lnTo>
                <a:cubicBezTo>
                  <a:pt x="11121" y="10964"/>
                  <a:pt x="10964" y="11121"/>
                  <a:pt x="10775" y="11121"/>
                </a:cubicBezTo>
                <a:lnTo>
                  <a:pt x="1008" y="11121"/>
                </a:lnTo>
                <a:cubicBezTo>
                  <a:pt x="788" y="11121"/>
                  <a:pt x="630" y="10964"/>
                  <a:pt x="630" y="10775"/>
                </a:cubicBezTo>
                <a:lnTo>
                  <a:pt x="630" y="5230"/>
                </a:lnTo>
                <a:cubicBezTo>
                  <a:pt x="630" y="5041"/>
                  <a:pt x="788" y="4883"/>
                  <a:pt x="1008" y="4883"/>
                </a:cubicBezTo>
                <a:lnTo>
                  <a:pt x="4190" y="4883"/>
                </a:lnTo>
                <a:cubicBezTo>
                  <a:pt x="4348" y="5261"/>
                  <a:pt x="4694" y="5577"/>
                  <a:pt x="5167" y="5577"/>
                </a:cubicBezTo>
                <a:lnTo>
                  <a:pt x="6553" y="5577"/>
                </a:lnTo>
                <a:cubicBezTo>
                  <a:pt x="6994" y="5577"/>
                  <a:pt x="7372" y="5293"/>
                  <a:pt x="7530" y="4883"/>
                </a:cubicBezTo>
                <a:close/>
                <a:moveTo>
                  <a:pt x="4505" y="0"/>
                </a:moveTo>
                <a:cubicBezTo>
                  <a:pt x="4316" y="0"/>
                  <a:pt x="4159" y="158"/>
                  <a:pt x="4159" y="347"/>
                </a:cubicBezTo>
                <a:lnTo>
                  <a:pt x="4159" y="1449"/>
                </a:lnTo>
                <a:cubicBezTo>
                  <a:pt x="3749" y="1607"/>
                  <a:pt x="3434" y="1953"/>
                  <a:pt x="3434" y="2426"/>
                </a:cubicBezTo>
                <a:cubicBezTo>
                  <a:pt x="3434" y="2867"/>
                  <a:pt x="3718" y="3245"/>
                  <a:pt x="4159" y="3403"/>
                </a:cubicBezTo>
                <a:lnTo>
                  <a:pt x="4159" y="4190"/>
                </a:lnTo>
                <a:lnTo>
                  <a:pt x="1040" y="4190"/>
                </a:lnTo>
                <a:cubicBezTo>
                  <a:pt x="441" y="4190"/>
                  <a:pt x="0" y="4663"/>
                  <a:pt x="0" y="5230"/>
                </a:cubicBezTo>
                <a:lnTo>
                  <a:pt x="0" y="10775"/>
                </a:lnTo>
                <a:cubicBezTo>
                  <a:pt x="0" y="11373"/>
                  <a:pt x="473" y="11783"/>
                  <a:pt x="1040" y="11783"/>
                </a:cubicBezTo>
                <a:lnTo>
                  <a:pt x="10775" y="11783"/>
                </a:lnTo>
                <a:cubicBezTo>
                  <a:pt x="11342" y="11783"/>
                  <a:pt x="11783" y="11310"/>
                  <a:pt x="11783" y="10775"/>
                </a:cubicBezTo>
                <a:lnTo>
                  <a:pt x="11783" y="5230"/>
                </a:lnTo>
                <a:cubicBezTo>
                  <a:pt x="11783" y="4663"/>
                  <a:pt x="11342" y="4190"/>
                  <a:pt x="10775" y="4190"/>
                </a:cubicBezTo>
                <a:lnTo>
                  <a:pt x="7624" y="4190"/>
                </a:lnTo>
                <a:lnTo>
                  <a:pt x="7624" y="3403"/>
                </a:lnTo>
                <a:cubicBezTo>
                  <a:pt x="8002" y="3245"/>
                  <a:pt x="8317" y="2899"/>
                  <a:pt x="8317" y="2426"/>
                </a:cubicBezTo>
                <a:cubicBezTo>
                  <a:pt x="8317" y="1985"/>
                  <a:pt x="8034" y="1607"/>
                  <a:pt x="7624" y="1449"/>
                </a:cubicBezTo>
                <a:lnTo>
                  <a:pt x="7624" y="347"/>
                </a:lnTo>
                <a:cubicBezTo>
                  <a:pt x="7624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1" name="Google Shape;7541;p36"/>
          <p:cNvSpPr/>
          <p:nvPr/>
        </p:nvSpPr>
        <p:spPr>
          <a:xfrm>
            <a:off x="6102179" y="1327076"/>
            <a:ext cx="141834" cy="23487"/>
          </a:xfrm>
          <a:custGeom>
            <a:rect b="b" l="l" r="r" t="t"/>
            <a:pathLst>
              <a:path extrusionOk="0" h="694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844" y="693"/>
                </a:lnTo>
                <a:cubicBezTo>
                  <a:pt x="4033" y="693"/>
                  <a:pt x="4191" y="536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2" name="Google Shape;7542;p36"/>
          <p:cNvSpPr/>
          <p:nvPr/>
        </p:nvSpPr>
        <p:spPr>
          <a:xfrm>
            <a:off x="6102179" y="1372899"/>
            <a:ext cx="141834" cy="24570"/>
          </a:xfrm>
          <a:custGeom>
            <a:rect b="b" l="l" r="r" t="t"/>
            <a:pathLst>
              <a:path extrusionOk="0" h="726" w="4191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8"/>
                  <a:pt x="4191" y="379"/>
                </a:cubicBezTo>
                <a:cubicBezTo>
                  <a:pt x="4191" y="158"/>
                  <a:pt x="4033" y="1"/>
                  <a:pt x="384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3" name="Google Shape;7543;p36"/>
          <p:cNvSpPr/>
          <p:nvPr/>
        </p:nvSpPr>
        <p:spPr>
          <a:xfrm>
            <a:off x="6102179" y="1419838"/>
            <a:ext cx="141834" cy="24536"/>
          </a:xfrm>
          <a:custGeom>
            <a:rect b="b" l="l" r="r" t="t"/>
            <a:pathLst>
              <a:path extrusionOk="0" h="725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844" y="725"/>
                </a:lnTo>
                <a:cubicBezTo>
                  <a:pt x="4033" y="725"/>
                  <a:pt x="4191" y="567"/>
                  <a:pt x="4191" y="347"/>
                </a:cubicBezTo>
                <a:cubicBezTo>
                  <a:pt x="4191" y="158"/>
                  <a:pt x="4033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4" name="Google Shape;7544;p36"/>
          <p:cNvSpPr/>
          <p:nvPr/>
        </p:nvSpPr>
        <p:spPr>
          <a:xfrm>
            <a:off x="5891560" y="1588811"/>
            <a:ext cx="399849" cy="398800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5" name="Google Shape;7545;p36"/>
          <p:cNvSpPr/>
          <p:nvPr/>
        </p:nvSpPr>
        <p:spPr>
          <a:xfrm>
            <a:off x="5915555" y="2102726"/>
            <a:ext cx="351860" cy="40198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6" name="Google Shape;7546;p36"/>
          <p:cNvSpPr/>
          <p:nvPr/>
        </p:nvSpPr>
        <p:spPr>
          <a:xfrm>
            <a:off x="7923193" y="1588816"/>
            <a:ext cx="399849" cy="398800"/>
          </a:xfrm>
          <a:custGeom>
            <a:rect b="b" l="l" r="r" t="t"/>
            <a:pathLst>
              <a:path extrusionOk="0" h="11784" w="11815">
                <a:moveTo>
                  <a:pt x="3813" y="630"/>
                </a:moveTo>
                <a:cubicBezTo>
                  <a:pt x="4002" y="630"/>
                  <a:pt x="4159" y="788"/>
                  <a:pt x="4159" y="977"/>
                </a:cubicBezTo>
                <a:lnTo>
                  <a:pt x="4159" y="1355"/>
                </a:lnTo>
                <a:lnTo>
                  <a:pt x="1387" y="1355"/>
                </a:lnTo>
                <a:lnTo>
                  <a:pt x="1387" y="977"/>
                </a:lnTo>
                <a:lnTo>
                  <a:pt x="1355" y="977"/>
                </a:lnTo>
                <a:cubicBezTo>
                  <a:pt x="1355" y="788"/>
                  <a:pt x="1513" y="630"/>
                  <a:pt x="1733" y="630"/>
                </a:cubicBezTo>
                <a:close/>
                <a:moveTo>
                  <a:pt x="10114" y="1355"/>
                </a:moveTo>
                <a:cubicBezTo>
                  <a:pt x="10303" y="1355"/>
                  <a:pt x="10460" y="1513"/>
                  <a:pt x="10460" y="1702"/>
                </a:cubicBezTo>
                <a:lnTo>
                  <a:pt x="10460" y="3434"/>
                </a:lnTo>
                <a:lnTo>
                  <a:pt x="7688" y="3434"/>
                </a:lnTo>
                <a:cubicBezTo>
                  <a:pt x="7656" y="3277"/>
                  <a:pt x="7656" y="1859"/>
                  <a:pt x="7656" y="1702"/>
                </a:cubicBezTo>
                <a:cubicBezTo>
                  <a:pt x="7656" y="1513"/>
                  <a:pt x="7814" y="1355"/>
                  <a:pt x="8034" y="1355"/>
                </a:cubicBezTo>
                <a:close/>
                <a:moveTo>
                  <a:pt x="4128" y="2048"/>
                </a:moveTo>
                <a:lnTo>
                  <a:pt x="4128" y="4821"/>
                </a:lnTo>
                <a:lnTo>
                  <a:pt x="1355" y="4821"/>
                </a:lnTo>
                <a:lnTo>
                  <a:pt x="1355" y="2048"/>
                </a:lnTo>
                <a:close/>
                <a:moveTo>
                  <a:pt x="6617" y="2048"/>
                </a:moveTo>
                <a:cubicBezTo>
                  <a:pt x="6806" y="2048"/>
                  <a:pt x="6963" y="2206"/>
                  <a:pt x="6963" y="2395"/>
                </a:cubicBezTo>
                <a:lnTo>
                  <a:pt x="6963" y="4852"/>
                </a:lnTo>
                <a:lnTo>
                  <a:pt x="4821" y="4852"/>
                </a:lnTo>
                <a:lnTo>
                  <a:pt x="4821" y="2395"/>
                </a:lnTo>
                <a:cubicBezTo>
                  <a:pt x="4821" y="2206"/>
                  <a:pt x="4978" y="2048"/>
                  <a:pt x="5167" y="2048"/>
                </a:cubicBezTo>
                <a:close/>
                <a:moveTo>
                  <a:pt x="10429" y="4127"/>
                </a:moveTo>
                <a:lnTo>
                  <a:pt x="10429" y="4852"/>
                </a:lnTo>
                <a:lnTo>
                  <a:pt x="7656" y="4852"/>
                </a:lnTo>
                <a:lnTo>
                  <a:pt x="7656" y="4127"/>
                </a:lnTo>
                <a:close/>
                <a:moveTo>
                  <a:pt x="10775" y="5514"/>
                </a:moveTo>
                <a:cubicBezTo>
                  <a:pt x="10964" y="5514"/>
                  <a:pt x="11122" y="5671"/>
                  <a:pt x="11122" y="5860"/>
                </a:cubicBezTo>
                <a:lnTo>
                  <a:pt x="11122" y="10744"/>
                </a:lnTo>
                <a:cubicBezTo>
                  <a:pt x="11122" y="10964"/>
                  <a:pt x="10964" y="11122"/>
                  <a:pt x="10775" y="11122"/>
                </a:cubicBezTo>
                <a:lnTo>
                  <a:pt x="1009" y="11122"/>
                </a:lnTo>
                <a:cubicBezTo>
                  <a:pt x="820" y="11122"/>
                  <a:pt x="662" y="10964"/>
                  <a:pt x="662" y="10744"/>
                </a:cubicBezTo>
                <a:lnTo>
                  <a:pt x="662" y="5860"/>
                </a:lnTo>
                <a:cubicBezTo>
                  <a:pt x="662" y="5671"/>
                  <a:pt x="820" y="5514"/>
                  <a:pt x="1009" y="5514"/>
                </a:cubicBezTo>
                <a:close/>
                <a:moveTo>
                  <a:pt x="1733" y="0"/>
                </a:moveTo>
                <a:cubicBezTo>
                  <a:pt x="1135" y="0"/>
                  <a:pt x="694" y="473"/>
                  <a:pt x="694" y="1040"/>
                </a:cubicBezTo>
                <a:lnTo>
                  <a:pt x="694" y="4884"/>
                </a:lnTo>
                <a:cubicBezTo>
                  <a:pt x="316" y="5041"/>
                  <a:pt x="1" y="5388"/>
                  <a:pt x="1" y="5860"/>
                </a:cubicBezTo>
                <a:lnTo>
                  <a:pt x="1" y="10744"/>
                </a:lnTo>
                <a:cubicBezTo>
                  <a:pt x="1" y="11342"/>
                  <a:pt x="473" y="11783"/>
                  <a:pt x="1009" y="11783"/>
                </a:cubicBezTo>
                <a:lnTo>
                  <a:pt x="10775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860"/>
                </a:lnTo>
                <a:cubicBezTo>
                  <a:pt x="11815" y="5388"/>
                  <a:pt x="11531" y="5010"/>
                  <a:pt x="11122" y="4884"/>
                </a:cubicBezTo>
                <a:lnTo>
                  <a:pt x="11122" y="1702"/>
                </a:lnTo>
                <a:cubicBezTo>
                  <a:pt x="11122" y="1103"/>
                  <a:pt x="10649" y="662"/>
                  <a:pt x="10114" y="662"/>
                </a:cubicBezTo>
                <a:lnTo>
                  <a:pt x="8034" y="662"/>
                </a:lnTo>
                <a:cubicBezTo>
                  <a:pt x="7530" y="662"/>
                  <a:pt x="7152" y="977"/>
                  <a:pt x="7026" y="1418"/>
                </a:cubicBezTo>
                <a:cubicBezTo>
                  <a:pt x="6932" y="1387"/>
                  <a:pt x="6806" y="1355"/>
                  <a:pt x="6648" y="1355"/>
                </a:cubicBezTo>
                <a:lnTo>
                  <a:pt x="5230" y="1355"/>
                </a:lnTo>
                <a:cubicBezTo>
                  <a:pt x="5104" y="1355"/>
                  <a:pt x="4978" y="1387"/>
                  <a:pt x="4884" y="1418"/>
                </a:cubicBezTo>
                <a:lnTo>
                  <a:pt x="4884" y="1040"/>
                </a:lnTo>
                <a:cubicBezTo>
                  <a:pt x="4884" y="441"/>
                  <a:pt x="4380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7" name="Google Shape;7547;p36"/>
          <p:cNvSpPr/>
          <p:nvPr/>
        </p:nvSpPr>
        <p:spPr>
          <a:xfrm>
            <a:off x="8040492" y="1797793"/>
            <a:ext cx="165287" cy="69343"/>
          </a:xfrm>
          <a:custGeom>
            <a:rect b="b" l="l" r="r" t="t"/>
            <a:pathLst>
              <a:path extrusionOk="0" h="2049" w="4884">
                <a:moveTo>
                  <a:pt x="3844" y="725"/>
                </a:moveTo>
                <a:cubicBezTo>
                  <a:pt x="4033" y="725"/>
                  <a:pt x="4190" y="882"/>
                  <a:pt x="4190" y="1071"/>
                </a:cubicBezTo>
                <a:cubicBezTo>
                  <a:pt x="4190" y="1260"/>
                  <a:pt x="4033" y="1418"/>
                  <a:pt x="3844" y="1418"/>
                </a:cubicBezTo>
                <a:lnTo>
                  <a:pt x="1008" y="1418"/>
                </a:lnTo>
                <a:cubicBezTo>
                  <a:pt x="819" y="1418"/>
                  <a:pt x="662" y="1260"/>
                  <a:pt x="662" y="1071"/>
                </a:cubicBezTo>
                <a:cubicBezTo>
                  <a:pt x="662" y="882"/>
                  <a:pt x="819" y="725"/>
                  <a:pt x="1008" y="725"/>
                </a:cubicBezTo>
                <a:close/>
                <a:moveTo>
                  <a:pt x="1008" y="0"/>
                </a:moveTo>
                <a:cubicBezTo>
                  <a:pt x="410" y="0"/>
                  <a:pt x="0" y="473"/>
                  <a:pt x="0" y="1040"/>
                </a:cubicBezTo>
                <a:cubicBezTo>
                  <a:pt x="0" y="1639"/>
                  <a:pt x="473" y="2048"/>
                  <a:pt x="1008" y="2048"/>
                </a:cubicBezTo>
                <a:lnTo>
                  <a:pt x="3844" y="2048"/>
                </a:lnTo>
                <a:cubicBezTo>
                  <a:pt x="4442" y="2048"/>
                  <a:pt x="4883" y="1576"/>
                  <a:pt x="4883" y="1040"/>
                </a:cubicBezTo>
                <a:cubicBezTo>
                  <a:pt x="4852" y="473"/>
                  <a:pt x="4411" y="0"/>
                  <a:pt x="38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8" name="Google Shape;7548;p36"/>
          <p:cNvSpPr/>
          <p:nvPr/>
        </p:nvSpPr>
        <p:spPr>
          <a:xfrm>
            <a:off x="8205745" y="1658125"/>
            <a:ext cx="48023" cy="24536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355" y="158"/>
                  <a:pt x="1198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49" name="Google Shape;7549;p36"/>
          <p:cNvSpPr/>
          <p:nvPr/>
        </p:nvSpPr>
        <p:spPr>
          <a:xfrm>
            <a:off x="7992502" y="1680494"/>
            <a:ext cx="48023" cy="24570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0" name="Google Shape;7550;p36"/>
          <p:cNvSpPr/>
          <p:nvPr/>
        </p:nvSpPr>
        <p:spPr>
          <a:xfrm>
            <a:off x="1416848" y="1206596"/>
            <a:ext cx="211143" cy="211143"/>
          </a:xfrm>
          <a:custGeom>
            <a:rect b="b" l="l" r="r" t="t"/>
            <a:pathLst>
              <a:path extrusionOk="0" h="6239" w="6239">
                <a:moveTo>
                  <a:pt x="3119" y="2079"/>
                </a:moveTo>
                <a:cubicBezTo>
                  <a:pt x="3529" y="2079"/>
                  <a:pt x="3844" y="2395"/>
                  <a:pt x="3844" y="2773"/>
                </a:cubicBezTo>
                <a:cubicBezTo>
                  <a:pt x="3844" y="3182"/>
                  <a:pt x="3529" y="3497"/>
                  <a:pt x="3119" y="3497"/>
                </a:cubicBezTo>
                <a:cubicBezTo>
                  <a:pt x="2741" y="3497"/>
                  <a:pt x="2426" y="3182"/>
                  <a:pt x="2426" y="2773"/>
                </a:cubicBezTo>
                <a:cubicBezTo>
                  <a:pt x="2426" y="2395"/>
                  <a:pt x="2741" y="2079"/>
                  <a:pt x="3119" y="2079"/>
                </a:cubicBezTo>
                <a:close/>
                <a:moveTo>
                  <a:pt x="3119" y="725"/>
                </a:moveTo>
                <a:cubicBezTo>
                  <a:pt x="4474" y="725"/>
                  <a:pt x="5577" y="1827"/>
                  <a:pt x="5577" y="3182"/>
                </a:cubicBezTo>
                <a:cubicBezTo>
                  <a:pt x="5577" y="3686"/>
                  <a:pt x="5388" y="4159"/>
                  <a:pt x="5136" y="4537"/>
                </a:cubicBezTo>
                <a:cubicBezTo>
                  <a:pt x="4884" y="4190"/>
                  <a:pt x="4537" y="3907"/>
                  <a:pt x="4191" y="3718"/>
                </a:cubicBezTo>
                <a:cubicBezTo>
                  <a:pt x="4411" y="3497"/>
                  <a:pt x="4537" y="3182"/>
                  <a:pt x="4537" y="2804"/>
                </a:cubicBezTo>
                <a:cubicBezTo>
                  <a:pt x="4537" y="2079"/>
                  <a:pt x="3907" y="1449"/>
                  <a:pt x="3151" y="1449"/>
                </a:cubicBezTo>
                <a:cubicBezTo>
                  <a:pt x="2426" y="1449"/>
                  <a:pt x="1796" y="2079"/>
                  <a:pt x="1796" y="2804"/>
                </a:cubicBezTo>
                <a:cubicBezTo>
                  <a:pt x="1796" y="3182"/>
                  <a:pt x="1891" y="3497"/>
                  <a:pt x="2143" y="3718"/>
                </a:cubicBezTo>
                <a:cubicBezTo>
                  <a:pt x="1733" y="3907"/>
                  <a:pt x="1418" y="4190"/>
                  <a:pt x="1198" y="4537"/>
                </a:cubicBezTo>
                <a:cubicBezTo>
                  <a:pt x="914" y="4159"/>
                  <a:pt x="756" y="3686"/>
                  <a:pt x="756" y="3182"/>
                </a:cubicBezTo>
                <a:cubicBezTo>
                  <a:pt x="662" y="1796"/>
                  <a:pt x="1796" y="725"/>
                  <a:pt x="3119" y="725"/>
                </a:cubicBezTo>
                <a:close/>
                <a:moveTo>
                  <a:pt x="3119" y="4190"/>
                </a:moveTo>
                <a:cubicBezTo>
                  <a:pt x="3749" y="4190"/>
                  <a:pt x="4317" y="4505"/>
                  <a:pt x="4632" y="5041"/>
                </a:cubicBezTo>
                <a:cubicBezTo>
                  <a:pt x="4222" y="5387"/>
                  <a:pt x="3686" y="5577"/>
                  <a:pt x="3119" y="5577"/>
                </a:cubicBezTo>
                <a:cubicBezTo>
                  <a:pt x="2584" y="5577"/>
                  <a:pt x="2017" y="5387"/>
                  <a:pt x="1639" y="5041"/>
                </a:cubicBezTo>
                <a:cubicBezTo>
                  <a:pt x="1954" y="4505"/>
                  <a:pt x="2489" y="4190"/>
                  <a:pt x="3119" y="4190"/>
                </a:cubicBezTo>
                <a:close/>
                <a:moveTo>
                  <a:pt x="3119" y="0"/>
                </a:moveTo>
                <a:cubicBezTo>
                  <a:pt x="1387" y="0"/>
                  <a:pt x="0" y="1418"/>
                  <a:pt x="0" y="3119"/>
                </a:cubicBezTo>
                <a:cubicBezTo>
                  <a:pt x="0" y="4852"/>
                  <a:pt x="1387" y="6238"/>
                  <a:pt x="3119" y="6238"/>
                </a:cubicBezTo>
                <a:cubicBezTo>
                  <a:pt x="4852" y="6238"/>
                  <a:pt x="6238" y="4820"/>
                  <a:pt x="6238" y="3119"/>
                </a:cubicBezTo>
                <a:cubicBezTo>
                  <a:pt x="6238" y="1386"/>
                  <a:pt x="4821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1" name="Google Shape;7551;p36"/>
          <p:cNvSpPr/>
          <p:nvPr/>
        </p:nvSpPr>
        <p:spPr>
          <a:xfrm>
            <a:off x="1320871" y="1112751"/>
            <a:ext cx="403064" cy="400932"/>
          </a:xfrm>
          <a:custGeom>
            <a:rect b="b" l="l" r="r" t="t"/>
            <a:pathLst>
              <a:path extrusionOk="0" h="11847" w="11910">
                <a:moveTo>
                  <a:pt x="6365" y="662"/>
                </a:moveTo>
                <a:lnTo>
                  <a:pt x="6522" y="1513"/>
                </a:lnTo>
                <a:cubicBezTo>
                  <a:pt x="6554" y="1702"/>
                  <a:pt x="6617" y="1765"/>
                  <a:pt x="6774" y="1797"/>
                </a:cubicBezTo>
                <a:cubicBezTo>
                  <a:pt x="7342" y="1923"/>
                  <a:pt x="7814" y="2112"/>
                  <a:pt x="8287" y="2427"/>
                </a:cubicBezTo>
                <a:cubicBezTo>
                  <a:pt x="8350" y="2474"/>
                  <a:pt x="8421" y="2498"/>
                  <a:pt x="8488" y="2498"/>
                </a:cubicBezTo>
                <a:cubicBezTo>
                  <a:pt x="8554" y="2498"/>
                  <a:pt x="8618" y="2474"/>
                  <a:pt x="8665" y="2427"/>
                </a:cubicBezTo>
                <a:lnTo>
                  <a:pt x="9389" y="1923"/>
                </a:lnTo>
                <a:lnTo>
                  <a:pt x="9925" y="2490"/>
                </a:lnTo>
                <a:lnTo>
                  <a:pt x="9421" y="3183"/>
                </a:lnTo>
                <a:cubicBezTo>
                  <a:pt x="9358" y="3309"/>
                  <a:pt x="9358" y="3466"/>
                  <a:pt x="9421" y="3592"/>
                </a:cubicBezTo>
                <a:cubicBezTo>
                  <a:pt x="9736" y="4065"/>
                  <a:pt x="9925" y="4537"/>
                  <a:pt x="10051" y="5073"/>
                </a:cubicBezTo>
                <a:cubicBezTo>
                  <a:pt x="10082" y="5231"/>
                  <a:pt x="10209" y="5294"/>
                  <a:pt x="10335" y="5357"/>
                </a:cubicBezTo>
                <a:lnTo>
                  <a:pt x="11185" y="5514"/>
                </a:lnTo>
                <a:lnTo>
                  <a:pt x="11185" y="6302"/>
                </a:lnTo>
                <a:lnTo>
                  <a:pt x="10335" y="6459"/>
                </a:lnTo>
                <a:cubicBezTo>
                  <a:pt x="10177" y="6491"/>
                  <a:pt x="10082" y="6585"/>
                  <a:pt x="10051" y="6743"/>
                </a:cubicBezTo>
                <a:cubicBezTo>
                  <a:pt x="9925" y="7278"/>
                  <a:pt x="9736" y="7751"/>
                  <a:pt x="9421" y="8224"/>
                </a:cubicBezTo>
                <a:cubicBezTo>
                  <a:pt x="9358" y="8350"/>
                  <a:pt x="9358" y="8507"/>
                  <a:pt x="9421" y="8633"/>
                </a:cubicBezTo>
                <a:lnTo>
                  <a:pt x="9925" y="9326"/>
                </a:lnTo>
                <a:lnTo>
                  <a:pt x="9389" y="9893"/>
                </a:lnTo>
                <a:lnTo>
                  <a:pt x="8665" y="9358"/>
                </a:lnTo>
                <a:cubicBezTo>
                  <a:pt x="8618" y="9326"/>
                  <a:pt x="8554" y="9310"/>
                  <a:pt x="8488" y="9310"/>
                </a:cubicBezTo>
                <a:cubicBezTo>
                  <a:pt x="8421" y="9310"/>
                  <a:pt x="8350" y="9326"/>
                  <a:pt x="8287" y="9358"/>
                </a:cubicBezTo>
                <a:cubicBezTo>
                  <a:pt x="7814" y="9673"/>
                  <a:pt x="7342" y="9893"/>
                  <a:pt x="6774" y="9988"/>
                </a:cubicBezTo>
                <a:cubicBezTo>
                  <a:pt x="6617" y="10051"/>
                  <a:pt x="6554" y="10145"/>
                  <a:pt x="6522" y="10271"/>
                </a:cubicBezTo>
                <a:lnTo>
                  <a:pt x="6365" y="11153"/>
                </a:lnTo>
                <a:lnTo>
                  <a:pt x="5577" y="11153"/>
                </a:lnTo>
                <a:lnTo>
                  <a:pt x="5420" y="10271"/>
                </a:lnTo>
                <a:cubicBezTo>
                  <a:pt x="5357" y="10114"/>
                  <a:pt x="5294" y="10051"/>
                  <a:pt x="5136" y="9988"/>
                </a:cubicBezTo>
                <a:cubicBezTo>
                  <a:pt x="4569" y="9893"/>
                  <a:pt x="4097" y="9673"/>
                  <a:pt x="3624" y="9358"/>
                </a:cubicBezTo>
                <a:cubicBezTo>
                  <a:pt x="3561" y="9326"/>
                  <a:pt x="3498" y="9310"/>
                  <a:pt x="3435" y="9310"/>
                </a:cubicBezTo>
                <a:cubicBezTo>
                  <a:pt x="3372" y="9310"/>
                  <a:pt x="3309" y="9326"/>
                  <a:pt x="3246" y="9358"/>
                </a:cubicBezTo>
                <a:lnTo>
                  <a:pt x="2521" y="9893"/>
                </a:lnTo>
                <a:lnTo>
                  <a:pt x="1986" y="9326"/>
                </a:lnTo>
                <a:lnTo>
                  <a:pt x="2490" y="8633"/>
                </a:lnTo>
                <a:cubicBezTo>
                  <a:pt x="2584" y="8507"/>
                  <a:pt x="2584" y="8350"/>
                  <a:pt x="2490" y="8224"/>
                </a:cubicBezTo>
                <a:cubicBezTo>
                  <a:pt x="2175" y="7751"/>
                  <a:pt x="1986" y="7278"/>
                  <a:pt x="1860" y="6743"/>
                </a:cubicBezTo>
                <a:cubicBezTo>
                  <a:pt x="1828" y="6585"/>
                  <a:pt x="1702" y="6491"/>
                  <a:pt x="1576" y="6459"/>
                </a:cubicBezTo>
                <a:lnTo>
                  <a:pt x="726" y="6302"/>
                </a:lnTo>
                <a:lnTo>
                  <a:pt x="726" y="5514"/>
                </a:lnTo>
                <a:lnTo>
                  <a:pt x="1576" y="5357"/>
                </a:lnTo>
                <a:cubicBezTo>
                  <a:pt x="1734" y="5325"/>
                  <a:pt x="1828" y="5231"/>
                  <a:pt x="1860" y="5073"/>
                </a:cubicBezTo>
                <a:cubicBezTo>
                  <a:pt x="1986" y="4506"/>
                  <a:pt x="2175" y="4065"/>
                  <a:pt x="2490" y="3592"/>
                </a:cubicBezTo>
                <a:cubicBezTo>
                  <a:pt x="2584" y="3466"/>
                  <a:pt x="2584" y="3309"/>
                  <a:pt x="2490" y="3183"/>
                </a:cubicBezTo>
                <a:lnTo>
                  <a:pt x="1986" y="2490"/>
                </a:lnTo>
                <a:lnTo>
                  <a:pt x="2521" y="1923"/>
                </a:lnTo>
                <a:lnTo>
                  <a:pt x="3246" y="2427"/>
                </a:lnTo>
                <a:cubicBezTo>
                  <a:pt x="3309" y="2474"/>
                  <a:pt x="3372" y="2498"/>
                  <a:pt x="3435" y="2498"/>
                </a:cubicBezTo>
                <a:cubicBezTo>
                  <a:pt x="3498" y="2498"/>
                  <a:pt x="3561" y="2474"/>
                  <a:pt x="3624" y="2427"/>
                </a:cubicBezTo>
                <a:cubicBezTo>
                  <a:pt x="4097" y="2112"/>
                  <a:pt x="4569" y="1923"/>
                  <a:pt x="5136" y="1797"/>
                </a:cubicBezTo>
                <a:cubicBezTo>
                  <a:pt x="5294" y="1765"/>
                  <a:pt x="5357" y="1639"/>
                  <a:pt x="5420" y="1513"/>
                </a:cubicBezTo>
                <a:lnTo>
                  <a:pt x="5577" y="662"/>
                </a:lnTo>
                <a:close/>
                <a:moveTo>
                  <a:pt x="5262" y="1"/>
                </a:moveTo>
                <a:cubicBezTo>
                  <a:pt x="5073" y="1"/>
                  <a:pt x="4916" y="127"/>
                  <a:pt x="4884" y="284"/>
                </a:cubicBezTo>
                <a:lnTo>
                  <a:pt x="4727" y="1166"/>
                </a:lnTo>
                <a:cubicBezTo>
                  <a:pt x="4254" y="1292"/>
                  <a:pt x="3813" y="1481"/>
                  <a:pt x="3435" y="1734"/>
                </a:cubicBezTo>
                <a:lnTo>
                  <a:pt x="2679" y="1229"/>
                </a:lnTo>
                <a:cubicBezTo>
                  <a:pt x="2610" y="1174"/>
                  <a:pt x="2541" y="1149"/>
                  <a:pt x="2474" y="1149"/>
                </a:cubicBezTo>
                <a:cubicBezTo>
                  <a:pt x="2389" y="1149"/>
                  <a:pt x="2309" y="1190"/>
                  <a:pt x="2238" y="1261"/>
                </a:cubicBezTo>
                <a:lnTo>
                  <a:pt x="1261" y="2238"/>
                </a:lnTo>
                <a:cubicBezTo>
                  <a:pt x="1135" y="2364"/>
                  <a:pt x="1135" y="2553"/>
                  <a:pt x="1230" y="2679"/>
                </a:cubicBezTo>
                <a:lnTo>
                  <a:pt x="1734" y="3435"/>
                </a:lnTo>
                <a:cubicBezTo>
                  <a:pt x="1513" y="3813"/>
                  <a:pt x="1324" y="4254"/>
                  <a:pt x="1198" y="4726"/>
                </a:cubicBezTo>
                <a:lnTo>
                  <a:pt x="284" y="4884"/>
                </a:lnTo>
                <a:cubicBezTo>
                  <a:pt x="127" y="4915"/>
                  <a:pt x="1" y="5042"/>
                  <a:pt x="1" y="5231"/>
                </a:cubicBezTo>
                <a:lnTo>
                  <a:pt x="1" y="6617"/>
                </a:lnTo>
                <a:cubicBezTo>
                  <a:pt x="64" y="6774"/>
                  <a:pt x="158" y="6932"/>
                  <a:pt x="316" y="6963"/>
                </a:cubicBezTo>
                <a:lnTo>
                  <a:pt x="1230" y="7121"/>
                </a:lnTo>
                <a:cubicBezTo>
                  <a:pt x="1356" y="7593"/>
                  <a:pt x="1545" y="8034"/>
                  <a:pt x="1797" y="8413"/>
                </a:cubicBezTo>
                <a:lnTo>
                  <a:pt x="1261" y="9169"/>
                </a:lnTo>
                <a:cubicBezTo>
                  <a:pt x="1167" y="9295"/>
                  <a:pt x="1198" y="9484"/>
                  <a:pt x="1324" y="9610"/>
                </a:cubicBezTo>
                <a:lnTo>
                  <a:pt x="2301" y="10586"/>
                </a:lnTo>
                <a:cubicBezTo>
                  <a:pt x="2368" y="10654"/>
                  <a:pt x="2454" y="10685"/>
                  <a:pt x="2533" y="10685"/>
                </a:cubicBezTo>
                <a:cubicBezTo>
                  <a:pt x="2602" y="10685"/>
                  <a:pt x="2666" y="10662"/>
                  <a:pt x="2710" y="10618"/>
                </a:cubicBezTo>
                <a:lnTo>
                  <a:pt x="3466" y="10114"/>
                </a:lnTo>
                <a:cubicBezTo>
                  <a:pt x="3876" y="10366"/>
                  <a:pt x="4286" y="10555"/>
                  <a:pt x="4790" y="10681"/>
                </a:cubicBezTo>
                <a:lnTo>
                  <a:pt x="4947" y="11563"/>
                </a:lnTo>
                <a:cubicBezTo>
                  <a:pt x="4979" y="11721"/>
                  <a:pt x="5105" y="11847"/>
                  <a:pt x="5294" y="11847"/>
                </a:cubicBezTo>
                <a:lnTo>
                  <a:pt x="6680" y="11847"/>
                </a:lnTo>
                <a:cubicBezTo>
                  <a:pt x="6837" y="11847"/>
                  <a:pt x="6995" y="11721"/>
                  <a:pt x="7027" y="11563"/>
                </a:cubicBezTo>
                <a:lnTo>
                  <a:pt x="7184" y="10681"/>
                </a:lnTo>
                <a:cubicBezTo>
                  <a:pt x="7657" y="10555"/>
                  <a:pt x="8098" y="10366"/>
                  <a:pt x="8476" y="10114"/>
                </a:cubicBezTo>
                <a:lnTo>
                  <a:pt x="9232" y="10618"/>
                </a:lnTo>
                <a:cubicBezTo>
                  <a:pt x="9301" y="10673"/>
                  <a:pt x="9370" y="10698"/>
                  <a:pt x="9436" y="10698"/>
                </a:cubicBezTo>
                <a:cubicBezTo>
                  <a:pt x="9521" y="10698"/>
                  <a:pt x="9602" y="10657"/>
                  <a:pt x="9673" y="10586"/>
                </a:cubicBezTo>
                <a:lnTo>
                  <a:pt x="10650" y="9610"/>
                </a:lnTo>
                <a:cubicBezTo>
                  <a:pt x="10776" y="9484"/>
                  <a:pt x="10776" y="9295"/>
                  <a:pt x="10681" y="9169"/>
                </a:cubicBezTo>
                <a:lnTo>
                  <a:pt x="10177" y="8413"/>
                </a:lnTo>
                <a:cubicBezTo>
                  <a:pt x="10398" y="8034"/>
                  <a:pt x="10618" y="7593"/>
                  <a:pt x="10713" y="7121"/>
                </a:cubicBezTo>
                <a:lnTo>
                  <a:pt x="11626" y="6963"/>
                </a:lnTo>
                <a:cubicBezTo>
                  <a:pt x="11784" y="6932"/>
                  <a:pt x="11910" y="6806"/>
                  <a:pt x="11910" y="6617"/>
                </a:cubicBezTo>
                <a:lnTo>
                  <a:pt x="11910" y="5231"/>
                </a:lnTo>
                <a:cubicBezTo>
                  <a:pt x="11910" y="5073"/>
                  <a:pt x="11784" y="4915"/>
                  <a:pt x="11626" y="4884"/>
                </a:cubicBezTo>
                <a:lnTo>
                  <a:pt x="10713" y="4726"/>
                </a:lnTo>
                <a:cubicBezTo>
                  <a:pt x="10618" y="4254"/>
                  <a:pt x="10398" y="3813"/>
                  <a:pt x="10177" y="3403"/>
                </a:cubicBezTo>
                <a:lnTo>
                  <a:pt x="10681" y="2679"/>
                </a:lnTo>
                <a:cubicBezTo>
                  <a:pt x="10807" y="2553"/>
                  <a:pt x="10776" y="2364"/>
                  <a:pt x="10650" y="2238"/>
                </a:cubicBezTo>
                <a:lnTo>
                  <a:pt x="9673" y="1261"/>
                </a:lnTo>
                <a:cubicBezTo>
                  <a:pt x="9605" y="1193"/>
                  <a:pt x="9520" y="1162"/>
                  <a:pt x="9435" y="1162"/>
                </a:cubicBezTo>
                <a:cubicBezTo>
                  <a:pt x="9362" y="1162"/>
                  <a:pt x="9290" y="1186"/>
                  <a:pt x="9232" y="1229"/>
                </a:cubicBezTo>
                <a:lnTo>
                  <a:pt x="8476" y="1734"/>
                </a:lnTo>
                <a:cubicBezTo>
                  <a:pt x="8098" y="1481"/>
                  <a:pt x="7657" y="1292"/>
                  <a:pt x="7184" y="1166"/>
                </a:cubicBezTo>
                <a:lnTo>
                  <a:pt x="6995" y="284"/>
                </a:lnTo>
                <a:cubicBezTo>
                  <a:pt x="6932" y="127"/>
                  <a:pt x="6837" y="1"/>
                  <a:pt x="6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2" name="Google Shape;7552;p36"/>
          <p:cNvSpPr/>
          <p:nvPr/>
        </p:nvSpPr>
        <p:spPr>
          <a:xfrm>
            <a:off x="1322446" y="1589876"/>
            <a:ext cx="399883" cy="396668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3" name="Google Shape;7553;p36"/>
          <p:cNvSpPr/>
          <p:nvPr/>
        </p:nvSpPr>
        <p:spPr>
          <a:xfrm>
            <a:off x="1320871" y="2102343"/>
            <a:ext cx="403064" cy="402760"/>
          </a:xfrm>
          <a:custGeom>
            <a:rect b="b" l="l" r="r" t="t"/>
            <a:pathLst>
              <a:path extrusionOk="0" h="11901" w="11910">
                <a:moveTo>
                  <a:pt x="10460" y="1418"/>
                </a:moveTo>
                <a:lnTo>
                  <a:pt x="10460" y="7719"/>
                </a:lnTo>
                <a:lnTo>
                  <a:pt x="1387" y="7719"/>
                </a:lnTo>
                <a:lnTo>
                  <a:pt x="1387" y="1418"/>
                </a:lnTo>
                <a:close/>
                <a:moveTo>
                  <a:pt x="5577" y="8380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380"/>
                </a:lnTo>
                <a:close/>
                <a:moveTo>
                  <a:pt x="6396" y="8380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380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47"/>
                </a:cubicBezTo>
                <a:lnTo>
                  <a:pt x="5608" y="725"/>
                </a:lnTo>
                <a:lnTo>
                  <a:pt x="378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78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89" y="7719"/>
                  <a:pt x="32" y="7876"/>
                  <a:pt x="32" y="8097"/>
                </a:cubicBezTo>
                <a:cubicBezTo>
                  <a:pt x="32" y="8286"/>
                  <a:pt x="189" y="8443"/>
                  <a:pt x="378" y="8443"/>
                </a:cubicBezTo>
                <a:lnTo>
                  <a:pt x="4758" y="8443"/>
                </a:lnTo>
                <a:lnTo>
                  <a:pt x="3560" y="11436"/>
                </a:lnTo>
                <a:cubicBezTo>
                  <a:pt x="3497" y="11625"/>
                  <a:pt x="3560" y="11814"/>
                  <a:pt x="3749" y="11877"/>
                </a:cubicBezTo>
                <a:cubicBezTo>
                  <a:pt x="3803" y="11893"/>
                  <a:pt x="3855" y="11901"/>
                  <a:pt x="3903" y="11901"/>
                </a:cubicBezTo>
                <a:cubicBezTo>
                  <a:pt x="4052" y="11901"/>
                  <a:pt x="4167" y="11824"/>
                  <a:pt x="4191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75" y="11184"/>
                  <a:pt x="6333" y="11027"/>
                  <a:pt x="6333" y="10838"/>
                </a:cubicBezTo>
                <a:lnTo>
                  <a:pt x="6333" y="9830"/>
                </a:lnTo>
                <a:lnTo>
                  <a:pt x="6995" y="9830"/>
                </a:lnTo>
                <a:lnTo>
                  <a:pt x="7751" y="11657"/>
                </a:lnTo>
                <a:cubicBezTo>
                  <a:pt x="7798" y="11824"/>
                  <a:pt x="7918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81" y="11783"/>
                  <a:pt x="8444" y="11594"/>
                  <a:pt x="8381" y="11436"/>
                </a:cubicBezTo>
                <a:lnTo>
                  <a:pt x="7184" y="8443"/>
                </a:lnTo>
                <a:lnTo>
                  <a:pt x="11563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63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63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63" y="725"/>
                </a:cubicBezTo>
                <a:lnTo>
                  <a:pt x="6301" y="725"/>
                </a:lnTo>
                <a:lnTo>
                  <a:pt x="6301" y="347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4" name="Google Shape;7554;p36"/>
          <p:cNvSpPr/>
          <p:nvPr/>
        </p:nvSpPr>
        <p:spPr>
          <a:xfrm>
            <a:off x="1391230" y="2270776"/>
            <a:ext cx="71475" cy="70426"/>
          </a:xfrm>
          <a:custGeom>
            <a:rect b="b" l="l" r="r" t="t"/>
            <a:pathLst>
              <a:path extrusionOk="0" h="2081" w="2112">
                <a:moveTo>
                  <a:pt x="1387" y="663"/>
                </a:moveTo>
                <a:lnTo>
                  <a:pt x="1387" y="1387"/>
                </a:lnTo>
                <a:lnTo>
                  <a:pt x="694" y="1387"/>
                </a:lnTo>
                <a:lnTo>
                  <a:pt x="694" y="663"/>
                </a:lnTo>
                <a:close/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734"/>
                </a:lnTo>
                <a:cubicBezTo>
                  <a:pt x="1" y="1923"/>
                  <a:pt x="158" y="2080"/>
                  <a:pt x="347" y="2080"/>
                </a:cubicBezTo>
                <a:lnTo>
                  <a:pt x="1765" y="2080"/>
                </a:lnTo>
                <a:cubicBezTo>
                  <a:pt x="1954" y="2080"/>
                  <a:pt x="2112" y="1923"/>
                  <a:pt x="2112" y="1734"/>
                </a:cubicBezTo>
                <a:lnTo>
                  <a:pt x="2112" y="347"/>
                </a:lnTo>
                <a:cubicBezTo>
                  <a:pt x="2112" y="158"/>
                  <a:pt x="1954" y="1"/>
                  <a:pt x="176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5" name="Google Shape;7555;p36"/>
          <p:cNvSpPr/>
          <p:nvPr/>
        </p:nvSpPr>
        <p:spPr>
          <a:xfrm>
            <a:off x="1486125" y="2222822"/>
            <a:ext cx="71475" cy="118381"/>
          </a:xfrm>
          <a:custGeom>
            <a:rect b="b" l="l" r="r" t="t"/>
            <a:pathLst>
              <a:path extrusionOk="0" h="3498" w="2112">
                <a:moveTo>
                  <a:pt x="1387" y="662"/>
                </a:moveTo>
                <a:lnTo>
                  <a:pt x="1387" y="2741"/>
                </a:lnTo>
                <a:lnTo>
                  <a:pt x="694" y="2741"/>
                </a:lnTo>
                <a:lnTo>
                  <a:pt x="694" y="662"/>
                </a:lnTo>
                <a:close/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3151"/>
                </a:lnTo>
                <a:cubicBezTo>
                  <a:pt x="1" y="3340"/>
                  <a:pt x="158" y="3497"/>
                  <a:pt x="379" y="3497"/>
                </a:cubicBezTo>
                <a:lnTo>
                  <a:pt x="1733" y="3497"/>
                </a:lnTo>
                <a:lnTo>
                  <a:pt x="1733" y="3466"/>
                </a:lnTo>
                <a:cubicBezTo>
                  <a:pt x="1954" y="3466"/>
                  <a:pt x="2112" y="3308"/>
                  <a:pt x="2112" y="3119"/>
                </a:cubicBezTo>
                <a:lnTo>
                  <a:pt x="2112" y="347"/>
                </a:lnTo>
                <a:cubicBezTo>
                  <a:pt x="2112" y="158"/>
                  <a:pt x="1954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6" name="Google Shape;7556;p36"/>
          <p:cNvSpPr/>
          <p:nvPr/>
        </p:nvSpPr>
        <p:spPr>
          <a:xfrm>
            <a:off x="1579970" y="2173750"/>
            <a:ext cx="71442" cy="166370"/>
          </a:xfrm>
          <a:custGeom>
            <a:rect b="b" l="l" r="r" t="t"/>
            <a:pathLst>
              <a:path extrusionOk="0" h="4916" w="2111">
                <a:moveTo>
                  <a:pt x="1418" y="726"/>
                </a:moveTo>
                <a:lnTo>
                  <a:pt x="1418" y="4254"/>
                </a:lnTo>
                <a:lnTo>
                  <a:pt x="725" y="4254"/>
                </a:lnTo>
                <a:lnTo>
                  <a:pt x="725" y="726"/>
                </a:lnTo>
                <a:close/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lnTo>
                  <a:pt x="0" y="4569"/>
                </a:lnTo>
                <a:cubicBezTo>
                  <a:pt x="0" y="4758"/>
                  <a:pt x="158" y="4916"/>
                  <a:pt x="347" y="4916"/>
                </a:cubicBezTo>
                <a:lnTo>
                  <a:pt x="1764" y="4916"/>
                </a:lnTo>
                <a:cubicBezTo>
                  <a:pt x="1953" y="4916"/>
                  <a:pt x="2111" y="4758"/>
                  <a:pt x="2111" y="4569"/>
                </a:cubicBezTo>
                <a:lnTo>
                  <a:pt x="2111" y="348"/>
                </a:lnTo>
                <a:cubicBezTo>
                  <a:pt x="2111" y="159"/>
                  <a:pt x="1953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7" name="Google Shape;7557;p36"/>
          <p:cNvSpPr/>
          <p:nvPr/>
        </p:nvSpPr>
        <p:spPr>
          <a:xfrm>
            <a:off x="3911959" y="1112763"/>
            <a:ext cx="310302" cy="400898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8" name="Google Shape;7558;p36"/>
          <p:cNvSpPr/>
          <p:nvPr/>
        </p:nvSpPr>
        <p:spPr>
          <a:xfrm>
            <a:off x="3857050" y="1588556"/>
            <a:ext cx="420121" cy="399308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59" name="Google Shape;7559;p36"/>
          <p:cNvSpPr/>
          <p:nvPr/>
        </p:nvSpPr>
        <p:spPr>
          <a:xfrm>
            <a:off x="3865578" y="2103267"/>
            <a:ext cx="403064" cy="400898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0" name="Google Shape;7560;p36"/>
          <p:cNvSpPr/>
          <p:nvPr/>
        </p:nvSpPr>
        <p:spPr>
          <a:xfrm>
            <a:off x="6491713" y="1184108"/>
            <a:ext cx="217540" cy="211110"/>
          </a:xfrm>
          <a:custGeom>
            <a:rect b="b" l="l" r="r" t="t"/>
            <a:pathLst>
              <a:path extrusionOk="0" h="6238" w="6428">
                <a:moveTo>
                  <a:pt x="3309" y="2079"/>
                </a:moveTo>
                <a:cubicBezTo>
                  <a:pt x="3718" y="2079"/>
                  <a:pt x="4033" y="2394"/>
                  <a:pt x="4033" y="2804"/>
                </a:cubicBezTo>
                <a:cubicBezTo>
                  <a:pt x="4033" y="3182"/>
                  <a:pt x="3718" y="3497"/>
                  <a:pt x="3309" y="3497"/>
                </a:cubicBezTo>
                <a:cubicBezTo>
                  <a:pt x="2931" y="3497"/>
                  <a:pt x="2616" y="3150"/>
                  <a:pt x="2616" y="2804"/>
                </a:cubicBezTo>
                <a:cubicBezTo>
                  <a:pt x="2616" y="2394"/>
                  <a:pt x="2931" y="2079"/>
                  <a:pt x="3309" y="2079"/>
                </a:cubicBezTo>
                <a:close/>
                <a:moveTo>
                  <a:pt x="3403" y="662"/>
                </a:moveTo>
                <a:cubicBezTo>
                  <a:pt x="4726" y="662"/>
                  <a:pt x="5798" y="1764"/>
                  <a:pt x="5798" y="3119"/>
                </a:cubicBezTo>
                <a:cubicBezTo>
                  <a:pt x="5703" y="3655"/>
                  <a:pt x="5546" y="4222"/>
                  <a:pt x="5199" y="4663"/>
                </a:cubicBezTo>
                <a:cubicBezTo>
                  <a:pt x="5010" y="4253"/>
                  <a:pt x="4726" y="3938"/>
                  <a:pt x="4348" y="3686"/>
                </a:cubicBezTo>
                <a:cubicBezTo>
                  <a:pt x="4569" y="3466"/>
                  <a:pt x="4726" y="3119"/>
                  <a:pt x="4726" y="2741"/>
                </a:cubicBezTo>
                <a:cubicBezTo>
                  <a:pt x="4726" y="2016"/>
                  <a:pt x="4096" y="1386"/>
                  <a:pt x="3340" y="1386"/>
                </a:cubicBezTo>
                <a:cubicBezTo>
                  <a:pt x="2616" y="1386"/>
                  <a:pt x="1986" y="2016"/>
                  <a:pt x="1986" y="2741"/>
                </a:cubicBezTo>
                <a:cubicBezTo>
                  <a:pt x="1986" y="3119"/>
                  <a:pt x="2143" y="3466"/>
                  <a:pt x="2364" y="3686"/>
                </a:cubicBezTo>
                <a:cubicBezTo>
                  <a:pt x="1986" y="3907"/>
                  <a:pt x="1702" y="4253"/>
                  <a:pt x="1513" y="4663"/>
                </a:cubicBezTo>
                <a:cubicBezTo>
                  <a:pt x="1072" y="4096"/>
                  <a:pt x="883" y="3434"/>
                  <a:pt x="977" y="2772"/>
                </a:cubicBezTo>
                <a:cubicBezTo>
                  <a:pt x="1135" y="1670"/>
                  <a:pt x="2143" y="662"/>
                  <a:pt x="3403" y="662"/>
                </a:cubicBezTo>
                <a:close/>
                <a:moveTo>
                  <a:pt x="3309" y="4190"/>
                </a:moveTo>
                <a:cubicBezTo>
                  <a:pt x="3939" y="4190"/>
                  <a:pt x="4443" y="4600"/>
                  <a:pt x="4663" y="5167"/>
                </a:cubicBezTo>
                <a:cubicBezTo>
                  <a:pt x="4254" y="5450"/>
                  <a:pt x="3781" y="5545"/>
                  <a:pt x="3309" y="5545"/>
                </a:cubicBezTo>
                <a:cubicBezTo>
                  <a:pt x="2836" y="5545"/>
                  <a:pt x="2364" y="5387"/>
                  <a:pt x="1986" y="5167"/>
                </a:cubicBezTo>
                <a:cubicBezTo>
                  <a:pt x="2143" y="4568"/>
                  <a:pt x="2679" y="4190"/>
                  <a:pt x="3309" y="4190"/>
                </a:cubicBezTo>
                <a:close/>
                <a:moveTo>
                  <a:pt x="3309" y="0"/>
                </a:moveTo>
                <a:cubicBezTo>
                  <a:pt x="1733" y="0"/>
                  <a:pt x="410" y="1229"/>
                  <a:pt x="253" y="2678"/>
                </a:cubicBezTo>
                <a:cubicBezTo>
                  <a:pt x="1" y="4600"/>
                  <a:pt x="1450" y="6238"/>
                  <a:pt x="3309" y="6238"/>
                </a:cubicBezTo>
                <a:cubicBezTo>
                  <a:pt x="5042" y="6238"/>
                  <a:pt x="6428" y="4820"/>
                  <a:pt x="6428" y="3119"/>
                </a:cubicBezTo>
                <a:cubicBezTo>
                  <a:pt x="6428" y="1418"/>
                  <a:pt x="5042" y="0"/>
                  <a:pt x="3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1" name="Google Shape;7561;p36"/>
          <p:cNvSpPr/>
          <p:nvPr/>
        </p:nvSpPr>
        <p:spPr>
          <a:xfrm>
            <a:off x="6400034" y="1113445"/>
            <a:ext cx="401981" cy="399545"/>
          </a:xfrm>
          <a:custGeom>
            <a:rect b="b" l="l" r="r" t="t"/>
            <a:pathLst>
              <a:path extrusionOk="0" h="11806" w="11878">
                <a:moveTo>
                  <a:pt x="6018" y="765"/>
                </a:moveTo>
                <a:lnTo>
                  <a:pt x="6868" y="1426"/>
                </a:lnTo>
                <a:cubicBezTo>
                  <a:pt x="6963" y="1458"/>
                  <a:pt x="7026" y="1489"/>
                  <a:pt x="7152" y="1489"/>
                </a:cubicBezTo>
                <a:lnTo>
                  <a:pt x="8223" y="1332"/>
                </a:lnTo>
                <a:lnTo>
                  <a:pt x="8664" y="2372"/>
                </a:lnTo>
                <a:cubicBezTo>
                  <a:pt x="8696" y="2435"/>
                  <a:pt x="8790" y="2529"/>
                  <a:pt x="8853" y="2561"/>
                </a:cubicBezTo>
                <a:lnTo>
                  <a:pt x="9893" y="2970"/>
                </a:lnTo>
                <a:lnTo>
                  <a:pt x="9735" y="4073"/>
                </a:lnTo>
                <a:cubicBezTo>
                  <a:pt x="9735" y="4136"/>
                  <a:pt x="9735" y="4262"/>
                  <a:pt x="9798" y="4325"/>
                </a:cubicBezTo>
                <a:lnTo>
                  <a:pt x="10460" y="5207"/>
                </a:lnTo>
                <a:lnTo>
                  <a:pt x="9798" y="6058"/>
                </a:lnTo>
                <a:cubicBezTo>
                  <a:pt x="9767" y="6152"/>
                  <a:pt x="9735" y="6215"/>
                  <a:pt x="9735" y="6341"/>
                </a:cubicBezTo>
                <a:lnTo>
                  <a:pt x="9893" y="7444"/>
                </a:lnTo>
                <a:lnTo>
                  <a:pt x="8853" y="7853"/>
                </a:lnTo>
                <a:cubicBezTo>
                  <a:pt x="8790" y="7885"/>
                  <a:pt x="8696" y="7948"/>
                  <a:pt x="8664" y="8042"/>
                </a:cubicBezTo>
                <a:lnTo>
                  <a:pt x="8255" y="9051"/>
                </a:lnTo>
                <a:lnTo>
                  <a:pt x="7120" y="8893"/>
                </a:lnTo>
                <a:cubicBezTo>
                  <a:pt x="7057" y="8893"/>
                  <a:pt x="6931" y="8893"/>
                  <a:pt x="6837" y="8988"/>
                </a:cubicBezTo>
                <a:lnTo>
                  <a:pt x="5986" y="9649"/>
                </a:lnTo>
                <a:lnTo>
                  <a:pt x="5104" y="8988"/>
                </a:lnTo>
                <a:cubicBezTo>
                  <a:pt x="5041" y="8925"/>
                  <a:pt x="5010" y="8893"/>
                  <a:pt x="4915" y="8893"/>
                </a:cubicBezTo>
                <a:lnTo>
                  <a:pt x="4884" y="8893"/>
                </a:lnTo>
                <a:lnTo>
                  <a:pt x="3781" y="9051"/>
                </a:lnTo>
                <a:lnTo>
                  <a:pt x="3371" y="8042"/>
                </a:lnTo>
                <a:cubicBezTo>
                  <a:pt x="3340" y="7948"/>
                  <a:pt x="3277" y="7885"/>
                  <a:pt x="3182" y="7853"/>
                </a:cubicBezTo>
                <a:lnTo>
                  <a:pt x="2143" y="7444"/>
                </a:lnTo>
                <a:lnTo>
                  <a:pt x="2300" y="6341"/>
                </a:lnTo>
                <a:cubicBezTo>
                  <a:pt x="2300" y="6278"/>
                  <a:pt x="2300" y="6152"/>
                  <a:pt x="2237" y="6058"/>
                </a:cubicBezTo>
                <a:lnTo>
                  <a:pt x="1576" y="5207"/>
                </a:lnTo>
                <a:lnTo>
                  <a:pt x="2237" y="4325"/>
                </a:lnTo>
                <a:cubicBezTo>
                  <a:pt x="2269" y="4262"/>
                  <a:pt x="2300" y="4167"/>
                  <a:pt x="2300" y="4073"/>
                </a:cubicBezTo>
                <a:lnTo>
                  <a:pt x="2143" y="2970"/>
                </a:lnTo>
                <a:lnTo>
                  <a:pt x="3182" y="2561"/>
                </a:lnTo>
                <a:cubicBezTo>
                  <a:pt x="3277" y="2529"/>
                  <a:pt x="3340" y="2435"/>
                  <a:pt x="3371" y="2372"/>
                </a:cubicBezTo>
                <a:lnTo>
                  <a:pt x="3812" y="1332"/>
                </a:lnTo>
                <a:lnTo>
                  <a:pt x="4884" y="1489"/>
                </a:lnTo>
                <a:cubicBezTo>
                  <a:pt x="4947" y="1489"/>
                  <a:pt x="5073" y="1489"/>
                  <a:pt x="5167" y="1426"/>
                </a:cubicBezTo>
                <a:lnTo>
                  <a:pt x="6018" y="765"/>
                </a:lnTo>
                <a:close/>
                <a:moveTo>
                  <a:pt x="2174" y="8168"/>
                </a:moveTo>
                <a:lnTo>
                  <a:pt x="2804" y="8420"/>
                </a:lnTo>
                <a:lnTo>
                  <a:pt x="3277" y="9586"/>
                </a:lnTo>
                <a:cubicBezTo>
                  <a:pt x="3308" y="9681"/>
                  <a:pt x="3434" y="9775"/>
                  <a:pt x="3529" y="9775"/>
                </a:cubicBezTo>
                <a:lnTo>
                  <a:pt x="2647" y="10720"/>
                </a:lnTo>
                <a:lnTo>
                  <a:pt x="2426" y="9649"/>
                </a:lnTo>
                <a:cubicBezTo>
                  <a:pt x="2395" y="9523"/>
                  <a:pt x="2332" y="9429"/>
                  <a:pt x="2174" y="9366"/>
                </a:cubicBezTo>
                <a:lnTo>
                  <a:pt x="1134" y="9177"/>
                </a:lnTo>
                <a:lnTo>
                  <a:pt x="2174" y="8168"/>
                </a:lnTo>
                <a:close/>
                <a:moveTo>
                  <a:pt x="9861" y="8105"/>
                </a:moveTo>
                <a:lnTo>
                  <a:pt x="10901" y="9145"/>
                </a:lnTo>
                <a:lnTo>
                  <a:pt x="9893" y="9366"/>
                </a:lnTo>
                <a:cubicBezTo>
                  <a:pt x="9767" y="9429"/>
                  <a:pt x="9641" y="9492"/>
                  <a:pt x="9609" y="9649"/>
                </a:cubicBezTo>
                <a:lnTo>
                  <a:pt x="9389" y="10720"/>
                </a:lnTo>
                <a:lnTo>
                  <a:pt x="8507" y="9712"/>
                </a:lnTo>
                <a:cubicBezTo>
                  <a:pt x="8601" y="9712"/>
                  <a:pt x="8727" y="9649"/>
                  <a:pt x="8759" y="9523"/>
                </a:cubicBezTo>
                <a:lnTo>
                  <a:pt x="9231" y="8389"/>
                </a:lnTo>
                <a:lnTo>
                  <a:pt x="9861" y="8105"/>
                </a:lnTo>
                <a:close/>
                <a:moveTo>
                  <a:pt x="6002" y="1"/>
                </a:moveTo>
                <a:cubicBezTo>
                  <a:pt x="5923" y="1"/>
                  <a:pt x="5844" y="24"/>
                  <a:pt x="5797" y="72"/>
                </a:cubicBezTo>
                <a:lnTo>
                  <a:pt x="4852" y="828"/>
                </a:lnTo>
                <a:lnTo>
                  <a:pt x="3623" y="670"/>
                </a:lnTo>
                <a:cubicBezTo>
                  <a:pt x="3607" y="667"/>
                  <a:pt x="3590" y="665"/>
                  <a:pt x="3573" y="665"/>
                </a:cubicBezTo>
                <a:cubicBezTo>
                  <a:pt x="3434" y="665"/>
                  <a:pt x="3305" y="775"/>
                  <a:pt x="3277" y="859"/>
                </a:cubicBezTo>
                <a:lnTo>
                  <a:pt x="2804" y="2025"/>
                </a:lnTo>
                <a:lnTo>
                  <a:pt x="1639" y="2498"/>
                </a:lnTo>
                <a:cubicBezTo>
                  <a:pt x="1481" y="2561"/>
                  <a:pt x="1418" y="2687"/>
                  <a:pt x="1450" y="2844"/>
                </a:cubicBezTo>
                <a:lnTo>
                  <a:pt x="1607" y="4073"/>
                </a:lnTo>
                <a:lnTo>
                  <a:pt x="851" y="5018"/>
                </a:lnTo>
                <a:cubicBezTo>
                  <a:pt x="788" y="5112"/>
                  <a:pt x="788" y="5333"/>
                  <a:pt x="851" y="5428"/>
                </a:cubicBezTo>
                <a:lnTo>
                  <a:pt x="1607" y="6373"/>
                </a:lnTo>
                <a:lnTo>
                  <a:pt x="1450" y="7601"/>
                </a:lnTo>
                <a:cubicBezTo>
                  <a:pt x="1450" y="7696"/>
                  <a:pt x="1450" y="7759"/>
                  <a:pt x="1481" y="7853"/>
                </a:cubicBezTo>
                <a:lnTo>
                  <a:pt x="189" y="9145"/>
                </a:lnTo>
                <a:cubicBezTo>
                  <a:pt x="0" y="9334"/>
                  <a:pt x="126" y="9649"/>
                  <a:pt x="347" y="9744"/>
                </a:cubicBezTo>
                <a:lnTo>
                  <a:pt x="1765" y="10059"/>
                </a:lnTo>
                <a:lnTo>
                  <a:pt x="2080" y="11539"/>
                </a:lnTo>
                <a:cubicBezTo>
                  <a:pt x="2099" y="11714"/>
                  <a:pt x="2250" y="11805"/>
                  <a:pt x="2407" y="11805"/>
                </a:cubicBezTo>
                <a:cubicBezTo>
                  <a:pt x="2505" y="11805"/>
                  <a:pt x="2606" y="11770"/>
                  <a:pt x="2678" y="11697"/>
                </a:cubicBezTo>
                <a:cubicBezTo>
                  <a:pt x="4410" y="9858"/>
                  <a:pt x="4587" y="9665"/>
                  <a:pt x="4601" y="9649"/>
                </a:cubicBezTo>
                <a:lnTo>
                  <a:pt x="4601" y="9649"/>
                </a:lnTo>
                <a:lnTo>
                  <a:pt x="4789" y="9618"/>
                </a:lnTo>
                <a:lnTo>
                  <a:pt x="5734" y="10374"/>
                </a:lnTo>
                <a:cubicBezTo>
                  <a:pt x="5829" y="10405"/>
                  <a:pt x="5860" y="10437"/>
                  <a:pt x="5955" y="10437"/>
                </a:cubicBezTo>
                <a:cubicBezTo>
                  <a:pt x="6018" y="10437"/>
                  <a:pt x="6112" y="10405"/>
                  <a:pt x="6144" y="10374"/>
                </a:cubicBezTo>
                <a:lnTo>
                  <a:pt x="7089" y="9618"/>
                </a:lnTo>
                <a:lnTo>
                  <a:pt x="7278" y="9649"/>
                </a:lnTo>
                <a:lnTo>
                  <a:pt x="9200" y="11697"/>
                </a:lnTo>
                <a:cubicBezTo>
                  <a:pt x="9284" y="11770"/>
                  <a:pt x="9388" y="11805"/>
                  <a:pt x="9485" y="11805"/>
                </a:cubicBezTo>
                <a:cubicBezTo>
                  <a:pt x="9640" y="11805"/>
                  <a:pt x="9779" y="11714"/>
                  <a:pt x="9798" y="11539"/>
                </a:cubicBezTo>
                <a:lnTo>
                  <a:pt x="10113" y="10059"/>
                </a:lnTo>
                <a:lnTo>
                  <a:pt x="11531" y="9744"/>
                </a:lnTo>
                <a:cubicBezTo>
                  <a:pt x="11815" y="9681"/>
                  <a:pt x="11878" y="9334"/>
                  <a:pt x="11689" y="9145"/>
                </a:cubicBezTo>
                <a:lnTo>
                  <a:pt x="10523" y="7853"/>
                </a:lnTo>
                <a:cubicBezTo>
                  <a:pt x="10554" y="7759"/>
                  <a:pt x="10586" y="7696"/>
                  <a:pt x="10554" y="7601"/>
                </a:cubicBezTo>
                <a:lnTo>
                  <a:pt x="10397" y="6373"/>
                </a:lnTo>
                <a:lnTo>
                  <a:pt x="11153" y="5428"/>
                </a:lnTo>
                <a:cubicBezTo>
                  <a:pt x="11216" y="5333"/>
                  <a:pt x="11216" y="5112"/>
                  <a:pt x="11153" y="5018"/>
                </a:cubicBezTo>
                <a:lnTo>
                  <a:pt x="10397" y="4073"/>
                </a:lnTo>
                <a:lnTo>
                  <a:pt x="10554" y="2844"/>
                </a:lnTo>
                <a:cubicBezTo>
                  <a:pt x="10586" y="2687"/>
                  <a:pt x="10460" y="2529"/>
                  <a:pt x="10365" y="2498"/>
                </a:cubicBezTo>
                <a:lnTo>
                  <a:pt x="9200" y="2025"/>
                </a:lnTo>
                <a:lnTo>
                  <a:pt x="8727" y="859"/>
                </a:lnTo>
                <a:cubicBezTo>
                  <a:pt x="8675" y="728"/>
                  <a:pt x="8578" y="662"/>
                  <a:pt x="8457" y="662"/>
                </a:cubicBezTo>
                <a:cubicBezTo>
                  <a:pt x="8432" y="662"/>
                  <a:pt x="8407" y="665"/>
                  <a:pt x="8381" y="670"/>
                </a:cubicBezTo>
                <a:lnTo>
                  <a:pt x="7152" y="828"/>
                </a:lnTo>
                <a:lnTo>
                  <a:pt x="6207" y="72"/>
                </a:lnTo>
                <a:cubicBezTo>
                  <a:pt x="6160" y="24"/>
                  <a:pt x="6081" y="1"/>
                  <a:pt x="600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2" name="Google Shape;7562;p36"/>
          <p:cNvSpPr/>
          <p:nvPr/>
        </p:nvSpPr>
        <p:spPr>
          <a:xfrm>
            <a:off x="6398428" y="1775406"/>
            <a:ext cx="403064" cy="189823"/>
          </a:xfrm>
          <a:custGeom>
            <a:rect b="b" l="l" r="r" t="t"/>
            <a:pathLst>
              <a:path extrusionOk="0" h="5609" w="11910">
                <a:moveTo>
                  <a:pt x="4569" y="1386"/>
                </a:moveTo>
                <a:cubicBezTo>
                  <a:pt x="4538" y="1575"/>
                  <a:pt x="4506" y="1828"/>
                  <a:pt x="4443" y="2111"/>
                </a:cubicBezTo>
                <a:lnTo>
                  <a:pt x="757" y="2111"/>
                </a:lnTo>
                <a:lnTo>
                  <a:pt x="757" y="1386"/>
                </a:lnTo>
                <a:close/>
                <a:moveTo>
                  <a:pt x="11185" y="1386"/>
                </a:moveTo>
                <a:lnTo>
                  <a:pt x="11185" y="2111"/>
                </a:lnTo>
                <a:lnTo>
                  <a:pt x="7530" y="2111"/>
                </a:lnTo>
                <a:cubicBezTo>
                  <a:pt x="7467" y="1828"/>
                  <a:pt x="7436" y="1575"/>
                  <a:pt x="7373" y="1386"/>
                </a:cubicBezTo>
                <a:close/>
                <a:moveTo>
                  <a:pt x="5955" y="725"/>
                </a:moveTo>
                <a:cubicBezTo>
                  <a:pt x="6270" y="725"/>
                  <a:pt x="6396" y="788"/>
                  <a:pt x="6491" y="1071"/>
                </a:cubicBezTo>
                <a:cubicBezTo>
                  <a:pt x="6743" y="1639"/>
                  <a:pt x="6900" y="2804"/>
                  <a:pt x="7247" y="4852"/>
                </a:cubicBezTo>
                <a:lnTo>
                  <a:pt x="4664" y="4852"/>
                </a:lnTo>
                <a:cubicBezTo>
                  <a:pt x="5010" y="2804"/>
                  <a:pt x="5168" y="1639"/>
                  <a:pt x="5388" y="1071"/>
                </a:cubicBezTo>
                <a:cubicBezTo>
                  <a:pt x="5514" y="788"/>
                  <a:pt x="5640" y="725"/>
                  <a:pt x="5955" y="725"/>
                </a:cubicBezTo>
                <a:close/>
                <a:moveTo>
                  <a:pt x="5955" y="0"/>
                </a:moveTo>
                <a:cubicBezTo>
                  <a:pt x="5357" y="0"/>
                  <a:pt x="5010" y="221"/>
                  <a:pt x="4758" y="725"/>
                </a:cubicBezTo>
                <a:lnTo>
                  <a:pt x="347" y="725"/>
                </a:lnTo>
                <a:cubicBezTo>
                  <a:pt x="158" y="725"/>
                  <a:pt x="1" y="882"/>
                  <a:pt x="1" y="1071"/>
                </a:cubicBezTo>
                <a:lnTo>
                  <a:pt x="1" y="2458"/>
                </a:lnTo>
                <a:cubicBezTo>
                  <a:pt x="1" y="2647"/>
                  <a:pt x="158" y="2804"/>
                  <a:pt x="347" y="2804"/>
                </a:cubicBezTo>
                <a:lnTo>
                  <a:pt x="4254" y="2804"/>
                </a:lnTo>
                <a:cubicBezTo>
                  <a:pt x="4191" y="3371"/>
                  <a:pt x="4065" y="4064"/>
                  <a:pt x="3907" y="4884"/>
                </a:cubicBezTo>
                <a:lnTo>
                  <a:pt x="3498" y="4884"/>
                </a:lnTo>
                <a:cubicBezTo>
                  <a:pt x="3309" y="4884"/>
                  <a:pt x="3151" y="5041"/>
                  <a:pt x="3151" y="5262"/>
                </a:cubicBezTo>
                <a:cubicBezTo>
                  <a:pt x="3151" y="5451"/>
                  <a:pt x="3309" y="5608"/>
                  <a:pt x="3498" y="5608"/>
                </a:cubicBezTo>
                <a:lnTo>
                  <a:pt x="8350" y="5608"/>
                </a:lnTo>
                <a:cubicBezTo>
                  <a:pt x="8539" y="5608"/>
                  <a:pt x="8696" y="5451"/>
                  <a:pt x="8696" y="5262"/>
                </a:cubicBezTo>
                <a:cubicBezTo>
                  <a:pt x="8696" y="5041"/>
                  <a:pt x="8539" y="4884"/>
                  <a:pt x="8350" y="4884"/>
                </a:cubicBezTo>
                <a:lnTo>
                  <a:pt x="7972" y="4884"/>
                </a:lnTo>
                <a:cubicBezTo>
                  <a:pt x="7814" y="4064"/>
                  <a:pt x="7688" y="3403"/>
                  <a:pt x="7593" y="2804"/>
                </a:cubicBezTo>
                <a:lnTo>
                  <a:pt x="11500" y="2804"/>
                </a:lnTo>
                <a:cubicBezTo>
                  <a:pt x="11689" y="2804"/>
                  <a:pt x="11847" y="2647"/>
                  <a:pt x="11847" y="2458"/>
                </a:cubicBezTo>
                <a:lnTo>
                  <a:pt x="11847" y="1071"/>
                </a:lnTo>
                <a:cubicBezTo>
                  <a:pt x="11910" y="882"/>
                  <a:pt x="11752" y="725"/>
                  <a:pt x="11532" y="725"/>
                </a:cubicBezTo>
                <a:lnTo>
                  <a:pt x="7121" y="725"/>
                </a:lnTo>
                <a:cubicBezTo>
                  <a:pt x="6900" y="252"/>
                  <a:pt x="655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3" name="Google Shape;7563;p36"/>
          <p:cNvSpPr/>
          <p:nvPr/>
        </p:nvSpPr>
        <p:spPr>
          <a:xfrm>
            <a:off x="6662873" y="1611202"/>
            <a:ext cx="140751" cy="164238"/>
          </a:xfrm>
          <a:custGeom>
            <a:rect b="b" l="l" r="r" t="t"/>
            <a:pathLst>
              <a:path extrusionOk="0" h="4853" w="4159">
                <a:moveTo>
                  <a:pt x="1985" y="725"/>
                </a:moveTo>
                <a:cubicBezTo>
                  <a:pt x="2394" y="725"/>
                  <a:pt x="2709" y="1040"/>
                  <a:pt x="2709" y="1450"/>
                </a:cubicBezTo>
                <a:cubicBezTo>
                  <a:pt x="2709" y="1828"/>
                  <a:pt x="2394" y="2143"/>
                  <a:pt x="1985" y="2143"/>
                </a:cubicBezTo>
                <a:cubicBezTo>
                  <a:pt x="1607" y="2143"/>
                  <a:pt x="1292" y="1828"/>
                  <a:pt x="1292" y="1450"/>
                </a:cubicBezTo>
                <a:cubicBezTo>
                  <a:pt x="1292" y="1040"/>
                  <a:pt x="1638" y="725"/>
                  <a:pt x="1985" y="725"/>
                </a:cubicBezTo>
                <a:close/>
                <a:moveTo>
                  <a:pt x="1985" y="2804"/>
                </a:moveTo>
                <a:cubicBezTo>
                  <a:pt x="2741" y="2804"/>
                  <a:pt x="3371" y="3435"/>
                  <a:pt x="3371" y="4191"/>
                </a:cubicBezTo>
                <a:lnTo>
                  <a:pt x="630" y="4191"/>
                </a:lnTo>
                <a:cubicBezTo>
                  <a:pt x="630" y="3435"/>
                  <a:pt x="1260" y="2804"/>
                  <a:pt x="1985" y="2804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65"/>
                  <a:pt x="819" y="2111"/>
                  <a:pt x="1040" y="2332"/>
                </a:cubicBezTo>
                <a:cubicBezTo>
                  <a:pt x="410" y="2710"/>
                  <a:pt x="0" y="3372"/>
                  <a:pt x="0" y="4159"/>
                </a:cubicBezTo>
                <a:lnTo>
                  <a:pt x="0" y="4506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506"/>
                </a:cubicBezTo>
                <a:lnTo>
                  <a:pt x="4159" y="4159"/>
                </a:lnTo>
                <a:cubicBezTo>
                  <a:pt x="4096" y="3403"/>
                  <a:pt x="3655" y="2710"/>
                  <a:pt x="3025" y="2332"/>
                </a:cubicBezTo>
                <a:cubicBezTo>
                  <a:pt x="3245" y="2111"/>
                  <a:pt x="3403" y="1765"/>
                  <a:pt x="3403" y="1387"/>
                </a:cubicBezTo>
                <a:cubicBezTo>
                  <a:pt x="3403" y="631"/>
                  <a:pt x="2772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4" name="Google Shape;7564;p36"/>
          <p:cNvSpPr/>
          <p:nvPr/>
        </p:nvSpPr>
        <p:spPr>
          <a:xfrm>
            <a:off x="6401642" y="1613334"/>
            <a:ext cx="140751" cy="164238"/>
          </a:xfrm>
          <a:custGeom>
            <a:rect b="b" l="l" r="r" t="t"/>
            <a:pathLst>
              <a:path extrusionOk="0" h="4853" w="4159">
                <a:moveTo>
                  <a:pt x="2048" y="662"/>
                </a:moveTo>
                <a:cubicBezTo>
                  <a:pt x="2426" y="662"/>
                  <a:pt x="2741" y="977"/>
                  <a:pt x="2741" y="1387"/>
                </a:cubicBezTo>
                <a:cubicBezTo>
                  <a:pt x="2741" y="1765"/>
                  <a:pt x="2426" y="2080"/>
                  <a:pt x="2048" y="2080"/>
                </a:cubicBezTo>
                <a:cubicBezTo>
                  <a:pt x="1639" y="2080"/>
                  <a:pt x="1324" y="1765"/>
                  <a:pt x="1324" y="1387"/>
                </a:cubicBezTo>
                <a:cubicBezTo>
                  <a:pt x="1324" y="977"/>
                  <a:pt x="1670" y="662"/>
                  <a:pt x="2048" y="662"/>
                </a:cubicBezTo>
                <a:close/>
                <a:moveTo>
                  <a:pt x="2048" y="2710"/>
                </a:moveTo>
                <a:cubicBezTo>
                  <a:pt x="2773" y="2710"/>
                  <a:pt x="3403" y="3340"/>
                  <a:pt x="3403" y="4096"/>
                </a:cubicBezTo>
                <a:lnTo>
                  <a:pt x="662" y="4096"/>
                </a:lnTo>
                <a:cubicBezTo>
                  <a:pt x="662" y="3340"/>
                  <a:pt x="1292" y="2710"/>
                  <a:pt x="2048" y="2710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33"/>
                  <a:pt x="882" y="2080"/>
                  <a:pt x="1134" y="2332"/>
                </a:cubicBezTo>
                <a:cubicBezTo>
                  <a:pt x="410" y="2647"/>
                  <a:pt x="0" y="3340"/>
                  <a:pt x="0" y="4128"/>
                </a:cubicBezTo>
                <a:lnTo>
                  <a:pt x="0" y="4474"/>
                </a:lnTo>
                <a:cubicBezTo>
                  <a:pt x="0" y="4695"/>
                  <a:pt x="158" y="4852"/>
                  <a:pt x="347" y="4852"/>
                </a:cubicBezTo>
                <a:lnTo>
                  <a:pt x="3812" y="4852"/>
                </a:lnTo>
                <a:cubicBezTo>
                  <a:pt x="4001" y="4852"/>
                  <a:pt x="4159" y="4695"/>
                  <a:pt x="4159" y="4474"/>
                </a:cubicBezTo>
                <a:lnTo>
                  <a:pt x="4159" y="4128"/>
                </a:lnTo>
                <a:cubicBezTo>
                  <a:pt x="4159" y="3340"/>
                  <a:pt x="3718" y="2678"/>
                  <a:pt x="3088" y="2332"/>
                </a:cubicBezTo>
                <a:cubicBezTo>
                  <a:pt x="3340" y="2080"/>
                  <a:pt x="3497" y="1733"/>
                  <a:pt x="3497" y="1387"/>
                </a:cubicBezTo>
                <a:cubicBezTo>
                  <a:pt x="3497" y="631"/>
                  <a:pt x="2867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5" name="Google Shape;7565;p36"/>
          <p:cNvSpPr/>
          <p:nvPr/>
        </p:nvSpPr>
        <p:spPr>
          <a:xfrm>
            <a:off x="6489002" y="2102726"/>
            <a:ext cx="223936" cy="40198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6" name="Google Shape;7566;p36"/>
          <p:cNvSpPr/>
          <p:nvPr/>
        </p:nvSpPr>
        <p:spPr>
          <a:xfrm>
            <a:off x="7921586" y="2103797"/>
            <a:ext cx="307087" cy="399849"/>
          </a:xfrm>
          <a:custGeom>
            <a:rect b="b" l="l" r="r" t="t"/>
            <a:pathLst>
              <a:path extrusionOk="0" h="11815" w="9074">
                <a:moveTo>
                  <a:pt x="4537" y="725"/>
                </a:moveTo>
                <a:cubicBezTo>
                  <a:pt x="4758" y="725"/>
                  <a:pt x="4915" y="882"/>
                  <a:pt x="4915" y="1071"/>
                </a:cubicBezTo>
                <a:cubicBezTo>
                  <a:pt x="4915" y="1260"/>
                  <a:pt x="5073" y="1418"/>
                  <a:pt x="5262" y="1418"/>
                </a:cubicBezTo>
                <a:lnTo>
                  <a:pt x="5955" y="1418"/>
                </a:lnTo>
                <a:cubicBezTo>
                  <a:pt x="6175" y="1418"/>
                  <a:pt x="6333" y="1575"/>
                  <a:pt x="6333" y="1796"/>
                </a:cubicBezTo>
                <a:cubicBezTo>
                  <a:pt x="6333" y="1985"/>
                  <a:pt x="6175" y="2142"/>
                  <a:pt x="5955" y="2142"/>
                </a:cubicBezTo>
                <a:lnTo>
                  <a:pt x="3119" y="2142"/>
                </a:lnTo>
                <a:cubicBezTo>
                  <a:pt x="2930" y="2142"/>
                  <a:pt x="2773" y="1985"/>
                  <a:pt x="2773" y="1796"/>
                </a:cubicBezTo>
                <a:cubicBezTo>
                  <a:pt x="2773" y="1575"/>
                  <a:pt x="2930" y="1418"/>
                  <a:pt x="3151" y="1418"/>
                </a:cubicBezTo>
                <a:lnTo>
                  <a:pt x="3844" y="1418"/>
                </a:lnTo>
                <a:cubicBezTo>
                  <a:pt x="4033" y="1418"/>
                  <a:pt x="4191" y="1260"/>
                  <a:pt x="4191" y="1071"/>
                </a:cubicBezTo>
                <a:cubicBezTo>
                  <a:pt x="4191" y="882"/>
                  <a:pt x="4348" y="725"/>
                  <a:pt x="4537" y="725"/>
                </a:cubicBezTo>
                <a:close/>
                <a:moveTo>
                  <a:pt x="8066" y="2111"/>
                </a:moveTo>
                <a:cubicBezTo>
                  <a:pt x="8255" y="2111"/>
                  <a:pt x="8412" y="2268"/>
                  <a:pt x="8412" y="2458"/>
                </a:cubicBezTo>
                <a:lnTo>
                  <a:pt x="8412" y="10806"/>
                </a:lnTo>
                <a:lnTo>
                  <a:pt x="8381" y="10806"/>
                </a:lnTo>
                <a:cubicBezTo>
                  <a:pt x="8381" y="10995"/>
                  <a:pt x="8223" y="11153"/>
                  <a:pt x="8034" y="11153"/>
                </a:cubicBezTo>
                <a:lnTo>
                  <a:pt x="1040" y="11153"/>
                </a:lnTo>
                <a:cubicBezTo>
                  <a:pt x="851" y="11153"/>
                  <a:pt x="693" y="10995"/>
                  <a:pt x="693" y="10806"/>
                </a:cubicBezTo>
                <a:lnTo>
                  <a:pt x="693" y="2458"/>
                </a:lnTo>
                <a:cubicBezTo>
                  <a:pt x="693" y="2268"/>
                  <a:pt x="851" y="2111"/>
                  <a:pt x="1040" y="2111"/>
                </a:cubicBezTo>
                <a:lnTo>
                  <a:pt x="2143" y="2111"/>
                </a:lnTo>
                <a:cubicBezTo>
                  <a:pt x="2300" y="2489"/>
                  <a:pt x="2647" y="2804"/>
                  <a:pt x="3119" y="2804"/>
                </a:cubicBezTo>
                <a:lnTo>
                  <a:pt x="5986" y="2804"/>
                </a:lnTo>
                <a:cubicBezTo>
                  <a:pt x="6396" y="2804"/>
                  <a:pt x="6805" y="2521"/>
                  <a:pt x="6963" y="2111"/>
                </a:cubicBezTo>
                <a:close/>
                <a:moveTo>
                  <a:pt x="4506" y="0"/>
                </a:moveTo>
                <a:cubicBezTo>
                  <a:pt x="4096" y="0"/>
                  <a:pt x="3686" y="284"/>
                  <a:pt x="3529" y="725"/>
                </a:cubicBezTo>
                <a:lnTo>
                  <a:pt x="3088" y="725"/>
                </a:lnTo>
                <a:cubicBezTo>
                  <a:pt x="2678" y="725"/>
                  <a:pt x="2269" y="1008"/>
                  <a:pt x="2111" y="1418"/>
                </a:cubicBezTo>
                <a:lnTo>
                  <a:pt x="1009" y="1418"/>
                </a:lnTo>
                <a:cubicBezTo>
                  <a:pt x="410" y="1418"/>
                  <a:pt x="0" y="1890"/>
                  <a:pt x="0" y="2458"/>
                </a:cubicBezTo>
                <a:lnTo>
                  <a:pt x="0" y="10806"/>
                </a:lnTo>
                <a:cubicBezTo>
                  <a:pt x="0" y="11405"/>
                  <a:pt x="473" y="11814"/>
                  <a:pt x="1009" y="11814"/>
                </a:cubicBezTo>
                <a:lnTo>
                  <a:pt x="7971" y="11814"/>
                </a:lnTo>
                <a:cubicBezTo>
                  <a:pt x="8570" y="11814"/>
                  <a:pt x="9011" y="11342"/>
                  <a:pt x="9011" y="10806"/>
                </a:cubicBezTo>
                <a:lnTo>
                  <a:pt x="9011" y="2458"/>
                </a:lnTo>
                <a:cubicBezTo>
                  <a:pt x="9074" y="1859"/>
                  <a:pt x="8601" y="1418"/>
                  <a:pt x="8034" y="1418"/>
                </a:cubicBezTo>
                <a:lnTo>
                  <a:pt x="6931" y="1418"/>
                </a:lnTo>
                <a:cubicBezTo>
                  <a:pt x="6774" y="1040"/>
                  <a:pt x="6396" y="725"/>
                  <a:pt x="5923" y="725"/>
                </a:cubicBezTo>
                <a:lnTo>
                  <a:pt x="5545" y="725"/>
                </a:lnTo>
                <a:cubicBezTo>
                  <a:pt x="5514" y="567"/>
                  <a:pt x="5388" y="441"/>
                  <a:pt x="5262" y="315"/>
                </a:cubicBezTo>
                <a:cubicBezTo>
                  <a:pt x="5073" y="126"/>
                  <a:pt x="4789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7" name="Google Shape;7567;p36"/>
          <p:cNvSpPr/>
          <p:nvPr/>
        </p:nvSpPr>
        <p:spPr>
          <a:xfrm>
            <a:off x="7967442" y="2225326"/>
            <a:ext cx="71442" cy="67211"/>
          </a:xfrm>
          <a:custGeom>
            <a:rect b="b" l="l" r="r" t="t"/>
            <a:pathLst>
              <a:path extrusionOk="0" h="1986" w="2111">
                <a:moveTo>
                  <a:pt x="406" y="1"/>
                </a:moveTo>
                <a:cubicBezTo>
                  <a:pt x="315" y="1"/>
                  <a:pt x="221" y="32"/>
                  <a:pt x="158" y="95"/>
                </a:cubicBezTo>
                <a:cubicBezTo>
                  <a:pt x="63" y="190"/>
                  <a:pt x="63" y="442"/>
                  <a:pt x="158" y="568"/>
                </a:cubicBezTo>
                <a:lnTo>
                  <a:pt x="599" y="977"/>
                </a:lnTo>
                <a:lnTo>
                  <a:pt x="158" y="1418"/>
                </a:lnTo>
                <a:cubicBezTo>
                  <a:pt x="0" y="1544"/>
                  <a:pt x="0" y="1733"/>
                  <a:pt x="158" y="1891"/>
                </a:cubicBezTo>
                <a:cubicBezTo>
                  <a:pt x="221" y="1954"/>
                  <a:pt x="315" y="1985"/>
                  <a:pt x="406" y="1985"/>
                </a:cubicBezTo>
                <a:cubicBezTo>
                  <a:pt x="496" y="1985"/>
                  <a:pt x="583" y="1954"/>
                  <a:pt x="630" y="1891"/>
                </a:cubicBezTo>
                <a:lnTo>
                  <a:pt x="1071" y="1450"/>
                </a:lnTo>
                <a:lnTo>
                  <a:pt x="1512" y="1891"/>
                </a:lnTo>
                <a:cubicBezTo>
                  <a:pt x="1575" y="1954"/>
                  <a:pt x="1662" y="1985"/>
                  <a:pt x="1749" y="1985"/>
                </a:cubicBezTo>
                <a:cubicBezTo>
                  <a:pt x="1835" y="1985"/>
                  <a:pt x="1922" y="1954"/>
                  <a:pt x="1985" y="1891"/>
                </a:cubicBezTo>
                <a:cubicBezTo>
                  <a:pt x="2111" y="1765"/>
                  <a:pt x="2111" y="1544"/>
                  <a:pt x="1985" y="1418"/>
                </a:cubicBezTo>
                <a:lnTo>
                  <a:pt x="1544" y="977"/>
                </a:lnTo>
                <a:lnTo>
                  <a:pt x="1985" y="568"/>
                </a:lnTo>
                <a:cubicBezTo>
                  <a:pt x="2111" y="442"/>
                  <a:pt x="2111" y="190"/>
                  <a:pt x="1985" y="95"/>
                </a:cubicBezTo>
                <a:cubicBezTo>
                  <a:pt x="1922" y="32"/>
                  <a:pt x="1835" y="1"/>
                  <a:pt x="1749" y="1"/>
                </a:cubicBezTo>
                <a:cubicBezTo>
                  <a:pt x="1662" y="1"/>
                  <a:pt x="1575" y="32"/>
                  <a:pt x="1512" y="95"/>
                </a:cubicBezTo>
                <a:lnTo>
                  <a:pt x="1071" y="505"/>
                </a:lnTo>
                <a:lnTo>
                  <a:pt x="630" y="95"/>
                </a:lnTo>
                <a:cubicBezTo>
                  <a:pt x="583" y="32"/>
                  <a:pt x="496" y="1"/>
                  <a:pt x="4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8" name="Google Shape;7568;p36"/>
          <p:cNvSpPr/>
          <p:nvPr/>
        </p:nvSpPr>
        <p:spPr>
          <a:xfrm>
            <a:off x="8112424" y="2387398"/>
            <a:ext cx="69343" cy="67211"/>
          </a:xfrm>
          <a:custGeom>
            <a:rect b="b" l="l" r="r" t="t"/>
            <a:pathLst>
              <a:path extrusionOk="0" h="1986" w="2049">
                <a:moveTo>
                  <a:pt x="363" y="0"/>
                </a:moveTo>
                <a:cubicBezTo>
                  <a:pt x="276" y="0"/>
                  <a:pt x="190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lnTo>
                  <a:pt x="568" y="1009"/>
                </a:lnTo>
                <a:lnTo>
                  <a:pt x="127" y="1450"/>
                </a:lnTo>
                <a:cubicBezTo>
                  <a:pt x="1" y="1544"/>
                  <a:pt x="1" y="1796"/>
                  <a:pt x="127" y="1891"/>
                </a:cubicBezTo>
                <a:cubicBezTo>
                  <a:pt x="190" y="1954"/>
                  <a:pt x="276" y="1985"/>
                  <a:pt x="363" y="1985"/>
                </a:cubicBezTo>
                <a:cubicBezTo>
                  <a:pt x="450" y="1985"/>
                  <a:pt x="536" y="1954"/>
                  <a:pt x="599" y="1891"/>
                </a:cubicBezTo>
                <a:lnTo>
                  <a:pt x="1040" y="1481"/>
                </a:lnTo>
                <a:lnTo>
                  <a:pt x="1481" y="1891"/>
                </a:lnTo>
                <a:cubicBezTo>
                  <a:pt x="1529" y="1954"/>
                  <a:pt x="1615" y="1985"/>
                  <a:pt x="1706" y="1985"/>
                </a:cubicBezTo>
                <a:cubicBezTo>
                  <a:pt x="1797" y="1985"/>
                  <a:pt x="1891" y="1954"/>
                  <a:pt x="1954" y="1891"/>
                </a:cubicBezTo>
                <a:cubicBezTo>
                  <a:pt x="2049" y="1796"/>
                  <a:pt x="2049" y="1544"/>
                  <a:pt x="1954" y="1450"/>
                </a:cubicBezTo>
                <a:lnTo>
                  <a:pt x="1513" y="1009"/>
                </a:lnTo>
                <a:lnTo>
                  <a:pt x="1954" y="567"/>
                </a:lnTo>
                <a:cubicBezTo>
                  <a:pt x="2049" y="441"/>
                  <a:pt x="2049" y="252"/>
                  <a:pt x="1954" y="95"/>
                </a:cubicBezTo>
                <a:cubicBezTo>
                  <a:pt x="1891" y="32"/>
                  <a:pt x="1804" y="0"/>
                  <a:pt x="1718" y="0"/>
                </a:cubicBezTo>
                <a:cubicBezTo>
                  <a:pt x="1631" y="0"/>
                  <a:pt x="1544" y="32"/>
                  <a:pt x="1481" y="95"/>
                </a:cubicBezTo>
                <a:lnTo>
                  <a:pt x="1040" y="536"/>
                </a:lnTo>
                <a:lnTo>
                  <a:pt x="599" y="95"/>
                </a:lnTo>
                <a:cubicBezTo>
                  <a:pt x="536" y="32"/>
                  <a:pt x="450" y="0"/>
                  <a:pt x="3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69" name="Google Shape;7569;p36"/>
          <p:cNvSpPr/>
          <p:nvPr/>
        </p:nvSpPr>
        <p:spPr>
          <a:xfrm>
            <a:off x="7966359" y="2221061"/>
            <a:ext cx="212226" cy="236729"/>
          </a:xfrm>
          <a:custGeom>
            <a:rect b="b" l="l" r="r" t="t"/>
            <a:pathLst>
              <a:path extrusionOk="0" h="6994" w="6271">
                <a:moveTo>
                  <a:pt x="1103" y="5609"/>
                </a:moveTo>
                <a:cubicBezTo>
                  <a:pt x="1292" y="5609"/>
                  <a:pt x="1450" y="5766"/>
                  <a:pt x="1450" y="5955"/>
                </a:cubicBezTo>
                <a:cubicBezTo>
                  <a:pt x="1450" y="6144"/>
                  <a:pt x="1292" y="6302"/>
                  <a:pt x="1103" y="6302"/>
                </a:cubicBezTo>
                <a:cubicBezTo>
                  <a:pt x="914" y="6302"/>
                  <a:pt x="757" y="6144"/>
                  <a:pt x="757" y="5955"/>
                </a:cubicBezTo>
                <a:cubicBezTo>
                  <a:pt x="757" y="5766"/>
                  <a:pt x="914" y="5609"/>
                  <a:pt x="1103" y="5609"/>
                </a:cubicBezTo>
                <a:close/>
                <a:moveTo>
                  <a:pt x="5325" y="1"/>
                </a:moveTo>
                <a:cubicBezTo>
                  <a:pt x="5230" y="1"/>
                  <a:pt x="5136" y="64"/>
                  <a:pt x="5073" y="127"/>
                </a:cubicBezTo>
                <a:lnTo>
                  <a:pt x="4380" y="851"/>
                </a:lnTo>
                <a:cubicBezTo>
                  <a:pt x="4254" y="946"/>
                  <a:pt x="4254" y="1198"/>
                  <a:pt x="4380" y="1324"/>
                </a:cubicBezTo>
                <a:cubicBezTo>
                  <a:pt x="4443" y="1371"/>
                  <a:pt x="4529" y="1395"/>
                  <a:pt x="4616" y="1395"/>
                </a:cubicBezTo>
                <a:cubicBezTo>
                  <a:pt x="4703" y="1395"/>
                  <a:pt x="4789" y="1371"/>
                  <a:pt x="4852" y="1324"/>
                </a:cubicBezTo>
                <a:lnTo>
                  <a:pt x="4978" y="1198"/>
                </a:lnTo>
                <a:lnTo>
                  <a:pt x="4978" y="2458"/>
                </a:lnTo>
                <a:cubicBezTo>
                  <a:pt x="4978" y="2647"/>
                  <a:pt x="4821" y="2805"/>
                  <a:pt x="4600" y="2805"/>
                </a:cubicBezTo>
                <a:lnTo>
                  <a:pt x="1765" y="2805"/>
                </a:lnTo>
                <a:cubicBezTo>
                  <a:pt x="1513" y="2805"/>
                  <a:pt x="1229" y="2931"/>
                  <a:pt x="1040" y="3120"/>
                </a:cubicBezTo>
                <a:cubicBezTo>
                  <a:pt x="820" y="3309"/>
                  <a:pt x="725" y="3592"/>
                  <a:pt x="725" y="3876"/>
                </a:cubicBezTo>
                <a:lnTo>
                  <a:pt x="725" y="4978"/>
                </a:lnTo>
                <a:cubicBezTo>
                  <a:pt x="316" y="5136"/>
                  <a:pt x="1" y="5482"/>
                  <a:pt x="1" y="5955"/>
                </a:cubicBezTo>
                <a:cubicBezTo>
                  <a:pt x="1" y="6554"/>
                  <a:pt x="473" y="6995"/>
                  <a:pt x="1040" y="6995"/>
                </a:cubicBezTo>
                <a:cubicBezTo>
                  <a:pt x="1607" y="6995"/>
                  <a:pt x="2048" y="6522"/>
                  <a:pt x="2048" y="5955"/>
                </a:cubicBezTo>
                <a:cubicBezTo>
                  <a:pt x="2048" y="5514"/>
                  <a:pt x="1765" y="5136"/>
                  <a:pt x="1355" y="4978"/>
                </a:cubicBezTo>
                <a:lnTo>
                  <a:pt x="1355" y="3876"/>
                </a:lnTo>
                <a:cubicBezTo>
                  <a:pt x="1355" y="3687"/>
                  <a:pt x="1513" y="3529"/>
                  <a:pt x="1702" y="3529"/>
                </a:cubicBezTo>
                <a:lnTo>
                  <a:pt x="4537" y="3529"/>
                </a:lnTo>
                <a:cubicBezTo>
                  <a:pt x="5136" y="3529"/>
                  <a:pt x="5545" y="3057"/>
                  <a:pt x="5545" y="2490"/>
                </a:cubicBezTo>
                <a:lnTo>
                  <a:pt x="5545" y="1229"/>
                </a:lnTo>
                <a:lnTo>
                  <a:pt x="5671" y="1355"/>
                </a:lnTo>
                <a:cubicBezTo>
                  <a:pt x="5734" y="1418"/>
                  <a:pt x="5821" y="1450"/>
                  <a:pt x="5908" y="1450"/>
                </a:cubicBezTo>
                <a:cubicBezTo>
                  <a:pt x="5994" y="1450"/>
                  <a:pt x="6081" y="1418"/>
                  <a:pt x="6144" y="1355"/>
                </a:cubicBezTo>
                <a:cubicBezTo>
                  <a:pt x="6270" y="1229"/>
                  <a:pt x="6270" y="1009"/>
                  <a:pt x="6144" y="883"/>
                </a:cubicBezTo>
                <a:lnTo>
                  <a:pt x="5545" y="127"/>
                </a:lnTo>
                <a:cubicBezTo>
                  <a:pt x="5482" y="64"/>
                  <a:pt x="5388" y="1"/>
                  <a:pt x="53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0" name="Google Shape;7570;p36"/>
          <p:cNvSpPr/>
          <p:nvPr/>
        </p:nvSpPr>
        <p:spPr>
          <a:xfrm>
            <a:off x="8253176" y="2198692"/>
            <a:ext cx="71475" cy="282551"/>
          </a:xfrm>
          <a:custGeom>
            <a:rect b="b" l="l" r="r" t="t"/>
            <a:pathLst>
              <a:path extrusionOk="0" h="8349" w="2112">
                <a:moveTo>
                  <a:pt x="1009" y="662"/>
                </a:moveTo>
                <a:cubicBezTo>
                  <a:pt x="1229" y="662"/>
                  <a:pt x="1387" y="819"/>
                  <a:pt x="1387" y="1040"/>
                </a:cubicBezTo>
                <a:lnTo>
                  <a:pt x="1387" y="1386"/>
                </a:lnTo>
                <a:lnTo>
                  <a:pt x="662" y="1386"/>
                </a:lnTo>
                <a:lnTo>
                  <a:pt x="662" y="1040"/>
                </a:lnTo>
                <a:cubicBezTo>
                  <a:pt x="662" y="819"/>
                  <a:pt x="820" y="662"/>
                  <a:pt x="1009" y="662"/>
                </a:cubicBezTo>
                <a:close/>
                <a:moveTo>
                  <a:pt x="1387" y="2048"/>
                </a:moveTo>
                <a:lnTo>
                  <a:pt x="1387" y="6017"/>
                </a:lnTo>
                <a:cubicBezTo>
                  <a:pt x="1261" y="5986"/>
                  <a:pt x="1142" y="5970"/>
                  <a:pt x="1024" y="5970"/>
                </a:cubicBezTo>
                <a:cubicBezTo>
                  <a:pt x="906" y="5970"/>
                  <a:pt x="788" y="5986"/>
                  <a:pt x="662" y="6017"/>
                </a:cubicBezTo>
                <a:lnTo>
                  <a:pt x="662" y="2048"/>
                </a:lnTo>
                <a:close/>
                <a:moveTo>
                  <a:pt x="1009" y="6711"/>
                </a:moveTo>
                <a:cubicBezTo>
                  <a:pt x="1103" y="6711"/>
                  <a:pt x="1166" y="6711"/>
                  <a:pt x="1261" y="6742"/>
                </a:cubicBezTo>
                <a:lnTo>
                  <a:pt x="1009" y="7246"/>
                </a:lnTo>
                <a:lnTo>
                  <a:pt x="788" y="6742"/>
                </a:lnTo>
                <a:cubicBezTo>
                  <a:pt x="851" y="6711"/>
                  <a:pt x="946" y="6711"/>
                  <a:pt x="1009" y="6711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6616"/>
                </a:lnTo>
                <a:cubicBezTo>
                  <a:pt x="0" y="6648"/>
                  <a:pt x="0" y="6742"/>
                  <a:pt x="32" y="6774"/>
                </a:cubicBezTo>
                <a:lnTo>
                  <a:pt x="757" y="8160"/>
                </a:lnTo>
                <a:cubicBezTo>
                  <a:pt x="788" y="8286"/>
                  <a:pt x="946" y="8349"/>
                  <a:pt x="1040" y="8349"/>
                </a:cubicBezTo>
                <a:cubicBezTo>
                  <a:pt x="1166" y="8349"/>
                  <a:pt x="1292" y="8286"/>
                  <a:pt x="1355" y="8160"/>
                </a:cubicBezTo>
                <a:lnTo>
                  <a:pt x="2080" y="6774"/>
                </a:lnTo>
                <a:cubicBezTo>
                  <a:pt x="2111" y="6742"/>
                  <a:pt x="2111" y="6648"/>
                  <a:pt x="2111" y="6616"/>
                </a:cubicBezTo>
                <a:lnTo>
                  <a:pt x="2111" y="1040"/>
                </a:ln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1" name="Google Shape;7571;p36"/>
          <p:cNvSpPr/>
          <p:nvPr/>
        </p:nvSpPr>
        <p:spPr>
          <a:xfrm>
            <a:off x="1852188" y="1245465"/>
            <a:ext cx="376430" cy="268743"/>
          </a:xfrm>
          <a:custGeom>
            <a:rect b="b" l="l" r="r" t="t"/>
            <a:pathLst>
              <a:path extrusionOk="0" h="7941" w="11123">
                <a:moveTo>
                  <a:pt x="10545" y="1"/>
                </a:moveTo>
                <a:cubicBezTo>
                  <a:pt x="10499" y="1"/>
                  <a:pt x="10449" y="11"/>
                  <a:pt x="10397" y="33"/>
                </a:cubicBezTo>
                <a:cubicBezTo>
                  <a:pt x="10208" y="64"/>
                  <a:pt x="10145" y="253"/>
                  <a:pt x="10177" y="474"/>
                </a:cubicBezTo>
                <a:cubicBezTo>
                  <a:pt x="10334" y="1009"/>
                  <a:pt x="10460" y="1514"/>
                  <a:pt x="10460" y="1986"/>
                </a:cubicBezTo>
                <a:cubicBezTo>
                  <a:pt x="10460" y="4885"/>
                  <a:pt x="8129" y="7247"/>
                  <a:pt x="5199" y="7247"/>
                </a:cubicBezTo>
                <a:cubicBezTo>
                  <a:pt x="3561" y="7247"/>
                  <a:pt x="2017" y="6460"/>
                  <a:pt x="1040" y="5137"/>
                </a:cubicBezTo>
                <a:lnTo>
                  <a:pt x="1734" y="5137"/>
                </a:lnTo>
                <a:cubicBezTo>
                  <a:pt x="1954" y="5137"/>
                  <a:pt x="2112" y="4979"/>
                  <a:pt x="2112" y="4790"/>
                </a:cubicBezTo>
                <a:cubicBezTo>
                  <a:pt x="2112" y="4601"/>
                  <a:pt x="1954" y="4444"/>
                  <a:pt x="1734" y="4444"/>
                </a:cubicBezTo>
                <a:lnTo>
                  <a:pt x="379" y="4444"/>
                </a:lnTo>
                <a:cubicBezTo>
                  <a:pt x="158" y="4444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79" y="6523"/>
                </a:cubicBezTo>
                <a:cubicBezTo>
                  <a:pt x="568" y="6523"/>
                  <a:pt x="725" y="6365"/>
                  <a:pt x="725" y="6176"/>
                </a:cubicBezTo>
                <a:lnTo>
                  <a:pt x="725" y="5830"/>
                </a:lnTo>
                <a:cubicBezTo>
                  <a:pt x="1860" y="7184"/>
                  <a:pt x="3529" y="7941"/>
                  <a:pt x="5199" y="7941"/>
                </a:cubicBezTo>
                <a:cubicBezTo>
                  <a:pt x="8476" y="7941"/>
                  <a:pt x="11122" y="5294"/>
                  <a:pt x="11122" y="2049"/>
                </a:cubicBezTo>
                <a:cubicBezTo>
                  <a:pt x="11122" y="1482"/>
                  <a:pt x="11028" y="883"/>
                  <a:pt x="10839" y="253"/>
                </a:cubicBezTo>
                <a:cubicBezTo>
                  <a:pt x="10814" y="109"/>
                  <a:pt x="10698" y="1"/>
                  <a:pt x="105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2" name="Google Shape;7572;p36"/>
          <p:cNvSpPr/>
          <p:nvPr/>
        </p:nvSpPr>
        <p:spPr>
          <a:xfrm>
            <a:off x="1829818" y="1112227"/>
            <a:ext cx="376396" cy="268938"/>
          </a:xfrm>
          <a:custGeom>
            <a:rect b="b" l="l" r="r" t="t"/>
            <a:pathLst>
              <a:path extrusionOk="0" h="7945" w="11122">
                <a:moveTo>
                  <a:pt x="5892" y="0"/>
                </a:moveTo>
                <a:cubicBezTo>
                  <a:pt x="2647" y="0"/>
                  <a:pt x="0" y="2615"/>
                  <a:pt x="0" y="5892"/>
                </a:cubicBezTo>
                <a:cubicBezTo>
                  <a:pt x="0" y="6459"/>
                  <a:pt x="63" y="7026"/>
                  <a:pt x="284" y="7656"/>
                </a:cubicBezTo>
                <a:cubicBezTo>
                  <a:pt x="310" y="7869"/>
                  <a:pt x="450" y="7947"/>
                  <a:pt x="606" y="7947"/>
                </a:cubicBezTo>
                <a:cubicBezTo>
                  <a:pt x="635" y="7947"/>
                  <a:pt x="664" y="7944"/>
                  <a:pt x="693" y="7939"/>
                </a:cubicBezTo>
                <a:cubicBezTo>
                  <a:pt x="914" y="7908"/>
                  <a:pt x="977" y="7719"/>
                  <a:pt x="945" y="7498"/>
                </a:cubicBezTo>
                <a:cubicBezTo>
                  <a:pt x="788" y="6963"/>
                  <a:pt x="662" y="6459"/>
                  <a:pt x="662" y="5923"/>
                </a:cubicBezTo>
                <a:cubicBezTo>
                  <a:pt x="662" y="3056"/>
                  <a:pt x="2993" y="693"/>
                  <a:pt x="5923" y="693"/>
                </a:cubicBezTo>
                <a:cubicBezTo>
                  <a:pt x="7561" y="693"/>
                  <a:pt x="9105" y="1481"/>
                  <a:pt x="10082" y="2773"/>
                </a:cubicBezTo>
                <a:lnTo>
                  <a:pt x="9389" y="2773"/>
                </a:lnTo>
                <a:cubicBezTo>
                  <a:pt x="9168" y="2773"/>
                  <a:pt x="9011" y="2930"/>
                  <a:pt x="9011" y="3151"/>
                </a:cubicBezTo>
                <a:cubicBezTo>
                  <a:pt x="9011" y="3340"/>
                  <a:pt x="9168" y="3497"/>
                  <a:pt x="9389" y="3497"/>
                </a:cubicBezTo>
                <a:lnTo>
                  <a:pt x="10743" y="3497"/>
                </a:lnTo>
                <a:cubicBezTo>
                  <a:pt x="10964" y="3497"/>
                  <a:pt x="11121" y="3340"/>
                  <a:pt x="11121" y="3151"/>
                </a:cubicBezTo>
                <a:lnTo>
                  <a:pt x="11121" y="1765"/>
                </a:lnTo>
                <a:cubicBezTo>
                  <a:pt x="11121" y="1575"/>
                  <a:pt x="10964" y="1418"/>
                  <a:pt x="10743" y="1418"/>
                </a:cubicBezTo>
                <a:cubicBezTo>
                  <a:pt x="10554" y="1418"/>
                  <a:pt x="10397" y="1575"/>
                  <a:pt x="10397" y="1765"/>
                </a:cubicBezTo>
                <a:lnTo>
                  <a:pt x="10397" y="2111"/>
                </a:lnTo>
                <a:cubicBezTo>
                  <a:pt x="9263" y="725"/>
                  <a:pt x="7593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3" name="Google Shape;7573;p36"/>
          <p:cNvSpPr/>
          <p:nvPr/>
        </p:nvSpPr>
        <p:spPr>
          <a:xfrm>
            <a:off x="1899128" y="1183669"/>
            <a:ext cx="259098" cy="259098"/>
          </a:xfrm>
          <a:custGeom>
            <a:rect b="b" l="l" r="r" t="t"/>
            <a:pathLst>
              <a:path extrusionOk="0" h="7656" w="7656">
                <a:moveTo>
                  <a:pt x="4190" y="693"/>
                </a:moveTo>
                <a:cubicBezTo>
                  <a:pt x="4757" y="788"/>
                  <a:pt x="5324" y="1008"/>
                  <a:pt x="5797" y="1386"/>
                </a:cubicBezTo>
                <a:lnTo>
                  <a:pt x="5545" y="1607"/>
                </a:lnTo>
                <a:cubicBezTo>
                  <a:pt x="5450" y="1733"/>
                  <a:pt x="5450" y="1953"/>
                  <a:pt x="5545" y="2079"/>
                </a:cubicBezTo>
                <a:cubicBezTo>
                  <a:pt x="5608" y="2142"/>
                  <a:pt x="5702" y="2174"/>
                  <a:pt x="5793" y="2174"/>
                </a:cubicBezTo>
                <a:cubicBezTo>
                  <a:pt x="5884" y="2174"/>
                  <a:pt x="5970" y="2142"/>
                  <a:pt x="6017" y="2079"/>
                </a:cubicBezTo>
                <a:lnTo>
                  <a:pt x="6270" y="1859"/>
                </a:lnTo>
                <a:cubicBezTo>
                  <a:pt x="6616" y="2268"/>
                  <a:pt x="6868" y="2835"/>
                  <a:pt x="6931" y="3466"/>
                </a:cubicBezTo>
                <a:lnTo>
                  <a:pt x="6616" y="3466"/>
                </a:lnTo>
                <a:cubicBezTo>
                  <a:pt x="6427" y="3466"/>
                  <a:pt x="6270" y="3623"/>
                  <a:pt x="6270" y="3812"/>
                </a:cubicBezTo>
                <a:cubicBezTo>
                  <a:pt x="6270" y="4001"/>
                  <a:pt x="6427" y="4159"/>
                  <a:pt x="6616" y="4159"/>
                </a:cubicBezTo>
                <a:lnTo>
                  <a:pt x="6931" y="4159"/>
                </a:lnTo>
                <a:cubicBezTo>
                  <a:pt x="6868" y="4757"/>
                  <a:pt x="6616" y="5324"/>
                  <a:pt x="6270" y="5797"/>
                </a:cubicBezTo>
                <a:lnTo>
                  <a:pt x="6017" y="5545"/>
                </a:lnTo>
                <a:cubicBezTo>
                  <a:pt x="5970" y="5482"/>
                  <a:pt x="5884" y="5450"/>
                  <a:pt x="5793" y="5450"/>
                </a:cubicBezTo>
                <a:cubicBezTo>
                  <a:pt x="5702" y="5450"/>
                  <a:pt x="5608" y="5482"/>
                  <a:pt x="5545" y="5545"/>
                </a:cubicBezTo>
                <a:cubicBezTo>
                  <a:pt x="5450" y="5671"/>
                  <a:pt x="5450" y="5923"/>
                  <a:pt x="5545" y="6017"/>
                </a:cubicBezTo>
                <a:lnTo>
                  <a:pt x="5797" y="6270"/>
                </a:lnTo>
                <a:cubicBezTo>
                  <a:pt x="5356" y="6616"/>
                  <a:pt x="4820" y="6837"/>
                  <a:pt x="4190" y="6931"/>
                </a:cubicBezTo>
                <a:lnTo>
                  <a:pt x="4190" y="6616"/>
                </a:lnTo>
                <a:cubicBezTo>
                  <a:pt x="4190" y="6427"/>
                  <a:pt x="4033" y="6270"/>
                  <a:pt x="3812" y="6270"/>
                </a:cubicBezTo>
                <a:cubicBezTo>
                  <a:pt x="3623" y="6270"/>
                  <a:pt x="3466" y="6427"/>
                  <a:pt x="3466" y="6616"/>
                </a:cubicBezTo>
                <a:lnTo>
                  <a:pt x="3466" y="6931"/>
                </a:lnTo>
                <a:cubicBezTo>
                  <a:pt x="2867" y="6837"/>
                  <a:pt x="2331" y="6616"/>
                  <a:pt x="1859" y="6270"/>
                </a:cubicBezTo>
                <a:lnTo>
                  <a:pt x="2079" y="6017"/>
                </a:lnTo>
                <a:cubicBezTo>
                  <a:pt x="2205" y="5891"/>
                  <a:pt x="2205" y="5671"/>
                  <a:pt x="2079" y="5545"/>
                </a:cubicBezTo>
                <a:cubicBezTo>
                  <a:pt x="2032" y="5482"/>
                  <a:pt x="1945" y="5450"/>
                  <a:pt x="1855" y="5450"/>
                </a:cubicBezTo>
                <a:cubicBezTo>
                  <a:pt x="1764" y="5450"/>
                  <a:pt x="1670" y="5482"/>
                  <a:pt x="1607" y="5545"/>
                </a:cubicBezTo>
                <a:lnTo>
                  <a:pt x="1386" y="5797"/>
                </a:lnTo>
                <a:cubicBezTo>
                  <a:pt x="1040" y="5356"/>
                  <a:pt x="788" y="4789"/>
                  <a:pt x="725" y="4159"/>
                </a:cubicBezTo>
                <a:lnTo>
                  <a:pt x="1040" y="4159"/>
                </a:lnTo>
                <a:cubicBezTo>
                  <a:pt x="1229" y="4159"/>
                  <a:pt x="1386" y="4001"/>
                  <a:pt x="1386" y="3812"/>
                </a:cubicBezTo>
                <a:cubicBezTo>
                  <a:pt x="1386" y="3623"/>
                  <a:pt x="1229" y="3466"/>
                  <a:pt x="1040" y="3466"/>
                </a:cubicBezTo>
                <a:lnTo>
                  <a:pt x="725" y="3466"/>
                </a:lnTo>
                <a:cubicBezTo>
                  <a:pt x="788" y="2867"/>
                  <a:pt x="1040" y="2331"/>
                  <a:pt x="1386" y="1859"/>
                </a:cubicBezTo>
                <a:lnTo>
                  <a:pt x="1607" y="2079"/>
                </a:lnTo>
                <a:cubicBezTo>
                  <a:pt x="1701" y="2174"/>
                  <a:pt x="1764" y="2205"/>
                  <a:pt x="1859" y="2205"/>
                </a:cubicBezTo>
                <a:cubicBezTo>
                  <a:pt x="1922" y="2205"/>
                  <a:pt x="2048" y="2174"/>
                  <a:pt x="2079" y="2079"/>
                </a:cubicBezTo>
                <a:cubicBezTo>
                  <a:pt x="2205" y="1953"/>
                  <a:pt x="2205" y="1733"/>
                  <a:pt x="2079" y="1607"/>
                </a:cubicBezTo>
                <a:lnTo>
                  <a:pt x="1859" y="1386"/>
                </a:lnTo>
                <a:cubicBezTo>
                  <a:pt x="2300" y="1008"/>
                  <a:pt x="2835" y="788"/>
                  <a:pt x="3466" y="693"/>
                </a:cubicBezTo>
                <a:lnTo>
                  <a:pt x="3466" y="1008"/>
                </a:lnTo>
                <a:cubicBezTo>
                  <a:pt x="3466" y="1229"/>
                  <a:pt x="3623" y="1386"/>
                  <a:pt x="3812" y="1386"/>
                </a:cubicBezTo>
                <a:cubicBezTo>
                  <a:pt x="4033" y="1386"/>
                  <a:pt x="4190" y="1229"/>
                  <a:pt x="4190" y="1008"/>
                </a:cubicBezTo>
                <a:lnTo>
                  <a:pt x="4190" y="693"/>
                </a:lnTo>
                <a:close/>
                <a:moveTo>
                  <a:pt x="3812" y="0"/>
                </a:moveTo>
                <a:cubicBezTo>
                  <a:pt x="1733" y="0"/>
                  <a:pt x="0" y="1701"/>
                  <a:pt x="0" y="3812"/>
                </a:cubicBezTo>
                <a:cubicBezTo>
                  <a:pt x="0" y="5923"/>
                  <a:pt x="1701" y="7656"/>
                  <a:pt x="3812" y="7656"/>
                </a:cubicBezTo>
                <a:cubicBezTo>
                  <a:pt x="5923" y="7656"/>
                  <a:pt x="7656" y="5954"/>
                  <a:pt x="7656" y="3812"/>
                </a:cubicBezTo>
                <a:cubicBezTo>
                  <a:pt x="7656" y="1733"/>
                  <a:pt x="5954" y="0"/>
                  <a:pt x="38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4" name="Google Shape;7574;p36"/>
          <p:cNvSpPr/>
          <p:nvPr/>
        </p:nvSpPr>
        <p:spPr>
          <a:xfrm>
            <a:off x="2016392" y="1254027"/>
            <a:ext cx="48023" cy="71475"/>
          </a:xfrm>
          <a:custGeom>
            <a:rect b="b" l="l" r="r" t="t"/>
            <a:pathLst>
              <a:path extrusionOk="0" h="2112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lnTo>
                  <a:pt x="1" y="1733"/>
                </a:lnTo>
                <a:cubicBezTo>
                  <a:pt x="1" y="1954"/>
                  <a:pt x="158" y="2111"/>
                  <a:pt x="347" y="2111"/>
                </a:cubicBezTo>
                <a:lnTo>
                  <a:pt x="1072" y="2111"/>
                </a:lnTo>
                <a:cubicBezTo>
                  <a:pt x="1261" y="2111"/>
                  <a:pt x="1418" y="1954"/>
                  <a:pt x="1418" y="1733"/>
                </a:cubicBezTo>
                <a:cubicBezTo>
                  <a:pt x="1418" y="1544"/>
                  <a:pt x="1261" y="1387"/>
                  <a:pt x="1072" y="1387"/>
                </a:cubicBezTo>
                <a:lnTo>
                  <a:pt x="725" y="1387"/>
                </a:lnTo>
                <a:lnTo>
                  <a:pt x="725" y="378"/>
                </a:lnTo>
                <a:cubicBezTo>
                  <a:pt x="725" y="158"/>
                  <a:pt x="568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5" name="Google Shape;7575;p36"/>
          <p:cNvSpPr/>
          <p:nvPr/>
        </p:nvSpPr>
        <p:spPr>
          <a:xfrm>
            <a:off x="1970569" y="1729567"/>
            <a:ext cx="119430" cy="210060"/>
          </a:xfrm>
          <a:custGeom>
            <a:rect b="b" l="l" r="r" t="t"/>
            <a:pathLst>
              <a:path extrusionOk="0" h="6207" w="3529">
                <a:moveTo>
                  <a:pt x="1418" y="1323"/>
                </a:moveTo>
                <a:lnTo>
                  <a:pt x="1418" y="2741"/>
                </a:lnTo>
                <a:lnTo>
                  <a:pt x="1072" y="2741"/>
                </a:lnTo>
                <a:cubicBezTo>
                  <a:pt x="882" y="2741"/>
                  <a:pt x="725" y="2583"/>
                  <a:pt x="725" y="2394"/>
                </a:cubicBezTo>
                <a:lnTo>
                  <a:pt x="725" y="1701"/>
                </a:lnTo>
                <a:cubicBezTo>
                  <a:pt x="725" y="1481"/>
                  <a:pt x="882" y="1323"/>
                  <a:pt x="1072" y="1323"/>
                </a:cubicBezTo>
                <a:close/>
                <a:moveTo>
                  <a:pt x="2458" y="3466"/>
                </a:moveTo>
                <a:cubicBezTo>
                  <a:pt x="2647" y="3466"/>
                  <a:pt x="2804" y="3623"/>
                  <a:pt x="2804" y="3812"/>
                </a:cubicBezTo>
                <a:lnTo>
                  <a:pt x="2804" y="4537"/>
                </a:lnTo>
                <a:cubicBezTo>
                  <a:pt x="2804" y="4726"/>
                  <a:pt x="2647" y="4883"/>
                  <a:pt x="2458" y="4883"/>
                </a:cubicBezTo>
                <a:lnTo>
                  <a:pt x="2111" y="4883"/>
                </a:lnTo>
                <a:lnTo>
                  <a:pt x="2111" y="3466"/>
                </a:lnTo>
                <a:close/>
                <a:moveTo>
                  <a:pt x="1796" y="0"/>
                </a:moveTo>
                <a:cubicBezTo>
                  <a:pt x="1576" y="0"/>
                  <a:pt x="1418" y="158"/>
                  <a:pt x="1418" y="347"/>
                </a:cubicBezTo>
                <a:lnTo>
                  <a:pt x="1418" y="693"/>
                </a:lnTo>
                <a:lnTo>
                  <a:pt x="1072" y="693"/>
                </a:lnTo>
                <a:cubicBezTo>
                  <a:pt x="473" y="693"/>
                  <a:pt x="63" y="1166"/>
                  <a:pt x="63" y="1733"/>
                </a:cubicBezTo>
                <a:lnTo>
                  <a:pt x="63" y="2426"/>
                </a:lnTo>
                <a:cubicBezTo>
                  <a:pt x="63" y="3025"/>
                  <a:pt x="536" y="3466"/>
                  <a:pt x="1072" y="3466"/>
                </a:cubicBezTo>
                <a:lnTo>
                  <a:pt x="1418" y="3466"/>
                </a:lnTo>
                <a:lnTo>
                  <a:pt x="1418" y="4852"/>
                </a:lnTo>
                <a:lnTo>
                  <a:pt x="1072" y="4852"/>
                </a:lnTo>
                <a:cubicBezTo>
                  <a:pt x="882" y="4852"/>
                  <a:pt x="725" y="4694"/>
                  <a:pt x="725" y="4474"/>
                </a:cubicBezTo>
                <a:cubicBezTo>
                  <a:pt x="725" y="4285"/>
                  <a:pt x="567" y="4127"/>
                  <a:pt x="378" y="4127"/>
                </a:cubicBezTo>
                <a:cubicBezTo>
                  <a:pt x="158" y="4127"/>
                  <a:pt x="0" y="4285"/>
                  <a:pt x="0" y="4474"/>
                </a:cubicBezTo>
                <a:cubicBezTo>
                  <a:pt x="0" y="5072"/>
                  <a:pt x="473" y="5513"/>
                  <a:pt x="1040" y="5513"/>
                </a:cubicBezTo>
                <a:lnTo>
                  <a:pt x="1387" y="5513"/>
                </a:lnTo>
                <a:lnTo>
                  <a:pt x="1387" y="5860"/>
                </a:lnTo>
                <a:cubicBezTo>
                  <a:pt x="1387" y="6049"/>
                  <a:pt x="1544" y="6207"/>
                  <a:pt x="1733" y="6207"/>
                </a:cubicBezTo>
                <a:cubicBezTo>
                  <a:pt x="1954" y="6207"/>
                  <a:pt x="2111" y="6049"/>
                  <a:pt x="2111" y="5860"/>
                </a:cubicBezTo>
                <a:lnTo>
                  <a:pt x="2111" y="5545"/>
                </a:lnTo>
                <a:lnTo>
                  <a:pt x="2458" y="5545"/>
                </a:lnTo>
                <a:cubicBezTo>
                  <a:pt x="3056" y="5545"/>
                  <a:pt x="3466" y="5072"/>
                  <a:pt x="3466" y="4537"/>
                </a:cubicBezTo>
                <a:lnTo>
                  <a:pt x="3466" y="3812"/>
                </a:lnTo>
                <a:cubicBezTo>
                  <a:pt x="3466" y="3214"/>
                  <a:pt x="2993" y="2804"/>
                  <a:pt x="2458" y="2804"/>
                </a:cubicBezTo>
                <a:lnTo>
                  <a:pt x="2111" y="2804"/>
                </a:lnTo>
                <a:lnTo>
                  <a:pt x="2111" y="1386"/>
                </a:lnTo>
                <a:lnTo>
                  <a:pt x="2458" y="1386"/>
                </a:lnTo>
                <a:cubicBezTo>
                  <a:pt x="2647" y="1386"/>
                  <a:pt x="2804" y="1544"/>
                  <a:pt x="2804" y="1733"/>
                </a:cubicBezTo>
                <a:cubicBezTo>
                  <a:pt x="2804" y="1922"/>
                  <a:pt x="2962" y="2079"/>
                  <a:pt x="3151" y="2079"/>
                </a:cubicBezTo>
                <a:cubicBezTo>
                  <a:pt x="3371" y="2079"/>
                  <a:pt x="3529" y="1922"/>
                  <a:pt x="3529" y="1733"/>
                </a:cubicBezTo>
                <a:cubicBezTo>
                  <a:pt x="3529" y="1134"/>
                  <a:pt x="3056" y="693"/>
                  <a:pt x="2489" y="693"/>
                </a:cubicBezTo>
                <a:lnTo>
                  <a:pt x="2143" y="693"/>
                </a:lnTo>
                <a:lnTo>
                  <a:pt x="2143" y="347"/>
                </a:lnTo>
                <a:cubicBezTo>
                  <a:pt x="2143" y="158"/>
                  <a:pt x="1985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6" name="Google Shape;7576;p36"/>
          <p:cNvSpPr/>
          <p:nvPr/>
        </p:nvSpPr>
        <p:spPr>
          <a:xfrm>
            <a:off x="1847957" y="1588816"/>
            <a:ext cx="362521" cy="398800"/>
          </a:xfrm>
          <a:custGeom>
            <a:rect b="b" l="l" r="r" t="t"/>
            <a:pathLst>
              <a:path extrusionOk="0" h="11784" w="10712">
                <a:moveTo>
                  <a:pt x="6427" y="662"/>
                </a:moveTo>
                <a:cubicBezTo>
                  <a:pt x="6837" y="662"/>
                  <a:pt x="7152" y="977"/>
                  <a:pt x="7152" y="1355"/>
                </a:cubicBezTo>
                <a:cubicBezTo>
                  <a:pt x="7152" y="1765"/>
                  <a:pt x="6837" y="2080"/>
                  <a:pt x="6427" y="2080"/>
                </a:cubicBezTo>
                <a:lnTo>
                  <a:pt x="6427" y="1702"/>
                </a:lnTo>
                <a:cubicBezTo>
                  <a:pt x="6427" y="1513"/>
                  <a:pt x="6270" y="1355"/>
                  <a:pt x="6081" y="1355"/>
                </a:cubicBezTo>
                <a:lnTo>
                  <a:pt x="4695" y="1355"/>
                </a:lnTo>
                <a:cubicBezTo>
                  <a:pt x="4505" y="1355"/>
                  <a:pt x="4348" y="1513"/>
                  <a:pt x="4348" y="1702"/>
                </a:cubicBezTo>
                <a:lnTo>
                  <a:pt x="4348" y="2080"/>
                </a:lnTo>
                <a:cubicBezTo>
                  <a:pt x="3938" y="2017"/>
                  <a:pt x="3623" y="1765"/>
                  <a:pt x="3623" y="1355"/>
                </a:cubicBezTo>
                <a:cubicBezTo>
                  <a:pt x="3623" y="977"/>
                  <a:pt x="3938" y="662"/>
                  <a:pt x="4348" y="662"/>
                </a:cubicBezTo>
                <a:close/>
                <a:moveTo>
                  <a:pt x="5734" y="2017"/>
                </a:moveTo>
                <a:lnTo>
                  <a:pt x="5734" y="2741"/>
                </a:lnTo>
                <a:lnTo>
                  <a:pt x="5010" y="2741"/>
                </a:lnTo>
                <a:lnTo>
                  <a:pt x="5010" y="2017"/>
                </a:lnTo>
                <a:close/>
                <a:moveTo>
                  <a:pt x="1418" y="1985"/>
                </a:moveTo>
                <a:lnTo>
                  <a:pt x="1859" y="2489"/>
                </a:lnTo>
                <a:lnTo>
                  <a:pt x="1355" y="2930"/>
                </a:lnTo>
                <a:lnTo>
                  <a:pt x="914" y="2426"/>
                </a:lnTo>
                <a:lnTo>
                  <a:pt x="1418" y="1985"/>
                </a:lnTo>
                <a:close/>
                <a:moveTo>
                  <a:pt x="9357" y="1985"/>
                </a:moveTo>
                <a:lnTo>
                  <a:pt x="9861" y="2426"/>
                </a:lnTo>
                <a:lnTo>
                  <a:pt x="9420" y="2930"/>
                </a:lnTo>
                <a:lnTo>
                  <a:pt x="8916" y="2489"/>
                </a:lnTo>
                <a:lnTo>
                  <a:pt x="9357" y="1985"/>
                </a:lnTo>
                <a:close/>
                <a:moveTo>
                  <a:pt x="5356" y="3434"/>
                </a:moveTo>
                <a:cubicBezTo>
                  <a:pt x="7467" y="3434"/>
                  <a:pt x="9200" y="5167"/>
                  <a:pt x="9200" y="7278"/>
                </a:cubicBezTo>
                <a:cubicBezTo>
                  <a:pt x="9200" y="9389"/>
                  <a:pt x="7498" y="11090"/>
                  <a:pt x="5356" y="11090"/>
                </a:cubicBezTo>
                <a:cubicBezTo>
                  <a:pt x="3277" y="11090"/>
                  <a:pt x="1544" y="9357"/>
                  <a:pt x="1544" y="7278"/>
                </a:cubicBezTo>
                <a:cubicBezTo>
                  <a:pt x="1576" y="5136"/>
                  <a:pt x="3277" y="3434"/>
                  <a:pt x="5356" y="3434"/>
                </a:cubicBezTo>
                <a:close/>
                <a:moveTo>
                  <a:pt x="4316" y="0"/>
                </a:moveTo>
                <a:cubicBezTo>
                  <a:pt x="3560" y="0"/>
                  <a:pt x="2930" y="631"/>
                  <a:pt x="2930" y="1387"/>
                </a:cubicBezTo>
                <a:cubicBezTo>
                  <a:pt x="2930" y="2143"/>
                  <a:pt x="3560" y="2773"/>
                  <a:pt x="4316" y="2773"/>
                </a:cubicBezTo>
                <a:lnTo>
                  <a:pt x="4316" y="2899"/>
                </a:lnTo>
                <a:cubicBezTo>
                  <a:pt x="3749" y="3025"/>
                  <a:pt x="3214" y="3277"/>
                  <a:pt x="2741" y="3592"/>
                </a:cubicBezTo>
                <a:lnTo>
                  <a:pt x="2269" y="3056"/>
                </a:lnTo>
                <a:lnTo>
                  <a:pt x="2521" y="2804"/>
                </a:lnTo>
                <a:cubicBezTo>
                  <a:pt x="2741" y="2678"/>
                  <a:pt x="2741" y="2458"/>
                  <a:pt x="2615" y="2332"/>
                </a:cubicBezTo>
                <a:lnTo>
                  <a:pt x="1702" y="1292"/>
                </a:lnTo>
                <a:cubicBezTo>
                  <a:pt x="1631" y="1203"/>
                  <a:pt x="1530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7"/>
                </a:lnTo>
                <a:cubicBezTo>
                  <a:pt x="1106" y="3770"/>
                  <a:pt x="1199" y="3809"/>
                  <a:pt x="1291" y="3809"/>
                </a:cubicBezTo>
                <a:cubicBezTo>
                  <a:pt x="1372" y="3809"/>
                  <a:pt x="1453" y="3778"/>
                  <a:pt x="1513" y="3718"/>
                </a:cubicBezTo>
                <a:lnTo>
                  <a:pt x="1796" y="3498"/>
                </a:lnTo>
                <a:lnTo>
                  <a:pt x="2269" y="4033"/>
                </a:lnTo>
                <a:cubicBezTo>
                  <a:pt x="1387" y="4852"/>
                  <a:pt x="882" y="6018"/>
                  <a:pt x="882" y="7278"/>
                </a:cubicBezTo>
                <a:cubicBezTo>
                  <a:pt x="882" y="9735"/>
                  <a:pt x="2899" y="11783"/>
                  <a:pt x="5356" y="11783"/>
                </a:cubicBezTo>
                <a:cubicBezTo>
                  <a:pt x="7845" y="11783"/>
                  <a:pt x="9861" y="9735"/>
                  <a:pt x="9861" y="7278"/>
                </a:cubicBezTo>
                <a:cubicBezTo>
                  <a:pt x="9861" y="6081"/>
                  <a:pt x="9389" y="4915"/>
                  <a:pt x="8475" y="4033"/>
                </a:cubicBezTo>
                <a:lnTo>
                  <a:pt x="8948" y="3498"/>
                </a:lnTo>
                <a:lnTo>
                  <a:pt x="9231" y="3718"/>
                </a:lnTo>
                <a:cubicBezTo>
                  <a:pt x="9306" y="3778"/>
                  <a:pt x="9387" y="3809"/>
                  <a:pt x="9465" y="3809"/>
                </a:cubicBezTo>
                <a:cubicBezTo>
                  <a:pt x="9553" y="3809"/>
                  <a:pt x="9637" y="3770"/>
                  <a:pt x="9704" y="3687"/>
                </a:cubicBezTo>
                <a:lnTo>
                  <a:pt x="10617" y="2615"/>
                </a:lnTo>
                <a:cubicBezTo>
                  <a:pt x="10712" y="2458"/>
                  <a:pt x="10712" y="2269"/>
                  <a:pt x="10554" y="2143"/>
                </a:cubicBezTo>
                <a:lnTo>
                  <a:pt x="9515" y="1229"/>
                </a:lnTo>
                <a:cubicBezTo>
                  <a:pt x="9446" y="1188"/>
                  <a:pt x="9365" y="1165"/>
                  <a:pt x="9288" y="1165"/>
                </a:cubicBezTo>
                <a:cubicBezTo>
                  <a:pt x="9189" y="1165"/>
                  <a:pt x="9095" y="1203"/>
                  <a:pt x="9042" y="1292"/>
                </a:cubicBezTo>
                <a:lnTo>
                  <a:pt x="8129" y="2332"/>
                </a:lnTo>
                <a:cubicBezTo>
                  <a:pt x="8003" y="2489"/>
                  <a:pt x="8003" y="2710"/>
                  <a:pt x="8160" y="2804"/>
                </a:cubicBezTo>
                <a:lnTo>
                  <a:pt x="8444" y="3056"/>
                </a:lnTo>
                <a:lnTo>
                  <a:pt x="7971" y="3592"/>
                </a:lnTo>
                <a:cubicBezTo>
                  <a:pt x="7498" y="3245"/>
                  <a:pt x="6931" y="3025"/>
                  <a:pt x="6396" y="2899"/>
                </a:cubicBezTo>
                <a:lnTo>
                  <a:pt x="6396" y="2773"/>
                </a:lnTo>
                <a:cubicBezTo>
                  <a:pt x="7152" y="2773"/>
                  <a:pt x="7782" y="2143"/>
                  <a:pt x="7782" y="1387"/>
                </a:cubicBezTo>
                <a:cubicBezTo>
                  <a:pt x="7782" y="631"/>
                  <a:pt x="7152" y="0"/>
                  <a:pt x="6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7" name="Google Shape;7577;p36"/>
          <p:cNvSpPr/>
          <p:nvPr/>
        </p:nvSpPr>
        <p:spPr>
          <a:xfrm>
            <a:off x="1828191" y="2102726"/>
            <a:ext cx="402015" cy="40198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8" name="Google Shape;7578;p36"/>
          <p:cNvSpPr/>
          <p:nvPr/>
        </p:nvSpPr>
        <p:spPr>
          <a:xfrm>
            <a:off x="4376168" y="1113276"/>
            <a:ext cx="400932" cy="399883"/>
          </a:xfrm>
          <a:custGeom>
            <a:rect b="b" l="l" r="r" t="t"/>
            <a:pathLst>
              <a:path extrusionOk="0" h="11816" w="11847">
                <a:moveTo>
                  <a:pt x="3151" y="694"/>
                </a:moveTo>
                <a:cubicBezTo>
                  <a:pt x="3718" y="694"/>
                  <a:pt x="4159" y="1166"/>
                  <a:pt x="4159" y="1734"/>
                </a:cubicBezTo>
                <a:cubicBezTo>
                  <a:pt x="4159" y="2301"/>
                  <a:pt x="3686" y="2742"/>
                  <a:pt x="3151" y="2742"/>
                </a:cubicBezTo>
                <a:cubicBezTo>
                  <a:pt x="2584" y="2742"/>
                  <a:pt x="2111" y="2269"/>
                  <a:pt x="2111" y="1734"/>
                </a:cubicBezTo>
                <a:cubicBezTo>
                  <a:pt x="2080" y="1166"/>
                  <a:pt x="2552" y="694"/>
                  <a:pt x="3151" y="694"/>
                </a:cubicBezTo>
                <a:close/>
                <a:moveTo>
                  <a:pt x="8727" y="694"/>
                </a:moveTo>
                <a:cubicBezTo>
                  <a:pt x="9326" y="694"/>
                  <a:pt x="9767" y="1166"/>
                  <a:pt x="9767" y="1734"/>
                </a:cubicBezTo>
                <a:cubicBezTo>
                  <a:pt x="9767" y="2301"/>
                  <a:pt x="9294" y="2742"/>
                  <a:pt x="8727" y="2742"/>
                </a:cubicBezTo>
                <a:cubicBezTo>
                  <a:pt x="8128" y="2742"/>
                  <a:pt x="7719" y="2269"/>
                  <a:pt x="7719" y="1734"/>
                </a:cubicBezTo>
                <a:cubicBezTo>
                  <a:pt x="7656" y="1166"/>
                  <a:pt x="8128" y="694"/>
                  <a:pt x="8727" y="694"/>
                </a:cubicBezTo>
                <a:close/>
                <a:moveTo>
                  <a:pt x="5923" y="4852"/>
                </a:moveTo>
                <a:cubicBezTo>
                  <a:pt x="6522" y="4852"/>
                  <a:pt x="6994" y="5325"/>
                  <a:pt x="6994" y="5861"/>
                </a:cubicBezTo>
                <a:cubicBezTo>
                  <a:pt x="6994" y="6396"/>
                  <a:pt x="6522" y="6869"/>
                  <a:pt x="5923" y="6869"/>
                </a:cubicBezTo>
                <a:cubicBezTo>
                  <a:pt x="5356" y="6869"/>
                  <a:pt x="4883" y="6428"/>
                  <a:pt x="4883" y="5861"/>
                </a:cubicBezTo>
                <a:cubicBezTo>
                  <a:pt x="4883" y="5294"/>
                  <a:pt x="5356" y="4852"/>
                  <a:pt x="5923" y="4852"/>
                </a:cubicBezTo>
                <a:close/>
                <a:moveTo>
                  <a:pt x="3151" y="3466"/>
                </a:moveTo>
                <a:cubicBezTo>
                  <a:pt x="3875" y="3466"/>
                  <a:pt x="4600" y="3813"/>
                  <a:pt x="5072" y="4380"/>
                </a:cubicBezTo>
                <a:cubicBezTo>
                  <a:pt x="4537" y="4695"/>
                  <a:pt x="4159" y="5231"/>
                  <a:pt x="4159" y="5861"/>
                </a:cubicBezTo>
                <a:cubicBezTo>
                  <a:pt x="4159" y="6239"/>
                  <a:pt x="4285" y="6617"/>
                  <a:pt x="4505" y="6900"/>
                </a:cubicBezTo>
                <a:lnTo>
                  <a:pt x="693" y="6900"/>
                </a:lnTo>
                <a:lnTo>
                  <a:pt x="693" y="5892"/>
                </a:lnTo>
                <a:cubicBezTo>
                  <a:pt x="693" y="4569"/>
                  <a:pt x="1796" y="3466"/>
                  <a:pt x="3151" y="3466"/>
                </a:cubicBezTo>
                <a:close/>
                <a:moveTo>
                  <a:pt x="8696" y="3498"/>
                </a:moveTo>
                <a:cubicBezTo>
                  <a:pt x="10019" y="3498"/>
                  <a:pt x="11121" y="4600"/>
                  <a:pt x="11121" y="5955"/>
                </a:cubicBezTo>
                <a:lnTo>
                  <a:pt x="11121" y="6932"/>
                </a:lnTo>
                <a:lnTo>
                  <a:pt x="7309" y="6932"/>
                </a:lnTo>
                <a:cubicBezTo>
                  <a:pt x="7561" y="6617"/>
                  <a:pt x="7656" y="6270"/>
                  <a:pt x="7656" y="5892"/>
                </a:cubicBezTo>
                <a:cubicBezTo>
                  <a:pt x="7656" y="5262"/>
                  <a:pt x="7309" y="4726"/>
                  <a:pt x="6774" y="4411"/>
                </a:cubicBezTo>
                <a:cubicBezTo>
                  <a:pt x="7215" y="3813"/>
                  <a:pt x="7939" y="3498"/>
                  <a:pt x="8696" y="3498"/>
                </a:cubicBezTo>
                <a:close/>
                <a:moveTo>
                  <a:pt x="5923" y="7625"/>
                </a:moveTo>
                <a:cubicBezTo>
                  <a:pt x="6207" y="7625"/>
                  <a:pt x="6490" y="7656"/>
                  <a:pt x="6711" y="7751"/>
                </a:cubicBezTo>
                <a:lnTo>
                  <a:pt x="5923" y="8791"/>
                </a:lnTo>
                <a:lnTo>
                  <a:pt x="5135" y="7751"/>
                </a:lnTo>
                <a:cubicBezTo>
                  <a:pt x="5388" y="7688"/>
                  <a:pt x="5671" y="7625"/>
                  <a:pt x="5923" y="7625"/>
                </a:cubicBezTo>
                <a:close/>
                <a:moveTo>
                  <a:pt x="4505" y="8066"/>
                </a:moveTo>
                <a:lnTo>
                  <a:pt x="5577" y="9484"/>
                </a:lnTo>
                <a:lnTo>
                  <a:pt x="5577" y="11153"/>
                </a:lnTo>
                <a:lnTo>
                  <a:pt x="3497" y="11153"/>
                </a:lnTo>
                <a:lnTo>
                  <a:pt x="3497" y="10019"/>
                </a:lnTo>
                <a:cubicBezTo>
                  <a:pt x="3497" y="9200"/>
                  <a:pt x="3875" y="8507"/>
                  <a:pt x="4505" y="8066"/>
                </a:cubicBezTo>
                <a:close/>
                <a:moveTo>
                  <a:pt x="7341" y="8066"/>
                </a:moveTo>
                <a:cubicBezTo>
                  <a:pt x="7939" y="8507"/>
                  <a:pt x="8381" y="9263"/>
                  <a:pt x="8381" y="10051"/>
                </a:cubicBezTo>
                <a:lnTo>
                  <a:pt x="8381" y="11153"/>
                </a:lnTo>
                <a:lnTo>
                  <a:pt x="6301" y="11153"/>
                </a:lnTo>
                <a:lnTo>
                  <a:pt x="6301" y="9484"/>
                </a:lnTo>
                <a:lnTo>
                  <a:pt x="7341" y="8066"/>
                </a:lnTo>
                <a:close/>
                <a:moveTo>
                  <a:pt x="3088" y="1"/>
                </a:moveTo>
                <a:cubicBezTo>
                  <a:pt x="2143" y="1"/>
                  <a:pt x="1355" y="788"/>
                  <a:pt x="1355" y="1734"/>
                </a:cubicBezTo>
                <a:cubicBezTo>
                  <a:pt x="1355" y="2238"/>
                  <a:pt x="1575" y="2679"/>
                  <a:pt x="1922" y="2994"/>
                </a:cubicBezTo>
                <a:cubicBezTo>
                  <a:pt x="788" y="3466"/>
                  <a:pt x="0" y="4569"/>
                  <a:pt x="0" y="5861"/>
                </a:cubicBezTo>
                <a:lnTo>
                  <a:pt x="0" y="7247"/>
                </a:lnTo>
                <a:cubicBezTo>
                  <a:pt x="0" y="7436"/>
                  <a:pt x="158" y="7593"/>
                  <a:pt x="347" y="7593"/>
                </a:cubicBezTo>
                <a:lnTo>
                  <a:pt x="3938" y="7593"/>
                </a:lnTo>
                <a:cubicBezTo>
                  <a:pt x="3214" y="8192"/>
                  <a:pt x="2741" y="9043"/>
                  <a:pt x="2741" y="10019"/>
                </a:cubicBezTo>
                <a:lnTo>
                  <a:pt x="2741" y="11437"/>
                </a:lnTo>
                <a:cubicBezTo>
                  <a:pt x="2741" y="11658"/>
                  <a:pt x="2899" y="11815"/>
                  <a:pt x="3088" y="11815"/>
                </a:cubicBezTo>
                <a:lnTo>
                  <a:pt x="8696" y="11815"/>
                </a:lnTo>
                <a:cubicBezTo>
                  <a:pt x="8885" y="11815"/>
                  <a:pt x="9042" y="11658"/>
                  <a:pt x="9042" y="11437"/>
                </a:cubicBezTo>
                <a:lnTo>
                  <a:pt x="9042" y="10019"/>
                </a:lnTo>
                <a:cubicBezTo>
                  <a:pt x="9042" y="9043"/>
                  <a:pt x="8570" y="8192"/>
                  <a:pt x="7876" y="7593"/>
                </a:cubicBezTo>
                <a:lnTo>
                  <a:pt x="11436" y="7593"/>
                </a:lnTo>
                <a:cubicBezTo>
                  <a:pt x="11657" y="7593"/>
                  <a:pt x="11815" y="7436"/>
                  <a:pt x="11815" y="7247"/>
                </a:cubicBezTo>
                <a:lnTo>
                  <a:pt x="11815" y="5861"/>
                </a:lnTo>
                <a:cubicBezTo>
                  <a:pt x="11846" y="4600"/>
                  <a:pt x="11027" y="3466"/>
                  <a:pt x="9861" y="2994"/>
                </a:cubicBezTo>
                <a:cubicBezTo>
                  <a:pt x="10239" y="2679"/>
                  <a:pt x="10428" y="2206"/>
                  <a:pt x="10428" y="1734"/>
                </a:cubicBezTo>
                <a:cubicBezTo>
                  <a:pt x="10428" y="788"/>
                  <a:pt x="9641" y="1"/>
                  <a:pt x="8696" y="1"/>
                </a:cubicBezTo>
                <a:cubicBezTo>
                  <a:pt x="7750" y="1"/>
                  <a:pt x="6963" y="788"/>
                  <a:pt x="6963" y="1734"/>
                </a:cubicBezTo>
                <a:cubicBezTo>
                  <a:pt x="6963" y="2238"/>
                  <a:pt x="7152" y="2679"/>
                  <a:pt x="7498" y="2994"/>
                </a:cubicBezTo>
                <a:cubicBezTo>
                  <a:pt x="6931" y="3214"/>
                  <a:pt x="6396" y="3624"/>
                  <a:pt x="6049" y="4159"/>
                </a:cubicBezTo>
                <a:lnTo>
                  <a:pt x="5734" y="4159"/>
                </a:lnTo>
                <a:cubicBezTo>
                  <a:pt x="5388" y="3655"/>
                  <a:pt x="4883" y="3214"/>
                  <a:pt x="4285" y="2994"/>
                </a:cubicBezTo>
                <a:cubicBezTo>
                  <a:pt x="4631" y="2679"/>
                  <a:pt x="4820" y="2238"/>
                  <a:pt x="4820" y="1734"/>
                </a:cubicBezTo>
                <a:cubicBezTo>
                  <a:pt x="4820" y="788"/>
                  <a:pt x="4033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79" name="Google Shape;7579;p36"/>
          <p:cNvSpPr/>
          <p:nvPr/>
        </p:nvSpPr>
        <p:spPr>
          <a:xfrm>
            <a:off x="4682172" y="1277480"/>
            <a:ext cx="47989" cy="23487"/>
          </a:xfrm>
          <a:custGeom>
            <a:rect b="b" l="l" r="r" t="t"/>
            <a:pathLst>
              <a:path extrusionOk="0" h="694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0" name="Google Shape;7580;p36"/>
          <p:cNvSpPr/>
          <p:nvPr/>
        </p:nvSpPr>
        <p:spPr>
          <a:xfrm>
            <a:off x="4421990" y="1277480"/>
            <a:ext cx="48023" cy="23487"/>
          </a:xfrm>
          <a:custGeom>
            <a:rect b="b" l="l" r="r" t="t"/>
            <a:pathLst>
              <a:path extrusionOk="0" h="694" w="1419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79" y="694"/>
                </a:cubicBezTo>
                <a:lnTo>
                  <a:pt x="1072" y="694"/>
                </a:lnTo>
                <a:cubicBezTo>
                  <a:pt x="1261" y="694"/>
                  <a:pt x="1419" y="536"/>
                  <a:pt x="1419" y="347"/>
                </a:cubicBezTo>
                <a:cubicBezTo>
                  <a:pt x="1419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1" name="Google Shape;7581;p36"/>
          <p:cNvSpPr/>
          <p:nvPr/>
        </p:nvSpPr>
        <p:spPr>
          <a:xfrm>
            <a:off x="4377234" y="1588816"/>
            <a:ext cx="398800" cy="398800"/>
          </a:xfrm>
          <a:custGeom>
            <a:rect b="b" l="l" r="r" t="t"/>
            <a:pathLst>
              <a:path extrusionOk="0" h="11784" w="11784">
                <a:moveTo>
                  <a:pt x="8223" y="694"/>
                </a:moveTo>
                <a:cubicBezTo>
                  <a:pt x="8696" y="725"/>
                  <a:pt x="9168" y="914"/>
                  <a:pt x="9546" y="1198"/>
                </a:cubicBezTo>
                <a:lnTo>
                  <a:pt x="7057" y="3687"/>
                </a:lnTo>
                <a:cubicBezTo>
                  <a:pt x="6774" y="3498"/>
                  <a:pt x="6459" y="3340"/>
                  <a:pt x="6144" y="3245"/>
                </a:cubicBezTo>
                <a:lnTo>
                  <a:pt x="8223" y="694"/>
                </a:lnTo>
                <a:close/>
                <a:moveTo>
                  <a:pt x="10523" y="1198"/>
                </a:moveTo>
                <a:cubicBezTo>
                  <a:pt x="10838" y="1576"/>
                  <a:pt x="11027" y="2111"/>
                  <a:pt x="11027" y="2615"/>
                </a:cubicBezTo>
                <a:lnTo>
                  <a:pt x="8286" y="4852"/>
                </a:lnTo>
                <a:lnTo>
                  <a:pt x="7561" y="4159"/>
                </a:lnTo>
                <a:lnTo>
                  <a:pt x="10523" y="1198"/>
                </a:lnTo>
                <a:close/>
                <a:moveTo>
                  <a:pt x="5592" y="3923"/>
                </a:moveTo>
                <a:cubicBezTo>
                  <a:pt x="6033" y="3923"/>
                  <a:pt x="6474" y="4096"/>
                  <a:pt x="6805" y="4443"/>
                </a:cubicBezTo>
                <a:cubicBezTo>
                  <a:pt x="7498" y="5104"/>
                  <a:pt x="7498" y="6207"/>
                  <a:pt x="6805" y="6869"/>
                </a:cubicBezTo>
                <a:cubicBezTo>
                  <a:pt x="6474" y="7199"/>
                  <a:pt x="6033" y="7365"/>
                  <a:pt x="5592" y="7365"/>
                </a:cubicBezTo>
                <a:cubicBezTo>
                  <a:pt x="5151" y="7365"/>
                  <a:pt x="4710" y="7199"/>
                  <a:pt x="4379" y="6869"/>
                </a:cubicBezTo>
                <a:cubicBezTo>
                  <a:pt x="3718" y="6207"/>
                  <a:pt x="3718" y="5104"/>
                  <a:pt x="4379" y="4443"/>
                </a:cubicBezTo>
                <a:cubicBezTo>
                  <a:pt x="4710" y="4096"/>
                  <a:pt x="5151" y="3923"/>
                  <a:pt x="5592" y="3923"/>
                </a:cubicBezTo>
                <a:close/>
                <a:moveTo>
                  <a:pt x="8034" y="5577"/>
                </a:moveTo>
                <a:lnTo>
                  <a:pt x="8191" y="5734"/>
                </a:lnTo>
                <a:cubicBezTo>
                  <a:pt x="8696" y="6270"/>
                  <a:pt x="9326" y="6742"/>
                  <a:pt x="10019" y="7058"/>
                </a:cubicBezTo>
                <a:lnTo>
                  <a:pt x="9420" y="7278"/>
                </a:lnTo>
                <a:cubicBezTo>
                  <a:pt x="9263" y="7310"/>
                  <a:pt x="9168" y="7467"/>
                  <a:pt x="9168" y="7593"/>
                </a:cubicBezTo>
                <a:lnTo>
                  <a:pt x="9168" y="8066"/>
                </a:lnTo>
                <a:cubicBezTo>
                  <a:pt x="8601" y="7814"/>
                  <a:pt x="8034" y="7467"/>
                  <a:pt x="7561" y="7058"/>
                </a:cubicBezTo>
                <a:cubicBezTo>
                  <a:pt x="7876" y="6648"/>
                  <a:pt x="8034" y="6175"/>
                  <a:pt x="8034" y="5608"/>
                </a:cubicBezTo>
                <a:lnTo>
                  <a:pt x="8034" y="5577"/>
                </a:lnTo>
                <a:close/>
                <a:moveTo>
                  <a:pt x="3245" y="6081"/>
                </a:moveTo>
                <a:cubicBezTo>
                  <a:pt x="3308" y="6427"/>
                  <a:pt x="3466" y="6806"/>
                  <a:pt x="3655" y="7058"/>
                </a:cubicBezTo>
                <a:lnTo>
                  <a:pt x="1197" y="9546"/>
                </a:lnTo>
                <a:cubicBezTo>
                  <a:pt x="882" y="9200"/>
                  <a:pt x="662" y="8696"/>
                  <a:pt x="630" y="8160"/>
                </a:cubicBezTo>
                <a:lnTo>
                  <a:pt x="3245" y="6081"/>
                </a:lnTo>
                <a:close/>
                <a:moveTo>
                  <a:pt x="7057" y="7593"/>
                </a:moveTo>
                <a:cubicBezTo>
                  <a:pt x="7435" y="8066"/>
                  <a:pt x="7813" y="8601"/>
                  <a:pt x="8034" y="9200"/>
                </a:cubicBezTo>
                <a:lnTo>
                  <a:pt x="7561" y="9200"/>
                </a:lnTo>
                <a:cubicBezTo>
                  <a:pt x="7404" y="9200"/>
                  <a:pt x="7278" y="9263"/>
                  <a:pt x="7246" y="9420"/>
                </a:cubicBezTo>
                <a:lnTo>
                  <a:pt x="7057" y="10019"/>
                </a:lnTo>
                <a:cubicBezTo>
                  <a:pt x="6742" y="9357"/>
                  <a:pt x="6270" y="8727"/>
                  <a:pt x="5766" y="8223"/>
                </a:cubicBezTo>
                <a:lnTo>
                  <a:pt x="5608" y="8066"/>
                </a:lnTo>
                <a:lnTo>
                  <a:pt x="5640" y="8066"/>
                </a:lnTo>
                <a:cubicBezTo>
                  <a:pt x="6144" y="8066"/>
                  <a:pt x="6648" y="7877"/>
                  <a:pt x="7057" y="7593"/>
                </a:cubicBezTo>
                <a:close/>
                <a:moveTo>
                  <a:pt x="4096" y="7625"/>
                </a:moveTo>
                <a:lnTo>
                  <a:pt x="4820" y="8318"/>
                </a:lnTo>
                <a:lnTo>
                  <a:pt x="2552" y="11090"/>
                </a:lnTo>
                <a:cubicBezTo>
                  <a:pt x="2048" y="11059"/>
                  <a:pt x="1575" y="10901"/>
                  <a:pt x="1134" y="10586"/>
                </a:cubicBezTo>
                <a:lnTo>
                  <a:pt x="4096" y="7625"/>
                </a:lnTo>
                <a:close/>
                <a:moveTo>
                  <a:pt x="8160" y="0"/>
                </a:moveTo>
                <a:cubicBezTo>
                  <a:pt x="8034" y="0"/>
                  <a:pt x="7971" y="63"/>
                  <a:pt x="7876" y="126"/>
                </a:cubicBezTo>
                <a:lnTo>
                  <a:pt x="5356" y="3245"/>
                </a:lnTo>
                <a:cubicBezTo>
                  <a:pt x="4852" y="3308"/>
                  <a:pt x="4348" y="3529"/>
                  <a:pt x="3938" y="3970"/>
                </a:cubicBezTo>
                <a:cubicBezTo>
                  <a:pt x="3592" y="4317"/>
                  <a:pt x="3340" y="4758"/>
                  <a:pt x="3277" y="5262"/>
                </a:cubicBezTo>
                <a:lnTo>
                  <a:pt x="126" y="7782"/>
                </a:lnTo>
                <a:cubicBezTo>
                  <a:pt x="32" y="7845"/>
                  <a:pt x="0" y="7940"/>
                  <a:pt x="0" y="8066"/>
                </a:cubicBezTo>
                <a:cubicBezTo>
                  <a:pt x="0" y="8790"/>
                  <a:pt x="284" y="9546"/>
                  <a:pt x="756" y="10114"/>
                </a:cubicBezTo>
                <a:lnTo>
                  <a:pt x="473" y="10366"/>
                </a:lnTo>
                <a:cubicBezTo>
                  <a:pt x="410" y="10460"/>
                  <a:pt x="347" y="10523"/>
                  <a:pt x="347" y="10618"/>
                </a:cubicBezTo>
                <a:cubicBezTo>
                  <a:pt x="347" y="10681"/>
                  <a:pt x="410" y="10807"/>
                  <a:pt x="473" y="10838"/>
                </a:cubicBezTo>
                <a:cubicBezTo>
                  <a:pt x="1103" y="11468"/>
                  <a:pt x="1922" y="11783"/>
                  <a:pt x="2804" y="11783"/>
                </a:cubicBezTo>
                <a:cubicBezTo>
                  <a:pt x="2930" y="11783"/>
                  <a:pt x="2993" y="11752"/>
                  <a:pt x="3088" y="11657"/>
                </a:cubicBezTo>
                <a:lnTo>
                  <a:pt x="5388" y="8790"/>
                </a:lnTo>
                <a:cubicBezTo>
                  <a:pt x="6018" y="9452"/>
                  <a:pt x="6553" y="10303"/>
                  <a:pt x="6805" y="11153"/>
                </a:cubicBezTo>
                <a:cubicBezTo>
                  <a:pt x="6868" y="11311"/>
                  <a:pt x="7026" y="11405"/>
                  <a:pt x="7120" y="11405"/>
                </a:cubicBezTo>
                <a:cubicBezTo>
                  <a:pt x="7278" y="11405"/>
                  <a:pt x="7404" y="11311"/>
                  <a:pt x="7435" y="11153"/>
                </a:cubicBezTo>
                <a:lnTo>
                  <a:pt x="7845" y="9924"/>
                </a:lnTo>
                <a:lnTo>
                  <a:pt x="8601" y="9924"/>
                </a:lnTo>
                <a:cubicBezTo>
                  <a:pt x="8696" y="9924"/>
                  <a:pt x="8790" y="9893"/>
                  <a:pt x="8853" y="9767"/>
                </a:cubicBezTo>
                <a:cubicBezTo>
                  <a:pt x="8948" y="9704"/>
                  <a:pt x="8948" y="9578"/>
                  <a:pt x="8916" y="9452"/>
                </a:cubicBezTo>
                <a:cubicBezTo>
                  <a:pt x="8790" y="9137"/>
                  <a:pt x="8664" y="8822"/>
                  <a:pt x="8507" y="8507"/>
                </a:cubicBezTo>
                <a:lnTo>
                  <a:pt x="8507" y="8507"/>
                </a:lnTo>
                <a:cubicBezTo>
                  <a:pt x="8822" y="8664"/>
                  <a:pt x="9137" y="8790"/>
                  <a:pt x="9452" y="8916"/>
                </a:cubicBezTo>
                <a:cubicBezTo>
                  <a:pt x="9489" y="8926"/>
                  <a:pt x="9526" y="8929"/>
                  <a:pt x="9561" y="8929"/>
                </a:cubicBezTo>
                <a:cubicBezTo>
                  <a:pt x="9646" y="8929"/>
                  <a:pt x="9722" y="8907"/>
                  <a:pt x="9767" y="8885"/>
                </a:cubicBezTo>
                <a:cubicBezTo>
                  <a:pt x="9861" y="8790"/>
                  <a:pt x="9924" y="8727"/>
                  <a:pt x="9924" y="8601"/>
                </a:cubicBezTo>
                <a:lnTo>
                  <a:pt x="9924" y="7845"/>
                </a:lnTo>
                <a:lnTo>
                  <a:pt x="11153" y="7467"/>
                </a:lnTo>
                <a:cubicBezTo>
                  <a:pt x="11310" y="7404"/>
                  <a:pt x="11373" y="7247"/>
                  <a:pt x="11373" y="7152"/>
                </a:cubicBezTo>
                <a:cubicBezTo>
                  <a:pt x="11373" y="6995"/>
                  <a:pt x="11310" y="6869"/>
                  <a:pt x="11153" y="6837"/>
                </a:cubicBezTo>
                <a:cubicBezTo>
                  <a:pt x="10271" y="6553"/>
                  <a:pt x="9452" y="6049"/>
                  <a:pt x="8790" y="5419"/>
                </a:cubicBezTo>
                <a:lnTo>
                  <a:pt x="11657" y="3088"/>
                </a:lnTo>
                <a:cubicBezTo>
                  <a:pt x="11689" y="2962"/>
                  <a:pt x="11783" y="2867"/>
                  <a:pt x="11783" y="2773"/>
                </a:cubicBezTo>
                <a:cubicBezTo>
                  <a:pt x="11783" y="1922"/>
                  <a:pt x="11436" y="1072"/>
                  <a:pt x="10838" y="442"/>
                </a:cubicBezTo>
                <a:cubicBezTo>
                  <a:pt x="10775" y="379"/>
                  <a:pt x="10688" y="347"/>
                  <a:pt x="10602" y="347"/>
                </a:cubicBezTo>
                <a:cubicBezTo>
                  <a:pt x="10515" y="347"/>
                  <a:pt x="10428" y="379"/>
                  <a:pt x="10365" y="442"/>
                </a:cubicBezTo>
                <a:lnTo>
                  <a:pt x="10082" y="725"/>
                </a:lnTo>
                <a:cubicBezTo>
                  <a:pt x="9546" y="284"/>
                  <a:pt x="8853" y="0"/>
                  <a:pt x="81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2" name="Google Shape;7582;p36"/>
          <p:cNvSpPr/>
          <p:nvPr/>
        </p:nvSpPr>
        <p:spPr>
          <a:xfrm>
            <a:off x="4529694" y="1744762"/>
            <a:ext cx="75740" cy="70663"/>
          </a:xfrm>
          <a:custGeom>
            <a:rect b="b" l="l" r="r" t="t"/>
            <a:pathLst>
              <a:path extrusionOk="0" h="2088" w="2238">
                <a:moveTo>
                  <a:pt x="1087" y="685"/>
                </a:moveTo>
                <a:cubicBezTo>
                  <a:pt x="1174" y="685"/>
                  <a:pt x="1261" y="717"/>
                  <a:pt x="1324" y="780"/>
                </a:cubicBezTo>
                <a:cubicBezTo>
                  <a:pt x="1450" y="874"/>
                  <a:pt x="1450" y="1126"/>
                  <a:pt x="1324" y="1252"/>
                </a:cubicBezTo>
                <a:cubicBezTo>
                  <a:pt x="1261" y="1300"/>
                  <a:pt x="1174" y="1323"/>
                  <a:pt x="1087" y="1323"/>
                </a:cubicBezTo>
                <a:cubicBezTo>
                  <a:pt x="1001" y="1323"/>
                  <a:pt x="914" y="1300"/>
                  <a:pt x="851" y="1252"/>
                </a:cubicBezTo>
                <a:cubicBezTo>
                  <a:pt x="725" y="1126"/>
                  <a:pt x="725" y="937"/>
                  <a:pt x="851" y="780"/>
                </a:cubicBezTo>
                <a:cubicBezTo>
                  <a:pt x="914" y="717"/>
                  <a:pt x="1001" y="685"/>
                  <a:pt x="1087" y="685"/>
                </a:cubicBezTo>
                <a:close/>
                <a:moveTo>
                  <a:pt x="1115" y="0"/>
                </a:moveTo>
                <a:cubicBezTo>
                  <a:pt x="851" y="0"/>
                  <a:pt x="583" y="102"/>
                  <a:pt x="378" y="307"/>
                </a:cubicBezTo>
                <a:cubicBezTo>
                  <a:pt x="0" y="685"/>
                  <a:pt x="0" y="1347"/>
                  <a:pt x="378" y="1756"/>
                </a:cubicBezTo>
                <a:cubicBezTo>
                  <a:pt x="583" y="1977"/>
                  <a:pt x="851" y="2087"/>
                  <a:pt x="1115" y="2087"/>
                </a:cubicBezTo>
                <a:cubicBezTo>
                  <a:pt x="1379" y="2087"/>
                  <a:pt x="1639" y="1977"/>
                  <a:pt x="1828" y="1756"/>
                </a:cubicBezTo>
                <a:cubicBezTo>
                  <a:pt x="2237" y="1347"/>
                  <a:pt x="2237" y="685"/>
                  <a:pt x="1828" y="307"/>
                </a:cubicBezTo>
                <a:cubicBezTo>
                  <a:pt x="1639" y="102"/>
                  <a:pt x="1379" y="0"/>
                  <a:pt x="11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3" name="Google Shape;7583;p36"/>
          <p:cNvSpPr/>
          <p:nvPr/>
        </p:nvSpPr>
        <p:spPr>
          <a:xfrm>
            <a:off x="4376653" y="2103792"/>
            <a:ext cx="399883" cy="399849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4" name="Google Shape;7584;p36"/>
          <p:cNvSpPr/>
          <p:nvPr/>
        </p:nvSpPr>
        <p:spPr>
          <a:xfrm>
            <a:off x="6993183" y="1185259"/>
            <a:ext cx="233547" cy="328408"/>
          </a:xfrm>
          <a:custGeom>
            <a:rect b="b" l="l" r="r" t="t"/>
            <a:pathLst>
              <a:path extrusionOk="0" h="9704" w="6901">
                <a:moveTo>
                  <a:pt x="1765" y="1355"/>
                </a:moveTo>
                <a:cubicBezTo>
                  <a:pt x="1986" y="1355"/>
                  <a:pt x="2143" y="1513"/>
                  <a:pt x="2143" y="1702"/>
                </a:cubicBezTo>
                <a:lnTo>
                  <a:pt x="2143" y="2048"/>
                </a:lnTo>
                <a:lnTo>
                  <a:pt x="1765" y="2048"/>
                </a:lnTo>
                <a:cubicBezTo>
                  <a:pt x="1671" y="2048"/>
                  <a:pt x="1545" y="2048"/>
                  <a:pt x="1419" y="2111"/>
                </a:cubicBezTo>
                <a:lnTo>
                  <a:pt x="1419" y="1702"/>
                </a:lnTo>
                <a:cubicBezTo>
                  <a:pt x="1419" y="1513"/>
                  <a:pt x="1576" y="1355"/>
                  <a:pt x="1765" y="1355"/>
                </a:cubicBezTo>
                <a:close/>
                <a:moveTo>
                  <a:pt x="3151" y="631"/>
                </a:moveTo>
                <a:cubicBezTo>
                  <a:pt x="3341" y="631"/>
                  <a:pt x="3498" y="788"/>
                  <a:pt x="3498" y="1009"/>
                </a:cubicBezTo>
                <a:lnTo>
                  <a:pt x="3498" y="2111"/>
                </a:lnTo>
                <a:cubicBezTo>
                  <a:pt x="3404" y="2048"/>
                  <a:pt x="3277" y="2017"/>
                  <a:pt x="3151" y="2017"/>
                </a:cubicBezTo>
                <a:lnTo>
                  <a:pt x="2805" y="2017"/>
                </a:lnTo>
                <a:lnTo>
                  <a:pt x="2805" y="1009"/>
                </a:lnTo>
                <a:cubicBezTo>
                  <a:pt x="2805" y="788"/>
                  <a:pt x="2962" y="631"/>
                  <a:pt x="3151" y="631"/>
                </a:cubicBezTo>
                <a:close/>
                <a:moveTo>
                  <a:pt x="4538" y="1355"/>
                </a:moveTo>
                <a:cubicBezTo>
                  <a:pt x="4727" y="1355"/>
                  <a:pt x="4884" y="1513"/>
                  <a:pt x="4884" y="1702"/>
                </a:cubicBezTo>
                <a:lnTo>
                  <a:pt x="4884" y="3088"/>
                </a:lnTo>
                <a:cubicBezTo>
                  <a:pt x="4884" y="3277"/>
                  <a:pt x="4727" y="3435"/>
                  <a:pt x="4538" y="3435"/>
                </a:cubicBezTo>
                <a:cubicBezTo>
                  <a:pt x="4349" y="3435"/>
                  <a:pt x="4191" y="3277"/>
                  <a:pt x="4191" y="3088"/>
                </a:cubicBezTo>
                <a:lnTo>
                  <a:pt x="4191" y="1702"/>
                </a:lnTo>
                <a:cubicBezTo>
                  <a:pt x="4191" y="1513"/>
                  <a:pt x="4349" y="1355"/>
                  <a:pt x="4538" y="1355"/>
                </a:cubicBezTo>
                <a:close/>
                <a:moveTo>
                  <a:pt x="5924" y="2017"/>
                </a:moveTo>
                <a:cubicBezTo>
                  <a:pt x="6113" y="2017"/>
                  <a:pt x="6270" y="2174"/>
                  <a:pt x="6270" y="2363"/>
                </a:cubicBezTo>
                <a:lnTo>
                  <a:pt x="6270" y="3088"/>
                </a:lnTo>
                <a:cubicBezTo>
                  <a:pt x="6270" y="3277"/>
                  <a:pt x="6113" y="3435"/>
                  <a:pt x="5924" y="3435"/>
                </a:cubicBezTo>
                <a:cubicBezTo>
                  <a:pt x="5703" y="3435"/>
                  <a:pt x="5546" y="3277"/>
                  <a:pt x="5546" y="3088"/>
                </a:cubicBezTo>
                <a:lnTo>
                  <a:pt x="5546" y="2363"/>
                </a:lnTo>
                <a:cubicBezTo>
                  <a:pt x="5546" y="2174"/>
                  <a:pt x="5703" y="2017"/>
                  <a:pt x="5924" y="2017"/>
                </a:cubicBezTo>
                <a:close/>
                <a:moveTo>
                  <a:pt x="3120" y="2741"/>
                </a:moveTo>
                <a:cubicBezTo>
                  <a:pt x="3309" y="2741"/>
                  <a:pt x="3467" y="2899"/>
                  <a:pt x="3467" y="3088"/>
                </a:cubicBezTo>
                <a:cubicBezTo>
                  <a:pt x="3467" y="3277"/>
                  <a:pt x="3309" y="3435"/>
                  <a:pt x="3120" y="3435"/>
                </a:cubicBezTo>
                <a:lnTo>
                  <a:pt x="1734" y="3435"/>
                </a:lnTo>
                <a:cubicBezTo>
                  <a:pt x="1545" y="3435"/>
                  <a:pt x="1387" y="3592"/>
                  <a:pt x="1387" y="3781"/>
                </a:cubicBezTo>
                <a:cubicBezTo>
                  <a:pt x="1387" y="4002"/>
                  <a:pt x="1545" y="4159"/>
                  <a:pt x="1734" y="4159"/>
                </a:cubicBezTo>
                <a:cubicBezTo>
                  <a:pt x="2679" y="4159"/>
                  <a:pt x="3467" y="4947"/>
                  <a:pt x="3467" y="5892"/>
                </a:cubicBezTo>
                <a:cubicBezTo>
                  <a:pt x="3467" y="6081"/>
                  <a:pt x="3624" y="6238"/>
                  <a:pt x="3845" y="6238"/>
                </a:cubicBezTo>
                <a:cubicBezTo>
                  <a:pt x="4034" y="6238"/>
                  <a:pt x="4191" y="6081"/>
                  <a:pt x="4191" y="5892"/>
                </a:cubicBezTo>
                <a:cubicBezTo>
                  <a:pt x="4191" y="5167"/>
                  <a:pt x="3876" y="4537"/>
                  <a:pt x="3435" y="4096"/>
                </a:cubicBezTo>
                <a:cubicBezTo>
                  <a:pt x="3593" y="4065"/>
                  <a:pt x="3750" y="4002"/>
                  <a:pt x="3876" y="3876"/>
                </a:cubicBezTo>
                <a:cubicBezTo>
                  <a:pt x="4065" y="4033"/>
                  <a:pt x="4317" y="4159"/>
                  <a:pt x="4569" y="4159"/>
                </a:cubicBezTo>
                <a:cubicBezTo>
                  <a:pt x="4853" y="4159"/>
                  <a:pt x="5073" y="4033"/>
                  <a:pt x="5294" y="3876"/>
                </a:cubicBezTo>
                <a:cubicBezTo>
                  <a:pt x="5483" y="4033"/>
                  <a:pt x="5703" y="4159"/>
                  <a:pt x="5987" y="4159"/>
                </a:cubicBezTo>
                <a:cubicBezTo>
                  <a:pt x="6113" y="4159"/>
                  <a:pt x="6239" y="4096"/>
                  <a:pt x="6333" y="4065"/>
                </a:cubicBezTo>
                <a:lnTo>
                  <a:pt x="6333" y="5167"/>
                </a:lnTo>
                <a:cubicBezTo>
                  <a:pt x="6333" y="5923"/>
                  <a:pt x="5861" y="6554"/>
                  <a:pt x="5199" y="6774"/>
                </a:cubicBezTo>
                <a:cubicBezTo>
                  <a:pt x="5042" y="6837"/>
                  <a:pt x="4979" y="6995"/>
                  <a:pt x="4979" y="7089"/>
                </a:cubicBezTo>
                <a:lnTo>
                  <a:pt x="4979" y="7562"/>
                </a:lnTo>
                <a:lnTo>
                  <a:pt x="2206" y="7562"/>
                </a:lnTo>
                <a:lnTo>
                  <a:pt x="2206" y="7089"/>
                </a:lnTo>
                <a:cubicBezTo>
                  <a:pt x="2206" y="6932"/>
                  <a:pt x="2143" y="6837"/>
                  <a:pt x="1986" y="6774"/>
                </a:cubicBezTo>
                <a:cubicBezTo>
                  <a:pt x="1261" y="6554"/>
                  <a:pt x="820" y="5892"/>
                  <a:pt x="820" y="5167"/>
                </a:cubicBezTo>
                <a:lnTo>
                  <a:pt x="820" y="3750"/>
                </a:lnTo>
                <a:lnTo>
                  <a:pt x="726" y="3750"/>
                </a:lnTo>
                <a:cubicBezTo>
                  <a:pt x="726" y="3151"/>
                  <a:pt x="1198" y="2741"/>
                  <a:pt x="1734" y="2741"/>
                </a:cubicBezTo>
                <a:close/>
                <a:moveTo>
                  <a:pt x="5199" y="8286"/>
                </a:moveTo>
                <a:cubicBezTo>
                  <a:pt x="5388" y="8286"/>
                  <a:pt x="5546" y="8444"/>
                  <a:pt x="5546" y="8633"/>
                </a:cubicBezTo>
                <a:lnTo>
                  <a:pt x="5546" y="8979"/>
                </a:lnTo>
                <a:lnTo>
                  <a:pt x="1387" y="8979"/>
                </a:lnTo>
                <a:lnTo>
                  <a:pt x="1387" y="8633"/>
                </a:lnTo>
                <a:cubicBezTo>
                  <a:pt x="1387" y="8444"/>
                  <a:pt x="1545" y="8286"/>
                  <a:pt x="1734" y="8286"/>
                </a:cubicBezTo>
                <a:close/>
                <a:moveTo>
                  <a:pt x="3120" y="1"/>
                </a:moveTo>
                <a:cubicBezTo>
                  <a:pt x="2647" y="1"/>
                  <a:pt x="2269" y="316"/>
                  <a:pt x="2143" y="757"/>
                </a:cubicBezTo>
                <a:cubicBezTo>
                  <a:pt x="2017" y="725"/>
                  <a:pt x="1891" y="694"/>
                  <a:pt x="1734" y="694"/>
                </a:cubicBezTo>
                <a:cubicBezTo>
                  <a:pt x="1167" y="694"/>
                  <a:pt x="726" y="1166"/>
                  <a:pt x="726" y="1702"/>
                </a:cubicBezTo>
                <a:lnTo>
                  <a:pt x="726" y="2426"/>
                </a:lnTo>
                <a:cubicBezTo>
                  <a:pt x="285" y="2678"/>
                  <a:pt x="1" y="3214"/>
                  <a:pt x="1" y="3750"/>
                </a:cubicBezTo>
                <a:lnTo>
                  <a:pt x="1" y="5136"/>
                </a:lnTo>
                <a:cubicBezTo>
                  <a:pt x="1" y="6081"/>
                  <a:pt x="568" y="6932"/>
                  <a:pt x="1387" y="7341"/>
                </a:cubicBezTo>
                <a:lnTo>
                  <a:pt x="1387" y="7656"/>
                </a:lnTo>
                <a:cubicBezTo>
                  <a:pt x="1009" y="7814"/>
                  <a:pt x="694" y="8160"/>
                  <a:pt x="694" y="8633"/>
                </a:cubicBezTo>
                <a:lnTo>
                  <a:pt x="694" y="9357"/>
                </a:lnTo>
                <a:cubicBezTo>
                  <a:pt x="694" y="9546"/>
                  <a:pt x="852" y="9704"/>
                  <a:pt x="1041" y="9704"/>
                </a:cubicBezTo>
                <a:lnTo>
                  <a:pt x="5892" y="9704"/>
                </a:lnTo>
                <a:cubicBezTo>
                  <a:pt x="6081" y="9704"/>
                  <a:pt x="6239" y="9546"/>
                  <a:pt x="6239" y="9357"/>
                </a:cubicBezTo>
                <a:lnTo>
                  <a:pt x="6239" y="8633"/>
                </a:lnTo>
                <a:cubicBezTo>
                  <a:pt x="6239" y="8192"/>
                  <a:pt x="5955" y="7814"/>
                  <a:pt x="5514" y="7656"/>
                </a:cubicBezTo>
                <a:lnTo>
                  <a:pt x="5514" y="7341"/>
                </a:lnTo>
                <a:cubicBezTo>
                  <a:pt x="6365" y="6932"/>
                  <a:pt x="6901" y="6081"/>
                  <a:pt x="6901" y="5136"/>
                </a:cubicBezTo>
                <a:lnTo>
                  <a:pt x="6901" y="2363"/>
                </a:lnTo>
                <a:cubicBezTo>
                  <a:pt x="6901" y="1796"/>
                  <a:pt x="6428" y="1355"/>
                  <a:pt x="5892" y="1355"/>
                </a:cubicBezTo>
                <a:cubicBezTo>
                  <a:pt x="5766" y="1355"/>
                  <a:pt x="5609" y="1387"/>
                  <a:pt x="5483" y="1418"/>
                </a:cubicBezTo>
                <a:cubicBezTo>
                  <a:pt x="5357" y="1009"/>
                  <a:pt x="4979" y="694"/>
                  <a:pt x="4506" y="694"/>
                </a:cubicBezTo>
                <a:cubicBezTo>
                  <a:pt x="4380" y="694"/>
                  <a:pt x="4223" y="725"/>
                  <a:pt x="4097" y="757"/>
                </a:cubicBezTo>
                <a:cubicBezTo>
                  <a:pt x="4002" y="316"/>
                  <a:pt x="3593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5" name="Google Shape;7585;p36"/>
          <p:cNvSpPr/>
          <p:nvPr/>
        </p:nvSpPr>
        <p:spPr>
          <a:xfrm>
            <a:off x="7110482" y="1112769"/>
            <a:ext cx="24570" cy="59732"/>
          </a:xfrm>
          <a:custGeom>
            <a:rect b="b" l="l" r="r" t="t"/>
            <a:pathLst>
              <a:path extrusionOk="0" h="176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418"/>
                </a:lnTo>
                <a:cubicBezTo>
                  <a:pt x="1" y="1607"/>
                  <a:pt x="158" y="1764"/>
                  <a:pt x="379" y="1764"/>
                </a:cubicBezTo>
                <a:cubicBezTo>
                  <a:pt x="568" y="1764"/>
                  <a:pt x="725" y="1607"/>
                  <a:pt x="725" y="1418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6" name="Google Shape;7586;p36"/>
          <p:cNvSpPr/>
          <p:nvPr/>
        </p:nvSpPr>
        <p:spPr>
          <a:xfrm>
            <a:off x="7180840" y="1137270"/>
            <a:ext cx="48023" cy="46703"/>
          </a:xfrm>
          <a:custGeom>
            <a:rect b="b" l="l" r="r" t="t"/>
            <a:pathLst>
              <a:path extrusionOk="0" h="1380" w="1419">
                <a:moveTo>
                  <a:pt x="1076" y="1"/>
                </a:moveTo>
                <a:cubicBezTo>
                  <a:pt x="985" y="1"/>
                  <a:pt x="899" y="32"/>
                  <a:pt x="851" y="95"/>
                </a:cubicBezTo>
                <a:lnTo>
                  <a:pt x="127" y="788"/>
                </a:lnTo>
                <a:cubicBezTo>
                  <a:pt x="1" y="914"/>
                  <a:pt x="1" y="1166"/>
                  <a:pt x="127" y="1261"/>
                </a:cubicBezTo>
                <a:cubicBezTo>
                  <a:pt x="190" y="1340"/>
                  <a:pt x="284" y="1379"/>
                  <a:pt x="375" y="1379"/>
                </a:cubicBezTo>
                <a:cubicBezTo>
                  <a:pt x="466" y="1379"/>
                  <a:pt x="552" y="1340"/>
                  <a:pt x="599" y="1261"/>
                </a:cubicBezTo>
                <a:lnTo>
                  <a:pt x="1324" y="568"/>
                </a:lnTo>
                <a:cubicBezTo>
                  <a:pt x="1419" y="442"/>
                  <a:pt x="1419" y="221"/>
                  <a:pt x="1324" y="95"/>
                </a:cubicBezTo>
                <a:cubicBezTo>
                  <a:pt x="1261" y="32"/>
                  <a:pt x="1167" y="1"/>
                  <a:pt x="107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7" name="Google Shape;7587;p36"/>
          <p:cNvSpPr/>
          <p:nvPr/>
        </p:nvSpPr>
        <p:spPr>
          <a:xfrm>
            <a:off x="7252282" y="1278022"/>
            <a:ext cx="48023" cy="23487"/>
          </a:xfrm>
          <a:custGeom>
            <a:rect b="b" l="l" r="r" t="t"/>
            <a:pathLst>
              <a:path extrusionOk="0" h="694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1" y="694"/>
                  <a:pt x="1418" y="536"/>
                  <a:pt x="1418" y="347"/>
                </a:cubicBezTo>
                <a:cubicBezTo>
                  <a:pt x="1418" y="158"/>
                  <a:pt x="1261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8" name="Google Shape;7588;p36"/>
          <p:cNvSpPr/>
          <p:nvPr/>
        </p:nvSpPr>
        <p:spPr>
          <a:xfrm>
            <a:off x="6923907" y="1278022"/>
            <a:ext cx="47989" cy="23487"/>
          </a:xfrm>
          <a:custGeom>
            <a:rect b="b" l="l" r="r" t="t"/>
            <a:pathLst>
              <a:path extrusionOk="0" h="694" w="1418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4"/>
                  <a:pt x="378" y="694"/>
                </a:cubicBezTo>
                <a:lnTo>
                  <a:pt x="1071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89" name="Google Shape;7589;p36"/>
          <p:cNvSpPr/>
          <p:nvPr/>
        </p:nvSpPr>
        <p:spPr>
          <a:xfrm>
            <a:off x="7016670" y="1137271"/>
            <a:ext cx="47989" cy="45890"/>
          </a:xfrm>
          <a:custGeom>
            <a:rect b="b" l="l" r="r" t="t"/>
            <a:pathLst>
              <a:path extrusionOk="0" h="1356" w="1418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819" y="1261"/>
                </a:lnTo>
                <a:cubicBezTo>
                  <a:pt x="866" y="1324"/>
                  <a:pt x="953" y="1356"/>
                  <a:pt x="1044" y="1356"/>
                </a:cubicBezTo>
                <a:cubicBezTo>
                  <a:pt x="1134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67" y="95"/>
                </a:lnTo>
                <a:cubicBezTo>
                  <a:pt x="520" y="32"/>
                  <a:pt x="433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0" name="Google Shape;7590;p36"/>
          <p:cNvSpPr/>
          <p:nvPr/>
        </p:nvSpPr>
        <p:spPr>
          <a:xfrm>
            <a:off x="6945228" y="1182925"/>
            <a:ext cx="51204" cy="35636"/>
          </a:xfrm>
          <a:custGeom>
            <a:rect b="b" l="l" r="r" t="t"/>
            <a:pathLst>
              <a:path extrusionOk="0" h="1053" w="1513">
                <a:moveTo>
                  <a:pt x="422" y="0"/>
                </a:moveTo>
                <a:cubicBezTo>
                  <a:pt x="285" y="0"/>
                  <a:pt x="140" y="81"/>
                  <a:pt x="95" y="196"/>
                </a:cubicBezTo>
                <a:cubicBezTo>
                  <a:pt x="0" y="353"/>
                  <a:pt x="95" y="574"/>
                  <a:pt x="252" y="668"/>
                </a:cubicBezTo>
                <a:lnTo>
                  <a:pt x="945" y="1015"/>
                </a:lnTo>
                <a:cubicBezTo>
                  <a:pt x="989" y="1041"/>
                  <a:pt x="1039" y="1052"/>
                  <a:pt x="1091" y="1052"/>
                </a:cubicBezTo>
                <a:cubicBezTo>
                  <a:pt x="1227" y="1052"/>
                  <a:pt x="1372" y="971"/>
                  <a:pt x="1418" y="857"/>
                </a:cubicBezTo>
                <a:cubicBezTo>
                  <a:pt x="1512" y="700"/>
                  <a:pt x="1418" y="479"/>
                  <a:pt x="1260" y="385"/>
                </a:cubicBezTo>
                <a:lnTo>
                  <a:pt x="567" y="38"/>
                </a:lnTo>
                <a:cubicBezTo>
                  <a:pt x="524" y="12"/>
                  <a:pt x="473" y="0"/>
                  <a:pt x="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1" name="Google Shape;7591;p36"/>
          <p:cNvSpPr/>
          <p:nvPr/>
        </p:nvSpPr>
        <p:spPr>
          <a:xfrm>
            <a:off x="7226696" y="1183804"/>
            <a:ext cx="51204" cy="36415"/>
          </a:xfrm>
          <a:custGeom>
            <a:rect b="b" l="l" r="r" t="t"/>
            <a:pathLst>
              <a:path extrusionOk="0" h="1076" w="1513">
                <a:moveTo>
                  <a:pt x="1098" y="0"/>
                </a:moveTo>
                <a:cubicBezTo>
                  <a:pt x="1046" y="0"/>
                  <a:pt x="994" y="14"/>
                  <a:pt x="946" y="44"/>
                </a:cubicBezTo>
                <a:lnTo>
                  <a:pt x="253" y="422"/>
                </a:lnTo>
                <a:cubicBezTo>
                  <a:pt x="95" y="485"/>
                  <a:pt x="1" y="674"/>
                  <a:pt x="95" y="894"/>
                </a:cubicBezTo>
                <a:cubicBezTo>
                  <a:pt x="142" y="1011"/>
                  <a:pt x="258" y="1076"/>
                  <a:pt x="405" y="1076"/>
                </a:cubicBezTo>
                <a:cubicBezTo>
                  <a:pt x="456" y="1076"/>
                  <a:pt x="511" y="1068"/>
                  <a:pt x="568" y="1052"/>
                </a:cubicBezTo>
                <a:lnTo>
                  <a:pt x="1261" y="674"/>
                </a:lnTo>
                <a:cubicBezTo>
                  <a:pt x="1418" y="611"/>
                  <a:pt x="1513" y="422"/>
                  <a:pt x="1418" y="201"/>
                </a:cubicBezTo>
                <a:cubicBezTo>
                  <a:pt x="1331" y="71"/>
                  <a:pt x="1214" y="0"/>
                  <a:pt x="109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2" name="Google Shape;7592;p36"/>
          <p:cNvSpPr/>
          <p:nvPr/>
        </p:nvSpPr>
        <p:spPr>
          <a:xfrm>
            <a:off x="6909450" y="1586679"/>
            <a:ext cx="405196" cy="403064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3" name="Google Shape;7593;p36"/>
          <p:cNvSpPr/>
          <p:nvPr/>
        </p:nvSpPr>
        <p:spPr>
          <a:xfrm>
            <a:off x="7077452" y="2267459"/>
            <a:ext cx="70392" cy="69343"/>
          </a:xfrm>
          <a:custGeom>
            <a:rect b="b" l="l" r="r" t="t"/>
            <a:pathLst>
              <a:path extrusionOk="0" h="2049" w="2080">
                <a:moveTo>
                  <a:pt x="1009" y="662"/>
                </a:moveTo>
                <a:cubicBezTo>
                  <a:pt x="1229" y="662"/>
                  <a:pt x="1387" y="851"/>
                  <a:pt x="1387" y="1040"/>
                </a:cubicBezTo>
                <a:cubicBezTo>
                  <a:pt x="1387" y="1229"/>
                  <a:pt x="1229" y="1387"/>
                  <a:pt x="1009" y="1387"/>
                </a:cubicBezTo>
                <a:cubicBezTo>
                  <a:pt x="819" y="1387"/>
                  <a:pt x="662" y="1229"/>
                  <a:pt x="662" y="1040"/>
                </a:cubicBezTo>
                <a:cubicBezTo>
                  <a:pt x="662" y="851"/>
                  <a:pt x="819" y="662"/>
                  <a:pt x="1009" y="662"/>
                </a:cubicBezTo>
                <a:close/>
                <a:moveTo>
                  <a:pt x="1009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09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80" y="473"/>
                  <a:pt x="1607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4" name="Google Shape;7594;p36"/>
          <p:cNvSpPr/>
          <p:nvPr/>
        </p:nvSpPr>
        <p:spPr>
          <a:xfrm>
            <a:off x="6911115" y="2174697"/>
            <a:ext cx="401981" cy="258049"/>
          </a:xfrm>
          <a:custGeom>
            <a:rect b="b" l="l" r="r" t="t"/>
            <a:pathLst>
              <a:path extrusionOk="0" h="7625" w="11878">
                <a:moveTo>
                  <a:pt x="5924" y="662"/>
                </a:moveTo>
                <a:cubicBezTo>
                  <a:pt x="7404" y="662"/>
                  <a:pt x="8759" y="1576"/>
                  <a:pt x="9641" y="2332"/>
                </a:cubicBezTo>
                <a:cubicBezTo>
                  <a:pt x="9736" y="2395"/>
                  <a:pt x="9830" y="2489"/>
                  <a:pt x="9925" y="2584"/>
                </a:cubicBezTo>
                <a:cubicBezTo>
                  <a:pt x="8696" y="2080"/>
                  <a:pt x="7278" y="1733"/>
                  <a:pt x="5924" y="1733"/>
                </a:cubicBezTo>
                <a:cubicBezTo>
                  <a:pt x="4569" y="1733"/>
                  <a:pt x="3183" y="2080"/>
                  <a:pt x="1954" y="2584"/>
                </a:cubicBezTo>
                <a:cubicBezTo>
                  <a:pt x="2048" y="2521"/>
                  <a:pt x="2111" y="2458"/>
                  <a:pt x="2206" y="2395"/>
                </a:cubicBezTo>
                <a:cubicBezTo>
                  <a:pt x="3151" y="1544"/>
                  <a:pt x="4474" y="662"/>
                  <a:pt x="5924" y="662"/>
                </a:cubicBezTo>
                <a:close/>
                <a:moveTo>
                  <a:pt x="5924" y="2426"/>
                </a:moveTo>
                <a:cubicBezTo>
                  <a:pt x="6333" y="2426"/>
                  <a:pt x="6711" y="2489"/>
                  <a:pt x="7089" y="2521"/>
                </a:cubicBezTo>
                <a:cubicBezTo>
                  <a:pt x="7467" y="2836"/>
                  <a:pt x="7656" y="3308"/>
                  <a:pt x="7656" y="3813"/>
                </a:cubicBezTo>
                <a:cubicBezTo>
                  <a:pt x="7656" y="4758"/>
                  <a:pt x="6869" y="5545"/>
                  <a:pt x="5924" y="5545"/>
                </a:cubicBezTo>
                <a:cubicBezTo>
                  <a:pt x="4978" y="5545"/>
                  <a:pt x="4191" y="4758"/>
                  <a:pt x="4191" y="3813"/>
                </a:cubicBezTo>
                <a:cubicBezTo>
                  <a:pt x="4191" y="3308"/>
                  <a:pt x="4411" y="2836"/>
                  <a:pt x="4789" y="2521"/>
                </a:cubicBezTo>
                <a:cubicBezTo>
                  <a:pt x="5136" y="2489"/>
                  <a:pt x="5545" y="2426"/>
                  <a:pt x="5924" y="2426"/>
                </a:cubicBezTo>
                <a:close/>
                <a:moveTo>
                  <a:pt x="3781" y="2710"/>
                </a:moveTo>
                <a:lnTo>
                  <a:pt x="3781" y="2710"/>
                </a:lnTo>
                <a:cubicBezTo>
                  <a:pt x="3624" y="3056"/>
                  <a:pt x="3498" y="3434"/>
                  <a:pt x="3498" y="3813"/>
                </a:cubicBezTo>
                <a:cubicBezTo>
                  <a:pt x="3498" y="5167"/>
                  <a:pt x="4600" y="6270"/>
                  <a:pt x="5924" y="6270"/>
                </a:cubicBezTo>
                <a:cubicBezTo>
                  <a:pt x="7278" y="6270"/>
                  <a:pt x="8381" y="5167"/>
                  <a:pt x="8381" y="3813"/>
                </a:cubicBezTo>
                <a:cubicBezTo>
                  <a:pt x="8381" y="3434"/>
                  <a:pt x="8286" y="3056"/>
                  <a:pt x="8097" y="2710"/>
                </a:cubicBezTo>
                <a:lnTo>
                  <a:pt x="8097" y="2710"/>
                </a:lnTo>
                <a:cubicBezTo>
                  <a:pt x="9137" y="2993"/>
                  <a:pt x="10145" y="3434"/>
                  <a:pt x="11027" y="3907"/>
                </a:cubicBezTo>
                <a:cubicBezTo>
                  <a:pt x="10744" y="4222"/>
                  <a:pt x="10240" y="4789"/>
                  <a:pt x="9547" y="5356"/>
                </a:cubicBezTo>
                <a:cubicBezTo>
                  <a:pt x="8601" y="6144"/>
                  <a:pt x="7310" y="6932"/>
                  <a:pt x="5924" y="6932"/>
                </a:cubicBezTo>
                <a:cubicBezTo>
                  <a:pt x="4474" y="6932"/>
                  <a:pt x="3088" y="6018"/>
                  <a:pt x="2237" y="5262"/>
                </a:cubicBezTo>
                <a:cubicBezTo>
                  <a:pt x="1607" y="4726"/>
                  <a:pt x="1135" y="4222"/>
                  <a:pt x="851" y="3907"/>
                </a:cubicBezTo>
                <a:cubicBezTo>
                  <a:pt x="1733" y="3371"/>
                  <a:pt x="2710" y="2962"/>
                  <a:pt x="3781" y="2710"/>
                </a:cubicBezTo>
                <a:close/>
                <a:moveTo>
                  <a:pt x="5924" y="0"/>
                </a:moveTo>
                <a:cubicBezTo>
                  <a:pt x="4411" y="0"/>
                  <a:pt x="2931" y="820"/>
                  <a:pt x="1765" y="1796"/>
                </a:cubicBezTo>
                <a:cubicBezTo>
                  <a:pt x="725" y="2678"/>
                  <a:pt x="95" y="3592"/>
                  <a:pt x="64" y="3624"/>
                </a:cubicBezTo>
                <a:cubicBezTo>
                  <a:pt x="1" y="3750"/>
                  <a:pt x="1" y="3907"/>
                  <a:pt x="64" y="4002"/>
                </a:cubicBezTo>
                <a:cubicBezTo>
                  <a:pt x="95" y="4065"/>
                  <a:pt x="725" y="4915"/>
                  <a:pt x="1765" y="5829"/>
                </a:cubicBezTo>
                <a:cubicBezTo>
                  <a:pt x="2931" y="6805"/>
                  <a:pt x="4348" y="7625"/>
                  <a:pt x="5924" y="7625"/>
                </a:cubicBezTo>
                <a:cubicBezTo>
                  <a:pt x="7436" y="7625"/>
                  <a:pt x="8759" y="6900"/>
                  <a:pt x="9925" y="5955"/>
                </a:cubicBezTo>
                <a:cubicBezTo>
                  <a:pt x="10712" y="5325"/>
                  <a:pt x="11374" y="4600"/>
                  <a:pt x="11815" y="4002"/>
                </a:cubicBezTo>
                <a:cubicBezTo>
                  <a:pt x="11878" y="3907"/>
                  <a:pt x="11878" y="3750"/>
                  <a:pt x="11815" y="3624"/>
                </a:cubicBezTo>
                <a:cubicBezTo>
                  <a:pt x="11752" y="3592"/>
                  <a:pt x="11122" y="2710"/>
                  <a:pt x="10114" y="1796"/>
                </a:cubicBezTo>
                <a:cubicBezTo>
                  <a:pt x="8916" y="820"/>
                  <a:pt x="7499" y="0"/>
                  <a:pt x="592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5" name="Google Shape;7595;p36"/>
          <p:cNvSpPr/>
          <p:nvPr/>
        </p:nvSpPr>
        <p:spPr>
          <a:xfrm>
            <a:off x="8439348" y="1243282"/>
            <a:ext cx="403030" cy="257169"/>
          </a:xfrm>
          <a:custGeom>
            <a:rect b="b" l="l" r="r" t="t"/>
            <a:pathLst>
              <a:path extrusionOk="0" h="7599" w="11909">
                <a:moveTo>
                  <a:pt x="9767" y="2079"/>
                </a:moveTo>
                <a:lnTo>
                  <a:pt x="9767" y="5198"/>
                </a:lnTo>
                <a:cubicBezTo>
                  <a:pt x="9735" y="5041"/>
                  <a:pt x="9672" y="4915"/>
                  <a:pt x="9546" y="4789"/>
                </a:cubicBezTo>
                <a:lnTo>
                  <a:pt x="7813" y="3056"/>
                </a:lnTo>
                <a:cubicBezTo>
                  <a:pt x="7624" y="2867"/>
                  <a:pt x="7341" y="2741"/>
                  <a:pt x="7057" y="2741"/>
                </a:cubicBezTo>
                <a:lnTo>
                  <a:pt x="6018" y="2741"/>
                </a:lnTo>
                <a:cubicBezTo>
                  <a:pt x="5923" y="2741"/>
                  <a:pt x="5797" y="2836"/>
                  <a:pt x="5734" y="2930"/>
                </a:cubicBezTo>
                <a:lnTo>
                  <a:pt x="5482" y="3403"/>
                </a:lnTo>
                <a:cubicBezTo>
                  <a:pt x="5293" y="3812"/>
                  <a:pt x="4883" y="4001"/>
                  <a:pt x="4505" y="4001"/>
                </a:cubicBezTo>
                <a:lnTo>
                  <a:pt x="5356" y="2269"/>
                </a:lnTo>
                <a:cubicBezTo>
                  <a:pt x="5419" y="2143"/>
                  <a:pt x="5576" y="2079"/>
                  <a:pt x="5671" y="2079"/>
                </a:cubicBezTo>
                <a:close/>
                <a:moveTo>
                  <a:pt x="1418" y="2079"/>
                </a:moveTo>
                <a:lnTo>
                  <a:pt x="1418" y="5545"/>
                </a:lnTo>
                <a:lnTo>
                  <a:pt x="725" y="5545"/>
                </a:lnTo>
                <a:lnTo>
                  <a:pt x="725" y="2079"/>
                </a:lnTo>
                <a:close/>
                <a:moveTo>
                  <a:pt x="11153" y="2079"/>
                </a:moveTo>
                <a:lnTo>
                  <a:pt x="11153" y="5545"/>
                </a:lnTo>
                <a:lnTo>
                  <a:pt x="10460" y="5545"/>
                </a:lnTo>
                <a:lnTo>
                  <a:pt x="10460" y="2079"/>
                </a:lnTo>
                <a:close/>
                <a:moveTo>
                  <a:pt x="6931" y="630"/>
                </a:moveTo>
                <a:cubicBezTo>
                  <a:pt x="6774" y="1008"/>
                  <a:pt x="6427" y="1323"/>
                  <a:pt x="5955" y="1323"/>
                </a:cubicBezTo>
                <a:lnTo>
                  <a:pt x="5671" y="1323"/>
                </a:lnTo>
                <a:cubicBezTo>
                  <a:pt x="5293" y="1323"/>
                  <a:pt x="4946" y="1575"/>
                  <a:pt x="4726" y="1922"/>
                </a:cubicBezTo>
                <a:lnTo>
                  <a:pt x="3655" y="4064"/>
                </a:lnTo>
                <a:cubicBezTo>
                  <a:pt x="3623" y="4127"/>
                  <a:pt x="3623" y="4253"/>
                  <a:pt x="3655" y="4316"/>
                </a:cubicBezTo>
                <a:cubicBezTo>
                  <a:pt x="3718" y="4411"/>
                  <a:pt x="3781" y="4474"/>
                  <a:pt x="3875" y="4537"/>
                </a:cubicBezTo>
                <a:cubicBezTo>
                  <a:pt x="4088" y="4627"/>
                  <a:pt x="4310" y="4670"/>
                  <a:pt x="4532" y="4670"/>
                </a:cubicBezTo>
                <a:cubicBezTo>
                  <a:pt x="5165" y="4670"/>
                  <a:pt x="5785" y="4316"/>
                  <a:pt x="6112" y="3686"/>
                </a:cubicBezTo>
                <a:lnTo>
                  <a:pt x="6238" y="3434"/>
                </a:lnTo>
                <a:lnTo>
                  <a:pt x="7026" y="3434"/>
                </a:lnTo>
                <a:cubicBezTo>
                  <a:pt x="7089" y="3434"/>
                  <a:pt x="7215" y="3466"/>
                  <a:pt x="7246" y="3529"/>
                </a:cubicBezTo>
                <a:lnTo>
                  <a:pt x="8979" y="5261"/>
                </a:lnTo>
                <a:cubicBezTo>
                  <a:pt x="9137" y="5419"/>
                  <a:pt x="9137" y="5545"/>
                  <a:pt x="9105" y="5640"/>
                </a:cubicBezTo>
                <a:cubicBezTo>
                  <a:pt x="9105" y="5671"/>
                  <a:pt x="9042" y="5829"/>
                  <a:pt x="8885" y="5860"/>
                </a:cubicBezTo>
                <a:lnTo>
                  <a:pt x="5576" y="6805"/>
                </a:lnTo>
                <a:cubicBezTo>
                  <a:pt x="5543" y="6814"/>
                  <a:pt x="5507" y="6818"/>
                  <a:pt x="5470" y="6818"/>
                </a:cubicBezTo>
                <a:cubicBezTo>
                  <a:pt x="5371" y="6818"/>
                  <a:pt x="5268" y="6788"/>
                  <a:pt x="5198" y="6742"/>
                </a:cubicBezTo>
                <a:lnTo>
                  <a:pt x="4096" y="5640"/>
                </a:lnTo>
                <a:cubicBezTo>
                  <a:pt x="4033" y="5545"/>
                  <a:pt x="3938" y="5514"/>
                  <a:pt x="3875" y="5514"/>
                </a:cubicBezTo>
                <a:lnTo>
                  <a:pt x="2111" y="5514"/>
                </a:lnTo>
                <a:lnTo>
                  <a:pt x="2111" y="2048"/>
                </a:lnTo>
                <a:lnTo>
                  <a:pt x="2741" y="2048"/>
                </a:lnTo>
                <a:cubicBezTo>
                  <a:pt x="3119" y="2048"/>
                  <a:pt x="3466" y="1796"/>
                  <a:pt x="3686" y="1449"/>
                </a:cubicBezTo>
                <a:lnTo>
                  <a:pt x="4001" y="819"/>
                </a:lnTo>
                <a:cubicBezTo>
                  <a:pt x="4064" y="693"/>
                  <a:pt x="4190" y="630"/>
                  <a:pt x="4316" y="630"/>
                </a:cubicBezTo>
                <a:close/>
                <a:moveTo>
                  <a:pt x="4316" y="0"/>
                </a:moveTo>
                <a:cubicBezTo>
                  <a:pt x="3907" y="0"/>
                  <a:pt x="3560" y="221"/>
                  <a:pt x="3371" y="599"/>
                </a:cubicBezTo>
                <a:lnTo>
                  <a:pt x="3056" y="1229"/>
                </a:lnTo>
                <a:cubicBezTo>
                  <a:pt x="2962" y="1323"/>
                  <a:pt x="2836" y="1418"/>
                  <a:pt x="2741" y="1418"/>
                </a:cubicBezTo>
                <a:lnTo>
                  <a:pt x="378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5955"/>
                </a:lnTo>
                <a:cubicBezTo>
                  <a:pt x="0" y="6144"/>
                  <a:pt x="158" y="6301"/>
                  <a:pt x="378" y="6301"/>
                </a:cubicBezTo>
                <a:lnTo>
                  <a:pt x="3718" y="6301"/>
                </a:lnTo>
                <a:lnTo>
                  <a:pt x="4694" y="7278"/>
                </a:lnTo>
                <a:cubicBezTo>
                  <a:pt x="4894" y="7477"/>
                  <a:pt x="5139" y="7598"/>
                  <a:pt x="5410" y="7598"/>
                </a:cubicBezTo>
                <a:cubicBezTo>
                  <a:pt x="5525" y="7598"/>
                  <a:pt x="5644" y="7577"/>
                  <a:pt x="5766" y="7530"/>
                </a:cubicBezTo>
                <a:lnTo>
                  <a:pt x="9074" y="6553"/>
                </a:lnTo>
                <a:cubicBezTo>
                  <a:pt x="9263" y="6522"/>
                  <a:pt x="9420" y="6396"/>
                  <a:pt x="9578" y="6238"/>
                </a:cubicBezTo>
                <a:lnTo>
                  <a:pt x="11562" y="6238"/>
                </a:lnTo>
                <a:cubicBezTo>
                  <a:pt x="11751" y="6238"/>
                  <a:pt x="11909" y="6081"/>
                  <a:pt x="11909" y="5892"/>
                </a:cubicBezTo>
                <a:lnTo>
                  <a:pt x="11909" y="1733"/>
                </a:lnTo>
                <a:cubicBezTo>
                  <a:pt x="11877" y="1544"/>
                  <a:pt x="11720" y="1386"/>
                  <a:pt x="11499" y="1386"/>
                </a:cubicBezTo>
                <a:lnTo>
                  <a:pt x="7341" y="1386"/>
                </a:lnTo>
                <a:cubicBezTo>
                  <a:pt x="7561" y="1103"/>
                  <a:pt x="7687" y="693"/>
                  <a:pt x="7687" y="347"/>
                </a:cubicBezTo>
                <a:cubicBezTo>
                  <a:pt x="7687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6" name="Google Shape;7596;p36"/>
          <p:cNvSpPr/>
          <p:nvPr/>
        </p:nvSpPr>
        <p:spPr>
          <a:xfrm>
            <a:off x="8629103" y="1125983"/>
            <a:ext cx="23521" cy="58684"/>
          </a:xfrm>
          <a:custGeom>
            <a:rect b="b" l="l" r="r" t="t"/>
            <a:pathLst>
              <a:path extrusionOk="0" h="1733" w="695"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1355"/>
                </a:lnTo>
                <a:cubicBezTo>
                  <a:pt x="1" y="1576"/>
                  <a:pt x="159" y="1733"/>
                  <a:pt x="348" y="1733"/>
                </a:cubicBezTo>
                <a:cubicBezTo>
                  <a:pt x="537" y="1733"/>
                  <a:pt x="694" y="1576"/>
                  <a:pt x="694" y="1355"/>
                </a:cubicBezTo>
                <a:lnTo>
                  <a:pt x="694" y="347"/>
                </a:lnTo>
                <a:cubicBezTo>
                  <a:pt x="694" y="158"/>
                  <a:pt x="537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7" name="Google Shape;7597;p36"/>
          <p:cNvSpPr/>
          <p:nvPr/>
        </p:nvSpPr>
        <p:spPr>
          <a:xfrm>
            <a:off x="8534242" y="1172111"/>
            <a:ext cx="47989" cy="47752"/>
          </a:xfrm>
          <a:custGeom>
            <a:rect b="b" l="l" r="r" t="t"/>
            <a:pathLst>
              <a:path extrusionOk="0" h="1411" w="1418">
                <a:moveTo>
                  <a:pt x="374" y="0"/>
                </a:moveTo>
                <a:cubicBezTo>
                  <a:pt x="291" y="0"/>
                  <a:pt x="205" y="40"/>
                  <a:pt x="126" y="118"/>
                </a:cubicBezTo>
                <a:cubicBezTo>
                  <a:pt x="0" y="244"/>
                  <a:pt x="0" y="496"/>
                  <a:pt x="126" y="591"/>
                </a:cubicBezTo>
                <a:lnTo>
                  <a:pt x="819" y="1316"/>
                </a:lnTo>
                <a:cubicBezTo>
                  <a:pt x="882" y="1379"/>
                  <a:pt x="969" y="1410"/>
                  <a:pt x="1055" y="1410"/>
                </a:cubicBezTo>
                <a:cubicBezTo>
                  <a:pt x="1142" y="1410"/>
                  <a:pt x="1229" y="1379"/>
                  <a:pt x="1292" y="1316"/>
                </a:cubicBezTo>
                <a:cubicBezTo>
                  <a:pt x="1418" y="1190"/>
                  <a:pt x="1418" y="969"/>
                  <a:pt x="1292" y="843"/>
                </a:cubicBezTo>
                <a:lnTo>
                  <a:pt x="599" y="118"/>
                </a:lnTo>
                <a:cubicBezTo>
                  <a:pt x="536" y="40"/>
                  <a:pt x="457" y="0"/>
                  <a:pt x="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8" name="Google Shape;7598;p36"/>
          <p:cNvSpPr/>
          <p:nvPr/>
        </p:nvSpPr>
        <p:spPr>
          <a:xfrm>
            <a:off x="8698412" y="1172111"/>
            <a:ext cx="48023" cy="47752"/>
          </a:xfrm>
          <a:custGeom>
            <a:rect b="b" l="l" r="r" t="t"/>
            <a:pathLst>
              <a:path extrusionOk="0" h="1411" w="1419">
                <a:moveTo>
                  <a:pt x="1056" y="0"/>
                </a:moveTo>
                <a:cubicBezTo>
                  <a:pt x="970" y="0"/>
                  <a:pt x="883" y="40"/>
                  <a:pt x="820" y="118"/>
                </a:cubicBezTo>
                <a:lnTo>
                  <a:pt x="127" y="843"/>
                </a:lnTo>
                <a:cubicBezTo>
                  <a:pt x="1" y="969"/>
                  <a:pt x="1" y="1190"/>
                  <a:pt x="127" y="1316"/>
                </a:cubicBezTo>
                <a:cubicBezTo>
                  <a:pt x="174" y="1379"/>
                  <a:pt x="261" y="1410"/>
                  <a:pt x="351" y="1410"/>
                </a:cubicBezTo>
                <a:cubicBezTo>
                  <a:pt x="442" y="1410"/>
                  <a:pt x="536" y="1379"/>
                  <a:pt x="599" y="1316"/>
                </a:cubicBezTo>
                <a:lnTo>
                  <a:pt x="1293" y="591"/>
                </a:lnTo>
                <a:cubicBezTo>
                  <a:pt x="1419" y="496"/>
                  <a:pt x="1419" y="244"/>
                  <a:pt x="1293" y="118"/>
                </a:cubicBezTo>
                <a:cubicBezTo>
                  <a:pt x="1230" y="40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599" name="Google Shape;7599;p36"/>
          <p:cNvSpPr/>
          <p:nvPr/>
        </p:nvSpPr>
        <p:spPr>
          <a:xfrm>
            <a:off x="2523298" y="1160740"/>
            <a:ext cx="141834" cy="92796"/>
          </a:xfrm>
          <a:custGeom>
            <a:rect b="b" l="l" r="r" t="t"/>
            <a:pathLst>
              <a:path extrusionOk="0" h="2742" w="419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05"/>
                  <a:pt x="158" y="662"/>
                  <a:pt x="315" y="662"/>
                </a:cubicBezTo>
                <a:lnTo>
                  <a:pt x="2426" y="662"/>
                </a:lnTo>
                <a:cubicBezTo>
                  <a:pt x="2615" y="662"/>
                  <a:pt x="2773" y="820"/>
                  <a:pt x="2773" y="1009"/>
                </a:cubicBezTo>
                <a:lnTo>
                  <a:pt x="2773" y="1576"/>
                </a:lnTo>
                <a:lnTo>
                  <a:pt x="2678" y="1450"/>
                </a:lnTo>
                <a:cubicBezTo>
                  <a:pt x="2615" y="1387"/>
                  <a:pt x="2521" y="1355"/>
                  <a:pt x="2430" y="1355"/>
                </a:cubicBezTo>
                <a:cubicBezTo>
                  <a:pt x="2340" y="1355"/>
                  <a:pt x="2253" y="1387"/>
                  <a:pt x="2206" y="1450"/>
                </a:cubicBezTo>
                <a:cubicBezTo>
                  <a:pt x="2080" y="1576"/>
                  <a:pt x="2080" y="1796"/>
                  <a:pt x="2206" y="1922"/>
                </a:cubicBezTo>
                <a:lnTo>
                  <a:pt x="2899" y="2647"/>
                </a:lnTo>
                <a:cubicBezTo>
                  <a:pt x="2993" y="2710"/>
                  <a:pt x="3056" y="2741"/>
                  <a:pt x="3151" y="2741"/>
                </a:cubicBezTo>
                <a:cubicBezTo>
                  <a:pt x="3214" y="2741"/>
                  <a:pt x="3340" y="2710"/>
                  <a:pt x="3371" y="2647"/>
                </a:cubicBezTo>
                <a:lnTo>
                  <a:pt x="4096" y="1922"/>
                </a:lnTo>
                <a:cubicBezTo>
                  <a:pt x="4191" y="1796"/>
                  <a:pt x="4191" y="1576"/>
                  <a:pt x="4096" y="1450"/>
                </a:cubicBezTo>
                <a:cubicBezTo>
                  <a:pt x="4033" y="1387"/>
                  <a:pt x="3938" y="1355"/>
                  <a:pt x="3848" y="1355"/>
                </a:cubicBezTo>
                <a:cubicBezTo>
                  <a:pt x="3757" y="1355"/>
                  <a:pt x="3671" y="1387"/>
                  <a:pt x="3623" y="1450"/>
                </a:cubicBezTo>
                <a:lnTo>
                  <a:pt x="3497" y="1576"/>
                </a:lnTo>
                <a:lnTo>
                  <a:pt x="3497" y="1009"/>
                </a:lnTo>
                <a:cubicBezTo>
                  <a:pt x="3497" y="442"/>
                  <a:pt x="3025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0" name="Google Shape;7600;p36"/>
          <p:cNvSpPr/>
          <p:nvPr/>
        </p:nvSpPr>
        <p:spPr>
          <a:xfrm>
            <a:off x="2380415" y="1371850"/>
            <a:ext cx="142917" cy="93845"/>
          </a:xfrm>
          <a:custGeom>
            <a:rect b="b" l="l" r="r" t="t"/>
            <a:pathLst>
              <a:path extrusionOk="0" h="2773" w="4223">
                <a:moveTo>
                  <a:pt x="1056" y="0"/>
                </a:moveTo>
                <a:cubicBezTo>
                  <a:pt x="969" y="0"/>
                  <a:pt x="883" y="32"/>
                  <a:pt x="820" y="95"/>
                </a:cubicBezTo>
                <a:lnTo>
                  <a:pt x="95" y="820"/>
                </a:lnTo>
                <a:cubicBezTo>
                  <a:pt x="1" y="914"/>
                  <a:pt x="1" y="1166"/>
                  <a:pt x="95" y="1292"/>
                </a:cubicBezTo>
                <a:cubicBezTo>
                  <a:pt x="158" y="1339"/>
                  <a:pt x="253" y="1363"/>
                  <a:pt x="343" y="1363"/>
                </a:cubicBezTo>
                <a:cubicBezTo>
                  <a:pt x="434" y="1363"/>
                  <a:pt x="521" y="1339"/>
                  <a:pt x="568" y="1292"/>
                </a:cubicBezTo>
                <a:lnTo>
                  <a:pt x="694" y="1166"/>
                </a:lnTo>
                <a:lnTo>
                  <a:pt x="694" y="1702"/>
                </a:lnTo>
                <a:cubicBezTo>
                  <a:pt x="757" y="2300"/>
                  <a:pt x="1229" y="2773"/>
                  <a:pt x="1765" y="2773"/>
                </a:cubicBezTo>
                <a:lnTo>
                  <a:pt x="3844" y="2773"/>
                </a:lnTo>
                <a:cubicBezTo>
                  <a:pt x="4065" y="2773"/>
                  <a:pt x="4222" y="2615"/>
                  <a:pt x="4222" y="2426"/>
                </a:cubicBezTo>
                <a:cubicBezTo>
                  <a:pt x="4222" y="2237"/>
                  <a:pt x="4065" y="2080"/>
                  <a:pt x="3844" y="2080"/>
                </a:cubicBezTo>
                <a:lnTo>
                  <a:pt x="1765" y="2080"/>
                </a:lnTo>
                <a:cubicBezTo>
                  <a:pt x="1576" y="2080"/>
                  <a:pt x="1418" y="1922"/>
                  <a:pt x="1418" y="1702"/>
                </a:cubicBezTo>
                <a:lnTo>
                  <a:pt x="1418" y="1166"/>
                </a:lnTo>
                <a:lnTo>
                  <a:pt x="1544" y="1292"/>
                </a:lnTo>
                <a:cubicBezTo>
                  <a:pt x="1592" y="1339"/>
                  <a:pt x="1678" y="1363"/>
                  <a:pt x="1769" y="1363"/>
                </a:cubicBezTo>
                <a:cubicBezTo>
                  <a:pt x="1859" y="1363"/>
                  <a:pt x="1954" y="1339"/>
                  <a:pt x="2017" y="1292"/>
                </a:cubicBezTo>
                <a:cubicBezTo>
                  <a:pt x="2112" y="1166"/>
                  <a:pt x="2112" y="914"/>
                  <a:pt x="2017" y="820"/>
                </a:cubicBezTo>
                <a:lnTo>
                  <a:pt x="1292" y="95"/>
                </a:lnTo>
                <a:cubicBezTo>
                  <a:pt x="1229" y="32"/>
                  <a:pt x="1143" y="0"/>
                  <a:pt x="105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1" name="Google Shape;7601;p36"/>
          <p:cNvSpPr/>
          <p:nvPr/>
        </p:nvSpPr>
        <p:spPr>
          <a:xfrm>
            <a:off x="2334558" y="1112752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94"/>
                </a:moveTo>
                <a:cubicBezTo>
                  <a:pt x="3372" y="694"/>
                  <a:pt x="3782" y="1166"/>
                  <a:pt x="3782" y="1734"/>
                </a:cubicBezTo>
                <a:cubicBezTo>
                  <a:pt x="3782" y="2301"/>
                  <a:pt x="3309" y="2742"/>
                  <a:pt x="2773" y="2742"/>
                </a:cubicBezTo>
                <a:cubicBezTo>
                  <a:pt x="2175" y="2742"/>
                  <a:pt x="1734" y="2269"/>
                  <a:pt x="1734" y="1734"/>
                </a:cubicBezTo>
                <a:cubicBezTo>
                  <a:pt x="1734" y="1166"/>
                  <a:pt x="2206" y="694"/>
                  <a:pt x="2773" y="694"/>
                </a:cubicBezTo>
                <a:close/>
                <a:moveTo>
                  <a:pt x="2773" y="3466"/>
                </a:moveTo>
                <a:cubicBezTo>
                  <a:pt x="3908" y="3466"/>
                  <a:pt x="4853" y="4411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1"/>
                  <a:pt x="1639" y="3466"/>
                  <a:pt x="2773" y="3466"/>
                </a:cubicBezTo>
                <a:close/>
                <a:moveTo>
                  <a:pt x="2805" y="1"/>
                </a:moveTo>
                <a:cubicBezTo>
                  <a:pt x="1860" y="1"/>
                  <a:pt x="1072" y="788"/>
                  <a:pt x="1072" y="1734"/>
                </a:cubicBezTo>
                <a:cubicBezTo>
                  <a:pt x="1072" y="2238"/>
                  <a:pt x="1324" y="2710"/>
                  <a:pt x="1671" y="3025"/>
                </a:cubicBezTo>
                <a:cubicBezTo>
                  <a:pt x="726" y="3466"/>
                  <a:pt x="64" y="4443"/>
                  <a:pt x="64" y="5577"/>
                </a:cubicBezTo>
                <a:lnTo>
                  <a:pt x="64" y="6617"/>
                </a:lnTo>
                <a:cubicBezTo>
                  <a:pt x="1" y="6806"/>
                  <a:pt x="159" y="6963"/>
                  <a:pt x="379" y="6963"/>
                </a:cubicBezTo>
                <a:lnTo>
                  <a:pt x="5199" y="6963"/>
                </a:lnTo>
                <a:cubicBezTo>
                  <a:pt x="5420" y="6963"/>
                  <a:pt x="5577" y="6806"/>
                  <a:pt x="5577" y="6617"/>
                </a:cubicBezTo>
                <a:lnTo>
                  <a:pt x="5577" y="5577"/>
                </a:lnTo>
                <a:cubicBezTo>
                  <a:pt x="5577" y="4443"/>
                  <a:pt x="4884" y="3498"/>
                  <a:pt x="3939" y="3025"/>
                </a:cubicBezTo>
                <a:cubicBezTo>
                  <a:pt x="4317" y="2710"/>
                  <a:pt x="4538" y="2238"/>
                  <a:pt x="4538" y="1734"/>
                </a:cubicBezTo>
                <a:cubicBezTo>
                  <a:pt x="4538" y="788"/>
                  <a:pt x="3750" y="1"/>
                  <a:pt x="28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2" name="Google Shape;7602;p36"/>
          <p:cNvSpPr/>
          <p:nvPr/>
        </p:nvSpPr>
        <p:spPr>
          <a:xfrm>
            <a:off x="2547800" y="1278004"/>
            <a:ext cx="188773" cy="235679"/>
          </a:xfrm>
          <a:custGeom>
            <a:rect b="b" l="l" r="r" t="t"/>
            <a:pathLst>
              <a:path extrusionOk="0" h="6964" w="5578">
                <a:moveTo>
                  <a:pt x="2773" y="663"/>
                </a:moveTo>
                <a:cubicBezTo>
                  <a:pt x="3372" y="663"/>
                  <a:pt x="3782" y="1135"/>
                  <a:pt x="3782" y="1702"/>
                </a:cubicBezTo>
                <a:cubicBezTo>
                  <a:pt x="3782" y="2238"/>
                  <a:pt x="3309" y="2710"/>
                  <a:pt x="2773" y="2710"/>
                </a:cubicBezTo>
                <a:cubicBezTo>
                  <a:pt x="2175" y="2710"/>
                  <a:pt x="1734" y="2238"/>
                  <a:pt x="1734" y="1702"/>
                </a:cubicBezTo>
                <a:cubicBezTo>
                  <a:pt x="1734" y="1135"/>
                  <a:pt x="2175" y="663"/>
                  <a:pt x="2773" y="663"/>
                </a:cubicBezTo>
                <a:close/>
                <a:moveTo>
                  <a:pt x="2773" y="3467"/>
                </a:moveTo>
                <a:cubicBezTo>
                  <a:pt x="3908" y="3467"/>
                  <a:pt x="4853" y="4412"/>
                  <a:pt x="4853" y="5546"/>
                </a:cubicBezTo>
                <a:lnTo>
                  <a:pt x="4853" y="6270"/>
                </a:lnTo>
                <a:lnTo>
                  <a:pt x="694" y="6270"/>
                </a:lnTo>
                <a:lnTo>
                  <a:pt x="694" y="5546"/>
                </a:lnTo>
                <a:cubicBezTo>
                  <a:pt x="694" y="4412"/>
                  <a:pt x="1639" y="3467"/>
                  <a:pt x="2773" y="3467"/>
                </a:cubicBezTo>
                <a:close/>
                <a:moveTo>
                  <a:pt x="2773" y="1"/>
                </a:moveTo>
                <a:cubicBezTo>
                  <a:pt x="1828" y="1"/>
                  <a:pt x="1041" y="789"/>
                  <a:pt x="1041" y="1734"/>
                </a:cubicBezTo>
                <a:cubicBezTo>
                  <a:pt x="1041" y="2238"/>
                  <a:pt x="1261" y="2710"/>
                  <a:pt x="1608" y="3025"/>
                </a:cubicBezTo>
                <a:cubicBezTo>
                  <a:pt x="663" y="3467"/>
                  <a:pt x="1" y="4443"/>
                  <a:pt x="1" y="5546"/>
                </a:cubicBezTo>
                <a:lnTo>
                  <a:pt x="1" y="6617"/>
                </a:lnTo>
                <a:cubicBezTo>
                  <a:pt x="1" y="6806"/>
                  <a:pt x="159" y="6964"/>
                  <a:pt x="379" y="6964"/>
                </a:cubicBezTo>
                <a:lnTo>
                  <a:pt x="5199" y="6964"/>
                </a:lnTo>
                <a:cubicBezTo>
                  <a:pt x="5420" y="6964"/>
                  <a:pt x="5577" y="6806"/>
                  <a:pt x="5577" y="6617"/>
                </a:cubicBezTo>
                <a:lnTo>
                  <a:pt x="5577" y="5546"/>
                </a:lnTo>
                <a:cubicBezTo>
                  <a:pt x="5514" y="4412"/>
                  <a:pt x="4853" y="3467"/>
                  <a:pt x="3908" y="3025"/>
                </a:cubicBezTo>
                <a:cubicBezTo>
                  <a:pt x="4254" y="2710"/>
                  <a:pt x="4506" y="2238"/>
                  <a:pt x="4506" y="1734"/>
                </a:cubicBezTo>
                <a:cubicBezTo>
                  <a:pt x="4506" y="789"/>
                  <a:pt x="3719" y="1"/>
                  <a:pt x="27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3" name="Google Shape;7603;p36"/>
          <p:cNvSpPr/>
          <p:nvPr/>
        </p:nvSpPr>
        <p:spPr>
          <a:xfrm>
            <a:off x="2517951" y="1634672"/>
            <a:ext cx="140785" cy="164204"/>
          </a:xfrm>
          <a:custGeom>
            <a:rect b="b" l="l" r="r" t="t"/>
            <a:pathLst>
              <a:path extrusionOk="0" h="4852" w="4160">
                <a:moveTo>
                  <a:pt x="2080" y="662"/>
                </a:moveTo>
                <a:cubicBezTo>
                  <a:pt x="2490" y="662"/>
                  <a:pt x="2805" y="977"/>
                  <a:pt x="2805" y="1386"/>
                </a:cubicBezTo>
                <a:cubicBezTo>
                  <a:pt x="2805" y="1764"/>
                  <a:pt x="2490" y="2079"/>
                  <a:pt x="2080" y="2079"/>
                </a:cubicBezTo>
                <a:cubicBezTo>
                  <a:pt x="1702" y="2079"/>
                  <a:pt x="1387" y="1764"/>
                  <a:pt x="1387" y="1386"/>
                </a:cubicBezTo>
                <a:cubicBezTo>
                  <a:pt x="1387" y="977"/>
                  <a:pt x="1702" y="662"/>
                  <a:pt x="2080" y="662"/>
                </a:cubicBezTo>
                <a:close/>
                <a:moveTo>
                  <a:pt x="2080" y="2773"/>
                </a:moveTo>
                <a:cubicBezTo>
                  <a:pt x="2836" y="2773"/>
                  <a:pt x="3466" y="3403"/>
                  <a:pt x="3466" y="4127"/>
                </a:cubicBezTo>
                <a:lnTo>
                  <a:pt x="662" y="4127"/>
                </a:lnTo>
                <a:cubicBezTo>
                  <a:pt x="662" y="3403"/>
                  <a:pt x="1293" y="2773"/>
                  <a:pt x="2080" y="2773"/>
                </a:cubicBezTo>
                <a:close/>
                <a:moveTo>
                  <a:pt x="2112" y="0"/>
                </a:moveTo>
                <a:cubicBezTo>
                  <a:pt x="1387" y="0"/>
                  <a:pt x="757" y="630"/>
                  <a:pt x="757" y="1386"/>
                </a:cubicBezTo>
                <a:cubicBezTo>
                  <a:pt x="757" y="1733"/>
                  <a:pt x="915" y="2079"/>
                  <a:pt x="1135" y="2332"/>
                </a:cubicBezTo>
                <a:cubicBezTo>
                  <a:pt x="505" y="2678"/>
                  <a:pt x="64" y="3340"/>
                  <a:pt x="64" y="4127"/>
                </a:cubicBezTo>
                <a:lnTo>
                  <a:pt x="64" y="4505"/>
                </a:lnTo>
                <a:cubicBezTo>
                  <a:pt x="1" y="4694"/>
                  <a:pt x="158" y="4852"/>
                  <a:pt x="347" y="4852"/>
                </a:cubicBezTo>
                <a:lnTo>
                  <a:pt x="3813" y="4852"/>
                </a:lnTo>
                <a:cubicBezTo>
                  <a:pt x="4002" y="4852"/>
                  <a:pt x="4160" y="4694"/>
                  <a:pt x="4160" y="4505"/>
                </a:cubicBezTo>
                <a:lnTo>
                  <a:pt x="4160" y="4127"/>
                </a:lnTo>
                <a:cubicBezTo>
                  <a:pt x="4160" y="3340"/>
                  <a:pt x="3750" y="2678"/>
                  <a:pt x="3120" y="2332"/>
                </a:cubicBezTo>
                <a:cubicBezTo>
                  <a:pt x="3340" y="2079"/>
                  <a:pt x="3498" y="1733"/>
                  <a:pt x="3498" y="1386"/>
                </a:cubicBezTo>
                <a:cubicBezTo>
                  <a:pt x="3498" y="630"/>
                  <a:pt x="2868" y="0"/>
                  <a:pt x="211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4" name="Google Shape;7604;p36"/>
          <p:cNvSpPr/>
          <p:nvPr/>
        </p:nvSpPr>
        <p:spPr>
          <a:xfrm>
            <a:off x="2327113" y="1588138"/>
            <a:ext cx="416906" cy="400154"/>
          </a:xfrm>
          <a:custGeom>
            <a:rect b="b" l="l" r="r" t="t"/>
            <a:pathLst>
              <a:path extrusionOk="0" h="11824" w="12319">
                <a:moveTo>
                  <a:pt x="7712" y="682"/>
                </a:moveTo>
                <a:cubicBezTo>
                  <a:pt x="8607" y="682"/>
                  <a:pt x="9499" y="1029"/>
                  <a:pt x="10177" y="1690"/>
                </a:cubicBezTo>
                <a:cubicBezTo>
                  <a:pt x="11468" y="2982"/>
                  <a:pt x="11531" y="5187"/>
                  <a:pt x="10177" y="6573"/>
                </a:cubicBezTo>
                <a:cubicBezTo>
                  <a:pt x="9500" y="7266"/>
                  <a:pt x="8627" y="7590"/>
                  <a:pt x="7754" y="7590"/>
                </a:cubicBezTo>
                <a:cubicBezTo>
                  <a:pt x="6839" y="7590"/>
                  <a:pt x="5923" y="7234"/>
                  <a:pt x="5230" y="6573"/>
                </a:cubicBezTo>
                <a:cubicBezTo>
                  <a:pt x="3939" y="5282"/>
                  <a:pt x="3876" y="3045"/>
                  <a:pt x="5325" y="1659"/>
                </a:cubicBezTo>
                <a:cubicBezTo>
                  <a:pt x="6001" y="997"/>
                  <a:pt x="6858" y="682"/>
                  <a:pt x="7712" y="682"/>
                </a:cubicBezTo>
                <a:close/>
                <a:moveTo>
                  <a:pt x="4128" y="6258"/>
                </a:moveTo>
                <a:cubicBezTo>
                  <a:pt x="4285" y="6573"/>
                  <a:pt x="4537" y="6857"/>
                  <a:pt x="4758" y="7078"/>
                </a:cubicBezTo>
                <a:cubicBezTo>
                  <a:pt x="5010" y="7330"/>
                  <a:pt x="5293" y="7550"/>
                  <a:pt x="5577" y="7708"/>
                </a:cubicBezTo>
                <a:lnTo>
                  <a:pt x="5136" y="8180"/>
                </a:lnTo>
                <a:cubicBezTo>
                  <a:pt x="5073" y="8243"/>
                  <a:pt x="4978" y="8275"/>
                  <a:pt x="4888" y="8275"/>
                </a:cubicBezTo>
                <a:cubicBezTo>
                  <a:pt x="4797" y="8275"/>
                  <a:pt x="4710" y="8243"/>
                  <a:pt x="4663" y="8180"/>
                </a:cubicBezTo>
                <a:lnTo>
                  <a:pt x="3655" y="7204"/>
                </a:lnTo>
                <a:cubicBezTo>
                  <a:pt x="3498" y="7078"/>
                  <a:pt x="3498" y="6857"/>
                  <a:pt x="3655" y="6731"/>
                </a:cubicBezTo>
                <a:lnTo>
                  <a:pt x="4128" y="6258"/>
                </a:lnTo>
                <a:close/>
                <a:moveTo>
                  <a:pt x="3403" y="7960"/>
                </a:moveTo>
                <a:lnTo>
                  <a:pt x="3876" y="8432"/>
                </a:lnTo>
                <a:lnTo>
                  <a:pt x="3309" y="8968"/>
                </a:lnTo>
                <a:lnTo>
                  <a:pt x="2836" y="8495"/>
                </a:lnTo>
                <a:lnTo>
                  <a:pt x="3403" y="7960"/>
                </a:lnTo>
                <a:close/>
                <a:moveTo>
                  <a:pt x="2363" y="8968"/>
                </a:moveTo>
                <a:lnTo>
                  <a:pt x="2836" y="9440"/>
                </a:lnTo>
                <a:lnTo>
                  <a:pt x="1292" y="10984"/>
                </a:lnTo>
                <a:cubicBezTo>
                  <a:pt x="1245" y="11047"/>
                  <a:pt x="1158" y="11079"/>
                  <a:pt x="1068" y="11079"/>
                </a:cubicBezTo>
                <a:cubicBezTo>
                  <a:pt x="977" y="11079"/>
                  <a:pt x="883" y="11047"/>
                  <a:pt x="820" y="10984"/>
                </a:cubicBezTo>
                <a:cubicBezTo>
                  <a:pt x="725" y="10858"/>
                  <a:pt x="725" y="10669"/>
                  <a:pt x="820" y="10512"/>
                </a:cubicBezTo>
                <a:lnTo>
                  <a:pt x="2363" y="8968"/>
                </a:lnTo>
                <a:close/>
                <a:moveTo>
                  <a:pt x="7731" y="1"/>
                </a:moveTo>
                <a:cubicBezTo>
                  <a:pt x="6669" y="1"/>
                  <a:pt x="5604" y="403"/>
                  <a:pt x="4789" y="1218"/>
                </a:cubicBezTo>
                <a:cubicBezTo>
                  <a:pt x="3592" y="2446"/>
                  <a:pt x="3309" y="4179"/>
                  <a:pt x="3844" y="5628"/>
                </a:cubicBezTo>
                <a:lnTo>
                  <a:pt x="3182" y="6290"/>
                </a:lnTo>
                <a:cubicBezTo>
                  <a:pt x="2867" y="6605"/>
                  <a:pt x="2804" y="7078"/>
                  <a:pt x="2993" y="7487"/>
                </a:cubicBezTo>
                <a:lnTo>
                  <a:pt x="410" y="10071"/>
                </a:lnTo>
                <a:cubicBezTo>
                  <a:pt x="0" y="10480"/>
                  <a:pt x="0" y="11142"/>
                  <a:pt x="410" y="11520"/>
                </a:cubicBezTo>
                <a:cubicBezTo>
                  <a:pt x="580" y="11721"/>
                  <a:pt x="826" y="11823"/>
                  <a:pt x="1081" y="11823"/>
                </a:cubicBezTo>
                <a:cubicBezTo>
                  <a:pt x="1345" y="11823"/>
                  <a:pt x="1619" y="11713"/>
                  <a:pt x="1828" y="11488"/>
                </a:cubicBezTo>
                <a:lnTo>
                  <a:pt x="4411" y="8905"/>
                </a:lnTo>
                <a:cubicBezTo>
                  <a:pt x="4565" y="8976"/>
                  <a:pt x="4727" y="9011"/>
                  <a:pt x="4887" y="9011"/>
                </a:cubicBezTo>
                <a:cubicBezTo>
                  <a:pt x="5153" y="9011"/>
                  <a:pt x="5411" y="8913"/>
                  <a:pt x="5608" y="8716"/>
                </a:cubicBezTo>
                <a:lnTo>
                  <a:pt x="6270" y="8023"/>
                </a:lnTo>
                <a:cubicBezTo>
                  <a:pt x="6736" y="8205"/>
                  <a:pt x="7231" y="8296"/>
                  <a:pt x="7729" y="8296"/>
                </a:cubicBezTo>
                <a:cubicBezTo>
                  <a:pt x="8781" y="8296"/>
                  <a:pt x="9847" y="7890"/>
                  <a:pt x="10681" y="7078"/>
                </a:cubicBezTo>
                <a:cubicBezTo>
                  <a:pt x="12319" y="5439"/>
                  <a:pt x="12287" y="2793"/>
                  <a:pt x="10681" y="1218"/>
                </a:cubicBezTo>
                <a:cubicBezTo>
                  <a:pt x="9873" y="410"/>
                  <a:pt x="8804" y="1"/>
                  <a:pt x="77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5" name="Google Shape;7605;p36"/>
          <p:cNvSpPr/>
          <p:nvPr/>
        </p:nvSpPr>
        <p:spPr>
          <a:xfrm>
            <a:off x="2333493" y="2245073"/>
            <a:ext cx="215408" cy="259098"/>
          </a:xfrm>
          <a:custGeom>
            <a:rect b="b" l="l" r="r" t="t"/>
            <a:pathLst>
              <a:path extrusionOk="0" h="7656" w="6365">
                <a:moveTo>
                  <a:pt x="3214" y="630"/>
                </a:moveTo>
                <a:cubicBezTo>
                  <a:pt x="3813" y="630"/>
                  <a:pt x="4286" y="1103"/>
                  <a:pt x="4286" y="1670"/>
                </a:cubicBezTo>
                <a:cubicBezTo>
                  <a:pt x="4286" y="2206"/>
                  <a:pt x="3813" y="2678"/>
                  <a:pt x="3214" y="2678"/>
                </a:cubicBezTo>
                <a:cubicBezTo>
                  <a:pt x="2647" y="2678"/>
                  <a:pt x="2175" y="2206"/>
                  <a:pt x="2175" y="1670"/>
                </a:cubicBezTo>
                <a:cubicBezTo>
                  <a:pt x="2175" y="1166"/>
                  <a:pt x="2647" y="630"/>
                  <a:pt x="3214" y="630"/>
                </a:cubicBezTo>
                <a:close/>
                <a:moveTo>
                  <a:pt x="3183" y="3403"/>
                </a:moveTo>
                <a:cubicBezTo>
                  <a:pt x="4538" y="3403"/>
                  <a:pt x="5609" y="4506"/>
                  <a:pt x="5609" y="5829"/>
                </a:cubicBezTo>
                <a:lnTo>
                  <a:pt x="5609" y="6931"/>
                </a:lnTo>
                <a:lnTo>
                  <a:pt x="757" y="6931"/>
                </a:lnTo>
                <a:lnTo>
                  <a:pt x="757" y="5829"/>
                </a:lnTo>
                <a:cubicBezTo>
                  <a:pt x="757" y="4506"/>
                  <a:pt x="1860" y="3403"/>
                  <a:pt x="3183" y="3403"/>
                </a:cubicBezTo>
                <a:close/>
                <a:moveTo>
                  <a:pt x="3183" y="0"/>
                </a:moveTo>
                <a:cubicBezTo>
                  <a:pt x="2238" y="0"/>
                  <a:pt x="1419" y="788"/>
                  <a:pt x="1419" y="1733"/>
                </a:cubicBezTo>
                <a:cubicBezTo>
                  <a:pt x="1419" y="2206"/>
                  <a:pt x="1608" y="2678"/>
                  <a:pt x="1954" y="2993"/>
                </a:cubicBezTo>
                <a:cubicBezTo>
                  <a:pt x="820" y="3466"/>
                  <a:pt x="1" y="4569"/>
                  <a:pt x="1" y="5892"/>
                </a:cubicBezTo>
                <a:lnTo>
                  <a:pt x="1" y="7309"/>
                </a:lnTo>
                <a:cubicBezTo>
                  <a:pt x="64" y="7498"/>
                  <a:pt x="222" y="7656"/>
                  <a:pt x="442" y="7656"/>
                </a:cubicBezTo>
                <a:lnTo>
                  <a:pt x="6018" y="7656"/>
                </a:lnTo>
                <a:cubicBezTo>
                  <a:pt x="6207" y="7656"/>
                  <a:pt x="6365" y="7498"/>
                  <a:pt x="6365" y="7309"/>
                </a:cubicBezTo>
                <a:lnTo>
                  <a:pt x="6365" y="5892"/>
                </a:lnTo>
                <a:cubicBezTo>
                  <a:pt x="6365" y="4569"/>
                  <a:pt x="5546" y="3466"/>
                  <a:pt x="4412" y="2993"/>
                </a:cubicBezTo>
                <a:cubicBezTo>
                  <a:pt x="4758" y="2647"/>
                  <a:pt x="4947" y="2206"/>
                  <a:pt x="4947" y="1733"/>
                </a:cubicBezTo>
                <a:cubicBezTo>
                  <a:pt x="4947" y="788"/>
                  <a:pt x="4160" y="0"/>
                  <a:pt x="318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6" name="Google Shape;7606;p36"/>
          <p:cNvSpPr/>
          <p:nvPr/>
        </p:nvSpPr>
        <p:spPr>
          <a:xfrm>
            <a:off x="2524364" y="2103273"/>
            <a:ext cx="213275" cy="211143"/>
          </a:xfrm>
          <a:custGeom>
            <a:rect b="b" l="l" r="r" t="t"/>
            <a:pathLst>
              <a:path extrusionOk="0" h="6239" w="6302">
                <a:moveTo>
                  <a:pt x="3182" y="662"/>
                </a:moveTo>
                <a:cubicBezTo>
                  <a:pt x="4506" y="662"/>
                  <a:pt x="5608" y="1764"/>
                  <a:pt x="5608" y="3088"/>
                </a:cubicBezTo>
                <a:cubicBezTo>
                  <a:pt x="5577" y="4442"/>
                  <a:pt x="4474" y="5545"/>
                  <a:pt x="3151" y="5545"/>
                </a:cubicBezTo>
                <a:cubicBezTo>
                  <a:pt x="2710" y="5545"/>
                  <a:pt x="2300" y="5419"/>
                  <a:pt x="1954" y="5230"/>
                </a:cubicBezTo>
                <a:cubicBezTo>
                  <a:pt x="1891" y="5198"/>
                  <a:pt x="1796" y="5198"/>
                  <a:pt x="1733" y="5198"/>
                </a:cubicBezTo>
                <a:lnTo>
                  <a:pt x="946" y="5388"/>
                </a:lnTo>
                <a:lnTo>
                  <a:pt x="1166" y="4663"/>
                </a:lnTo>
                <a:cubicBezTo>
                  <a:pt x="1198" y="4568"/>
                  <a:pt x="1166" y="4474"/>
                  <a:pt x="1135" y="4411"/>
                </a:cubicBezTo>
                <a:cubicBezTo>
                  <a:pt x="883" y="4001"/>
                  <a:pt x="725" y="3560"/>
                  <a:pt x="725" y="3088"/>
                </a:cubicBezTo>
                <a:cubicBezTo>
                  <a:pt x="725" y="1764"/>
                  <a:pt x="1828" y="662"/>
                  <a:pt x="3182" y="662"/>
                </a:cubicBezTo>
                <a:close/>
                <a:moveTo>
                  <a:pt x="3151" y="0"/>
                </a:moveTo>
                <a:cubicBezTo>
                  <a:pt x="1418" y="0"/>
                  <a:pt x="32" y="1418"/>
                  <a:pt x="32" y="3088"/>
                </a:cubicBezTo>
                <a:cubicBezTo>
                  <a:pt x="32" y="3655"/>
                  <a:pt x="158" y="4159"/>
                  <a:pt x="410" y="4631"/>
                </a:cubicBezTo>
                <a:lnTo>
                  <a:pt x="32" y="5766"/>
                </a:lnTo>
                <a:cubicBezTo>
                  <a:pt x="0" y="5892"/>
                  <a:pt x="32" y="6018"/>
                  <a:pt x="95" y="6144"/>
                </a:cubicBezTo>
                <a:cubicBezTo>
                  <a:pt x="189" y="6207"/>
                  <a:pt x="315" y="6238"/>
                  <a:pt x="473" y="6238"/>
                </a:cubicBezTo>
                <a:lnTo>
                  <a:pt x="1765" y="5923"/>
                </a:lnTo>
                <a:cubicBezTo>
                  <a:pt x="2206" y="6175"/>
                  <a:pt x="2678" y="6238"/>
                  <a:pt x="3182" y="6238"/>
                </a:cubicBezTo>
                <a:cubicBezTo>
                  <a:pt x="4915" y="6238"/>
                  <a:pt x="6301" y="4820"/>
                  <a:pt x="6301" y="3151"/>
                </a:cubicBezTo>
                <a:cubicBezTo>
                  <a:pt x="6238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7" name="Google Shape;7607;p36"/>
          <p:cNvSpPr/>
          <p:nvPr/>
        </p:nvSpPr>
        <p:spPr>
          <a:xfrm>
            <a:off x="2618176" y="2161888"/>
            <a:ext cx="24570" cy="23521"/>
          </a:xfrm>
          <a:custGeom>
            <a:rect b="b" l="l" r="r" t="t"/>
            <a:pathLst>
              <a:path extrusionOk="0" h="695" w="726">
                <a:moveTo>
                  <a:pt x="379" y="1"/>
                </a:moveTo>
                <a:cubicBezTo>
                  <a:pt x="158" y="1"/>
                  <a:pt x="1" y="158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cubicBezTo>
                  <a:pt x="568" y="694"/>
                  <a:pt x="725" y="537"/>
                  <a:pt x="725" y="348"/>
                </a:cubicBez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8" name="Google Shape;7608;p36"/>
          <p:cNvSpPr/>
          <p:nvPr/>
        </p:nvSpPr>
        <p:spPr>
          <a:xfrm>
            <a:off x="2618176" y="2197084"/>
            <a:ext cx="24570" cy="71475"/>
          </a:xfrm>
          <a:custGeom>
            <a:rect b="b" l="l" r="r" t="t"/>
            <a:pathLst>
              <a:path extrusionOk="0" h="2112" w="726">
                <a:moveTo>
                  <a:pt x="379" y="1"/>
                </a:moveTo>
                <a:cubicBezTo>
                  <a:pt x="158" y="1"/>
                  <a:pt x="1" y="158"/>
                  <a:pt x="1" y="379"/>
                </a:cubicBezTo>
                <a:lnTo>
                  <a:pt x="1" y="1733"/>
                </a:lnTo>
                <a:cubicBezTo>
                  <a:pt x="1" y="1954"/>
                  <a:pt x="158" y="2111"/>
                  <a:pt x="379" y="2111"/>
                </a:cubicBezTo>
                <a:cubicBezTo>
                  <a:pt x="568" y="2111"/>
                  <a:pt x="725" y="1954"/>
                  <a:pt x="725" y="1733"/>
                </a:cubicBezTo>
                <a:lnTo>
                  <a:pt x="725" y="379"/>
                </a:lnTo>
                <a:cubicBezTo>
                  <a:pt x="725" y="158"/>
                  <a:pt x="568" y="1"/>
                  <a:pt x="37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09" name="Google Shape;7609;p36"/>
          <p:cNvSpPr/>
          <p:nvPr/>
        </p:nvSpPr>
        <p:spPr>
          <a:xfrm>
            <a:off x="5218386" y="1299884"/>
            <a:ext cx="58684" cy="24570"/>
          </a:xfrm>
          <a:custGeom>
            <a:rect b="b" l="l" r="r" t="t"/>
            <a:pathLst>
              <a:path extrusionOk="0" h="726" w="1733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387" y="725"/>
                </a:lnTo>
                <a:cubicBezTo>
                  <a:pt x="1576" y="725"/>
                  <a:pt x="1733" y="568"/>
                  <a:pt x="1733" y="347"/>
                </a:cubicBezTo>
                <a:cubicBezTo>
                  <a:pt x="1702" y="158"/>
                  <a:pt x="1544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0" name="Google Shape;7610;p36"/>
          <p:cNvSpPr/>
          <p:nvPr/>
        </p:nvSpPr>
        <p:spPr>
          <a:xfrm>
            <a:off x="5205593" y="1348922"/>
            <a:ext cx="48023" cy="45890"/>
          </a:xfrm>
          <a:custGeom>
            <a:rect b="b" l="l" r="r" t="t"/>
            <a:pathLst>
              <a:path extrusionOk="0" h="1356" w="1419">
                <a:moveTo>
                  <a:pt x="351" y="1"/>
                </a:moveTo>
                <a:cubicBezTo>
                  <a:pt x="260" y="1"/>
                  <a:pt x="174" y="32"/>
                  <a:pt x="127" y="95"/>
                </a:cubicBezTo>
                <a:cubicBezTo>
                  <a:pt x="1" y="221"/>
                  <a:pt x="1" y="410"/>
                  <a:pt x="127" y="568"/>
                </a:cubicBezTo>
                <a:lnTo>
                  <a:pt x="820" y="1261"/>
                </a:lnTo>
                <a:cubicBezTo>
                  <a:pt x="883" y="1324"/>
                  <a:pt x="969" y="1356"/>
                  <a:pt x="1056" y="1356"/>
                </a:cubicBezTo>
                <a:cubicBezTo>
                  <a:pt x="1143" y="1356"/>
                  <a:pt x="1229" y="1324"/>
                  <a:pt x="1292" y="1261"/>
                </a:cubicBezTo>
                <a:cubicBezTo>
                  <a:pt x="1418" y="1166"/>
                  <a:pt x="1418" y="914"/>
                  <a:pt x="1292" y="788"/>
                </a:cubicBezTo>
                <a:lnTo>
                  <a:pt x="599" y="95"/>
                </a:lnTo>
                <a:cubicBezTo>
                  <a:pt x="536" y="32"/>
                  <a:pt x="442" y="1"/>
                  <a:pt x="3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1" name="Google Shape;7611;p36"/>
          <p:cNvSpPr/>
          <p:nvPr/>
        </p:nvSpPr>
        <p:spPr>
          <a:xfrm>
            <a:off x="5206677" y="1230574"/>
            <a:ext cx="47989" cy="46703"/>
          </a:xfrm>
          <a:custGeom>
            <a:rect b="b" l="l" r="r" t="t"/>
            <a:pathLst>
              <a:path extrusionOk="0" h="1380" w="1418">
                <a:moveTo>
                  <a:pt x="1067" y="1"/>
                </a:moveTo>
                <a:cubicBezTo>
                  <a:pt x="977" y="1"/>
                  <a:pt x="882" y="32"/>
                  <a:pt x="819" y="95"/>
                </a:cubicBezTo>
                <a:lnTo>
                  <a:pt x="126" y="788"/>
                </a:lnTo>
                <a:cubicBezTo>
                  <a:pt x="0" y="914"/>
                  <a:pt x="0" y="1135"/>
                  <a:pt x="126" y="1261"/>
                </a:cubicBezTo>
                <a:cubicBezTo>
                  <a:pt x="189" y="1340"/>
                  <a:pt x="268" y="1379"/>
                  <a:pt x="351" y="1379"/>
                </a:cubicBezTo>
                <a:cubicBezTo>
                  <a:pt x="433" y="1379"/>
                  <a:pt x="520" y="1340"/>
                  <a:pt x="599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5"/>
                </a:cubicBezTo>
                <a:cubicBezTo>
                  <a:pt x="1244" y="32"/>
                  <a:pt x="1158" y="1"/>
                  <a:pt x="10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2" name="Google Shape;7612;p36"/>
          <p:cNvSpPr/>
          <p:nvPr/>
        </p:nvSpPr>
        <p:spPr>
          <a:xfrm>
            <a:off x="4875054" y="1161264"/>
            <a:ext cx="306038" cy="303906"/>
          </a:xfrm>
          <a:custGeom>
            <a:rect b="b" l="l" r="r" t="t"/>
            <a:pathLst>
              <a:path extrusionOk="0" h="8980" w="9043">
                <a:moveTo>
                  <a:pt x="1419" y="3403"/>
                </a:moveTo>
                <a:lnTo>
                  <a:pt x="1419" y="4790"/>
                </a:lnTo>
                <a:cubicBezTo>
                  <a:pt x="1009" y="4790"/>
                  <a:pt x="694" y="4506"/>
                  <a:pt x="694" y="4097"/>
                </a:cubicBezTo>
                <a:cubicBezTo>
                  <a:pt x="694" y="3719"/>
                  <a:pt x="1009" y="3403"/>
                  <a:pt x="1419" y="3403"/>
                </a:cubicBezTo>
                <a:close/>
                <a:moveTo>
                  <a:pt x="4191" y="2710"/>
                </a:moveTo>
                <a:lnTo>
                  <a:pt x="4191" y="5483"/>
                </a:lnTo>
                <a:lnTo>
                  <a:pt x="2490" y="5483"/>
                </a:lnTo>
                <a:cubicBezTo>
                  <a:pt x="2269" y="5483"/>
                  <a:pt x="2112" y="5325"/>
                  <a:pt x="2112" y="5105"/>
                </a:cubicBezTo>
                <a:lnTo>
                  <a:pt x="2112" y="3088"/>
                </a:lnTo>
                <a:cubicBezTo>
                  <a:pt x="2112" y="2868"/>
                  <a:pt x="2269" y="2710"/>
                  <a:pt x="2490" y="2710"/>
                </a:cubicBezTo>
                <a:close/>
                <a:moveTo>
                  <a:pt x="6995" y="1828"/>
                </a:moveTo>
                <a:lnTo>
                  <a:pt x="6995" y="6428"/>
                </a:lnTo>
                <a:cubicBezTo>
                  <a:pt x="6428" y="5924"/>
                  <a:pt x="5672" y="5609"/>
                  <a:pt x="4884" y="5514"/>
                </a:cubicBezTo>
                <a:lnTo>
                  <a:pt x="4884" y="2710"/>
                </a:lnTo>
                <a:cubicBezTo>
                  <a:pt x="5672" y="2647"/>
                  <a:pt x="6428" y="2332"/>
                  <a:pt x="6995" y="1828"/>
                </a:cubicBezTo>
                <a:close/>
                <a:moveTo>
                  <a:pt x="8066" y="631"/>
                </a:moveTo>
                <a:cubicBezTo>
                  <a:pt x="8255" y="631"/>
                  <a:pt x="8413" y="789"/>
                  <a:pt x="8413" y="978"/>
                </a:cubicBezTo>
                <a:lnTo>
                  <a:pt x="8413" y="7216"/>
                </a:lnTo>
                <a:cubicBezTo>
                  <a:pt x="8413" y="7405"/>
                  <a:pt x="8255" y="7562"/>
                  <a:pt x="8066" y="7562"/>
                </a:cubicBezTo>
                <a:cubicBezTo>
                  <a:pt x="7877" y="7562"/>
                  <a:pt x="7720" y="7405"/>
                  <a:pt x="7720" y="7216"/>
                </a:cubicBezTo>
                <a:lnTo>
                  <a:pt x="7720" y="978"/>
                </a:lnTo>
                <a:cubicBezTo>
                  <a:pt x="7720" y="789"/>
                  <a:pt x="7877" y="631"/>
                  <a:pt x="8066" y="631"/>
                </a:cubicBezTo>
                <a:close/>
                <a:moveTo>
                  <a:pt x="3498" y="6176"/>
                </a:moveTo>
                <a:lnTo>
                  <a:pt x="3498" y="7909"/>
                </a:lnTo>
                <a:cubicBezTo>
                  <a:pt x="3498" y="8129"/>
                  <a:pt x="3340" y="8287"/>
                  <a:pt x="3151" y="8287"/>
                </a:cubicBezTo>
                <a:cubicBezTo>
                  <a:pt x="2962" y="8287"/>
                  <a:pt x="2805" y="8129"/>
                  <a:pt x="2805" y="7909"/>
                </a:cubicBezTo>
                <a:lnTo>
                  <a:pt x="2805" y="6176"/>
                </a:lnTo>
                <a:close/>
                <a:moveTo>
                  <a:pt x="8035" y="1"/>
                </a:moveTo>
                <a:cubicBezTo>
                  <a:pt x="7531" y="1"/>
                  <a:pt x="7090" y="411"/>
                  <a:pt x="6995" y="883"/>
                </a:cubicBezTo>
                <a:lnTo>
                  <a:pt x="6680" y="1198"/>
                </a:lnTo>
                <a:cubicBezTo>
                  <a:pt x="6144" y="1734"/>
                  <a:pt x="5325" y="2049"/>
                  <a:pt x="4538" y="2049"/>
                </a:cubicBezTo>
                <a:lnTo>
                  <a:pt x="2427" y="2049"/>
                </a:lnTo>
                <a:cubicBezTo>
                  <a:pt x="2017" y="2049"/>
                  <a:pt x="1608" y="2332"/>
                  <a:pt x="1450" y="2773"/>
                </a:cubicBezTo>
                <a:lnTo>
                  <a:pt x="1387" y="2773"/>
                </a:lnTo>
                <a:cubicBezTo>
                  <a:pt x="631" y="2773"/>
                  <a:pt x="1" y="3403"/>
                  <a:pt x="1" y="4128"/>
                </a:cubicBezTo>
                <a:cubicBezTo>
                  <a:pt x="1" y="4884"/>
                  <a:pt x="631" y="5514"/>
                  <a:pt x="1387" y="5514"/>
                </a:cubicBezTo>
                <a:lnTo>
                  <a:pt x="1450" y="5514"/>
                </a:lnTo>
                <a:cubicBezTo>
                  <a:pt x="1576" y="5798"/>
                  <a:pt x="1797" y="6018"/>
                  <a:pt x="2080" y="6144"/>
                </a:cubicBezTo>
                <a:lnTo>
                  <a:pt x="2080" y="7940"/>
                </a:lnTo>
                <a:cubicBezTo>
                  <a:pt x="2112" y="8507"/>
                  <a:pt x="2584" y="8980"/>
                  <a:pt x="3151" y="8980"/>
                </a:cubicBezTo>
                <a:cubicBezTo>
                  <a:pt x="3750" y="8980"/>
                  <a:pt x="4160" y="8507"/>
                  <a:pt x="4160" y="7972"/>
                </a:cubicBezTo>
                <a:lnTo>
                  <a:pt x="4160" y="6239"/>
                </a:lnTo>
                <a:lnTo>
                  <a:pt x="4538" y="6239"/>
                </a:lnTo>
                <a:cubicBezTo>
                  <a:pt x="5325" y="6239"/>
                  <a:pt x="6144" y="6554"/>
                  <a:pt x="6680" y="7090"/>
                </a:cubicBezTo>
                <a:lnTo>
                  <a:pt x="6995" y="7405"/>
                </a:lnTo>
                <a:cubicBezTo>
                  <a:pt x="7090" y="7909"/>
                  <a:pt x="7531" y="8287"/>
                  <a:pt x="8035" y="8287"/>
                </a:cubicBezTo>
                <a:cubicBezTo>
                  <a:pt x="8633" y="8287"/>
                  <a:pt x="9043" y="7814"/>
                  <a:pt x="9043" y="7247"/>
                </a:cubicBezTo>
                <a:lnTo>
                  <a:pt x="9043" y="1041"/>
                </a:lnTo>
                <a:cubicBezTo>
                  <a:pt x="9043" y="442"/>
                  <a:pt x="8570" y="1"/>
                  <a:pt x="803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3" name="Google Shape;7613;p36"/>
          <p:cNvSpPr/>
          <p:nvPr/>
        </p:nvSpPr>
        <p:spPr>
          <a:xfrm>
            <a:off x="4875595" y="1587749"/>
            <a:ext cx="400932" cy="400932"/>
          </a:xfrm>
          <a:custGeom>
            <a:rect b="b" l="l" r="r" t="t"/>
            <a:pathLst>
              <a:path extrusionOk="0" h="11847" w="11847">
                <a:moveTo>
                  <a:pt x="9483" y="1418"/>
                </a:moveTo>
                <a:cubicBezTo>
                  <a:pt x="9672" y="1418"/>
                  <a:pt x="9830" y="1576"/>
                  <a:pt x="9830" y="1765"/>
                </a:cubicBezTo>
                <a:lnTo>
                  <a:pt x="9830" y="2836"/>
                </a:lnTo>
                <a:lnTo>
                  <a:pt x="788" y="2836"/>
                </a:lnTo>
                <a:lnTo>
                  <a:pt x="788" y="1765"/>
                </a:lnTo>
                <a:lnTo>
                  <a:pt x="725" y="1765"/>
                </a:lnTo>
                <a:cubicBezTo>
                  <a:pt x="725" y="1576"/>
                  <a:pt x="883" y="1418"/>
                  <a:pt x="1072" y="1418"/>
                </a:cubicBezTo>
                <a:lnTo>
                  <a:pt x="1418" y="1418"/>
                </a:lnTo>
                <a:lnTo>
                  <a:pt x="1418" y="1765"/>
                </a:lnTo>
                <a:cubicBezTo>
                  <a:pt x="1418" y="1954"/>
                  <a:pt x="1576" y="2143"/>
                  <a:pt x="1765" y="2143"/>
                </a:cubicBezTo>
                <a:cubicBezTo>
                  <a:pt x="1954" y="2143"/>
                  <a:pt x="2111" y="1954"/>
                  <a:pt x="2111" y="1765"/>
                </a:cubicBezTo>
                <a:lnTo>
                  <a:pt x="2111" y="1418"/>
                </a:lnTo>
                <a:lnTo>
                  <a:pt x="3498" y="1418"/>
                </a:lnTo>
                <a:lnTo>
                  <a:pt x="3498" y="1765"/>
                </a:lnTo>
                <a:cubicBezTo>
                  <a:pt x="3498" y="1954"/>
                  <a:pt x="3655" y="2143"/>
                  <a:pt x="3844" y="2143"/>
                </a:cubicBezTo>
                <a:cubicBezTo>
                  <a:pt x="4065" y="2143"/>
                  <a:pt x="4222" y="1954"/>
                  <a:pt x="4222" y="1765"/>
                </a:cubicBezTo>
                <a:lnTo>
                  <a:pt x="4222" y="1418"/>
                </a:lnTo>
                <a:lnTo>
                  <a:pt x="6333" y="1418"/>
                </a:lnTo>
                <a:lnTo>
                  <a:pt x="6333" y="1765"/>
                </a:lnTo>
                <a:cubicBezTo>
                  <a:pt x="6333" y="1954"/>
                  <a:pt x="6490" y="2143"/>
                  <a:pt x="6680" y="2143"/>
                </a:cubicBezTo>
                <a:cubicBezTo>
                  <a:pt x="6900" y="2143"/>
                  <a:pt x="7058" y="1954"/>
                  <a:pt x="7058" y="1765"/>
                </a:cubicBezTo>
                <a:lnTo>
                  <a:pt x="7058" y="1418"/>
                </a:lnTo>
                <a:lnTo>
                  <a:pt x="8412" y="1418"/>
                </a:lnTo>
                <a:lnTo>
                  <a:pt x="8412" y="1765"/>
                </a:lnTo>
                <a:cubicBezTo>
                  <a:pt x="8412" y="1954"/>
                  <a:pt x="8570" y="2143"/>
                  <a:pt x="8790" y="2143"/>
                </a:cubicBezTo>
                <a:cubicBezTo>
                  <a:pt x="8979" y="2143"/>
                  <a:pt x="9137" y="1954"/>
                  <a:pt x="9137" y="1765"/>
                </a:cubicBezTo>
                <a:lnTo>
                  <a:pt x="9137" y="1418"/>
                </a:lnTo>
                <a:close/>
                <a:moveTo>
                  <a:pt x="9767" y="3497"/>
                </a:moveTo>
                <a:lnTo>
                  <a:pt x="9767" y="7026"/>
                </a:lnTo>
                <a:cubicBezTo>
                  <a:pt x="9641" y="7026"/>
                  <a:pt x="9546" y="6963"/>
                  <a:pt x="9420" y="6963"/>
                </a:cubicBezTo>
                <a:cubicBezTo>
                  <a:pt x="8066" y="6963"/>
                  <a:pt x="6963" y="8066"/>
                  <a:pt x="6963" y="9420"/>
                </a:cubicBezTo>
                <a:cubicBezTo>
                  <a:pt x="6963" y="9546"/>
                  <a:pt x="6963" y="9641"/>
                  <a:pt x="7026" y="9767"/>
                </a:cubicBezTo>
                <a:lnTo>
                  <a:pt x="1040" y="9767"/>
                </a:lnTo>
                <a:cubicBezTo>
                  <a:pt x="820" y="9767"/>
                  <a:pt x="662" y="9609"/>
                  <a:pt x="662" y="9420"/>
                </a:cubicBezTo>
                <a:lnTo>
                  <a:pt x="662" y="3497"/>
                </a:lnTo>
                <a:close/>
                <a:moveTo>
                  <a:pt x="9420" y="7688"/>
                </a:moveTo>
                <a:cubicBezTo>
                  <a:pt x="10366" y="7688"/>
                  <a:pt x="11153" y="8475"/>
                  <a:pt x="11153" y="9420"/>
                </a:cubicBezTo>
                <a:cubicBezTo>
                  <a:pt x="11153" y="10397"/>
                  <a:pt x="10366" y="11185"/>
                  <a:pt x="9420" y="11185"/>
                </a:cubicBezTo>
                <a:cubicBezTo>
                  <a:pt x="8475" y="11185"/>
                  <a:pt x="7688" y="10397"/>
                  <a:pt x="7688" y="9420"/>
                </a:cubicBezTo>
                <a:cubicBezTo>
                  <a:pt x="7688" y="8475"/>
                  <a:pt x="8475" y="7688"/>
                  <a:pt x="9420" y="7688"/>
                </a:cubicBez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lnTo>
                  <a:pt x="1387" y="725"/>
                </a:lnTo>
                <a:lnTo>
                  <a:pt x="1040" y="725"/>
                </a:lnTo>
                <a:cubicBezTo>
                  <a:pt x="442" y="725"/>
                  <a:pt x="0" y="1166"/>
                  <a:pt x="0" y="1733"/>
                </a:cubicBezTo>
                <a:lnTo>
                  <a:pt x="0" y="9389"/>
                </a:lnTo>
                <a:cubicBezTo>
                  <a:pt x="0" y="9956"/>
                  <a:pt x="473" y="10429"/>
                  <a:pt x="1040" y="10429"/>
                </a:cubicBezTo>
                <a:lnTo>
                  <a:pt x="7215" y="10429"/>
                </a:lnTo>
                <a:cubicBezTo>
                  <a:pt x="7593" y="11279"/>
                  <a:pt x="8444" y="11846"/>
                  <a:pt x="9420" y="11846"/>
                </a:cubicBezTo>
                <a:cubicBezTo>
                  <a:pt x="10744" y="11846"/>
                  <a:pt x="11846" y="10744"/>
                  <a:pt x="11846" y="9420"/>
                </a:cubicBezTo>
                <a:cubicBezTo>
                  <a:pt x="11846" y="8444"/>
                  <a:pt x="11311" y="7593"/>
                  <a:pt x="10492" y="7215"/>
                </a:cubicBezTo>
                <a:lnTo>
                  <a:pt x="10492" y="1733"/>
                </a:lnTo>
                <a:cubicBezTo>
                  <a:pt x="10492" y="1135"/>
                  <a:pt x="10019" y="725"/>
                  <a:pt x="9452" y="725"/>
                </a:cubicBezTo>
                <a:lnTo>
                  <a:pt x="9105" y="725"/>
                </a:lnTo>
                <a:lnTo>
                  <a:pt x="9105" y="347"/>
                </a:lnTo>
                <a:cubicBezTo>
                  <a:pt x="9105" y="158"/>
                  <a:pt x="8948" y="0"/>
                  <a:pt x="8759" y="0"/>
                </a:cubicBezTo>
                <a:cubicBezTo>
                  <a:pt x="8538" y="0"/>
                  <a:pt x="8381" y="158"/>
                  <a:pt x="8381" y="347"/>
                </a:cubicBezTo>
                <a:lnTo>
                  <a:pt x="8381" y="725"/>
                </a:lnTo>
                <a:lnTo>
                  <a:pt x="7026" y="725"/>
                </a:lnTo>
                <a:lnTo>
                  <a:pt x="7026" y="347"/>
                </a:lnTo>
                <a:cubicBezTo>
                  <a:pt x="7026" y="158"/>
                  <a:pt x="6869" y="0"/>
                  <a:pt x="6648" y="0"/>
                </a:cubicBezTo>
                <a:cubicBezTo>
                  <a:pt x="6459" y="0"/>
                  <a:pt x="6301" y="158"/>
                  <a:pt x="6301" y="347"/>
                </a:cubicBezTo>
                <a:lnTo>
                  <a:pt x="6301" y="725"/>
                </a:lnTo>
                <a:lnTo>
                  <a:pt x="4191" y="725"/>
                </a:lnTo>
                <a:lnTo>
                  <a:pt x="4191" y="347"/>
                </a:lnTo>
                <a:cubicBezTo>
                  <a:pt x="4191" y="158"/>
                  <a:pt x="4033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725"/>
                </a:lnTo>
                <a:lnTo>
                  <a:pt x="2080" y="725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4" name="Google Shape;7614;p36"/>
          <p:cNvSpPr/>
          <p:nvPr/>
        </p:nvSpPr>
        <p:spPr>
          <a:xfrm>
            <a:off x="5182648" y="1870300"/>
            <a:ext cx="46973" cy="47989"/>
          </a:xfrm>
          <a:custGeom>
            <a:rect b="b" l="l" r="r" t="t"/>
            <a:pathLst>
              <a:path extrusionOk="0" h="1418" w="1388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71"/>
                </a:lnTo>
                <a:cubicBezTo>
                  <a:pt x="1" y="1260"/>
                  <a:pt x="127" y="1418"/>
                  <a:pt x="347" y="1418"/>
                </a:cubicBezTo>
                <a:lnTo>
                  <a:pt x="1041" y="1418"/>
                </a:lnTo>
                <a:cubicBezTo>
                  <a:pt x="1261" y="1418"/>
                  <a:pt x="1387" y="1260"/>
                  <a:pt x="1387" y="1071"/>
                </a:cubicBezTo>
                <a:cubicBezTo>
                  <a:pt x="1387" y="882"/>
                  <a:pt x="1261" y="725"/>
                  <a:pt x="1041" y="725"/>
                </a:cubicBezTo>
                <a:lnTo>
                  <a:pt x="694" y="725"/>
                </a:lnTo>
                <a:lnTo>
                  <a:pt x="694" y="347"/>
                </a:lnTo>
                <a:cubicBezTo>
                  <a:pt x="694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5" name="Google Shape;7615;p36"/>
          <p:cNvSpPr/>
          <p:nvPr/>
        </p:nvSpPr>
        <p:spPr>
          <a:xfrm>
            <a:off x="4922500" y="1728499"/>
            <a:ext cx="48023" cy="24536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6" name="Google Shape;7616;p36"/>
          <p:cNvSpPr/>
          <p:nvPr/>
        </p:nvSpPr>
        <p:spPr>
          <a:xfrm>
            <a:off x="4992893" y="1728499"/>
            <a:ext cx="47989" cy="24536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7" name="Google Shape;7617;p36"/>
          <p:cNvSpPr/>
          <p:nvPr/>
        </p:nvSpPr>
        <p:spPr>
          <a:xfrm>
            <a:off x="5063251" y="1728499"/>
            <a:ext cx="48023" cy="24536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8" name="Google Shape;7618;p36"/>
          <p:cNvSpPr/>
          <p:nvPr/>
        </p:nvSpPr>
        <p:spPr>
          <a:xfrm>
            <a:off x="5135742" y="1728499"/>
            <a:ext cx="48023" cy="24536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19" name="Google Shape;7619;p36"/>
          <p:cNvSpPr/>
          <p:nvPr/>
        </p:nvSpPr>
        <p:spPr>
          <a:xfrm>
            <a:off x="4922500" y="1776455"/>
            <a:ext cx="48023" cy="24570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0" name="Google Shape;7620;p36"/>
          <p:cNvSpPr/>
          <p:nvPr/>
        </p:nvSpPr>
        <p:spPr>
          <a:xfrm>
            <a:off x="4992893" y="1776455"/>
            <a:ext cx="47989" cy="24570"/>
          </a:xfrm>
          <a:custGeom>
            <a:rect b="b" l="l" r="r" t="t"/>
            <a:pathLst>
              <a:path extrusionOk="0" h="726" w="1418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8"/>
                  <a:pt x="1418" y="379"/>
                </a:cubicBezTo>
                <a:cubicBezTo>
                  <a:pt x="1418" y="158"/>
                  <a:pt x="1260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1" name="Google Shape;7621;p36"/>
          <p:cNvSpPr/>
          <p:nvPr/>
        </p:nvSpPr>
        <p:spPr>
          <a:xfrm>
            <a:off x="5063251" y="1776455"/>
            <a:ext cx="48023" cy="24570"/>
          </a:xfrm>
          <a:custGeom>
            <a:rect b="b" l="l" r="r" t="t"/>
            <a:pathLst>
              <a:path extrusionOk="0" h="726" w="1419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2" name="Google Shape;7622;p36"/>
          <p:cNvSpPr/>
          <p:nvPr/>
        </p:nvSpPr>
        <p:spPr>
          <a:xfrm>
            <a:off x="5135742" y="1776455"/>
            <a:ext cx="48023" cy="24570"/>
          </a:xfrm>
          <a:custGeom>
            <a:rect b="b" l="l" r="r" t="t"/>
            <a:pathLst>
              <a:path extrusionOk="0" h="726" w="1419">
                <a:moveTo>
                  <a:pt x="347" y="1"/>
                </a:moveTo>
                <a:cubicBezTo>
                  <a:pt x="158" y="1"/>
                  <a:pt x="1" y="158"/>
                  <a:pt x="1" y="379"/>
                </a:cubicBezTo>
                <a:cubicBezTo>
                  <a:pt x="1" y="568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8"/>
                  <a:pt x="1418" y="379"/>
                </a:cubicBezTo>
                <a:cubicBezTo>
                  <a:pt x="1418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3" name="Google Shape;7623;p36"/>
          <p:cNvSpPr/>
          <p:nvPr/>
        </p:nvSpPr>
        <p:spPr>
          <a:xfrm>
            <a:off x="4922500" y="1823394"/>
            <a:ext cx="48023" cy="24536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4" name="Google Shape;7624;p36"/>
          <p:cNvSpPr/>
          <p:nvPr/>
        </p:nvSpPr>
        <p:spPr>
          <a:xfrm>
            <a:off x="4992893" y="1823394"/>
            <a:ext cx="47989" cy="24536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78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5" name="Google Shape;7625;p36"/>
          <p:cNvSpPr/>
          <p:nvPr/>
        </p:nvSpPr>
        <p:spPr>
          <a:xfrm>
            <a:off x="5063251" y="1823394"/>
            <a:ext cx="48023" cy="24536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78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6" name="Google Shape;7626;p36"/>
          <p:cNvSpPr/>
          <p:nvPr/>
        </p:nvSpPr>
        <p:spPr>
          <a:xfrm>
            <a:off x="4922500" y="1870300"/>
            <a:ext cx="48023" cy="24536"/>
          </a:xfrm>
          <a:custGeom>
            <a:rect b="b" l="l" r="r" t="t"/>
            <a:pathLst>
              <a:path extrusionOk="0" h="725" w="1419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47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7" name="Google Shape;7627;p36"/>
          <p:cNvSpPr/>
          <p:nvPr/>
        </p:nvSpPr>
        <p:spPr>
          <a:xfrm>
            <a:off x="4992893" y="1870300"/>
            <a:ext cx="47989" cy="24536"/>
          </a:xfrm>
          <a:custGeom>
            <a:rect b="b" l="l" r="r" t="t"/>
            <a:pathLst>
              <a:path extrusionOk="0" h="725" w="1418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1071" y="725"/>
                </a:lnTo>
                <a:cubicBezTo>
                  <a:pt x="1260" y="725"/>
                  <a:pt x="1418" y="567"/>
                  <a:pt x="1418" y="347"/>
                </a:cubicBezTo>
                <a:cubicBezTo>
                  <a:pt x="1418" y="158"/>
                  <a:pt x="1260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8" name="Google Shape;7628;p36"/>
          <p:cNvSpPr/>
          <p:nvPr/>
        </p:nvSpPr>
        <p:spPr>
          <a:xfrm>
            <a:off x="5063251" y="1870300"/>
            <a:ext cx="48023" cy="24536"/>
          </a:xfrm>
          <a:custGeom>
            <a:rect b="b" l="l" r="r" t="t"/>
            <a:pathLst>
              <a:path extrusionOk="0" h="725" w="1419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78" y="725"/>
                </a:cubicBezTo>
                <a:lnTo>
                  <a:pt x="1072" y="725"/>
                </a:lnTo>
                <a:cubicBezTo>
                  <a:pt x="1261" y="725"/>
                  <a:pt x="1418" y="567"/>
                  <a:pt x="1418" y="347"/>
                </a:cubicBezTo>
                <a:cubicBezTo>
                  <a:pt x="1418" y="158"/>
                  <a:pt x="1261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29" name="Google Shape;7629;p36"/>
          <p:cNvSpPr/>
          <p:nvPr/>
        </p:nvSpPr>
        <p:spPr>
          <a:xfrm>
            <a:off x="4875595" y="2313857"/>
            <a:ext cx="400932" cy="189789"/>
          </a:xfrm>
          <a:custGeom>
            <a:rect b="b" l="l" r="r" t="t"/>
            <a:pathLst>
              <a:path extrusionOk="0" h="5608" w="11847">
                <a:moveTo>
                  <a:pt x="3530" y="3466"/>
                </a:moveTo>
                <a:lnTo>
                  <a:pt x="3530" y="4883"/>
                </a:lnTo>
                <a:lnTo>
                  <a:pt x="757" y="4883"/>
                </a:lnTo>
                <a:lnTo>
                  <a:pt x="757" y="3466"/>
                </a:lnTo>
                <a:close/>
                <a:moveTo>
                  <a:pt x="7688" y="725"/>
                </a:moveTo>
                <a:lnTo>
                  <a:pt x="7688" y="4883"/>
                </a:lnTo>
                <a:lnTo>
                  <a:pt x="4223" y="4883"/>
                </a:lnTo>
                <a:lnTo>
                  <a:pt x="4223" y="725"/>
                </a:lnTo>
                <a:close/>
                <a:moveTo>
                  <a:pt x="11185" y="2111"/>
                </a:moveTo>
                <a:lnTo>
                  <a:pt x="11185" y="4883"/>
                </a:lnTo>
                <a:lnTo>
                  <a:pt x="8381" y="4883"/>
                </a:lnTo>
                <a:lnTo>
                  <a:pt x="8381" y="2111"/>
                </a:lnTo>
                <a:close/>
                <a:moveTo>
                  <a:pt x="3845" y="0"/>
                </a:moveTo>
                <a:cubicBezTo>
                  <a:pt x="3656" y="0"/>
                  <a:pt x="3498" y="158"/>
                  <a:pt x="3498" y="378"/>
                </a:cubicBezTo>
                <a:lnTo>
                  <a:pt x="3498" y="2804"/>
                </a:lnTo>
                <a:lnTo>
                  <a:pt x="348" y="2804"/>
                </a:lnTo>
                <a:cubicBezTo>
                  <a:pt x="158" y="2804"/>
                  <a:pt x="1" y="2962"/>
                  <a:pt x="1" y="3151"/>
                </a:cubicBezTo>
                <a:lnTo>
                  <a:pt x="1" y="5261"/>
                </a:lnTo>
                <a:cubicBezTo>
                  <a:pt x="1" y="5450"/>
                  <a:pt x="158" y="5608"/>
                  <a:pt x="348" y="5608"/>
                </a:cubicBezTo>
                <a:lnTo>
                  <a:pt x="11500" y="5608"/>
                </a:lnTo>
                <a:cubicBezTo>
                  <a:pt x="11689" y="5608"/>
                  <a:pt x="11847" y="5450"/>
                  <a:pt x="11847" y="5261"/>
                </a:cubicBezTo>
                <a:lnTo>
                  <a:pt x="11847" y="1733"/>
                </a:lnTo>
                <a:cubicBezTo>
                  <a:pt x="11847" y="1544"/>
                  <a:pt x="11689" y="1386"/>
                  <a:pt x="11532" y="1386"/>
                </a:cubicBezTo>
                <a:lnTo>
                  <a:pt x="8381" y="1386"/>
                </a:lnTo>
                <a:lnTo>
                  <a:pt x="8381" y="378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0" name="Google Shape;7630;p36"/>
          <p:cNvSpPr/>
          <p:nvPr/>
        </p:nvSpPr>
        <p:spPr>
          <a:xfrm>
            <a:off x="4995025" y="2103796"/>
            <a:ext cx="165287" cy="187691"/>
          </a:xfrm>
          <a:custGeom>
            <a:rect b="b" l="l" r="r" t="t"/>
            <a:pathLst>
              <a:path extrusionOk="0" h="5546" w="4884">
                <a:moveTo>
                  <a:pt x="2426" y="662"/>
                </a:moveTo>
                <a:cubicBezTo>
                  <a:pt x="2804" y="662"/>
                  <a:pt x="3120" y="977"/>
                  <a:pt x="3120" y="1387"/>
                </a:cubicBezTo>
                <a:cubicBezTo>
                  <a:pt x="3120" y="1765"/>
                  <a:pt x="2804" y="2080"/>
                  <a:pt x="2426" y="2080"/>
                </a:cubicBezTo>
                <a:cubicBezTo>
                  <a:pt x="2017" y="2080"/>
                  <a:pt x="1702" y="1765"/>
                  <a:pt x="1702" y="1387"/>
                </a:cubicBezTo>
                <a:cubicBezTo>
                  <a:pt x="1702" y="977"/>
                  <a:pt x="2017" y="662"/>
                  <a:pt x="2426" y="662"/>
                </a:cubicBezTo>
                <a:close/>
                <a:moveTo>
                  <a:pt x="2426" y="2742"/>
                </a:moveTo>
                <a:cubicBezTo>
                  <a:pt x="3340" y="2742"/>
                  <a:pt x="4128" y="3529"/>
                  <a:pt x="4128" y="4474"/>
                </a:cubicBezTo>
                <a:lnTo>
                  <a:pt x="4128" y="4852"/>
                </a:lnTo>
                <a:lnTo>
                  <a:pt x="694" y="4852"/>
                </a:lnTo>
                <a:lnTo>
                  <a:pt x="694" y="4474"/>
                </a:lnTo>
                <a:cubicBezTo>
                  <a:pt x="694" y="3498"/>
                  <a:pt x="1481" y="2742"/>
                  <a:pt x="2426" y="2742"/>
                </a:cubicBezTo>
                <a:close/>
                <a:moveTo>
                  <a:pt x="2489" y="1"/>
                </a:moveTo>
                <a:cubicBezTo>
                  <a:pt x="1733" y="1"/>
                  <a:pt x="1103" y="631"/>
                  <a:pt x="1103" y="1387"/>
                </a:cubicBezTo>
                <a:cubicBezTo>
                  <a:pt x="1103" y="1733"/>
                  <a:pt x="1229" y="2049"/>
                  <a:pt x="1450" y="2269"/>
                </a:cubicBezTo>
                <a:cubicBezTo>
                  <a:pt x="568" y="2679"/>
                  <a:pt x="1" y="3498"/>
                  <a:pt x="1" y="4474"/>
                </a:cubicBezTo>
                <a:lnTo>
                  <a:pt x="1" y="5199"/>
                </a:lnTo>
                <a:cubicBezTo>
                  <a:pt x="1" y="5388"/>
                  <a:pt x="158" y="5546"/>
                  <a:pt x="379" y="5546"/>
                </a:cubicBezTo>
                <a:lnTo>
                  <a:pt x="4537" y="5546"/>
                </a:lnTo>
                <a:cubicBezTo>
                  <a:pt x="4726" y="5546"/>
                  <a:pt x="4884" y="5388"/>
                  <a:pt x="4884" y="5199"/>
                </a:cubicBezTo>
                <a:lnTo>
                  <a:pt x="4884" y="4474"/>
                </a:lnTo>
                <a:cubicBezTo>
                  <a:pt x="4884" y="3498"/>
                  <a:pt x="4348" y="2679"/>
                  <a:pt x="3529" y="2269"/>
                </a:cubicBezTo>
                <a:cubicBezTo>
                  <a:pt x="3750" y="2049"/>
                  <a:pt x="3876" y="1733"/>
                  <a:pt x="3876" y="1387"/>
                </a:cubicBezTo>
                <a:cubicBezTo>
                  <a:pt x="3876" y="631"/>
                  <a:pt x="3246" y="1"/>
                  <a:pt x="248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1" name="Google Shape;7631;p36"/>
          <p:cNvSpPr/>
          <p:nvPr/>
        </p:nvSpPr>
        <p:spPr>
          <a:xfrm>
            <a:off x="5040881" y="2361238"/>
            <a:ext cx="71475" cy="94454"/>
          </a:xfrm>
          <a:custGeom>
            <a:rect b="b" l="l" r="r" t="t"/>
            <a:pathLst>
              <a:path extrusionOk="0" h="2791" w="2112">
                <a:moveTo>
                  <a:pt x="1095" y="0"/>
                </a:moveTo>
                <a:cubicBezTo>
                  <a:pt x="1001" y="0"/>
                  <a:pt x="903" y="28"/>
                  <a:pt x="819" y="112"/>
                </a:cubicBezTo>
                <a:lnTo>
                  <a:pt x="126" y="805"/>
                </a:lnTo>
                <a:cubicBezTo>
                  <a:pt x="0" y="931"/>
                  <a:pt x="0" y="1184"/>
                  <a:pt x="126" y="1278"/>
                </a:cubicBezTo>
                <a:cubicBezTo>
                  <a:pt x="205" y="1341"/>
                  <a:pt x="292" y="1373"/>
                  <a:pt x="378" y="1373"/>
                </a:cubicBezTo>
                <a:cubicBezTo>
                  <a:pt x="465" y="1373"/>
                  <a:pt x="552" y="1341"/>
                  <a:pt x="630" y="1278"/>
                </a:cubicBezTo>
                <a:lnTo>
                  <a:pt x="756" y="1184"/>
                </a:lnTo>
                <a:lnTo>
                  <a:pt x="756" y="2066"/>
                </a:lnTo>
                <a:lnTo>
                  <a:pt x="378" y="2066"/>
                </a:lnTo>
                <a:cubicBezTo>
                  <a:pt x="189" y="2066"/>
                  <a:pt x="32" y="2223"/>
                  <a:pt x="32" y="2444"/>
                </a:cubicBezTo>
                <a:cubicBezTo>
                  <a:pt x="32" y="2633"/>
                  <a:pt x="189" y="2790"/>
                  <a:pt x="378" y="2790"/>
                </a:cubicBezTo>
                <a:lnTo>
                  <a:pt x="1765" y="2790"/>
                </a:lnTo>
                <a:cubicBezTo>
                  <a:pt x="1954" y="2790"/>
                  <a:pt x="2111" y="2633"/>
                  <a:pt x="2111" y="2444"/>
                </a:cubicBezTo>
                <a:cubicBezTo>
                  <a:pt x="2111" y="2223"/>
                  <a:pt x="1954" y="2066"/>
                  <a:pt x="1765" y="2066"/>
                </a:cubicBezTo>
                <a:lnTo>
                  <a:pt x="1418" y="2066"/>
                </a:lnTo>
                <a:lnTo>
                  <a:pt x="1418" y="333"/>
                </a:lnTo>
                <a:cubicBezTo>
                  <a:pt x="1418" y="175"/>
                  <a:pt x="1323" y="81"/>
                  <a:pt x="1229" y="18"/>
                </a:cubicBezTo>
                <a:cubicBezTo>
                  <a:pt x="1187" y="7"/>
                  <a:pt x="1141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2" name="Google Shape;7632;p36"/>
          <p:cNvSpPr/>
          <p:nvPr/>
        </p:nvSpPr>
        <p:spPr>
          <a:xfrm>
            <a:off x="7413064" y="1113289"/>
            <a:ext cx="406279" cy="399849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3" name="Google Shape;7633;p36"/>
          <p:cNvSpPr/>
          <p:nvPr/>
        </p:nvSpPr>
        <p:spPr>
          <a:xfrm>
            <a:off x="7698893" y="1824986"/>
            <a:ext cx="24536" cy="24570"/>
          </a:xfrm>
          <a:custGeom>
            <a:rect b="b" l="l" r="r" t="t"/>
            <a:pathLst>
              <a:path extrusionOk="0" h="726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8"/>
                  <a:pt x="158" y="725"/>
                  <a:pt x="378" y="725"/>
                </a:cubicBezTo>
                <a:cubicBezTo>
                  <a:pt x="567" y="725"/>
                  <a:pt x="725" y="568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4" name="Google Shape;7634;p36"/>
          <p:cNvSpPr/>
          <p:nvPr/>
        </p:nvSpPr>
        <p:spPr>
          <a:xfrm>
            <a:off x="7416340" y="1588291"/>
            <a:ext cx="399849" cy="399849"/>
          </a:xfrm>
          <a:custGeom>
            <a:rect b="b" l="l" r="r" t="t"/>
            <a:pathLst>
              <a:path extrusionOk="0" h="11815" w="11815">
                <a:moveTo>
                  <a:pt x="7845" y="725"/>
                </a:moveTo>
                <a:cubicBezTo>
                  <a:pt x="7719" y="914"/>
                  <a:pt x="7656" y="1166"/>
                  <a:pt x="7656" y="1450"/>
                </a:cubicBezTo>
                <a:cubicBezTo>
                  <a:pt x="7656" y="1670"/>
                  <a:pt x="7719" y="1922"/>
                  <a:pt x="7845" y="2143"/>
                </a:cubicBezTo>
                <a:lnTo>
                  <a:pt x="1387" y="2143"/>
                </a:lnTo>
                <a:cubicBezTo>
                  <a:pt x="1009" y="2143"/>
                  <a:pt x="694" y="1828"/>
                  <a:pt x="694" y="1450"/>
                </a:cubicBezTo>
                <a:cubicBezTo>
                  <a:pt x="694" y="1040"/>
                  <a:pt x="1009" y="725"/>
                  <a:pt x="1387" y="725"/>
                </a:cubicBezTo>
                <a:close/>
                <a:moveTo>
                  <a:pt x="6112" y="6994"/>
                </a:moveTo>
                <a:cubicBezTo>
                  <a:pt x="5955" y="7183"/>
                  <a:pt x="5829" y="7436"/>
                  <a:pt x="5766" y="7719"/>
                </a:cubicBezTo>
                <a:lnTo>
                  <a:pt x="3466" y="7719"/>
                </a:lnTo>
                <a:lnTo>
                  <a:pt x="3466" y="6994"/>
                </a:lnTo>
                <a:close/>
                <a:moveTo>
                  <a:pt x="694" y="2678"/>
                </a:moveTo>
                <a:cubicBezTo>
                  <a:pt x="883" y="2773"/>
                  <a:pt x="1103" y="2867"/>
                  <a:pt x="1387" y="2867"/>
                </a:cubicBezTo>
                <a:lnTo>
                  <a:pt x="1387" y="10460"/>
                </a:lnTo>
                <a:cubicBezTo>
                  <a:pt x="1009" y="10460"/>
                  <a:pt x="694" y="10145"/>
                  <a:pt x="694" y="9767"/>
                </a:cubicBezTo>
                <a:lnTo>
                  <a:pt x="694" y="2678"/>
                </a:lnTo>
                <a:close/>
                <a:moveTo>
                  <a:pt x="8381" y="2836"/>
                </a:moveTo>
                <a:lnTo>
                  <a:pt x="8381" y="5608"/>
                </a:lnTo>
                <a:cubicBezTo>
                  <a:pt x="7814" y="5703"/>
                  <a:pt x="7247" y="5923"/>
                  <a:pt x="6774" y="6301"/>
                </a:cubicBezTo>
                <a:lnTo>
                  <a:pt x="3151" y="6301"/>
                </a:lnTo>
                <a:cubicBezTo>
                  <a:pt x="2962" y="6301"/>
                  <a:pt x="2804" y="6459"/>
                  <a:pt x="2804" y="6648"/>
                </a:cubicBezTo>
                <a:lnTo>
                  <a:pt x="2804" y="8034"/>
                </a:lnTo>
                <a:cubicBezTo>
                  <a:pt x="2804" y="8223"/>
                  <a:pt x="2962" y="8381"/>
                  <a:pt x="3151" y="8381"/>
                </a:cubicBezTo>
                <a:lnTo>
                  <a:pt x="5640" y="8381"/>
                </a:lnTo>
                <a:lnTo>
                  <a:pt x="5640" y="8727"/>
                </a:lnTo>
                <a:cubicBezTo>
                  <a:pt x="5640" y="9357"/>
                  <a:pt x="5829" y="9956"/>
                  <a:pt x="6144" y="10492"/>
                </a:cubicBezTo>
                <a:lnTo>
                  <a:pt x="2080" y="10492"/>
                </a:lnTo>
                <a:lnTo>
                  <a:pt x="2080" y="10460"/>
                </a:lnTo>
                <a:lnTo>
                  <a:pt x="2080" y="2836"/>
                </a:lnTo>
                <a:close/>
                <a:moveTo>
                  <a:pt x="8727" y="6301"/>
                </a:moveTo>
                <a:cubicBezTo>
                  <a:pt x="10050" y="6301"/>
                  <a:pt x="11153" y="7404"/>
                  <a:pt x="11153" y="8727"/>
                </a:cubicBezTo>
                <a:cubicBezTo>
                  <a:pt x="11153" y="10082"/>
                  <a:pt x="10050" y="11216"/>
                  <a:pt x="8727" y="11216"/>
                </a:cubicBezTo>
                <a:cubicBezTo>
                  <a:pt x="7373" y="11216"/>
                  <a:pt x="6270" y="10113"/>
                  <a:pt x="6270" y="8727"/>
                </a:cubicBezTo>
                <a:cubicBezTo>
                  <a:pt x="6270" y="7373"/>
                  <a:pt x="7373" y="6301"/>
                  <a:pt x="8727" y="6301"/>
                </a:cubicBezTo>
                <a:close/>
                <a:moveTo>
                  <a:pt x="1387" y="0"/>
                </a:moveTo>
                <a:cubicBezTo>
                  <a:pt x="630" y="0"/>
                  <a:pt x="0" y="630"/>
                  <a:pt x="0" y="1355"/>
                </a:cubicBezTo>
                <a:lnTo>
                  <a:pt x="0" y="9704"/>
                </a:lnTo>
                <a:cubicBezTo>
                  <a:pt x="0" y="10460"/>
                  <a:pt x="630" y="11090"/>
                  <a:pt x="1387" y="11090"/>
                </a:cubicBezTo>
                <a:lnTo>
                  <a:pt x="6742" y="11090"/>
                </a:lnTo>
                <a:cubicBezTo>
                  <a:pt x="7310" y="11563"/>
                  <a:pt x="8003" y="11815"/>
                  <a:pt x="8727" y="11815"/>
                </a:cubicBezTo>
                <a:cubicBezTo>
                  <a:pt x="10460" y="11815"/>
                  <a:pt x="11815" y="10334"/>
                  <a:pt x="11815" y="8664"/>
                </a:cubicBezTo>
                <a:cubicBezTo>
                  <a:pt x="11815" y="7120"/>
                  <a:pt x="10618" y="5829"/>
                  <a:pt x="9074" y="5608"/>
                </a:cubicBezTo>
                <a:lnTo>
                  <a:pt x="9074" y="2458"/>
                </a:lnTo>
                <a:cubicBezTo>
                  <a:pt x="9074" y="2269"/>
                  <a:pt x="9042" y="2143"/>
                  <a:pt x="8822" y="2080"/>
                </a:cubicBezTo>
                <a:cubicBezTo>
                  <a:pt x="8538" y="1985"/>
                  <a:pt x="8349" y="1733"/>
                  <a:pt x="8349" y="1418"/>
                </a:cubicBezTo>
                <a:cubicBezTo>
                  <a:pt x="8349" y="1135"/>
                  <a:pt x="8538" y="851"/>
                  <a:pt x="8822" y="725"/>
                </a:cubicBezTo>
                <a:cubicBezTo>
                  <a:pt x="8979" y="694"/>
                  <a:pt x="9074" y="536"/>
                  <a:pt x="9074" y="410"/>
                </a:cubicBezTo>
                <a:lnTo>
                  <a:pt x="9074" y="347"/>
                </a:lnTo>
                <a:cubicBezTo>
                  <a:pt x="9074" y="158"/>
                  <a:pt x="8916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5" name="Google Shape;7635;p36"/>
          <p:cNvSpPr/>
          <p:nvPr/>
        </p:nvSpPr>
        <p:spPr>
          <a:xfrm>
            <a:off x="7698893" y="1860182"/>
            <a:ext cx="24536" cy="83185"/>
          </a:xfrm>
          <a:custGeom>
            <a:rect b="b" l="l" r="r" t="t"/>
            <a:pathLst>
              <a:path extrusionOk="0" h="2458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2111"/>
                </a:lnTo>
                <a:cubicBezTo>
                  <a:pt x="0" y="2300"/>
                  <a:pt x="158" y="2458"/>
                  <a:pt x="378" y="2458"/>
                </a:cubicBezTo>
                <a:cubicBezTo>
                  <a:pt x="567" y="2458"/>
                  <a:pt x="725" y="2300"/>
                  <a:pt x="725" y="2111"/>
                </a:cubicBezTo>
                <a:lnTo>
                  <a:pt x="725" y="347"/>
                </a:ln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6" name="Google Shape;7636;p36"/>
          <p:cNvSpPr/>
          <p:nvPr/>
        </p:nvSpPr>
        <p:spPr>
          <a:xfrm>
            <a:off x="7510153" y="1706639"/>
            <a:ext cx="166370" cy="23487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694"/>
                  <a:pt x="347" y="694"/>
                </a:cubicBezTo>
                <a:lnTo>
                  <a:pt x="4569" y="694"/>
                </a:lnTo>
                <a:cubicBezTo>
                  <a:pt x="4758" y="694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7" name="Google Shape;7637;p36"/>
          <p:cNvSpPr/>
          <p:nvPr/>
        </p:nvSpPr>
        <p:spPr>
          <a:xfrm>
            <a:off x="7510153" y="1754627"/>
            <a:ext cx="166370" cy="23487"/>
          </a:xfrm>
          <a:custGeom>
            <a:rect b="b" l="l" r="r" t="t"/>
            <a:pathLst>
              <a:path extrusionOk="0" h="694" w="4916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569" y="693"/>
                </a:lnTo>
                <a:cubicBezTo>
                  <a:pt x="4758" y="693"/>
                  <a:pt x="4916" y="536"/>
                  <a:pt x="4916" y="347"/>
                </a:cubicBezTo>
                <a:cubicBezTo>
                  <a:pt x="4916" y="158"/>
                  <a:pt x="4758" y="0"/>
                  <a:pt x="45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8" name="Google Shape;7638;p36"/>
          <p:cNvSpPr/>
          <p:nvPr/>
        </p:nvSpPr>
        <p:spPr>
          <a:xfrm>
            <a:off x="7440335" y="2103256"/>
            <a:ext cx="351860" cy="400932"/>
          </a:xfrm>
          <a:custGeom>
            <a:rect b="b" l="l" r="r" t="t"/>
            <a:pathLst>
              <a:path extrusionOk="0" h="11847" w="10397">
                <a:moveTo>
                  <a:pt x="5860" y="694"/>
                </a:moveTo>
                <a:cubicBezTo>
                  <a:pt x="7089" y="694"/>
                  <a:pt x="8097" y="1639"/>
                  <a:pt x="8254" y="2805"/>
                </a:cubicBezTo>
                <a:cubicBezTo>
                  <a:pt x="8160" y="2773"/>
                  <a:pt x="8065" y="2773"/>
                  <a:pt x="7939" y="2773"/>
                </a:cubicBezTo>
                <a:lnTo>
                  <a:pt x="7561" y="2773"/>
                </a:lnTo>
                <a:cubicBezTo>
                  <a:pt x="7404" y="1985"/>
                  <a:pt x="6679" y="1387"/>
                  <a:pt x="5860" y="1387"/>
                </a:cubicBezTo>
                <a:lnTo>
                  <a:pt x="4474" y="1387"/>
                </a:lnTo>
                <a:cubicBezTo>
                  <a:pt x="3655" y="1387"/>
                  <a:pt x="2930" y="1985"/>
                  <a:pt x="2804" y="2773"/>
                </a:cubicBezTo>
                <a:lnTo>
                  <a:pt x="2394" y="2773"/>
                </a:lnTo>
                <a:cubicBezTo>
                  <a:pt x="2268" y="2773"/>
                  <a:pt x="2142" y="2773"/>
                  <a:pt x="2079" y="2805"/>
                </a:cubicBezTo>
                <a:cubicBezTo>
                  <a:pt x="2237" y="1639"/>
                  <a:pt x="3277" y="694"/>
                  <a:pt x="4474" y="694"/>
                </a:cubicBezTo>
                <a:close/>
                <a:moveTo>
                  <a:pt x="6206" y="2143"/>
                </a:moveTo>
                <a:cubicBezTo>
                  <a:pt x="6616" y="2300"/>
                  <a:pt x="6931" y="2647"/>
                  <a:pt x="6931" y="3120"/>
                </a:cubicBezTo>
                <a:lnTo>
                  <a:pt x="6931" y="3403"/>
                </a:lnTo>
                <a:cubicBezTo>
                  <a:pt x="6522" y="3246"/>
                  <a:pt x="6206" y="2899"/>
                  <a:pt x="6206" y="2427"/>
                </a:cubicBezTo>
                <a:lnTo>
                  <a:pt x="6206" y="2143"/>
                </a:lnTo>
                <a:close/>
                <a:moveTo>
                  <a:pt x="5513" y="2080"/>
                </a:moveTo>
                <a:lnTo>
                  <a:pt x="5513" y="2427"/>
                </a:lnTo>
                <a:cubicBezTo>
                  <a:pt x="5513" y="3025"/>
                  <a:pt x="5041" y="3435"/>
                  <a:pt x="4474" y="3435"/>
                </a:cubicBezTo>
                <a:lnTo>
                  <a:pt x="3466" y="3435"/>
                </a:lnTo>
                <a:lnTo>
                  <a:pt x="3466" y="3088"/>
                </a:lnTo>
                <a:cubicBezTo>
                  <a:pt x="3466" y="2490"/>
                  <a:pt x="3938" y="2080"/>
                  <a:pt x="4474" y="2080"/>
                </a:cubicBezTo>
                <a:close/>
                <a:moveTo>
                  <a:pt x="2741" y="3435"/>
                </a:moveTo>
                <a:lnTo>
                  <a:pt x="2741" y="5451"/>
                </a:lnTo>
                <a:cubicBezTo>
                  <a:pt x="2363" y="5293"/>
                  <a:pt x="2048" y="4947"/>
                  <a:pt x="2048" y="4474"/>
                </a:cubicBezTo>
                <a:lnTo>
                  <a:pt x="2048" y="3813"/>
                </a:lnTo>
                <a:cubicBezTo>
                  <a:pt x="2048" y="3592"/>
                  <a:pt x="2205" y="3435"/>
                  <a:pt x="2394" y="3435"/>
                </a:cubicBezTo>
                <a:close/>
                <a:moveTo>
                  <a:pt x="7939" y="3498"/>
                </a:moveTo>
                <a:cubicBezTo>
                  <a:pt x="8160" y="3498"/>
                  <a:pt x="8317" y="3655"/>
                  <a:pt x="8317" y="3844"/>
                </a:cubicBezTo>
                <a:lnTo>
                  <a:pt x="8317" y="4506"/>
                </a:lnTo>
                <a:cubicBezTo>
                  <a:pt x="8317" y="4947"/>
                  <a:pt x="8034" y="5325"/>
                  <a:pt x="7593" y="5482"/>
                </a:cubicBezTo>
                <a:lnTo>
                  <a:pt x="7593" y="3498"/>
                </a:lnTo>
                <a:close/>
                <a:moveTo>
                  <a:pt x="5891" y="3435"/>
                </a:moveTo>
                <a:cubicBezTo>
                  <a:pt x="6143" y="3750"/>
                  <a:pt x="6522" y="4033"/>
                  <a:pt x="6931" y="4128"/>
                </a:cubicBezTo>
                <a:lnTo>
                  <a:pt x="6931" y="5892"/>
                </a:lnTo>
                <a:cubicBezTo>
                  <a:pt x="6931" y="6491"/>
                  <a:pt x="6459" y="6900"/>
                  <a:pt x="5891" y="6900"/>
                </a:cubicBezTo>
                <a:lnTo>
                  <a:pt x="4505" y="6900"/>
                </a:lnTo>
                <a:cubicBezTo>
                  <a:pt x="3938" y="6900"/>
                  <a:pt x="3497" y="6428"/>
                  <a:pt x="3497" y="5892"/>
                </a:cubicBezTo>
                <a:lnTo>
                  <a:pt x="3497" y="4159"/>
                </a:lnTo>
                <a:lnTo>
                  <a:pt x="4505" y="4159"/>
                </a:lnTo>
                <a:cubicBezTo>
                  <a:pt x="5072" y="4159"/>
                  <a:pt x="5576" y="3876"/>
                  <a:pt x="5891" y="3435"/>
                </a:cubicBezTo>
                <a:close/>
                <a:moveTo>
                  <a:pt x="6238" y="7593"/>
                </a:moveTo>
                <a:cubicBezTo>
                  <a:pt x="6333" y="7782"/>
                  <a:pt x="6459" y="7971"/>
                  <a:pt x="6616" y="8097"/>
                </a:cubicBezTo>
                <a:lnTo>
                  <a:pt x="5198" y="9547"/>
                </a:lnTo>
                <a:lnTo>
                  <a:pt x="3718" y="8097"/>
                </a:lnTo>
                <a:cubicBezTo>
                  <a:pt x="3875" y="7971"/>
                  <a:pt x="4033" y="7782"/>
                  <a:pt x="4096" y="7593"/>
                </a:cubicBezTo>
                <a:cubicBezTo>
                  <a:pt x="4190" y="7625"/>
                  <a:pt x="4379" y="7625"/>
                  <a:pt x="4474" y="7625"/>
                </a:cubicBezTo>
                <a:lnTo>
                  <a:pt x="5860" y="7625"/>
                </a:lnTo>
                <a:cubicBezTo>
                  <a:pt x="5986" y="7625"/>
                  <a:pt x="6143" y="7625"/>
                  <a:pt x="6238" y="7593"/>
                </a:cubicBezTo>
                <a:close/>
                <a:moveTo>
                  <a:pt x="2961" y="8318"/>
                </a:moveTo>
                <a:lnTo>
                  <a:pt x="4852" y="10177"/>
                </a:lnTo>
                <a:lnTo>
                  <a:pt x="4852" y="11122"/>
                </a:lnTo>
                <a:lnTo>
                  <a:pt x="662" y="11122"/>
                </a:lnTo>
                <a:lnTo>
                  <a:pt x="662" y="9358"/>
                </a:lnTo>
                <a:cubicBezTo>
                  <a:pt x="662" y="8759"/>
                  <a:pt x="1134" y="8318"/>
                  <a:pt x="1701" y="8318"/>
                </a:cubicBezTo>
                <a:close/>
                <a:moveTo>
                  <a:pt x="8664" y="8318"/>
                </a:moveTo>
                <a:cubicBezTo>
                  <a:pt x="9262" y="8318"/>
                  <a:pt x="9672" y="8790"/>
                  <a:pt x="9672" y="9358"/>
                </a:cubicBezTo>
                <a:lnTo>
                  <a:pt x="9672" y="11122"/>
                </a:lnTo>
                <a:lnTo>
                  <a:pt x="5513" y="11122"/>
                </a:lnTo>
                <a:lnTo>
                  <a:pt x="5513" y="10177"/>
                </a:lnTo>
                <a:lnTo>
                  <a:pt x="7404" y="8318"/>
                </a:lnTo>
                <a:close/>
                <a:moveTo>
                  <a:pt x="4537" y="1"/>
                </a:moveTo>
                <a:cubicBezTo>
                  <a:pt x="2804" y="1"/>
                  <a:pt x="1418" y="1418"/>
                  <a:pt x="1418" y="3120"/>
                </a:cubicBezTo>
                <a:lnTo>
                  <a:pt x="1418" y="4506"/>
                </a:lnTo>
                <a:cubicBezTo>
                  <a:pt x="1418" y="5356"/>
                  <a:pt x="2048" y="6050"/>
                  <a:pt x="2835" y="6207"/>
                </a:cubicBezTo>
                <a:cubicBezTo>
                  <a:pt x="2898" y="6648"/>
                  <a:pt x="3151" y="7026"/>
                  <a:pt x="3497" y="7278"/>
                </a:cubicBezTo>
                <a:cubicBezTo>
                  <a:pt x="3466" y="7467"/>
                  <a:pt x="3308" y="7625"/>
                  <a:pt x="3119" y="7625"/>
                </a:cubicBezTo>
                <a:lnTo>
                  <a:pt x="1733" y="7625"/>
                </a:lnTo>
                <a:cubicBezTo>
                  <a:pt x="788" y="7625"/>
                  <a:pt x="0" y="8412"/>
                  <a:pt x="0" y="9358"/>
                </a:cubicBezTo>
                <a:lnTo>
                  <a:pt x="0" y="11468"/>
                </a:lnTo>
                <a:cubicBezTo>
                  <a:pt x="0" y="11689"/>
                  <a:pt x="158" y="11846"/>
                  <a:pt x="347" y="11846"/>
                </a:cubicBezTo>
                <a:lnTo>
                  <a:pt x="10050" y="11846"/>
                </a:lnTo>
                <a:cubicBezTo>
                  <a:pt x="10239" y="11846"/>
                  <a:pt x="10397" y="11689"/>
                  <a:pt x="10397" y="11468"/>
                </a:cubicBezTo>
                <a:lnTo>
                  <a:pt x="10397" y="9358"/>
                </a:lnTo>
                <a:cubicBezTo>
                  <a:pt x="10397" y="8412"/>
                  <a:pt x="9609" y="7625"/>
                  <a:pt x="8664" y="7625"/>
                </a:cubicBezTo>
                <a:lnTo>
                  <a:pt x="7278" y="7625"/>
                </a:lnTo>
                <a:cubicBezTo>
                  <a:pt x="7089" y="7625"/>
                  <a:pt x="6931" y="7467"/>
                  <a:pt x="6931" y="7278"/>
                </a:cubicBezTo>
                <a:cubicBezTo>
                  <a:pt x="7278" y="7026"/>
                  <a:pt x="7530" y="6648"/>
                  <a:pt x="7593" y="6207"/>
                </a:cubicBezTo>
                <a:cubicBezTo>
                  <a:pt x="8380" y="6050"/>
                  <a:pt x="9010" y="5325"/>
                  <a:pt x="9010" y="4506"/>
                </a:cubicBezTo>
                <a:lnTo>
                  <a:pt x="9010" y="3120"/>
                </a:lnTo>
                <a:cubicBezTo>
                  <a:pt x="9010" y="1387"/>
                  <a:pt x="7593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39" name="Google Shape;7639;p36"/>
          <p:cNvSpPr/>
          <p:nvPr/>
        </p:nvSpPr>
        <p:spPr>
          <a:xfrm>
            <a:off x="7674898" y="2430581"/>
            <a:ext cx="47989" cy="23487"/>
          </a:xfrm>
          <a:custGeom>
            <a:rect b="b" l="l" r="r" t="t"/>
            <a:pathLst>
              <a:path extrusionOk="0" h="694" w="1418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lnTo>
                  <a:pt x="1040" y="694"/>
                </a:lnTo>
                <a:cubicBezTo>
                  <a:pt x="1260" y="694"/>
                  <a:pt x="1418" y="536"/>
                  <a:pt x="1418" y="347"/>
                </a:cubicBezTo>
                <a:cubicBezTo>
                  <a:pt x="1418" y="158"/>
                  <a:pt x="1260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0" name="Google Shape;7640;p36"/>
          <p:cNvSpPr/>
          <p:nvPr/>
        </p:nvSpPr>
        <p:spPr>
          <a:xfrm>
            <a:off x="8440326" y="1588286"/>
            <a:ext cx="400932" cy="399849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1" name="Google Shape;7641;p36"/>
          <p:cNvSpPr/>
          <p:nvPr/>
        </p:nvSpPr>
        <p:spPr>
          <a:xfrm>
            <a:off x="350896" y="3221453"/>
            <a:ext cx="120515" cy="117298"/>
          </a:xfrm>
          <a:custGeom>
            <a:rect b="b" l="l" r="r" t="t"/>
            <a:pathLst>
              <a:path extrusionOk="0" h="3466" w="3560">
                <a:moveTo>
                  <a:pt x="1797" y="0"/>
                </a:moveTo>
                <a:cubicBezTo>
                  <a:pt x="789" y="0"/>
                  <a:pt x="1" y="788"/>
                  <a:pt x="1" y="1733"/>
                </a:cubicBezTo>
                <a:cubicBezTo>
                  <a:pt x="1" y="2710"/>
                  <a:pt x="789" y="3466"/>
                  <a:pt x="1797" y="3466"/>
                </a:cubicBezTo>
                <a:cubicBezTo>
                  <a:pt x="2773" y="3466"/>
                  <a:pt x="3561" y="2710"/>
                  <a:pt x="3561" y="1733"/>
                </a:cubicBezTo>
                <a:cubicBezTo>
                  <a:pt x="3561" y="788"/>
                  <a:pt x="2773" y="0"/>
                  <a:pt x="17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2" name="Google Shape;7642;p36"/>
          <p:cNvSpPr/>
          <p:nvPr/>
        </p:nvSpPr>
        <p:spPr>
          <a:xfrm>
            <a:off x="492731" y="3081786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355"/>
                </a:moveTo>
                <a:cubicBezTo>
                  <a:pt x="3749" y="1355"/>
                  <a:pt x="4159" y="1827"/>
                  <a:pt x="4159" y="2363"/>
                </a:cubicBezTo>
                <a:cubicBezTo>
                  <a:pt x="4159" y="2773"/>
                  <a:pt x="3970" y="3119"/>
                  <a:pt x="3623" y="3277"/>
                </a:cubicBezTo>
                <a:cubicBezTo>
                  <a:pt x="3529" y="3308"/>
                  <a:pt x="3497" y="3434"/>
                  <a:pt x="3497" y="3560"/>
                </a:cubicBezTo>
                <a:cubicBezTo>
                  <a:pt x="3497" y="3749"/>
                  <a:pt x="3340" y="3907"/>
                  <a:pt x="3151" y="3907"/>
                </a:cubicBezTo>
                <a:cubicBezTo>
                  <a:pt x="2962" y="3907"/>
                  <a:pt x="2804" y="3749"/>
                  <a:pt x="2804" y="3560"/>
                </a:cubicBezTo>
                <a:cubicBezTo>
                  <a:pt x="2804" y="3151"/>
                  <a:pt x="2993" y="2836"/>
                  <a:pt x="3308" y="2647"/>
                </a:cubicBezTo>
                <a:cubicBezTo>
                  <a:pt x="3434" y="2552"/>
                  <a:pt x="3497" y="2458"/>
                  <a:pt x="3497" y="2332"/>
                </a:cubicBezTo>
                <a:cubicBezTo>
                  <a:pt x="3497" y="2143"/>
                  <a:pt x="3340" y="1953"/>
                  <a:pt x="3151" y="1953"/>
                </a:cubicBezTo>
                <a:cubicBezTo>
                  <a:pt x="2962" y="1953"/>
                  <a:pt x="2804" y="2143"/>
                  <a:pt x="2804" y="2332"/>
                </a:cubicBezTo>
                <a:cubicBezTo>
                  <a:pt x="2804" y="2521"/>
                  <a:pt x="2646" y="2678"/>
                  <a:pt x="2426" y="2678"/>
                </a:cubicBezTo>
                <a:cubicBezTo>
                  <a:pt x="2237" y="2678"/>
                  <a:pt x="2079" y="2521"/>
                  <a:pt x="2079" y="2332"/>
                </a:cubicBezTo>
                <a:cubicBezTo>
                  <a:pt x="2079" y="1827"/>
                  <a:pt x="2552" y="1355"/>
                  <a:pt x="3151" y="1355"/>
                </a:cubicBezTo>
                <a:close/>
                <a:moveTo>
                  <a:pt x="3151" y="4096"/>
                </a:moveTo>
                <a:cubicBezTo>
                  <a:pt x="3340" y="4096"/>
                  <a:pt x="3497" y="4253"/>
                  <a:pt x="3497" y="4442"/>
                </a:cubicBezTo>
                <a:cubicBezTo>
                  <a:pt x="3497" y="4663"/>
                  <a:pt x="3340" y="4820"/>
                  <a:pt x="3151" y="4820"/>
                </a:cubicBezTo>
                <a:cubicBezTo>
                  <a:pt x="2962" y="4820"/>
                  <a:pt x="2804" y="4663"/>
                  <a:pt x="2804" y="4442"/>
                </a:cubicBezTo>
                <a:cubicBezTo>
                  <a:pt x="2804" y="4253"/>
                  <a:pt x="2962" y="4096"/>
                  <a:pt x="3151" y="4096"/>
                </a:cubicBezTo>
                <a:close/>
                <a:moveTo>
                  <a:pt x="3182" y="0"/>
                </a:moveTo>
                <a:cubicBezTo>
                  <a:pt x="1481" y="0"/>
                  <a:pt x="63" y="1418"/>
                  <a:pt x="63" y="3119"/>
                </a:cubicBezTo>
                <a:cubicBezTo>
                  <a:pt x="63" y="3655"/>
                  <a:pt x="189" y="4159"/>
                  <a:pt x="473" y="4663"/>
                </a:cubicBezTo>
                <a:lnTo>
                  <a:pt x="32" y="5766"/>
                </a:lnTo>
                <a:cubicBezTo>
                  <a:pt x="0" y="5860"/>
                  <a:pt x="32" y="5986"/>
                  <a:pt x="126" y="6112"/>
                </a:cubicBezTo>
                <a:cubicBezTo>
                  <a:pt x="189" y="6175"/>
                  <a:pt x="347" y="6238"/>
                  <a:pt x="473" y="6238"/>
                </a:cubicBezTo>
                <a:lnTo>
                  <a:pt x="1764" y="5892"/>
                </a:lnTo>
                <a:cubicBezTo>
                  <a:pt x="2205" y="6144"/>
                  <a:pt x="2678" y="6238"/>
                  <a:pt x="3182" y="6238"/>
                </a:cubicBezTo>
                <a:cubicBezTo>
                  <a:pt x="4915" y="6238"/>
                  <a:pt x="6301" y="4789"/>
                  <a:pt x="6301" y="3119"/>
                </a:cubicBezTo>
                <a:cubicBezTo>
                  <a:pt x="6301" y="1386"/>
                  <a:pt x="4883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3" name="Google Shape;7643;p36"/>
          <p:cNvSpPr/>
          <p:nvPr/>
        </p:nvSpPr>
        <p:spPr>
          <a:xfrm>
            <a:off x="302941" y="3333405"/>
            <a:ext cx="213275" cy="147147"/>
          </a:xfrm>
          <a:custGeom>
            <a:rect b="b" l="l" r="r" t="t"/>
            <a:pathLst>
              <a:path extrusionOk="0" h="4348" w="6302">
                <a:moveTo>
                  <a:pt x="1355" y="0"/>
                </a:moveTo>
                <a:cubicBezTo>
                  <a:pt x="567" y="567"/>
                  <a:pt x="0" y="1513"/>
                  <a:pt x="0" y="2584"/>
                </a:cubicBezTo>
                <a:lnTo>
                  <a:pt x="0" y="4001"/>
                </a:lnTo>
                <a:cubicBezTo>
                  <a:pt x="63" y="4190"/>
                  <a:pt x="221" y="4348"/>
                  <a:pt x="410" y="4348"/>
                </a:cubicBezTo>
                <a:lnTo>
                  <a:pt x="5955" y="4348"/>
                </a:lnTo>
                <a:cubicBezTo>
                  <a:pt x="6144" y="4348"/>
                  <a:pt x="6301" y="4190"/>
                  <a:pt x="6301" y="4001"/>
                </a:cubicBezTo>
                <a:lnTo>
                  <a:pt x="6301" y="2584"/>
                </a:lnTo>
                <a:cubicBezTo>
                  <a:pt x="6301" y="1513"/>
                  <a:pt x="5797" y="599"/>
                  <a:pt x="4978" y="0"/>
                </a:cubicBezTo>
                <a:cubicBezTo>
                  <a:pt x="4537" y="536"/>
                  <a:pt x="3875" y="851"/>
                  <a:pt x="3151" y="851"/>
                </a:cubicBezTo>
                <a:cubicBezTo>
                  <a:pt x="2458" y="851"/>
                  <a:pt x="1796" y="536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4" name="Google Shape;7644;p36"/>
          <p:cNvSpPr/>
          <p:nvPr/>
        </p:nvSpPr>
        <p:spPr>
          <a:xfrm>
            <a:off x="340253" y="3644215"/>
            <a:ext cx="69343" cy="69309"/>
          </a:xfrm>
          <a:custGeom>
            <a:rect b="b" l="l" r="r" t="t"/>
            <a:pathLst>
              <a:path extrusionOk="0" h="2048" w="2049">
                <a:moveTo>
                  <a:pt x="1041" y="0"/>
                </a:moveTo>
                <a:cubicBezTo>
                  <a:pt x="473" y="0"/>
                  <a:pt x="1" y="473"/>
                  <a:pt x="1" y="1040"/>
                </a:cubicBezTo>
                <a:cubicBezTo>
                  <a:pt x="1" y="1607"/>
                  <a:pt x="473" y="2048"/>
                  <a:pt x="1041" y="2048"/>
                </a:cubicBezTo>
                <a:cubicBezTo>
                  <a:pt x="1608" y="2048"/>
                  <a:pt x="2049" y="1607"/>
                  <a:pt x="2049" y="1040"/>
                </a:cubicBezTo>
                <a:cubicBezTo>
                  <a:pt x="2049" y="473"/>
                  <a:pt x="160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5" name="Google Shape;7645;p36"/>
          <p:cNvSpPr/>
          <p:nvPr/>
        </p:nvSpPr>
        <p:spPr>
          <a:xfrm>
            <a:off x="421306" y="3584483"/>
            <a:ext cx="166336" cy="141428"/>
          </a:xfrm>
          <a:custGeom>
            <a:rect b="b" l="l" r="r" t="t"/>
            <a:pathLst>
              <a:path extrusionOk="0" h="4179" w="4915">
                <a:moveTo>
                  <a:pt x="1040" y="1"/>
                </a:moveTo>
                <a:cubicBezTo>
                  <a:pt x="441" y="1"/>
                  <a:pt x="0" y="473"/>
                  <a:pt x="0" y="1072"/>
                </a:cubicBezTo>
                <a:lnTo>
                  <a:pt x="0" y="1797"/>
                </a:lnTo>
                <a:cubicBezTo>
                  <a:pt x="0" y="2364"/>
                  <a:pt x="473" y="2805"/>
                  <a:pt x="1040" y="2805"/>
                </a:cubicBezTo>
                <a:lnTo>
                  <a:pt x="2300" y="2805"/>
                </a:lnTo>
                <a:lnTo>
                  <a:pt x="3592" y="4097"/>
                </a:lnTo>
                <a:cubicBezTo>
                  <a:pt x="3672" y="4156"/>
                  <a:pt x="3764" y="4178"/>
                  <a:pt x="3853" y="4178"/>
                </a:cubicBezTo>
                <a:cubicBezTo>
                  <a:pt x="3905" y="4178"/>
                  <a:pt x="3955" y="4171"/>
                  <a:pt x="4001" y="4160"/>
                </a:cubicBezTo>
                <a:cubicBezTo>
                  <a:pt x="4127" y="4097"/>
                  <a:pt x="4190" y="3939"/>
                  <a:pt x="4190" y="3844"/>
                </a:cubicBezTo>
                <a:lnTo>
                  <a:pt x="4190" y="2742"/>
                </a:lnTo>
                <a:cubicBezTo>
                  <a:pt x="4600" y="2584"/>
                  <a:pt x="4915" y="2206"/>
                  <a:pt x="4915" y="1734"/>
                </a:cubicBezTo>
                <a:lnTo>
                  <a:pt x="4915" y="1072"/>
                </a:lnTo>
                <a:cubicBezTo>
                  <a:pt x="4915" y="473"/>
                  <a:pt x="4411" y="1"/>
                  <a:pt x="38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6" name="Google Shape;7646;p36"/>
          <p:cNvSpPr/>
          <p:nvPr/>
        </p:nvSpPr>
        <p:spPr>
          <a:xfrm>
            <a:off x="301876" y="3725234"/>
            <a:ext cx="191955" cy="259944"/>
          </a:xfrm>
          <a:custGeom>
            <a:rect b="b" l="l" r="r" t="t"/>
            <a:pathLst>
              <a:path extrusionOk="0" h="7681" w="5672">
                <a:moveTo>
                  <a:pt x="3340" y="4506"/>
                </a:moveTo>
                <a:lnTo>
                  <a:pt x="3718" y="5577"/>
                </a:lnTo>
                <a:lnTo>
                  <a:pt x="1229" y="5577"/>
                </a:lnTo>
                <a:lnTo>
                  <a:pt x="1450" y="4600"/>
                </a:lnTo>
                <a:lnTo>
                  <a:pt x="1450" y="4506"/>
                </a:lnTo>
                <a:close/>
                <a:moveTo>
                  <a:pt x="1450" y="1"/>
                </a:moveTo>
                <a:cubicBezTo>
                  <a:pt x="1135" y="1"/>
                  <a:pt x="883" y="221"/>
                  <a:pt x="788" y="505"/>
                </a:cubicBezTo>
                <a:lnTo>
                  <a:pt x="95" y="3624"/>
                </a:lnTo>
                <a:cubicBezTo>
                  <a:pt x="1" y="4096"/>
                  <a:pt x="316" y="4506"/>
                  <a:pt x="757" y="4506"/>
                </a:cubicBezTo>
                <a:lnTo>
                  <a:pt x="95" y="7247"/>
                </a:lnTo>
                <a:cubicBezTo>
                  <a:pt x="32" y="7436"/>
                  <a:pt x="158" y="7593"/>
                  <a:pt x="316" y="7656"/>
                </a:cubicBezTo>
                <a:cubicBezTo>
                  <a:pt x="350" y="7668"/>
                  <a:pt x="383" y="7673"/>
                  <a:pt x="415" y="7673"/>
                </a:cubicBezTo>
                <a:cubicBezTo>
                  <a:pt x="559" y="7673"/>
                  <a:pt x="679" y="7565"/>
                  <a:pt x="757" y="7436"/>
                </a:cubicBezTo>
                <a:lnTo>
                  <a:pt x="1040" y="6301"/>
                </a:lnTo>
                <a:lnTo>
                  <a:pt x="3939" y="6301"/>
                </a:lnTo>
                <a:lnTo>
                  <a:pt x="4254" y="7152"/>
                </a:lnTo>
                <a:cubicBezTo>
                  <a:pt x="4358" y="7492"/>
                  <a:pt x="4637" y="7680"/>
                  <a:pt x="4908" y="7680"/>
                </a:cubicBezTo>
                <a:cubicBezTo>
                  <a:pt x="4964" y="7680"/>
                  <a:pt x="5019" y="7672"/>
                  <a:pt x="5073" y="7656"/>
                </a:cubicBezTo>
                <a:cubicBezTo>
                  <a:pt x="5451" y="7593"/>
                  <a:pt x="5672" y="7184"/>
                  <a:pt x="5609" y="6837"/>
                </a:cubicBezTo>
                <a:lnTo>
                  <a:pt x="4569" y="3687"/>
                </a:lnTo>
                <a:cubicBezTo>
                  <a:pt x="4506" y="3372"/>
                  <a:pt x="4222" y="3183"/>
                  <a:pt x="3907" y="3183"/>
                </a:cubicBezTo>
                <a:lnTo>
                  <a:pt x="3183" y="3183"/>
                </a:lnTo>
                <a:cubicBezTo>
                  <a:pt x="2994" y="3183"/>
                  <a:pt x="2836" y="3025"/>
                  <a:pt x="2836" y="2836"/>
                </a:cubicBezTo>
                <a:cubicBezTo>
                  <a:pt x="2836" y="2615"/>
                  <a:pt x="2994" y="2458"/>
                  <a:pt x="3183" y="2458"/>
                </a:cubicBezTo>
                <a:lnTo>
                  <a:pt x="4222" y="2458"/>
                </a:lnTo>
                <a:cubicBezTo>
                  <a:pt x="4600" y="2458"/>
                  <a:pt x="4915" y="2143"/>
                  <a:pt x="4915" y="1765"/>
                </a:cubicBezTo>
                <a:cubicBezTo>
                  <a:pt x="4915" y="1355"/>
                  <a:pt x="4600" y="1040"/>
                  <a:pt x="4222" y="1040"/>
                </a:cubicBezTo>
                <a:lnTo>
                  <a:pt x="2332" y="1040"/>
                </a:lnTo>
                <a:lnTo>
                  <a:pt x="2080" y="379"/>
                </a:lnTo>
                <a:cubicBezTo>
                  <a:pt x="1985" y="158"/>
                  <a:pt x="1733" y="1"/>
                  <a:pt x="145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7" name="Google Shape;7647;p36"/>
          <p:cNvSpPr/>
          <p:nvPr/>
        </p:nvSpPr>
        <p:spPr>
          <a:xfrm>
            <a:off x="599351" y="3644215"/>
            <a:ext cx="69343" cy="69309"/>
          </a:xfrm>
          <a:custGeom>
            <a:rect b="b" l="l" r="r" t="t"/>
            <a:pathLst>
              <a:path extrusionOk="0" h="2048" w="2049">
                <a:moveTo>
                  <a:pt x="1009" y="0"/>
                </a:moveTo>
                <a:cubicBezTo>
                  <a:pt x="442" y="0"/>
                  <a:pt x="1" y="473"/>
                  <a:pt x="1" y="1040"/>
                </a:cubicBezTo>
                <a:cubicBezTo>
                  <a:pt x="1" y="1607"/>
                  <a:pt x="442" y="2048"/>
                  <a:pt x="1009" y="2048"/>
                </a:cubicBezTo>
                <a:cubicBezTo>
                  <a:pt x="1576" y="2048"/>
                  <a:pt x="2048" y="1607"/>
                  <a:pt x="2048" y="1040"/>
                </a:cubicBezTo>
                <a:cubicBezTo>
                  <a:pt x="2048" y="473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8" name="Google Shape;7648;p36"/>
          <p:cNvSpPr/>
          <p:nvPr/>
        </p:nvSpPr>
        <p:spPr>
          <a:xfrm>
            <a:off x="515117" y="3726318"/>
            <a:ext cx="191955" cy="260723"/>
          </a:xfrm>
          <a:custGeom>
            <a:rect b="b" l="l" r="r" t="t"/>
            <a:pathLst>
              <a:path extrusionOk="0" h="7704" w="5672">
                <a:moveTo>
                  <a:pt x="4222" y="4474"/>
                </a:moveTo>
                <a:lnTo>
                  <a:pt x="4222" y="4568"/>
                </a:lnTo>
                <a:lnTo>
                  <a:pt x="4443" y="5545"/>
                </a:lnTo>
                <a:lnTo>
                  <a:pt x="1985" y="5545"/>
                </a:lnTo>
                <a:lnTo>
                  <a:pt x="2332" y="4474"/>
                </a:lnTo>
                <a:close/>
                <a:moveTo>
                  <a:pt x="4222" y="0"/>
                </a:moveTo>
                <a:cubicBezTo>
                  <a:pt x="3939" y="0"/>
                  <a:pt x="3718" y="158"/>
                  <a:pt x="3592" y="378"/>
                </a:cubicBezTo>
                <a:lnTo>
                  <a:pt x="3340" y="1071"/>
                </a:lnTo>
                <a:lnTo>
                  <a:pt x="1450" y="1071"/>
                </a:lnTo>
                <a:cubicBezTo>
                  <a:pt x="1072" y="1071"/>
                  <a:pt x="757" y="1386"/>
                  <a:pt x="757" y="1764"/>
                </a:cubicBezTo>
                <a:cubicBezTo>
                  <a:pt x="757" y="2174"/>
                  <a:pt x="1072" y="2489"/>
                  <a:pt x="1450" y="2489"/>
                </a:cubicBezTo>
                <a:lnTo>
                  <a:pt x="2490" y="2489"/>
                </a:lnTo>
                <a:cubicBezTo>
                  <a:pt x="2679" y="2489"/>
                  <a:pt x="2836" y="2646"/>
                  <a:pt x="2836" y="2835"/>
                </a:cubicBezTo>
                <a:cubicBezTo>
                  <a:pt x="2836" y="3024"/>
                  <a:pt x="2679" y="3182"/>
                  <a:pt x="2490" y="3182"/>
                </a:cubicBezTo>
                <a:lnTo>
                  <a:pt x="1765" y="3182"/>
                </a:lnTo>
                <a:cubicBezTo>
                  <a:pt x="1450" y="3182"/>
                  <a:pt x="1198" y="3371"/>
                  <a:pt x="1103" y="3686"/>
                </a:cubicBezTo>
                <a:lnTo>
                  <a:pt x="95" y="6837"/>
                </a:lnTo>
                <a:cubicBezTo>
                  <a:pt x="1" y="7215"/>
                  <a:pt x="190" y="7593"/>
                  <a:pt x="599" y="7687"/>
                </a:cubicBezTo>
                <a:cubicBezTo>
                  <a:pt x="643" y="7696"/>
                  <a:pt x="690" y="7701"/>
                  <a:pt x="738" y="7701"/>
                </a:cubicBezTo>
                <a:cubicBezTo>
                  <a:pt x="1030" y="7701"/>
                  <a:pt x="1364" y="7531"/>
                  <a:pt x="1418" y="7152"/>
                </a:cubicBezTo>
                <a:lnTo>
                  <a:pt x="1733" y="6301"/>
                </a:lnTo>
                <a:lnTo>
                  <a:pt x="4632" y="6301"/>
                </a:lnTo>
                <a:lnTo>
                  <a:pt x="4915" y="7435"/>
                </a:lnTo>
                <a:cubicBezTo>
                  <a:pt x="4967" y="7591"/>
                  <a:pt x="5104" y="7704"/>
                  <a:pt x="5257" y="7704"/>
                </a:cubicBezTo>
                <a:cubicBezTo>
                  <a:pt x="5290" y="7704"/>
                  <a:pt x="5323" y="7698"/>
                  <a:pt x="5356" y="7687"/>
                </a:cubicBezTo>
                <a:cubicBezTo>
                  <a:pt x="5546" y="7624"/>
                  <a:pt x="5672" y="7435"/>
                  <a:pt x="5577" y="7246"/>
                </a:cubicBezTo>
                <a:lnTo>
                  <a:pt x="4915" y="4537"/>
                </a:lnTo>
                <a:cubicBezTo>
                  <a:pt x="5356" y="4474"/>
                  <a:pt x="5672" y="4064"/>
                  <a:pt x="5609" y="3623"/>
                </a:cubicBezTo>
                <a:lnTo>
                  <a:pt x="4884" y="504"/>
                </a:lnTo>
                <a:cubicBezTo>
                  <a:pt x="4821" y="189"/>
                  <a:pt x="4537" y="0"/>
                  <a:pt x="42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49" name="Google Shape;7649;p36"/>
          <p:cNvSpPr/>
          <p:nvPr/>
        </p:nvSpPr>
        <p:spPr>
          <a:xfrm>
            <a:off x="455386" y="4071208"/>
            <a:ext cx="96011" cy="92796"/>
          </a:xfrm>
          <a:custGeom>
            <a:rect b="b" l="l" r="r" t="t"/>
            <a:pathLst>
              <a:path extrusionOk="0" h="2742" w="2837">
                <a:moveTo>
                  <a:pt x="1419" y="1"/>
                </a:moveTo>
                <a:cubicBezTo>
                  <a:pt x="631" y="1"/>
                  <a:pt x="1" y="599"/>
                  <a:pt x="1" y="1355"/>
                </a:cubicBezTo>
                <a:cubicBezTo>
                  <a:pt x="1" y="2143"/>
                  <a:pt x="631" y="2742"/>
                  <a:pt x="1419" y="2742"/>
                </a:cubicBezTo>
                <a:cubicBezTo>
                  <a:pt x="2206" y="2742"/>
                  <a:pt x="2836" y="2143"/>
                  <a:pt x="2836" y="1355"/>
                </a:cubicBezTo>
                <a:cubicBezTo>
                  <a:pt x="2836" y="599"/>
                  <a:pt x="2206" y="1"/>
                  <a:pt x="14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0" name="Google Shape;7650;p36"/>
          <p:cNvSpPr/>
          <p:nvPr/>
        </p:nvSpPr>
        <p:spPr>
          <a:xfrm>
            <a:off x="339170" y="4283401"/>
            <a:ext cx="93879" cy="92762"/>
          </a:xfrm>
          <a:custGeom>
            <a:rect b="b" l="l" r="r" t="t"/>
            <a:pathLst>
              <a:path extrusionOk="0" h="2741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1" name="Google Shape;7651;p36"/>
          <p:cNvSpPr/>
          <p:nvPr/>
        </p:nvSpPr>
        <p:spPr>
          <a:xfrm>
            <a:off x="575865" y="4284449"/>
            <a:ext cx="92796" cy="92796"/>
          </a:xfrm>
          <a:custGeom>
            <a:rect b="b" l="l" r="r" t="t"/>
            <a:pathLst>
              <a:path extrusionOk="0" h="2742" w="2742">
                <a:moveTo>
                  <a:pt x="1356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11"/>
                  <a:pt x="631" y="2741"/>
                  <a:pt x="1356" y="2741"/>
                </a:cubicBezTo>
                <a:cubicBezTo>
                  <a:pt x="2112" y="2741"/>
                  <a:pt x="2742" y="2111"/>
                  <a:pt x="2742" y="1387"/>
                </a:cubicBezTo>
                <a:cubicBezTo>
                  <a:pt x="2742" y="631"/>
                  <a:pt x="2112" y="1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2" name="Google Shape;7652;p36"/>
          <p:cNvSpPr/>
          <p:nvPr/>
        </p:nvSpPr>
        <p:spPr>
          <a:xfrm>
            <a:off x="304008" y="4375079"/>
            <a:ext cx="165287" cy="97060"/>
          </a:xfrm>
          <a:custGeom>
            <a:rect b="b" l="l" r="r" t="t"/>
            <a:pathLst>
              <a:path extrusionOk="0" h="2868" w="4884">
                <a:moveTo>
                  <a:pt x="819" y="0"/>
                </a:moveTo>
                <a:cubicBezTo>
                  <a:pt x="347" y="442"/>
                  <a:pt x="0" y="1072"/>
                  <a:pt x="0" y="1796"/>
                </a:cubicBezTo>
                <a:lnTo>
                  <a:pt x="0" y="2521"/>
                </a:lnTo>
                <a:cubicBezTo>
                  <a:pt x="0" y="2710"/>
                  <a:pt x="158" y="2867"/>
                  <a:pt x="347" y="2867"/>
                </a:cubicBezTo>
                <a:lnTo>
                  <a:pt x="4505" y="2867"/>
                </a:lnTo>
                <a:cubicBezTo>
                  <a:pt x="4726" y="2867"/>
                  <a:pt x="4883" y="2710"/>
                  <a:pt x="4883" y="2521"/>
                </a:cubicBezTo>
                <a:lnTo>
                  <a:pt x="4883" y="1796"/>
                </a:lnTo>
                <a:cubicBezTo>
                  <a:pt x="4883" y="1103"/>
                  <a:pt x="4568" y="442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96" y="788"/>
                  <a:pt x="1197" y="473"/>
                  <a:pt x="8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3" name="Google Shape;7653;p36"/>
          <p:cNvSpPr/>
          <p:nvPr/>
        </p:nvSpPr>
        <p:spPr>
          <a:xfrm>
            <a:off x="421272" y="4161838"/>
            <a:ext cx="166370" cy="98109"/>
          </a:xfrm>
          <a:custGeom>
            <a:rect b="b" l="l" r="r" t="t"/>
            <a:pathLst>
              <a:path extrusionOk="0" h="2899" w="4916">
                <a:moveTo>
                  <a:pt x="851" y="1"/>
                </a:moveTo>
                <a:cubicBezTo>
                  <a:pt x="347" y="442"/>
                  <a:pt x="1" y="1103"/>
                  <a:pt x="1" y="1796"/>
                </a:cubicBezTo>
                <a:lnTo>
                  <a:pt x="1" y="2552"/>
                </a:lnTo>
                <a:cubicBezTo>
                  <a:pt x="1" y="2741"/>
                  <a:pt x="158" y="2899"/>
                  <a:pt x="347" y="2899"/>
                </a:cubicBezTo>
                <a:lnTo>
                  <a:pt x="4537" y="2899"/>
                </a:lnTo>
                <a:cubicBezTo>
                  <a:pt x="4758" y="2899"/>
                  <a:pt x="4915" y="2741"/>
                  <a:pt x="4915" y="2552"/>
                </a:cubicBezTo>
                <a:lnTo>
                  <a:pt x="4915" y="1796"/>
                </a:lnTo>
                <a:cubicBezTo>
                  <a:pt x="4915" y="1103"/>
                  <a:pt x="4600" y="442"/>
                  <a:pt x="4065" y="1"/>
                </a:cubicBezTo>
                <a:cubicBezTo>
                  <a:pt x="3687" y="473"/>
                  <a:pt x="3088" y="788"/>
                  <a:pt x="2458" y="788"/>
                </a:cubicBezTo>
                <a:cubicBezTo>
                  <a:pt x="1828" y="788"/>
                  <a:pt x="1198" y="473"/>
                  <a:pt x="85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4" name="Google Shape;7654;p36"/>
          <p:cNvSpPr/>
          <p:nvPr/>
        </p:nvSpPr>
        <p:spPr>
          <a:xfrm>
            <a:off x="539620" y="4375079"/>
            <a:ext cx="165321" cy="97060"/>
          </a:xfrm>
          <a:custGeom>
            <a:rect b="b" l="l" r="r" t="t"/>
            <a:pathLst>
              <a:path extrusionOk="0" h="2868" w="4885">
                <a:moveTo>
                  <a:pt x="820" y="0"/>
                </a:moveTo>
                <a:cubicBezTo>
                  <a:pt x="316" y="442"/>
                  <a:pt x="1" y="1103"/>
                  <a:pt x="1" y="1796"/>
                </a:cubicBezTo>
                <a:lnTo>
                  <a:pt x="1" y="2521"/>
                </a:lnTo>
                <a:cubicBezTo>
                  <a:pt x="1" y="2710"/>
                  <a:pt x="158" y="2867"/>
                  <a:pt x="347" y="2867"/>
                </a:cubicBezTo>
                <a:lnTo>
                  <a:pt x="4506" y="2867"/>
                </a:lnTo>
                <a:cubicBezTo>
                  <a:pt x="4727" y="2867"/>
                  <a:pt x="4884" y="2710"/>
                  <a:pt x="4884" y="2521"/>
                </a:cubicBezTo>
                <a:lnTo>
                  <a:pt x="4884" y="1796"/>
                </a:lnTo>
                <a:cubicBezTo>
                  <a:pt x="4884" y="1103"/>
                  <a:pt x="4569" y="442"/>
                  <a:pt x="4033" y="0"/>
                </a:cubicBezTo>
                <a:cubicBezTo>
                  <a:pt x="3655" y="473"/>
                  <a:pt x="3088" y="788"/>
                  <a:pt x="2427" y="788"/>
                </a:cubicBezTo>
                <a:cubicBezTo>
                  <a:pt x="1797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5" name="Google Shape;7655;p36"/>
          <p:cNvSpPr/>
          <p:nvPr/>
        </p:nvSpPr>
        <p:spPr>
          <a:xfrm>
            <a:off x="451121" y="4283401"/>
            <a:ext cx="104539" cy="87449"/>
          </a:xfrm>
          <a:custGeom>
            <a:rect b="b" l="l" r="r" t="t"/>
            <a:pathLst>
              <a:path extrusionOk="0" h="2584" w="3089">
                <a:moveTo>
                  <a:pt x="1198" y="0"/>
                </a:moveTo>
                <a:lnTo>
                  <a:pt x="1198" y="882"/>
                </a:lnTo>
                <a:lnTo>
                  <a:pt x="1" y="2079"/>
                </a:lnTo>
                <a:cubicBezTo>
                  <a:pt x="221" y="2237"/>
                  <a:pt x="284" y="2300"/>
                  <a:pt x="473" y="2583"/>
                </a:cubicBezTo>
                <a:lnTo>
                  <a:pt x="1545" y="1575"/>
                </a:lnTo>
                <a:lnTo>
                  <a:pt x="2616" y="2583"/>
                </a:lnTo>
                <a:cubicBezTo>
                  <a:pt x="2773" y="2394"/>
                  <a:pt x="2931" y="2237"/>
                  <a:pt x="3088" y="2111"/>
                </a:cubicBezTo>
                <a:lnTo>
                  <a:pt x="1891" y="882"/>
                </a:lnTo>
                <a:lnTo>
                  <a:pt x="189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6" name="Google Shape;7656;p36"/>
          <p:cNvSpPr/>
          <p:nvPr/>
        </p:nvSpPr>
        <p:spPr>
          <a:xfrm>
            <a:off x="2977156" y="3269697"/>
            <a:ext cx="117298" cy="70392"/>
          </a:xfrm>
          <a:custGeom>
            <a:rect b="b" l="l" r="r" t="t"/>
            <a:pathLst>
              <a:path extrusionOk="0" h="2080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7" name="Google Shape;7657;p36"/>
          <p:cNvSpPr/>
          <p:nvPr/>
        </p:nvSpPr>
        <p:spPr>
          <a:xfrm>
            <a:off x="3011269" y="3199338"/>
            <a:ext cx="48023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316" y="0"/>
                  <a:pt x="0" y="315"/>
                  <a:pt x="0" y="725"/>
                </a:cubicBezTo>
                <a:cubicBezTo>
                  <a:pt x="0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8" name="Google Shape;7658;p36"/>
          <p:cNvSpPr/>
          <p:nvPr/>
        </p:nvSpPr>
        <p:spPr>
          <a:xfrm>
            <a:off x="2860940" y="3081498"/>
            <a:ext cx="351860" cy="399341"/>
          </a:xfrm>
          <a:custGeom>
            <a:rect b="b" l="l" r="r" t="t"/>
            <a:pathLst>
              <a:path extrusionOk="0" h="11800" w="10397">
                <a:moveTo>
                  <a:pt x="5167" y="2757"/>
                </a:moveTo>
                <a:cubicBezTo>
                  <a:pt x="5923" y="2757"/>
                  <a:pt x="6553" y="3388"/>
                  <a:pt x="6553" y="4144"/>
                </a:cubicBezTo>
                <a:cubicBezTo>
                  <a:pt x="6553" y="4490"/>
                  <a:pt x="6396" y="4805"/>
                  <a:pt x="6175" y="5089"/>
                </a:cubicBezTo>
                <a:cubicBezTo>
                  <a:pt x="7026" y="5498"/>
                  <a:pt x="7593" y="6317"/>
                  <a:pt x="7593" y="7294"/>
                </a:cubicBezTo>
                <a:lnTo>
                  <a:pt x="7593" y="8019"/>
                </a:lnTo>
                <a:cubicBezTo>
                  <a:pt x="7593" y="8208"/>
                  <a:pt x="7435" y="8365"/>
                  <a:pt x="7246" y="8365"/>
                </a:cubicBezTo>
                <a:lnTo>
                  <a:pt x="3088" y="8365"/>
                </a:lnTo>
                <a:cubicBezTo>
                  <a:pt x="2867" y="8365"/>
                  <a:pt x="2710" y="8208"/>
                  <a:pt x="2710" y="8019"/>
                </a:cubicBezTo>
                <a:lnTo>
                  <a:pt x="2710" y="7294"/>
                </a:lnTo>
                <a:cubicBezTo>
                  <a:pt x="2710" y="6317"/>
                  <a:pt x="3308" y="5498"/>
                  <a:pt x="4127" y="5089"/>
                </a:cubicBezTo>
                <a:cubicBezTo>
                  <a:pt x="3907" y="4868"/>
                  <a:pt x="3781" y="4553"/>
                  <a:pt x="3781" y="4144"/>
                </a:cubicBezTo>
                <a:cubicBezTo>
                  <a:pt x="3781" y="3388"/>
                  <a:pt x="4411" y="2757"/>
                  <a:pt x="5167" y="2757"/>
                </a:cubicBezTo>
                <a:close/>
                <a:moveTo>
                  <a:pt x="5183" y="1"/>
                </a:moveTo>
                <a:cubicBezTo>
                  <a:pt x="5128" y="1"/>
                  <a:pt x="5073" y="17"/>
                  <a:pt x="5010" y="48"/>
                </a:cubicBezTo>
                <a:cubicBezTo>
                  <a:pt x="3964" y="646"/>
                  <a:pt x="2946" y="940"/>
                  <a:pt x="1919" y="940"/>
                </a:cubicBezTo>
                <a:cubicBezTo>
                  <a:pt x="1430" y="940"/>
                  <a:pt x="939" y="873"/>
                  <a:pt x="441" y="741"/>
                </a:cubicBezTo>
                <a:cubicBezTo>
                  <a:pt x="402" y="722"/>
                  <a:pt x="363" y="714"/>
                  <a:pt x="326" y="714"/>
                </a:cubicBezTo>
                <a:cubicBezTo>
                  <a:pt x="243" y="714"/>
                  <a:pt x="170" y="751"/>
                  <a:pt x="126" y="773"/>
                </a:cubicBezTo>
                <a:cubicBezTo>
                  <a:pt x="32" y="836"/>
                  <a:pt x="0" y="930"/>
                  <a:pt x="0" y="1056"/>
                </a:cubicBezTo>
                <a:lnTo>
                  <a:pt x="0" y="5026"/>
                </a:lnTo>
                <a:cubicBezTo>
                  <a:pt x="0" y="8145"/>
                  <a:pt x="2080" y="10949"/>
                  <a:pt x="5104" y="11799"/>
                </a:cubicBezTo>
                <a:lnTo>
                  <a:pt x="5262" y="11799"/>
                </a:lnTo>
                <a:cubicBezTo>
                  <a:pt x="8255" y="10917"/>
                  <a:pt x="10397" y="8145"/>
                  <a:pt x="10397" y="5026"/>
                </a:cubicBezTo>
                <a:lnTo>
                  <a:pt x="10397" y="1056"/>
                </a:lnTo>
                <a:cubicBezTo>
                  <a:pt x="10397" y="930"/>
                  <a:pt x="10365" y="836"/>
                  <a:pt x="10271" y="773"/>
                </a:cubicBezTo>
                <a:cubicBezTo>
                  <a:pt x="10162" y="751"/>
                  <a:pt x="10084" y="714"/>
                  <a:pt x="10014" y="714"/>
                </a:cubicBezTo>
                <a:cubicBezTo>
                  <a:pt x="9983" y="714"/>
                  <a:pt x="9954" y="722"/>
                  <a:pt x="9924" y="741"/>
                </a:cubicBezTo>
                <a:cubicBezTo>
                  <a:pt x="9414" y="877"/>
                  <a:pt x="8910" y="946"/>
                  <a:pt x="8409" y="946"/>
                </a:cubicBezTo>
                <a:cubicBezTo>
                  <a:pt x="7395" y="946"/>
                  <a:pt x="6389" y="660"/>
                  <a:pt x="5356" y="48"/>
                </a:cubicBezTo>
                <a:cubicBezTo>
                  <a:pt x="5293" y="17"/>
                  <a:pt x="5238" y="1"/>
                  <a:pt x="51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59" name="Google Shape;7659;p36"/>
          <p:cNvSpPr/>
          <p:nvPr/>
        </p:nvSpPr>
        <p:spPr>
          <a:xfrm>
            <a:off x="2834813" y="3796948"/>
            <a:ext cx="71442" cy="187691"/>
          </a:xfrm>
          <a:custGeom>
            <a:rect b="b" l="l" r="r" t="t"/>
            <a:pathLst>
              <a:path extrusionOk="0" h="5546" w="2111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lnTo>
                  <a:pt x="0" y="5198"/>
                </a:lnTo>
                <a:cubicBezTo>
                  <a:pt x="0" y="5419"/>
                  <a:pt x="158" y="5545"/>
                  <a:pt x="378" y="5545"/>
                </a:cubicBezTo>
                <a:lnTo>
                  <a:pt x="1071" y="5545"/>
                </a:lnTo>
                <a:cubicBezTo>
                  <a:pt x="1670" y="5545"/>
                  <a:pt x="2111" y="5072"/>
                  <a:pt x="2111" y="4537"/>
                </a:cubicBezTo>
                <a:lnTo>
                  <a:pt x="2111" y="1040"/>
                </a:lnTo>
                <a:cubicBezTo>
                  <a:pt x="2111" y="441"/>
                  <a:pt x="1638" y="0"/>
                  <a:pt x="10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0" name="Google Shape;7660;p36"/>
          <p:cNvSpPr/>
          <p:nvPr/>
        </p:nvSpPr>
        <p:spPr>
          <a:xfrm>
            <a:off x="2907303" y="3586886"/>
            <a:ext cx="258049" cy="217540"/>
          </a:xfrm>
          <a:custGeom>
            <a:rect b="b" l="l" r="r" t="t"/>
            <a:pathLst>
              <a:path extrusionOk="0" h="6428" w="7625">
                <a:moveTo>
                  <a:pt x="3781" y="631"/>
                </a:moveTo>
                <a:cubicBezTo>
                  <a:pt x="3970" y="631"/>
                  <a:pt x="4128" y="788"/>
                  <a:pt x="4128" y="977"/>
                </a:cubicBezTo>
                <a:lnTo>
                  <a:pt x="4128" y="1418"/>
                </a:lnTo>
                <a:cubicBezTo>
                  <a:pt x="4380" y="1481"/>
                  <a:pt x="4569" y="1639"/>
                  <a:pt x="4758" y="1860"/>
                </a:cubicBezTo>
                <a:cubicBezTo>
                  <a:pt x="4884" y="2017"/>
                  <a:pt x="4884" y="2206"/>
                  <a:pt x="4726" y="2332"/>
                </a:cubicBezTo>
                <a:cubicBezTo>
                  <a:pt x="4657" y="2373"/>
                  <a:pt x="4583" y="2397"/>
                  <a:pt x="4510" y="2397"/>
                </a:cubicBezTo>
                <a:cubicBezTo>
                  <a:pt x="4416" y="2397"/>
                  <a:pt x="4325" y="2358"/>
                  <a:pt x="4254" y="2269"/>
                </a:cubicBezTo>
                <a:cubicBezTo>
                  <a:pt x="4114" y="2106"/>
                  <a:pt x="3957" y="2012"/>
                  <a:pt x="3821" y="2012"/>
                </a:cubicBezTo>
                <a:cubicBezTo>
                  <a:pt x="3773" y="2012"/>
                  <a:pt x="3728" y="2024"/>
                  <a:pt x="3687" y="2049"/>
                </a:cubicBezTo>
                <a:cubicBezTo>
                  <a:pt x="3592" y="2080"/>
                  <a:pt x="3466" y="2238"/>
                  <a:pt x="3466" y="2364"/>
                </a:cubicBezTo>
                <a:cubicBezTo>
                  <a:pt x="3466" y="2553"/>
                  <a:pt x="3624" y="2710"/>
                  <a:pt x="3813" y="2710"/>
                </a:cubicBezTo>
                <a:cubicBezTo>
                  <a:pt x="4411" y="2710"/>
                  <a:pt x="4852" y="3183"/>
                  <a:pt x="4852" y="3750"/>
                </a:cubicBezTo>
                <a:cubicBezTo>
                  <a:pt x="4852" y="4159"/>
                  <a:pt x="4600" y="4537"/>
                  <a:pt x="4222" y="4663"/>
                </a:cubicBezTo>
                <a:lnTo>
                  <a:pt x="4159" y="4663"/>
                </a:lnTo>
                <a:lnTo>
                  <a:pt x="4159" y="5073"/>
                </a:lnTo>
                <a:cubicBezTo>
                  <a:pt x="4159" y="5262"/>
                  <a:pt x="4002" y="5420"/>
                  <a:pt x="3813" y="5420"/>
                </a:cubicBezTo>
                <a:cubicBezTo>
                  <a:pt x="3624" y="5420"/>
                  <a:pt x="3466" y="5262"/>
                  <a:pt x="3466" y="5073"/>
                </a:cubicBezTo>
                <a:lnTo>
                  <a:pt x="3466" y="4663"/>
                </a:lnTo>
                <a:cubicBezTo>
                  <a:pt x="3277" y="4600"/>
                  <a:pt x="3119" y="4537"/>
                  <a:pt x="2962" y="4348"/>
                </a:cubicBezTo>
                <a:cubicBezTo>
                  <a:pt x="2836" y="4254"/>
                  <a:pt x="2804" y="4002"/>
                  <a:pt x="2962" y="3876"/>
                </a:cubicBezTo>
                <a:cubicBezTo>
                  <a:pt x="3013" y="3825"/>
                  <a:pt x="3108" y="3793"/>
                  <a:pt x="3206" y="3793"/>
                </a:cubicBezTo>
                <a:cubicBezTo>
                  <a:pt x="3290" y="3793"/>
                  <a:pt x="3376" y="3817"/>
                  <a:pt x="3435" y="3876"/>
                </a:cubicBezTo>
                <a:cubicBezTo>
                  <a:pt x="3549" y="3990"/>
                  <a:pt x="3679" y="4071"/>
                  <a:pt x="3803" y="4071"/>
                </a:cubicBezTo>
                <a:cubicBezTo>
                  <a:pt x="3850" y="4071"/>
                  <a:pt x="3895" y="4059"/>
                  <a:pt x="3939" y="4033"/>
                </a:cubicBezTo>
                <a:cubicBezTo>
                  <a:pt x="4065" y="4002"/>
                  <a:pt x="4128" y="3844"/>
                  <a:pt x="4128" y="3718"/>
                </a:cubicBezTo>
                <a:cubicBezTo>
                  <a:pt x="4128" y="3529"/>
                  <a:pt x="3970" y="3372"/>
                  <a:pt x="3781" y="3372"/>
                </a:cubicBezTo>
                <a:cubicBezTo>
                  <a:pt x="3182" y="3372"/>
                  <a:pt x="2741" y="2899"/>
                  <a:pt x="2741" y="2364"/>
                </a:cubicBezTo>
                <a:cubicBezTo>
                  <a:pt x="2741" y="1954"/>
                  <a:pt x="3025" y="1576"/>
                  <a:pt x="3435" y="1418"/>
                </a:cubicBezTo>
                <a:lnTo>
                  <a:pt x="3435" y="977"/>
                </a:lnTo>
                <a:cubicBezTo>
                  <a:pt x="3435" y="788"/>
                  <a:pt x="3592" y="631"/>
                  <a:pt x="3781" y="631"/>
                </a:cubicBezTo>
                <a:close/>
                <a:moveTo>
                  <a:pt x="3813" y="1"/>
                </a:moveTo>
                <a:cubicBezTo>
                  <a:pt x="1733" y="1"/>
                  <a:pt x="0" y="1734"/>
                  <a:pt x="0" y="3813"/>
                </a:cubicBezTo>
                <a:cubicBezTo>
                  <a:pt x="0" y="4537"/>
                  <a:pt x="190" y="5231"/>
                  <a:pt x="536" y="5829"/>
                </a:cubicBezTo>
                <a:cubicBezTo>
                  <a:pt x="1009" y="5546"/>
                  <a:pt x="1544" y="5420"/>
                  <a:pt x="2080" y="5420"/>
                </a:cubicBezTo>
                <a:cubicBezTo>
                  <a:pt x="2146" y="5414"/>
                  <a:pt x="2213" y="5411"/>
                  <a:pt x="2279" y="5411"/>
                </a:cubicBezTo>
                <a:cubicBezTo>
                  <a:pt x="2936" y="5411"/>
                  <a:pt x="3587" y="5692"/>
                  <a:pt x="4159" y="6207"/>
                </a:cubicBezTo>
                <a:lnTo>
                  <a:pt x="5892" y="6207"/>
                </a:lnTo>
                <a:cubicBezTo>
                  <a:pt x="6144" y="6207"/>
                  <a:pt x="6364" y="6302"/>
                  <a:pt x="6585" y="6428"/>
                </a:cubicBezTo>
                <a:cubicBezTo>
                  <a:pt x="7215" y="5735"/>
                  <a:pt x="7625" y="4789"/>
                  <a:pt x="7625" y="3813"/>
                </a:cubicBezTo>
                <a:cubicBezTo>
                  <a:pt x="7625" y="1734"/>
                  <a:pt x="5892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1" name="Google Shape;7661;p36"/>
          <p:cNvSpPr/>
          <p:nvPr/>
        </p:nvSpPr>
        <p:spPr>
          <a:xfrm>
            <a:off x="2929707" y="3790011"/>
            <a:ext cx="309219" cy="170092"/>
          </a:xfrm>
          <a:custGeom>
            <a:rect b="b" l="l" r="r" t="t"/>
            <a:pathLst>
              <a:path extrusionOk="0" h="5026" w="9137">
                <a:moveTo>
                  <a:pt x="1422" y="0"/>
                </a:moveTo>
                <a:cubicBezTo>
                  <a:pt x="918" y="0"/>
                  <a:pt x="416" y="160"/>
                  <a:pt x="0" y="457"/>
                </a:cubicBezTo>
                <a:lnTo>
                  <a:pt x="0" y="5025"/>
                </a:lnTo>
                <a:lnTo>
                  <a:pt x="5230" y="5025"/>
                </a:lnTo>
                <a:cubicBezTo>
                  <a:pt x="5923" y="5025"/>
                  <a:pt x="6490" y="4679"/>
                  <a:pt x="6900" y="4143"/>
                </a:cubicBezTo>
                <a:lnTo>
                  <a:pt x="8916" y="1245"/>
                </a:lnTo>
                <a:cubicBezTo>
                  <a:pt x="9137" y="930"/>
                  <a:pt x="9074" y="489"/>
                  <a:pt x="8727" y="268"/>
                </a:cubicBezTo>
                <a:cubicBezTo>
                  <a:pt x="8633" y="221"/>
                  <a:pt x="8517" y="196"/>
                  <a:pt x="8398" y="196"/>
                </a:cubicBezTo>
                <a:cubicBezTo>
                  <a:pt x="8196" y="196"/>
                  <a:pt x="7983" y="268"/>
                  <a:pt x="7845" y="426"/>
                </a:cubicBezTo>
                <a:lnTo>
                  <a:pt x="5955" y="2726"/>
                </a:lnTo>
                <a:cubicBezTo>
                  <a:pt x="5829" y="2883"/>
                  <a:pt x="5545" y="2978"/>
                  <a:pt x="5419" y="2978"/>
                </a:cubicBezTo>
                <a:lnTo>
                  <a:pt x="3119" y="2978"/>
                </a:lnTo>
                <a:cubicBezTo>
                  <a:pt x="2899" y="2978"/>
                  <a:pt x="2741" y="2820"/>
                  <a:pt x="2741" y="2631"/>
                </a:cubicBezTo>
                <a:cubicBezTo>
                  <a:pt x="2741" y="2411"/>
                  <a:pt x="2899" y="2253"/>
                  <a:pt x="3119" y="2253"/>
                </a:cubicBezTo>
                <a:lnTo>
                  <a:pt x="5198" y="2253"/>
                </a:lnTo>
                <a:cubicBezTo>
                  <a:pt x="5576" y="2253"/>
                  <a:pt x="5923" y="1938"/>
                  <a:pt x="5923" y="1560"/>
                </a:cubicBezTo>
                <a:cubicBezTo>
                  <a:pt x="5923" y="1150"/>
                  <a:pt x="5576" y="835"/>
                  <a:pt x="5198" y="835"/>
                </a:cubicBezTo>
                <a:lnTo>
                  <a:pt x="3340" y="835"/>
                </a:lnTo>
                <a:cubicBezTo>
                  <a:pt x="3182" y="835"/>
                  <a:pt x="3088" y="741"/>
                  <a:pt x="2962" y="615"/>
                </a:cubicBezTo>
                <a:cubicBezTo>
                  <a:pt x="2773" y="426"/>
                  <a:pt x="2520" y="300"/>
                  <a:pt x="2300" y="174"/>
                </a:cubicBezTo>
                <a:cubicBezTo>
                  <a:pt x="2019" y="56"/>
                  <a:pt x="1720" y="0"/>
                  <a:pt x="14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2" name="Google Shape;7662;p36"/>
          <p:cNvSpPr/>
          <p:nvPr/>
        </p:nvSpPr>
        <p:spPr>
          <a:xfrm>
            <a:off x="2835879" y="4071749"/>
            <a:ext cx="297509" cy="303906"/>
          </a:xfrm>
          <a:custGeom>
            <a:rect b="b" l="l" r="r" t="t"/>
            <a:pathLst>
              <a:path extrusionOk="0" h="8980" w="8791">
                <a:moveTo>
                  <a:pt x="4537" y="0"/>
                </a:moveTo>
                <a:cubicBezTo>
                  <a:pt x="2048" y="0"/>
                  <a:pt x="0" y="2017"/>
                  <a:pt x="0" y="4506"/>
                </a:cubicBezTo>
                <a:cubicBezTo>
                  <a:pt x="0" y="6963"/>
                  <a:pt x="2048" y="8979"/>
                  <a:pt x="4537" y="8979"/>
                </a:cubicBezTo>
                <a:cubicBezTo>
                  <a:pt x="6459" y="8979"/>
                  <a:pt x="8160" y="7719"/>
                  <a:pt x="8790" y="5986"/>
                </a:cubicBezTo>
                <a:cubicBezTo>
                  <a:pt x="8633" y="5860"/>
                  <a:pt x="8443" y="5640"/>
                  <a:pt x="8286" y="5514"/>
                </a:cubicBezTo>
                <a:lnTo>
                  <a:pt x="7498" y="5514"/>
                </a:lnTo>
                <a:cubicBezTo>
                  <a:pt x="7057" y="6742"/>
                  <a:pt x="5923" y="7593"/>
                  <a:pt x="4568" y="7593"/>
                </a:cubicBezTo>
                <a:cubicBezTo>
                  <a:pt x="2836" y="7593"/>
                  <a:pt x="1481" y="6175"/>
                  <a:pt x="1481" y="4506"/>
                </a:cubicBezTo>
                <a:cubicBezTo>
                  <a:pt x="1481" y="2804"/>
                  <a:pt x="2867" y="1387"/>
                  <a:pt x="4568" y="1387"/>
                </a:cubicBezTo>
                <a:cubicBezTo>
                  <a:pt x="5923" y="1387"/>
                  <a:pt x="7057" y="2237"/>
                  <a:pt x="7498" y="3466"/>
                </a:cubicBezTo>
                <a:lnTo>
                  <a:pt x="8286" y="3466"/>
                </a:lnTo>
                <a:cubicBezTo>
                  <a:pt x="8443" y="3308"/>
                  <a:pt x="8633" y="3088"/>
                  <a:pt x="8790" y="2993"/>
                </a:cubicBezTo>
                <a:cubicBezTo>
                  <a:pt x="8160" y="1261"/>
                  <a:pt x="6522" y="0"/>
                  <a:pt x="453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3" name="Google Shape;7663;p36"/>
          <p:cNvSpPr/>
          <p:nvPr/>
        </p:nvSpPr>
        <p:spPr>
          <a:xfrm>
            <a:off x="2978728" y="4164139"/>
            <a:ext cx="259132" cy="118550"/>
          </a:xfrm>
          <a:custGeom>
            <a:rect b="b" l="l" r="r" t="t"/>
            <a:pathLst>
              <a:path extrusionOk="0" h="3503" w="7657">
                <a:moveTo>
                  <a:pt x="7260" y="0"/>
                </a:moveTo>
                <a:cubicBezTo>
                  <a:pt x="7232" y="0"/>
                  <a:pt x="7206" y="4"/>
                  <a:pt x="7184" y="11"/>
                </a:cubicBezTo>
                <a:lnTo>
                  <a:pt x="5073" y="736"/>
                </a:lnTo>
                <a:cubicBezTo>
                  <a:pt x="5042" y="736"/>
                  <a:pt x="5010" y="767"/>
                  <a:pt x="4947" y="799"/>
                </a:cubicBezTo>
                <a:lnTo>
                  <a:pt x="4380" y="1398"/>
                </a:lnTo>
                <a:lnTo>
                  <a:pt x="347" y="1398"/>
                </a:lnTo>
                <a:cubicBezTo>
                  <a:pt x="158" y="1398"/>
                  <a:pt x="1" y="1555"/>
                  <a:pt x="1" y="1744"/>
                </a:cubicBezTo>
                <a:cubicBezTo>
                  <a:pt x="1" y="1965"/>
                  <a:pt x="158" y="2122"/>
                  <a:pt x="347" y="2122"/>
                </a:cubicBezTo>
                <a:lnTo>
                  <a:pt x="4380" y="2122"/>
                </a:lnTo>
                <a:lnTo>
                  <a:pt x="4947" y="2689"/>
                </a:lnTo>
                <a:cubicBezTo>
                  <a:pt x="5010" y="2752"/>
                  <a:pt x="5042" y="2784"/>
                  <a:pt x="5073" y="2784"/>
                </a:cubicBezTo>
                <a:lnTo>
                  <a:pt x="7184" y="3477"/>
                </a:lnTo>
                <a:cubicBezTo>
                  <a:pt x="7210" y="3494"/>
                  <a:pt x="7242" y="3502"/>
                  <a:pt x="7275" y="3502"/>
                </a:cubicBezTo>
                <a:cubicBezTo>
                  <a:pt x="7362" y="3502"/>
                  <a:pt x="7462" y="3451"/>
                  <a:pt x="7531" y="3382"/>
                </a:cubicBezTo>
                <a:cubicBezTo>
                  <a:pt x="7594" y="3256"/>
                  <a:pt x="7657" y="3099"/>
                  <a:pt x="7562" y="2973"/>
                </a:cubicBezTo>
                <a:lnTo>
                  <a:pt x="6932" y="1744"/>
                </a:lnTo>
                <a:lnTo>
                  <a:pt x="7562" y="547"/>
                </a:lnTo>
                <a:cubicBezTo>
                  <a:pt x="7657" y="389"/>
                  <a:pt x="7594" y="232"/>
                  <a:pt x="7531" y="137"/>
                </a:cubicBezTo>
                <a:cubicBezTo>
                  <a:pt x="7458" y="41"/>
                  <a:pt x="7349" y="0"/>
                  <a:pt x="726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4" name="Google Shape;7664;p36"/>
          <p:cNvSpPr/>
          <p:nvPr/>
        </p:nvSpPr>
        <p:spPr>
          <a:xfrm>
            <a:off x="2862514" y="4386282"/>
            <a:ext cx="255917" cy="85317"/>
          </a:xfrm>
          <a:custGeom>
            <a:rect b="b" l="l" r="r" t="t"/>
            <a:pathLst>
              <a:path extrusionOk="0" h="2521" w="7562">
                <a:moveTo>
                  <a:pt x="1828" y="0"/>
                </a:moveTo>
                <a:lnTo>
                  <a:pt x="1482" y="1135"/>
                </a:lnTo>
                <a:lnTo>
                  <a:pt x="1040" y="1135"/>
                </a:lnTo>
                <a:cubicBezTo>
                  <a:pt x="442" y="1135"/>
                  <a:pt x="1" y="1607"/>
                  <a:pt x="1" y="2174"/>
                </a:cubicBezTo>
                <a:cubicBezTo>
                  <a:pt x="1" y="2363"/>
                  <a:pt x="158" y="2521"/>
                  <a:pt x="379" y="2521"/>
                </a:cubicBezTo>
                <a:lnTo>
                  <a:pt x="7310" y="2521"/>
                </a:lnTo>
                <a:cubicBezTo>
                  <a:pt x="7404" y="2489"/>
                  <a:pt x="7562" y="2363"/>
                  <a:pt x="7562" y="2174"/>
                </a:cubicBezTo>
                <a:cubicBezTo>
                  <a:pt x="7562" y="1576"/>
                  <a:pt x="7089" y="1135"/>
                  <a:pt x="6554" y="1135"/>
                </a:cubicBezTo>
                <a:lnTo>
                  <a:pt x="6113" y="1135"/>
                </a:lnTo>
                <a:lnTo>
                  <a:pt x="5766" y="0"/>
                </a:lnTo>
                <a:cubicBezTo>
                  <a:pt x="5168" y="252"/>
                  <a:pt x="4506" y="410"/>
                  <a:pt x="3781" y="410"/>
                </a:cubicBezTo>
                <a:cubicBezTo>
                  <a:pt x="3088" y="410"/>
                  <a:pt x="2427" y="252"/>
                  <a:pt x="1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5" name="Google Shape;7665;p36"/>
          <p:cNvSpPr/>
          <p:nvPr/>
        </p:nvSpPr>
        <p:spPr>
          <a:xfrm>
            <a:off x="2907287" y="4141059"/>
            <a:ext cx="155709" cy="165287"/>
          </a:xfrm>
          <a:custGeom>
            <a:rect b="b" l="l" r="r" t="t"/>
            <a:pathLst>
              <a:path extrusionOk="0" h="4884" w="4601">
                <a:moveTo>
                  <a:pt x="2427" y="0"/>
                </a:moveTo>
                <a:cubicBezTo>
                  <a:pt x="1104" y="0"/>
                  <a:pt x="1" y="1103"/>
                  <a:pt x="1" y="2458"/>
                </a:cubicBezTo>
                <a:cubicBezTo>
                  <a:pt x="1" y="3781"/>
                  <a:pt x="1104" y="4884"/>
                  <a:pt x="2427" y="4884"/>
                </a:cubicBezTo>
                <a:cubicBezTo>
                  <a:pt x="3404" y="4884"/>
                  <a:pt x="4254" y="4348"/>
                  <a:pt x="4601" y="3497"/>
                </a:cubicBezTo>
                <a:lnTo>
                  <a:pt x="2427" y="3497"/>
                </a:lnTo>
                <a:cubicBezTo>
                  <a:pt x="1828" y="3497"/>
                  <a:pt x="1419" y="3025"/>
                  <a:pt x="1419" y="2489"/>
                </a:cubicBezTo>
                <a:cubicBezTo>
                  <a:pt x="1356" y="1859"/>
                  <a:pt x="1828" y="1386"/>
                  <a:pt x="2427" y="1386"/>
                </a:cubicBezTo>
                <a:lnTo>
                  <a:pt x="4601" y="1386"/>
                </a:lnTo>
                <a:cubicBezTo>
                  <a:pt x="4191" y="567"/>
                  <a:pt x="3372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6" name="Google Shape;7666;p36"/>
          <p:cNvSpPr/>
          <p:nvPr/>
        </p:nvSpPr>
        <p:spPr>
          <a:xfrm>
            <a:off x="5562587" y="3291812"/>
            <a:ext cx="47989" cy="48023"/>
          </a:xfrm>
          <a:custGeom>
            <a:rect b="b" l="l" r="r" t="t"/>
            <a:pathLst>
              <a:path extrusionOk="0" h="1419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cubicBezTo>
                  <a:pt x="63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7" name="Google Shape;7667;p36"/>
          <p:cNvSpPr/>
          <p:nvPr/>
        </p:nvSpPr>
        <p:spPr>
          <a:xfrm>
            <a:off x="5540183" y="3363254"/>
            <a:ext cx="94928" cy="46940"/>
          </a:xfrm>
          <a:custGeom>
            <a:rect b="b" l="l" r="r" t="t"/>
            <a:pathLst>
              <a:path extrusionOk="0" h="1387" w="2805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805" y="1387"/>
                </a:lnTo>
                <a:cubicBezTo>
                  <a:pt x="2805" y="630"/>
                  <a:pt x="2174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8" name="Google Shape;7668;p36"/>
          <p:cNvSpPr/>
          <p:nvPr/>
        </p:nvSpPr>
        <p:spPr>
          <a:xfrm>
            <a:off x="5481534" y="3245956"/>
            <a:ext cx="212226" cy="235679"/>
          </a:xfrm>
          <a:custGeom>
            <a:rect b="b" l="l" r="r" t="t"/>
            <a:pathLst>
              <a:path extrusionOk="0" h="6964" w="6271">
                <a:moveTo>
                  <a:pt x="3088" y="725"/>
                </a:moveTo>
                <a:cubicBezTo>
                  <a:pt x="3813" y="725"/>
                  <a:pt x="4506" y="1356"/>
                  <a:pt x="4506" y="2080"/>
                </a:cubicBezTo>
                <a:cubicBezTo>
                  <a:pt x="4506" y="2458"/>
                  <a:pt x="4348" y="2805"/>
                  <a:pt x="4096" y="3025"/>
                </a:cubicBezTo>
                <a:cubicBezTo>
                  <a:pt x="4727" y="3372"/>
                  <a:pt x="5168" y="4065"/>
                  <a:pt x="5168" y="4853"/>
                </a:cubicBezTo>
                <a:lnTo>
                  <a:pt x="5168" y="5199"/>
                </a:lnTo>
                <a:cubicBezTo>
                  <a:pt x="5168" y="5388"/>
                  <a:pt x="5010" y="5546"/>
                  <a:pt x="4821" y="5546"/>
                </a:cubicBezTo>
                <a:lnTo>
                  <a:pt x="1293" y="5546"/>
                </a:lnTo>
                <a:cubicBezTo>
                  <a:pt x="1103" y="5546"/>
                  <a:pt x="946" y="5388"/>
                  <a:pt x="946" y="5199"/>
                </a:cubicBezTo>
                <a:lnTo>
                  <a:pt x="946" y="4853"/>
                </a:lnTo>
                <a:lnTo>
                  <a:pt x="1040" y="4853"/>
                </a:lnTo>
                <a:cubicBezTo>
                  <a:pt x="1040" y="4065"/>
                  <a:pt x="1450" y="3403"/>
                  <a:pt x="2080" y="3025"/>
                </a:cubicBezTo>
                <a:cubicBezTo>
                  <a:pt x="1860" y="2805"/>
                  <a:pt x="1702" y="2458"/>
                  <a:pt x="1702" y="2080"/>
                </a:cubicBezTo>
                <a:cubicBezTo>
                  <a:pt x="1702" y="1356"/>
                  <a:pt x="2332" y="725"/>
                  <a:pt x="3088" y="725"/>
                </a:cubicBezTo>
                <a:close/>
                <a:moveTo>
                  <a:pt x="1" y="1"/>
                </a:moveTo>
                <a:lnTo>
                  <a:pt x="1" y="6617"/>
                </a:lnTo>
                <a:cubicBezTo>
                  <a:pt x="1" y="6806"/>
                  <a:pt x="158" y="6963"/>
                  <a:pt x="347" y="6963"/>
                </a:cubicBezTo>
                <a:lnTo>
                  <a:pt x="5924" y="6963"/>
                </a:lnTo>
                <a:cubicBezTo>
                  <a:pt x="6113" y="6963"/>
                  <a:pt x="6270" y="6806"/>
                  <a:pt x="6270" y="6617"/>
                </a:cubicBezTo>
                <a:lnTo>
                  <a:pt x="627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69" name="Google Shape;7669;p36"/>
          <p:cNvSpPr/>
          <p:nvPr/>
        </p:nvSpPr>
        <p:spPr>
          <a:xfrm>
            <a:off x="5458080" y="3080703"/>
            <a:ext cx="259132" cy="48023"/>
          </a:xfrm>
          <a:custGeom>
            <a:rect b="b" l="l" r="r" t="t"/>
            <a:pathLst>
              <a:path extrusionOk="0" h="1419" w="7657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1418"/>
                </a:lnTo>
                <a:lnTo>
                  <a:pt x="7625" y="1418"/>
                </a:lnTo>
                <a:lnTo>
                  <a:pt x="7625" y="347"/>
                </a:lnTo>
                <a:lnTo>
                  <a:pt x="7656" y="347"/>
                </a:lnTo>
                <a:cubicBezTo>
                  <a:pt x="7656" y="158"/>
                  <a:pt x="7499" y="1"/>
                  <a:pt x="731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0" name="Google Shape;7670;p36"/>
          <p:cNvSpPr/>
          <p:nvPr/>
        </p:nvSpPr>
        <p:spPr>
          <a:xfrm>
            <a:off x="5386639" y="3153194"/>
            <a:ext cx="399883" cy="186641"/>
          </a:xfrm>
          <a:custGeom>
            <a:rect b="b" l="l" r="r" t="t"/>
            <a:pathLst>
              <a:path extrusionOk="0" h="5515" w="11816">
                <a:moveTo>
                  <a:pt x="10082" y="662"/>
                </a:moveTo>
                <a:cubicBezTo>
                  <a:pt x="10303" y="662"/>
                  <a:pt x="10461" y="820"/>
                  <a:pt x="10461" y="1009"/>
                </a:cubicBezTo>
                <a:cubicBezTo>
                  <a:pt x="10461" y="1198"/>
                  <a:pt x="10303" y="1356"/>
                  <a:pt x="10082" y="1356"/>
                </a:cubicBezTo>
                <a:cubicBezTo>
                  <a:pt x="9893" y="1356"/>
                  <a:pt x="9736" y="1198"/>
                  <a:pt x="9736" y="1009"/>
                </a:cubicBezTo>
                <a:cubicBezTo>
                  <a:pt x="9767" y="820"/>
                  <a:pt x="9893" y="662"/>
                  <a:pt x="10082" y="662"/>
                </a:cubicBezTo>
                <a:close/>
                <a:moveTo>
                  <a:pt x="1041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4475"/>
                </a:lnTo>
                <a:cubicBezTo>
                  <a:pt x="1" y="5073"/>
                  <a:pt x="473" y="5514"/>
                  <a:pt x="1041" y="5514"/>
                </a:cubicBezTo>
                <a:lnTo>
                  <a:pt x="2112" y="5514"/>
                </a:lnTo>
                <a:lnTo>
                  <a:pt x="2112" y="2395"/>
                </a:lnTo>
                <a:cubicBezTo>
                  <a:pt x="2112" y="2206"/>
                  <a:pt x="2269" y="2049"/>
                  <a:pt x="2458" y="2049"/>
                </a:cubicBezTo>
                <a:lnTo>
                  <a:pt x="9421" y="2049"/>
                </a:lnTo>
                <a:cubicBezTo>
                  <a:pt x="9610" y="2049"/>
                  <a:pt x="9767" y="2206"/>
                  <a:pt x="9767" y="2395"/>
                </a:cubicBezTo>
                <a:lnTo>
                  <a:pt x="9767" y="5514"/>
                </a:lnTo>
                <a:lnTo>
                  <a:pt x="10807" y="5514"/>
                </a:lnTo>
                <a:cubicBezTo>
                  <a:pt x="11406" y="5514"/>
                  <a:pt x="11815" y="5042"/>
                  <a:pt x="11815" y="4475"/>
                </a:cubicBezTo>
                <a:lnTo>
                  <a:pt x="11815" y="1009"/>
                </a:lnTo>
                <a:cubicBezTo>
                  <a:pt x="11815" y="410"/>
                  <a:pt x="11343" y="1"/>
                  <a:pt x="1080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1" name="Google Shape;7671;p36"/>
          <p:cNvSpPr/>
          <p:nvPr/>
        </p:nvSpPr>
        <p:spPr>
          <a:xfrm>
            <a:off x="5383982" y="3598088"/>
            <a:ext cx="405196" cy="303906"/>
          </a:xfrm>
          <a:custGeom>
            <a:rect b="b" l="l" r="r" t="t"/>
            <a:pathLst>
              <a:path extrusionOk="0" h="8980" w="11973">
                <a:moveTo>
                  <a:pt x="2017" y="3749"/>
                </a:moveTo>
                <a:lnTo>
                  <a:pt x="3119" y="5514"/>
                </a:lnTo>
                <a:lnTo>
                  <a:pt x="914" y="5514"/>
                </a:lnTo>
                <a:lnTo>
                  <a:pt x="2017" y="3749"/>
                </a:lnTo>
                <a:close/>
                <a:moveTo>
                  <a:pt x="9641" y="3749"/>
                </a:moveTo>
                <a:lnTo>
                  <a:pt x="10744" y="5514"/>
                </a:lnTo>
                <a:lnTo>
                  <a:pt x="8538" y="5514"/>
                </a:lnTo>
                <a:lnTo>
                  <a:pt x="9641" y="3749"/>
                </a:lnTo>
                <a:close/>
                <a:moveTo>
                  <a:pt x="5892" y="0"/>
                </a:moveTo>
                <a:cubicBezTo>
                  <a:pt x="5325" y="0"/>
                  <a:pt x="4852" y="473"/>
                  <a:pt x="4852" y="1040"/>
                </a:cubicBezTo>
                <a:lnTo>
                  <a:pt x="4852" y="1166"/>
                </a:lnTo>
                <a:lnTo>
                  <a:pt x="4537" y="1324"/>
                </a:lnTo>
                <a:cubicBezTo>
                  <a:pt x="3812" y="1733"/>
                  <a:pt x="3529" y="1891"/>
                  <a:pt x="3025" y="1954"/>
                </a:cubicBezTo>
                <a:cubicBezTo>
                  <a:pt x="2867" y="1607"/>
                  <a:pt x="2521" y="1324"/>
                  <a:pt x="2080" y="1324"/>
                </a:cubicBezTo>
                <a:cubicBezTo>
                  <a:pt x="1702" y="1324"/>
                  <a:pt x="1324" y="1576"/>
                  <a:pt x="1166" y="1922"/>
                </a:cubicBezTo>
                <a:cubicBezTo>
                  <a:pt x="946" y="1891"/>
                  <a:pt x="693" y="1796"/>
                  <a:pt x="504" y="1733"/>
                </a:cubicBezTo>
                <a:cubicBezTo>
                  <a:pt x="454" y="1708"/>
                  <a:pt x="403" y="1696"/>
                  <a:pt x="355" y="1696"/>
                </a:cubicBezTo>
                <a:cubicBezTo>
                  <a:pt x="223" y="1696"/>
                  <a:pt x="110" y="1784"/>
                  <a:pt x="63" y="1922"/>
                </a:cubicBezTo>
                <a:cubicBezTo>
                  <a:pt x="0" y="2111"/>
                  <a:pt x="63" y="2332"/>
                  <a:pt x="252" y="2363"/>
                </a:cubicBezTo>
                <a:cubicBezTo>
                  <a:pt x="536" y="2489"/>
                  <a:pt x="820" y="2552"/>
                  <a:pt x="1135" y="2615"/>
                </a:cubicBezTo>
                <a:cubicBezTo>
                  <a:pt x="1198" y="2867"/>
                  <a:pt x="1387" y="3119"/>
                  <a:pt x="1607" y="3277"/>
                </a:cubicBezTo>
                <a:lnTo>
                  <a:pt x="95" y="5671"/>
                </a:lnTo>
                <a:cubicBezTo>
                  <a:pt x="95" y="5703"/>
                  <a:pt x="63" y="5829"/>
                  <a:pt x="63" y="5860"/>
                </a:cubicBezTo>
                <a:lnTo>
                  <a:pt x="63" y="6238"/>
                </a:lnTo>
                <a:cubicBezTo>
                  <a:pt x="63" y="7372"/>
                  <a:pt x="1009" y="8318"/>
                  <a:pt x="2143" y="8318"/>
                </a:cubicBezTo>
                <a:cubicBezTo>
                  <a:pt x="3308" y="8318"/>
                  <a:pt x="4254" y="7372"/>
                  <a:pt x="4254" y="6238"/>
                </a:cubicBezTo>
                <a:lnTo>
                  <a:pt x="4254" y="5860"/>
                </a:lnTo>
                <a:cubicBezTo>
                  <a:pt x="4254" y="5829"/>
                  <a:pt x="4191" y="5703"/>
                  <a:pt x="4191" y="5671"/>
                </a:cubicBezTo>
                <a:lnTo>
                  <a:pt x="2710" y="3277"/>
                </a:lnTo>
                <a:cubicBezTo>
                  <a:pt x="2930" y="3151"/>
                  <a:pt x="3088" y="2930"/>
                  <a:pt x="3182" y="2647"/>
                </a:cubicBezTo>
                <a:cubicBezTo>
                  <a:pt x="3844" y="2521"/>
                  <a:pt x="4191" y="2363"/>
                  <a:pt x="4947" y="1922"/>
                </a:cubicBezTo>
                <a:lnTo>
                  <a:pt x="4947" y="8979"/>
                </a:lnTo>
                <a:lnTo>
                  <a:pt x="7089" y="8979"/>
                </a:lnTo>
                <a:lnTo>
                  <a:pt x="7089" y="1922"/>
                </a:lnTo>
                <a:cubicBezTo>
                  <a:pt x="7814" y="2332"/>
                  <a:pt x="8192" y="2521"/>
                  <a:pt x="8853" y="2647"/>
                </a:cubicBezTo>
                <a:cubicBezTo>
                  <a:pt x="8916" y="2899"/>
                  <a:pt x="9074" y="3119"/>
                  <a:pt x="9326" y="3277"/>
                </a:cubicBezTo>
                <a:lnTo>
                  <a:pt x="7814" y="5671"/>
                </a:lnTo>
                <a:cubicBezTo>
                  <a:pt x="7814" y="5703"/>
                  <a:pt x="7782" y="5829"/>
                  <a:pt x="7782" y="5860"/>
                </a:cubicBezTo>
                <a:lnTo>
                  <a:pt x="7782" y="6238"/>
                </a:lnTo>
                <a:cubicBezTo>
                  <a:pt x="7782" y="7372"/>
                  <a:pt x="8727" y="8318"/>
                  <a:pt x="9861" y="8318"/>
                </a:cubicBezTo>
                <a:cubicBezTo>
                  <a:pt x="11027" y="8318"/>
                  <a:pt x="11972" y="7372"/>
                  <a:pt x="11972" y="6238"/>
                </a:cubicBezTo>
                <a:lnTo>
                  <a:pt x="11972" y="5860"/>
                </a:lnTo>
                <a:cubicBezTo>
                  <a:pt x="11972" y="5829"/>
                  <a:pt x="11909" y="5703"/>
                  <a:pt x="11909" y="5671"/>
                </a:cubicBezTo>
                <a:lnTo>
                  <a:pt x="10429" y="3277"/>
                </a:lnTo>
                <a:cubicBezTo>
                  <a:pt x="10429" y="3151"/>
                  <a:pt x="10618" y="2930"/>
                  <a:pt x="10681" y="2615"/>
                </a:cubicBezTo>
                <a:cubicBezTo>
                  <a:pt x="10933" y="2521"/>
                  <a:pt x="11248" y="2458"/>
                  <a:pt x="11531" y="2363"/>
                </a:cubicBezTo>
                <a:cubicBezTo>
                  <a:pt x="11720" y="2300"/>
                  <a:pt x="11815" y="2080"/>
                  <a:pt x="11720" y="1922"/>
                </a:cubicBezTo>
                <a:cubicBezTo>
                  <a:pt x="11674" y="1784"/>
                  <a:pt x="11560" y="1696"/>
                  <a:pt x="11429" y="1696"/>
                </a:cubicBezTo>
                <a:cubicBezTo>
                  <a:pt x="11380" y="1696"/>
                  <a:pt x="11330" y="1708"/>
                  <a:pt x="11279" y="1733"/>
                </a:cubicBezTo>
                <a:cubicBezTo>
                  <a:pt x="11059" y="1796"/>
                  <a:pt x="10870" y="1891"/>
                  <a:pt x="10618" y="1922"/>
                </a:cubicBezTo>
                <a:cubicBezTo>
                  <a:pt x="10460" y="1576"/>
                  <a:pt x="10113" y="1324"/>
                  <a:pt x="9704" y="1324"/>
                </a:cubicBezTo>
                <a:cubicBezTo>
                  <a:pt x="9294" y="1324"/>
                  <a:pt x="8916" y="1576"/>
                  <a:pt x="8790" y="1954"/>
                </a:cubicBezTo>
                <a:cubicBezTo>
                  <a:pt x="8255" y="1891"/>
                  <a:pt x="8003" y="1733"/>
                  <a:pt x="7278" y="1324"/>
                </a:cubicBezTo>
                <a:lnTo>
                  <a:pt x="6963" y="1166"/>
                </a:lnTo>
                <a:lnTo>
                  <a:pt x="6963" y="1040"/>
                </a:lnTo>
                <a:cubicBezTo>
                  <a:pt x="6963" y="441"/>
                  <a:pt x="6490" y="0"/>
                  <a:pt x="58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2" name="Google Shape;7672;p36"/>
          <p:cNvSpPr/>
          <p:nvPr/>
        </p:nvSpPr>
        <p:spPr>
          <a:xfrm>
            <a:off x="5474613" y="3926464"/>
            <a:ext cx="213275" cy="46973"/>
          </a:xfrm>
          <a:custGeom>
            <a:rect b="b" l="l" r="r" t="t"/>
            <a:pathLst>
              <a:path extrusionOk="0" h="1388" w="6302">
                <a:moveTo>
                  <a:pt x="693" y="1"/>
                </a:moveTo>
                <a:cubicBezTo>
                  <a:pt x="315" y="1"/>
                  <a:pt x="0" y="316"/>
                  <a:pt x="0" y="694"/>
                </a:cubicBezTo>
                <a:lnTo>
                  <a:pt x="0" y="1040"/>
                </a:lnTo>
                <a:cubicBezTo>
                  <a:pt x="0" y="1261"/>
                  <a:pt x="158" y="1387"/>
                  <a:pt x="347" y="1387"/>
                </a:cubicBezTo>
                <a:lnTo>
                  <a:pt x="5955" y="1387"/>
                </a:lnTo>
                <a:cubicBezTo>
                  <a:pt x="6144" y="1356"/>
                  <a:pt x="6301" y="1198"/>
                  <a:pt x="6301" y="1040"/>
                </a:cubicBezTo>
                <a:lnTo>
                  <a:pt x="6301" y="694"/>
                </a:lnTo>
                <a:cubicBezTo>
                  <a:pt x="6301" y="316"/>
                  <a:pt x="5986" y="1"/>
                  <a:pt x="55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3" name="Google Shape;7673;p36"/>
          <p:cNvSpPr/>
          <p:nvPr/>
        </p:nvSpPr>
        <p:spPr>
          <a:xfrm>
            <a:off x="5548711" y="4071748"/>
            <a:ext cx="72524" cy="69343"/>
          </a:xfrm>
          <a:custGeom>
            <a:rect b="b" l="l" r="r" t="t"/>
            <a:pathLst>
              <a:path extrusionOk="0" h="2049" w="2143">
                <a:moveTo>
                  <a:pt x="1072" y="1"/>
                </a:moveTo>
                <a:cubicBezTo>
                  <a:pt x="473" y="1"/>
                  <a:pt x="1" y="473"/>
                  <a:pt x="1" y="1040"/>
                </a:cubicBezTo>
                <a:cubicBezTo>
                  <a:pt x="1" y="1607"/>
                  <a:pt x="473" y="2048"/>
                  <a:pt x="1072" y="2048"/>
                </a:cubicBezTo>
                <a:cubicBezTo>
                  <a:pt x="1670" y="2048"/>
                  <a:pt x="2143" y="1576"/>
                  <a:pt x="2143" y="1040"/>
                </a:cubicBezTo>
                <a:cubicBezTo>
                  <a:pt x="2143" y="442"/>
                  <a:pt x="1670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4" name="Google Shape;7674;p36"/>
          <p:cNvSpPr/>
          <p:nvPr/>
        </p:nvSpPr>
        <p:spPr>
          <a:xfrm>
            <a:off x="5454900" y="4306312"/>
            <a:ext cx="69309" cy="69343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607" y="2048"/>
                  <a:pt x="2048" y="1576"/>
                  <a:pt x="2048" y="1040"/>
                </a:cubicBezTo>
                <a:cubicBezTo>
                  <a:pt x="2048" y="473"/>
                  <a:pt x="1607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5" name="Google Shape;7675;p36"/>
          <p:cNvSpPr/>
          <p:nvPr/>
        </p:nvSpPr>
        <p:spPr>
          <a:xfrm>
            <a:off x="5644689" y="4306312"/>
            <a:ext cx="69309" cy="69343"/>
          </a:xfrm>
          <a:custGeom>
            <a:rect b="b" l="l" r="r" t="t"/>
            <a:pathLst>
              <a:path extrusionOk="0" h="2049" w="2048"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6" name="Google Shape;7676;p36"/>
          <p:cNvSpPr/>
          <p:nvPr/>
        </p:nvSpPr>
        <p:spPr>
          <a:xfrm>
            <a:off x="5384507" y="4235953"/>
            <a:ext cx="404147" cy="165287"/>
          </a:xfrm>
          <a:custGeom>
            <a:rect b="b" l="l" r="r" t="t"/>
            <a:pathLst>
              <a:path extrusionOk="0" h="4884" w="11942">
                <a:moveTo>
                  <a:pt x="1545" y="0"/>
                </a:moveTo>
                <a:cubicBezTo>
                  <a:pt x="1041" y="0"/>
                  <a:pt x="599" y="347"/>
                  <a:pt x="505" y="851"/>
                </a:cubicBezTo>
                <a:lnTo>
                  <a:pt x="64" y="3655"/>
                </a:lnTo>
                <a:cubicBezTo>
                  <a:pt x="1" y="3970"/>
                  <a:pt x="95" y="4253"/>
                  <a:pt x="284" y="4474"/>
                </a:cubicBezTo>
                <a:cubicBezTo>
                  <a:pt x="410" y="4631"/>
                  <a:pt x="599" y="4757"/>
                  <a:pt x="788" y="4789"/>
                </a:cubicBezTo>
                <a:cubicBezTo>
                  <a:pt x="1009" y="4442"/>
                  <a:pt x="1324" y="4127"/>
                  <a:pt x="1639" y="3938"/>
                </a:cubicBezTo>
                <a:cubicBezTo>
                  <a:pt x="1513" y="3686"/>
                  <a:pt x="1419" y="3434"/>
                  <a:pt x="1419" y="3151"/>
                </a:cubicBezTo>
                <a:cubicBezTo>
                  <a:pt x="1419" y="2206"/>
                  <a:pt x="2206" y="1418"/>
                  <a:pt x="3151" y="1418"/>
                </a:cubicBezTo>
                <a:cubicBezTo>
                  <a:pt x="4097" y="1418"/>
                  <a:pt x="4884" y="2206"/>
                  <a:pt x="4884" y="3151"/>
                </a:cubicBezTo>
                <a:cubicBezTo>
                  <a:pt x="4884" y="3434"/>
                  <a:pt x="4821" y="3686"/>
                  <a:pt x="4695" y="3938"/>
                </a:cubicBezTo>
                <a:cubicBezTo>
                  <a:pt x="5042" y="4159"/>
                  <a:pt x="5325" y="4474"/>
                  <a:pt x="5577" y="4883"/>
                </a:cubicBezTo>
                <a:lnTo>
                  <a:pt x="6396" y="4883"/>
                </a:lnTo>
                <a:cubicBezTo>
                  <a:pt x="6585" y="4537"/>
                  <a:pt x="6900" y="4159"/>
                  <a:pt x="7247" y="3938"/>
                </a:cubicBezTo>
                <a:cubicBezTo>
                  <a:pt x="7152" y="3686"/>
                  <a:pt x="7058" y="3434"/>
                  <a:pt x="7058" y="3151"/>
                </a:cubicBezTo>
                <a:cubicBezTo>
                  <a:pt x="7058" y="2206"/>
                  <a:pt x="7846" y="1418"/>
                  <a:pt x="8791" y="1418"/>
                </a:cubicBezTo>
                <a:cubicBezTo>
                  <a:pt x="9736" y="1418"/>
                  <a:pt x="10524" y="2206"/>
                  <a:pt x="10524" y="3151"/>
                </a:cubicBezTo>
                <a:cubicBezTo>
                  <a:pt x="10524" y="3434"/>
                  <a:pt x="10461" y="3686"/>
                  <a:pt x="10334" y="3938"/>
                </a:cubicBezTo>
                <a:cubicBezTo>
                  <a:pt x="10681" y="4159"/>
                  <a:pt x="10965" y="4442"/>
                  <a:pt x="11154" y="4789"/>
                </a:cubicBezTo>
                <a:cubicBezTo>
                  <a:pt x="11343" y="4757"/>
                  <a:pt x="11563" y="4631"/>
                  <a:pt x="11658" y="4474"/>
                </a:cubicBezTo>
                <a:cubicBezTo>
                  <a:pt x="11878" y="4253"/>
                  <a:pt x="11941" y="3938"/>
                  <a:pt x="11910" y="3655"/>
                </a:cubicBezTo>
                <a:lnTo>
                  <a:pt x="11343" y="851"/>
                </a:lnTo>
                <a:cubicBezTo>
                  <a:pt x="11280" y="347"/>
                  <a:pt x="10839" y="0"/>
                  <a:pt x="103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7" name="Google Shape;7677;p36"/>
          <p:cNvSpPr/>
          <p:nvPr/>
        </p:nvSpPr>
        <p:spPr>
          <a:xfrm>
            <a:off x="5611624" y="4387332"/>
            <a:ext cx="140785" cy="84268"/>
          </a:xfrm>
          <a:custGeom>
            <a:rect b="b" l="l" r="r" t="t"/>
            <a:pathLst>
              <a:path extrusionOk="0" h="2490" w="4160">
                <a:moveTo>
                  <a:pt x="977" y="1"/>
                </a:moveTo>
                <a:cubicBezTo>
                  <a:pt x="536" y="284"/>
                  <a:pt x="189" y="694"/>
                  <a:pt x="63" y="1198"/>
                </a:cubicBezTo>
                <a:cubicBezTo>
                  <a:pt x="32" y="1387"/>
                  <a:pt x="0" y="1576"/>
                  <a:pt x="0" y="1797"/>
                </a:cubicBezTo>
                <a:lnTo>
                  <a:pt x="0" y="2143"/>
                </a:lnTo>
                <a:cubicBezTo>
                  <a:pt x="0" y="2332"/>
                  <a:pt x="158" y="2490"/>
                  <a:pt x="347" y="2490"/>
                </a:cubicBezTo>
                <a:lnTo>
                  <a:pt x="3813" y="2490"/>
                </a:lnTo>
                <a:cubicBezTo>
                  <a:pt x="4002" y="2490"/>
                  <a:pt x="4159" y="2332"/>
                  <a:pt x="4159" y="2143"/>
                </a:cubicBezTo>
                <a:lnTo>
                  <a:pt x="4159" y="1797"/>
                </a:lnTo>
                <a:cubicBezTo>
                  <a:pt x="4096" y="1576"/>
                  <a:pt x="4065" y="1356"/>
                  <a:pt x="4002" y="1198"/>
                </a:cubicBezTo>
                <a:cubicBezTo>
                  <a:pt x="3844" y="694"/>
                  <a:pt x="3529" y="284"/>
                  <a:pt x="3119" y="1"/>
                </a:cubicBezTo>
                <a:cubicBezTo>
                  <a:pt x="2804" y="253"/>
                  <a:pt x="2426" y="410"/>
                  <a:pt x="2048" y="410"/>
                </a:cubicBezTo>
                <a:cubicBezTo>
                  <a:pt x="1639" y="410"/>
                  <a:pt x="1261" y="253"/>
                  <a:pt x="97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8" name="Google Shape;7678;p36"/>
          <p:cNvSpPr/>
          <p:nvPr/>
        </p:nvSpPr>
        <p:spPr>
          <a:xfrm>
            <a:off x="5514597" y="4151719"/>
            <a:ext cx="141834" cy="59732"/>
          </a:xfrm>
          <a:custGeom>
            <a:rect b="b" l="l" r="r" t="t"/>
            <a:pathLst>
              <a:path extrusionOk="0" h="1765" w="4191">
                <a:moveTo>
                  <a:pt x="1009" y="0"/>
                </a:moveTo>
                <a:cubicBezTo>
                  <a:pt x="379" y="347"/>
                  <a:pt x="0" y="1040"/>
                  <a:pt x="0" y="1765"/>
                </a:cubicBezTo>
                <a:lnTo>
                  <a:pt x="4191" y="1765"/>
                </a:lnTo>
                <a:cubicBezTo>
                  <a:pt x="4191" y="1040"/>
                  <a:pt x="3813" y="347"/>
                  <a:pt x="3214" y="0"/>
                </a:cubicBezTo>
                <a:cubicBezTo>
                  <a:pt x="2899" y="252"/>
                  <a:pt x="2521" y="378"/>
                  <a:pt x="2111" y="378"/>
                </a:cubicBezTo>
                <a:cubicBezTo>
                  <a:pt x="1733" y="378"/>
                  <a:pt x="1324" y="252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79" name="Google Shape;7679;p36"/>
          <p:cNvSpPr/>
          <p:nvPr/>
        </p:nvSpPr>
        <p:spPr>
          <a:xfrm>
            <a:off x="5421835" y="4387332"/>
            <a:ext cx="138653" cy="84268"/>
          </a:xfrm>
          <a:custGeom>
            <a:rect b="b" l="l" r="r" t="t"/>
            <a:pathLst>
              <a:path extrusionOk="0" h="2490" w="4097">
                <a:moveTo>
                  <a:pt x="1009" y="1"/>
                </a:moveTo>
                <a:cubicBezTo>
                  <a:pt x="568" y="284"/>
                  <a:pt x="221" y="694"/>
                  <a:pt x="95" y="1198"/>
                </a:cubicBezTo>
                <a:cubicBezTo>
                  <a:pt x="64" y="1387"/>
                  <a:pt x="1" y="1576"/>
                  <a:pt x="1" y="1797"/>
                </a:cubicBezTo>
                <a:lnTo>
                  <a:pt x="1" y="2143"/>
                </a:lnTo>
                <a:cubicBezTo>
                  <a:pt x="1" y="2332"/>
                  <a:pt x="158" y="2490"/>
                  <a:pt x="379" y="2490"/>
                </a:cubicBezTo>
                <a:lnTo>
                  <a:pt x="3844" y="2490"/>
                </a:lnTo>
                <a:cubicBezTo>
                  <a:pt x="3939" y="2490"/>
                  <a:pt x="4096" y="2332"/>
                  <a:pt x="4096" y="2143"/>
                </a:cubicBezTo>
                <a:lnTo>
                  <a:pt x="4096" y="1797"/>
                </a:lnTo>
                <a:cubicBezTo>
                  <a:pt x="4096" y="1576"/>
                  <a:pt x="4065" y="1356"/>
                  <a:pt x="4033" y="1198"/>
                </a:cubicBezTo>
                <a:cubicBezTo>
                  <a:pt x="3876" y="694"/>
                  <a:pt x="3561" y="284"/>
                  <a:pt x="3120" y="1"/>
                </a:cubicBezTo>
                <a:cubicBezTo>
                  <a:pt x="2804" y="253"/>
                  <a:pt x="2458" y="410"/>
                  <a:pt x="2048" y="410"/>
                </a:cubicBezTo>
                <a:cubicBezTo>
                  <a:pt x="1670" y="410"/>
                  <a:pt x="1261" y="253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0" name="Google Shape;7680;p36"/>
          <p:cNvSpPr/>
          <p:nvPr/>
        </p:nvSpPr>
        <p:spPr>
          <a:xfrm>
            <a:off x="8135640" y="3297126"/>
            <a:ext cx="92762" cy="114117"/>
          </a:xfrm>
          <a:custGeom>
            <a:rect b="b" l="l" r="r" t="t"/>
            <a:pathLst>
              <a:path extrusionOk="0" h="3372" w="2741">
                <a:moveTo>
                  <a:pt x="1670" y="1"/>
                </a:moveTo>
                <a:cubicBezTo>
                  <a:pt x="1166" y="316"/>
                  <a:pt x="599" y="505"/>
                  <a:pt x="0" y="568"/>
                </a:cubicBezTo>
                <a:lnTo>
                  <a:pt x="0" y="1482"/>
                </a:lnTo>
                <a:lnTo>
                  <a:pt x="1890" y="3372"/>
                </a:lnTo>
                <a:lnTo>
                  <a:pt x="2741" y="3372"/>
                </a:lnTo>
                <a:lnTo>
                  <a:pt x="2741" y="3340"/>
                </a:lnTo>
                <a:lnTo>
                  <a:pt x="2741" y="2301"/>
                </a:lnTo>
                <a:cubicBezTo>
                  <a:pt x="2741" y="1356"/>
                  <a:pt x="2300" y="536"/>
                  <a:pt x="167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1" name="Google Shape;7681;p36"/>
          <p:cNvSpPr/>
          <p:nvPr/>
        </p:nvSpPr>
        <p:spPr>
          <a:xfrm>
            <a:off x="8080171" y="3368567"/>
            <a:ext cx="84268" cy="41626"/>
          </a:xfrm>
          <a:custGeom>
            <a:rect b="b" l="l" r="r" t="t"/>
            <a:pathLst>
              <a:path extrusionOk="0" h="1230" w="2490">
                <a:moveTo>
                  <a:pt x="1229" y="1"/>
                </a:moveTo>
                <a:lnTo>
                  <a:pt x="1" y="1229"/>
                </a:lnTo>
                <a:lnTo>
                  <a:pt x="2490" y="1229"/>
                </a:lnTo>
                <a:lnTo>
                  <a:pt x="122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2" name="Google Shape;7682;p36"/>
          <p:cNvSpPr/>
          <p:nvPr/>
        </p:nvSpPr>
        <p:spPr>
          <a:xfrm>
            <a:off x="8017259" y="3294994"/>
            <a:ext cx="93879" cy="115200"/>
          </a:xfrm>
          <a:custGeom>
            <a:rect b="b" l="l" r="r" t="t"/>
            <a:pathLst>
              <a:path extrusionOk="0" h="3404" w="2774">
                <a:moveTo>
                  <a:pt x="1072" y="1"/>
                </a:moveTo>
                <a:cubicBezTo>
                  <a:pt x="411" y="599"/>
                  <a:pt x="1" y="1419"/>
                  <a:pt x="1" y="2332"/>
                </a:cubicBezTo>
                <a:lnTo>
                  <a:pt x="1" y="3403"/>
                </a:lnTo>
                <a:lnTo>
                  <a:pt x="883" y="3403"/>
                </a:lnTo>
                <a:lnTo>
                  <a:pt x="2773" y="1513"/>
                </a:lnTo>
                <a:lnTo>
                  <a:pt x="2773" y="599"/>
                </a:lnTo>
                <a:cubicBezTo>
                  <a:pt x="2143" y="568"/>
                  <a:pt x="1576" y="316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3" name="Google Shape;7683;p36"/>
          <p:cNvSpPr/>
          <p:nvPr/>
        </p:nvSpPr>
        <p:spPr>
          <a:xfrm>
            <a:off x="7993806" y="3433612"/>
            <a:ext cx="259132" cy="48023"/>
          </a:xfrm>
          <a:custGeom>
            <a:rect b="b" l="l" r="r" t="t"/>
            <a:pathLst>
              <a:path extrusionOk="0" h="1419" w="7657">
                <a:moveTo>
                  <a:pt x="725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316"/>
                  <a:pt x="7278" y="1"/>
                  <a:pt x="69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4" name="Google Shape;7684;p36"/>
          <p:cNvSpPr/>
          <p:nvPr/>
        </p:nvSpPr>
        <p:spPr>
          <a:xfrm>
            <a:off x="7993806" y="3080703"/>
            <a:ext cx="259132" cy="48023"/>
          </a:xfrm>
          <a:custGeom>
            <a:rect b="b" l="l" r="r" t="t"/>
            <a:pathLst>
              <a:path extrusionOk="0" h="1419" w="7657">
                <a:moveTo>
                  <a:pt x="725" y="0"/>
                </a:moveTo>
                <a:cubicBezTo>
                  <a:pt x="316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lnTo>
                  <a:pt x="6932" y="1418"/>
                </a:lnTo>
                <a:cubicBezTo>
                  <a:pt x="7341" y="1418"/>
                  <a:pt x="7657" y="1103"/>
                  <a:pt x="7657" y="725"/>
                </a:cubicBezTo>
                <a:cubicBezTo>
                  <a:pt x="7594" y="284"/>
                  <a:pt x="7278" y="0"/>
                  <a:pt x="69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5" name="Google Shape;7685;p36"/>
          <p:cNvSpPr/>
          <p:nvPr/>
        </p:nvSpPr>
        <p:spPr>
          <a:xfrm>
            <a:off x="8018341" y="3150013"/>
            <a:ext cx="210060" cy="48259"/>
          </a:xfrm>
          <a:custGeom>
            <a:rect b="b" l="l" r="r" t="t"/>
            <a:pathLst>
              <a:path extrusionOk="0" h="1426" w="6207">
                <a:moveTo>
                  <a:pt x="0" y="0"/>
                </a:moveTo>
                <a:lnTo>
                  <a:pt x="0" y="441"/>
                </a:lnTo>
                <a:lnTo>
                  <a:pt x="568" y="788"/>
                </a:lnTo>
                <a:cubicBezTo>
                  <a:pt x="1355" y="1213"/>
                  <a:pt x="2237" y="1426"/>
                  <a:pt x="3112" y="1426"/>
                </a:cubicBezTo>
                <a:cubicBezTo>
                  <a:pt x="3986" y="1426"/>
                  <a:pt x="4852" y="1213"/>
                  <a:pt x="5608" y="788"/>
                </a:cubicBezTo>
                <a:lnTo>
                  <a:pt x="6207" y="441"/>
                </a:lnTo>
                <a:lnTo>
                  <a:pt x="620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6" name="Google Shape;7686;p36"/>
          <p:cNvSpPr/>
          <p:nvPr/>
        </p:nvSpPr>
        <p:spPr>
          <a:xfrm>
            <a:off x="8016209" y="3192655"/>
            <a:ext cx="211143" cy="100241"/>
          </a:xfrm>
          <a:custGeom>
            <a:rect b="b" l="l" r="r" t="t"/>
            <a:pathLst>
              <a:path extrusionOk="0" h="2962" w="6239">
                <a:moveTo>
                  <a:pt x="0" y="0"/>
                </a:moveTo>
                <a:cubicBezTo>
                  <a:pt x="126" y="1607"/>
                  <a:pt x="1481" y="2962"/>
                  <a:pt x="3119" y="2962"/>
                </a:cubicBezTo>
                <a:cubicBezTo>
                  <a:pt x="4758" y="2962"/>
                  <a:pt x="6112" y="1607"/>
                  <a:pt x="6238" y="0"/>
                </a:cubicBezTo>
                <a:lnTo>
                  <a:pt x="6238" y="0"/>
                </a:lnTo>
                <a:lnTo>
                  <a:pt x="5986" y="126"/>
                </a:lnTo>
                <a:cubicBezTo>
                  <a:pt x="5136" y="631"/>
                  <a:pt x="4096" y="883"/>
                  <a:pt x="3119" y="883"/>
                </a:cubicBezTo>
                <a:cubicBezTo>
                  <a:pt x="2143" y="883"/>
                  <a:pt x="1166" y="631"/>
                  <a:pt x="252" y="126"/>
                </a:cubicBezTo>
                <a:lnTo>
                  <a:pt x="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7" name="Google Shape;7687;p36"/>
          <p:cNvSpPr/>
          <p:nvPr/>
        </p:nvSpPr>
        <p:spPr>
          <a:xfrm>
            <a:off x="811617" y="3080720"/>
            <a:ext cx="283668" cy="353993"/>
          </a:xfrm>
          <a:custGeom>
            <a:rect b="b" l="l" r="r" t="t"/>
            <a:pathLst>
              <a:path extrusionOk="0" h="10460" w="8382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lnTo>
                  <a:pt x="1" y="10113"/>
                </a:lnTo>
                <a:cubicBezTo>
                  <a:pt x="1" y="10302"/>
                  <a:pt x="158" y="10460"/>
                  <a:pt x="348" y="10460"/>
                </a:cubicBezTo>
                <a:lnTo>
                  <a:pt x="694" y="10460"/>
                </a:lnTo>
                <a:lnTo>
                  <a:pt x="694" y="3875"/>
                </a:lnTo>
                <a:cubicBezTo>
                  <a:pt x="694" y="3623"/>
                  <a:pt x="820" y="3340"/>
                  <a:pt x="1009" y="3151"/>
                </a:cubicBezTo>
                <a:lnTo>
                  <a:pt x="3151" y="1008"/>
                </a:lnTo>
                <a:cubicBezTo>
                  <a:pt x="3340" y="819"/>
                  <a:pt x="3624" y="693"/>
                  <a:pt x="3908" y="693"/>
                </a:cubicBezTo>
                <a:lnTo>
                  <a:pt x="8381" y="693"/>
                </a:lnTo>
                <a:lnTo>
                  <a:pt x="8381" y="347"/>
                </a:lnTo>
                <a:cubicBezTo>
                  <a:pt x="8381" y="158"/>
                  <a:pt x="8224" y="0"/>
                  <a:pt x="80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8" name="Google Shape;7688;p36"/>
          <p:cNvSpPr/>
          <p:nvPr/>
        </p:nvSpPr>
        <p:spPr>
          <a:xfrm>
            <a:off x="866001" y="3135071"/>
            <a:ext cx="64029" cy="65079"/>
          </a:xfrm>
          <a:custGeom>
            <a:rect b="b" l="l" r="r" t="t"/>
            <a:pathLst>
              <a:path extrusionOk="0" h="1923" w="1891">
                <a:moveTo>
                  <a:pt x="1891" y="1"/>
                </a:moveTo>
                <a:lnTo>
                  <a:pt x="1" y="1923"/>
                </a:lnTo>
                <a:lnTo>
                  <a:pt x="1891" y="1923"/>
                </a:lnTo>
                <a:lnTo>
                  <a:pt x="189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89" name="Google Shape;7689;p36"/>
          <p:cNvSpPr/>
          <p:nvPr/>
        </p:nvSpPr>
        <p:spPr>
          <a:xfrm>
            <a:off x="954500" y="3224653"/>
            <a:ext cx="165287" cy="164238"/>
          </a:xfrm>
          <a:custGeom>
            <a:rect b="b" l="l" r="r" t="t"/>
            <a:pathLst>
              <a:path extrusionOk="0" h="485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cubicBezTo>
                  <a:pt x="1" y="3749"/>
                  <a:pt x="1103" y="4852"/>
                  <a:pt x="2427" y="4852"/>
                </a:cubicBezTo>
                <a:cubicBezTo>
                  <a:pt x="3781" y="4852"/>
                  <a:pt x="4884" y="3749"/>
                  <a:pt x="4884" y="2426"/>
                </a:cubicBez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0" name="Google Shape;7690;p36"/>
          <p:cNvSpPr/>
          <p:nvPr/>
        </p:nvSpPr>
        <p:spPr>
          <a:xfrm>
            <a:off x="857473" y="3129758"/>
            <a:ext cx="260181" cy="328408"/>
          </a:xfrm>
          <a:custGeom>
            <a:rect b="b" l="l" r="r" t="t"/>
            <a:pathLst>
              <a:path extrusionOk="0" h="9704" w="7688">
                <a:moveTo>
                  <a:pt x="2868" y="0"/>
                </a:moveTo>
                <a:lnTo>
                  <a:pt x="2868" y="2426"/>
                </a:lnTo>
                <a:cubicBezTo>
                  <a:pt x="2868" y="2647"/>
                  <a:pt x="2679" y="2804"/>
                  <a:pt x="2490" y="2804"/>
                </a:cubicBezTo>
                <a:lnTo>
                  <a:pt x="1" y="2804"/>
                </a:lnTo>
                <a:lnTo>
                  <a:pt x="1" y="9357"/>
                </a:lnTo>
                <a:cubicBezTo>
                  <a:pt x="1" y="9578"/>
                  <a:pt x="190" y="9704"/>
                  <a:pt x="379" y="9704"/>
                </a:cubicBezTo>
                <a:lnTo>
                  <a:pt x="7341" y="9704"/>
                </a:lnTo>
                <a:cubicBezTo>
                  <a:pt x="7467" y="9704"/>
                  <a:pt x="7593" y="9641"/>
                  <a:pt x="7625" y="9578"/>
                </a:cubicBezTo>
                <a:lnTo>
                  <a:pt x="6239" y="8192"/>
                </a:lnTo>
                <a:cubicBezTo>
                  <a:pt x="5924" y="8318"/>
                  <a:pt x="5609" y="8349"/>
                  <a:pt x="5262" y="8349"/>
                </a:cubicBezTo>
                <a:cubicBezTo>
                  <a:pt x="3529" y="8349"/>
                  <a:pt x="2143" y="6931"/>
                  <a:pt x="2143" y="5230"/>
                </a:cubicBezTo>
                <a:cubicBezTo>
                  <a:pt x="2143" y="3529"/>
                  <a:pt x="3561" y="2111"/>
                  <a:pt x="5262" y="2111"/>
                </a:cubicBezTo>
                <a:cubicBezTo>
                  <a:pt x="6239" y="2111"/>
                  <a:pt x="7121" y="2584"/>
                  <a:pt x="7688" y="3308"/>
                </a:cubicBezTo>
                <a:lnTo>
                  <a:pt x="7688" y="347"/>
                </a:lnTo>
                <a:cubicBezTo>
                  <a:pt x="7688" y="158"/>
                  <a:pt x="7530" y="0"/>
                  <a:pt x="73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1" name="Google Shape;7691;p36"/>
          <p:cNvSpPr/>
          <p:nvPr/>
        </p:nvSpPr>
        <p:spPr>
          <a:xfrm>
            <a:off x="1093120" y="3361107"/>
            <a:ext cx="122648" cy="120515"/>
          </a:xfrm>
          <a:custGeom>
            <a:rect b="b" l="l" r="r" t="t"/>
            <a:pathLst>
              <a:path extrusionOk="0" h="3560" w="3623">
                <a:moveTo>
                  <a:pt x="977" y="1"/>
                </a:moveTo>
                <a:cubicBezTo>
                  <a:pt x="693" y="410"/>
                  <a:pt x="378" y="757"/>
                  <a:pt x="0" y="1009"/>
                </a:cubicBezTo>
                <a:lnTo>
                  <a:pt x="2363" y="3372"/>
                </a:lnTo>
                <a:cubicBezTo>
                  <a:pt x="2489" y="3498"/>
                  <a:pt x="2662" y="3561"/>
                  <a:pt x="2840" y="3561"/>
                </a:cubicBezTo>
                <a:cubicBezTo>
                  <a:pt x="3017" y="3561"/>
                  <a:pt x="3198" y="3498"/>
                  <a:pt x="3340" y="3372"/>
                </a:cubicBezTo>
                <a:cubicBezTo>
                  <a:pt x="3623" y="3088"/>
                  <a:pt x="3623" y="2647"/>
                  <a:pt x="3340" y="2364"/>
                </a:cubicBezTo>
                <a:lnTo>
                  <a:pt x="9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2" name="Google Shape;7692;p36"/>
          <p:cNvSpPr/>
          <p:nvPr/>
        </p:nvSpPr>
        <p:spPr>
          <a:xfrm>
            <a:off x="836169" y="3586887"/>
            <a:ext cx="281502" cy="397751"/>
          </a:xfrm>
          <a:custGeom>
            <a:rect b="b" l="l" r="r" t="t"/>
            <a:pathLst>
              <a:path extrusionOk="0" h="11753" w="8318">
                <a:moveTo>
                  <a:pt x="3828" y="2742"/>
                </a:moveTo>
                <a:cubicBezTo>
                  <a:pt x="3915" y="2742"/>
                  <a:pt x="4001" y="2773"/>
                  <a:pt x="4064" y="2836"/>
                </a:cubicBezTo>
                <a:cubicBezTo>
                  <a:pt x="4253" y="2994"/>
                  <a:pt x="4253" y="3183"/>
                  <a:pt x="4096" y="3340"/>
                </a:cubicBezTo>
                <a:lnTo>
                  <a:pt x="2678" y="4695"/>
                </a:lnTo>
                <a:cubicBezTo>
                  <a:pt x="2615" y="4790"/>
                  <a:pt x="2520" y="4821"/>
                  <a:pt x="2457" y="4821"/>
                </a:cubicBezTo>
                <a:cubicBezTo>
                  <a:pt x="2363" y="4821"/>
                  <a:pt x="2268" y="4790"/>
                  <a:pt x="2205" y="4695"/>
                </a:cubicBezTo>
                <a:lnTo>
                  <a:pt x="1512" y="4002"/>
                </a:lnTo>
                <a:cubicBezTo>
                  <a:pt x="1386" y="3876"/>
                  <a:pt x="1386" y="3655"/>
                  <a:pt x="1512" y="3529"/>
                </a:cubicBezTo>
                <a:cubicBezTo>
                  <a:pt x="1575" y="3466"/>
                  <a:pt x="1662" y="3435"/>
                  <a:pt x="1749" y="3435"/>
                </a:cubicBezTo>
                <a:cubicBezTo>
                  <a:pt x="1835" y="3435"/>
                  <a:pt x="1922" y="3466"/>
                  <a:pt x="1985" y="3529"/>
                </a:cubicBezTo>
                <a:lnTo>
                  <a:pt x="2426" y="3971"/>
                </a:lnTo>
                <a:lnTo>
                  <a:pt x="3592" y="2836"/>
                </a:lnTo>
                <a:cubicBezTo>
                  <a:pt x="3655" y="2773"/>
                  <a:pt x="3741" y="2742"/>
                  <a:pt x="3828" y="2742"/>
                </a:cubicBezTo>
                <a:close/>
                <a:moveTo>
                  <a:pt x="3828" y="4790"/>
                </a:moveTo>
                <a:cubicBezTo>
                  <a:pt x="3915" y="4790"/>
                  <a:pt x="4001" y="4821"/>
                  <a:pt x="4064" y="4884"/>
                </a:cubicBezTo>
                <a:cubicBezTo>
                  <a:pt x="4253" y="5042"/>
                  <a:pt x="4253" y="5262"/>
                  <a:pt x="4096" y="5388"/>
                </a:cubicBezTo>
                <a:lnTo>
                  <a:pt x="2678" y="6774"/>
                </a:lnTo>
                <a:cubicBezTo>
                  <a:pt x="2615" y="6837"/>
                  <a:pt x="2520" y="6869"/>
                  <a:pt x="2457" y="6869"/>
                </a:cubicBezTo>
                <a:cubicBezTo>
                  <a:pt x="2363" y="6869"/>
                  <a:pt x="2268" y="6837"/>
                  <a:pt x="2205" y="6774"/>
                </a:cubicBezTo>
                <a:lnTo>
                  <a:pt x="1512" y="6050"/>
                </a:lnTo>
                <a:cubicBezTo>
                  <a:pt x="1386" y="5924"/>
                  <a:pt x="1386" y="5703"/>
                  <a:pt x="1512" y="5577"/>
                </a:cubicBezTo>
                <a:cubicBezTo>
                  <a:pt x="1575" y="5514"/>
                  <a:pt x="1662" y="5483"/>
                  <a:pt x="1749" y="5483"/>
                </a:cubicBezTo>
                <a:cubicBezTo>
                  <a:pt x="1835" y="5483"/>
                  <a:pt x="1922" y="5514"/>
                  <a:pt x="1985" y="5577"/>
                </a:cubicBezTo>
                <a:lnTo>
                  <a:pt x="2426" y="6018"/>
                </a:lnTo>
                <a:lnTo>
                  <a:pt x="3592" y="4884"/>
                </a:lnTo>
                <a:cubicBezTo>
                  <a:pt x="3655" y="4821"/>
                  <a:pt x="3741" y="4790"/>
                  <a:pt x="3828" y="4790"/>
                </a:cubicBezTo>
                <a:close/>
                <a:moveTo>
                  <a:pt x="3828" y="6869"/>
                </a:moveTo>
                <a:cubicBezTo>
                  <a:pt x="3915" y="6869"/>
                  <a:pt x="4001" y="6900"/>
                  <a:pt x="4064" y="6963"/>
                </a:cubicBezTo>
                <a:cubicBezTo>
                  <a:pt x="4253" y="7121"/>
                  <a:pt x="4253" y="7342"/>
                  <a:pt x="4096" y="7468"/>
                </a:cubicBezTo>
                <a:lnTo>
                  <a:pt x="2678" y="8854"/>
                </a:lnTo>
                <a:cubicBezTo>
                  <a:pt x="2615" y="8917"/>
                  <a:pt x="2520" y="8980"/>
                  <a:pt x="2457" y="8980"/>
                </a:cubicBezTo>
                <a:cubicBezTo>
                  <a:pt x="2363" y="8980"/>
                  <a:pt x="2268" y="8917"/>
                  <a:pt x="2205" y="8854"/>
                </a:cubicBezTo>
                <a:lnTo>
                  <a:pt x="1512" y="8129"/>
                </a:lnTo>
                <a:cubicBezTo>
                  <a:pt x="1386" y="8003"/>
                  <a:pt x="1386" y="7783"/>
                  <a:pt x="1512" y="7657"/>
                </a:cubicBezTo>
                <a:cubicBezTo>
                  <a:pt x="1575" y="7594"/>
                  <a:pt x="1662" y="7562"/>
                  <a:pt x="1749" y="7562"/>
                </a:cubicBezTo>
                <a:cubicBezTo>
                  <a:pt x="1835" y="7562"/>
                  <a:pt x="1922" y="7594"/>
                  <a:pt x="1985" y="7657"/>
                </a:cubicBezTo>
                <a:lnTo>
                  <a:pt x="2426" y="8098"/>
                </a:lnTo>
                <a:lnTo>
                  <a:pt x="3592" y="6963"/>
                </a:lnTo>
                <a:cubicBezTo>
                  <a:pt x="3655" y="6900"/>
                  <a:pt x="3741" y="6869"/>
                  <a:pt x="3828" y="6869"/>
                </a:cubicBez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673"/>
                </a:lnTo>
                <a:lnTo>
                  <a:pt x="6301" y="9673"/>
                </a:lnTo>
                <a:lnTo>
                  <a:pt x="6301" y="10397"/>
                </a:lnTo>
                <a:lnTo>
                  <a:pt x="6301" y="10744"/>
                </a:lnTo>
                <a:lnTo>
                  <a:pt x="6270" y="10744"/>
                </a:lnTo>
                <a:cubicBezTo>
                  <a:pt x="6270" y="11343"/>
                  <a:pt x="6742" y="11752"/>
                  <a:pt x="7278" y="11752"/>
                </a:cubicBezTo>
                <a:cubicBezTo>
                  <a:pt x="7876" y="11752"/>
                  <a:pt x="8317" y="11280"/>
                  <a:pt x="8317" y="10744"/>
                </a:cubicBezTo>
                <a:lnTo>
                  <a:pt x="8317" y="7972"/>
                </a:lnTo>
                <a:lnTo>
                  <a:pt x="7498" y="8822"/>
                </a:lnTo>
                <a:lnTo>
                  <a:pt x="5608" y="9547"/>
                </a:lnTo>
                <a:cubicBezTo>
                  <a:pt x="5497" y="9576"/>
                  <a:pt x="5390" y="9590"/>
                  <a:pt x="5288" y="9590"/>
                </a:cubicBezTo>
                <a:cubicBezTo>
                  <a:pt x="4954" y="9590"/>
                  <a:pt x="4674" y="9441"/>
                  <a:pt x="4505" y="9200"/>
                </a:cubicBezTo>
                <a:cubicBezTo>
                  <a:pt x="4316" y="8980"/>
                  <a:pt x="4222" y="8665"/>
                  <a:pt x="4316" y="8255"/>
                </a:cubicBezTo>
                <a:lnTo>
                  <a:pt x="5041" y="6365"/>
                </a:lnTo>
                <a:lnTo>
                  <a:pt x="8317" y="3088"/>
                </a:lnTo>
                <a:lnTo>
                  <a:pt x="8317" y="2773"/>
                </a:lnTo>
                <a:lnTo>
                  <a:pt x="5891" y="2773"/>
                </a:lnTo>
                <a:cubicBezTo>
                  <a:pt x="5671" y="2773"/>
                  <a:pt x="5513" y="2616"/>
                  <a:pt x="5513" y="2427"/>
                </a:cubicBezTo>
                <a:lnTo>
                  <a:pt x="551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3" name="Google Shape;7693;p36"/>
          <p:cNvSpPr/>
          <p:nvPr/>
        </p:nvSpPr>
        <p:spPr>
          <a:xfrm>
            <a:off x="1136826" y="3679649"/>
            <a:ext cx="77872" cy="75740"/>
          </a:xfrm>
          <a:custGeom>
            <a:rect b="b" l="l" r="r" t="t"/>
            <a:pathLst>
              <a:path extrusionOk="0" h="2238" w="2301">
                <a:moveTo>
                  <a:pt x="1072" y="1"/>
                </a:moveTo>
                <a:cubicBezTo>
                  <a:pt x="890" y="1"/>
                  <a:pt x="709" y="64"/>
                  <a:pt x="568" y="190"/>
                </a:cubicBezTo>
                <a:lnTo>
                  <a:pt x="0" y="788"/>
                </a:lnTo>
                <a:lnTo>
                  <a:pt x="1450" y="2238"/>
                </a:lnTo>
                <a:lnTo>
                  <a:pt x="2048" y="1639"/>
                </a:lnTo>
                <a:cubicBezTo>
                  <a:pt x="2300" y="1387"/>
                  <a:pt x="2300" y="946"/>
                  <a:pt x="2048" y="662"/>
                </a:cubicBezTo>
                <a:lnTo>
                  <a:pt x="1576" y="190"/>
                </a:lnTo>
                <a:cubicBezTo>
                  <a:pt x="1434" y="64"/>
                  <a:pt x="1253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4" name="Google Shape;7694;p36"/>
          <p:cNvSpPr/>
          <p:nvPr/>
        </p:nvSpPr>
        <p:spPr>
          <a:xfrm>
            <a:off x="1004772" y="3825714"/>
            <a:ext cx="62778" cy="60950"/>
          </a:xfrm>
          <a:custGeom>
            <a:rect b="b" l="l" r="r" t="t"/>
            <a:pathLst>
              <a:path extrusionOk="0" h="1801" w="1855">
                <a:moveTo>
                  <a:pt x="594" y="1"/>
                </a:moveTo>
                <a:lnTo>
                  <a:pt x="59" y="1387"/>
                </a:lnTo>
                <a:cubicBezTo>
                  <a:pt x="0" y="1621"/>
                  <a:pt x="186" y="1800"/>
                  <a:pt x="414" y="1800"/>
                </a:cubicBezTo>
                <a:cubicBezTo>
                  <a:pt x="432" y="1800"/>
                  <a:pt x="450" y="1799"/>
                  <a:pt x="468" y="1797"/>
                </a:cubicBezTo>
                <a:lnTo>
                  <a:pt x="1855" y="1261"/>
                </a:lnTo>
                <a:lnTo>
                  <a:pt x="5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5" name="Google Shape;7695;p36"/>
          <p:cNvSpPr/>
          <p:nvPr/>
        </p:nvSpPr>
        <p:spPr>
          <a:xfrm>
            <a:off x="1037667" y="3723374"/>
            <a:ext cx="132256" cy="132256"/>
          </a:xfrm>
          <a:custGeom>
            <a:rect b="b" l="l" r="r" t="t"/>
            <a:pathLst>
              <a:path extrusionOk="0" h="3908" w="3908">
                <a:moveTo>
                  <a:pt x="2426" y="1"/>
                </a:moveTo>
                <a:lnTo>
                  <a:pt x="1" y="2458"/>
                </a:lnTo>
                <a:lnTo>
                  <a:pt x="1450" y="3907"/>
                </a:lnTo>
                <a:lnTo>
                  <a:pt x="3907" y="1481"/>
                </a:lnTo>
                <a:lnTo>
                  <a:pt x="242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6" name="Google Shape;7696;p36"/>
          <p:cNvSpPr/>
          <p:nvPr/>
        </p:nvSpPr>
        <p:spPr>
          <a:xfrm>
            <a:off x="1048328" y="3592234"/>
            <a:ext cx="63996" cy="63996"/>
          </a:xfrm>
          <a:custGeom>
            <a:rect b="b" l="l" r="r" t="t"/>
            <a:pathLst>
              <a:path extrusionOk="0" h="1891" w="1891">
                <a:moveTo>
                  <a:pt x="1" y="0"/>
                </a:moveTo>
                <a:lnTo>
                  <a:pt x="1" y="1891"/>
                </a:lnTo>
                <a:lnTo>
                  <a:pt x="1891" y="1891"/>
                </a:lnTo>
                <a:lnTo>
                  <a:pt x="1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7" name="Google Shape;7697;p36"/>
          <p:cNvSpPr/>
          <p:nvPr/>
        </p:nvSpPr>
        <p:spPr>
          <a:xfrm>
            <a:off x="812682" y="3938748"/>
            <a:ext cx="225018" cy="45890"/>
          </a:xfrm>
          <a:custGeom>
            <a:rect b="b" l="l" r="r" t="t"/>
            <a:pathLst>
              <a:path extrusionOk="0" h="1356" w="6648">
                <a:moveTo>
                  <a:pt x="348" y="0"/>
                </a:moveTo>
                <a:cubicBezTo>
                  <a:pt x="158" y="0"/>
                  <a:pt x="1" y="190"/>
                  <a:pt x="1" y="347"/>
                </a:cubicBezTo>
                <a:lnTo>
                  <a:pt x="1" y="694"/>
                </a:lnTo>
                <a:cubicBezTo>
                  <a:pt x="1" y="1040"/>
                  <a:pt x="316" y="1355"/>
                  <a:pt x="694" y="1355"/>
                </a:cubicBezTo>
                <a:lnTo>
                  <a:pt x="6649" y="1355"/>
                </a:lnTo>
                <a:cubicBezTo>
                  <a:pt x="6428" y="1103"/>
                  <a:pt x="6302" y="725"/>
                  <a:pt x="6302" y="347"/>
                </a:cubicBezTo>
                <a:lnTo>
                  <a:pt x="63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8" name="Google Shape;7698;p36"/>
          <p:cNvSpPr/>
          <p:nvPr/>
        </p:nvSpPr>
        <p:spPr>
          <a:xfrm>
            <a:off x="812158" y="4070683"/>
            <a:ext cx="403064" cy="401981"/>
          </a:xfrm>
          <a:custGeom>
            <a:rect b="b" l="l" r="r" t="t"/>
            <a:pathLst>
              <a:path extrusionOk="0" h="11878" w="11910">
                <a:moveTo>
                  <a:pt x="6333" y="1418"/>
                </a:moveTo>
                <a:cubicBezTo>
                  <a:pt x="8539" y="1575"/>
                  <a:pt x="10303" y="3340"/>
                  <a:pt x="10461" y="5545"/>
                </a:cubicBezTo>
                <a:lnTo>
                  <a:pt x="10146" y="5545"/>
                </a:lnTo>
                <a:cubicBezTo>
                  <a:pt x="9957" y="5545"/>
                  <a:pt x="9799" y="5702"/>
                  <a:pt x="9799" y="5892"/>
                </a:cubicBezTo>
                <a:cubicBezTo>
                  <a:pt x="9799" y="6081"/>
                  <a:pt x="9957" y="6238"/>
                  <a:pt x="10146" y="6238"/>
                </a:cubicBezTo>
                <a:lnTo>
                  <a:pt x="10461" y="6238"/>
                </a:lnTo>
                <a:cubicBezTo>
                  <a:pt x="10303" y="8443"/>
                  <a:pt x="8539" y="10239"/>
                  <a:pt x="6333" y="10397"/>
                </a:cubicBezTo>
                <a:lnTo>
                  <a:pt x="6333" y="10082"/>
                </a:lnTo>
                <a:cubicBezTo>
                  <a:pt x="6333" y="9861"/>
                  <a:pt x="6176" y="9704"/>
                  <a:pt x="5955" y="9704"/>
                </a:cubicBezTo>
                <a:cubicBezTo>
                  <a:pt x="5766" y="9704"/>
                  <a:pt x="5609" y="9861"/>
                  <a:pt x="5609" y="10082"/>
                </a:cubicBezTo>
                <a:lnTo>
                  <a:pt x="5609" y="10397"/>
                </a:lnTo>
                <a:cubicBezTo>
                  <a:pt x="3403" y="10239"/>
                  <a:pt x="1639" y="8443"/>
                  <a:pt x="1482" y="6238"/>
                </a:cubicBezTo>
                <a:lnTo>
                  <a:pt x="1797" y="6238"/>
                </a:lnTo>
                <a:cubicBezTo>
                  <a:pt x="1986" y="6238"/>
                  <a:pt x="2143" y="6081"/>
                  <a:pt x="2143" y="5892"/>
                </a:cubicBezTo>
                <a:cubicBezTo>
                  <a:pt x="2143" y="5702"/>
                  <a:pt x="1986" y="5545"/>
                  <a:pt x="1797" y="5545"/>
                </a:cubicBezTo>
                <a:lnTo>
                  <a:pt x="1482" y="5545"/>
                </a:lnTo>
                <a:cubicBezTo>
                  <a:pt x="1639" y="3340"/>
                  <a:pt x="3403" y="1575"/>
                  <a:pt x="5609" y="1418"/>
                </a:cubicBezTo>
                <a:lnTo>
                  <a:pt x="5609" y="1733"/>
                </a:lnTo>
                <a:cubicBezTo>
                  <a:pt x="5609" y="1922"/>
                  <a:pt x="5766" y="2079"/>
                  <a:pt x="5955" y="2079"/>
                </a:cubicBezTo>
                <a:cubicBezTo>
                  <a:pt x="6176" y="2079"/>
                  <a:pt x="6333" y="1922"/>
                  <a:pt x="6333" y="1733"/>
                </a:cubicBezTo>
                <a:lnTo>
                  <a:pt x="6333" y="1418"/>
                </a:lnTo>
                <a:close/>
                <a:moveTo>
                  <a:pt x="5955" y="0"/>
                </a:moveTo>
                <a:cubicBezTo>
                  <a:pt x="5766" y="0"/>
                  <a:pt x="5609" y="126"/>
                  <a:pt x="5609" y="347"/>
                </a:cubicBezTo>
                <a:lnTo>
                  <a:pt x="5609" y="725"/>
                </a:lnTo>
                <a:cubicBezTo>
                  <a:pt x="2994" y="882"/>
                  <a:pt x="946" y="2962"/>
                  <a:pt x="757" y="5576"/>
                </a:cubicBezTo>
                <a:lnTo>
                  <a:pt x="379" y="5576"/>
                </a:lnTo>
                <a:cubicBezTo>
                  <a:pt x="158" y="5576"/>
                  <a:pt x="1" y="5734"/>
                  <a:pt x="1" y="5923"/>
                </a:cubicBezTo>
                <a:cubicBezTo>
                  <a:pt x="1" y="6112"/>
                  <a:pt x="158" y="6270"/>
                  <a:pt x="379" y="6270"/>
                </a:cubicBezTo>
                <a:lnTo>
                  <a:pt x="757" y="6270"/>
                </a:lnTo>
                <a:cubicBezTo>
                  <a:pt x="915" y="8884"/>
                  <a:pt x="2994" y="10932"/>
                  <a:pt x="5609" y="11121"/>
                </a:cubicBezTo>
                <a:lnTo>
                  <a:pt x="5609" y="11531"/>
                </a:lnTo>
                <a:cubicBezTo>
                  <a:pt x="5609" y="11720"/>
                  <a:pt x="5766" y="11877"/>
                  <a:pt x="5955" y="11877"/>
                </a:cubicBezTo>
                <a:cubicBezTo>
                  <a:pt x="6176" y="11877"/>
                  <a:pt x="6333" y="11720"/>
                  <a:pt x="6333" y="11531"/>
                </a:cubicBezTo>
                <a:lnTo>
                  <a:pt x="6333" y="11121"/>
                </a:lnTo>
                <a:cubicBezTo>
                  <a:pt x="8917" y="10964"/>
                  <a:pt x="10965" y="8884"/>
                  <a:pt x="11154" y="6270"/>
                </a:cubicBezTo>
                <a:lnTo>
                  <a:pt x="11563" y="6270"/>
                </a:lnTo>
                <a:cubicBezTo>
                  <a:pt x="11752" y="6270"/>
                  <a:pt x="11910" y="6112"/>
                  <a:pt x="11910" y="5923"/>
                </a:cubicBezTo>
                <a:cubicBezTo>
                  <a:pt x="11910" y="5734"/>
                  <a:pt x="11752" y="5576"/>
                  <a:pt x="11563" y="5576"/>
                </a:cubicBezTo>
                <a:lnTo>
                  <a:pt x="11154" y="5576"/>
                </a:lnTo>
                <a:cubicBezTo>
                  <a:pt x="10996" y="2962"/>
                  <a:pt x="8917" y="914"/>
                  <a:pt x="6333" y="725"/>
                </a:cubicBezTo>
                <a:lnTo>
                  <a:pt x="6333" y="347"/>
                </a:lnTo>
                <a:cubicBezTo>
                  <a:pt x="6333" y="126"/>
                  <a:pt x="6176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699" name="Google Shape;7699;p36"/>
          <p:cNvSpPr/>
          <p:nvPr/>
        </p:nvSpPr>
        <p:spPr>
          <a:xfrm>
            <a:off x="965701" y="4306295"/>
            <a:ext cx="98143" cy="70392"/>
          </a:xfrm>
          <a:custGeom>
            <a:rect b="b" l="l" r="r" t="t"/>
            <a:pathLst>
              <a:path extrusionOk="0" h="2080" w="2900">
                <a:moveTo>
                  <a:pt x="1418" y="1"/>
                </a:moveTo>
                <a:cubicBezTo>
                  <a:pt x="851" y="1"/>
                  <a:pt x="316" y="347"/>
                  <a:pt x="127" y="914"/>
                </a:cubicBezTo>
                <a:cubicBezTo>
                  <a:pt x="1" y="1166"/>
                  <a:pt x="1" y="1450"/>
                  <a:pt x="95" y="1765"/>
                </a:cubicBezTo>
                <a:cubicBezTo>
                  <a:pt x="473" y="1954"/>
                  <a:pt x="946" y="2080"/>
                  <a:pt x="1418" y="2080"/>
                </a:cubicBezTo>
                <a:cubicBezTo>
                  <a:pt x="1891" y="2080"/>
                  <a:pt x="2332" y="1954"/>
                  <a:pt x="2773" y="1765"/>
                </a:cubicBezTo>
                <a:cubicBezTo>
                  <a:pt x="2899" y="1387"/>
                  <a:pt x="2805" y="946"/>
                  <a:pt x="2616" y="599"/>
                </a:cubicBezTo>
                <a:cubicBezTo>
                  <a:pt x="2332" y="221"/>
                  <a:pt x="1891" y="1"/>
                  <a:pt x="14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0" name="Google Shape;7700;p36"/>
          <p:cNvSpPr/>
          <p:nvPr/>
        </p:nvSpPr>
        <p:spPr>
          <a:xfrm>
            <a:off x="990238" y="4235936"/>
            <a:ext cx="48023" cy="48023"/>
          </a:xfrm>
          <a:custGeom>
            <a:rect b="b" l="l" r="r" t="t"/>
            <a:pathLst>
              <a:path extrusionOk="0" h="1419" w="1419">
                <a:moveTo>
                  <a:pt x="693" y="0"/>
                </a:moveTo>
                <a:cubicBezTo>
                  <a:pt x="315" y="0"/>
                  <a:pt x="0" y="315"/>
                  <a:pt x="0" y="693"/>
                </a:cubicBezTo>
                <a:cubicBezTo>
                  <a:pt x="0" y="1103"/>
                  <a:pt x="315" y="1418"/>
                  <a:pt x="693" y="1418"/>
                </a:cubicBezTo>
                <a:cubicBezTo>
                  <a:pt x="1103" y="1355"/>
                  <a:pt x="1418" y="1040"/>
                  <a:pt x="1418" y="693"/>
                </a:cubicBezTo>
                <a:cubicBezTo>
                  <a:pt x="1418" y="315"/>
                  <a:pt x="1103" y="0"/>
                  <a:pt x="69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1" name="Google Shape;7701;p36"/>
          <p:cNvSpPr/>
          <p:nvPr/>
        </p:nvSpPr>
        <p:spPr>
          <a:xfrm>
            <a:off x="909184" y="4164494"/>
            <a:ext cx="211143" cy="185558"/>
          </a:xfrm>
          <a:custGeom>
            <a:rect b="b" l="l" r="r" t="t"/>
            <a:pathLst>
              <a:path extrusionOk="0" h="5483" w="6239">
                <a:moveTo>
                  <a:pt x="3088" y="1"/>
                </a:moveTo>
                <a:cubicBezTo>
                  <a:pt x="1356" y="1"/>
                  <a:pt x="1" y="1387"/>
                  <a:pt x="1" y="3120"/>
                </a:cubicBezTo>
                <a:cubicBezTo>
                  <a:pt x="1" y="4033"/>
                  <a:pt x="379" y="4852"/>
                  <a:pt x="1041" y="5451"/>
                </a:cubicBezTo>
                <a:cubicBezTo>
                  <a:pt x="1041" y="5262"/>
                  <a:pt x="1104" y="5041"/>
                  <a:pt x="1167" y="4852"/>
                </a:cubicBezTo>
                <a:cubicBezTo>
                  <a:pt x="1324" y="4380"/>
                  <a:pt x="1671" y="4002"/>
                  <a:pt x="2112" y="3750"/>
                </a:cubicBezTo>
                <a:cubicBezTo>
                  <a:pt x="1891" y="3498"/>
                  <a:pt x="1734" y="3151"/>
                  <a:pt x="1734" y="2804"/>
                </a:cubicBezTo>
                <a:cubicBezTo>
                  <a:pt x="1734" y="2048"/>
                  <a:pt x="2364" y="1418"/>
                  <a:pt x="3088" y="1418"/>
                </a:cubicBezTo>
                <a:cubicBezTo>
                  <a:pt x="3845" y="1418"/>
                  <a:pt x="4475" y="2048"/>
                  <a:pt x="4475" y="2804"/>
                </a:cubicBezTo>
                <a:cubicBezTo>
                  <a:pt x="4475" y="3151"/>
                  <a:pt x="4317" y="3529"/>
                  <a:pt x="4097" y="3750"/>
                </a:cubicBezTo>
                <a:cubicBezTo>
                  <a:pt x="4349" y="3907"/>
                  <a:pt x="4632" y="4128"/>
                  <a:pt x="4790" y="4411"/>
                </a:cubicBezTo>
                <a:cubicBezTo>
                  <a:pt x="4979" y="4726"/>
                  <a:pt x="5105" y="5073"/>
                  <a:pt x="5136" y="5482"/>
                </a:cubicBezTo>
                <a:cubicBezTo>
                  <a:pt x="5766" y="4884"/>
                  <a:pt x="6207" y="4096"/>
                  <a:pt x="6207" y="3151"/>
                </a:cubicBezTo>
                <a:cubicBezTo>
                  <a:pt x="6239" y="1418"/>
                  <a:pt x="4821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2" name="Google Shape;7702;p36"/>
          <p:cNvSpPr/>
          <p:nvPr/>
        </p:nvSpPr>
        <p:spPr>
          <a:xfrm>
            <a:off x="3505727" y="3081244"/>
            <a:ext cx="92796" cy="93845"/>
          </a:xfrm>
          <a:custGeom>
            <a:rect b="b" l="l" r="r" t="t"/>
            <a:pathLst>
              <a:path extrusionOk="0" h="2773" w="2742">
                <a:moveTo>
                  <a:pt x="1355" y="1"/>
                </a:moveTo>
                <a:cubicBezTo>
                  <a:pt x="631" y="1"/>
                  <a:pt x="1" y="631"/>
                  <a:pt x="1" y="1387"/>
                </a:cubicBezTo>
                <a:cubicBezTo>
                  <a:pt x="1" y="2143"/>
                  <a:pt x="631" y="2773"/>
                  <a:pt x="1355" y="2773"/>
                </a:cubicBezTo>
                <a:cubicBezTo>
                  <a:pt x="2111" y="2773"/>
                  <a:pt x="2742" y="2174"/>
                  <a:pt x="2742" y="1387"/>
                </a:cubicBezTo>
                <a:cubicBezTo>
                  <a:pt x="2742" y="631"/>
                  <a:pt x="2111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3" name="Google Shape;7703;p36"/>
          <p:cNvSpPr/>
          <p:nvPr/>
        </p:nvSpPr>
        <p:spPr>
          <a:xfrm>
            <a:off x="3469482" y="3363796"/>
            <a:ext cx="23487" cy="46940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4" y="1386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4" name="Google Shape;7704;p36"/>
          <p:cNvSpPr/>
          <p:nvPr/>
        </p:nvSpPr>
        <p:spPr>
          <a:xfrm>
            <a:off x="3515338" y="3363796"/>
            <a:ext cx="24536" cy="46940"/>
          </a:xfrm>
          <a:custGeom>
            <a:rect b="b" l="l" r="r" t="t"/>
            <a:pathLst>
              <a:path extrusionOk="0" h="1387" w="725">
                <a:moveTo>
                  <a:pt x="0" y="0"/>
                </a:moveTo>
                <a:lnTo>
                  <a:pt x="0" y="1386"/>
                </a:lnTo>
                <a:lnTo>
                  <a:pt x="725" y="138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5" name="Google Shape;7705;p36"/>
          <p:cNvSpPr/>
          <p:nvPr/>
        </p:nvSpPr>
        <p:spPr>
          <a:xfrm>
            <a:off x="3422576" y="3363796"/>
            <a:ext cx="23487" cy="46940"/>
          </a:xfrm>
          <a:custGeom>
            <a:rect b="b" l="l" r="r" t="t"/>
            <a:pathLst>
              <a:path extrusionOk="0" h="1387" w="694">
                <a:moveTo>
                  <a:pt x="0" y="0"/>
                </a:moveTo>
                <a:lnTo>
                  <a:pt x="0" y="1386"/>
                </a:lnTo>
                <a:lnTo>
                  <a:pt x="693" y="1386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6" name="Google Shape;7706;p36"/>
          <p:cNvSpPr/>
          <p:nvPr/>
        </p:nvSpPr>
        <p:spPr>
          <a:xfrm>
            <a:off x="3562244" y="3363796"/>
            <a:ext cx="46940" cy="46940"/>
          </a:xfrm>
          <a:custGeom>
            <a:rect b="b" l="l" r="r" t="t"/>
            <a:pathLst>
              <a:path extrusionOk="0" h="1387" w="1387">
                <a:moveTo>
                  <a:pt x="0" y="0"/>
                </a:moveTo>
                <a:lnTo>
                  <a:pt x="0" y="1386"/>
                </a:lnTo>
                <a:lnTo>
                  <a:pt x="1387" y="1386"/>
                </a:ln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7" name="Google Shape;7707;p36"/>
          <p:cNvSpPr/>
          <p:nvPr/>
        </p:nvSpPr>
        <p:spPr>
          <a:xfrm>
            <a:off x="3351136" y="3294487"/>
            <a:ext cx="330540" cy="186608"/>
          </a:xfrm>
          <a:custGeom>
            <a:rect b="b" l="l" r="r" t="t"/>
            <a:pathLst>
              <a:path extrusionOk="0" h="5514" w="9767">
                <a:moveTo>
                  <a:pt x="7971" y="1387"/>
                </a:moveTo>
                <a:cubicBezTo>
                  <a:pt x="8192" y="1387"/>
                  <a:pt x="8349" y="1544"/>
                  <a:pt x="8349" y="1733"/>
                </a:cubicBezTo>
                <a:lnTo>
                  <a:pt x="8349" y="3813"/>
                </a:lnTo>
                <a:cubicBezTo>
                  <a:pt x="8349" y="4033"/>
                  <a:pt x="8192" y="4191"/>
                  <a:pt x="7971" y="4191"/>
                </a:cubicBezTo>
                <a:lnTo>
                  <a:pt x="1765" y="4191"/>
                </a:lnTo>
                <a:cubicBezTo>
                  <a:pt x="1576" y="4191"/>
                  <a:pt x="1418" y="4033"/>
                  <a:pt x="1418" y="3813"/>
                </a:cubicBezTo>
                <a:lnTo>
                  <a:pt x="1418" y="1733"/>
                </a:lnTo>
                <a:cubicBezTo>
                  <a:pt x="1418" y="1544"/>
                  <a:pt x="1576" y="1387"/>
                  <a:pt x="1765" y="1387"/>
                </a:cubicBezTo>
                <a:close/>
                <a:moveTo>
                  <a:pt x="1040" y="0"/>
                </a:moveTo>
                <a:cubicBezTo>
                  <a:pt x="473" y="0"/>
                  <a:pt x="32" y="473"/>
                  <a:pt x="32" y="1040"/>
                </a:cubicBezTo>
                <a:lnTo>
                  <a:pt x="32" y="4506"/>
                </a:lnTo>
                <a:cubicBezTo>
                  <a:pt x="0" y="5073"/>
                  <a:pt x="473" y="5514"/>
                  <a:pt x="1040" y="5514"/>
                </a:cubicBezTo>
                <a:lnTo>
                  <a:pt x="8727" y="5514"/>
                </a:lnTo>
                <a:cubicBezTo>
                  <a:pt x="9326" y="5514"/>
                  <a:pt x="9767" y="5041"/>
                  <a:pt x="9767" y="4506"/>
                </a:cubicBezTo>
                <a:lnTo>
                  <a:pt x="9767" y="1040"/>
                </a:lnTo>
                <a:cubicBezTo>
                  <a:pt x="9767" y="442"/>
                  <a:pt x="9294" y="0"/>
                  <a:pt x="87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8" name="Google Shape;7708;p36"/>
          <p:cNvSpPr/>
          <p:nvPr/>
        </p:nvSpPr>
        <p:spPr>
          <a:xfrm>
            <a:off x="3705127" y="3341392"/>
            <a:ext cx="46940" cy="92796"/>
          </a:xfrm>
          <a:custGeom>
            <a:rect b="b" l="l" r="r" t="t"/>
            <a:pathLst>
              <a:path extrusionOk="0" h="2742" w="1387">
                <a:moveTo>
                  <a:pt x="0" y="1"/>
                </a:moveTo>
                <a:lnTo>
                  <a:pt x="0" y="2742"/>
                </a:lnTo>
                <a:lnTo>
                  <a:pt x="1040" y="2742"/>
                </a:lnTo>
                <a:cubicBezTo>
                  <a:pt x="1229" y="2742"/>
                  <a:pt x="1386" y="2584"/>
                  <a:pt x="1386" y="2395"/>
                </a:cubicBezTo>
                <a:lnTo>
                  <a:pt x="1386" y="347"/>
                </a:ln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09" name="Google Shape;7709;p36"/>
          <p:cNvSpPr/>
          <p:nvPr/>
        </p:nvSpPr>
        <p:spPr>
          <a:xfrm>
            <a:off x="3469482" y="3171875"/>
            <a:ext cx="165287" cy="99192"/>
          </a:xfrm>
          <a:custGeom>
            <a:rect b="b" l="l" r="r" t="t"/>
            <a:pathLst>
              <a:path extrusionOk="0" h="2931" w="4884">
                <a:moveTo>
                  <a:pt x="820" y="0"/>
                </a:moveTo>
                <a:cubicBezTo>
                  <a:pt x="316" y="473"/>
                  <a:pt x="0" y="1103"/>
                  <a:pt x="0" y="1828"/>
                </a:cubicBezTo>
                <a:lnTo>
                  <a:pt x="0" y="2552"/>
                </a:lnTo>
                <a:cubicBezTo>
                  <a:pt x="0" y="2773"/>
                  <a:pt x="158" y="2930"/>
                  <a:pt x="347" y="2930"/>
                </a:cubicBezTo>
                <a:lnTo>
                  <a:pt x="4506" y="2930"/>
                </a:lnTo>
                <a:cubicBezTo>
                  <a:pt x="4726" y="2930"/>
                  <a:pt x="4884" y="2773"/>
                  <a:pt x="4884" y="2552"/>
                </a:cubicBezTo>
                <a:lnTo>
                  <a:pt x="4884" y="1828"/>
                </a:lnTo>
                <a:cubicBezTo>
                  <a:pt x="4884" y="1103"/>
                  <a:pt x="4569" y="441"/>
                  <a:pt x="4033" y="0"/>
                </a:cubicBezTo>
                <a:cubicBezTo>
                  <a:pt x="3655" y="473"/>
                  <a:pt x="3088" y="788"/>
                  <a:pt x="2426" y="788"/>
                </a:cubicBezTo>
                <a:cubicBezTo>
                  <a:pt x="1765" y="788"/>
                  <a:pt x="1198" y="473"/>
                  <a:pt x="8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0" name="Google Shape;7710;p36"/>
          <p:cNvSpPr/>
          <p:nvPr/>
        </p:nvSpPr>
        <p:spPr>
          <a:xfrm>
            <a:off x="3527589" y="3701494"/>
            <a:ext cx="48023" cy="48023"/>
          </a:xfrm>
          <a:custGeom>
            <a:rect b="b" l="l" r="r" t="t"/>
            <a:pathLst>
              <a:path extrusionOk="0" h="1419" w="1419">
                <a:moveTo>
                  <a:pt x="694" y="1"/>
                </a:moveTo>
                <a:cubicBezTo>
                  <a:pt x="316" y="1"/>
                  <a:pt x="1" y="316"/>
                  <a:pt x="1" y="725"/>
                </a:cubicBezTo>
                <a:cubicBezTo>
                  <a:pt x="1" y="1103"/>
                  <a:pt x="316" y="1418"/>
                  <a:pt x="694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6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1" name="Google Shape;7711;p36"/>
          <p:cNvSpPr/>
          <p:nvPr/>
        </p:nvSpPr>
        <p:spPr>
          <a:xfrm>
            <a:off x="3507352" y="3772936"/>
            <a:ext cx="90664" cy="45890"/>
          </a:xfrm>
          <a:custGeom>
            <a:rect b="b" l="l" r="r" t="t"/>
            <a:pathLst>
              <a:path extrusionOk="0" h="1356" w="2679">
                <a:moveTo>
                  <a:pt x="1323" y="1"/>
                </a:moveTo>
                <a:cubicBezTo>
                  <a:pt x="693" y="1"/>
                  <a:pt x="189" y="379"/>
                  <a:pt x="0" y="977"/>
                </a:cubicBezTo>
                <a:cubicBezTo>
                  <a:pt x="378" y="1198"/>
                  <a:pt x="819" y="1355"/>
                  <a:pt x="1323" y="1355"/>
                </a:cubicBezTo>
                <a:cubicBezTo>
                  <a:pt x="1796" y="1355"/>
                  <a:pt x="2269" y="1198"/>
                  <a:pt x="2678" y="977"/>
                </a:cubicBezTo>
                <a:cubicBezTo>
                  <a:pt x="2489" y="410"/>
                  <a:pt x="1922" y="1"/>
                  <a:pt x="13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2" name="Google Shape;7712;p36"/>
          <p:cNvSpPr/>
          <p:nvPr/>
        </p:nvSpPr>
        <p:spPr>
          <a:xfrm>
            <a:off x="3468940" y="3655671"/>
            <a:ext cx="165321" cy="133306"/>
          </a:xfrm>
          <a:custGeom>
            <a:rect b="b" l="l" r="r" t="t"/>
            <a:pathLst>
              <a:path extrusionOk="0" h="3939" w="4885">
                <a:moveTo>
                  <a:pt x="2458" y="0"/>
                </a:moveTo>
                <a:cubicBezTo>
                  <a:pt x="1198" y="0"/>
                  <a:pt x="222" y="977"/>
                  <a:pt x="64" y="2079"/>
                </a:cubicBezTo>
                <a:cubicBezTo>
                  <a:pt x="1" y="2741"/>
                  <a:pt x="159" y="3371"/>
                  <a:pt x="600" y="3938"/>
                </a:cubicBezTo>
                <a:cubicBezTo>
                  <a:pt x="820" y="3529"/>
                  <a:pt x="1135" y="3214"/>
                  <a:pt x="1482" y="3025"/>
                </a:cubicBezTo>
                <a:cubicBezTo>
                  <a:pt x="1230" y="2772"/>
                  <a:pt x="1072" y="2426"/>
                  <a:pt x="1072" y="2079"/>
                </a:cubicBezTo>
                <a:cubicBezTo>
                  <a:pt x="1072" y="1323"/>
                  <a:pt x="1734" y="693"/>
                  <a:pt x="2458" y="693"/>
                </a:cubicBezTo>
                <a:cubicBezTo>
                  <a:pt x="3214" y="693"/>
                  <a:pt x="3845" y="1323"/>
                  <a:pt x="3845" y="2079"/>
                </a:cubicBezTo>
                <a:cubicBezTo>
                  <a:pt x="3845" y="2426"/>
                  <a:pt x="3687" y="2772"/>
                  <a:pt x="3435" y="3025"/>
                </a:cubicBezTo>
                <a:cubicBezTo>
                  <a:pt x="3845" y="3214"/>
                  <a:pt x="4128" y="3529"/>
                  <a:pt x="4317" y="3938"/>
                </a:cubicBezTo>
                <a:cubicBezTo>
                  <a:pt x="4695" y="3466"/>
                  <a:pt x="4853" y="2930"/>
                  <a:pt x="4853" y="2394"/>
                </a:cubicBezTo>
                <a:cubicBezTo>
                  <a:pt x="4884" y="1103"/>
                  <a:pt x="3813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3" name="Google Shape;7713;p36"/>
          <p:cNvSpPr/>
          <p:nvPr/>
        </p:nvSpPr>
        <p:spPr>
          <a:xfrm>
            <a:off x="3395400" y="3586158"/>
            <a:ext cx="310302" cy="349931"/>
          </a:xfrm>
          <a:custGeom>
            <a:rect b="b" l="l" r="r" t="t"/>
            <a:pathLst>
              <a:path extrusionOk="0" h="10340" w="9169">
                <a:moveTo>
                  <a:pt x="4679" y="1327"/>
                </a:moveTo>
                <a:cubicBezTo>
                  <a:pt x="6369" y="1327"/>
                  <a:pt x="7750" y="2741"/>
                  <a:pt x="7750" y="4448"/>
                </a:cubicBezTo>
                <a:cubicBezTo>
                  <a:pt x="7750" y="6244"/>
                  <a:pt x="6301" y="7599"/>
                  <a:pt x="4631" y="7599"/>
                </a:cubicBezTo>
                <a:cubicBezTo>
                  <a:pt x="2836" y="7599"/>
                  <a:pt x="1292" y="5961"/>
                  <a:pt x="1575" y="4039"/>
                </a:cubicBezTo>
                <a:cubicBezTo>
                  <a:pt x="1764" y="2716"/>
                  <a:pt x="2867" y="1550"/>
                  <a:pt x="4222" y="1361"/>
                </a:cubicBezTo>
                <a:cubicBezTo>
                  <a:pt x="4376" y="1338"/>
                  <a:pt x="4529" y="1327"/>
                  <a:pt x="4679" y="1327"/>
                </a:cubicBezTo>
                <a:close/>
                <a:moveTo>
                  <a:pt x="4597" y="0"/>
                </a:moveTo>
                <a:cubicBezTo>
                  <a:pt x="4401" y="0"/>
                  <a:pt x="4202" y="13"/>
                  <a:pt x="4001" y="38"/>
                </a:cubicBezTo>
                <a:cubicBezTo>
                  <a:pt x="1985" y="290"/>
                  <a:pt x="378" y="1928"/>
                  <a:pt x="158" y="3913"/>
                </a:cubicBezTo>
                <a:cubicBezTo>
                  <a:pt x="0" y="5110"/>
                  <a:pt x="315" y="6244"/>
                  <a:pt x="1008" y="7189"/>
                </a:cubicBezTo>
                <a:cubicBezTo>
                  <a:pt x="1197" y="7473"/>
                  <a:pt x="1449" y="7756"/>
                  <a:pt x="1670" y="7945"/>
                </a:cubicBezTo>
                <a:lnTo>
                  <a:pt x="4411" y="10277"/>
                </a:lnTo>
                <a:cubicBezTo>
                  <a:pt x="4474" y="10308"/>
                  <a:pt x="4568" y="10340"/>
                  <a:pt x="4631" y="10340"/>
                </a:cubicBezTo>
                <a:cubicBezTo>
                  <a:pt x="4726" y="10340"/>
                  <a:pt x="4789" y="10308"/>
                  <a:pt x="4883" y="10277"/>
                </a:cubicBezTo>
                <a:lnTo>
                  <a:pt x="7593" y="7945"/>
                </a:lnTo>
                <a:cubicBezTo>
                  <a:pt x="7845" y="7756"/>
                  <a:pt x="8065" y="7473"/>
                  <a:pt x="8254" y="7189"/>
                </a:cubicBezTo>
                <a:cubicBezTo>
                  <a:pt x="8853" y="6402"/>
                  <a:pt x="9168" y="5457"/>
                  <a:pt x="9168" y="4480"/>
                </a:cubicBezTo>
                <a:cubicBezTo>
                  <a:pt x="9139" y="1996"/>
                  <a:pt x="7104" y="0"/>
                  <a:pt x="459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4" name="Google Shape;7714;p36"/>
          <p:cNvSpPr/>
          <p:nvPr/>
        </p:nvSpPr>
        <p:spPr>
          <a:xfrm>
            <a:off x="3375129" y="3868912"/>
            <a:ext cx="352943" cy="116452"/>
          </a:xfrm>
          <a:custGeom>
            <a:rect b="b" l="l" r="r" t="t"/>
            <a:pathLst>
              <a:path extrusionOk="0" h="3441" w="10429">
                <a:moveTo>
                  <a:pt x="1702" y="0"/>
                </a:moveTo>
                <a:cubicBezTo>
                  <a:pt x="1576" y="0"/>
                  <a:pt x="1513" y="63"/>
                  <a:pt x="1418" y="189"/>
                </a:cubicBezTo>
                <a:lnTo>
                  <a:pt x="32" y="2930"/>
                </a:lnTo>
                <a:cubicBezTo>
                  <a:pt x="1" y="3056"/>
                  <a:pt x="1" y="3213"/>
                  <a:pt x="32" y="3308"/>
                </a:cubicBezTo>
                <a:cubicBezTo>
                  <a:pt x="95" y="3371"/>
                  <a:pt x="190" y="3434"/>
                  <a:pt x="316" y="3434"/>
                </a:cubicBezTo>
                <a:lnTo>
                  <a:pt x="10019" y="3434"/>
                </a:lnTo>
                <a:cubicBezTo>
                  <a:pt x="10045" y="3438"/>
                  <a:pt x="10070" y="3440"/>
                  <a:pt x="10093" y="3440"/>
                </a:cubicBezTo>
                <a:cubicBezTo>
                  <a:pt x="10241" y="3440"/>
                  <a:pt x="10338" y="3362"/>
                  <a:pt x="10366" y="3308"/>
                </a:cubicBezTo>
                <a:cubicBezTo>
                  <a:pt x="10429" y="3182"/>
                  <a:pt x="10429" y="3056"/>
                  <a:pt x="10366" y="2930"/>
                </a:cubicBezTo>
                <a:lnTo>
                  <a:pt x="8979" y="189"/>
                </a:lnTo>
                <a:cubicBezTo>
                  <a:pt x="8948" y="63"/>
                  <a:pt x="8822" y="32"/>
                  <a:pt x="8696" y="0"/>
                </a:cubicBezTo>
                <a:lnTo>
                  <a:pt x="8601" y="95"/>
                </a:lnTo>
                <a:lnTo>
                  <a:pt x="5860" y="2426"/>
                </a:lnTo>
                <a:cubicBezTo>
                  <a:pt x="5671" y="2583"/>
                  <a:pt x="5451" y="2678"/>
                  <a:pt x="5199" y="2678"/>
                </a:cubicBezTo>
                <a:cubicBezTo>
                  <a:pt x="4978" y="2678"/>
                  <a:pt x="4726" y="2583"/>
                  <a:pt x="4537" y="2426"/>
                </a:cubicBezTo>
                <a:lnTo>
                  <a:pt x="1828" y="95"/>
                </a:lnTo>
                <a:lnTo>
                  <a:pt x="170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5" name="Google Shape;7715;p36"/>
          <p:cNvSpPr/>
          <p:nvPr/>
        </p:nvSpPr>
        <p:spPr>
          <a:xfrm>
            <a:off x="3471632" y="4141601"/>
            <a:ext cx="165287" cy="94928"/>
          </a:xfrm>
          <a:custGeom>
            <a:rect b="b" l="l" r="r" t="t"/>
            <a:pathLst>
              <a:path extrusionOk="0" h="2805" w="4884">
                <a:moveTo>
                  <a:pt x="1324" y="0"/>
                </a:moveTo>
                <a:cubicBezTo>
                  <a:pt x="631" y="0"/>
                  <a:pt x="127" y="725"/>
                  <a:pt x="347" y="1386"/>
                </a:cubicBezTo>
                <a:lnTo>
                  <a:pt x="599" y="2080"/>
                </a:lnTo>
                <a:lnTo>
                  <a:pt x="379" y="2080"/>
                </a:lnTo>
                <a:cubicBezTo>
                  <a:pt x="158" y="2080"/>
                  <a:pt x="0" y="2237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4506" y="2804"/>
                </a:lnTo>
                <a:cubicBezTo>
                  <a:pt x="4726" y="2804"/>
                  <a:pt x="4884" y="2647"/>
                  <a:pt x="4884" y="2458"/>
                </a:cubicBezTo>
                <a:cubicBezTo>
                  <a:pt x="4884" y="2237"/>
                  <a:pt x="4726" y="2080"/>
                  <a:pt x="4506" y="2080"/>
                </a:cubicBezTo>
                <a:lnTo>
                  <a:pt x="4317" y="2080"/>
                </a:lnTo>
                <a:lnTo>
                  <a:pt x="4569" y="1386"/>
                </a:lnTo>
                <a:cubicBezTo>
                  <a:pt x="4789" y="725"/>
                  <a:pt x="4285" y="0"/>
                  <a:pt x="35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6" name="Google Shape;7716;p36"/>
          <p:cNvSpPr/>
          <p:nvPr/>
        </p:nvSpPr>
        <p:spPr>
          <a:xfrm>
            <a:off x="3421511" y="4376162"/>
            <a:ext cx="260181" cy="95977"/>
          </a:xfrm>
          <a:custGeom>
            <a:rect b="b" l="l" r="r" t="t"/>
            <a:pathLst>
              <a:path extrusionOk="0" h="2836" w="7688">
                <a:moveTo>
                  <a:pt x="1418" y="0"/>
                </a:moveTo>
                <a:cubicBezTo>
                  <a:pt x="1040" y="0"/>
                  <a:pt x="725" y="315"/>
                  <a:pt x="725" y="725"/>
                </a:cubicBezTo>
                <a:lnTo>
                  <a:pt x="725" y="1418"/>
                </a:lnTo>
                <a:cubicBezTo>
                  <a:pt x="316" y="1418"/>
                  <a:pt x="1" y="1733"/>
                  <a:pt x="1" y="2143"/>
                </a:cubicBezTo>
                <a:lnTo>
                  <a:pt x="1" y="2489"/>
                </a:lnTo>
                <a:cubicBezTo>
                  <a:pt x="1" y="2678"/>
                  <a:pt x="158" y="2836"/>
                  <a:pt x="379" y="2836"/>
                </a:cubicBezTo>
                <a:lnTo>
                  <a:pt x="7310" y="2836"/>
                </a:lnTo>
                <a:cubicBezTo>
                  <a:pt x="7530" y="2804"/>
                  <a:pt x="7688" y="2678"/>
                  <a:pt x="7688" y="2489"/>
                </a:cubicBezTo>
                <a:lnTo>
                  <a:pt x="7688" y="2143"/>
                </a:lnTo>
                <a:cubicBezTo>
                  <a:pt x="7688" y="1733"/>
                  <a:pt x="7373" y="1418"/>
                  <a:pt x="6995" y="1418"/>
                </a:cubicBezTo>
                <a:lnTo>
                  <a:pt x="6995" y="725"/>
                </a:lnTo>
                <a:cubicBezTo>
                  <a:pt x="6995" y="315"/>
                  <a:pt x="6680" y="0"/>
                  <a:pt x="62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7" name="Google Shape;7717;p36"/>
          <p:cNvSpPr/>
          <p:nvPr/>
        </p:nvSpPr>
        <p:spPr>
          <a:xfrm>
            <a:off x="3507877" y="4071208"/>
            <a:ext cx="92796" cy="48023"/>
          </a:xfrm>
          <a:custGeom>
            <a:rect b="b" l="l" r="r" t="t"/>
            <a:pathLst>
              <a:path extrusionOk="0" h="1419" w="2742">
                <a:moveTo>
                  <a:pt x="1355" y="1"/>
                </a:moveTo>
                <a:cubicBezTo>
                  <a:pt x="1166" y="1"/>
                  <a:pt x="1009" y="158"/>
                  <a:pt x="1009" y="348"/>
                </a:cubicBezTo>
                <a:lnTo>
                  <a:pt x="1009" y="726"/>
                </a:lnTo>
                <a:cubicBezTo>
                  <a:pt x="568" y="820"/>
                  <a:pt x="221" y="1072"/>
                  <a:pt x="1" y="1419"/>
                </a:cubicBezTo>
                <a:lnTo>
                  <a:pt x="2742" y="1419"/>
                </a:lnTo>
                <a:cubicBezTo>
                  <a:pt x="2521" y="1104"/>
                  <a:pt x="2111" y="852"/>
                  <a:pt x="1733" y="726"/>
                </a:cubicBezTo>
                <a:lnTo>
                  <a:pt x="1733" y="348"/>
                </a:lnTo>
                <a:cubicBezTo>
                  <a:pt x="1670" y="158"/>
                  <a:pt x="1513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8" name="Google Shape;7718;p36"/>
          <p:cNvSpPr/>
          <p:nvPr/>
        </p:nvSpPr>
        <p:spPr>
          <a:xfrm>
            <a:off x="3472715" y="4258865"/>
            <a:ext cx="161023" cy="94928"/>
          </a:xfrm>
          <a:custGeom>
            <a:rect b="b" l="l" r="r" t="t"/>
            <a:pathLst>
              <a:path extrusionOk="0" h="2805" w="4758">
                <a:moveTo>
                  <a:pt x="473" y="1"/>
                </a:moveTo>
                <a:lnTo>
                  <a:pt x="0" y="2805"/>
                </a:lnTo>
                <a:lnTo>
                  <a:pt x="4757" y="2805"/>
                </a:lnTo>
                <a:lnTo>
                  <a:pt x="428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19" name="Google Shape;7719;p36"/>
          <p:cNvSpPr/>
          <p:nvPr/>
        </p:nvSpPr>
        <p:spPr>
          <a:xfrm>
            <a:off x="5983544" y="3292879"/>
            <a:ext cx="48023" cy="48023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64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0" name="Google Shape;7720;p36"/>
          <p:cNvSpPr/>
          <p:nvPr/>
        </p:nvSpPr>
        <p:spPr>
          <a:xfrm>
            <a:off x="5961141" y="3364321"/>
            <a:ext cx="93879" cy="46940"/>
          </a:xfrm>
          <a:custGeom>
            <a:rect b="b" l="l" r="r" t="t"/>
            <a:pathLst>
              <a:path extrusionOk="0" h="1387" w="2774">
                <a:moveTo>
                  <a:pt x="1387" y="0"/>
                </a:moveTo>
                <a:cubicBezTo>
                  <a:pt x="631" y="0"/>
                  <a:pt x="1" y="630"/>
                  <a:pt x="1" y="1387"/>
                </a:cubicBezTo>
                <a:lnTo>
                  <a:pt x="2773" y="1387"/>
                </a:lnTo>
                <a:cubicBezTo>
                  <a:pt x="2773" y="630"/>
                  <a:pt x="2175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1" name="Google Shape;7721;p36"/>
          <p:cNvSpPr/>
          <p:nvPr/>
        </p:nvSpPr>
        <p:spPr>
          <a:xfrm>
            <a:off x="5891864" y="3223569"/>
            <a:ext cx="399849" cy="257000"/>
          </a:xfrm>
          <a:custGeom>
            <a:rect b="b" l="l" r="r" t="t"/>
            <a:pathLst>
              <a:path extrusionOk="0" h="7594" w="11815">
                <a:moveTo>
                  <a:pt x="10050" y="2080"/>
                </a:moveTo>
                <a:cubicBezTo>
                  <a:pt x="10239" y="2080"/>
                  <a:pt x="10397" y="2238"/>
                  <a:pt x="10397" y="2427"/>
                </a:cubicBezTo>
                <a:cubicBezTo>
                  <a:pt x="10397" y="2616"/>
                  <a:pt x="10239" y="2773"/>
                  <a:pt x="10050" y="2773"/>
                </a:cubicBezTo>
                <a:lnTo>
                  <a:pt x="6553" y="2773"/>
                </a:lnTo>
                <a:cubicBezTo>
                  <a:pt x="6333" y="2773"/>
                  <a:pt x="6175" y="2616"/>
                  <a:pt x="6175" y="2427"/>
                </a:cubicBezTo>
                <a:cubicBezTo>
                  <a:pt x="6175" y="2238"/>
                  <a:pt x="6333" y="2080"/>
                  <a:pt x="6553" y="2080"/>
                </a:cubicBezTo>
                <a:close/>
                <a:moveTo>
                  <a:pt x="10050" y="3466"/>
                </a:moveTo>
                <a:cubicBezTo>
                  <a:pt x="10239" y="3466"/>
                  <a:pt x="10397" y="3624"/>
                  <a:pt x="10397" y="3813"/>
                </a:cubicBezTo>
                <a:cubicBezTo>
                  <a:pt x="10397" y="4002"/>
                  <a:pt x="10239" y="4159"/>
                  <a:pt x="10050" y="4159"/>
                </a:cubicBezTo>
                <a:lnTo>
                  <a:pt x="6553" y="4159"/>
                </a:lnTo>
                <a:cubicBezTo>
                  <a:pt x="6333" y="4159"/>
                  <a:pt x="6175" y="4002"/>
                  <a:pt x="6175" y="3813"/>
                </a:cubicBezTo>
                <a:cubicBezTo>
                  <a:pt x="6175" y="3624"/>
                  <a:pt x="6333" y="3466"/>
                  <a:pt x="6553" y="3466"/>
                </a:cubicBezTo>
                <a:close/>
                <a:moveTo>
                  <a:pt x="10050" y="4821"/>
                </a:moveTo>
                <a:cubicBezTo>
                  <a:pt x="10239" y="4821"/>
                  <a:pt x="10397" y="4978"/>
                  <a:pt x="10397" y="5199"/>
                </a:cubicBezTo>
                <a:cubicBezTo>
                  <a:pt x="10397" y="5388"/>
                  <a:pt x="10239" y="5546"/>
                  <a:pt x="10050" y="5546"/>
                </a:cubicBezTo>
                <a:lnTo>
                  <a:pt x="6553" y="5546"/>
                </a:lnTo>
                <a:cubicBezTo>
                  <a:pt x="6333" y="5546"/>
                  <a:pt x="6175" y="5388"/>
                  <a:pt x="6175" y="5199"/>
                </a:cubicBezTo>
                <a:cubicBezTo>
                  <a:pt x="6175" y="4978"/>
                  <a:pt x="6333" y="4821"/>
                  <a:pt x="6553" y="4821"/>
                </a:cubicBezTo>
                <a:close/>
                <a:moveTo>
                  <a:pt x="3403" y="1418"/>
                </a:moveTo>
                <a:cubicBezTo>
                  <a:pt x="4127" y="1418"/>
                  <a:pt x="4757" y="2049"/>
                  <a:pt x="4757" y="2773"/>
                </a:cubicBezTo>
                <a:cubicBezTo>
                  <a:pt x="4757" y="3151"/>
                  <a:pt x="4600" y="3498"/>
                  <a:pt x="4379" y="3718"/>
                </a:cubicBezTo>
                <a:cubicBezTo>
                  <a:pt x="5009" y="4065"/>
                  <a:pt x="5451" y="4758"/>
                  <a:pt x="5451" y="5546"/>
                </a:cubicBezTo>
                <a:lnTo>
                  <a:pt x="5451" y="5892"/>
                </a:lnTo>
                <a:lnTo>
                  <a:pt x="5514" y="5892"/>
                </a:lnTo>
                <a:cubicBezTo>
                  <a:pt x="5514" y="6081"/>
                  <a:pt x="5356" y="6239"/>
                  <a:pt x="5167" y="6239"/>
                </a:cubicBezTo>
                <a:lnTo>
                  <a:pt x="1701" y="6239"/>
                </a:lnTo>
                <a:cubicBezTo>
                  <a:pt x="1512" y="6239"/>
                  <a:pt x="1355" y="6081"/>
                  <a:pt x="1355" y="5892"/>
                </a:cubicBezTo>
                <a:lnTo>
                  <a:pt x="1355" y="5546"/>
                </a:lnTo>
                <a:cubicBezTo>
                  <a:pt x="1355" y="4758"/>
                  <a:pt x="1764" y="4096"/>
                  <a:pt x="2395" y="3718"/>
                </a:cubicBezTo>
                <a:cubicBezTo>
                  <a:pt x="2174" y="3498"/>
                  <a:pt x="2016" y="3151"/>
                  <a:pt x="2016" y="2773"/>
                </a:cubicBezTo>
                <a:cubicBezTo>
                  <a:pt x="2016" y="2049"/>
                  <a:pt x="2647" y="1418"/>
                  <a:pt x="3403" y="1418"/>
                </a:cubicBezTo>
                <a:close/>
                <a:moveTo>
                  <a:pt x="1040" y="1"/>
                </a:moveTo>
                <a:cubicBezTo>
                  <a:pt x="441" y="1"/>
                  <a:pt x="0" y="473"/>
                  <a:pt x="0" y="1009"/>
                </a:cubicBezTo>
                <a:lnTo>
                  <a:pt x="0" y="6554"/>
                </a:lnTo>
                <a:cubicBezTo>
                  <a:pt x="0" y="7152"/>
                  <a:pt x="473" y="7593"/>
                  <a:pt x="1040" y="7593"/>
                </a:cubicBezTo>
                <a:lnTo>
                  <a:pt x="10806" y="7593"/>
                </a:lnTo>
                <a:cubicBezTo>
                  <a:pt x="11373" y="7593"/>
                  <a:pt x="11815" y="7121"/>
                  <a:pt x="11815" y="6554"/>
                </a:cubicBezTo>
                <a:lnTo>
                  <a:pt x="11815" y="1009"/>
                </a:lnTo>
                <a:cubicBezTo>
                  <a:pt x="11783" y="473"/>
                  <a:pt x="11310" y="1"/>
                  <a:pt x="10743" y="1"/>
                </a:cubicBezTo>
                <a:lnTo>
                  <a:pt x="7593" y="1"/>
                </a:lnTo>
                <a:lnTo>
                  <a:pt x="7593" y="347"/>
                </a:lnTo>
                <a:cubicBezTo>
                  <a:pt x="7593" y="946"/>
                  <a:pt x="7120" y="1355"/>
                  <a:pt x="6585" y="1355"/>
                </a:cubicBezTo>
                <a:lnTo>
                  <a:pt x="5198" y="1355"/>
                </a:lnTo>
                <a:cubicBezTo>
                  <a:pt x="4600" y="1355"/>
                  <a:pt x="4190" y="883"/>
                  <a:pt x="4190" y="347"/>
                </a:cubicBezTo>
                <a:lnTo>
                  <a:pt x="419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2" name="Google Shape;7722;p36"/>
          <p:cNvSpPr/>
          <p:nvPr/>
        </p:nvSpPr>
        <p:spPr>
          <a:xfrm>
            <a:off x="6008080" y="3152128"/>
            <a:ext cx="165287" cy="94928"/>
          </a:xfrm>
          <a:custGeom>
            <a:rect b="b" l="l" r="r" t="t"/>
            <a:pathLst>
              <a:path extrusionOk="0" h="2805" w="4884">
                <a:moveTo>
                  <a:pt x="693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4"/>
                  <a:pt x="315" y="1419"/>
                  <a:pt x="693" y="1419"/>
                </a:cubicBezTo>
                <a:lnTo>
                  <a:pt x="1418" y="1419"/>
                </a:lnTo>
                <a:lnTo>
                  <a:pt x="1418" y="2458"/>
                </a:lnTo>
                <a:cubicBezTo>
                  <a:pt x="1386" y="2647"/>
                  <a:pt x="1544" y="2805"/>
                  <a:pt x="1733" y="2805"/>
                </a:cubicBezTo>
                <a:lnTo>
                  <a:pt x="3119" y="2805"/>
                </a:lnTo>
                <a:cubicBezTo>
                  <a:pt x="3308" y="2805"/>
                  <a:pt x="3466" y="2647"/>
                  <a:pt x="3466" y="2458"/>
                </a:cubicBezTo>
                <a:lnTo>
                  <a:pt x="3466" y="1419"/>
                </a:lnTo>
                <a:lnTo>
                  <a:pt x="4159" y="1419"/>
                </a:lnTo>
                <a:cubicBezTo>
                  <a:pt x="4568" y="1419"/>
                  <a:pt x="4883" y="1104"/>
                  <a:pt x="4883" y="725"/>
                </a:cubicBezTo>
                <a:cubicBezTo>
                  <a:pt x="4883" y="316"/>
                  <a:pt x="4568" y="1"/>
                  <a:pt x="415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3" name="Google Shape;7723;p36"/>
          <p:cNvSpPr/>
          <p:nvPr/>
        </p:nvSpPr>
        <p:spPr>
          <a:xfrm>
            <a:off x="6031533" y="3081769"/>
            <a:ext cx="117298" cy="48023"/>
          </a:xfrm>
          <a:custGeom>
            <a:rect b="b" l="l" r="r" t="t"/>
            <a:pathLst>
              <a:path extrusionOk="0" h="1419" w="3466">
                <a:moveTo>
                  <a:pt x="378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lnTo>
                  <a:pt x="3466" y="1418"/>
                </a:lnTo>
                <a:lnTo>
                  <a:pt x="3466" y="347"/>
                </a:lnTo>
                <a:cubicBezTo>
                  <a:pt x="3466" y="158"/>
                  <a:pt x="3308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4" name="Google Shape;7724;p36"/>
          <p:cNvSpPr/>
          <p:nvPr/>
        </p:nvSpPr>
        <p:spPr>
          <a:xfrm>
            <a:off x="5961158" y="3703102"/>
            <a:ext cx="23487" cy="117332"/>
          </a:xfrm>
          <a:custGeom>
            <a:rect b="b" l="l" r="r" t="t"/>
            <a:pathLst>
              <a:path extrusionOk="0" h="3467" w="694">
                <a:moveTo>
                  <a:pt x="0" y="1"/>
                </a:moveTo>
                <a:lnTo>
                  <a:pt x="0" y="3466"/>
                </a:lnTo>
                <a:lnTo>
                  <a:pt x="694" y="3466"/>
                </a:lnTo>
                <a:lnTo>
                  <a:pt x="69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5" name="Google Shape;7725;p36"/>
          <p:cNvSpPr/>
          <p:nvPr/>
        </p:nvSpPr>
        <p:spPr>
          <a:xfrm>
            <a:off x="6197852" y="3703102"/>
            <a:ext cx="24570" cy="117332"/>
          </a:xfrm>
          <a:custGeom>
            <a:rect b="b" l="l" r="r" t="t"/>
            <a:pathLst>
              <a:path extrusionOk="0" h="3467" w="726">
                <a:moveTo>
                  <a:pt x="1" y="1"/>
                </a:moveTo>
                <a:lnTo>
                  <a:pt x="1" y="3466"/>
                </a:lnTo>
                <a:lnTo>
                  <a:pt x="725" y="3466"/>
                </a:lnTo>
                <a:lnTo>
                  <a:pt x="725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6" name="Google Shape;7726;p36"/>
          <p:cNvSpPr/>
          <p:nvPr/>
        </p:nvSpPr>
        <p:spPr>
          <a:xfrm>
            <a:off x="5961158" y="3843853"/>
            <a:ext cx="23487" cy="140785"/>
          </a:xfrm>
          <a:custGeom>
            <a:rect b="b" l="l" r="r" t="t"/>
            <a:pathLst>
              <a:path extrusionOk="0" h="4160" w="694">
                <a:moveTo>
                  <a:pt x="0" y="0"/>
                </a:moveTo>
                <a:lnTo>
                  <a:pt x="0" y="4159"/>
                </a:lnTo>
                <a:lnTo>
                  <a:pt x="694" y="4159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7" name="Google Shape;7727;p36"/>
          <p:cNvSpPr/>
          <p:nvPr/>
        </p:nvSpPr>
        <p:spPr>
          <a:xfrm>
            <a:off x="6197852" y="3843853"/>
            <a:ext cx="24570" cy="140785"/>
          </a:xfrm>
          <a:custGeom>
            <a:rect b="b" l="l" r="r" t="t"/>
            <a:pathLst>
              <a:path extrusionOk="0" h="4160" w="726">
                <a:moveTo>
                  <a:pt x="1" y="0"/>
                </a:moveTo>
                <a:lnTo>
                  <a:pt x="1" y="4159"/>
                </a:lnTo>
                <a:lnTo>
                  <a:pt x="725" y="4159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8" name="Google Shape;7728;p36"/>
          <p:cNvSpPr/>
          <p:nvPr/>
        </p:nvSpPr>
        <p:spPr>
          <a:xfrm>
            <a:off x="5891848" y="3703102"/>
            <a:ext cx="46940" cy="117332"/>
          </a:xfrm>
          <a:custGeom>
            <a:rect b="b" l="l" r="r" t="t"/>
            <a:pathLst>
              <a:path extrusionOk="0" h="3467" w="1387">
                <a:moveTo>
                  <a:pt x="1009" y="1"/>
                </a:moveTo>
                <a:cubicBezTo>
                  <a:pt x="442" y="1"/>
                  <a:pt x="1" y="442"/>
                  <a:pt x="1" y="1009"/>
                </a:cubicBezTo>
                <a:lnTo>
                  <a:pt x="1" y="2049"/>
                </a:lnTo>
                <a:cubicBezTo>
                  <a:pt x="1" y="2427"/>
                  <a:pt x="158" y="2773"/>
                  <a:pt x="442" y="3025"/>
                </a:cubicBezTo>
                <a:cubicBezTo>
                  <a:pt x="662" y="3340"/>
                  <a:pt x="1009" y="3466"/>
                  <a:pt x="1387" y="3466"/>
                </a:cubicBezTo>
                <a:lnTo>
                  <a:pt x="138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29" name="Google Shape;7729;p36"/>
          <p:cNvSpPr/>
          <p:nvPr/>
        </p:nvSpPr>
        <p:spPr>
          <a:xfrm>
            <a:off x="6009147" y="3703102"/>
            <a:ext cx="165287" cy="117332"/>
          </a:xfrm>
          <a:custGeom>
            <a:rect b="b" l="l" r="r" t="t"/>
            <a:pathLst>
              <a:path extrusionOk="0" h="3467" w="4884">
                <a:moveTo>
                  <a:pt x="0" y="1"/>
                </a:moveTo>
                <a:lnTo>
                  <a:pt x="0" y="3466"/>
                </a:lnTo>
                <a:lnTo>
                  <a:pt x="4883" y="3466"/>
                </a:lnTo>
                <a:lnTo>
                  <a:pt x="488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0" name="Google Shape;7730;p36"/>
          <p:cNvSpPr/>
          <p:nvPr/>
        </p:nvSpPr>
        <p:spPr>
          <a:xfrm>
            <a:off x="6244759" y="3826797"/>
            <a:ext cx="46973" cy="158891"/>
          </a:xfrm>
          <a:custGeom>
            <a:rect b="b" l="l" r="r" t="t"/>
            <a:pathLst>
              <a:path extrusionOk="0" h="4695" w="1388">
                <a:moveTo>
                  <a:pt x="1387" y="0"/>
                </a:moveTo>
                <a:cubicBezTo>
                  <a:pt x="977" y="315"/>
                  <a:pt x="505" y="504"/>
                  <a:pt x="1" y="504"/>
                </a:cubicBezTo>
                <a:lnTo>
                  <a:pt x="1" y="4695"/>
                </a:lnTo>
                <a:lnTo>
                  <a:pt x="347" y="4695"/>
                </a:lnTo>
                <a:cubicBezTo>
                  <a:pt x="946" y="4695"/>
                  <a:pt x="1387" y="4222"/>
                  <a:pt x="1387" y="3655"/>
                </a:cubicBezTo>
                <a:lnTo>
                  <a:pt x="1387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1" name="Google Shape;7731;p36"/>
          <p:cNvSpPr/>
          <p:nvPr/>
        </p:nvSpPr>
        <p:spPr>
          <a:xfrm>
            <a:off x="5891848" y="3826796"/>
            <a:ext cx="46940" cy="157841"/>
          </a:xfrm>
          <a:custGeom>
            <a:rect b="b" l="l" r="r" t="t"/>
            <a:pathLst>
              <a:path extrusionOk="0" h="4664" w="1387">
                <a:moveTo>
                  <a:pt x="1" y="0"/>
                </a:moveTo>
                <a:lnTo>
                  <a:pt x="1" y="3655"/>
                </a:lnTo>
                <a:cubicBezTo>
                  <a:pt x="1" y="4222"/>
                  <a:pt x="442" y="4663"/>
                  <a:pt x="1009" y="4663"/>
                </a:cubicBezTo>
                <a:lnTo>
                  <a:pt x="1387" y="4663"/>
                </a:lnTo>
                <a:lnTo>
                  <a:pt x="1387" y="504"/>
                </a:lnTo>
                <a:cubicBezTo>
                  <a:pt x="851" y="504"/>
                  <a:pt x="379" y="31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2" name="Google Shape;7732;p36"/>
          <p:cNvSpPr/>
          <p:nvPr/>
        </p:nvSpPr>
        <p:spPr>
          <a:xfrm>
            <a:off x="6079505" y="3843853"/>
            <a:ext cx="23487" cy="24570"/>
          </a:xfrm>
          <a:custGeom>
            <a:rect b="b" l="l" r="r" t="t"/>
            <a:pathLst>
              <a:path extrusionOk="0" h="726" w="694">
                <a:moveTo>
                  <a:pt x="1" y="0"/>
                </a:moveTo>
                <a:lnTo>
                  <a:pt x="1" y="347"/>
                </a:lnTo>
                <a:cubicBezTo>
                  <a:pt x="1" y="568"/>
                  <a:pt x="158" y="725"/>
                  <a:pt x="347" y="725"/>
                </a:cubicBezTo>
                <a:cubicBezTo>
                  <a:pt x="568" y="725"/>
                  <a:pt x="694" y="568"/>
                  <a:pt x="694" y="347"/>
                </a:cubicBez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3" name="Google Shape;7733;p36"/>
          <p:cNvSpPr/>
          <p:nvPr/>
        </p:nvSpPr>
        <p:spPr>
          <a:xfrm>
            <a:off x="6244759" y="3703102"/>
            <a:ext cx="46973" cy="117332"/>
          </a:xfrm>
          <a:custGeom>
            <a:rect b="b" l="l" r="r" t="t"/>
            <a:pathLst>
              <a:path extrusionOk="0" h="3467" w="1388">
                <a:moveTo>
                  <a:pt x="1" y="1"/>
                </a:moveTo>
                <a:lnTo>
                  <a:pt x="1" y="3466"/>
                </a:lnTo>
                <a:cubicBezTo>
                  <a:pt x="347" y="3466"/>
                  <a:pt x="662" y="3340"/>
                  <a:pt x="946" y="3088"/>
                </a:cubicBezTo>
                <a:cubicBezTo>
                  <a:pt x="1229" y="2836"/>
                  <a:pt x="1387" y="2458"/>
                  <a:pt x="1387" y="2080"/>
                </a:cubicBezTo>
                <a:lnTo>
                  <a:pt x="1387" y="1040"/>
                </a:lnTo>
                <a:cubicBezTo>
                  <a:pt x="1387" y="442"/>
                  <a:pt x="91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4" name="Google Shape;7734;p36"/>
          <p:cNvSpPr/>
          <p:nvPr/>
        </p:nvSpPr>
        <p:spPr>
          <a:xfrm>
            <a:off x="6009147" y="3843853"/>
            <a:ext cx="165287" cy="140785"/>
          </a:xfrm>
          <a:custGeom>
            <a:rect b="b" l="l" r="r" t="t"/>
            <a:pathLst>
              <a:path extrusionOk="0" h="4160" w="4884">
                <a:moveTo>
                  <a:pt x="0" y="0"/>
                </a:moveTo>
                <a:lnTo>
                  <a:pt x="0" y="4159"/>
                </a:lnTo>
                <a:lnTo>
                  <a:pt x="4883" y="4159"/>
                </a:lnTo>
                <a:lnTo>
                  <a:pt x="4883" y="0"/>
                </a:lnTo>
                <a:lnTo>
                  <a:pt x="3466" y="0"/>
                </a:lnTo>
                <a:lnTo>
                  <a:pt x="3466" y="347"/>
                </a:lnTo>
                <a:cubicBezTo>
                  <a:pt x="3466" y="946"/>
                  <a:pt x="2993" y="1387"/>
                  <a:pt x="2426" y="1387"/>
                </a:cubicBezTo>
                <a:cubicBezTo>
                  <a:pt x="1827" y="1387"/>
                  <a:pt x="1418" y="914"/>
                  <a:pt x="1418" y="347"/>
                </a:cubicBez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5" name="Google Shape;7735;p36"/>
          <p:cNvSpPr/>
          <p:nvPr/>
        </p:nvSpPr>
        <p:spPr>
          <a:xfrm>
            <a:off x="6008064" y="3585838"/>
            <a:ext cx="165287" cy="93845"/>
          </a:xfrm>
          <a:custGeom>
            <a:rect b="b" l="l" r="r" t="t"/>
            <a:pathLst>
              <a:path extrusionOk="0" h="2773" w="4884">
                <a:moveTo>
                  <a:pt x="2427" y="0"/>
                </a:moveTo>
                <a:cubicBezTo>
                  <a:pt x="1103" y="0"/>
                  <a:pt x="1" y="1103"/>
                  <a:pt x="1" y="2426"/>
                </a:cubicBezTo>
                <a:lnTo>
                  <a:pt x="1" y="2773"/>
                </a:lnTo>
                <a:lnTo>
                  <a:pt x="1355" y="2773"/>
                </a:lnTo>
                <a:lnTo>
                  <a:pt x="1355" y="2426"/>
                </a:lnTo>
                <a:cubicBezTo>
                  <a:pt x="1355" y="1828"/>
                  <a:pt x="1828" y="1418"/>
                  <a:pt x="2395" y="1418"/>
                </a:cubicBezTo>
                <a:cubicBezTo>
                  <a:pt x="2994" y="1418"/>
                  <a:pt x="3403" y="1891"/>
                  <a:pt x="3403" y="2426"/>
                </a:cubicBezTo>
                <a:lnTo>
                  <a:pt x="3403" y="2773"/>
                </a:lnTo>
                <a:lnTo>
                  <a:pt x="4884" y="2773"/>
                </a:lnTo>
                <a:lnTo>
                  <a:pt x="4884" y="2426"/>
                </a:lnTo>
                <a:cubicBezTo>
                  <a:pt x="4884" y="1103"/>
                  <a:pt x="3781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6" name="Google Shape;7736;p36"/>
          <p:cNvSpPr/>
          <p:nvPr/>
        </p:nvSpPr>
        <p:spPr>
          <a:xfrm>
            <a:off x="6197345" y="4331389"/>
            <a:ext cx="70392" cy="140751"/>
          </a:xfrm>
          <a:custGeom>
            <a:rect b="b" l="l" r="r" t="t"/>
            <a:pathLst>
              <a:path extrusionOk="0" h="4159" w="2080">
                <a:moveTo>
                  <a:pt x="0" y="0"/>
                </a:moveTo>
                <a:lnTo>
                  <a:pt x="0" y="4159"/>
                </a:lnTo>
                <a:lnTo>
                  <a:pt x="1733" y="4159"/>
                </a:lnTo>
                <a:cubicBezTo>
                  <a:pt x="1922" y="4159"/>
                  <a:pt x="2079" y="4001"/>
                  <a:pt x="2079" y="3812"/>
                </a:cubicBezTo>
                <a:lnTo>
                  <a:pt x="2079" y="1733"/>
                </a:lnTo>
                <a:cubicBezTo>
                  <a:pt x="2079" y="788"/>
                  <a:pt x="1292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7" name="Google Shape;7737;p36"/>
          <p:cNvSpPr/>
          <p:nvPr/>
        </p:nvSpPr>
        <p:spPr>
          <a:xfrm>
            <a:off x="6009688" y="4331389"/>
            <a:ext cx="164204" cy="68531"/>
          </a:xfrm>
          <a:custGeom>
            <a:rect b="b" l="l" r="r" t="t"/>
            <a:pathLst>
              <a:path extrusionOk="0" h="2025" w="4852">
                <a:moveTo>
                  <a:pt x="0" y="0"/>
                </a:moveTo>
                <a:lnTo>
                  <a:pt x="0" y="1481"/>
                </a:lnTo>
                <a:cubicBezTo>
                  <a:pt x="772" y="1843"/>
                  <a:pt x="1599" y="2024"/>
                  <a:pt x="2426" y="2024"/>
                </a:cubicBezTo>
                <a:cubicBezTo>
                  <a:pt x="3253" y="2024"/>
                  <a:pt x="4080" y="1843"/>
                  <a:pt x="4852" y="1481"/>
                </a:cubicBezTo>
                <a:lnTo>
                  <a:pt x="4852" y="0"/>
                </a:lnTo>
                <a:lnTo>
                  <a:pt x="4789" y="0"/>
                </a:lnTo>
                <a:cubicBezTo>
                  <a:pt x="4348" y="410"/>
                  <a:pt x="3781" y="693"/>
                  <a:pt x="3119" y="693"/>
                </a:cubicBezTo>
                <a:lnTo>
                  <a:pt x="1733" y="693"/>
                </a:lnTo>
                <a:cubicBezTo>
                  <a:pt x="1071" y="693"/>
                  <a:pt x="473" y="410"/>
                  <a:pt x="3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8" name="Google Shape;7738;p36"/>
          <p:cNvSpPr/>
          <p:nvPr/>
        </p:nvSpPr>
        <p:spPr>
          <a:xfrm>
            <a:off x="6009688" y="4407095"/>
            <a:ext cx="164204" cy="65045"/>
          </a:xfrm>
          <a:custGeom>
            <a:rect b="b" l="l" r="r" t="t"/>
            <a:pathLst>
              <a:path extrusionOk="0" h="1922" w="4852">
                <a:moveTo>
                  <a:pt x="0" y="0"/>
                </a:moveTo>
                <a:lnTo>
                  <a:pt x="0" y="1922"/>
                </a:lnTo>
                <a:lnTo>
                  <a:pt x="4852" y="1922"/>
                </a:lnTo>
                <a:lnTo>
                  <a:pt x="4852" y="0"/>
                </a:lnTo>
                <a:cubicBezTo>
                  <a:pt x="4080" y="315"/>
                  <a:pt x="3253" y="473"/>
                  <a:pt x="2426" y="473"/>
                </a:cubicBezTo>
                <a:cubicBezTo>
                  <a:pt x="1599" y="473"/>
                  <a:pt x="772" y="315"/>
                  <a:pt x="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39" name="Google Shape;7739;p36"/>
          <p:cNvSpPr/>
          <p:nvPr/>
        </p:nvSpPr>
        <p:spPr>
          <a:xfrm>
            <a:off x="5915842" y="4330306"/>
            <a:ext cx="70426" cy="141834"/>
          </a:xfrm>
          <a:custGeom>
            <a:rect b="b" l="l" r="r" t="t"/>
            <a:pathLst>
              <a:path extrusionOk="0" h="4191" w="2081">
                <a:moveTo>
                  <a:pt x="1734" y="1"/>
                </a:moveTo>
                <a:cubicBezTo>
                  <a:pt x="757" y="32"/>
                  <a:pt x="1" y="757"/>
                  <a:pt x="1" y="1765"/>
                </a:cubicBezTo>
                <a:lnTo>
                  <a:pt x="1" y="3844"/>
                </a:lnTo>
                <a:cubicBezTo>
                  <a:pt x="1" y="4033"/>
                  <a:pt x="158" y="4191"/>
                  <a:pt x="379" y="4191"/>
                </a:cubicBezTo>
                <a:lnTo>
                  <a:pt x="2080" y="4191"/>
                </a:ln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0" name="Google Shape;7740;p36"/>
          <p:cNvSpPr/>
          <p:nvPr/>
        </p:nvSpPr>
        <p:spPr>
          <a:xfrm>
            <a:off x="6020348" y="4188506"/>
            <a:ext cx="140751" cy="142917"/>
          </a:xfrm>
          <a:custGeom>
            <a:rect b="b" l="l" r="r" t="t"/>
            <a:pathLst>
              <a:path extrusionOk="0" h="4223" w="4159">
                <a:moveTo>
                  <a:pt x="2080" y="1"/>
                </a:moveTo>
                <a:cubicBezTo>
                  <a:pt x="1765" y="442"/>
                  <a:pt x="1260" y="694"/>
                  <a:pt x="693" y="694"/>
                </a:cubicBezTo>
                <a:lnTo>
                  <a:pt x="0" y="694"/>
                </a:lnTo>
                <a:lnTo>
                  <a:pt x="0" y="3498"/>
                </a:lnTo>
                <a:cubicBezTo>
                  <a:pt x="347" y="3939"/>
                  <a:pt x="851" y="4222"/>
                  <a:pt x="1418" y="4222"/>
                </a:cubicBezTo>
                <a:lnTo>
                  <a:pt x="2804" y="4222"/>
                </a:lnTo>
                <a:cubicBezTo>
                  <a:pt x="3340" y="4222"/>
                  <a:pt x="3844" y="3939"/>
                  <a:pt x="4159" y="3498"/>
                </a:cubicBezTo>
                <a:lnTo>
                  <a:pt x="4159" y="694"/>
                </a:lnTo>
                <a:lnTo>
                  <a:pt x="3466" y="694"/>
                </a:lnTo>
                <a:cubicBezTo>
                  <a:pt x="2899" y="694"/>
                  <a:pt x="2395" y="442"/>
                  <a:pt x="208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1" name="Google Shape;7741;p36"/>
          <p:cNvSpPr/>
          <p:nvPr/>
        </p:nvSpPr>
        <p:spPr>
          <a:xfrm>
            <a:off x="5960617" y="4071208"/>
            <a:ext cx="258087" cy="235679"/>
          </a:xfrm>
          <a:custGeom>
            <a:rect b="b" l="l" r="r" t="t"/>
            <a:pathLst>
              <a:path extrusionOk="0" h="6964" w="7625">
                <a:moveTo>
                  <a:pt x="3813" y="1"/>
                </a:moveTo>
                <a:cubicBezTo>
                  <a:pt x="1734" y="1"/>
                  <a:pt x="1" y="1702"/>
                  <a:pt x="1" y="3813"/>
                </a:cubicBezTo>
                <a:lnTo>
                  <a:pt x="1" y="5955"/>
                </a:lnTo>
                <a:lnTo>
                  <a:pt x="64" y="5955"/>
                </a:lnTo>
                <a:cubicBezTo>
                  <a:pt x="64" y="6522"/>
                  <a:pt x="537" y="6964"/>
                  <a:pt x="1104" y="6964"/>
                </a:cubicBezTo>
                <a:lnTo>
                  <a:pt x="1104" y="3813"/>
                </a:lnTo>
                <a:cubicBezTo>
                  <a:pt x="1104" y="3624"/>
                  <a:pt x="1261" y="3467"/>
                  <a:pt x="1450" y="3467"/>
                </a:cubicBezTo>
                <a:lnTo>
                  <a:pt x="2458" y="3467"/>
                </a:lnTo>
                <a:cubicBezTo>
                  <a:pt x="3057" y="3467"/>
                  <a:pt x="3498" y="2994"/>
                  <a:pt x="3498" y="2427"/>
                </a:cubicBezTo>
                <a:lnTo>
                  <a:pt x="3498" y="1734"/>
                </a:lnTo>
                <a:cubicBezTo>
                  <a:pt x="3498" y="1545"/>
                  <a:pt x="3656" y="1387"/>
                  <a:pt x="3845" y="1387"/>
                </a:cubicBezTo>
                <a:cubicBezTo>
                  <a:pt x="4034" y="1387"/>
                  <a:pt x="4191" y="1545"/>
                  <a:pt x="4191" y="1734"/>
                </a:cubicBezTo>
                <a:lnTo>
                  <a:pt x="4191" y="2427"/>
                </a:lnTo>
                <a:cubicBezTo>
                  <a:pt x="4191" y="3025"/>
                  <a:pt x="4664" y="3467"/>
                  <a:pt x="5231" y="3467"/>
                </a:cubicBezTo>
                <a:lnTo>
                  <a:pt x="6239" y="3467"/>
                </a:lnTo>
                <a:cubicBezTo>
                  <a:pt x="6459" y="3467"/>
                  <a:pt x="6617" y="3624"/>
                  <a:pt x="6617" y="3813"/>
                </a:cubicBezTo>
                <a:lnTo>
                  <a:pt x="6617" y="6964"/>
                </a:lnTo>
                <a:cubicBezTo>
                  <a:pt x="7184" y="6964"/>
                  <a:pt x="7625" y="6491"/>
                  <a:pt x="7625" y="5955"/>
                </a:cubicBezTo>
                <a:lnTo>
                  <a:pt x="7625" y="3813"/>
                </a:lnTo>
                <a:cubicBezTo>
                  <a:pt x="7625" y="1734"/>
                  <a:pt x="5924" y="1"/>
                  <a:pt x="38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2" name="Google Shape;7742;p36"/>
          <p:cNvSpPr/>
          <p:nvPr/>
        </p:nvSpPr>
        <p:spPr>
          <a:xfrm>
            <a:off x="7923447" y="3772952"/>
            <a:ext cx="399849" cy="212192"/>
          </a:xfrm>
          <a:custGeom>
            <a:rect b="b" l="l" r="r" t="t"/>
            <a:pathLst>
              <a:path extrusionOk="0" h="6270" w="11815">
                <a:moveTo>
                  <a:pt x="7309" y="1418"/>
                </a:moveTo>
                <a:cubicBezTo>
                  <a:pt x="7908" y="1418"/>
                  <a:pt x="8349" y="1891"/>
                  <a:pt x="8349" y="2458"/>
                </a:cubicBezTo>
                <a:cubicBezTo>
                  <a:pt x="8349" y="2993"/>
                  <a:pt x="7845" y="3466"/>
                  <a:pt x="7309" y="3466"/>
                </a:cubicBezTo>
                <a:lnTo>
                  <a:pt x="4474" y="3466"/>
                </a:lnTo>
                <a:cubicBezTo>
                  <a:pt x="3875" y="3466"/>
                  <a:pt x="3434" y="2993"/>
                  <a:pt x="3434" y="2458"/>
                </a:cubicBezTo>
                <a:cubicBezTo>
                  <a:pt x="3434" y="1859"/>
                  <a:pt x="3907" y="1418"/>
                  <a:pt x="4474" y="1418"/>
                </a:cubicBezTo>
                <a:close/>
                <a:moveTo>
                  <a:pt x="1008" y="1"/>
                </a:moveTo>
                <a:cubicBezTo>
                  <a:pt x="410" y="1"/>
                  <a:pt x="0" y="473"/>
                  <a:pt x="0" y="1040"/>
                </a:cubicBezTo>
                <a:lnTo>
                  <a:pt x="0" y="5262"/>
                </a:lnTo>
                <a:cubicBezTo>
                  <a:pt x="0" y="5829"/>
                  <a:pt x="473" y="6270"/>
                  <a:pt x="1008" y="6270"/>
                </a:cubicBezTo>
                <a:lnTo>
                  <a:pt x="10775" y="6270"/>
                </a:lnTo>
                <a:cubicBezTo>
                  <a:pt x="11373" y="6270"/>
                  <a:pt x="11815" y="5797"/>
                  <a:pt x="11815" y="5262"/>
                </a:cubicBezTo>
                <a:lnTo>
                  <a:pt x="11815" y="1040"/>
                </a:lnTo>
                <a:cubicBezTo>
                  <a:pt x="11783" y="473"/>
                  <a:pt x="11342" y="1"/>
                  <a:pt x="1077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3" name="Google Shape;7743;p36"/>
          <p:cNvSpPr/>
          <p:nvPr/>
        </p:nvSpPr>
        <p:spPr>
          <a:xfrm>
            <a:off x="8063116" y="3844394"/>
            <a:ext cx="119430" cy="23487"/>
          </a:xfrm>
          <a:custGeom>
            <a:rect b="b" l="l" r="r" t="t"/>
            <a:pathLst>
              <a:path extrusionOk="0" h="694" w="3529">
                <a:moveTo>
                  <a:pt x="347" y="0"/>
                </a:moveTo>
                <a:cubicBezTo>
                  <a:pt x="158" y="0"/>
                  <a:pt x="0" y="126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82" y="693"/>
                </a:lnTo>
                <a:cubicBezTo>
                  <a:pt x="3371" y="693"/>
                  <a:pt x="3529" y="536"/>
                  <a:pt x="3529" y="347"/>
                </a:cubicBezTo>
                <a:cubicBezTo>
                  <a:pt x="3529" y="126"/>
                  <a:pt x="3371" y="0"/>
                  <a:pt x="31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4" name="Google Shape;7744;p36"/>
          <p:cNvSpPr/>
          <p:nvPr/>
        </p:nvSpPr>
        <p:spPr>
          <a:xfrm>
            <a:off x="7946900" y="3586378"/>
            <a:ext cx="117298" cy="46940"/>
          </a:xfrm>
          <a:custGeom>
            <a:rect b="b" l="l" r="r" t="t"/>
            <a:pathLst>
              <a:path extrusionOk="0" h="1387" w="3466">
                <a:moveTo>
                  <a:pt x="1008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3466" y="1386"/>
                </a:lnTo>
                <a:lnTo>
                  <a:pt x="3466" y="1040"/>
                </a:lnTo>
                <a:lnTo>
                  <a:pt x="3434" y="1040"/>
                </a:lnTo>
                <a:cubicBezTo>
                  <a:pt x="3434" y="441"/>
                  <a:pt x="2962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5" name="Google Shape;7745;p36"/>
          <p:cNvSpPr/>
          <p:nvPr/>
        </p:nvSpPr>
        <p:spPr>
          <a:xfrm>
            <a:off x="7945818" y="3655655"/>
            <a:ext cx="117332" cy="93879"/>
          </a:xfrm>
          <a:custGeom>
            <a:rect b="b" l="l" r="r" t="t"/>
            <a:pathLst>
              <a:path extrusionOk="0" h="2774" w="3467">
                <a:moveTo>
                  <a:pt x="2112" y="726"/>
                </a:moveTo>
                <a:cubicBezTo>
                  <a:pt x="2332" y="726"/>
                  <a:pt x="2458" y="883"/>
                  <a:pt x="2458" y="1072"/>
                </a:cubicBezTo>
                <a:cubicBezTo>
                  <a:pt x="2458" y="1261"/>
                  <a:pt x="2332" y="1419"/>
                  <a:pt x="2112" y="1419"/>
                </a:cubicBezTo>
                <a:lnTo>
                  <a:pt x="1419" y="1419"/>
                </a:lnTo>
                <a:cubicBezTo>
                  <a:pt x="1230" y="1419"/>
                  <a:pt x="1072" y="1261"/>
                  <a:pt x="1072" y="1072"/>
                </a:cubicBezTo>
                <a:cubicBezTo>
                  <a:pt x="1072" y="883"/>
                  <a:pt x="1230" y="726"/>
                  <a:pt x="1419" y="726"/>
                </a:cubicBezTo>
                <a:close/>
                <a:moveTo>
                  <a:pt x="1" y="1"/>
                </a:moveTo>
                <a:lnTo>
                  <a:pt x="1" y="2773"/>
                </a:lnTo>
                <a:lnTo>
                  <a:pt x="3466" y="2773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6" name="Google Shape;7746;p36"/>
          <p:cNvSpPr/>
          <p:nvPr/>
        </p:nvSpPr>
        <p:spPr>
          <a:xfrm>
            <a:off x="8184645" y="3608749"/>
            <a:ext cx="116249" cy="93879"/>
          </a:xfrm>
          <a:custGeom>
            <a:rect b="b" l="l" r="r" t="t"/>
            <a:pathLst>
              <a:path extrusionOk="0" h="2774" w="3435">
                <a:moveTo>
                  <a:pt x="1986" y="1387"/>
                </a:moveTo>
                <a:cubicBezTo>
                  <a:pt x="2206" y="1387"/>
                  <a:pt x="2364" y="1545"/>
                  <a:pt x="2364" y="1765"/>
                </a:cubicBezTo>
                <a:cubicBezTo>
                  <a:pt x="2364" y="1954"/>
                  <a:pt x="2206" y="2112"/>
                  <a:pt x="1986" y="2112"/>
                </a:cubicBezTo>
                <a:lnTo>
                  <a:pt x="1293" y="2112"/>
                </a:lnTo>
                <a:cubicBezTo>
                  <a:pt x="1104" y="2112"/>
                  <a:pt x="946" y="1954"/>
                  <a:pt x="946" y="1765"/>
                </a:cubicBezTo>
                <a:cubicBezTo>
                  <a:pt x="946" y="1545"/>
                  <a:pt x="1104" y="1387"/>
                  <a:pt x="1293" y="1387"/>
                </a:cubicBezTo>
                <a:close/>
                <a:moveTo>
                  <a:pt x="1009" y="1"/>
                </a:moveTo>
                <a:cubicBezTo>
                  <a:pt x="410" y="1"/>
                  <a:pt x="1" y="473"/>
                  <a:pt x="1" y="1040"/>
                </a:cubicBezTo>
                <a:lnTo>
                  <a:pt x="1" y="2773"/>
                </a:lnTo>
                <a:lnTo>
                  <a:pt x="3435" y="2773"/>
                </a:lnTo>
                <a:lnTo>
                  <a:pt x="3435" y="1040"/>
                </a:lnTo>
                <a:lnTo>
                  <a:pt x="3403" y="1040"/>
                </a:lnTo>
                <a:cubicBezTo>
                  <a:pt x="3403" y="442"/>
                  <a:pt x="2931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7" name="Google Shape;7747;p36"/>
          <p:cNvSpPr/>
          <p:nvPr/>
        </p:nvSpPr>
        <p:spPr>
          <a:xfrm>
            <a:off x="8182513" y="3727096"/>
            <a:ext cx="117332" cy="23487"/>
          </a:xfrm>
          <a:custGeom>
            <a:rect b="b" l="l" r="r" t="t"/>
            <a:pathLst>
              <a:path extrusionOk="0" h="694" w="3467">
                <a:moveTo>
                  <a:pt x="1" y="1"/>
                </a:moveTo>
                <a:lnTo>
                  <a:pt x="1" y="694"/>
                </a:lnTo>
                <a:lnTo>
                  <a:pt x="3466" y="694"/>
                </a:lnTo>
                <a:lnTo>
                  <a:pt x="3466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8" name="Google Shape;7748;p36"/>
          <p:cNvSpPr/>
          <p:nvPr/>
        </p:nvSpPr>
        <p:spPr>
          <a:xfrm>
            <a:off x="8086568" y="3633284"/>
            <a:ext cx="72524" cy="117298"/>
          </a:xfrm>
          <a:custGeom>
            <a:rect b="b" l="l" r="r" t="t"/>
            <a:pathLst>
              <a:path extrusionOk="0" h="3466" w="2143">
                <a:moveTo>
                  <a:pt x="1072" y="0"/>
                </a:moveTo>
                <a:cubicBezTo>
                  <a:pt x="473" y="0"/>
                  <a:pt x="0" y="441"/>
                  <a:pt x="0" y="1040"/>
                </a:cubicBezTo>
                <a:lnTo>
                  <a:pt x="0" y="3466"/>
                </a:lnTo>
                <a:lnTo>
                  <a:pt x="2143" y="3466"/>
                </a:lnTo>
                <a:lnTo>
                  <a:pt x="2143" y="1040"/>
                </a:lnTo>
                <a:cubicBezTo>
                  <a:pt x="2143" y="441"/>
                  <a:pt x="1670" y="0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49" name="Google Shape;7749;p36"/>
          <p:cNvSpPr/>
          <p:nvPr/>
        </p:nvSpPr>
        <p:spPr>
          <a:xfrm>
            <a:off x="1475174" y="3224653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0"/>
                </a:moveTo>
                <a:cubicBezTo>
                  <a:pt x="631" y="0"/>
                  <a:pt x="1" y="630"/>
                  <a:pt x="1" y="1355"/>
                </a:cubicBezTo>
                <a:cubicBezTo>
                  <a:pt x="1" y="2111"/>
                  <a:pt x="631" y="2741"/>
                  <a:pt x="1387" y="2741"/>
                </a:cubicBezTo>
                <a:cubicBezTo>
                  <a:pt x="2143" y="2741"/>
                  <a:pt x="2773" y="2111"/>
                  <a:pt x="2773" y="1355"/>
                </a:cubicBezTo>
                <a:cubicBezTo>
                  <a:pt x="2773" y="630"/>
                  <a:pt x="2143" y="0"/>
                  <a:pt x="138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0" name="Google Shape;7750;p36"/>
          <p:cNvSpPr/>
          <p:nvPr/>
        </p:nvSpPr>
        <p:spPr>
          <a:xfrm>
            <a:off x="1321664" y="3080721"/>
            <a:ext cx="401981" cy="400898"/>
          </a:xfrm>
          <a:custGeom>
            <a:rect b="b" l="l" r="r" t="t"/>
            <a:pathLst>
              <a:path extrusionOk="0" h="11846" w="11878">
                <a:moveTo>
                  <a:pt x="5923" y="2111"/>
                </a:moveTo>
                <a:cubicBezTo>
                  <a:pt x="8003" y="2111"/>
                  <a:pt x="9735" y="3812"/>
                  <a:pt x="9735" y="5923"/>
                </a:cubicBezTo>
                <a:cubicBezTo>
                  <a:pt x="9735" y="8034"/>
                  <a:pt x="8034" y="9767"/>
                  <a:pt x="5923" y="9767"/>
                </a:cubicBezTo>
                <a:cubicBezTo>
                  <a:pt x="3844" y="9767"/>
                  <a:pt x="2080" y="8065"/>
                  <a:pt x="2080" y="5923"/>
                </a:cubicBezTo>
                <a:cubicBezTo>
                  <a:pt x="2111" y="3844"/>
                  <a:pt x="3844" y="2111"/>
                  <a:pt x="5923" y="2111"/>
                </a:cubicBezTo>
                <a:close/>
                <a:moveTo>
                  <a:pt x="5262" y="0"/>
                </a:moveTo>
                <a:cubicBezTo>
                  <a:pt x="5104" y="0"/>
                  <a:pt x="4947" y="95"/>
                  <a:pt x="4884" y="252"/>
                </a:cubicBezTo>
                <a:lnTo>
                  <a:pt x="4726" y="1166"/>
                </a:lnTo>
                <a:cubicBezTo>
                  <a:pt x="4253" y="1292"/>
                  <a:pt x="3844" y="1481"/>
                  <a:pt x="3434" y="1733"/>
                </a:cubicBezTo>
                <a:lnTo>
                  <a:pt x="2678" y="1197"/>
                </a:lnTo>
                <a:cubicBezTo>
                  <a:pt x="2641" y="1160"/>
                  <a:pt x="2584" y="1142"/>
                  <a:pt x="2523" y="1142"/>
                </a:cubicBezTo>
                <a:cubicBezTo>
                  <a:pt x="2429" y="1142"/>
                  <a:pt x="2326" y="1184"/>
                  <a:pt x="2269" y="1260"/>
                </a:cubicBezTo>
                <a:lnTo>
                  <a:pt x="1260" y="2237"/>
                </a:lnTo>
                <a:cubicBezTo>
                  <a:pt x="1166" y="2363"/>
                  <a:pt x="1166" y="2552"/>
                  <a:pt x="1229" y="2678"/>
                </a:cubicBezTo>
                <a:lnTo>
                  <a:pt x="1733" y="3403"/>
                </a:lnTo>
                <a:cubicBezTo>
                  <a:pt x="1512" y="3812"/>
                  <a:pt x="1323" y="4253"/>
                  <a:pt x="1197" y="4726"/>
                </a:cubicBezTo>
                <a:lnTo>
                  <a:pt x="284" y="4883"/>
                </a:lnTo>
                <a:cubicBezTo>
                  <a:pt x="126" y="4915"/>
                  <a:pt x="0" y="5041"/>
                  <a:pt x="0" y="5230"/>
                </a:cubicBezTo>
                <a:lnTo>
                  <a:pt x="0" y="6616"/>
                </a:lnTo>
                <a:cubicBezTo>
                  <a:pt x="0" y="6805"/>
                  <a:pt x="126" y="6963"/>
                  <a:pt x="284" y="6963"/>
                </a:cubicBezTo>
                <a:lnTo>
                  <a:pt x="1197" y="7120"/>
                </a:lnTo>
                <a:cubicBezTo>
                  <a:pt x="1292" y="7593"/>
                  <a:pt x="1512" y="8002"/>
                  <a:pt x="1733" y="8412"/>
                </a:cubicBezTo>
                <a:lnTo>
                  <a:pt x="1229" y="9168"/>
                </a:lnTo>
                <a:cubicBezTo>
                  <a:pt x="1103" y="9263"/>
                  <a:pt x="1166" y="9483"/>
                  <a:pt x="1260" y="9578"/>
                </a:cubicBezTo>
                <a:lnTo>
                  <a:pt x="2269" y="10586"/>
                </a:lnTo>
                <a:cubicBezTo>
                  <a:pt x="2321" y="10638"/>
                  <a:pt x="2411" y="10661"/>
                  <a:pt x="2497" y="10661"/>
                </a:cubicBezTo>
                <a:cubicBezTo>
                  <a:pt x="2568" y="10661"/>
                  <a:pt x="2636" y="10646"/>
                  <a:pt x="2678" y="10617"/>
                </a:cubicBezTo>
                <a:lnTo>
                  <a:pt x="3434" y="10113"/>
                </a:lnTo>
                <a:cubicBezTo>
                  <a:pt x="3844" y="10334"/>
                  <a:pt x="4253" y="10554"/>
                  <a:pt x="4726" y="10649"/>
                </a:cubicBezTo>
                <a:lnTo>
                  <a:pt x="4884" y="11562"/>
                </a:lnTo>
                <a:cubicBezTo>
                  <a:pt x="4947" y="11720"/>
                  <a:pt x="5041" y="11846"/>
                  <a:pt x="5262" y="11846"/>
                </a:cubicBezTo>
                <a:lnTo>
                  <a:pt x="6616" y="11846"/>
                </a:lnTo>
                <a:cubicBezTo>
                  <a:pt x="6774" y="11846"/>
                  <a:pt x="6931" y="11720"/>
                  <a:pt x="6994" y="11562"/>
                </a:cubicBezTo>
                <a:lnTo>
                  <a:pt x="7152" y="10649"/>
                </a:lnTo>
                <a:cubicBezTo>
                  <a:pt x="7624" y="10523"/>
                  <a:pt x="8034" y="10334"/>
                  <a:pt x="8444" y="10113"/>
                </a:cubicBezTo>
                <a:lnTo>
                  <a:pt x="9200" y="10617"/>
                </a:lnTo>
                <a:cubicBezTo>
                  <a:pt x="9242" y="10646"/>
                  <a:pt x="9310" y="10661"/>
                  <a:pt x="9381" y="10661"/>
                </a:cubicBezTo>
                <a:cubicBezTo>
                  <a:pt x="9467" y="10661"/>
                  <a:pt x="9557" y="10638"/>
                  <a:pt x="9609" y="10586"/>
                </a:cubicBezTo>
                <a:lnTo>
                  <a:pt x="10617" y="9578"/>
                </a:lnTo>
                <a:cubicBezTo>
                  <a:pt x="10712" y="9483"/>
                  <a:pt x="10712" y="9263"/>
                  <a:pt x="10649" y="9168"/>
                </a:cubicBezTo>
                <a:lnTo>
                  <a:pt x="10145" y="8412"/>
                </a:lnTo>
                <a:cubicBezTo>
                  <a:pt x="10365" y="8002"/>
                  <a:pt x="10554" y="7593"/>
                  <a:pt x="10680" y="7120"/>
                </a:cubicBezTo>
                <a:lnTo>
                  <a:pt x="11594" y="6963"/>
                </a:lnTo>
                <a:cubicBezTo>
                  <a:pt x="11752" y="6900"/>
                  <a:pt x="11878" y="6805"/>
                  <a:pt x="11878" y="6616"/>
                </a:cubicBezTo>
                <a:lnTo>
                  <a:pt x="11878" y="5230"/>
                </a:lnTo>
                <a:cubicBezTo>
                  <a:pt x="11878" y="5072"/>
                  <a:pt x="11752" y="4915"/>
                  <a:pt x="11594" y="4883"/>
                </a:cubicBezTo>
                <a:lnTo>
                  <a:pt x="10680" y="4726"/>
                </a:lnTo>
                <a:cubicBezTo>
                  <a:pt x="10554" y="4253"/>
                  <a:pt x="10365" y="3812"/>
                  <a:pt x="10145" y="3403"/>
                </a:cubicBezTo>
                <a:lnTo>
                  <a:pt x="10649" y="2678"/>
                </a:lnTo>
                <a:cubicBezTo>
                  <a:pt x="10775" y="2552"/>
                  <a:pt x="10712" y="2363"/>
                  <a:pt x="10617" y="2237"/>
                </a:cubicBezTo>
                <a:lnTo>
                  <a:pt x="9609" y="1260"/>
                </a:lnTo>
                <a:cubicBezTo>
                  <a:pt x="9554" y="1187"/>
                  <a:pt x="9455" y="1156"/>
                  <a:pt x="9364" y="1156"/>
                </a:cubicBezTo>
                <a:cubicBezTo>
                  <a:pt x="9300" y="1156"/>
                  <a:pt x="9239" y="1171"/>
                  <a:pt x="9200" y="1197"/>
                </a:cubicBezTo>
                <a:lnTo>
                  <a:pt x="8444" y="1733"/>
                </a:lnTo>
                <a:cubicBezTo>
                  <a:pt x="8034" y="1481"/>
                  <a:pt x="7624" y="1292"/>
                  <a:pt x="7152" y="1166"/>
                </a:cubicBezTo>
                <a:lnTo>
                  <a:pt x="6994" y="252"/>
                </a:lnTo>
                <a:cubicBezTo>
                  <a:pt x="6931" y="95"/>
                  <a:pt x="6837" y="0"/>
                  <a:pt x="661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1" name="Google Shape;7751;p36"/>
          <p:cNvSpPr/>
          <p:nvPr/>
        </p:nvSpPr>
        <p:spPr>
          <a:xfrm>
            <a:off x="1443192" y="3315284"/>
            <a:ext cx="157841" cy="71475"/>
          </a:xfrm>
          <a:custGeom>
            <a:rect b="b" l="l" r="r" t="t"/>
            <a:pathLst>
              <a:path extrusionOk="0" h="2112" w="4664">
                <a:moveTo>
                  <a:pt x="725" y="0"/>
                </a:moveTo>
                <a:cubicBezTo>
                  <a:pt x="410" y="252"/>
                  <a:pt x="127" y="662"/>
                  <a:pt x="1" y="1103"/>
                </a:cubicBezTo>
                <a:cubicBezTo>
                  <a:pt x="599" y="1733"/>
                  <a:pt x="1387" y="2111"/>
                  <a:pt x="2332" y="2111"/>
                </a:cubicBezTo>
                <a:cubicBezTo>
                  <a:pt x="3246" y="2111"/>
                  <a:pt x="4065" y="1733"/>
                  <a:pt x="4664" y="1103"/>
                </a:cubicBezTo>
                <a:cubicBezTo>
                  <a:pt x="4538" y="662"/>
                  <a:pt x="4254" y="252"/>
                  <a:pt x="3939" y="0"/>
                </a:cubicBezTo>
                <a:cubicBezTo>
                  <a:pt x="3561" y="473"/>
                  <a:pt x="2994" y="788"/>
                  <a:pt x="2332" y="788"/>
                </a:cubicBezTo>
                <a:cubicBezTo>
                  <a:pt x="1702" y="788"/>
                  <a:pt x="1103" y="473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2" name="Google Shape;7752;p36"/>
          <p:cNvSpPr/>
          <p:nvPr/>
        </p:nvSpPr>
        <p:spPr>
          <a:xfrm>
            <a:off x="1323241" y="3586897"/>
            <a:ext cx="398800" cy="397717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3" name="Google Shape;7753;p36"/>
          <p:cNvSpPr/>
          <p:nvPr/>
        </p:nvSpPr>
        <p:spPr>
          <a:xfrm>
            <a:off x="1321124" y="4070295"/>
            <a:ext cx="403064" cy="402760"/>
          </a:xfrm>
          <a:custGeom>
            <a:rect b="b" l="l" r="r" t="t"/>
            <a:pathLst>
              <a:path extrusionOk="0" h="11901" w="11910">
                <a:moveTo>
                  <a:pt x="3844" y="4946"/>
                </a:moveTo>
                <a:cubicBezTo>
                  <a:pt x="4033" y="4946"/>
                  <a:pt x="4190" y="5104"/>
                  <a:pt x="4190" y="5293"/>
                </a:cubicBezTo>
                <a:lnTo>
                  <a:pt x="4190" y="6679"/>
                </a:lnTo>
                <a:cubicBezTo>
                  <a:pt x="4190" y="6868"/>
                  <a:pt x="4033" y="7026"/>
                  <a:pt x="3844" y="7026"/>
                </a:cubicBezTo>
                <a:lnTo>
                  <a:pt x="2458" y="7026"/>
                </a:lnTo>
                <a:cubicBezTo>
                  <a:pt x="2269" y="7026"/>
                  <a:pt x="2111" y="6868"/>
                  <a:pt x="2111" y="6679"/>
                </a:cubicBezTo>
                <a:lnTo>
                  <a:pt x="2111" y="5293"/>
                </a:lnTo>
                <a:cubicBezTo>
                  <a:pt x="2111" y="5104"/>
                  <a:pt x="2269" y="4946"/>
                  <a:pt x="2458" y="4946"/>
                </a:cubicBezTo>
                <a:close/>
                <a:moveTo>
                  <a:pt x="6616" y="3560"/>
                </a:moveTo>
                <a:cubicBezTo>
                  <a:pt x="6837" y="3560"/>
                  <a:pt x="6994" y="3718"/>
                  <a:pt x="6994" y="3907"/>
                </a:cubicBezTo>
                <a:lnTo>
                  <a:pt x="6994" y="6679"/>
                </a:lnTo>
                <a:cubicBezTo>
                  <a:pt x="6994" y="6868"/>
                  <a:pt x="6837" y="7026"/>
                  <a:pt x="6616" y="7026"/>
                </a:cubicBezTo>
                <a:lnTo>
                  <a:pt x="5262" y="7026"/>
                </a:lnTo>
                <a:cubicBezTo>
                  <a:pt x="5041" y="7026"/>
                  <a:pt x="4884" y="6868"/>
                  <a:pt x="4884" y="6679"/>
                </a:cubicBezTo>
                <a:lnTo>
                  <a:pt x="4884" y="3907"/>
                </a:lnTo>
                <a:cubicBezTo>
                  <a:pt x="4884" y="3718"/>
                  <a:pt x="5041" y="3560"/>
                  <a:pt x="5262" y="3560"/>
                </a:cubicBezTo>
                <a:close/>
                <a:moveTo>
                  <a:pt x="9389" y="2174"/>
                </a:moveTo>
                <a:cubicBezTo>
                  <a:pt x="9578" y="2174"/>
                  <a:pt x="9735" y="2331"/>
                  <a:pt x="9735" y="2520"/>
                </a:cubicBezTo>
                <a:lnTo>
                  <a:pt x="9735" y="6679"/>
                </a:lnTo>
                <a:cubicBezTo>
                  <a:pt x="9735" y="6868"/>
                  <a:pt x="9578" y="7026"/>
                  <a:pt x="9389" y="7026"/>
                </a:cubicBezTo>
                <a:lnTo>
                  <a:pt x="8003" y="7026"/>
                </a:lnTo>
                <a:cubicBezTo>
                  <a:pt x="7813" y="7026"/>
                  <a:pt x="7656" y="6868"/>
                  <a:pt x="7656" y="6679"/>
                </a:cubicBezTo>
                <a:lnTo>
                  <a:pt x="7656" y="2520"/>
                </a:lnTo>
                <a:cubicBezTo>
                  <a:pt x="7656" y="2331"/>
                  <a:pt x="7813" y="2174"/>
                  <a:pt x="8003" y="2174"/>
                </a:cubicBezTo>
                <a:close/>
                <a:moveTo>
                  <a:pt x="5577" y="8412"/>
                </a:moveTo>
                <a:lnTo>
                  <a:pt x="5577" y="9105"/>
                </a:lnTo>
                <a:lnTo>
                  <a:pt x="5167" y="9105"/>
                </a:lnTo>
                <a:lnTo>
                  <a:pt x="5451" y="8412"/>
                </a:lnTo>
                <a:close/>
                <a:moveTo>
                  <a:pt x="6396" y="8412"/>
                </a:moveTo>
                <a:lnTo>
                  <a:pt x="6679" y="9105"/>
                </a:lnTo>
                <a:lnTo>
                  <a:pt x="6270" y="9105"/>
                </a:lnTo>
                <a:lnTo>
                  <a:pt x="6270" y="8412"/>
                </a:lnTo>
                <a:close/>
                <a:moveTo>
                  <a:pt x="5955" y="0"/>
                </a:moveTo>
                <a:cubicBezTo>
                  <a:pt x="5766" y="0"/>
                  <a:pt x="5608" y="158"/>
                  <a:pt x="5608" y="378"/>
                </a:cubicBezTo>
                <a:lnTo>
                  <a:pt x="5608" y="725"/>
                </a:lnTo>
                <a:lnTo>
                  <a:pt x="347" y="725"/>
                </a:lnTo>
                <a:cubicBezTo>
                  <a:pt x="158" y="725"/>
                  <a:pt x="0" y="882"/>
                  <a:pt x="0" y="1071"/>
                </a:cubicBezTo>
                <a:cubicBezTo>
                  <a:pt x="0" y="1260"/>
                  <a:pt x="158" y="1418"/>
                  <a:pt x="347" y="1418"/>
                </a:cubicBezTo>
                <a:lnTo>
                  <a:pt x="725" y="1418"/>
                </a:lnTo>
                <a:lnTo>
                  <a:pt x="725" y="7719"/>
                </a:lnTo>
                <a:lnTo>
                  <a:pt x="378" y="7719"/>
                </a:lnTo>
                <a:cubicBezTo>
                  <a:pt x="158" y="7719"/>
                  <a:pt x="0" y="7876"/>
                  <a:pt x="0" y="8097"/>
                </a:cubicBezTo>
                <a:cubicBezTo>
                  <a:pt x="0" y="8286"/>
                  <a:pt x="158" y="8443"/>
                  <a:pt x="378" y="8443"/>
                </a:cubicBezTo>
                <a:lnTo>
                  <a:pt x="4726" y="8443"/>
                </a:lnTo>
                <a:lnTo>
                  <a:pt x="3560" y="11436"/>
                </a:lnTo>
                <a:cubicBezTo>
                  <a:pt x="3466" y="11625"/>
                  <a:pt x="3560" y="11814"/>
                  <a:pt x="3749" y="11877"/>
                </a:cubicBezTo>
                <a:cubicBezTo>
                  <a:pt x="3788" y="11893"/>
                  <a:pt x="3831" y="11901"/>
                  <a:pt x="3876" y="11901"/>
                </a:cubicBezTo>
                <a:cubicBezTo>
                  <a:pt x="4016" y="11901"/>
                  <a:pt x="4167" y="11824"/>
                  <a:pt x="4190" y="11657"/>
                </a:cubicBezTo>
                <a:lnTo>
                  <a:pt x="4947" y="9830"/>
                </a:lnTo>
                <a:lnTo>
                  <a:pt x="5608" y="9830"/>
                </a:lnTo>
                <a:lnTo>
                  <a:pt x="5608" y="10838"/>
                </a:lnTo>
                <a:cubicBezTo>
                  <a:pt x="5608" y="11027"/>
                  <a:pt x="5766" y="11184"/>
                  <a:pt x="5955" y="11184"/>
                </a:cubicBezTo>
                <a:cubicBezTo>
                  <a:pt x="6144" y="11184"/>
                  <a:pt x="6301" y="11027"/>
                  <a:pt x="6301" y="10838"/>
                </a:cubicBezTo>
                <a:lnTo>
                  <a:pt x="6301" y="9830"/>
                </a:lnTo>
                <a:lnTo>
                  <a:pt x="6994" y="9830"/>
                </a:lnTo>
                <a:lnTo>
                  <a:pt x="7719" y="11657"/>
                </a:lnTo>
                <a:cubicBezTo>
                  <a:pt x="7791" y="11824"/>
                  <a:pt x="7916" y="11901"/>
                  <a:pt x="8042" y="11901"/>
                </a:cubicBezTo>
                <a:cubicBezTo>
                  <a:pt x="8082" y="11901"/>
                  <a:pt x="8122" y="11893"/>
                  <a:pt x="8160" y="11877"/>
                </a:cubicBezTo>
                <a:cubicBezTo>
                  <a:pt x="8349" y="11783"/>
                  <a:pt x="8444" y="11594"/>
                  <a:pt x="8349" y="11436"/>
                </a:cubicBezTo>
                <a:lnTo>
                  <a:pt x="7183" y="8443"/>
                </a:lnTo>
                <a:lnTo>
                  <a:pt x="11531" y="8443"/>
                </a:lnTo>
                <a:cubicBezTo>
                  <a:pt x="11752" y="8443"/>
                  <a:pt x="11909" y="8286"/>
                  <a:pt x="11909" y="8097"/>
                </a:cubicBezTo>
                <a:cubicBezTo>
                  <a:pt x="11909" y="7876"/>
                  <a:pt x="11752" y="7719"/>
                  <a:pt x="11531" y="7719"/>
                </a:cubicBezTo>
                <a:lnTo>
                  <a:pt x="11185" y="7719"/>
                </a:lnTo>
                <a:lnTo>
                  <a:pt x="11185" y="1418"/>
                </a:lnTo>
                <a:lnTo>
                  <a:pt x="11531" y="1418"/>
                </a:lnTo>
                <a:cubicBezTo>
                  <a:pt x="11752" y="1418"/>
                  <a:pt x="11909" y="1260"/>
                  <a:pt x="11909" y="1071"/>
                </a:cubicBezTo>
                <a:cubicBezTo>
                  <a:pt x="11909" y="882"/>
                  <a:pt x="11752" y="725"/>
                  <a:pt x="11531" y="725"/>
                </a:cubicBezTo>
                <a:lnTo>
                  <a:pt x="6301" y="725"/>
                </a:lnTo>
                <a:lnTo>
                  <a:pt x="6301" y="378"/>
                </a:lnTo>
                <a:cubicBezTo>
                  <a:pt x="6301" y="158"/>
                  <a:pt x="6144" y="0"/>
                  <a:pt x="59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4" name="Google Shape;7754;p36"/>
          <p:cNvSpPr/>
          <p:nvPr/>
        </p:nvSpPr>
        <p:spPr>
          <a:xfrm>
            <a:off x="1509830" y="4214227"/>
            <a:ext cx="23487" cy="70392"/>
          </a:xfrm>
          <a:custGeom>
            <a:rect b="b" l="l" r="r" t="t"/>
            <a:pathLst>
              <a:path extrusionOk="0" h="2080" w="694">
                <a:moveTo>
                  <a:pt x="1" y="0"/>
                </a:moveTo>
                <a:lnTo>
                  <a:pt x="1" y="2080"/>
                </a:lnTo>
                <a:lnTo>
                  <a:pt x="694" y="2080"/>
                </a:lnTo>
                <a:lnTo>
                  <a:pt x="69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5" name="Google Shape;7755;p36"/>
          <p:cNvSpPr/>
          <p:nvPr/>
        </p:nvSpPr>
        <p:spPr>
          <a:xfrm>
            <a:off x="1416018" y="4261133"/>
            <a:ext cx="23487" cy="23487"/>
          </a:xfrm>
          <a:custGeom>
            <a:rect b="b" l="l" r="r" t="t"/>
            <a:pathLst>
              <a:path extrusionOk="0" h="694" w="694">
                <a:moveTo>
                  <a:pt x="0" y="0"/>
                </a:moveTo>
                <a:lnTo>
                  <a:pt x="0" y="694"/>
                </a:lnTo>
                <a:lnTo>
                  <a:pt x="693" y="694"/>
                </a:lnTo>
                <a:lnTo>
                  <a:pt x="6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6" name="Google Shape;7756;p36"/>
          <p:cNvSpPr/>
          <p:nvPr/>
        </p:nvSpPr>
        <p:spPr>
          <a:xfrm>
            <a:off x="1603676" y="4167321"/>
            <a:ext cx="24536" cy="117298"/>
          </a:xfrm>
          <a:custGeom>
            <a:rect b="b" l="l" r="r" t="t"/>
            <a:pathLst>
              <a:path extrusionOk="0" h="3466" w="725">
                <a:moveTo>
                  <a:pt x="0" y="0"/>
                </a:moveTo>
                <a:lnTo>
                  <a:pt x="0" y="3466"/>
                </a:lnTo>
                <a:lnTo>
                  <a:pt x="725" y="3466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7" name="Google Shape;7757;p36"/>
          <p:cNvSpPr/>
          <p:nvPr/>
        </p:nvSpPr>
        <p:spPr>
          <a:xfrm>
            <a:off x="3914904" y="3081244"/>
            <a:ext cx="304989" cy="281502"/>
          </a:xfrm>
          <a:custGeom>
            <a:rect b="b" l="l" r="r" t="t"/>
            <a:pathLst>
              <a:path extrusionOk="0" h="8318" w="9012">
                <a:moveTo>
                  <a:pt x="4538" y="1"/>
                </a:moveTo>
                <a:cubicBezTo>
                  <a:pt x="2112" y="1"/>
                  <a:pt x="1" y="1985"/>
                  <a:pt x="32" y="4537"/>
                </a:cubicBezTo>
                <a:cubicBezTo>
                  <a:pt x="32" y="5860"/>
                  <a:pt x="631" y="7184"/>
                  <a:pt x="1797" y="8066"/>
                </a:cubicBezTo>
                <a:cubicBezTo>
                  <a:pt x="1923" y="8192"/>
                  <a:pt x="2017" y="8223"/>
                  <a:pt x="2049" y="8318"/>
                </a:cubicBezTo>
                <a:lnTo>
                  <a:pt x="4160" y="8318"/>
                </a:lnTo>
                <a:lnTo>
                  <a:pt x="4160" y="6900"/>
                </a:lnTo>
                <a:lnTo>
                  <a:pt x="2427" y="6900"/>
                </a:lnTo>
                <a:cubicBezTo>
                  <a:pt x="2238" y="6900"/>
                  <a:pt x="2080" y="6743"/>
                  <a:pt x="2080" y="6554"/>
                </a:cubicBezTo>
                <a:lnTo>
                  <a:pt x="2080" y="5829"/>
                </a:lnTo>
                <a:cubicBezTo>
                  <a:pt x="2080" y="4852"/>
                  <a:pt x="2679" y="4033"/>
                  <a:pt x="3498" y="3624"/>
                </a:cubicBezTo>
                <a:cubicBezTo>
                  <a:pt x="3277" y="3403"/>
                  <a:pt x="3151" y="3088"/>
                  <a:pt x="3151" y="2678"/>
                </a:cubicBezTo>
                <a:cubicBezTo>
                  <a:pt x="3151" y="1922"/>
                  <a:pt x="3782" y="1292"/>
                  <a:pt x="4538" y="1292"/>
                </a:cubicBezTo>
                <a:cubicBezTo>
                  <a:pt x="5262" y="1292"/>
                  <a:pt x="5892" y="1922"/>
                  <a:pt x="5892" y="2678"/>
                </a:cubicBezTo>
                <a:cubicBezTo>
                  <a:pt x="5892" y="3025"/>
                  <a:pt x="5735" y="3340"/>
                  <a:pt x="5546" y="3624"/>
                </a:cubicBezTo>
                <a:cubicBezTo>
                  <a:pt x="6365" y="4033"/>
                  <a:pt x="6964" y="4852"/>
                  <a:pt x="6964" y="5829"/>
                </a:cubicBezTo>
                <a:lnTo>
                  <a:pt x="6964" y="6554"/>
                </a:lnTo>
                <a:cubicBezTo>
                  <a:pt x="6964" y="6743"/>
                  <a:pt x="6806" y="6900"/>
                  <a:pt x="6617" y="6900"/>
                </a:cubicBezTo>
                <a:lnTo>
                  <a:pt x="4884" y="6900"/>
                </a:lnTo>
                <a:lnTo>
                  <a:pt x="4884" y="8318"/>
                </a:lnTo>
                <a:lnTo>
                  <a:pt x="6995" y="8318"/>
                </a:lnTo>
                <a:cubicBezTo>
                  <a:pt x="7027" y="8286"/>
                  <a:pt x="7121" y="8192"/>
                  <a:pt x="7247" y="8129"/>
                </a:cubicBezTo>
                <a:cubicBezTo>
                  <a:pt x="8413" y="7184"/>
                  <a:pt x="9011" y="5829"/>
                  <a:pt x="9011" y="4506"/>
                </a:cubicBezTo>
                <a:cubicBezTo>
                  <a:pt x="9011" y="2017"/>
                  <a:pt x="6995" y="1"/>
                  <a:pt x="45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8" name="Google Shape;7758;p36"/>
          <p:cNvSpPr/>
          <p:nvPr/>
        </p:nvSpPr>
        <p:spPr>
          <a:xfrm>
            <a:off x="4043946" y="3150553"/>
            <a:ext cx="47989" cy="48023"/>
          </a:xfrm>
          <a:custGeom>
            <a:rect b="b" l="l" r="r" t="t"/>
            <a:pathLst>
              <a:path extrusionOk="0" h="1419" w="1418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59" name="Google Shape;7759;p36"/>
          <p:cNvSpPr/>
          <p:nvPr/>
        </p:nvSpPr>
        <p:spPr>
          <a:xfrm>
            <a:off x="3986345" y="3386166"/>
            <a:ext cx="164238" cy="48023"/>
          </a:xfrm>
          <a:custGeom>
            <a:rect b="b" l="l" r="r" t="t"/>
            <a:pathLst>
              <a:path extrusionOk="0" h="1419" w="4853">
                <a:moveTo>
                  <a:pt x="1" y="1"/>
                </a:moveTo>
                <a:lnTo>
                  <a:pt x="1" y="347"/>
                </a:lnTo>
                <a:cubicBezTo>
                  <a:pt x="1" y="946"/>
                  <a:pt x="473" y="1419"/>
                  <a:pt x="1040" y="1419"/>
                </a:cubicBezTo>
                <a:lnTo>
                  <a:pt x="3781" y="1419"/>
                </a:lnTo>
                <a:cubicBezTo>
                  <a:pt x="4380" y="1419"/>
                  <a:pt x="4853" y="946"/>
                  <a:pt x="4853" y="347"/>
                </a:cubicBezTo>
                <a:lnTo>
                  <a:pt x="485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0" name="Google Shape;7760;p36"/>
          <p:cNvSpPr/>
          <p:nvPr/>
        </p:nvSpPr>
        <p:spPr>
          <a:xfrm>
            <a:off x="4009798" y="3223044"/>
            <a:ext cx="117332" cy="70392"/>
          </a:xfrm>
          <a:custGeom>
            <a:rect b="b" l="l" r="r" t="t"/>
            <a:pathLst>
              <a:path extrusionOk="0" h="2080" w="3467">
                <a:moveTo>
                  <a:pt x="1734" y="1"/>
                </a:moveTo>
                <a:cubicBezTo>
                  <a:pt x="789" y="1"/>
                  <a:pt x="1" y="725"/>
                  <a:pt x="1" y="1733"/>
                </a:cubicBezTo>
                <a:lnTo>
                  <a:pt x="1" y="2080"/>
                </a:lnTo>
                <a:lnTo>
                  <a:pt x="3466" y="2080"/>
                </a:lnTo>
                <a:lnTo>
                  <a:pt x="3466" y="1733"/>
                </a:lnTo>
                <a:cubicBezTo>
                  <a:pt x="3466" y="788"/>
                  <a:pt x="2679" y="1"/>
                  <a:pt x="17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1" name="Google Shape;7761;p36"/>
          <p:cNvSpPr/>
          <p:nvPr/>
        </p:nvSpPr>
        <p:spPr>
          <a:xfrm>
            <a:off x="4009798" y="3457607"/>
            <a:ext cx="118381" cy="23487"/>
          </a:xfrm>
          <a:custGeom>
            <a:rect b="b" l="l" r="r" t="t"/>
            <a:pathLst>
              <a:path extrusionOk="0" h="694" w="3498">
                <a:moveTo>
                  <a:pt x="32" y="1"/>
                </a:moveTo>
                <a:cubicBezTo>
                  <a:pt x="1" y="379"/>
                  <a:pt x="284" y="694"/>
                  <a:pt x="694" y="694"/>
                </a:cubicBezTo>
                <a:lnTo>
                  <a:pt x="2773" y="694"/>
                </a:lnTo>
                <a:cubicBezTo>
                  <a:pt x="3183" y="694"/>
                  <a:pt x="3498" y="379"/>
                  <a:pt x="34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2" name="Google Shape;7762;p36"/>
          <p:cNvSpPr/>
          <p:nvPr/>
        </p:nvSpPr>
        <p:spPr>
          <a:xfrm>
            <a:off x="3856762" y="3584899"/>
            <a:ext cx="421204" cy="40171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3" name="Google Shape;7763;p36"/>
          <p:cNvSpPr/>
          <p:nvPr/>
        </p:nvSpPr>
        <p:spPr>
          <a:xfrm>
            <a:off x="3865865" y="4211433"/>
            <a:ext cx="403064" cy="260181"/>
          </a:xfrm>
          <a:custGeom>
            <a:rect b="b" l="l" r="r" t="t"/>
            <a:pathLst>
              <a:path extrusionOk="0" h="7688" w="11910">
                <a:moveTo>
                  <a:pt x="5923" y="0"/>
                </a:moveTo>
                <a:cubicBezTo>
                  <a:pt x="5325" y="0"/>
                  <a:pt x="4821" y="347"/>
                  <a:pt x="4631" y="914"/>
                </a:cubicBezTo>
                <a:cubicBezTo>
                  <a:pt x="4505" y="1166"/>
                  <a:pt x="4505" y="1449"/>
                  <a:pt x="4568" y="1764"/>
                </a:cubicBezTo>
                <a:cubicBezTo>
                  <a:pt x="4884" y="1922"/>
                  <a:pt x="5199" y="2016"/>
                  <a:pt x="5577" y="2048"/>
                </a:cubicBezTo>
                <a:lnTo>
                  <a:pt x="5577" y="2741"/>
                </a:lnTo>
                <a:lnTo>
                  <a:pt x="2458" y="2741"/>
                </a:lnTo>
                <a:cubicBezTo>
                  <a:pt x="1859" y="2741"/>
                  <a:pt x="1418" y="3214"/>
                  <a:pt x="1418" y="3781"/>
                </a:cubicBezTo>
                <a:lnTo>
                  <a:pt x="1418" y="4190"/>
                </a:lnTo>
                <a:cubicBezTo>
                  <a:pt x="630" y="4316"/>
                  <a:pt x="0" y="5041"/>
                  <a:pt x="0" y="5891"/>
                </a:cubicBezTo>
                <a:cubicBezTo>
                  <a:pt x="0" y="6837"/>
                  <a:pt x="788" y="7687"/>
                  <a:pt x="1765" y="7687"/>
                </a:cubicBezTo>
                <a:cubicBezTo>
                  <a:pt x="2710" y="7687"/>
                  <a:pt x="3497" y="6900"/>
                  <a:pt x="3497" y="5891"/>
                </a:cubicBezTo>
                <a:cubicBezTo>
                  <a:pt x="3497" y="5072"/>
                  <a:pt x="2930" y="4316"/>
                  <a:pt x="2143" y="4190"/>
                </a:cubicBezTo>
                <a:lnTo>
                  <a:pt x="2143" y="3781"/>
                </a:lnTo>
                <a:cubicBezTo>
                  <a:pt x="2143" y="3592"/>
                  <a:pt x="2300" y="3434"/>
                  <a:pt x="2489" y="3434"/>
                </a:cubicBezTo>
                <a:lnTo>
                  <a:pt x="5608" y="3434"/>
                </a:lnTo>
                <a:lnTo>
                  <a:pt x="5608" y="4127"/>
                </a:lnTo>
                <a:cubicBezTo>
                  <a:pt x="4821" y="4285"/>
                  <a:pt x="4222" y="5009"/>
                  <a:pt x="4222" y="5860"/>
                </a:cubicBezTo>
                <a:cubicBezTo>
                  <a:pt x="4222" y="6805"/>
                  <a:pt x="5010" y="7656"/>
                  <a:pt x="5955" y="7656"/>
                </a:cubicBezTo>
                <a:cubicBezTo>
                  <a:pt x="6900" y="7656"/>
                  <a:pt x="7687" y="6868"/>
                  <a:pt x="7687" y="5860"/>
                </a:cubicBezTo>
                <a:cubicBezTo>
                  <a:pt x="7687" y="5041"/>
                  <a:pt x="7089" y="4285"/>
                  <a:pt x="6301" y="4127"/>
                </a:cubicBezTo>
                <a:lnTo>
                  <a:pt x="6301" y="3434"/>
                </a:lnTo>
                <a:lnTo>
                  <a:pt x="9452" y="3434"/>
                </a:lnTo>
                <a:cubicBezTo>
                  <a:pt x="9641" y="3434"/>
                  <a:pt x="9798" y="3592"/>
                  <a:pt x="9798" y="3781"/>
                </a:cubicBezTo>
                <a:lnTo>
                  <a:pt x="9798" y="4190"/>
                </a:lnTo>
                <a:cubicBezTo>
                  <a:pt x="9011" y="4316"/>
                  <a:pt x="8444" y="5041"/>
                  <a:pt x="8444" y="5891"/>
                </a:cubicBezTo>
                <a:cubicBezTo>
                  <a:pt x="8444" y="6837"/>
                  <a:pt x="9231" y="7687"/>
                  <a:pt x="10176" y="7687"/>
                </a:cubicBezTo>
                <a:cubicBezTo>
                  <a:pt x="11121" y="7687"/>
                  <a:pt x="11909" y="6900"/>
                  <a:pt x="11909" y="5891"/>
                </a:cubicBezTo>
                <a:cubicBezTo>
                  <a:pt x="11783" y="5135"/>
                  <a:pt x="11185" y="4379"/>
                  <a:pt x="10397" y="4222"/>
                </a:cubicBezTo>
                <a:lnTo>
                  <a:pt x="10397" y="3812"/>
                </a:lnTo>
                <a:cubicBezTo>
                  <a:pt x="10397" y="3245"/>
                  <a:pt x="9924" y="2804"/>
                  <a:pt x="9389" y="2804"/>
                </a:cubicBezTo>
                <a:lnTo>
                  <a:pt x="6238" y="2804"/>
                </a:lnTo>
                <a:lnTo>
                  <a:pt x="6238" y="2079"/>
                </a:lnTo>
                <a:cubicBezTo>
                  <a:pt x="6585" y="2048"/>
                  <a:pt x="6900" y="1922"/>
                  <a:pt x="7215" y="1827"/>
                </a:cubicBezTo>
                <a:cubicBezTo>
                  <a:pt x="7341" y="1418"/>
                  <a:pt x="7246" y="977"/>
                  <a:pt x="7057" y="630"/>
                </a:cubicBezTo>
                <a:cubicBezTo>
                  <a:pt x="6774" y="221"/>
                  <a:pt x="6396" y="0"/>
                  <a:pt x="59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4" name="Google Shape;7764;p36"/>
          <p:cNvSpPr/>
          <p:nvPr/>
        </p:nvSpPr>
        <p:spPr>
          <a:xfrm>
            <a:off x="4041778" y="4142124"/>
            <a:ext cx="48023" cy="47989"/>
          </a:xfrm>
          <a:custGeom>
            <a:rect b="b" l="l" r="r" t="t"/>
            <a:pathLst>
              <a:path extrusionOk="0" h="1418" w="1419">
                <a:moveTo>
                  <a:pt x="725" y="0"/>
                </a:moveTo>
                <a:cubicBezTo>
                  <a:pt x="284" y="0"/>
                  <a:pt x="1" y="315"/>
                  <a:pt x="1" y="725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5"/>
                  <a:pt x="1103" y="0"/>
                  <a:pt x="72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5" name="Google Shape;7765;p36"/>
          <p:cNvSpPr/>
          <p:nvPr/>
        </p:nvSpPr>
        <p:spPr>
          <a:xfrm>
            <a:off x="3960759" y="4071732"/>
            <a:ext cx="210060" cy="183426"/>
          </a:xfrm>
          <a:custGeom>
            <a:rect b="b" l="l" r="r" t="t"/>
            <a:pathLst>
              <a:path extrusionOk="0" h="5420" w="6207">
                <a:moveTo>
                  <a:pt x="3119" y="1"/>
                </a:moveTo>
                <a:cubicBezTo>
                  <a:pt x="1386" y="1"/>
                  <a:pt x="0" y="1387"/>
                  <a:pt x="0" y="3120"/>
                </a:cubicBezTo>
                <a:cubicBezTo>
                  <a:pt x="0" y="4002"/>
                  <a:pt x="410" y="4853"/>
                  <a:pt x="1071" y="5420"/>
                </a:cubicBezTo>
                <a:cubicBezTo>
                  <a:pt x="1071" y="5231"/>
                  <a:pt x="1103" y="5042"/>
                  <a:pt x="1197" y="4853"/>
                </a:cubicBezTo>
                <a:cubicBezTo>
                  <a:pt x="1323" y="4380"/>
                  <a:pt x="1701" y="3971"/>
                  <a:pt x="2111" y="3750"/>
                </a:cubicBezTo>
                <a:cubicBezTo>
                  <a:pt x="1890" y="3498"/>
                  <a:pt x="1733" y="3151"/>
                  <a:pt x="1733" y="2805"/>
                </a:cubicBezTo>
                <a:cubicBezTo>
                  <a:pt x="1733" y="2049"/>
                  <a:pt x="2363" y="1419"/>
                  <a:pt x="3119" y="1419"/>
                </a:cubicBezTo>
                <a:cubicBezTo>
                  <a:pt x="3844" y="1419"/>
                  <a:pt x="4474" y="2049"/>
                  <a:pt x="4474" y="2805"/>
                </a:cubicBezTo>
                <a:cubicBezTo>
                  <a:pt x="4474" y="3151"/>
                  <a:pt x="4348" y="3498"/>
                  <a:pt x="4096" y="3750"/>
                </a:cubicBezTo>
                <a:cubicBezTo>
                  <a:pt x="4379" y="3876"/>
                  <a:pt x="4600" y="4097"/>
                  <a:pt x="4789" y="4380"/>
                </a:cubicBezTo>
                <a:cubicBezTo>
                  <a:pt x="5009" y="4695"/>
                  <a:pt x="5135" y="5042"/>
                  <a:pt x="5167" y="5420"/>
                </a:cubicBezTo>
                <a:cubicBezTo>
                  <a:pt x="5797" y="4853"/>
                  <a:pt x="6207" y="4065"/>
                  <a:pt x="6207" y="3120"/>
                </a:cubicBezTo>
                <a:cubicBezTo>
                  <a:pt x="6207" y="1387"/>
                  <a:pt x="4852" y="1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6" name="Google Shape;7766;p36"/>
          <p:cNvSpPr/>
          <p:nvPr/>
        </p:nvSpPr>
        <p:spPr>
          <a:xfrm>
            <a:off x="6517028" y="3174345"/>
            <a:ext cx="165287" cy="134389"/>
          </a:xfrm>
          <a:custGeom>
            <a:rect b="b" l="l" r="r" t="t"/>
            <a:pathLst>
              <a:path extrusionOk="0" h="3971" w="4884">
                <a:moveTo>
                  <a:pt x="2426" y="1"/>
                </a:moveTo>
                <a:cubicBezTo>
                  <a:pt x="1103" y="1"/>
                  <a:pt x="0" y="1104"/>
                  <a:pt x="0" y="2427"/>
                </a:cubicBezTo>
                <a:cubicBezTo>
                  <a:pt x="0" y="3025"/>
                  <a:pt x="190" y="3530"/>
                  <a:pt x="536" y="3971"/>
                </a:cubicBezTo>
                <a:cubicBezTo>
                  <a:pt x="820" y="3624"/>
                  <a:pt x="1103" y="3309"/>
                  <a:pt x="1481" y="3057"/>
                </a:cubicBezTo>
                <a:cubicBezTo>
                  <a:pt x="1261" y="2805"/>
                  <a:pt x="1103" y="2458"/>
                  <a:pt x="1103" y="2112"/>
                </a:cubicBezTo>
                <a:cubicBezTo>
                  <a:pt x="1103" y="1356"/>
                  <a:pt x="1733" y="726"/>
                  <a:pt x="2489" y="726"/>
                </a:cubicBezTo>
                <a:cubicBezTo>
                  <a:pt x="3214" y="726"/>
                  <a:pt x="3844" y="1356"/>
                  <a:pt x="3844" y="2112"/>
                </a:cubicBezTo>
                <a:cubicBezTo>
                  <a:pt x="3844" y="2458"/>
                  <a:pt x="3687" y="2805"/>
                  <a:pt x="3466" y="3057"/>
                </a:cubicBezTo>
                <a:cubicBezTo>
                  <a:pt x="3844" y="3246"/>
                  <a:pt x="4128" y="3561"/>
                  <a:pt x="4317" y="3971"/>
                </a:cubicBezTo>
                <a:cubicBezTo>
                  <a:pt x="4695" y="3530"/>
                  <a:pt x="4884" y="3025"/>
                  <a:pt x="4884" y="2427"/>
                </a:cubicBezTo>
                <a:cubicBezTo>
                  <a:pt x="4884" y="1104"/>
                  <a:pt x="3781" y="1"/>
                  <a:pt x="242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7" name="Google Shape;7767;p36"/>
          <p:cNvSpPr/>
          <p:nvPr/>
        </p:nvSpPr>
        <p:spPr>
          <a:xfrm>
            <a:off x="6576727" y="3222333"/>
            <a:ext cx="48023" cy="48023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725" y="1418"/>
                </a:cubicBezTo>
                <a:cubicBezTo>
                  <a:pt x="1103" y="1418"/>
                  <a:pt x="1418" y="1103"/>
                  <a:pt x="1418" y="694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8" name="Google Shape;7768;p36"/>
          <p:cNvSpPr/>
          <p:nvPr/>
        </p:nvSpPr>
        <p:spPr>
          <a:xfrm>
            <a:off x="6425349" y="3079991"/>
            <a:ext cx="350811" cy="353485"/>
          </a:xfrm>
          <a:custGeom>
            <a:rect b="b" l="l" r="r" t="t"/>
            <a:pathLst>
              <a:path extrusionOk="0" h="10445" w="10366">
                <a:moveTo>
                  <a:pt x="5198" y="2159"/>
                </a:moveTo>
                <a:cubicBezTo>
                  <a:pt x="6931" y="2159"/>
                  <a:pt x="8286" y="3514"/>
                  <a:pt x="8286" y="5246"/>
                </a:cubicBezTo>
                <a:cubicBezTo>
                  <a:pt x="8286" y="6916"/>
                  <a:pt x="6931" y="8365"/>
                  <a:pt x="5198" y="8365"/>
                </a:cubicBezTo>
                <a:cubicBezTo>
                  <a:pt x="3340" y="8365"/>
                  <a:pt x="2079" y="6822"/>
                  <a:pt x="2079" y="5246"/>
                </a:cubicBezTo>
                <a:cubicBezTo>
                  <a:pt x="2079" y="3514"/>
                  <a:pt x="3497" y="2159"/>
                  <a:pt x="5198" y="2159"/>
                </a:cubicBezTo>
                <a:close/>
                <a:moveTo>
                  <a:pt x="5167" y="1"/>
                </a:moveTo>
                <a:cubicBezTo>
                  <a:pt x="5088" y="1"/>
                  <a:pt x="5009" y="17"/>
                  <a:pt x="4946" y="48"/>
                </a:cubicBezTo>
                <a:lnTo>
                  <a:pt x="4001" y="836"/>
                </a:lnTo>
                <a:lnTo>
                  <a:pt x="2773" y="678"/>
                </a:lnTo>
                <a:cubicBezTo>
                  <a:pt x="2756" y="675"/>
                  <a:pt x="2739" y="673"/>
                  <a:pt x="2723" y="673"/>
                </a:cubicBezTo>
                <a:cubicBezTo>
                  <a:pt x="2583" y="673"/>
                  <a:pt x="2454" y="786"/>
                  <a:pt x="2426" y="899"/>
                </a:cubicBezTo>
                <a:lnTo>
                  <a:pt x="1953" y="2033"/>
                </a:lnTo>
                <a:lnTo>
                  <a:pt x="819" y="2505"/>
                </a:lnTo>
                <a:cubicBezTo>
                  <a:pt x="662" y="2568"/>
                  <a:pt x="567" y="2694"/>
                  <a:pt x="630" y="2852"/>
                </a:cubicBezTo>
                <a:lnTo>
                  <a:pt x="788" y="4081"/>
                </a:lnTo>
                <a:lnTo>
                  <a:pt x="32" y="5026"/>
                </a:lnTo>
                <a:cubicBezTo>
                  <a:pt x="0" y="5183"/>
                  <a:pt x="0" y="5341"/>
                  <a:pt x="63" y="5467"/>
                </a:cubicBezTo>
                <a:lnTo>
                  <a:pt x="819" y="6381"/>
                </a:lnTo>
                <a:lnTo>
                  <a:pt x="662" y="7609"/>
                </a:lnTo>
                <a:cubicBezTo>
                  <a:pt x="630" y="7767"/>
                  <a:pt x="725" y="7924"/>
                  <a:pt x="851" y="7956"/>
                </a:cubicBezTo>
                <a:lnTo>
                  <a:pt x="1985" y="8428"/>
                </a:lnTo>
                <a:lnTo>
                  <a:pt x="2457" y="9594"/>
                </a:lnTo>
                <a:cubicBezTo>
                  <a:pt x="2536" y="9725"/>
                  <a:pt x="2637" y="9791"/>
                  <a:pt x="2741" y="9791"/>
                </a:cubicBezTo>
                <a:cubicBezTo>
                  <a:pt x="2762" y="9791"/>
                  <a:pt x="2783" y="9788"/>
                  <a:pt x="2804" y="9783"/>
                </a:cubicBezTo>
                <a:lnTo>
                  <a:pt x="4033" y="9626"/>
                </a:lnTo>
                <a:lnTo>
                  <a:pt x="4978" y="10382"/>
                </a:lnTo>
                <a:cubicBezTo>
                  <a:pt x="5072" y="10413"/>
                  <a:pt x="5104" y="10445"/>
                  <a:pt x="5167" y="10445"/>
                </a:cubicBezTo>
                <a:cubicBezTo>
                  <a:pt x="5261" y="10445"/>
                  <a:pt x="5324" y="10413"/>
                  <a:pt x="5387" y="10382"/>
                </a:cubicBezTo>
                <a:lnTo>
                  <a:pt x="6333" y="9626"/>
                </a:lnTo>
                <a:lnTo>
                  <a:pt x="7530" y="9783"/>
                </a:lnTo>
                <a:cubicBezTo>
                  <a:pt x="7687" y="9783"/>
                  <a:pt x="7876" y="9689"/>
                  <a:pt x="7908" y="9594"/>
                </a:cubicBezTo>
                <a:lnTo>
                  <a:pt x="8380" y="8428"/>
                </a:lnTo>
                <a:lnTo>
                  <a:pt x="9515" y="7956"/>
                </a:lnTo>
                <a:cubicBezTo>
                  <a:pt x="9672" y="7893"/>
                  <a:pt x="9735" y="7767"/>
                  <a:pt x="9704" y="7609"/>
                </a:cubicBezTo>
                <a:lnTo>
                  <a:pt x="9546" y="6381"/>
                </a:lnTo>
                <a:lnTo>
                  <a:pt x="10302" y="5467"/>
                </a:lnTo>
                <a:cubicBezTo>
                  <a:pt x="10365" y="5341"/>
                  <a:pt x="10365" y="5120"/>
                  <a:pt x="10302" y="5026"/>
                </a:cubicBezTo>
                <a:lnTo>
                  <a:pt x="9546" y="4081"/>
                </a:lnTo>
                <a:lnTo>
                  <a:pt x="9704" y="2852"/>
                </a:lnTo>
                <a:cubicBezTo>
                  <a:pt x="9735" y="2694"/>
                  <a:pt x="9641" y="2537"/>
                  <a:pt x="9515" y="2505"/>
                </a:cubicBezTo>
                <a:lnTo>
                  <a:pt x="8380" y="2033"/>
                </a:lnTo>
                <a:lnTo>
                  <a:pt x="7908" y="899"/>
                </a:lnTo>
                <a:cubicBezTo>
                  <a:pt x="7826" y="762"/>
                  <a:pt x="7719" y="672"/>
                  <a:pt x="7589" y="672"/>
                </a:cubicBezTo>
                <a:cubicBezTo>
                  <a:pt x="7570" y="672"/>
                  <a:pt x="7550" y="674"/>
                  <a:pt x="7530" y="678"/>
                </a:cubicBezTo>
                <a:lnTo>
                  <a:pt x="6333" y="836"/>
                </a:lnTo>
                <a:lnTo>
                  <a:pt x="5387" y="48"/>
                </a:lnTo>
                <a:cubicBezTo>
                  <a:pt x="5324" y="17"/>
                  <a:pt x="524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69" name="Google Shape;7769;p36"/>
          <p:cNvSpPr/>
          <p:nvPr/>
        </p:nvSpPr>
        <p:spPr>
          <a:xfrm>
            <a:off x="6555406" y="3292726"/>
            <a:ext cx="90664" cy="46940"/>
          </a:xfrm>
          <a:custGeom>
            <a:rect b="b" l="l" r="r" t="t"/>
            <a:pathLst>
              <a:path extrusionOk="0" h="1387" w="2679">
                <a:moveTo>
                  <a:pt x="1355" y="0"/>
                </a:moveTo>
                <a:cubicBezTo>
                  <a:pt x="725" y="0"/>
                  <a:pt x="190" y="441"/>
                  <a:pt x="1" y="977"/>
                </a:cubicBezTo>
                <a:cubicBezTo>
                  <a:pt x="410" y="1229"/>
                  <a:pt x="820" y="1386"/>
                  <a:pt x="1355" y="1386"/>
                </a:cubicBezTo>
                <a:cubicBezTo>
                  <a:pt x="1859" y="1386"/>
                  <a:pt x="2301" y="1229"/>
                  <a:pt x="2679" y="977"/>
                </a:cubicBezTo>
                <a:cubicBezTo>
                  <a:pt x="2521" y="410"/>
                  <a:pt x="1985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0" name="Google Shape;7770;p36"/>
          <p:cNvSpPr/>
          <p:nvPr/>
        </p:nvSpPr>
        <p:spPr>
          <a:xfrm>
            <a:off x="6672705" y="3362001"/>
            <a:ext cx="129046" cy="117738"/>
          </a:xfrm>
          <a:custGeom>
            <a:rect b="b" l="l" r="r" t="t"/>
            <a:pathLst>
              <a:path extrusionOk="0" h="3479" w="3812">
                <a:moveTo>
                  <a:pt x="2867" y="1"/>
                </a:moveTo>
                <a:cubicBezTo>
                  <a:pt x="2741" y="127"/>
                  <a:pt x="2647" y="221"/>
                  <a:pt x="2489" y="284"/>
                </a:cubicBezTo>
                <a:lnTo>
                  <a:pt x="1607" y="631"/>
                </a:lnTo>
                <a:lnTo>
                  <a:pt x="1260" y="1482"/>
                </a:lnTo>
                <a:cubicBezTo>
                  <a:pt x="1103" y="1891"/>
                  <a:pt x="693" y="2112"/>
                  <a:pt x="284" y="2112"/>
                </a:cubicBezTo>
                <a:lnTo>
                  <a:pt x="158" y="2112"/>
                </a:lnTo>
                <a:lnTo>
                  <a:pt x="0" y="2080"/>
                </a:lnTo>
                <a:lnTo>
                  <a:pt x="1166" y="3372"/>
                </a:lnTo>
                <a:cubicBezTo>
                  <a:pt x="1237" y="3443"/>
                  <a:pt x="1343" y="3478"/>
                  <a:pt x="1445" y="3478"/>
                </a:cubicBezTo>
                <a:cubicBezTo>
                  <a:pt x="1479" y="3478"/>
                  <a:pt x="1512" y="3474"/>
                  <a:pt x="1544" y="3466"/>
                </a:cubicBezTo>
                <a:cubicBezTo>
                  <a:pt x="1638" y="3403"/>
                  <a:pt x="1764" y="3340"/>
                  <a:pt x="1764" y="3183"/>
                </a:cubicBezTo>
                <a:lnTo>
                  <a:pt x="2080" y="1639"/>
                </a:lnTo>
                <a:lnTo>
                  <a:pt x="3497" y="1324"/>
                </a:lnTo>
                <a:cubicBezTo>
                  <a:pt x="3532" y="1338"/>
                  <a:pt x="3563" y="1344"/>
                  <a:pt x="3592" y="1344"/>
                </a:cubicBezTo>
                <a:cubicBezTo>
                  <a:pt x="3693" y="1344"/>
                  <a:pt x="3756" y="1265"/>
                  <a:pt x="3781" y="1167"/>
                </a:cubicBezTo>
                <a:cubicBezTo>
                  <a:pt x="3812" y="1072"/>
                  <a:pt x="3781" y="946"/>
                  <a:pt x="3686" y="820"/>
                </a:cubicBezTo>
                <a:lnTo>
                  <a:pt x="286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1" name="Google Shape;7771;p36"/>
          <p:cNvSpPr/>
          <p:nvPr/>
        </p:nvSpPr>
        <p:spPr>
          <a:xfrm>
            <a:off x="6400814" y="3364133"/>
            <a:ext cx="129046" cy="118213"/>
          </a:xfrm>
          <a:custGeom>
            <a:rect b="b" l="l" r="r" t="t"/>
            <a:pathLst>
              <a:path extrusionOk="0" h="3492" w="3812">
                <a:moveTo>
                  <a:pt x="946" y="1"/>
                </a:moveTo>
                <a:lnTo>
                  <a:pt x="126" y="851"/>
                </a:lnTo>
                <a:cubicBezTo>
                  <a:pt x="0" y="851"/>
                  <a:pt x="0" y="1009"/>
                  <a:pt x="32" y="1104"/>
                </a:cubicBezTo>
                <a:cubicBezTo>
                  <a:pt x="95" y="1230"/>
                  <a:pt x="158" y="1324"/>
                  <a:pt x="315" y="1356"/>
                </a:cubicBezTo>
                <a:lnTo>
                  <a:pt x="1733" y="1671"/>
                </a:lnTo>
                <a:lnTo>
                  <a:pt x="2048" y="3214"/>
                </a:lnTo>
                <a:cubicBezTo>
                  <a:pt x="2080" y="3309"/>
                  <a:pt x="2174" y="3435"/>
                  <a:pt x="2300" y="3466"/>
                </a:cubicBezTo>
                <a:cubicBezTo>
                  <a:pt x="2328" y="3485"/>
                  <a:pt x="2361" y="3492"/>
                  <a:pt x="2396" y="3492"/>
                </a:cubicBezTo>
                <a:cubicBezTo>
                  <a:pt x="2482" y="3492"/>
                  <a:pt x="2580" y="3448"/>
                  <a:pt x="2647" y="3403"/>
                </a:cubicBezTo>
                <a:lnTo>
                  <a:pt x="3813" y="2112"/>
                </a:lnTo>
                <a:lnTo>
                  <a:pt x="3813" y="2112"/>
                </a:lnTo>
                <a:lnTo>
                  <a:pt x="3624" y="2143"/>
                </a:lnTo>
                <a:lnTo>
                  <a:pt x="3561" y="2143"/>
                </a:lnTo>
                <a:cubicBezTo>
                  <a:pt x="3119" y="2143"/>
                  <a:pt x="2773" y="1891"/>
                  <a:pt x="2552" y="1513"/>
                </a:cubicBezTo>
                <a:lnTo>
                  <a:pt x="2206" y="631"/>
                </a:lnTo>
                <a:lnTo>
                  <a:pt x="1355" y="284"/>
                </a:lnTo>
                <a:cubicBezTo>
                  <a:pt x="1198" y="221"/>
                  <a:pt x="1072" y="127"/>
                  <a:pt x="9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2" name="Google Shape;7772;p36"/>
          <p:cNvSpPr/>
          <p:nvPr/>
        </p:nvSpPr>
        <p:spPr>
          <a:xfrm>
            <a:off x="6506369" y="3773494"/>
            <a:ext cx="188740" cy="188740"/>
          </a:xfrm>
          <a:custGeom>
            <a:rect b="b" l="l" r="r" t="t"/>
            <a:pathLst>
              <a:path extrusionOk="0" h="5577" w="5577">
                <a:moveTo>
                  <a:pt x="2804" y="0"/>
                </a:moveTo>
                <a:cubicBezTo>
                  <a:pt x="1607" y="0"/>
                  <a:pt x="1450" y="725"/>
                  <a:pt x="1009" y="3308"/>
                </a:cubicBezTo>
                <a:cubicBezTo>
                  <a:pt x="946" y="3749"/>
                  <a:pt x="851" y="4285"/>
                  <a:pt x="757" y="4883"/>
                </a:cubicBezTo>
                <a:lnTo>
                  <a:pt x="347" y="4883"/>
                </a:lnTo>
                <a:cubicBezTo>
                  <a:pt x="158" y="4883"/>
                  <a:pt x="0" y="5041"/>
                  <a:pt x="0" y="5230"/>
                </a:cubicBezTo>
                <a:cubicBezTo>
                  <a:pt x="0" y="5419"/>
                  <a:pt x="158" y="5576"/>
                  <a:pt x="347" y="5576"/>
                </a:cubicBezTo>
                <a:lnTo>
                  <a:pt x="5230" y="5576"/>
                </a:lnTo>
                <a:cubicBezTo>
                  <a:pt x="5419" y="5545"/>
                  <a:pt x="5577" y="5387"/>
                  <a:pt x="5577" y="5198"/>
                </a:cubicBezTo>
                <a:cubicBezTo>
                  <a:pt x="5577" y="5009"/>
                  <a:pt x="5419" y="4852"/>
                  <a:pt x="5230" y="4852"/>
                </a:cubicBezTo>
                <a:lnTo>
                  <a:pt x="4852" y="4852"/>
                </a:lnTo>
                <a:cubicBezTo>
                  <a:pt x="4726" y="4253"/>
                  <a:pt x="4632" y="3749"/>
                  <a:pt x="4569" y="3277"/>
                </a:cubicBezTo>
                <a:cubicBezTo>
                  <a:pt x="4128" y="756"/>
                  <a:pt x="3970" y="0"/>
                  <a:pt x="28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3" name="Google Shape;7773;p36"/>
          <p:cNvSpPr/>
          <p:nvPr/>
        </p:nvSpPr>
        <p:spPr>
          <a:xfrm>
            <a:off x="6683365" y="3609290"/>
            <a:ext cx="93845" cy="93845"/>
          </a:xfrm>
          <a:custGeom>
            <a:rect b="b" l="l" r="r" t="t"/>
            <a:pathLst>
              <a:path extrusionOk="0" h="2773" w="2773">
                <a:moveTo>
                  <a:pt x="1386" y="0"/>
                </a:moveTo>
                <a:cubicBezTo>
                  <a:pt x="630" y="0"/>
                  <a:pt x="0" y="630"/>
                  <a:pt x="0" y="1387"/>
                </a:cubicBezTo>
                <a:cubicBezTo>
                  <a:pt x="0" y="2111"/>
                  <a:pt x="630" y="2773"/>
                  <a:pt x="1386" y="2773"/>
                </a:cubicBezTo>
                <a:cubicBezTo>
                  <a:pt x="2143" y="2773"/>
                  <a:pt x="2773" y="2111"/>
                  <a:pt x="2773" y="1387"/>
                </a:cubicBezTo>
                <a:cubicBezTo>
                  <a:pt x="2773" y="630"/>
                  <a:pt x="2143" y="0"/>
                  <a:pt x="13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4" name="Google Shape;7774;p36"/>
          <p:cNvSpPr/>
          <p:nvPr/>
        </p:nvSpPr>
        <p:spPr>
          <a:xfrm>
            <a:off x="6425350" y="3609290"/>
            <a:ext cx="92762" cy="93845"/>
          </a:xfrm>
          <a:custGeom>
            <a:rect b="b" l="l" r="r" t="t"/>
            <a:pathLst>
              <a:path extrusionOk="0" h="2773" w="2741">
                <a:moveTo>
                  <a:pt x="1355" y="0"/>
                </a:moveTo>
                <a:cubicBezTo>
                  <a:pt x="599" y="0"/>
                  <a:pt x="0" y="630"/>
                  <a:pt x="0" y="1387"/>
                </a:cubicBezTo>
                <a:cubicBezTo>
                  <a:pt x="0" y="2143"/>
                  <a:pt x="599" y="2773"/>
                  <a:pt x="1355" y="2773"/>
                </a:cubicBezTo>
                <a:cubicBezTo>
                  <a:pt x="2111" y="2773"/>
                  <a:pt x="2741" y="2143"/>
                  <a:pt x="2741" y="1387"/>
                </a:cubicBezTo>
                <a:cubicBezTo>
                  <a:pt x="2741" y="630"/>
                  <a:pt x="2111" y="0"/>
                  <a:pt x="13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5" name="Google Shape;7775;p36"/>
          <p:cNvSpPr/>
          <p:nvPr/>
        </p:nvSpPr>
        <p:spPr>
          <a:xfrm>
            <a:off x="6400814" y="3703101"/>
            <a:ext cx="141834" cy="70426"/>
          </a:xfrm>
          <a:custGeom>
            <a:rect b="b" l="l" r="r" t="t"/>
            <a:pathLst>
              <a:path extrusionOk="0" h="2081" w="4191">
                <a:moveTo>
                  <a:pt x="568" y="1"/>
                </a:moveTo>
                <a:cubicBezTo>
                  <a:pt x="252" y="347"/>
                  <a:pt x="0" y="851"/>
                  <a:pt x="0" y="1356"/>
                </a:cubicBezTo>
                <a:lnTo>
                  <a:pt x="0" y="1734"/>
                </a:lnTo>
                <a:cubicBezTo>
                  <a:pt x="0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33" y="2080"/>
                  <a:pt x="4191" y="1923"/>
                  <a:pt x="4191" y="1734"/>
                </a:cubicBezTo>
                <a:lnTo>
                  <a:pt x="4191" y="1356"/>
                </a:lnTo>
                <a:cubicBezTo>
                  <a:pt x="4191" y="820"/>
                  <a:pt x="3970" y="347"/>
                  <a:pt x="3624" y="1"/>
                </a:cubicBezTo>
                <a:cubicBezTo>
                  <a:pt x="3245" y="410"/>
                  <a:pt x="2678" y="694"/>
                  <a:pt x="2080" y="694"/>
                </a:cubicBezTo>
                <a:cubicBezTo>
                  <a:pt x="1513" y="694"/>
                  <a:pt x="946" y="410"/>
                  <a:pt x="56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6" name="Google Shape;7776;p36"/>
          <p:cNvSpPr/>
          <p:nvPr/>
        </p:nvSpPr>
        <p:spPr>
          <a:xfrm>
            <a:off x="6660961" y="3703101"/>
            <a:ext cx="140785" cy="70426"/>
          </a:xfrm>
          <a:custGeom>
            <a:rect b="b" l="l" r="r" t="t"/>
            <a:pathLst>
              <a:path extrusionOk="0" h="2081" w="4160">
                <a:moveTo>
                  <a:pt x="536" y="1"/>
                </a:moveTo>
                <a:cubicBezTo>
                  <a:pt x="221" y="347"/>
                  <a:pt x="1" y="851"/>
                  <a:pt x="1" y="1356"/>
                </a:cubicBezTo>
                <a:lnTo>
                  <a:pt x="1" y="1702"/>
                </a:lnTo>
                <a:cubicBezTo>
                  <a:pt x="1" y="1923"/>
                  <a:pt x="158" y="2080"/>
                  <a:pt x="347" y="2080"/>
                </a:cubicBezTo>
                <a:lnTo>
                  <a:pt x="3813" y="2080"/>
                </a:lnTo>
                <a:cubicBezTo>
                  <a:pt x="4002" y="2080"/>
                  <a:pt x="4159" y="1923"/>
                  <a:pt x="4159" y="1702"/>
                </a:cubicBezTo>
                <a:lnTo>
                  <a:pt x="4159" y="1356"/>
                </a:lnTo>
                <a:cubicBezTo>
                  <a:pt x="4159" y="820"/>
                  <a:pt x="3970" y="347"/>
                  <a:pt x="3624" y="1"/>
                </a:cubicBezTo>
                <a:cubicBezTo>
                  <a:pt x="3214" y="410"/>
                  <a:pt x="2679" y="694"/>
                  <a:pt x="2080" y="694"/>
                </a:cubicBezTo>
                <a:cubicBezTo>
                  <a:pt x="1450" y="694"/>
                  <a:pt x="946" y="410"/>
                  <a:pt x="53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7" name="Google Shape;7777;p36"/>
          <p:cNvSpPr/>
          <p:nvPr/>
        </p:nvSpPr>
        <p:spPr>
          <a:xfrm>
            <a:off x="6666308" y="3796947"/>
            <a:ext cx="135438" cy="71475"/>
          </a:xfrm>
          <a:custGeom>
            <a:rect b="b" l="l" r="r" t="t"/>
            <a:pathLst>
              <a:path extrusionOk="0" h="2112" w="4002">
                <a:moveTo>
                  <a:pt x="0" y="0"/>
                </a:moveTo>
                <a:cubicBezTo>
                  <a:pt x="189" y="567"/>
                  <a:pt x="315" y="1229"/>
                  <a:pt x="473" y="2111"/>
                </a:cubicBezTo>
                <a:lnTo>
                  <a:pt x="3655" y="2111"/>
                </a:lnTo>
                <a:cubicBezTo>
                  <a:pt x="3844" y="2111"/>
                  <a:pt x="4001" y="1954"/>
                  <a:pt x="4001" y="1733"/>
                </a:cubicBezTo>
                <a:lnTo>
                  <a:pt x="4001" y="378"/>
                </a:lnTo>
                <a:cubicBezTo>
                  <a:pt x="3970" y="158"/>
                  <a:pt x="3844" y="0"/>
                  <a:pt x="365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8" name="Google Shape;7778;p36"/>
          <p:cNvSpPr/>
          <p:nvPr/>
        </p:nvSpPr>
        <p:spPr>
          <a:xfrm>
            <a:off x="6400814" y="3796947"/>
            <a:ext cx="136521" cy="70392"/>
          </a:xfrm>
          <a:custGeom>
            <a:rect b="b" l="l" r="r" t="t"/>
            <a:pathLst>
              <a:path extrusionOk="0" h="2080" w="403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54"/>
                  <a:pt x="158" y="2080"/>
                  <a:pt x="347" y="2080"/>
                </a:cubicBezTo>
                <a:lnTo>
                  <a:pt x="3561" y="2080"/>
                </a:lnTo>
                <a:cubicBezTo>
                  <a:pt x="3718" y="1229"/>
                  <a:pt x="3813" y="567"/>
                  <a:pt x="40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79" name="Google Shape;7779;p36"/>
          <p:cNvSpPr/>
          <p:nvPr/>
        </p:nvSpPr>
        <p:spPr>
          <a:xfrm>
            <a:off x="6622584" y="4179419"/>
            <a:ext cx="90664" cy="141868"/>
          </a:xfrm>
          <a:custGeom>
            <a:rect b="b" l="l" r="r" t="t"/>
            <a:pathLst>
              <a:path extrusionOk="0" h="4192" w="2679">
                <a:moveTo>
                  <a:pt x="0" y="1"/>
                </a:moveTo>
                <a:lnTo>
                  <a:pt x="505" y="3467"/>
                </a:lnTo>
                <a:lnTo>
                  <a:pt x="1103" y="4065"/>
                </a:lnTo>
                <a:cubicBezTo>
                  <a:pt x="1166" y="4128"/>
                  <a:pt x="1261" y="4191"/>
                  <a:pt x="1324" y="4191"/>
                </a:cubicBezTo>
                <a:lnTo>
                  <a:pt x="2300" y="4191"/>
                </a:lnTo>
                <a:cubicBezTo>
                  <a:pt x="2521" y="4191"/>
                  <a:pt x="2678" y="4034"/>
                  <a:pt x="2678" y="3813"/>
                </a:cubicBezTo>
                <a:lnTo>
                  <a:pt x="2678" y="2805"/>
                </a:lnTo>
                <a:cubicBezTo>
                  <a:pt x="2678" y="2710"/>
                  <a:pt x="2615" y="2616"/>
                  <a:pt x="2552" y="2553"/>
                </a:cubicBezTo>
                <a:lnTo>
                  <a:pt x="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0" name="Google Shape;7780;p36"/>
          <p:cNvSpPr/>
          <p:nvPr/>
        </p:nvSpPr>
        <p:spPr>
          <a:xfrm>
            <a:off x="6501022" y="4071731"/>
            <a:ext cx="119464" cy="70426"/>
          </a:xfrm>
          <a:custGeom>
            <a:rect b="b" l="l" r="r" t="t"/>
            <a:pathLst>
              <a:path extrusionOk="0" h="2081" w="3530">
                <a:moveTo>
                  <a:pt x="347" y="1"/>
                </a:moveTo>
                <a:cubicBezTo>
                  <a:pt x="221" y="1"/>
                  <a:pt x="158" y="33"/>
                  <a:pt x="64" y="159"/>
                </a:cubicBezTo>
                <a:cubicBezTo>
                  <a:pt x="1" y="222"/>
                  <a:pt x="1" y="348"/>
                  <a:pt x="32" y="474"/>
                </a:cubicBezTo>
                <a:lnTo>
                  <a:pt x="568" y="2080"/>
                </a:lnTo>
                <a:lnTo>
                  <a:pt x="2931" y="2080"/>
                </a:lnTo>
                <a:lnTo>
                  <a:pt x="3498" y="474"/>
                </a:lnTo>
                <a:cubicBezTo>
                  <a:pt x="3529" y="348"/>
                  <a:pt x="3498" y="222"/>
                  <a:pt x="3466" y="159"/>
                </a:cubicBezTo>
                <a:cubicBezTo>
                  <a:pt x="3340" y="64"/>
                  <a:pt x="3214" y="1"/>
                  <a:pt x="31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1" name="Google Shape;7781;p36"/>
          <p:cNvSpPr/>
          <p:nvPr/>
        </p:nvSpPr>
        <p:spPr>
          <a:xfrm>
            <a:off x="6489312" y="4165577"/>
            <a:ext cx="140785" cy="306038"/>
          </a:xfrm>
          <a:custGeom>
            <a:rect b="b" l="l" r="r" t="t"/>
            <a:pathLst>
              <a:path extrusionOk="0" h="9043" w="4160">
                <a:moveTo>
                  <a:pt x="977" y="0"/>
                </a:moveTo>
                <a:lnTo>
                  <a:pt x="0" y="6553"/>
                </a:lnTo>
                <a:cubicBezTo>
                  <a:pt x="0" y="6648"/>
                  <a:pt x="0" y="6742"/>
                  <a:pt x="63" y="6837"/>
                </a:cubicBezTo>
                <a:lnTo>
                  <a:pt x="1796" y="8916"/>
                </a:lnTo>
                <a:cubicBezTo>
                  <a:pt x="1859" y="9011"/>
                  <a:pt x="1954" y="9042"/>
                  <a:pt x="2080" y="9042"/>
                </a:cubicBezTo>
                <a:cubicBezTo>
                  <a:pt x="2174" y="9042"/>
                  <a:pt x="2269" y="9011"/>
                  <a:pt x="2332" y="8916"/>
                </a:cubicBezTo>
                <a:lnTo>
                  <a:pt x="4065" y="6837"/>
                </a:lnTo>
                <a:cubicBezTo>
                  <a:pt x="4159" y="6742"/>
                  <a:pt x="4159" y="6679"/>
                  <a:pt x="4159" y="6553"/>
                </a:cubicBezTo>
                <a:lnTo>
                  <a:pt x="3182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2" name="Google Shape;7782;p36"/>
          <p:cNvSpPr/>
          <p:nvPr/>
        </p:nvSpPr>
        <p:spPr>
          <a:xfrm>
            <a:off x="7992740" y="4379886"/>
            <a:ext cx="24570" cy="24536"/>
          </a:xfrm>
          <a:custGeom>
            <a:rect b="b" l="l" r="r" t="t"/>
            <a:pathLst>
              <a:path extrusionOk="0" h="725" w="726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67"/>
                  <a:pt x="158" y="725"/>
                  <a:pt x="379" y="725"/>
                </a:cubicBezTo>
                <a:cubicBezTo>
                  <a:pt x="568" y="725"/>
                  <a:pt x="725" y="567"/>
                  <a:pt x="725" y="347"/>
                </a:cubicBez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3" name="Google Shape;7783;p36"/>
          <p:cNvSpPr/>
          <p:nvPr/>
        </p:nvSpPr>
        <p:spPr>
          <a:xfrm>
            <a:off x="7922380" y="4119738"/>
            <a:ext cx="308170" cy="351860"/>
          </a:xfrm>
          <a:custGeom>
            <a:rect b="b" l="l" r="r" t="t"/>
            <a:pathLst>
              <a:path extrusionOk="0" h="10397" w="9106">
                <a:moveTo>
                  <a:pt x="3115" y="2135"/>
                </a:moveTo>
                <a:cubicBezTo>
                  <a:pt x="3206" y="2135"/>
                  <a:pt x="3293" y="2158"/>
                  <a:pt x="3340" y="2205"/>
                </a:cubicBezTo>
                <a:cubicBezTo>
                  <a:pt x="3466" y="2331"/>
                  <a:pt x="3466" y="2583"/>
                  <a:pt x="3340" y="2678"/>
                </a:cubicBezTo>
                <a:lnTo>
                  <a:pt x="2930" y="3119"/>
                </a:lnTo>
                <a:lnTo>
                  <a:pt x="3340" y="3560"/>
                </a:lnTo>
                <a:cubicBezTo>
                  <a:pt x="3466" y="3686"/>
                  <a:pt x="3466" y="3907"/>
                  <a:pt x="3340" y="4033"/>
                </a:cubicBezTo>
                <a:cubicBezTo>
                  <a:pt x="3293" y="4096"/>
                  <a:pt x="3206" y="4127"/>
                  <a:pt x="3115" y="4127"/>
                </a:cubicBezTo>
                <a:cubicBezTo>
                  <a:pt x="3025" y="4127"/>
                  <a:pt x="2930" y="4096"/>
                  <a:pt x="2867" y="4033"/>
                </a:cubicBezTo>
                <a:lnTo>
                  <a:pt x="2458" y="3592"/>
                </a:lnTo>
                <a:lnTo>
                  <a:pt x="2017" y="4033"/>
                </a:lnTo>
                <a:cubicBezTo>
                  <a:pt x="1954" y="4096"/>
                  <a:pt x="1867" y="4127"/>
                  <a:pt x="1780" y="4127"/>
                </a:cubicBezTo>
                <a:cubicBezTo>
                  <a:pt x="1694" y="4127"/>
                  <a:pt x="1607" y="4096"/>
                  <a:pt x="1544" y="4033"/>
                </a:cubicBezTo>
                <a:cubicBezTo>
                  <a:pt x="1418" y="3907"/>
                  <a:pt x="1418" y="3686"/>
                  <a:pt x="1544" y="3560"/>
                </a:cubicBezTo>
                <a:lnTo>
                  <a:pt x="1985" y="3119"/>
                </a:lnTo>
                <a:lnTo>
                  <a:pt x="1544" y="2678"/>
                </a:lnTo>
                <a:cubicBezTo>
                  <a:pt x="1418" y="2583"/>
                  <a:pt x="1418" y="2331"/>
                  <a:pt x="1544" y="2205"/>
                </a:cubicBezTo>
                <a:cubicBezTo>
                  <a:pt x="1591" y="2158"/>
                  <a:pt x="1678" y="2135"/>
                  <a:pt x="1769" y="2135"/>
                </a:cubicBezTo>
                <a:cubicBezTo>
                  <a:pt x="1859" y="2135"/>
                  <a:pt x="1954" y="2158"/>
                  <a:pt x="2017" y="2205"/>
                </a:cubicBezTo>
                <a:lnTo>
                  <a:pt x="2458" y="2646"/>
                </a:lnTo>
                <a:lnTo>
                  <a:pt x="2867" y="2205"/>
                </a:lnTo>
                <a:cubicBezTo>
                  <a:pt x="2930" y="2158"/>
                  <a:pt x="3025" y="2135"/>
                  <a:pt x="3115" y="2135"/>
                </a:cubicBezTo>
                <a:close/>
                <a:moveTo>
                  <a:pt x="6727" y="2079"/>
                </a:moveTo>
                <a:cubicBezTo>
                  <a:pt x="6813" y="2079"/>
                  <a:pt x="6900" y="2111"/>
                  <a:pt x="6963" y="2174"/>
                </a:cubicBezTo>
                <a:lnTo>
                  <a:pt x="7688" y="2898"/>
                </a:lnTo>
                <a:cubicBezTo>
                  <a:pt x="7719" y="2993"/>
                  <a:pt x="7719" y="3245"/>
                  <a:pt x="7593" y="3371"/>
                </a:cubicBezTo>
                <a:cubicBezTo>
                  <a:pt x="7546" y="3418"/>
                  <a:pt x="7459" y="3442"/>
                  <a:pt x="7369" y="3442"/>
                </a:cubicBezTo>
                <a:cubicBezTo>
                  <a:pt x="7278" y="3442"/>
                  <a:pt x="7183" y="3418"/>
                  <a:pt x="7120" y="3371"/>
                </a:cubicBezTo>
                <a:lnTo>
                  <a:pt x="7026" y="3245"/>
                </a:lnTo>
                <a:lnTo>
                  <a:pt x="7026" y="4505"/>
                </a:lnTo>
                <a:cubicBezTo>
                  <a:pt x="7026" y="5104"/>
                  <a:pt x="6553" y="5513"/>
                  <a:pt x="5986" y="5513"/>
                </a:cubicBezTo>
                <a:lnTo>
                  <a:pt x="3151" y="5513"/>
                </a:lnTo>
                <a:cubicBezTo>
                  <a:pt x="2962" y="5513"/>
                  <a:pt x="2804" y="5671"/>
                  <a:pt x="2804" y="5891"/>
                </a:cubicBezTo>
                <a:lnTo>
                  <a:pt x="2804" y="7026"/>
                </a:lnTo>
                <a:cubicBezTo>
                  <a:pt x="3182" y="7183"/>
                  <a:pt x="3497" y="7530"/>
                  <a:pt x="3497" y="8002"/>
                </a:cubicBezTo>
                <a:cubicBezTo>
                  <a:pt x="3497" y="8601"/>
                  <a:pt x="3025" y="9042"/>
                  <a:pt x="2489" y="9042"/>
                </a:cubicBezTo>
                <a:cubicBezTo>
                  <a:pt x="1922" y="9042"/>
                  <a:pt x="1450" y="8569"/>
                  <a:pt x="1450" y="8002"/>
                </a:cubicBezTo>
                <a:cubicBezTo>
                  <a:pt x="1450" y="7561"/>
                  <a:pt x="1733" y="7183"/>
                  <a:pt x="2174" y="7026"/>
                </a:cubicBezTo>
                <a:lnTo>
                  <a:pt x="2174" y="5891"/>
                </a:lnTo>
                <a:cubicBezTo>
                  <a:pt x="2174" y="5293"/>
                  <a:pt x="2647" y="4852"/>
                  <a:pt x="3182" y="4852"/>
                </a:cubicBezTo>
                <a:lnTo>
                  <a:pt x="6018" y="4852"/>
                </a:lnTo>
                <a:cubicBezTo>
                  <a:pt x="6207" y="4852"/>
                  <a:pt x="6364" y="4694"/>
                  <a:pt x="6364" y="4505"/>
                </a:cubicBezTo>
                <a:lnTo>
                  <a:pt x="6364" y="3245"/>
                </a:lnTo>
                <a:lnTo>
                  <a:pt x="6270" y="3371"/>
                </a:lnTo>
                <a:cubicBezTo>
                  <a:pt x="6207" y="3418"/>
                  <a:pt x="6120" y="3442"/>
                  <a:pt x="6034" y="3442"/>
                </a:cubicBezTo>
                <a:cubicBezTo>
                  <a:pt x="5947" y="3442"/>
                  <a:pt x="5860" y="3418"/>
                  <a:pt x="5797" y="3371"/>
                </a:cubicBezTo>
                <a:cubicBezTo>
                  <a:pt x="5671" y="3245"/>
                  <a:pt x="5671" y="2993"/>
                  <a:pt x="5797" y="2898"/>
                </a:cubicBezTo>
                <a:lnTo>
                  <a:pt x="6490" y="2174"/>
                </a:lnTo>
                <a:cubicBezTo>
                  <a:pt x="6553" y="2111"/>
                  <a:pt x="6640" y="2079"/>
                  <a:pt x="6727" y="2079"/>
                </a:cubicBezTo>
                <a:close/>
                <a:moveTo>
                  <a:pt x="7369" y="7057"/>
                </a:moveTo>
                <a:cubicBezTo>
                  <a:pt x="7459" y="7057"/>
                  <a:pt x="7546" y="7089"/>
                  <a:pt x="7593" y="7152"/>
                </a:cubicBezTo>
                <a:cubicBezTo>
                  <a:pt x="7719" y="7246"/>
                  <a:pt x="7719" y="7498"/>
                  <a:pt x="7593" y="7624"/>
                </a:cubicBezTo>
                <a:lnTo>
                  <a:pt x="7183" y="8034"/>
                </a:lnTo>
                <a:lnTo>
                  <a:pt x="7593" y="8475"/>
                </a:lnTo>
                <a:cubicBezTo>
                  <a:pt x="7719" y="8601"/>
                  <a:pt x="7719" y="8821"/>
                  <a:pt x="7593" y="8947"/>
                </a:cubicBezTo>
                <a:cubicBezTo>
                  <a:pt x="7546" y="9010"/>
                  <a:pt x="7459" y="9042"/>
                  <a:pt x="7369" y="9042"/>
                </a:cubicBezTo>
                <a:cubicBezTo>
                  <a:pt x="7278" y="9042"/>
                  <a:pt x="7183" y="9010"/>
                  <a:pt x="7120" y="8947"/>
                </a:cubicBezTo>
                <a:lnTo>
                  <a:pt x="6711" y="8506"/>
                </a:lnTo>
                <a:lnTo>
                  <a:pt x="6270" y="8947"/>
                </a:lnTo>
                <a:cubicBezTo>
                  <a:pt x="6207" y="9010"/>
                  <a:pt x="6120" y="9042"/>
                  <a:pt x="6034" y="9042"/>
                </a:cubicBezTo>
                <a:cubicBezTo>
                  <a:pt x="5947" y="9042"/>
                  <a:pt x="5860" y="9010"/>
                  <a:pt x="5797" y="8947"/>
                </a:cubicBezTo>
                <a:cubicBezTo>
                  <a:pt x="5671" y="8821"/>
                  <a:pt x="5671" y="8601"/>
                  <a:pt x="5797" y="8475"/>
                </a:cubicBezTo>
                <a:lnTo>
                  <a:pt x="6207" y="8034"/>
                </a:lnTo>
                <a:lnTo>
                  <a:pt x="5797" y="7624"/>
                </a:lnTo>
                <a:cubicBezTo>
                  <a:pt x="5671" y="7498"/>
                  <a:pt x="5671" y="7246"/>
                  <a:pt x="5797" y="7152"/>
                </a:cubicBezTo>
                <a:cubicBezTo>
                  <a:pt x="5845" y="7089"/>
                  <a:pt x="5931" y="7057"/>
                  <a:pt x="6022" y="7057"/>
                </a:cubicBezTo>
                <a:cubicBezTo>
                  <a:pt x="6112" y="7057"/>
                  <a:pt x="6207" y="7089"/>
                  <a:pt x="6270" y="7152"/>
                </a:cubicBezTo>
                <a:lnTo>
                  <a:pt x="6711" y="7561"/>
                </a:lnTo>
                <a:lnTo>
                  <a:pt x="7120" y="7152"/>
                </a:lnTo>
                <a:cubicBezTo>
                  <a:pt x="7183" y="7089"/>
                  <a:pt x="7278" y="7057"/>
                  <a:pt x="7369" y="7057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9388"/>
                </a:lnTo>
                <a:cubicBezTo>
                  <a:pt x="0" y="9987"/>
                  <a:pt x="473" y="10397"/>
                  <a:pt x="1040" y="10397"/>
                </a:cubicBezTo>
                <a:lnTo>
                  <a:pt x="8003" y="10397"/>
                </a:lnTo>
                <a:cubicBezTo>
                  <a:pt x="8601" y="10397"/>
                  <a:pt x="9011" y="9924"/>
                  <a:pt x="9011" y="9388"/>
                </a:cubicBezTo>
                <a:lnTo>
                  <a:pt x="9011" y="1040"/>
                </a:lnTo>
                <a:cubicBezTo>
                  <a:pt x="9105" y="473"/>
                  <a:pt x="8633" y="0"/>
                  <a:pt x="8034" y="0"/>
                </a:cubicBezTo>
                <a:lnTo>
                  <a:pt x="7341" y="0"/>
                </a:lnTo>
                <a:cubicBezTo>
                  <a:pt x="7341" y="756"/>
                  <a:pt x="6711" y="1386"/>
                  <a:pt x="5955" y="1386"/>
                </a:cubicBezTo>
                <a:lnTo>
                  <a:pt x="3119" y="1386"/>
                </a:lnTo>
                <a:cubicBezTo>
                  <a:pt x="2363" y="1386"/>
                  <a:pt x="1733" y="756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4" name="Google Shape;7784;p36"/>
          <p:cNvSpPr/>
          <p:nvPr/>
        </p:nvSpPr>
        <p:spPr>
          <a:xfrm>
            <a:off x="8003400" y="4071749"/>
            <a:ext cx="143966" cy="72524"/>
          </a:xfrm>
          <a:custGeom>
            <a:rect b="b" l="l" r="r" t="t"/>
            <a:pathLst>
              <a:path extrusionOk="0" h="2143" w="4254">
                <a:moveTo>
                  <a:pt x="2143" y="0"/>
                </a:moveTo>
                <a:cubicBezTo>
                  <a:pt x="1860" y="0"/>
                  <a:pt x="1576" y="221"/>
                  <a:pt x="1450" y="473"/>
                </a:cubicBezTo>
                <a:lnTo>
                  <a:pt x="1387" y="725"/>
                </a:lnTo>
                <a:lnTo>
                  <a:pt x="725" y="725"/>
                </a:lnTo>
                <a:cubicBezTo>
                  <a:pt x="316" y="725"/>
                  <a:pt x="1" y="1040"/>
                  <a:pt x="1" y="1418"/>
                </a:cubicBezTo>
                <a:cubicBezTo>
                  <a:pt x="1" y="1828"/>
                  <a:pt x="316" y="2143"/>
                  <a:pt x="725" y="2143"/>
                </a:cubicBezTo>
                <a:lnTo>
                  <a:pt x="3561" y="2143"/>
                </a:lnTo>
                <a:cubicBezTo>
                  <a:pt x="3939" y="2143"/>
                  <a:pt x="4254" y="1828"/>
                  <a:pt x="4254" y="1418"/>
                </a:cubicBezTo>
                <a:cubicBezTo>
                  <a:pt x="4254" y="1040"/>
                  <a:pt x="3939" y="725"/>
                  <a:pt x="3561" y="725"/>
                </a:cubicBezTo>
                <a:lnTo>
                  <a:pt x="2868" y="725"/>
                </a:lnTo>
                <a:lnTo>
                  <a:pt x="2805" y="473"/>
                </a:lnTo>
                <a:cubicBezTo>
                  <a:pt x="2710" y="221"/>
                  <a:pt x="2458" y="0"/>
                  <a:pt x="21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5" name="Google Shape;7785;p36"/>
          <p:cNvSpPr/>
          <p:nvPr/>
        </p:nvSpPr>
        <p:spPr>
          <a:xfrm>
            <a:off x="8251839" y="4237002"/>
            <a:ext cx="70392" cy="142917"/>
          </a:xfrm>
          <a:custGeom>
            <a:rect b="b" l="l" r="r" t="t"/>
            <a:pathLst>
              <a:path extrusionOk="0" h="4223" w="2080">
                <a:moveTo>
                  <a:pt x="0" y="1"/>
                </a:moveTo>
                <a:lnTo>
                  <a:pt x="0" y="4222"/>
                </a:lnTo>
                <a:lnTo>
                  <a:pt x="32" y="4222"/>
                </a:lnTo>
                <a:cubicBezTo>
                  <a:pt x="315" y="4002"/>
                  <a:pt x="662" y="3876"/>
                  <a:pt x="1072" y="3876"/>
                </a:cubicBezTo>
                <a:cubicBezTo>
                  <a:pt x="1450" y="3876"/>
                  <a:pt x="1796" y="4002"/>
                  <a:pt x="2080" y="4222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6" name="Google Shape;7786;p36"/>
          <p:cNvSpPr/>
          <p:nvPr/>
        </p:nvSpPr>
        <p:spPr>
          <a:xfrm>
            <a:off x="8253970" y="4166643"/>
            <a:ext cx="70392" cy="46940"/>
          </a:xfrm>
          <a:custGeom>
            <a:rect b="b" l="l" r="r" t="t"/>
            <a:pathLst>
              <a:path extrusionOk="0" h="1387" w="208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386"/>
                </a:lnTo>
                <a:lnTo>
                  <a:pt x="2080" y="1386"/>
                </a:lnTo>
                <a:lnTo>
                  <a:pt x="2080" y="1040"/>
                </a:lnTo>
                <a:cubicBezTo>
                  <a:pt x="2048" y="473"/>
                  <a:pt x="1576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7" name="Google Shape;7787;p36"/>
          <p:cNvSpPr/>
          <p:nvPr/>
        </p:nvSpPr>
        <p:spPr>
          <a:xfrm>
            <a:off x="8259284" y="4391595"/>
            <a:ext cx="58684" cy="58684"/>
          </a:xfrm>
          <a:custGeom>
            <a:rect b="b" l="l" r="r" t="t"/>
            <a:pathLst>
              <a:path extrusionOk="0" h="1733" w="1733">
                <a:moveTo>
                  <a:pt x="883" y="1"/>
                </a:moveTo>
                <a:cubicBezTo>
                  <a:pt x="537" y="1"/>
                  <a:pt x="190" y="221"/>
                  <a:pt x="1" y="442"/>
                </a:cubicBezTo>
                <a:lnTo>
                  <a:pt x="568" y="1545"/>
                </a:lnTo>
                <a:cubicBezTo>
                  <a:pt x="600" y="1671"/>
                  <a:pt x="757" y="1734"/>
                  <a:pt x="883" y="1734"/>
                </a:cubicBezTo>
                <a:cubicBezTo>
                  <a:pt x="978" y="1734"/>
                  <a:pt x="1104" y="1671"/>
                  <a:pt x="1198" y="1545"/>
                </a:cubicBezTo>
                <a:lnTo>
                  <a:pt x="1734" y="442"/>
                </a:lnTo>
                <a:cubicBezTo>
                  <a:pt x="1545" y="158"/>
                  <a:pt x="1230" y="1"/>
                  <a:pt x="88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8" name="Google Shape;7788;p36"/>
          <p:cNvSpPr/>
          <p:nvPr/>
        </p:nvSpPr>
        <p:spPr>
          <a:xfrm>
            <a:off x="1852458" y="3213433"/>
            <a:ext cx="376396" cy="267660"/>
          </a:xfrm>
          <a:custGeom>
            <a:rect b="b" l="l" r="r" t="t"/>
            <a:pathLst>
              <a:path extrusionOk="0" h="7909" w="11122">
                <a:moveTo>
                  <a:pt x="10535" y="0"/>
                </a:moveTo>
                <a:cubicBezTo>
                  <a:pt x="10489" y="0"/>
                  <a:pt x="10442" y="10"/>
                  <a:pt x="10397" y="33"/>
                </a:cubicBezTo>
                <a:cubicBezTo>
                  <a:pt x="10208" y="64"/>
                  <a:pt x="10114" y="253"/>
                  <a:pt x="10177" y="474"/>
                </a:cubicBezTo>
                <a:cubicBezTo>
                  <a:pt x="10334" y="978"/>
                  <a:pt x="10429" y="1482"/>
                  <a:pt x="10429" y="1986"/>
                </a:cubicBezTo>
                <a:cubicBezTo>
                  <a:pt x="10429" y="4885"/>
                  <a:pt x="8066" y="7247"/>
                  <a:pt x="5199" y="7247"/>
                </a:cubicBezTo>
                <a:cubicBezTo>
                  <a:pt x="3561" y="7247"/>
                  <a:pt x="2017" y="6397"/>
                  <a:pt x="1072" y="5137"/>
                </a:cubicBezTo>
                <a:lnTo>
                  <a:pt x="1733" y="5137"/>
                </a:lnTo>
                <a:cubicBezTo>
                  <a:pt x="1922" y="5137"/>
                  <a:pt x="2080" y="4979"/>
                  <a:pt x="2080" y="4790"/>
                </a:cubicBezTo>
                <a:cubicBezTo>
                  <a:pt x="2080" y="4601"/>
                  <a:pt x="1922" y="4443"/>
                  <a:pt x="1733" y="4443"/>
                </a:cubicBezTo>
                <a:lnTo>
                  <a:pt x="347" y="4443"/>
                </a:lnTo>
                <a:cubicBezTo>
                  <a:pt x="158" y="4443"/>
                  <a:pt x="1" y="4601"/>
                  <a:pt x="1" y="4790"/>
                </a:cubicBezTo>
                <a:lnTo>
                  <a:pt x="1" y="6176"/>
                </a:lnTo>
                <a:cubicBezTo>
                  <a:pt x="1" y="6365"/>
                  <a:pt x="158" y="6523"/>
                  <a:pt x="347" y="6523"/>
                </a:cubicBezTo>
                <a:cubicBezTo>
                  <a:pt x="536" y="6523"/>
                  <a:pt x="694" y="6365"/>
                  <a:pt x="694" y="6176"/>
                </a:cubicBezTo>
                <a:lnTo>
                  <a:pt x="694" y="5767"/>
                </a:lnTo>
                <a:cubicBezTo>
                  <a:pt x="1796" y="7090"/>
                  <a:pt x="3466" y="7909"/>
                  <a:pt x="5199" y="7909"/>
                </a:cubicBezTo>
                <a:cubicBezTo>
                  <a:pt x="8412" y="7909"/>
                  <a:pt x="11122" y="5231"/>
                  <a:pt x="11122" y="1986"/>
                </a:cubicBezTo>
                <a:cubicBezTo>
                  <a:pt x="11122" y="1419"/>
                  <a:pt x="10996" y="820"/>
                  <a:pt x="10838" y="222"/>
                </a:cubicBezTo>
                <a:cubicBezTo>
                  <a:pt x="10814" y="102"/>
                  <a:pt x="10681" y="0"/>
                  <a:pt x="1053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89" name="Google Shape;7789;p36"/>
          <p:cNvSpPr/>
          <p:nvPr/>
        </p:nvSpPr>
        <p:spPr>
          <a:xfrm>
            <a:off x="1830088" y="3081244"/>
            <a:ext cx="375313" cy="267897"/>
          </a:xfrm>
          <a:custGeom>
            <a:rect b="b" l="l" r="r" t="t"/>
            <a:pathLst>
              <a:path extrusionOk="0" h="7916" w="11090">
                <a:moveTo>
                  <a:pt x="5891" y="1"/>
                </a:moveTo>
                <a:cubicBezTo>
                  <a:pt x="2678" y="1"/>
                  <a:pt x="0" y="2679"/>
                  <a:pt x="0" y="5892"/>
                </a:cubicBezTo>
                <a:cubicBezTo>
                  <a:pt x="0" y="6491"/>
                  <a:pt x="126" y="7089"/>
                  <a:pt x="284" y="7656"/>
                </a:cubicBezTo>
                <a:cubicBezTo>
                  <a:pt x="310" y="7842"/>
                  <a:pt x="448" y="7916"/>
                  <a:pt x="604" y="7916"/>
                </a:cubicBezTo>
                <a:cubicBezTo>
                  <a:pt x="633" y="7916"/>
                  <a:pt x="663" y="7913"/>
                  <a:pt x="693" y="7908"/>
                </a:cubicBezTo>
                <a:cubicBezTo>
                  <a:pt x="882" y="7877"/>
                  <a:pt x="977" y="7656"/>
                  <a:pt x="945" y="7467"/>
                </a:cubicBezTo>
                <a:cubicBezTo>
                  <a:pt x="788" y="6963"/>
                  <a:pt x="662" y="6459"/>
                  <a:pt x="662" y="5892"/>
                </a:cubicBezTo>
                <a:cubicBezTo>
                  <a:pt x="662" y="3025"/>
                  <a:pt x="3025" y="662"/>
                  <a:pt x="5891" y="662"/>
                </a:cubicBezTo>
                <a:cubicBezTo>
                  <a:pt x="7561" y="662"/>
                  <a:pt x="9105" y="1481"/>
                  <a:pt x="10050" y="2742"/>
                </a:cubicBezTo>
                <a:lnTo>
                  <a:pt x="9357" y="2742"/>
                </a:lnTo>
                <a:cubicBezTo>
                  <a:pt x="9168" y="2742"/>
                  <a:pt x="9010" y="2899"/>
                  <a:pt x="9010" y="3088"/>
                </a:cubicBezTo>
                <a:cubicBezTo>
                  <a:pt x="9010" y="3309"/>
                  <a:pt x="9168" y="3466"/>
                  <a:pt x="9357" y="3466"/>
                </a:cubicBezTo>
                <a:lnTo>
                  <a:pt x="10743" y="3466"/>
                </a:lnTo>
                <a:cubicBezTo>
                  <a:pt x="10932" y="3466"/>
                  <a:pt x="11090" y="3309"/>
                  <a:pt x="11090" y="3088"/>
                </a:cubicBezTo>
                <a:lnTo>
                  <a:pt x="11090" y="1733"/>
                </a:lnTo>
                <a:cubicBezTo>
                  <a:pt x="11090" y="1513"/>
                  <a:pt x="10932" y="1355"/>
                  <a:pt x="10743" y="1355"/>
                </a:cubicBezTo>
                <a:cubicBezTo>
                  <a:pt x="10554" y="1355"/>
                  <a:pt x="10397" y="1513"/>
                  <a:pt x="10397" y="1733"/>
                </a:cubicBezTo>
                <a:lnTo>
                  <a:pt x="10397" y="2111"/>
                </a:lnTo>
                <a:cubicBezTo>
                  <a:pt x="9294" y="820"/>
                  <a:pt x="7624" y="1"/>
                  <a:pt x="58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0" name="Google Shape;7790;p36"/>
          <p:cNvSpPr/>
          <p:nvPr/>
        </p:nvSpPr>
        <p:spPr>
          <a:xfrm>
            <a:off x="1901495" y="3152687"/>
            <a:ext cx="255951" cy="255917"/>
          </a:xfrm>
          <a:custGeom>
            <a:rect b="b" l="l" r="r" t="t"/>
            <a:pathLst>
              <a:path extrusionOk="0" h="7562" w="7563">
                <a:moveTo>
                  <a:pt x="3750" y="2048"/>
                </a:moveTo>
                <a:cubicBezTo>
                  <a:pt x="3939" y="2048"/>
                  <a:pt x="4097" y="2206"/>
                  <a:pt x="4097" y="2426"/>
                </a:cubicBezTo>
                <a:lnTo>
                  <a:pt x="4097" y="3435"/>
                </a:lnTo>
                <a:lnTo>
                  <a:pt x="4475" y="3435"/>
                </a:lnTo>
                <a:cubicBezTo>
                  <a:pt x="4664" y="3435"/>
                  <a:pt x="4821" y="3592"/>
                  <a:pt x="4821" y="3781"/>
                </a:cubicBezTo>
                <a:cubicBezTo>
                  <a:pt x="4821" y="4002"/>
                  <a:pt x="4664" y="4159"/>
                  <a:pt x="4475" y="4159"/>
                </a:cubicBezTo>
                <a:lnTo>
                  <a:pt x="3750" y="4159"/>
                </a:lnTo>
                <a:cubicBezTo>
                  <a:pt x="3561" y="4159"/>
                  <a:pt x="3403" y="4002"/>
                  <a:pt x="3403" y="3781"/>
                </a:cubicBezTo>
                <a:lnTo>
                  <a:pt x="3403" y="2426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3435" y="0"/>
                </a:moveTo>
                <a:cubicBezTo>
                  <a:pt x="2647" y="95"/>
                  <a:pt x="1923" y="410"/>
                  <a:pt x="1356" y="883"/>
                </a:cubicBezTo>
                <a:lnTo>
                  <a:pt x="2049" y="1576"/>
                </a:lnTo>
                <a:cubicBezTo>
                  <a:pt x="2175" y="1702"/>
                  <a:pt x="2175" y="1954"/>
                  <a:pt x="2049" y="2048"/>
                </a:cubicBezTo>
                <a:cubicBezTo>
                  <a:pt x="1986" y="2111"/>
                  <a:pt x="1899" y="2143"/>
                  <a:pt x="1812" y="2143"/>
                </a:cubicBezTo>
                <a:cubicBezTo>
                  <a:pt x="1726" y="2143"/>
                  <a:pt x="1639" y="2111"/>
                  <a:pt x="1576" y="2048"/>
                </a:cubicBezTo>
                <a:lnTo>
                  <a:pt x="883" y="1355"/>
                </a:lnTo>
                <a:cubicBezTo>
                  <a:pt x="410" y="1922"/>
                  <a:pt x="95" y="2647"/>
                  <a:pt x="1" y="3435"/>
                </a:cubicBezTo>
                <a:lnTo>
                  <a:pt x="1041" y="3435"/>
                </a:lnTo>
                <a:cubicBezTo>
                  <a:pt x="1230" y="3435"/>
                  <a:pt x="1387" y="3592"/>
                  <a:pt x="1387" y="3781"/>
                </a:cubicBezTo>
                <a:cubicBezTo>
                  <a:pt x="1387" y="3970"/>
                  <a:pt x="1230" y="4128"/>
                  <a:pt x="1041" y="4128"/>
                </a:cubicBezTo>
                <a:lnTo>
                  <a:pt x="1" y="4128"/>
                </a:lnTo>
                <a:cubicBezTo>
                  <a:pt x="95" y="4915"/>
                  <a:pt x="410" y="5640"/>
                  <a:pt x="883" y="6238"/>
                </a:cubicBezTo>
                <a:lnTo>
                  <a:pt x="1576" y="5514"/>
                </a:lnTo>
                <a:cubicBezTo>
                  <a:pt x="1639" y="5451"/>
                  <a:pt x="1734" y="5419"/>
                  <a:pt x="1824" y="5419"/>
                </a:cubicBezTo>
                <a:cubicBezTo>
                  <a:pt x="1915" y="5419"/>
                  <a:pt x="2001" y="5451"/>
                  <a:pt x="2049" y="5514"/>
                </a:cubicBezTo>
                <a:cubicBezTo>
                  <a:pt x="2175" y="5640"/>
                  <a:pt x="2175" y="5860"/>
                  <a:pt x="2049" y="5986"/>
                </a:cubicBezTo>
                <a:lnTo>
                  <a:pt x="1356" y="6711"/>
                </a:lnTo>
                <a:cubicBezTo>
                  <a:pt x="1923" y="7184"/>
                  <a:pt x="2647" y="7499"/>
                  <a:pt x="3435" y="7562"/>
                </a:cubicBezTo>
                <a:lnTo>
                  <a:pt x="3435" y="6553"/>
                </a:lnTo>
                <a:cubicBezTo>
                  <a:pt x="3435" y="6333"/>
                  <a:pt x="3592" y="6175"/>
                  <a:pt x="3781" y="6175"/>
                </a:cubicBezTo>
                <a:cubicBezTo>
                  <a:pt x="4002" y="6175"/>
                  <a:pt x="4160" y="6333"/>
                  <a:pt x="4160" y="6553"/>
                </a:cubicBezTo>
                <a:lnTo>
                  <a:pt x="4160" y="7562"/>
                </a:lnTo>
                <a:cubicBezTo>
                  <a:pt x="4947" y="7499"/>
                  <a:pt x="5640" y="7184"/>
                  <a:pt x="6239" y="6711"/>
                </a:cubicBezTo>
                <a:lnTo>
                  <a:pt x="5514" y="5986"/>
                </a:lnTo>
                <a:cubicBezTo>
                  <a:pt x="5420" y="5860"/>
                  <a:pt x="5420" y="5640"/>
                  <a:pt x="5514" y="5514"/>
                </a:cubicBezTo>
                <a:cubicBezTo>
                  <a:pt x="5577" y="5451"/>
                  <a:pt x="5672" y="5419"/>
                  <a:pt x="5762" y="5419"/>
                </a:cubicBezTo>
                <a:cubicBezTo>
                  <a:pt x="5853" y="5419"/>
                  <a:pt x="5940" y="5451"/>
                  <a:pt x="5987" y="5514"/>
                </a:cubicBezTo>
                <a:lnTo>
                  <a:pt x="6711" y="6238"/>
                </a:lnTo>
                <a:cubicBezTo>
                  <a:pt x="7184" y="5640"/>
                  <a:pt x="7499" y="4915"/>
                  <a:pt x="7562" y="4128"/>
                </a:cubicBezTo>
                <a:lnTo>
                  <a:pt x="6554" y="4128"/>
                </a:lnTo>
                <a:cubicBezTo>
                  <a:pt x="6365" y="4128"/>
                  <a:pt x="6207" y="3970"/>
                  <a:pt x="6207" y="3781"/>
                </a:cubicBezTo>
                <a:cubicBezTo>
                  <a:pt x="6207" y="3592"/>
                  <a:pt x="6365" y="3435"/>
                  <a:pt x="6554" y="3435"/>
                </a:cubicBezTo>
                <a:lnTo>
                  <a:pt x="7562" y="3435"/>
                </a:lnTo>
                <a:cubicBezTo>
                  <a:pt x="7499" y="2647"/>
                  <a:pt x="7184" y="1922"/>
                  <a:pt x="6711" y="1355"/>
                </a:cubicBezTo>
                <a:lnTo>
                  <a:pt x="5987" y="2048"/>
                </a:lnTo>
                <a:cubicBezTo>
                  <a:pt x="5940" y="2111"/>
                  <a:pt x="5853" y="2143"/>
                  <a:pt x="5762" y="2143"/>
                </a:cubicBezTo>
                <a:cubicBezTo>
                  <a:pt x="5672" y="2143"/>
                  <a:pt x="5577" y="2111"/>
                  <a:pt x="5514" y="2048"/>
                </a:cubicBezTo>
                <a:cubicBezTo>
                  <a:pt x="5420" y="1922"/>
                  <a:pt x="5420" y="1702"/>
                  <a:pt x="5514" y="1576"/>
                </a:cubicBezTo>
                <a:lnTo>
                  <a:pt x="6239" y="883"/>
                </a:lnTo>
                <a:cubicBezTo>
                  <a:pt x="5640" y="410"/>
                  <a:pt x="4947" y="95"/>
                  <a:pt x="4160" y="0"/>
                </a:cubicBezTo>
                <a:lnTo>
                  <a:pt x="4160" y="1040"/>
                </a:lnTo>
                <a:cubicBezTo>
                  <a:pt x="4160" y="1229"/>
                  <a:pt x="4002" y="1387"/>
                  <a:pt x="3781" y="1387"/>
                </a:cubicBezTo>
                <a:cubicBezTo>
                  <a:pt x="3592" y="1387"/>
                  <a:pt x="3435" y="1229"/>
                  <a:pt x="3435" y="1040"/>
                </a:cubicBezTo>
                <a:lnTo>
                  <a:pt x="343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1" name="Google Shape;7791;p36"/>
          <p:cNvSpPr/>
          <p:nvPr/>
        </p:nvSpPr>
        <p:spPr>
          <a:xfrm>
            <a:off x="2039574" y="3842805"/>
            <a:ext cx="24570" cy="47989"/>
          </a:xfrm>
          <a:custGeom>
            <a:rect b="b" l="l" r="r" t="t"/>
            <a:pathLst>
              <a:path extrusionOk="0" h="1418" w="726">
                <a:moveTo>
                  <a:pt x="1" y="0"/>
                </a:moveTo>
                <a:lnTo>
                  <a:pt x="1" y="1418"/>
                </a:lnTo>
                <a:lnTo>
                  <a:pt x="379" y="1418"/>
                </a:lnTo>
                <a:cubicBezTo>
                  <a:pt x="568" y="1418"/>
                  <a:pt x="725" y="1260"/>
                  <a:pt x="725" y="1040"/>
                </a:cubicBezTo>
                <a:lnTo>
                  <a:pt x="725" y="347"/>
                </a:lnTo>
                <a:cubicBezTo>
                  <a:pt x="725" y="158"/>
                  <a:pt x="568" y="0"/>
                  <a:pt x="37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2" name="Google Shape;7792;p36"/>
          <p:cNvSpPr/>
          <p:nvPr/>
        </p:nvSpPr>
        <p:spPr>
          <a:xfrm>
            <a:off x="1992668" y="3771363"/>
            <a:ext cx="24536" cy="47989"/>
          </a:xfrm>
          <a:custGeom>
            <a:rect b="b" l="l" r="r" t="t"/>
            <a:pathLst>
              <a:path extrusionOk="0" h="1418" w="725">
                <a:moveTo>
                  <a:pt x="378" y="0"/>
                </a:moveTo>
                <a:cubicBezTo>
                  <a:pt x="189" y="0"/>
                  <a:pt x="0" y="158"/>
                  <a:pt x="0" y="378"/>
                </a:cubicBezTo>
                <a:lnTo>
                  <a:pt x="0" y="1071"/>
                </a:lnTo>
                <a:cubicBezTo>
                  <a:pt x="0" y="1260"/>
                  <a:pt x="189" y="1418"/>
                  <a:pt x="378" y="1418"/>
                </a:cubicBezTo>
                <a:lnTo>
                  <a:pt x="725" y="1418"/>
                </a:lnTo>
                <a:lnTo>
                  <a:pt x="72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3" name="Google Shape;7793;p36"/>
          <p:cNvSpPr/>
          <p:nvPr/>
        </p:nvSpPr>
        <p:spPr>
          <a:xfrm>
            <a:off x="1846604" y="3585837"/>
            <a:ext cx="365736" cy="399849"/>
          </a:xfrm>
          <a:custGeom>
            <a:rect b="b" l="l" r="r" t="t"/>
            <a:pathLst>
              <a:path extrusionOk="0" h="11815" w="10807">
                <a:moveTo>
                  <a:pt x="6459" y="662"/>
                </a:moveTo>
                <a:cubicBezTo>
                  <a:pt x="6868" y="662"/>
                  <a:pt x="7183" y="977"/>
                  <a:pt x="7183" y="1355"/>
                </a:cubicBezTo>
                <a:cubicBezTo>
                  <a:pt x="7183" y="1765"/>
                  <a:pt x="6868" y="2080"/>
                  <a:pt x="6459" y="2080"/>
                </a:cubicBezTo>
                <a:lnTo>
                  <a:pt x="6459" y="1702"/>
                </a:lnTo>
                <a:cubicBezTo>
                  <a:pt x="6459" y="1513"/>
                  <a:pt x="6301" y="1355"/>
                  <a:pt x="6112" y="1355"/>
                </a:cubicBezTo>
                <a:lnTo>
                  <a:pt x="4726" y="1355"/>
                </a:lnTo>
                <a:cubicBezTo>
                  <a:pt x="4537" y="1355"/>
                  <a:pt x="4379" y="1513"/>
                  <a:pt x="4379" y="1702"/>
                </a:cubicBezTo>
                <a:lnTo>
                  <a:pt x="4379" y="2080"/>
                </a:lnTo>
                <a:cubicBezTo>
                  <a:pt x="3970" y="2017"/>
                  <a:pt x="3655" y="1702"/>
                  <a:pt x="3655" y="1355"/>
                </a:cubicBezTo>
                <a:cubicBezTo>
                  <a:pt x="3655" y="977"/>
                  <a:pt x="3970" y="662"/>
                  <a:pt x="4379" y="662"/>
                </a:cubicBezTo>
                <a:close/>
                <a:moveTo>
                  <a:pt x="5387" y="4128"/>
                </a:moveTo>
                <a:cubicBezTo>
                  <a:pt x="5608" y="4128"/>
                  <a:pt x="5766" y="4285"/>
                  <a:pt x="5766" y="4474"/>
                </a:cubicBezTo>
                <a:lnTo>
                  <a:pt x="5766" y="4821"/>
                </a:lnTo>
                <a:lnTo>
                  <a:pt x="6112" y="4821"/>
                </a:lnTo>
                <a:cubicBezTo>
                  <a:pt x="6711" y="4821"/>
                  <a:pt x="7120" y="5293"/>
                  <a:pt x="7120" y="5860"/>
                </a:cubicBezTo>
                <a:cubicBezTo>
                  <a:pt x="7120" y="6049"/>
                  <a:pt x="6963" y="6207"/>
                  <a:pt x="6774" y="6207"/>
                </a:cubicBezTo>
                <a:cubicBezTo>
                  <a:pt x="6585" y="6207"/>
                  <a:pt x="6427" y="6049"/>
                  <a:pt x="6427" y="5860"/>
                </a:cubicBezTo>
                <a:cubicBezTo>
                  <a:pt x="6427" y="5640"/>
                  <a:pt x="6270" y="5482"/>
                  <a:pt x="6081" y="5482"/>
                </a:cubicBezTo>
                <a:lnTo>
                  <a:pt x="5703" y="5482"/>
                </a:lnTo>
                <a:lnTo>
                  <a:pt x="5703" y="6868"/>
                </a:lnTo>
                <a:lnTo>
                  <a:pt x="6081" y="6868"/>
                </a:lnTo>
                <a:cubicBezTo>
                  <a:pt x="6648" y="6868"/>
                  <a:pt x="7089" y="7341"/>
                  <a:pt x="7089" y="7908"/>
                </a:cubicBezTo>
                <a:lnTo>
                  <a:pt x="7089" y="8601"/>
                </a:lnTo>
                <a:cubicBezTo>
                  <a:pt x="7089" y="9200"/>
                  <a:pt x="6616" y="9641"/>
                  <a:pt x="6081" y="9641"/>
                </a:cubicBezTo>
                <a:lnTo>
                  <a:pt x="5703" y="9641"/>
                </a:lnTo>
                <a:lnTo>
                  <a:pt x="5703" y="9987"/>
                </a:lnTo>
                <a:cubicBezTo>
                  <a:pt x="5703" y="10176"/>
                  <a:pt x="5545" y="10334"/>
                  <a:pt x="5356" y="10334"/>
                </a:cubicBezTo>
                <a:cubicBezTo>
                  <a:pt x="5167" y="10334"/>
                  <a:pt x="5009" y="10176"/>
                  <a:pt x="5009" y="9987"/>
                </a:cubicBezTo>
                <a:lnTo>
                  <a:pt x="5009" y="9704"/>
                </a:lnTo>
                <a:lnTo>
                  <a:pt x="4631" y="9704"/>
                </a:lnTo>
                <a:cubicBezTo>
                  <a:pt x="4064" y="9704"/>
                  <a:pt x="3623" y="9231"/>
                  <a:pt x="3623" y="8664"/>
                </a:cubicBezTo>
                <a:cubicBezTo>
                  <a:pt x="3623" y="8475"/>
                  <a:pt x="3781" y="8318"/>
                  <a:pt x="3970" y="8318"/>
                </a:cubicBezTo>
                <a:cubicBezTo>
                  <a:pt x="4159" y="8318"/>
                  <a:pt x="4316" y="8475"/>
                  <a:pt x="4316" y="8664"/>
                </a:cubicBezTo>
                <a:cubicBezTo>
                  <a:pt x="4316" y="8885"/>
                  <a:pt x="4505" y="9042"/>
                  <a:pt x="4694" y="9042"/>
                </a:cubicBezTo>
                <a:lnTo>
                  <a:pt x="5041" y="9042"/>
                </a:lnTo>
                <a:lnTo>
                  <a:pt x="5041" y="7625"/>
                </a:lnTo>
                <a:lnTo>
                  <a:pt x="4694" y="7625"/>
                </a:lnTo>
                <a:lnTo>
                  <a:pt x="4694" y="7593"/>
                </a:lnTo>
                <a:cubicBezTo>
                  <a:pt x="4096" y="7593"/>
                  <a:pt x="3655" y="7120"/>
                  <a:pt x="3655" y="6553"/>
                </a:cubicBezTo>
                <a:lnTo>
                  <a:pt x="3655" y="5860"/>
                </a:lnTo>
                <a:cubicBezTo>
                  <a:pt x="3655" y="5262"/>
                  <a:pt x="4127" y="4821"/>
                  <a:pt x="4694" y="4821"/>
                </a:cubicBezTo>
                <a:lnTo>
                  <a:pt x="5041" y="4821"/>
                </a:lnTo>
                <a:lnTo>
                  <a:pt x="5041" y="4474"/>
                </a:lnTo>
                <a:cubicBezTo>
                  <a:pt x="5041" y="4285"/>
                  <a:pt x="5198" y="4128"/>
                  <a:pt x="5387" y="4128"/>
                </a:cubicBezTo>
                <a:close/>
                <a:moveTo>
                  <a:pt x="4379" y="0"/>
                </a:moveTo>
                <a:cubicBezTo>
                  <a:pt x="3623" y="0"/>
                  <a:pt x="2993" y="662"/>
                  <a:pt x="2993" y="1387"/>
                </a:cubicBezTo>
                <a:cubicBezTo>
                  <a:pt x="2993" y="2143"/>
                  <a:pt x="3623" y="2773"/>
                  <a:pt x="4379" y="2773"/>
                </a:cubicBezTo>
                <a:lnTo>
                  <a:pt x="4379" y="2899"/>
                </a:lnTo>
                <a:cubicBezTo>
                  <a:pt x="3781" y="3025"/>
                  <a:pt x="3277" y="3277"/>
                  <a:pt x="2804" y="3592"/>
                </a:cubicBezTo>
                <a:lnTo>
                  <a:pt x="2332" y="3056"/>
                </a:lnTo>
                <a:lnTo>
                  <a:pt x="2584" y="2804"/>
                </a:lnTo>
                <a:cubicBezTo>
                  <a:pt x="2710" y="2710"/>
                  <a:pt x="2710" y="2458"/>
                  <a:pt x="2615" y="2332"/>
                </a:cubicBezTo>
                <a:lnTo>
                  <a:pt x="1701" y="1292"/>
                </a:lnTo>
                <a:cubicBezTo>
                  <a:pt x="1630" y="1203"/>
                  <a:pt x="1529" y="1165"/>
                  <a:pt x="1432" y="1165"/>
                </a:cubicBezTo>
                <a:cubicBezTo>
                  <a:pt x="1357" y="1165"/>
                  <a:pt x="1284" y="1188"/>
                  <a:pt x="1229" y="1229"/>
                </a:cubicBezTo>
                <a:lnTo>
                  <a:pt x="158" y="2143"/>
                </a:lnTo>
                <a:cubicBezTo>
                  <a:pt x="0" y="2269"/>
                  <a:pt x="0" y="2489"/>
                  <a:pt x="126" y="2615"/>
                </a:cubicBezTo>
                <a:lnTo>
                  <a:pt x="1040" y="3686"/>
                </a:lnTo>
                <a:cubicBezTo>
                  <a:pt x="1090" y="3770"/>
                  <a:pt x="1183" y="3809"/>
                  <a:pt x="1279" y="3809"/>
                </a:cubicBezTo>
                <a:cubicBezTo>
                  <a:pt x="1365" y="3809"/>
                  <a:pt x="1453" y="3777"/>
                  <a:pt x="1512" y="3718"/>
                </a:cubicBezTo>
                <a:lnTo>
                  <a:pt x="1764" y="3497"/>
                </a:lnTo>
                <a:lnTo>
                  <a:pt x="2237" y="4033"/>
                </a:lnTo>
                <a:cubicBezTo>
                  <a:pt x="1418" y="4852"/>
                  <a:pt x="914" y="5986"/>
                  <a:pt x="914" y="7247"/>
                </a:cubicBezTo>
                <a:cubicBezTo>
                  <a:pt x="914" y="9735"/>
                  <a:pt x="2930" y="11815"/>
                  <a:pt x="5387" y="11815"/>
                </a:cubicBezTo>
                <a:cubicBezTo>
                  <a:pt x="7876" y="11815"/>
                  <a:pt x="9893" y="9798"/>
                  <a:pt x="9893" y="7247"/>
                </a:cubicBezTo>
                <a:cubicBezTo>
                  <a:pt x="9893" y="5986"/>
                  <a:pt x="9389" y="4852"/>
                  <a:pt x="8538" y="4033"/>
                </a:cubicBezTo>
                <a:lnTo>
                  <a:pt x="9011" y="3497"/>
                </a:lnTo>
                <a:lnTo>
                  <a:pt x="9294" y="3718"/>
                </a:lnTo>
                <a:cubicBezTo>
                  <a:pt x="9368" y="3777"/>
                  <a:pt x="9450" y="3809"/>
                  <a:pt x="9528" y="3809"/>
                </a:cubicBezTo>
                <a:cubicBezTo>
                  <a:pt x="9616" y="3809"/>
                  <a:pt x="9700" y="3770"/>
                  <a:pt x="9767" y="3686"/>
                </a:cubicBezTo>
                <a:lnTo>
                  <a:pt x="10680" y="2615"/>
                </a:lnTo>
                <a:cubicBezTo>
                  <a:pt x="10806" y="2458"/>
                  <a:pt x="10806" y="2269"/>
                  <a:pt x="10649" y="2143"/>
                </a:cubicBezTo>
                <a:lnTo>
                  <a:pt x="9578" y="1229"/>
                </a:lnTo>
                <a:cubicBezTo>
                  <a:pt x="9509" y="1188"/>
                  <a:pt x="9434" y="1165"/>
                  <a:pt x="9361" y="1165"/>
                </a:cubicBezTo>
                <a:cubicBezTo>
                  <a:pt x="9267" y="1165"/>
                  <a:pt x="9176" y="1203"/>
                  <a:pt x="9105" y="1292"/>
                </a:cubicBezTo>
                <a:lnTo>
                  <a:pt x="8191" y="2332"/>
                </a:lnTo>
                <a:cubicBezTo>
                  <a:pt x="8065" y="2489"/>
                  <a:pt x="8065" y="2710"/>
                  <a:pt x="8223" y="2804"/>
                </a:cubicBezTo>
                <a:lnTo>
                  <a:pt x="8506" y="3056"/>
                </a:lnTo>
                <a:lnTo>
                  <a:pt x="8034" y="3592"/>
                </a:lnTo>
                <a:cubicBezTo>
                  <a:pt x="7561" y="3245"/>
                  <a:pt x="7057" y="3025"/>
                  <a:pt x="6459" y="2899"/>
                </a:cubicBezTo>
                <a:lnTo>
                  <a:pt x="6459" y="2773"/>
                </a:lnTo>
                <a:cubicBezTo>
                  <a:pt x="7215" y="2773"/>
                  <a:pt x="7845" y="2143"/>
                  <a:pt x="7845" y="1387"/>
                </a:cubicBezTo>
                <a:cubicBezTo>
                  <a:pt x="7845" y="662"/>
                  <a:pt x="7215" y="0"/>
                  <a:pt x="645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4" name="Google Shape;7794;p36"/>
          <p:cNvSpPr/>
          <p:nvPr/>
        </p:nvSpPr>
        <p:spPr>
          <a:xfrm>
            <a:off x="1996408" y="4071748"/>
            <a:ext cx="69343" cy="69343"/>
          </a:xfrm>
          <a:custGeom>
            <a:rect b="b" l="l" r="r" t="t"/>
            <a:pathLst>
              <a:path extrusionOk="0" h="2049" w="2049">
                <a:moveTo>
                  <a:pt x="1008" y="1"/>
                </a:moveTo>
                <a:cubicBezTo>
                  <a:pt x="441" y="1"/>
                  <a:pt x="0" y="442"/>
                  <a:pt x="0" y="1009"/>
                </a:cubicBezTo>
                <a:cubicBezTo>
                  <a:pt x="0" y="1576"/>
                  <a:pt x="441" y="2048"/>
                  <a:pt x="1008" y="2048"/>
                </a:cubicBezTo>
                <a:cubicBezTo>
                  <a:pt x="1576" y="2048"/>
                  <a:pt x="2048" y="1576"/>
                  <a:pt x="2048" y="1009"/>
                </a:cubicBezTo>
                <a:cubicBezTo>
                  <a:pt x="2048" y="442"/>
                  <a:pt x="1576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5" name="Google Shape;7795;p36"/>
          <p:cNvSpPr/>
          <p:nvPr/>
        </p:nvSpPr>
        <p:spPr>
          <a:xfrm>
            <a:off x="1827939" y="4219945"/>
            <a:ext cx="403064" cy="251653"/>
          </a:xfrm>
          <a:custGeom>
            <a:rect b="b" l="l" r="r" t="t"/>
            <a:pathLst>
              <a:path extrusionOk="0" h="7436" w="11910">
                <a:moveTo>
                  <a:pt x="3498" y="1"/>
                </a:moveTo>
                <a:cubicBezTo>
                  <a:pt x="2174" y="316"/>
                  <a:pt x="1418" y="820"/>
                  <a:pt x="1418" y="1482"/>
                </a:cubicBezTo>
                <a:cubicBezTo>
                  <a:pt x="1418" y="2112"/>
                  <a:pt x="2080" y="2553"/>
                  <a:pt x="3088" y="2868"/>
                </a:cubicBezTo>
                <a:lnTo>
                  <a:pt x="1891" y="5357"/>
                </a:lnTo>
                <a:lnTo>
                  <a:pt x="1765" y="5357"/>
                </a:lnTo>
                <a:cubicBezTo>
                  <a:pt x="788" y="5357"/>
                  <a:pt x="1" y="5766"/>
                  <a:pt x="1" y="6365"/>
                </a:cubicBezTo>
                <a:cubicBezTo>
                  <a:pt x="1" y="6963"/>
                  <a:pt x="757" y="7404"/>
                  <a:pt x="1765" y="7404"/>
                </a:cubicBezTo>
                <a:cubicBezTo>
                  <a:pt x="2804" y="7404"/>
                  <a:pt x="3498" y="6963"/>
                  <a:pt x="3498" y="6365"/>
                </a:cubicBezTo>
                <a:cubicBezTo>
                  <a:pt x="3498" y="5987"/>
                  <a:pt x="3151" y="5609"/>
                  <a:pt x="2615" y="5451"/>
                </a:cubicBezTo>
                <a:lnTo>
                  <a:pt x="3781" y="3025"/>
                </a:lnTo>
                <a:cubicBezTo>
                  <a:pt x="4348" y="3151"/>
                  <a:pt x="4978" y="3183"/>
                  <a:pt x="5608" y="3214"/>
                </a:cubicBezTo>
                <a:lnTo>
                  <a:pt x="5608" y="5388"/>
                </a:lnTo>
                <a:cubicBezTo>
                  <a:pt x="4758" y="5451"/>
                  <a:pt x="4222" y="5892"/>
                  <a:pt x="4222" y="6396"/>
                </a:cubicBezTo>
                <a:cubicBezTo>
                  <a:pt x="4222" y="6995"/>
                  <a:pt x="4978" y="7436"/>
                  <a:pt x="5955" y="7436"/>
                </a:cubicBezTo>
                <a:cubicBezTo>
                  <a:pt x="6932" y="7436"/>
                  <a:pt x="7688" y="6995"/>
                  <a:pt x="7688" y="6396"/>
                </a:cubicBezTo>
                <a:cubicBezTo>
                  <a:pt x="7688" y="5892"/>
                  <a:pt x="7089" y="5451"/>
                  <a:pt x="6302" y="5388"/>
                </a:cubicBezTo>
                <a:lnTo>
                  <a:pt x="6302" y="3214"/>
                </a:lnTo>
                <a:cubicBezTo>
                  <a:pt x="6932" y="3214"/>
                  <a:pt x="7562" y="3151"/>
                  <a:pt x="8129" y="3025"/>
                </a:cubicBezTo>
                <a:lnTo>
                  <a:pt x="9295" y="5451"/>
                </a:lnTo>
                <a:cubicBezTo>
                  <a:pt x="8759" y="5609"/>
                  <a:pt x="8381" y="5987"/>
                  <a:pt x="8381" y="6365"/>
                </a:cubicBezTo>
                <a:cubicBezTo>
                  <a:pt x="8381" y="6963"/>
                  <a:pt x="9137" y="7404"/>
                  <a:pt x="10114" y="7404"/>
                </a:cubicBezTo>
                <a:cubicBezTo>
                  <a:pt x="11122" y="7404"/>
                  <a:pt x="11909" y="6963"/>
                  <a:pt x="11909" y="6365"/>
                </a:cubicBezTo>
                <a:cubicBezTo>
                  <a:pt x="11909" y="5766"/>
                  <a:pt x="11122" y="5357"/>
                  <a:pt x="10145" y="5357"/>
                </a:cubicBezTo>
                <a:lnTo>
                  <a:pt x="10019" y="5357"/>
                </a:lnTo>
                <a:lnTo>
                  <a:pt x="8822" y="2868"/>
                </a:lnTo>
                <a:cubicBezTo>
                  <a:pt x="9830" y="2584"/>
                  <a:pt x="10492" y="2112"/>
                  <a:pt x="10492" y="1482"/>
                </a:cubicBezTo>
                <a:cubicBezTo>
                  <a:pt x="10492" y="820"/>
                  <a:pt x="9736" y="316"/>
                  <a:pt x="8381" y="1"/>
                </a:cubicBezTo>
                <a:lnTo>
                  <a:pt x="8381" y="64"/>
                </a:lnTo>
                <a:lnTo>
                  <a:pt x="8381" y="1450"/>
                </a:lnTo>
                <a:cubicBezTo>
                  <a:pt x="8381" y="1639"/>
                  <a:pt x="8223" y="1797"/>
                  <a:pt x="8034" y="1797"/>
                </a:cubicBezTo>
                <a:lnTo>
                  <a:pt x="3876" y="1797"/>
                </a:lnTo>
                <a:cubicBezTo>
                  <a:pt x="3655" y="1797"/>
                  <a:pt x="3498" y="1639"/>
                  <a:pt x="3498" y="1450"/>
                </a:cubicBezTo>
                <a:lnTo>
                  <a:pt x="3498" y="64"/>
                </a:lnTo>
                <a:lnTo>
                  <a:pt x="349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6" name="Google Shape;7796;p36"/>
          <p:cNvSpPr/>
          <p:nvPr/>
        </p:nvSpPr>
        <p:spPr>
          <a:xfrm>
            <a:off x="1971872" y="4164511"/>
            <a:ext cx="117332" cy="93845"/>
          </a:xfrm>
          <a:custGeom>
            <a:rect b="b" l="l" r="r" t="t"/>
            <a:pathLst>
              <a:path extrusionOk="0" h="2773" w="3467">
                <a:moveTo>
                  <a:pt x="1733" y="1"/>
                </a:moveTo>
                <a:cubicBezTo>
                  <a:pt x="788" y="1"/>
                  <a:pt x="1" y="757"/>
                  <a:pt x="1" y="1733"/>
                </a:cubicBezTo>
                <a:lnTo>
                  <a:pt x="1" y="2773"/>
                </a:lnTo>
                <a:lnTo>
                  <a:pt x="3466" y="2773"/>
                </a:lnTo>
                <a:lnTo>
                  <a:pt x="3466" y="1733"/>
                </a:ln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7" name="Google Shape;7797;p36"/>
          <p:cNvSpPr/>
          <p:nvPr/>
        </p:nvSpPr>
        <p:spPr>
          <a:xfrm>
            <a:off x="4528882" y="3233164"/>
            <a:ext cx="93879" cy="92796"/>
          </a:xfrm>
          <a:custGeom>
            <a:rect b="b" l="l" r="r" t="t"/>
            <a:pathLst>
              <a:path extrusionOk="0" h="2742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cubicBezTo>
                  <a:pt x="1" y="2112"/>
                  <a:pt x="631" y="2742"/>
                  <a:pt x="1387" y="2742"/>
                </a:cubicBezTo>
                <a:cubicBezTo>
                  <a:pt x="2143" y="2742"/>
                  <a:pt x="2773" y="2112"/>
                  <a:pt x="2773" y="1355"/>
                </a:cubicBezTo>
                <a:cubicBezTo>
                  <a:pt x="2773" y="631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8" name="Google Shape;7798;p36"/>
          <p:cNvSpPr/>
          <p:nvPr/>
        </p:nvSpPr>
        <p:spPr>
          <a:xfrm>
            <a:off x="4422278" y="3080704"/>
            <a:ext cx="117298" cy="117332"/>
          </a:xfrm>
          <a:custGeom>
            <a:rect b="b" l="l" r="r" t="t"/>
            <a:pathLst>
              <a:path extrusionOk="0" h="3467" w="3466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741" y="3466"/>
                  <a:pt x="3466" y="2678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799" name="Google Shape;7799;p36"/>
          <p:cNvSpPr/>
          <p:nvPr/>
        </p:nvSpPr>
        <p:spPr>
          <a:xfrm>
            <a:off x="4610984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8"/>
                  <a:pt x="788" y="3466"/>
                  <a:pt x="1733" y="3466"/>
                </a:cubicBezTo>
                <a:cubicBezTo>
                  <a:pt x="2679" y="3466"/>
                  <a:pt x="3466" y="2678"/>
                  <a:pt x="3466" y="1733"/>
                </a:cubicBezTo>
                <a:cubicBezTo>
                  <a:pt x="3466" y="788"/>
                  <a:pt x="2679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0" name="Google Shape;7800;p36"/>
          <p:cNvSpPr/>
          <p:nvPr/>
        </p:nvSpPr>
        <p:spPr>
          <a:xfrm>
            <a:off x="4545939" y="3344066"/>
            <a:ext cx="56550" cy="34147"/>
          </a:xfrm>
          <a:custGeom>
            <a:rect b="b" l="l" r="r" t="t"/>
            <a:pathLst>
              <a:path extrusionOk="0" h="1009" w="1670">
                <a:moveTo>
                  <a:pt x="1" y="0"/>
                </a:moveTo>
                <a:lnTo>
                  <a:pt x="851" y="1008"/>
                </a:lnTo>
                <a:lnTo>
                  <a:pt x="1671" y="0"/>
                </a:lnTo>
                <a:lnTo>
                  <a:pt x="1671" y="0"/>
                </a:lnTo>
                <a:cubicBezTo>
                  <a:pt x="1450" y="126"/>
                  <a:pt x="1167" y="158"/>
                  <a:pt x="851" y="158"/>
                </a:cubicBezTo>
                <a:cubicBezTo>
                  <a:pt x="568" y="158"/>
                  <a:pt x="284" y="95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1" name="Google Shape;7801;p36"/>
          <p:cNvSpPr/>
          <p:nvPr/>
        </p:nvSpPr>
        <p:spPr>
          <a:xfrm>
            <a:off x="4470233" y="3336586"/>
            <a:ext cx="94928" cy="143966"/>
          </a:xfrm>
          <a:custGeom>
            <a:rect b="b" l="l" r="r" t="t"/>
            <a:pathLst>
              <a:path extrusionOk="0" h="4254" w="2805">
                <a:moveTo>
                  <a:pt x="1261" y="1"/>
                </a:moveTo>
                <a:cubicBezTo>
                  <a:pt x="474" y="599"/>
                  <a:pt x="1" y="1513"/>
                  <a:pt x="1" y="2490"/>
                </a:cubicBezTo>
                <a:lnTo>
                  <a:pt x="1" y="3907"/>
                </a:lnTo>
                <a:cubicBezTo>
                  <a:pt x="1" y="4096"/>
                  <a:pt x="158" y="4254"/>
                  <a:pt x="379" y="4254"/>
                </a:cubicBezTo>
                <a:lnTo>
                  <a:pt x="2805" y="4254"/>
                </a:lnTo>
                <a:lnTo>
                  <a:pt x="2805" y="1891"/>
                </a:lnTo>
                <a:lnTo>
                  <a:pt x="1261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2" name="Google Shape;7802;p36"/>
          <p:cNvSpPr/>
          <p:nvPr/>
        </p:nvSpPr>
        <p:spPr>
          <a:xfrm>
            <a:off x="4587531" y="3337669"/>
            <a:ext cx="94928" cy="143966"/>
          </a:xfrm>
          <a:custGeom>
            <a:rect b="b" l="l" r="r" t="t"/>
            <a:pathLst>
              <a:path extrusionOk="0" h="4254" w="2805">
                <a:moveTo>
                  <a:pt x="1544" y="0"/>
                </a:moveTo>
                <a:lnTo>
                  <a:pt x="1" y="1890"/>
                </a:lnTo>
                <a:lnTo>
                  <a:pt x="1" y="4253"/>
                </a:lnTo>
                <a:lnTo>
                  <a:pt x="2458" y="4253"/>
                </a:lnTo>
                <a:cubicBezTo>
                  <a:pt x="2647" y="4253"/>
                  <a:pt x="2804" y="4096"/>
                  <a:pt x="2804" y="3907"/>
                </a:cubicBezTo>
                <a:lnTo>
                  <a:pt x="2804" y="2489"/>
                </a:lnTo>
                <a:cubicBezTo>
                  <a:pt x="2773" y="1481"/>
                  <a:pt x="2300" y="567"/>
                  <a:pt x="154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3" name="Google Shape;7803;p36"/>
          <p:cNvSpPr/>
          <p:nvPr/>
        </p:nvSpPr>
        <p:spPr>
          <a:xfrm>
            <a:off x="4590745" y="3193737"/>
            <a:ext cx="186608" cy="147147"/>
          </a:xfrm>
          <a:custGeom>
            <a:rect b="b" l="l" r="r" t="t"/>
            <a:pathLst>
              <a:path extrusionOk="0" h="4348" w="5514">
                <a:moveTo>
                  <a:pt x="3686" y="1512"/>
                </a:moveTo>
                <a:cubicBezTo>
                  <a:pt x="3907" y="1512"/>
                  <a:pt x="4064" y="1670"/>
                  <a:pt x="4064" y="1859"/>
                </a:cubicBezTo>
                <a:cubicBezTo>
                  <a:pt x="4064" y="2048"/>
                  <a:pt x="3907" y="2205"/>
                  <a:pt x="3686" y="2205"/>
                </a:cubicBezTo>
                <a:lnTo>
                  <a:pt x="2993" y="2205"/>
                </a:lnTo>
                <a:cubicBezTo>
                  <a:pt x="2804" y="2205"/>
                  <a:pt x="2646" y="2048"/>
                  <a:pt x="2646" y="1859"/>
                </a:cubicBezTo>
                <a:cubicBezTo>
                  <a:pt x="2646" y="1670"/>
                  <a:pt x="2804" y="1512"/>
                  <a:pt x="2993" y="1512"/>
                </a:cubicBezTo>
                <a:close/>
                <a:moveTo>
                  <a:pt x="4127" y="0"/>
                </a:moveTo>
                <a:cubicBezTo>
                  <a:pt x="3686" y="536"/>
                  <a:pt x="3056" y="851"/>
                  <a:pt x="2331" y="851"/>
                </a:cubicBezTo>
                <a:cubicBezTo>
                  <a:pt x="1607" y="851"/>
                  <a:pt x="977" y="504"/>
                  <a:pt x="536" y="63"/>
                </a:cubicBezTo>
                <a:cubicBezTo>
                  <a:pt x="347" y="221"/>
                  <a:pt x="158" y="378"/>
                  <a:pt x="0" y="567"/>
                </a:cubicBezTo>
                <a:cubicBezTo>
                  <a:pt x="945" y="756"/>
                  <a:pt x="1638" y="1575"/>
                  <a:pt x="1638" y="2615"/>
                </a:cubicBezTo>
                <a:cubicBezTo>
                  <a:pt x="1638" y="2930"/>
                  <a:pt x="1575" y="3214"/>
                  <a:pt x="1449" y="3466"/>
                </a:cubicBezTo>
                <a:cubicBezTo>
                  <a:pt x="1859" y="3718"/>
                  <a:pt x="2205" y="4001"/>
                  <a:pt x="2520" y="4348"/>
                </a:cubicBezTo>
                <a:lnTo>
                  <a:pt x="5167" y="4348"/>
                </a:lnTo>
                <a:cubicBezTo>
                  <a:pt x="5356" y="4348"/>
                  <a:pt x="5513" y="4190"/>
                  <a:pt x="5513" y="4001"/>
                </a:cubicBezTo>
                <a:lnTo>
                  <a:pt x="5513" y="2615"/>
                </a:lnTo>
                <a:cubicBezTo>
                  <a:pt x="5482" y="1512"/>
                  <a:pt x="4915" y="567"/>
                  <a:pt x="41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4" name="Google Shape;7804;p36"/>
          <p:cNvSpPr/>
          <p:nvPr/>
        </p:nvSpPr>
        <p:spPr>
          <a:xfrm>
            <a:off x="4376422" y="3192654"/>
            <a:ext cx="184475" cy="147181"/>
          </a:xfrm>
          <a:custGeom>
            <a:rect b="b" l="l" r="r" t="t"/>
            <a:pathLst>
              <a:path extrusionOk="0" h="4349" w="5451">
                <a:moveTo>
                  <a:pt x="2426" y="1544"/>
                </a:moveTo>
                <a:cubicBezTo>
                  <a:pt x="2615" y="1544"/>
                  <a:pt x="2773" y="1702"/>
                  <a:pt x="2773" y="1891"/>
                </a:cubicBezTo>
                <a:cubicBezTo>
                  <a:pt x="2773" y="2080"/>
                  <a:pt x="2615" y="2237"/>
                  <a:pt x="2426" y="2237"/>
                </a:cubicBezTo>
                <a:lnTo>
                  <a:pt x="1733" y="2237"/>
                </a:lnTo>
                <a:cubicBezTo>
                  <a:pt x="1513" y="2237"/>
                  <a:pt x="1355" y="2080"/>
                  <a:pt x="1355" y="1891"/>
                </a:cubicBezTo>
                <a:cubicBezTo>
                  <a:pt x="1355" y="1702"/>
                  <a:pt x="1513" y="1544"/>
                  <a:pt x="1733" y="1544"/>
                </a:cubicBezTo>
                <a:close/>
                <a:moveTo>
                  <a:pt x="1324" y="1"/>
                </a:moveTo>
                <a:cubicBezTo>
                  <a:pt x="536" y="568"/>
                  <a:pt x="1" y="1513"/>
                  <a:pt x="1" y="2552"/>
                </a:cubicBezTo>
                <a:lnTo>
                  <a:pt x="1" y="3939"/>
                </a:lnTo>
                <a:cubicBezTo>
                  <a:pt x="1" y="4191"/>
                  <a:pt x="95" y="4348"/>
                  <a:pt x="316" y="4348"/>
                </a:cubicBezTo>
                <a:lnTo>
                  <a:pt x="2930" y="4348"/>
                </a:lnTo>
                <a:cubicBezTo>
                  <a:pt x="3214" y="3970"/>
                  <a:pt x="3561" y="3655"/>
                  <a:pt x="4002" y="3466"/>
                </a:cubicBezTo>
                <a:cubicBezTo>
                  <a:pt x="3876" y="3183"/>
                  <a:pt x="3813" y="2930"/>
                  <a:pt x="3813" y="2615"/>
                </a:cubicBezTo>
                <a:cubicBezTo>
                  <a:pt x="3813" y="1607"/>
                  <a:pt x="4506" y="757"/>
                  <a:pt x="5451" y="568"/>
                </a:cubicBezTo>
                <a:cubicBezTo>
                  <a:pt x="5293" y="347"/>
                  <a:pt x="5104" y="190"/>
                  <a:pt x="4915" y="32"/>
                </a:cubicBezTo>
                <a:cubicBezTo>
                  <a:pt x="4474" y="505"/>
                  <a:pt x="3844" y="820"/>
                  <a:pt x="3151" y="820"/>
                </a:cubicBezTo>
                <a:cubicBezTo>
                  <a:pt x="2426" y="820"/>
                  <a:pt x="1796" y="505"/>
                  <a:pt x="13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5" name="Google Shape;7805;p36"/>
          <p:cNvSpPr/>
          <p:nvPr/>
        </p:nvSpPr>
        <p:spPr>
          <a:xfrm>
            <a:off x="4555008" y="3766032"/>
            <a:ext cx="24570" cy="22404"/>
          </a:xfrm>
          <a:custGeom>
            <a:rect b="b" l="l" r="r" t="t"/>
            <a:pathLst>
              <a:path extrusionOk="0" h="662" w="726">
                <a:moveTo>
                  <a:pt x="375" y="0"/>
                </a:moveTo>
                <a:cubicBezTo>
                  <a:pt x="292" y="0"/>
                  <a:pt x="206" y="32"/>
                  <a:pt x="127" y="95"/>
                </a:cubicBezTo>
                <a:cubicBezTo>
                  <a:pt x="1" y="221"/>
                  <a:pt x="1" y="441"/>
                  <a:pt x="127" y="567"/>
                </a:cubicBezTo>
                <a:cubicBezTo>
                  <a:pt x="190" y="630"/>
                  <a:pt x="277" y="662"/>
                  <a:pt x="363" y="662"/>
                </a:cubicBezTo>
                <a:cubicBezTo>
                  <a:pt x="450" y="662"/>
                  <a:pt x="536" y="630"/>
                  <a:pt x="599" y="567"/>
                </a:cubicBezTo>
                <a:cubicBezTo>
                  <a:pt x="725" y="441"/>
                  <a:pt x="725" y="221"/>
                  <a:pt x="599" y="95"/>
                </a:cubicBezTo>
                <a:cubicBezTo>
                  <a:pt x="536" y="32"/>
                  <a:pt x="458" y="0"/>
                  <a:pt x="3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6" name="Google Shape;7806;p36"/>
          <p:cNvSpPr/>
          <p:nvPr/>
        </p:nvSpPr>
        <p:spPr>
          <a:xfrm>
            <a:off x="4502789" y="3718822"/>
            <a:ext cx="127958" cy="117332"/>
          </a:xfrm>
          <a:custGeom>
            <a:rect b="b" l="l" r="r" t="t"/>
            <a:pathLst>
              <a:path extrusionOk="0" h="3467" w="3781">
                <a:moveTo>
                  <a:pt x="1922" y="710"/>
                </a:moveTo>
                <a:cubicBezTo>
                  <a:pt x="2190" y="710"/>
                  <a:pt x="2458" y="812"/>
                  <a:pt x="2647" y="1017"/>
                </a:cubicBezTo>
                <a:cubicBezTo>
                  <a:pt x="3088" y="1395"/>
                  <a:pt x="3088" y="2088"/>
                  <a:pt x="2647" y="2466"/>
                </a:cubicBezTo>
                <a:cubicBezTo>
                  <a:pt x="2458" y="2671"/>
                  <a:pt x="2190" y="2773"/>
                  <a:pt x="1922" y="2773"/>
                </a:cubicBezTo>
                <a:cubicBezTo>
                  <a:pt x="1654" y="2773"/>
                  <a:pt x="1386" y="2671"/>
                  <a:pt x="1197" y="2466"/>
                </a:cubicBezTo>
                <a:cubicBezTo>
                  <a:pt x="788" y="2088"/>
                  <a:pt x="788" y="1395"/>
                  <a:pt x="1197" y="1017"/>
                </a:cubicBezTo>
                <a:cubicBezTo>
                  <a:pt x="1386" y="812"/>
                  <a:pt x="1654" y="710"/>
                  <a:pt x="1922" y="710"/>
                </a:cubicBezTo>
                <a:close/>
                <a:moveTo>
                  <a:pt x="1930" y="1"/>
                </a:moveTo>
                <a:cubicBezTo>
                  <a:pt x="1489" y="1"/>
                  <a:pt x="1040" y="182"/>
                  <a:pt x="693" y="544"/>
                </a:cubicBezTo>
                <a:cubicBezTo>
                  <a:pt x="0" y="1206"/>
                  <a:pt x="0" y="2309"/>
                  <a:pt x="693" y="2970"/>
                </a:cubicBezTo>
                <a:cubicBezTo>
                  <a:pt x="1024" y="3301"/>
                  <a:pt x="1473" y="3466"/>
                  <a:pt x="1918" y="3466"/>
                </a:cubicBezTo>
                <a:cubicBezTo>
                  <a:pt x="2363" y="3466"/>
                  <a:pt x="2804" y="3301"/>
                  <a:pt x="3119" y="2970"/>
                </a:cubicBezTo>
                <a:cubicBezTo>
                  <a:pt x="3781" y="2309"/>
                  <a:pt x="3781" y="1206"/>
                  <a:pt x="3119" y="544"/>
                </a:cubicBezTo>
                <a:cubicBezTo>
                  <a:pt x="2804" y="182"/>
                  <a:pt x="2371" y="1"/>
                  <a:pt x="19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7" name="Google Shape;7807;p36"/>
          <p:cNvSpPr/>
          <p:nvPr/>
        </p:nvSpPr>
        <p:spPr>
          <a:xfrm>
            <a:off x="4616872" y="3599696"/>
            <a:ext cx="159940" cy="161023"/>
          </a:xfrm>
          <a:custGeom>
            <a:rect b="b" l="l" r="r" t="t"/>
            <a:pathLst>
              <a:path extrusionOk="0" h="4758" w="4726">
                <a:moveTo>
                  <a:pt x="3533" y="0"/>
                </a:moveTo>
                <a:cubicBezTo>
                  <a:pt x="3442" y="0"/>
                  <a:pt x="3355" y="32"/>
                  <a:pt x="3308" y="95"/>
                </a:cubicBezTo>
                <a:lnTo>
                  <a:pt x="0" y="3308"/>
                </a:lnTo>
                <a:cubicBezTo>
                  <a:pt x="410" y="3623"/>
                  <a:pt x="788" y="4127"/>
                  <a:pt x="1953" y="4758"/>
                </a:cubicBezTo>
                <a:lnTo>
                  <a:pt x="4600" y="2678"/>
                </a:lnTo>
                <a:cubicBezTo>
                  <a:pt x="4663" y="2615"/>
                  <a:pt x="4726" y="2521"/>
                  <a:pt x="4726" y="2395"/>
                </a:cubicBezTo>
                <a:cubicBezTo>
                  <a:pt x="4726" y="1544"/>
                  <a:pt x="4348" y="693"/>
                  <a:pt x="3781" y="95"/>
                </a:cubicBezTo>
                <a:cubicBezTo>
                  <a:pt x="3718" y="32"/>
                  <a:pt x="3623" y="0"/>
                  <a:pt x="35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8" name="Google Shape;7808;p36"/>
          <p:cNvSpPr/>
          <p:nvPr/>
        </p:nvSpPr>
        <p:spPr>
          <a:xfrm>
            <a:off x="4558222" y="3834258"/>
            <a:ext cx="139702" cy="138619"/>
          </a:xfrm>
          <a:custGeom>
            <a:rect b="b" l="l" r="r" t="t"/>
            <a:pathLst>
              <a:path extrusionOk="0" h="4096" w="4128">
                <a:moveTo>
                  <a:pt x="2048" y="0"/>
                </a:moveTo>
                <a:cubicBezTo>
                  <a:pt x="1985" y="32"/>
                  <a:pt x="1985" y="63"/>
                  <a:pt x="1954" y="126"/>
                </a:cubicBezTo>
                <a:cubicBezTo>
                  <a:pt x="1506" y="546"/>
                  <a:pt x="859" y="767"/>
                  <a:pt x="235" y="767"/>
                </a:cubicBezTo>
                <a:cubicBezTo>
                  <a:pt x="156" y="767"/>
                  <a:pt x="78" y="764"/>
                  <a:pt x="0" y="756"/>
                </a:cubicBezTo>
                <a:lnTo>
                  <a:pt x="0" y="756"/>
                </a:lnTo>
                <a:cubicBezTo>
                  <a:pt x="567" y="1670"/>
                  <a:pt x="1355" y="3749"/>
                  <a:pt x="1418" y="3875"/>
                </a:cubicBezTo>
                <a:cubicBezTo>
                  <a:pt x="1450" y="4001"/>
                  <a:pt x="1607" y="4096"/>
                  <a:pt x="1733" y="4096"/>
                </a:cubicBezTo>
                <a:cubicBezTo>
                  <a:pt x="1891" y="4096"/>
                  <a:pt x="1985" y="4033"/>
                  <a:pt x="2048" y="3875"/>
                </a:cubicBezTo>
                <a:lnTo>
                  <a:pt x="2426" y="2647"/>
                </a:lnTo>
                <a:lnTo>
                  <a:pt x="3182" y="2647"/>
                </a:lnTo>
                <a:cubicBezTo>
                  <a:pt x="4128" y="2647"/>
                  <a:pt x="2710" y="63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09" name="Google Shape;7809;p36"/>
          <p:cNvSpPr/>
          <p:nvPr/>
        </p:nvSpPr>
        <p:spPr>
          <a:xfrm>
            <a:off x="4640325" y="3769213"/>
            <a:ext cx="121562" cy="120547"/>
          </a:xfrm>
          <a:custGeom>
            <a:rect b="b" l="l" r="r" t="t"/>
            <a:pathLst>
              <a:path extrusionOk="0" h="3562" w="3592">
                <a:moveTo>
                  <a:pt x="252" y="1"/>
                </a:moveTo>
                <a:cubicBezTo>
                  <a:pt x="284" y="410"/>
                  <a:pt x="189" y="883"/>
                  <a:pt x="0" y="1292"/>
                </a:cubicBezTo>
                <a:cubicBezTo>
                  <a:pt x="630" y="1922"/>
                  <a:pt x="1134" y="2615"/>
                  <a:pt x="1544" y="3466"/>
                </a:cubicBezTo>
                <a:cubicBezTo>
                  <a:pt x="1565" y="3530"/>
                  <a:pt x="1634" y="3562"/>
                  <a:pt x="1715" y="3562"/>
                </a:cubicBezTo>
                <a:cubicBezTo>
                  <a:pt x="1874" y="3562"/>
                  <a:pt x="2080" y="3443"/>
                  <a:pt x="2080" y="3214"/>
                </a:cubicBezTo>
                <a:lnTo>
                  <a:pt x="2080" y="2458"/>
                </a:lnTo>
                <a:lnTo>
                  <a:pt x="3308" y="2080"/>
                </a:lnTo>
                <a:cubicBezTo>
                  <a:pt x="3497" y="1985"/>
                  <a:pt x="3592" y="1891"/>
                  <a:pt x="3592" y="1733"/>
                </a:cubicBezTo>
                <a:cubicBezTo>
                  <a:pt x="3592" y="1576"/>
                  <a:pt x="3497" y="1450"/>
                  <a:pt x="3340" y="1418"/>
                </a:cubicBezTo>
                <a:cubicBezTo>
                  <a:pt x="3182" y="1355"/>
                  <a:pt x="1134" y="568"/>
                  <a:pt x="2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0" name="Google Shape;7810;p36"/>
          <p:cNvSpPr/>
          <p:nvPr/>
        </p:nvSpPr>
        <p:spPr>
          <a:xfrm>
            <a:off x="4387622" y="3824647"/>
            <a:ext cx="163155" cy="159973"/>
          </a:xfrm>
          <a:custGeom>
            <a:rect b="b" l="l" r="r" t="t"/>
            <a:pathLst>
              <a:path extrusionOk="0" h="4727" w="4821">
                <a:moveTo>
                  <a:pt x="3372" y="1"/>
                </a:moveTo>
                <a:lnTo>
                  <a:pt x="95" y="3277"/>
                </a:lnTo>
                <a:cubicBezTo>
                  <a:pt x="1" y="3435"/>
                  <a:pt x="1" y="3687"/>
                  <a:pt x="158" y="3781"/>
                </a:cubicBezTo>
                <a:cubicBezTo>
                  <a:pt x="788" y="4411"/>
                  <a:pt x="1607" y="4727"/>
                  <a:pt x="2458" y="4727"/>
                </a:cubicBezTo>
                <a:cubicBezTo>
                  <a:pt x="2584" y="4727"/>
                  <a:pt x="2679" y="4695"/>
                  <a:pt x="2742" y="4632"/>
                </a:cubicBezTo>
                <a:lnTo>
                  <a:pt x="4821" y="1986"/>
                </a:lnTo>
                <a:cubicBezTo>
                  <a:pt x="4254" y="851"/>
                  <a:pt x="3718" y="442"/>
                  <a:pt x="33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1" name="Google Shape;7811;p36"/>
          <p:cNvSpPr/>
          <p:nvPr/>
        </p:nvSpPr>
        <p:spPr>
          <a:xfrm>
            <a:off x="4558222" y="3586903"/>
            <a:ext cx="140785" cy="114117"/>
          </a:xfrm>
          <a:custGeom>
            <a:rect b="b" l="l" r="r" t="t"/>
            <a:pathLst>
              <a:path extrusionOk="0" h="3372" w="4160">
                <a:moveTo>
                  <a:pt x="2836" y="0"/>
                </a:moveTo>
                <a:cubicBezTo>
                  <a:pt x="2678" y="0"/>
                  <a:pt x="2584" y="32"/>
                  <a:pt x="2521" y="95"/>
                </a:cubicBezTo>
                <a:lnTo>
                  <a:pt x="0" y="3245"/>
                </a:lnTo>
                <a:cubicBezTo>
                  <a:pt x="90" y="3238"/>
                  <a:pt x="181" y="3234"/>
                  <a:pt x="272" y="3234"/>
                </a:cubicBezTo>
                <a:cubicBezTo>
                  <a:pt x="568" y="3234"/>
                  <a:pt x="870" y="3275"/>
                  <a:pt x="1135" y="3371"/>
                </a:cubicBezTo>
                <a:cubicBezTo>
                  <a:pt x="1324" y="3119"/>
                  <a:pt x="3939" y="567"/>
                  <a:pt x="4159" y="347"/>
                </a:cubicBezTo>
                <a:cubicBezTo>
                  <a:pt x="3718" y="158"/>
                  <a:pt x="3308" y="0"/>
                  <a:pt x="28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2" name="Google Shape;7812;p36"/>
          <p:cNvSpPr/>
          <p:nvPr/>
        </p:nvSpPr>
        <p:spPr>
          <a:xfrm>
            <a:off x="4376962" y="3762817"/>
            <a:ext cx="114117" cy="145049"/>
          </a:xfrm>
          <a:custGeom>
            <a:rect b="b" l="l" r="r" t="t"/>
            <a:pathLst>
              <a:path extrusionOk="0" h="4286" w="3372">
                <a:moveTo>
                  <a:pt x="3246" y="1"/>
                </a:moveTo>
                <a:lnTo>
                  <a:pt x="95" y="2552"/>
                </a:lnTo>
                <a:cubicBezTo>
                  <a:pt x="32" y="2615"/>
                  <a:pt x="1" y="2710"/>
                  <a:pt x="1" y="2836"/>
                </a:cubicBezTo>
                <a:cubicBezTo>
                  <a:pt x="1" y="3340"/>
                  <a:pt x="95" y="3844"/>
                  <a:pt x="347" y="4285"/>
                </a:cubicBezTo>
                <a:lnTo>
                  <a:pt x="3372" y="1261"/>
                </a:lnTo>
                <a:cubicBezTo>
                  <a:pt x="3214" y="851"/>
                  <a:pt x="3183" y="410"/>
                  <a:pt x="324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3" name="Google Shape;7813;p36"/>
          <p:cNvSpPr/>
          <p:nvPr/>
        </p:nvSpPr>
        <p:spPr>
          <a:xfrm>
            <a:off x="4597684" y="4180502"/>
            <a:ext cx="179128" cy="210060"/>
          </a:xfrm>
          <a:custGeom>
            <a:rect b="b" l="l" r="r" t="t"/>
            <a:pathLst>
              <a:path extrusionOk="0" h="6207" w="5293">
                <a:moveTo>
                  <a:pt x="4663" y="0"/>
                </a:moveTo>
                <a:lnTo>
                  <a:pt x="0" y="2773"/>
                </a:lnTo>
                <a:lnTo>
                  <a:pt x="4127" y="6207"/>
                </a:lnTo>
                <a:cubicBezTo>
                  <a:pt x="4852" y="5199"/>
                  <a:pt x="5293" y="4033"/>
                  <a:pt x="5293" y="2678"/>
                </a:cubicBezTo>
                <a:cubicBezTo>
                  <a:pt x="5293" y="1733"/>
                  <a:pt x="5041" y="851"/>
                  <a:pt x="46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4" name="Google Shape;7814;p36"/>
          <p:cNvSpPr/>
          <p:nvPr/>
        </p:nvSpPr>
        <p:spPr>
          <a:xfrm>
            <a:off x="4588072" y="4071732"/>
            <a:ext cx="154626" cy="180245"/>
          </a:xfrm>
          <a:custGeom>
            <a:rect b="b" l="l" r="r" t="t"/>
            <a:pathLst>
              <a:path extrusionOk="0" h="5326" w="4569">
                <a:moveTo>
                  <a:pt x="1" y="1"/>
                </a:moveTo>
                <a:lnTo>
                  <a:pt x="1" y="5325"/>
                </a:lnTo>
                <a:lnTo>
                  <a:pt x="4569" y="2679"/>
                </a:lnTo>
                <a:cubicBezTo>
                  <a:pt x="3561" y="1167"/>
                  <a:pt x="1891" y="127"/>
                  <a:pt x="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5" name="Google Shape;7815;p36"/>
          <p:cNvSpPr/>
          <p:nvPr/>
        </p:nvSpPr>
        <p:spPr>
          <a:xfrm>
            <a:off x="4376962" y="4071731"/>
            <a:ext cx="346547" cy="399883"/>
          </a:xfrm>
          <a:custGeom>
            <a:rect b="b" l="l" r="r" t="t"/>
            <a:pathLst>
              <a:path extrusionOk="0" h="11816" w="10240">
                <a:moveTo>
                  <a:pt x="5577" y="1"/>
                </a:moveTo>
                <a:cubicBezTo>
                  <a:pt x="2521" y="190"/>
                  <a:pt x="1" y="2805"/>
                  <a:pt x="1" y="5892"/>
                </a:cubicBezTo>
                <a:cubicBezTo>
                  <a:pt x="1" y="9137"/>
                  <a:pt x="2678" y="11815"/>
                  <a:pt x="5923" y="11815"/>
                </a:cubicBezTo>
                <a:cubicBezTo>
                  <a:pt x="7625" y="11815"/>
                  <a:pt x="9168" y="11059"/>
                  <a:pt x="10240" y="9925"/>
                </a:cubicBezTo>
                <a:lnTo>
                  <a:pt x="5703" y="6176"/>
                </a:lnTo>
                <a:cubicBezTo>
                  <a:pt x="5608" y="6144"/>
                  <a:pt x="5577" y="5987"/>
                  <a:pt x="5577" y="5892"/>
                </a:cubicBezTo>
                <a:lnTo>
                  <a:pt x="5577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6" name="Google Shape;7816;p36"/>
          <p:cNvSpPr/>
          <p:nvPr/>
        </p:nvSpPr>
        <p:spPr>
          <a:xfrm>
            <a:off x="7111294" y="3081533"/>
            <a:ext cx="23487" cy="59732"/>
          </a:xfrm>
          <a:custGeom>
            <a:rect b="b" l="l" r="r" t="t"/>
            <a:pathLst>
              <a:path extrusionOk="0" h="1765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1418"/>
                </a:lnTo>
                <a:cubicBezTo>
                  <a:pt x="0" y="1607"/>
                  <a:pt x="158" y="1765"/>
                  <a:pt x="347" y="1765"/>
                </a:cubicBezTo>
                <a:cubicBezTo>
                  <a:pt x="536" y="1765"/>
                  <a:pt x="693" y="1607"/>
                  <a:pt x="693" y="1418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7" name="Google Shape;7817;p36"/>
          <p:cNvSpPr/>
          <p:nvPr/>
        </p:nvSpPr>
        <p:spPr>
          <a:xfrm>
            <a:off x="7182735" y="3106847"/>
            <a:ext cx="47989" cy="46161"/>
          </a:xfrm>
          <a:custGeom>
            <a:rect b="b" l="l" r="r" t="t"/>
            <a:pathLst>
              <a:path extrusionOk="0" h="1364" w="1418">
                <a:moveTo>
                  <a:pt x="1071" y="1"/>
                </a:moveTo>
                <a:cubicBezTo>
                  <a:pt x="977" y="1"/>
                  <a:pt x="882" y="24"/>
                  <a:pt x="819" y="72"/>
                </a:cubicBezTo>
                <a:lnTo>
                  <a:pt x="126" y="796"/>
                </a:lnTo>
                <a:cubicBezTo>
                  <a:pt x="0" y="922"/>
                  <a:pt x="0" y="1143"/>
                  <a:pt x="126" y="1269"/>
                </a:cubicBezTo>
                <a:cubicBezTo>
                  <a:pt x="189" y="1332"/>
                  <a:pt x="268" y="1363"/>
                  <a:pt x="350" y="1363"/>
                </a:cubicBezTo>
                <a:cubicBezTo>
                  <a:pt x="433" y="1363"/>
                  <a:pt x="520" y="1332"/>
                  <a:pt x="599" y="1269"/>
                </a:cubicBezTo>
                <a:lnTo>
                  <a:pt x="1323" y="544"/>
                </a:lnTo>
                <a:cubicBezTo>
                  <a:pt x="1418" y="418"/>
                  <a:pt x="1418" y="198"/>
                  <a:pt x="1323" y="72"/>
                </a:cubicBezTo>
                <a:cubicBezTo>
                  <a:pt x="1260" y="24"/>
                  <a:pt x="1166" y="1"/>
                  <a:pt x="10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8" name="Google Shape;7818;p36"/>
          <p:cNvSpPr/>
          <p:nvPr/>
        </p:nvSpPr>
        <p:spPr>
          <a:xfrm>
            <a:off x="7252011" y="3246786"/>
            <a:ext cx="48023" cy="24570"/>
          </a:xfrm>
          <a:custGeom>
            <a:rect b="b" l="l" r="r" t="t"/>
            <a:pathLst>
              <a:path extrusionOk="0" h="726" w="1419">
                <a:moveTo>
                  <a:pt x="379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79" y="725"/>
                </a:cubicBezTo>
                <a:lnTo>
                  <a:pt x="1072" y="725"/>
                </a:lnTo>
                <a:cubicBezTo>
                  <a:pt x="1261" y="725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19" name="Google Shape;7819;p36"/>
          <p:cNvSpPr/>
          <p:nvPr/>
        </p:nvSpPr>
        <p:spPr>
          <a:xfrm>
            <a:off x="6924685" y="3246786"/>
            <a:ext cx="48023" cy="23487"/>
          </a:xfrm>
          <a:custGeom>
            <a:rect b="b" l="l" r="r" t="t"/>
            <a:pathLst>
              <a:path extrusionOk="0" h="694" w="1419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694"/>
                  <a:pt x="347" y="694"/>
                </a:cubicBezTo>
                <a:lnTo>
                  <a:pt x="1072" y="694"/>
                </a:lnTo>
                <a:cubicBezTo>
                  <a:pt x="1261" y="694"/>
                  <a:pt x="1419" y="568"/>
                  <a:pt x="1419" y="347"/>
                </a:cubicBezTo>
                <a:cubicBezTo>
                  <a:pt x="1419" y="158"/>
                  <a:pt x="1261" y="1"/>
                  <a:pt x="10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0" name="Google Shape;7820;p36"/>
          <p:cNvSpPr/>
          <p:nvPr/>
        </p:nvSpPr>
        <p:spPr>
          <a:xfrm>
            <a:off x="7017448" y="3106847"/>
            <a:ext cx="48023" cy="46161"/>
          </a:xfrm>
          <a:custGeom>
            <a:rect b="b" l="l" r="r" t="t"/>
            <a:pathLst>
              <a:path extrusionOk="0" h="1364" w="1419">
                <a:moveTo>
                  <a:pt x="363" y="1"/>
                </a:moveTo>
                <a:cubicBezTo>
                  <a:pt x="276" y="1"/>
                  <a:pt x="190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820" y="1269"/>
                </a:lnTo>
                <a:cubicBezTo>
                  <a:pt x="883" y="1332"/>
                  <a:pt x="977" y="1363"/>
                  <a:pt x="1072" y="1363"/>
                </a:cubicBezTo>
                <a:cubicBezTo>
                  <a:pt x="1166" y="1363"/>
                  <a:pt x="1261" y="1332"/>
                  <a:pt x="1324" y="1269"/>
                </a:cubicBezTo>
                <a:cubicBezTo>
                  <a:pt x="1418" y="1143"/>
                  <a:pt x="1418" y="922"/>
                  <a:pt x="1324" y="796"/>
                </a:cubicBezTo>
                <a:lnTo>
                  <a:pt x="599" y="72"/>
                </a:lnTo>
                <a:cubicBezTo>
                  <a:pt x="536" y="24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1" name="Google Shape;7821;p36"/>
          <p:cNvSpPr/>
          <p:nvPr/>
        </p:nvSpPr>
        <p:spPr>
          <a:xfrm>
            <a:off x="6946007" y="3152772"/>
            <a:ext cx="50155" cy="35162"/>
          </a:xfrm>
          <a:custGeom>
            <a:rect b="b" l="l" r="r" t="t"/>
            <a:pathLst>
              <a:path extrusionOk="0" h="1039" w="1482">
                <a:moveTo>
                  <a:pt x="396" y="0"/>
                </a:moveTo>
                <a:cubicBezTo>
                  <a:pt x="267" y="0"/>
                  <a:pt x="132" y="81"/>
                  <a:pt x="64" y="195"/>
                </a:cubicBezTo>
                <a:cubicBezTo>
                  <a:pt x="1" y="353"/>
                  <a:pt x="64" y="573"/>
                  <a:pt x="221" y="668"/>
                </a:cubicBezTo>
                <a:lnTo>
                  <a:pt x="946" y="1015"/>
                </a:lnTo>
                <a:cubicBezTo>
                  <a:pt x="987" y="1031"/>
                  <a:pt x="1032" y="1039"/>
                  <a:pt x="1077" y="1039"/>
                </a:cubicBezTo>
                <a:cubicBezTo>
                  <a:pt x="1209" y="1039"/>
                  <a:pt x="1349" y="974"/>
                  <a:pt x="1419" y="857"/>
                </a:cubicBezTo>
                <a:cubicBezTo>
                  <a:pt x="1482" y="699"/>
                  <a:pt x="1419" y="447"/>
                  <a:pt x="1261" y="384"/>
                </a:cubicBezTo>
                <a:lnTo>
                  <a:pt x="536" y="38"/>
                </a:lnTo>
                <a:cubicBezTo>
                  <a:pt x="493" y="12"/>
                  <a:pt x="445" y="0"/>
                  <a:pt x="3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2" name="Google Shape;7822;p36"/>
          <p:cNvSpPr/>
          <p:nvPr/>
        </p:nvSpPr>
        <p:spPr>
          <a:xfrm>
            <a:off x="7227509" y="3153177"/>
            <a:ext cx="50121" cy="36279"/>
          </a:xfrm>
          <a:custGeom>
            <a:rect b="b" l="l" r="r" t="t"/>
            <a:pathLst>
              <a:path extrusionOk="0" h="1072" w="1481">
                <a:moveTo>
                  <a:pt x="1110" y="0"/>
                </a:moveTo>
                <a:cubicBezTo>
                  <a:pt x="1049" y="0"/>
                  <a:pt x="983" y="18"/>
                  <a:pt x="914" y="57"/>
                </a:cubicBezTo>
                <a:lnTo>
                  <a:pt x="221" y="404"/>
                </a:lnTo>
                <a:cubicBezTo>
                  <a:pt x="63" y="498"/>
                  <a:pt x="0" y="687"/>
                  <a:pt x="63" y="877"/>
                </a:cubicBezTo>
                <a:cubicBezTo>
                  <a:pt x="132" y="991"/>
                  <a:pt x="250" y="1072"/>
                  <a:pt x="382" y="1072"/>
                </a:cubicBezTo>
                <a:cubicBezTo>
                  <a:pt x="432" y="1072"/>
                  <a:pt x="484" y="1060"/>
                  <a:pt x="536" y="1034"/>
                </a:cubicBezTo>
                <a:lnTo>
                  <a:pt x="1260" y="687"/>
                </a:lnTo>
                <a:cubicBezTo>
                  <a:pt x="1418" y="593"/>
                  <a:pt x="1481" y="404"/>
                  <a:pt x="1418" y="215"/>
                </a:cubicBezTo>
                <a:cubicBezTo>
                  <a:pt x="1353" y="85"/>
                  <a:pt x="1244" y="0"/>
                  <a:pt x="111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3" name="Google Shape;7823;p36"/>
          <p:cNvSpPr/>
          <p:nvPr/>
        </p:nvSpPr>
        <p:spPr>
          <a:xfrm>
            <a:off x="6988682" y="3150843"/>
            <a:ext cx="239909" cy="329964"/>
          </a:xfrm>
          <a:custGeom>
            <a:rect b="b" l="l" r="r" t="t"/>
            <a:pathLst>
              <a:path extrusionOk="0" h="9750" w="7089">
                <a:moveTo>
                  <a:pt x="3529" y="0"/>
                </a:moveTo>
                <a:cubicBezTo>
                  <a:pt x="3151" y="0"/>
                  <a:pt x="2836" y="315"/>
                  <a:pt x="2836" y="725"/>
                </a:cubicBezTo>
                <a:lnTo>
                  <a:pt x="2836" y="1418"/>
                </a:lnTo>
                <a:cubicBezTo>
                  <a:pt x="2836" y="1040"/>
                  <a:pt x="2520" y="725"/>
                  <a:pt x="2111" y="725"/>
                </a:cubicBezTo>
                <a:cubicBezTo>
                  <a:pt x="1733" y="725"/>
                  <a:pt x="1418" y="1040"/>
                  <a:pt x="1418" y="1418"/>
                </a:cubicBezTo>
                <a:lnTo>
                  <a:pt x="1418" y="2143"/>
                </a:lnTo>
                <a:cubicBezTo>
                  <a:pt x="1544" y="2143"/>
                  <a:pt x="1638" y="2080"/>
                  <a:pt x="1764" y="2080"/>
                </a:cubicBezTo>
                <a:lnTo>
                  <a:pt x="3497" y="2080"/>
                </a:lnTo>
                <a:cubicBezTo>
                  <a:pt x="4253" y="2080"/>
                  <a:pt x="4883" y="2710"/>
                  <a:pt x="4883" y="3466"/>
                </a:cubicBezTo>
                <a:cubicBezTo>
                  <a:pt x="4883" y="4096"/>
                  <a:pt x="4474" y="4600"/>
                  <a:pt x="3907" y="4758"/>
                </a:cubicBezTo>
                <a:cubicBezTo>
                  <a:pt x="4064" y="5073"/>
                  <a:pt x="4159" y="5482"/>
                  <a:pt x="4159" y="5860"/>
                </a:cubicBezTo>
                <a:cubicBezTo>
                  <a:pt x="4159" y="6081"/>
                  <a:pt x="4001" y="6238"/>
                  <a:pt x="3812" y="6238"/>
                </a:cubicBezTo>
                <a:cubicBezTo>
                  <a:pt x="3623" y="6238"/>
                  <a:pt x="3466" y="6081"/>
                  <a:pt x="3466" y="5860"/>
                </a:cubicBezTo>
                <a:cubicBezTo>
                  <a:pt x="3466" y="4915"/>
                  <a:pt x="2678" y="4128"/>
                  <a:pt x="1733" y="4128"/>
                </a:cubicBezTo>
                <a:lnTo>
                  <a:pt x="3466" y="4128"/>
                </a:lnTo>
                <a:cubicBezTo>
                  <a:pt x="3844" y="4128"/>
                  <a:pt x="4159" y="3812"/>
                  <a:pt x="4159" y="3434"/>
                </a:cubicBezTo>
                <a:cubicBezTo>
                  <a:pt x="4159" y="3025"/>
                  <a:pt x="3844" y="2710"/>
                  <a:pt x="3466" y="2710"/>
                </a:cubicBezTo>
                <a:lnTo>
                  <a:pt x="1733" y="2710"/>
                </a:lnTo>
                <a:cubicBezTo>
                  <a:pt x="788" y="2710"/>
                  <a:pt x="0" y="3497"/>
                  <a:pt x="0" y="4443"/>
                </a:cubicBezTo>
                <a:lnTo>
                  <a:pt x="0" y="5167"/>
                </a:lnTo>
                <a:cubicBezTo>
                  <a:pt x="0" y="6112"/>
                  <a:pt x="536" y="6963"/>
                  <a:pt x="1386" y="7372"/>
                </a:cubicBezTo>
                <a:lnTo>
                  <a:pt x="1386" y="8318"/>
                </a:lnTo>
                <a:cubicBezTo>
                  <a:pt x="977" y="8318"/>
                  <a:pt x="662" y="8633"/>
                  <a:pt x="662" y="9011"/>
                </a:cubicBezTo>
                <a:lnTo>
                  <a:pt x="662" y="9389"/>
                </a:lnTo>
                <a:cubicBezTo>
                  <a:pt x="662" y="9578"/>
                  <a:pt x="819" y="9735"/>
                  <a:pt x="1008" y="9735"/>
                </a:cubicBezTo>
                <a:lnTo>
                  <a:pt x="5860" y="9735"/>
                </a:lnTo>
                <a:cubicBezTo>
                  <a:pt x="5923" y="9745"/>
                  <a:pt x="5979" y="9749"/>
                  <a:pt x="6029" y="9749"/>
                </a:cubicBezTo>
                <a:cubicBezTo>
                  <a:pt x="6305" y="9749"/>
                  <a:pt x="6396" y="9612"/>
                  <a:pt x="6396" y="9452"/>
                </a:cubicBezTo>
                <a:lnTo>
                  <a:pt x="6396" y="9105"/>
                </a:lnTo>
                <a:cubicBezTo>
                  <a:pt x="6396" y="8696"/>
                  <a:pt x="6112" y="8381"/>
                  <a:pt x="5702" y="8381"/>
                </a:cubicBezTo>
                <a:lnTo>
                  <a:pt x="5702" y="7436"/>
                </a:lnTo>
                <a:cubicBezTo>
                  <a:pt x="6522" y="7057"/>
                  <a:pt x="7089" y="6175"/>
                  <a:pt x="7089" y="5230"/>
                </a:cubicBezTo>
                <a:lnTo>
                  <a:pt x="7089" y="2143"/>
                </a:lnTo>
                <a:cubicBezTo>
                  <a:pt x="7089" y="1733"/>
                  <a:pt x="6774" y="1418"/>
                  <a:pt x="6364" y="1418"/>
                </a:cubicBezTo>
                <a:cubicBezTo>
                  <a:pt x="5986" y="1418"/>
                  <a:pt x="5671" y="1733"/>
                  <a:pt x="5671" y="2143"/>
                </a:cubicBezTo>
                <a:lnTo>
                  <a:pt x="5671" y="1418"/>
                </a:lnTo>
                <a:cubicBezTo>
                  <a:pt x="5671" y="1040"/>
                  <a:pt x="5356" y="725"/>
                  <a:pt x="4946" y="725"/>
                </a:cubicBezTo>
                <a:cubicBezTo>
                  <a:pt x="4568" y="725"/>
                  <a:pt x="4253" y="1040"/>
                  <a:pt x="4253" y="1418"/>
                </a:cubicBezTo>
                <a:lnTo>
                  <a:pt x="4253" y="725"/>
                </a:lnTo>
                <a:cubicBezTo>
                  <a:pt x="4253" y="315"/>
                  <a:pt x="3938" y="0"/>
                  <a:pt x="35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4" name="Google Shape;7824;p36"/>
          <p:cNvSpPr/>
          <p:nvPr/>
        </p:nvSpPr>
        <p:spPr>
          <a:xfrm>
            <a:off x="6911352" y="3726031"/>
            <a:ext cx="48023" cy="259132"/>
          </a:xfrm>
          <a:custGeom>
            <a:rect b="b" l="l" r="r" t="t"/>
            <a:pathLst>
              <a:path extrusionOk="0" h="7657" w="1419">
                <a:moveTo>
                  <a:pt x="410" y="0"/>
                </a:moveTo>
                <a:cubicBezTo>
                  <a:pt x="221" y="0"/>
                  <a:pt x="64" y="158"/>
                  <a:pt x="64" y="347"/>
                </a:cubicBezTo>
                <a:cubicBezTo>
                  <a:pt x="1" y="2867"/>
                  <a:pt x="1" y="4789"/>
                  <a:pt x="1" y="7310"/>
                </a:cubicBezTo>
                <a:cubicBezTo>
                  <a:pt x="1" y="7530"/>
                  <a:pt x="158" y="7656"/>
                  <a:pt x="379" y="7656"/>
                </a:cubicBezTo>
                <a:cubicBezTo>
                  <a:pt x="568" y="7656"/>
                  <a:pt x="725" y="7530"/>
                  <a:pt x="725" y="7310"/>
                </a:cubicBezTo>
                <a:lnTo>
                  <a:pt x="725" y="1355"/>
                </a:lnTo>
                <a:lnTo>
                  <a:pt x="1418" y="1355"/>
                </a:lnTo>
                <a:lnTo>
                  <a:pt x="141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5" name="Google Shape;7825;p36"/>
          <p:cNvSpPr/>
          <p:nvPr/>
        </p:nvSpPr>
        <p:spPr>
          <a:xfrm>
            <a:off x="6957209" y="3820926"/>
            <a:ext cx="166370" cy="166370"/>
          </a:xfrm>
          <a:custGeom>
            <a:rect b="b" l="l" r="r" t="t"/>
            <a:pathLst>
              <a:path extrusionOk="0" h="4916" w="4916">
                <a:moveTo>
                  <a:pt x="2080" y="0"/>
                </a:moveTo>
                <a:lnTo>
                  <a:pt x="2080" y="693"/>
                </a:lnTo>
                <a:lnTo>
                  <a:pt x="1733" y="693"/>
                </a:lnTo>
                <a:cubicBezTo>
                  <a:pt x="788" y="693"/>
                  <a:pt x="0" y="1481"/>
                  <a:pt x="0" y="2458"/>
                </a:cubicBezTo>
                <a:cubicBezTo>
                  <a:pt x="0" y="2678"/>
                  <a:pt x="158" y="2836"/>
                  <a:pt x="347" y="2836"/>
                </a:cubicBezTo>
                <a:lnTo>
                  <a:pt x="2080" y="2836"/>
                </a:lnTo>
                <a:lnTo>
                  <a:pt x="2080" y="3529"/>
                </a:lnTo>
                <a:lnTo>
                  <a:pt x="1072" y="3529"/>
                </a:lnTo>
                <a:cubicBezTo>
                  <a:pt x="473" y="3529"/>
                  <a:pt x="32" y="4001"/>
                  <a:pt x="32" y="4569"/>
                </a:cubicBezTo>
                <a:cubicBezTo>
                  <a:pt x="32" y="4758"/>
                  <a:pt x="189" y="4915"/>
                  <a:pt x="410" y="4915"/>
                </a:cubicBezTo>
                <a:cubicBezTo>
                  <a:pt x="599" y="4915"/>
                  <a:pt x="757" y="4758"/>
                  <a:pt x="757" y="4569"/>
                </a:cubicBezTo>
                <a:cubicBezTo>
                  <a:pt x="757" y="4348"/>
                  <a:pt x="914" y="4190"/>
                  <a:pt x="1103" y="4190"/>
                </a:cubicBezTo>
                <a:lnTo>
                  <a:pt x="2143" y="4190"/>
                </a:lnTo>
                <a:lnTo>
                  <a:pt x="2143" y="4569"/>
                </a:lnTo>
                <a:cubicBezTo>
                  <a:pt x="2143" y="4758"/>
                  <a:pt x="2300" y="4915"/>
                  <a:pt x="2489" y="4915"/>
                </a:cubicBezTo>
                <a:cubicBezTo>
                  <a:pt x="2678" y="4915"/>
                  <a:pt x="2836" y="4758"/>
                  <a:pt x="2836" y="4569"/>
                </a:cubicBezTo>
                <a:lnTo>
                  <a:pt x="2836" y="4190"/>
                </a:lnTo>
                <a:lnTo>
                  <a:pt x="3876" y="4190"/>
                </a:lnTo>
                <a:cubicBezTo>
                  <a:pt x="4065" y="4190"/>
                  <a:pt x="4222" y="4348"/>
                  <a:pt x="4222" y="4569"/>
                </a:cubicBezTo>
                <a:cubicBezTo>
                  <a:pt x="4222" y="4758"/>
                  <a:pt x="4380" y="4915"/>
                  <a:pt x="4569" y="4915"/>
                </a:cubicBezTo>
                <a:cubicBezTo>
                  <a:pt x="4758" y="4915"/>
                  <a:pt x="4915" y="4758"/>
                  <a:pt x="4915" y="4569"/>
                </a:cubicBezTo>
                <a:cubicBezTo>
                  <a:pt x="4915" y="3970"/>
                  <a:pt x="4443" y="3529"/>
                  <a:pt x="3907" y="3529"/>
                </a:cubicBezTo>
                <a:lnTo>
                  <a:pt x="2867" y="3529"/>
                </a:lnTo>
                <a:lnTo>
                  <a:pt x="2867" y="2836"/>
                </a:lnTo>
                <a:lnTo>
                  <a:pt x="4537" y="2836"/>
                </a:lnTo>
                <a:lnTo>
                  <a:pt x="4537" y="2773"/>
                </a:lnTo>
                <a:cubicBezTo>
                  <a:pt x="4726" y="2773"/>
                  <a:pt x="4884" y="2615"/>
                  <a:pt x="4884" y="2426"/>
                </a:cubicBezTo>
                <a:cubicBezTo>
                  <a:pt x="4884" y="1481"/>
                  <a:pt x="4096" y="662"/>
                  <a:pt x="3151" y="662"/>
                </a:cubicBezTo>
                <a:lnTo>
                  <a:pt x="2804" y="662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6" name="Google Shape;7826;p36"/>
          <p:cNvSpPr/>
          <p:nvPr/>
        </p:nvSpPr>
        <p:spPr>
          <a:xfrm>
            <a:off x="7144867" y="3584230"/>
            <a:ext cx="142883" cy="47989"/>
          </a:xfrm>
          <a:custGeom>
            <a:rect b="b" l="l" r="r" t="t"/>
            <a:pathLst>
              <a:path extrusionOk="0" h="1418" w="4222">
                <a:moveTo>
                  <a:pt x="725" y="0"/>
                </a:moveTo>
                <a:cubicBezTo>
                  <a:pt x="315" y="0"/>
                  <a:pt x="0" y="315"/>
                  <a:pt x="0" y="725"/>
                </a:cubicBezTo>
                <a:cubicBezTo>
                  <a:pt x="63" y="1103"/>
                  <a:pt x="378" y="1418"/>
                  <a:pt x="725" y="1418"/>
                </a:cubicBezTo>
                <a:lnTo>
                  <a:pt x="3875" y="1418"/>
                </a:lnTo>
                <a:cubicBezTo>
                  <a:pt x="4064" y="1418"/>
                  <a:pt x="4222" y="1260"/>
                  <a:pt x="4222" y="1071"/>
                </a:cubicBezTo>
                <a:lnTo>
                  <a:pt x="4222" y="378"/>
                </a:lnTo>
                <a:cubicBezTo>
                  <a:pt x="4222" y="158"/>
                  <a:pt x="4064" y="0"/>
                  <a:pt x="387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7" name="Google Shape;7827;p36"/>
          <p:cNvSpPr/>
          <p:nvPr/>
        </p:nvSpPr>
        <p:spPr>
          <a:xfrm>
            <a:off x="7169368" y="3656721"/>
            <a:ext cx="141868" cy="48023"/>
          </a:xfrm>
          <a:custGeom>
            <a:rect b="b" l="l" r="r" t="t"/>
            <a:pathLst>
              <a:path extrusionOk="0" h="1419" w="4192">
                <a:moveTo>
                  <a:pt x="694" y="1"/>
                </a:moveTo>
                <a:cubicBezTo>
                  <a:pt x="316" y="1"/>
                  <a:pt x="1" y="316"/>
                  <a:pt x="1" y="694"/>
                </a:cubicBezTo>
                <a:cubicBezTo>
                  <a:pt x="1" y="1103"/>
                  <a:pt x="316" y="1418"/>
                  <a:pt x="694" y="1418"/>
                </a:cubicBezTo>
                <a:lnTo>
                  <a:pt x="3845" y="1418"/>
                </a:lnTo>
                <a:cubicBezTo>
                  <a:pt x="4065" y="1418"/>
                  <a:pt x="4191" y="1261"/>
                  <a:pt x="4191" y="1072"/>
                </a:cubicBezTo>
                <a:lnTo>
                  <a:pt x="4191" y="347"/>
                </a:lnTo>
                <a:cubicBezTo>
                  <a:pt x="4191" y="158"/>
                  <a:pt x="4065" y="1"/>
                  <a:pt x="384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8" name="Google Shape;7828;p36"/>
          <p:cNvSpPr/>
          <p:nvPr/>
        </p:nvSpPr>
        <p:spPr>
          <a:xfrm>
            <a:off x="7146998" y="3796389"/>
            <a:ext cx="165287" cy="48023"/>
          </a:xfrm>
          <a:custGeom>
            <a:rect b="b" l="l" r="r" t="t"/>
            <a:pathLst>
              <a:path extrusionOk="0" h="1419" w="4884">
                <a:moveTo>
                  <a:pt x="0" y="1"/>
                </a:moveTo>
                <a:lnTo>
                  <a:pt x="0" y="1418"/>
                </a:lnTo>
                <a:lnTo>
                  <a:pt x="4884" y="1418"/>
                </a:lnTo>
                <a:lnTo>
                  <a:pt x="4884" y="1"/>
                </a:lnTo>
                <a:lnTo>
                  <a:pt x="2773" y="1"/>
                </a:lnTo>
                <a:lnTo>
                  <a:pt x="2773" y="347"/>
                </a:lnTo>
                <a:cubicBezTo>
                  <a:pt x="2773" y="568"/>
                  <a:pt x="2615" y="725"/>
                  <a:pt x="2426" y="725"/>
                </a:cubicBezTo>
                <a:cubicBezTo>
                  <a:pt x="2237" y="725"/>
                  <a:pt x="2080" y="568"/>
                  <a:pt x="2080" y="347"/>
                </a:cubicBezTo>
                <a:lnTo>
                  <a:pt x="2080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29" name="Google Shape;7829;p36"/>
          <p:cNvSpPr/>
          <p:nvPr/>
        </p:nvSpPr>
        <p:spPr>
          <a:xfrm>
            <a:off x="7122462" y="3726031"/>
            <a:ext cx="189823" cy="45890"/>
          </a:xfrm>
          <a:custGeom>
            <a:rect b="b" l="l" r="r" t="t"/>
            <a:pathLst>
              <a:path extrusionOk="0" h="1356" w="5609">
                <a:moveTo>
                  <a:pt x="1" y="0"/>
                </a:moveTo>
                <a:lnTo>
                  <a:pt x="1" y="1355"/>
                </a:lnTo>
                <a:lnTo>
                  <a:pt x="5609" y="1355"/>
                </a:lnTo>
                <a:lnTo>
                  <a:pt x="5609" y="347"/>
                </a:lnTo>
                <a:cubicBezTo>
                  <a:pt x="5577" y="158"/>
                  <a:pt x="5451" y="0"/>
                  <a:pt x="523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0" name="Google Shape;7830;p36"/>
          <p:cNvSpPr/>
          <p:nvPr/>
        </p:nvSpPr>
        <p:spPr>
          <a:xfrm>
            <a:off x="7146998" y="3868914"/>
            <a:ext cx="166370" cy="118381"/>
          </a:xfrm>
          <a:custGeom>
            <a:rect b="b" l="l" r="r" t="t"/>
            <a:pathLst>
              <a:path extrusionOk="0" h="3498" w="4916">
                <a:moveTo>
                  <a:pt x="0" y="0"/>
                </a:moveTo>
                <a:lnTo>
                  <a:pt x="0" y="3151"/>
                </a:lnTo>
                <a:cubicBezTo>
                  <a:pt x="0" y="3340"/>
                  <a:pt x="158" y="3497"/>
                  <a:pt x="347" y="3497"/>
                </a:cubicBezTo>
                <a:cubicBezTo>
                  <a:pt x="536" y="3497"/>
                  <a:pt x="693" y="3340"/>
                  <a:pt x="693" y="3151"/>
                </a:cubicBezTo>
                <a:lnTo>
                  <a:pt x="693" y="1418"/>
                </a:lnTo>
                <a:lnTo>
                  <a:pt x="4190" y="1418"/>
                </a:lnTo>
                <a:lnTo>
                  <a:pt x="4190" y="3151"/>
                </a:lnTo>
                <a:cubicBezTo>
                  <a:pt x="4190" y="3340"/>
                  <a:pt x="4348" y="3497"/>
                  <a:pt x="4569" y="3497"/>
                </a:cubicBezTo>
                <a:cubicBezTo>
                  <a:pt x="4758" y="3497"/>
                  <a:pt x="4915" y="3340"/>
                  <a:pt x="4915" y="3151"/>
                </a:cubicBezTo>
                <a:lnTo>
                  <a:pt x="4915" y="0"/>
                </a:lnTo>
                <a:lnTo>
                  <a:pt x="2773" y="0"/>
                </a:lnTo>
                <a:lnTo>
                  <a:pt x="2773" y="347"/>
                </a:lnTo>
                <a:cubicBezTo>
                  <a:pt x="2773" y="536"/>
                  <a:pt x="2615" y="693"/>
                  <a:pt x="2426" y="693"/>
                </a:cubicBezTo>
                <a:cubicBezTo>
                  <a:pt x="2237" y="693"/>
                  <a:pt x="2080" y="536"/>
                  <a:pt x="2080" y="347"/>
                </a:cubicBez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1" name="Google Shape;7831;p36"/>
          <p:cNvSpPr/>
          <p:nvPr/>
        </p:nvSpPr>
        <p:spPr>
          <a:xfrm>
            <a:off x="6982795" y="3655672"/>
            <a:ext cx="117332" cy="140751"/>
          </a:xfrm>
          <a:custGeom>
            <a:rect b="b" l="l" r="r" t="t"/>
            <a:pathLst>
              <a:path extrusionOk="0" h="4159" w="3467">
                <a:moveTo>
                  <a:pt x="1733" y="0"/>
                </a:moveTo>
                <a:cubicBezTo>
                  <a:pt x="788" y="0"/>
                  <a:pt x="1" y="788"/>
                  <a:pt x="1" y="1733"/>
                </a:cubicBezTo>
                <a:lnTo>
                  <a:pt x="1" y="3812"/>
                </a:lnTo>
                <a:cubicBezTo>
                  <a:pt x="1" y="4001"/>
                  <a:pt x="158" y="4159"/>
                  <a:pt x="347" y="4159"/>
                </a:cubicBezTo>
                <a:lnTo>
                  <a:pt x="3120" y="4159"/>
                </a:lnTo>
                <a:cubicBezTo>
                  <a:pt x="3309" y="4159"/>
                  <a:pt x="3466" y="4001"/>
                  <a:pt x="3466" y="3812"/>
                </a:cubicBezTo>
                <a:lnTo>
                  <a:pt x="3466" y="1733"/>
                </a:ln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2" name="Google Shape;7832;p36"/>
          <p:cNvSpPr/>
          <p:nvPr/>
        </p:nvSpPr>
        <p:spPr>
          <a:xfrm>
            <a:off x="6916156" y="4142107"/>
            <a:ext cx="392404" cy="120515"/>
          </a:xfrm>
          <a:custGeom>
            <a:rect b="b" l="l" r="r" t="t"/>
            <a:pathLst>
              <a:path extrusionOk="0" h="3560" w="11595">
                <a:moveTo>
                  <a:pt x="5798" y="1"/>
                </a:moveTo>
                <a:cubicBezTo>
                  <a:pt x="2773" y="1"/>
                  <a:pt x="316" y="3120"/>
                  <a:pt x="1" y="3561"/>
                </a:cubicBezTo>
                <a:cubicBezTo>
                  <a:pt x="1229" y="2679"/>
                  <a:pt x="3561" y="1734"/>
                  <a:pt x="5798" y="1734"/>
                </a:cubicBezTo>
                <a:cubicBezTo>
                  <a:pt x="7751" y="1734"/>
                  <a:pt x="10051" y="2490"/>
                  <a:pt x="11595" y="3561"/>
                </a:cubicBezTo>
                <a:cubicBezTo>
                  <a:pt x="11280" y="3120"/>
                  <a:pt x="8822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3" name="Google Shape;7833;p36"/>
          <p:cNvSpPr/>
          <p:nvPr/>
        </p:nvSpPr>
        <p:spPr>
          <a:xfrm>
            <a:off x="7100633" y="4258322"/>
            <a:ext cx="23487" cy="24570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693" y="568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4" name="Google Shape;7834;p36"/>
          <p:cNvSpPr/>
          <p:nvPr/>
        </p:nvSpPr>
        <p:spPr>
          <a:xfrm>
            <a:off x="7053694" y="4225293"/>
            <a:ext cx="117332" cy="105589"/>
          </a:xfrm>
          <a:custGeom>
            <a:rect b="b" l="l" r="r" t="t"/>
            <a:pathLst>
              <a:path extrusionOk="0" h="3120" w="3467">
                <a:moveTo>
                  <a:pt x="1734" y="315"/>
                </a:moveTo>
                <a:cubicBezTo>
                  <a:pt x="2332" y="315"/>
                  <a:pt x="2773" y="788"/>
                  <a:pt x="2773" y="1323"/>
                </a:cubicBezTo>
                <a:cubicBezTo>
                  <a:pt x="2773" y="1922"/>
                  <a:pt x="2269" y="2363"/>
                  <a:pt x="1734" y="2363"/>
                </a:cubicBezTo>
                <a:cubicBezTo>
                  <a:pt x="1135" y="2363"/>
                  <a:pt x="694" y="1890"/>
                  <a:pt x="694" y="1323"/>
                </a:cubicBezTo>
                <a:cubicBezTo>
                  <a:pt x="663" y="788"/>
                  <a:pt x="1135" y="315"/>
                  <a:pt x="1734" y="315"/>
                </a:cubicBezTo>
                <a:close/>
                <a:moveTo>
                  <a:pt x="1734" y="0"/>
                </a:moveTo>
                <a:cubicBezTo>
                  <a:pt x="1324" y="0"/>
                  <a:pt x="978" y="32"/>
                  <a:pt x="599" y="63"/>
                </a:cubicBezTo>
                <a:cubicBezTo>
                  <a:pt x="190" y="378"/>
                  <a:pt x="1" y="851"/>
                  <a:pt x="1" y="1386"/>
                </a:cubicBezTo>
                <a:cubicBezTo>
                  <a:pt x="1" y="2332"/>
                  <a:pt x="789" y="3119"/>
                  <a:pt x="1734" y="3119"/>
                </a:cubicBezTo>
                <a:cubicBezTo>
                  <a:pt x="2679" y="3119"/>
                  <a:pt x="3466" y="2332"/>
                  <a:pt x="3466" y="1386"/>
                </a:cubicBezTo>
                <a:cubicBezTo>
                  <a:pt x="3466" y="851"/>
                  <a:pt x="3214" y="378"/>
                  <a:pt x="2868" y="63"/>
                </a:cubicBezTo>
                <a:cubicBezTo>
                  <a:pt x="2521" y="32"/>
                  <a:pt x="2112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5" name="Google Shape;7835;p36"/>
          <p:cNvSpPr/>
          <p:nvPr/>
        </p:nvSpPr>
        <p:spPr>
          <a:xfrm>
            <a:off x="6921503" y="4234870"/>
            <a:ext cx="381743" cy="166370"/>
          </a:xfrm>
          <a:custGeom>
            <a:rect b="b" l="l" r="r" t="t"/>
            <a:pathLst>
              <a:path extrusionOk="0" h="4916" w="11280">
                <a:moveTo>
                  <a:pt x="3466" y="1"/>
                </a:moveTo>
                <a:lnTo>
                  <a:pt x="3466" y="1"/>
                </a:lnTo>
                <a:cubicBezTo>
                  <a:pt x="2332" y="253"/>
                  <a:pt x="1103" y="820"/>
                  <a:pt x="0" y="1576"/>
                </a:cubicBezTo>
                <a:cubicBezTo>
                  <a:pt x="693" y="2395"/>
                  <a:pt x="2899" y="4915"/>
                  <a:pt x="5640" y="4915"/>
                </a:cubicBezTo>
                <a:cubicBezTo>
                  <a:pt x="8349" y="4884"/>
                  <a:pt x="10617" y="2395"/>
                  <a:pt x="11279" y="1576"/>
                </a:cubicBezTo>
                <a:cubicBezTo>
                  <a:pt x="10176" y="820"/>
                  <a:pt x="8948" y="253"/>
                  <a:pt x="7814" y="1"/>
                </a:cubicBezTo>
                <a:lnTo>
                  <a:pt x="7814" y="1"/>
                </a:lnTo>
                <a:cubicBezTo>
                  <a:pt x="7971" y="347"/>
                  <a:pt x="8097" y="694"/>
                  <a:pt x="8097" y="1103"/>
                </a:cubicBezTo>
                <a:cubicBezTo>
                  <a:pt x="8097" y="2427"/>
                  <a:pt x="6994" y="3529"/>
                  <a:pt x="5640" y="3529"/>
                </a:cubicBezTo>
                <a:cubicBezTo>
                  <a:pt x="4316" y="3529"/>
                  <a:pt x="3214" y="2427"/>
                  <a:pt x="3214" y="1103"/>
                </a:cubicBezTo>
                <a:cubicBezTo>
                  <a:pt x="3214" y="694"/>
                  <a:pt x="3277" y="347"/>
                  <a:pt x="346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6" name="Google Shape;7836;p36"/>
          <p:cNvSpPr/>
          <p:nvPr/>
        </p:nvSpPr>
        <p:spPr>
          <a:xfrm>
            <a:off x="8628849" y="3094797"/>
            <a:ext cx="23487" cy="58684"/>
          </a:xfrm>
          <a:custGeom>
            <a:rect b="b" l="l" r="r" t="t"/>
            <a:pathLst>
              <a:path extrusionOk="0" h="1733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355"/>
                </a:lnTo>
                <a:cubicBezTo>
                  <a:pt x="0" y="1576"/>
                  <a:pt x="158" y="1733"/>
                  <a:pt x="347" y="1733"/>
                </a:cubicBezTo>
                <a:cubicBezTo>
                  <a:pt x="536" y="1733"/>
                  <a:pt x="693" y="1576"/>
                  <a:pt x="693" y="1355"/>
                </a:cubicBezTo>
                <a:lnTo>
                  <a:pt x="693" y="347"/>
                </a:ln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7" name="Google Shape;7837;p36"/>
          <p:cNvSpPr/>
          <p:nvPr/>
        </p:nvSpPr>
        <p:spPr>
          <a:xfrm>
            <a:off x="8535004" y="3140891"/>
            <a:ext cx="48023" cy="46973"/>
          </a:xfrm>
          <a:custGeom>
            <a:rect b="b" l="l" r="r" t="t"/>
            <a:pathLst>
              <a:path extrusionOk="0" h="1388" w="1419">
                <a:moveTo>
                  <a:pt x="363" y="1"/>
                </a:moveTo>
                <a:cubicBezTo>
                  <a:pt x="276" y="1"/>
                  <a:pt x="190" y="40"/>
                  <a:pt x="127" y="119"/>
                </a:cubicBezTo>
                <a:cubicBezTo>
                  <a:pt x="1" y="245"/>
                  <a:pt x="1" y="466"/>
                  <a:pt x="127" y="592"/>
                </a:cubicBezTo>
                <a:lnTo>
                  <a:pt x="820" y="1316"/>
                </a:lnTo>
                <a:cubicBezTo>
                  <a:pt x="883" y="1364"/>
                  <a:pt x="969" y="1387"/>
                  <a:pt x="1056" y="1387"/>
                </a:cubicBezTo>
                <a:cubicBezTo>
                  <a:pt x="1143" y="1387"/>
                  <a:pt x="1229" y="1364"/>
                  <a:pt x="1292" y="1316"/>
                </a:cubicBezTo>
                <a:cubicBezTo>
                  <a:pt x="1418" y="1190"/>
                  <a:pt x="1418" y="938"/>
                  <a:pt x="1292" y="844"/>
                </a:cubicBezTo>
                <a:lnTo>
                  <a:pt x="599" y="119"/>
                </a:lnTo>
                <a:cubicBezTo>
                  <a:pt x="536" y="40"/>
                  <a:pt x="450" y="1"/>
                  <a:pt x="3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8" name="Google Shape;7838;p36"/>
          <p:cNvSpPr/>
          <p:nvPr/>
        </p:nvSpPr>
        <p:spPr>
          <a:xfrm>
            <a:off x="8698125" y="3141297"/>
            <a:ext cx="48023" cy="46567"/>
          </a:xfrm>
          <a:custGeom>
            <a:rect b="b" l="l" r="r" t="t"/>
            <a:pathLst>
              <a:path extrusionOk="0" h="1376" w="1419">
                <a:moveTo>
                  <a:pt x="1054" y="0"/>
                </a:moveTo>
                <a:cubicBezTo>
                  <a:pt x="976" y="0"/>
                  <a:pt x="894" y="33"/>
                  <a:pt x="820" y="107"/>
                </a:cubicBezTo>
                <a:lnTo>
                  <a:pt x="95" y="832"/>
                </a:lnTo>
                <a:cubicBezTo>
                  <a:pt x="1" y="926"/>
                  <a:pt x="1" y="1178"/>
                  <a:pt x="95" y="1304"/>
                </a:cubicBezTo>
                <a:cubicBezTo>
                  <a:pt x="158" y="1352"/>
                  <a:pt x="253" y="1375"/>
                  <a:pt x="344" y="1375"/>
                </a:cubicBezTo>
                <a:cubicBezTo>
                  <a:pt x="434" y="1375"/>
                  <a:pt x="521" y="1352"/>
                  <a:pt x="568" y="1304"/>
                </a:cubicBezTo>
                <a:lnTo>
                  <a:pt x="1293" y="580"/>
                </a:lnTo>
                <a:cubicBezTo>
                  <a:pt x="1419" y="454"/>
                  <a:pt x="1419" y="233"/>
                  <a:pt x="1293" y="107"/>
                </a:cubicBezTo>
                <a:cubicBezTo>
                  <a:pt x="1226" y="41"/>
                  <a:pt x="1142" y="0"/>
                  <a:pt x="10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39" name="Google Shape;7839;p36"/>
          <p:cNvSpPr/>
          <p:nvPr/>
        </p:nvSpPr>
        <p:spPr>
          <a:xfrm>
            <a:off x="8794102" y="3257918"/>
            <a:ext cx="48023" cy="164238"/>
          </a:xfrm>
          <a:custGeom>
            <a:rect b="b" l="l" r="r" t="t"/>
            <a:pathLst>
              <a:path extrusionOk="0" h="4853" w="1419">
                <a:moveTo>
                  <a:pt x="0" y="1"/>
                </a:moveTo>
                <a:lnTo>
                  <a:pt x="0" y="4852"/>
                </a:lnTo>
                <a:lnTo>
                  <a:pt x="1040" y="4852"/>
                </a:lnTo>
                <a:cubicBezTo>
                  <a:pt x="1261" y="4852"/>
                  <a:pt x="1418" y="4695"/>
                  <a:pt x="1418" y="4506"/>
                </a:cubicBezTo>
                <a:lnTo>
                  <a:pt x="1418" y="316"/>
                </a:lnTo>
                <a:cubicBezTo>
                  <a:pt x="1355" y="158"/>
                  <a:pt x="1198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0" name="Google Shape;7840;p36"/>
          <p:cNvSpPr/>
          <p:nvPr/>
        </p:nvSpPr>
        <p:spPr>
          <a:xfrm>
            <a:off x="8440109" y="3258866"/>
            <a:ext cx="48023" cy="164339"/>
          </a:xfrm>
          <a:custGeom>
            <a:rect b="b" l="l" r="r" t="t"/>
            <a:pathLst>
              <a:path extrusionOk="0" h="4856" w="1419">
                <a:moveTo>
                  <a:pt x="323" y="0"/>
                </a:moveTo>
                <a:cubicBezTo>
                  <a:pt x="132" y="0"/>
                  <a:pt x="1" y="149"/>
                  <a:pt x="1" y="351"/>
                </a:cubicBezTo>
                <a:lnTo>
                  <a:pt x="1" y="4509"/>
                </a:lnTo>
                <a:cubicBezTo>
                  <a:pt x="1" y="4698"/>
                  <a:pt x="158" y="4856"/>
                  <a:pt x="379" y="4856"/>
                </a:cubicBezTo>
                <a:lnTo>
                  <a:pt x="1418" y="4856"/>
                </a:lnTo>
                <a:lnTo>
                  <a:pt x="1418" y="4"/>
                </a:lnTo>
                <a:lnTo>
                  <a:pt x="379" y="4"/>
                </a:lnTo>
                <a:cubicBezTo>
                  <a:pt x="360" y="1"/>
                  <a:pt x="341" y="0"/>
                  <a:pt x="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1" name="Google Shape;7841;p36"/>
          <p:cNvSpPr/>
          <p:nvPr/>
        </p:nvSpPr>
        <p:spPr>
          <a:xfrm>
            <a:off x="8574465" y="3270711"/>
            <a:ext cx="194087" cy="140785"/>
          </a:xfrm>
          <a:custGeom>
            <a:rect b="b" l="l" r="r" t="t"/>
            <a:pathLst>
              <a:path extrusionOk="0" h="4160" w="5735">
                <a:moveTo>
                  <a:pt x="1639" y="1"/>
                </a:moveTo>
                <a:cubicBezTo>
                  <a:pt x="1450" y="1"/>
                  <a:pt x="1198" y="158"/>
                  <a:pt x="1072" y="379"/>
                </a:cubicBezTo>
                <a:lnTo>
                  <a:pt x="0" y="2490"/>
                </a:lnTo>
                <a:cubicBezTo>
                  <a:pt x="158" y="2584"/>
                  <a:pt x="378" y="2616"/>
                  <a:pt x="567" y="2616"/>
                </a:cubicBezTo>
                <a:cubicBezTo>
                  <a:pt x="1072" y="2616"/>
                  <a:pt x="1544" y="2364"/>
                  <a:pt x="1796" y="1891"/>
                </a:cubicBezTo>
                <a:lnTo>
                  <a:pt x="2017" y="1418"/>
                </a:lnTo>
                <a:lnTo>
                  <a:pt x="2710" y="1418"/>
                </a:lnTo>
                <a:cubicBezTo>
                  <a:pt x="2899" y="1418"/>
                  <a:pt x="3056" y="1481"/>
                  <a:pt x="3182" y="1607"/>
                </a:cubicBezTo>
                <a:lnTo>
                  <a:pt x="5734" y="4159"/>
                </a:lnTo>
                <a:lnTo>
                  <a:pt x="573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2" name="Google Shape;7842;p36"/>
          <p:cNvSpPr/>
          <p:nvPr/>
        </p:nvSpPr>
        <p:spPr>
          <a:xfrm>
            <a:off x="8509419" y="3212062"/>
            <a:ext cx="237811" cy="255477"/>
          </a:xfrm>
          <a:custGeom>
            <a:rect b="b" l="l" r="r" t="t"/>
            <a:pathLst>
              <a:path extrusionOk="0" h="7549" w="7027">
                <a:moveTo>
                  <a:pt x="2206" y="1"/>
                </a:moveTo>
                <a:cubicBezTo>
                  <a:pt x="1828" y="1"/>
                  <a:pt x="1481" y="221"/>
                  <a:pt x="1261" y="568"/>
                </a:cubicBezTo>
                <a:lnTo>
                  <a:pt x="946" y="1198"/>
                </a:lnTo>
                <a:cubicBezTo>
                  <a:pt x="914" y="1324"/>
                  <a:pt x="757" y="1419"/>
                  <a:pt x="631" y="1419"/>
                </a:cubicBezTo>
                <a:lnTo>
                  <a:pt x="1" y="1419"/>
                </a:lnTo>
                <a:lnTo>
                  <a:pt x="1" y="6239"/>
                </a:lnTo>
                <a:lnTo>
                  <a:pt x="1576" y="6239"/>
                </a:lnTo>
                <a:lnTo>
                  <a:pt x="2584" y="7247"/>
                </a:lnTo>
                <a:cubicBezTo>
                  <a:pt x="2768" y="7431"/>
                  <a:pt x="3054" y="7548"/>
                  <a:pt x="3330" y="7548"/>
                </a:cubicBezTo>
                <a:cubicBezTo>
                  <a:pt x="3431" y="7548"/>
                  <a:pt x="3531" y="7533"/>
                  <a:pt x="3624" y="7499"/>
                </a:cubicBezTo>
                <a:lnTo>
                  <a:pt x="6585" y="6554"/>
                </a:lnTo>
                <a:cubicBezTo>
                  <a:pt x="6743" y="6522"/>
                  <a:pt x="6900" y="6396"/>
                  <a:pt x="7026" y="6302"/>
                </a:cubicBezTo>
                <a:lnTo>
                  <a:pt x="4537" y="3813"/>
                </a:lnTo>
                <a:lnTo>
                  <a:pt x="4380" y="3813"/>
                </a:lnTo>
                <a:lnTo>
                  <a:pt x="4348" y="3844"/>
                </a:lnTo>
                <a:cubicBezTo>
                  <a:pt x="4033" y="4506"/>
                  <a:pt x="3340" y="4947"/>
                  <a:pt x="2647" y="5042"/>
                </a:cubicBezTo>
                <a:cubicBezTo>
                  <a:pt x="2601" y="5044"/>
                  <a:pt x="2556" y="5046"/>
                  <a:pt x="2511" y="5046"/>
                </a:cubicBezTo>
                <a:cubicBezTo>
                  <a:pt x="2046" y="5046"/>
                  <a:pt x="1698" y="4899"/>
                  <a:pt x="1324" y="4727"/>
                </a:cubicBezTo>
                <a:cubicBezTo>
                  <a:pt x="1103" y="4632"/>
                  <a:pt x="1040" y="4412"/>
                  <a:pt x="1166" y="4254"/>
                </a:cubicBezTo>
                <a:lnTo>
                  <a:pt x="2363" y="1797"/>
                </a:lnTo>
                <a:cubicBezTo>
                  <a:pt x="2615" y="1324"/>
                  <a:pt x="3088" y="1041"/>
                  <a:pt x="3592" y="1041"/>
                </a:cubicBezTo>
                <a:lnTo>
                  <a:pt x="5104" y="1041"/>
                </a:lnTo>
                <a:cubicBezTo>
                  <a:pt x="5167" y="852"/>
                  <a:pt x="5262" y="631"/>
                  <a:pt x="5262" y="347"/>
                </a:cubicBezTo>
                <a:cubicBezTo>
                  <a:pt x="5262" y="158"/>
                  <a:pt x="5104" y="1"/>
                  <a:pt x="488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3" name="Google Shape;7843;p36"/>
          <p:cNvSpPr/>
          <p:nvPr/>
        </p:nvSpPr>
        <p:spPr>
          <a:xfrm>
            <a:off x="2370549" y="3080704"/>
            <a:ext cx="117332" cy="117332"/>
          </a:xfrm>
          <a:custGeom>
            <a:rect b="b" l="l" r="r" t="t"/>
            <a:pathLst>
              <a:path extrusionOk="0" h="3467" w="3467">
                <a:moveTo>
                  <a:pt x="1733" y="1"/>
                </a:moveTo>
                <a:cubicBezTo>
                  <a:pt x="788" y="1"/>
                  <a:pt x="1" y="788"/>
                  <a:pt x="1" y="1733"/>
                </a:cubicBezTo>
                <a:cubicBezTo>
                  <a:pt x="1" y="2679"/>
                  <a:pt x="788" y="3466"/>
                  <a:pt x="1733" y="3466"/>
                </a:cubicBezTo>
                <a:cubicBezTo>
                  <a:pt x="2678" y="3466"/>
                  <a:pt x="3466" y="2679"/>
                  <a:pt x="3466" y="1733"/>
                </a:cubicBezTo>
                <a:cubicBezTo>
                  <a:pt x="3466" y="788"/>
                  <a:pt x="2678" y="1"/>
                  <a:pt x="173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4" name="Google Shape;7844;p36"/>
          <p:cNvSpPr/>
          <p:nvPr/>
        </p:nvSpPr>
        <p:spPr>
          <a:xfrm>
            <a:off x="2525142" y="3128692"/>
            <a:ext cx="140785" cy="91984"/>
          </a:xfrm>
          <a:custGeom>
            <a:rect b="b" l="l" r="r" t="t"/>
            <a:pathLst>
              <a:path extrusionOk="0" h="2718" w="416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95" y="662"/>
                  <a:pt x="316" y="662"/>
                </a:cubicBezTo>
                <a:lnTo>
                  <a:pt x="2395" y="662"/>
                </a:lnTo>
                <a:cubicBezTo>
                  <a:pt x="2584" y="662"/>
                  <a:pt x="2742" y="820"/>
                  <a:pt x="2742" y="1009"/>
                </a:cubicBezTo>
                <a:lnTo>
                  <a:pt x="2742" y="1576"/>
                </a:lnTo>
                <a:lnTo>
                  <a:pt x="2616" y="1450"/>
                </a:lnTo>
                <a:cubicBezTo>
                  <a:pt x="2568" y="1387"/>
                  <a:pt x="2482" y="1355"/>
                  <a:pt x="2391" y="1355"/>
                </a:cubicBezTo>
                <a:cubicBezTo>
                  <a:pt x="2301" y="1355"/>
                  <a:pt x="2206" y="1387"/>
                  <a:pt x="2143" y="1450"/>
                </a:cubicBezTo>
                <a:cubicBezTo>
                  <a:pt x="2049" y="1576"/>
                  <a:pt x="2049" y="1796"/>
                  <a:pt x="2143" y="1922"/>
                </a:cubicBezTo>
                <a:lnTo>
                  <a:pt x="2868" y="2647"/>
                </a:lnTo>
                <a:cubicBezTo>
                  <a:pt x="2931" y="2694"/>
                  <a:pt x="3017" y="2718"/>
                  <a:pt x="3104" y="2718"/>
                </a:cubicBezTo>
                <a:cubicBezTo>
                  <a:pt x="3191" y="2718"/>
                  <a:pt x="3277" y="2694"/>
                  <a:pt x="3340" y="2647"/>
                </a:cubicBezTo>
                <a:lnTo>
                  <a:pt x="4033" y="1922"/>
                </a:lnTo>
                <a:cubicBezTo>
                  <a:pt x="4159" y="1796"/>
                  <a:pt x="4159" y="1576"/>
                  <a:pt x="4033" y="1450"/>
                </a:cubicBezTo>
                <a:cubicBezTo>
                  <a:pt x="3986" y="1387"/>
                  <a:pt x="3899" y="1355"/>
                  <a:pt x="3809" y="1355"/>
                </a:cubicBezTo>
                <a:cubicBezTo>
                  <a:pt x="3718" y="1355"/>
                  <a:pt x="3624" y="1387"/>
                  <a:pt x="3561" y="1450"/>
                </a:cubicBezTo>
                <a:lnTo>
                  <a:pt x="3466" y="1576"/>
                </a:lnTo>
                <a:lnTo>
                  <a:pt x="3466" y="1009"/>
                </a:lnTo>
                <a:cubicBezTo>
                  <a:pt x="3466" y="441"/>
                  <a:pt x="2994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5" name="Google Shape;7845;p36"/>
          <p:cNvSpPr/>
          <p:nvPr/>
        </p:nvSpPr>
        <p:spPr>
          <a:xfrm>
            <a:off x="2379077" y="3338143"/>
            <a:ext cx="143966" cy="93507"/>
          </a:xfrm>
          <a:custGeom>
            <a:rect b="b" l="l" r="r" t="t"/>
            <a:pathLst>
              <a:path extrusionOk="0" h="2763" w="4254">
                <a:moveTo>
                  <a:pt x="1095" y="0"/>
                </a:moveTo>
                <a:cubicBezTo>
                  <a:pt x="1002" y="0"/>
                  <a:pt x="904" y="28"/>
                  <a:pt x="820" y="112"/>
                </a:cubicBezTo>
                <a:lnTo>
                  <a:pt x="127" y="805"/>
                </a:lnTo>
                <a:cubicBezTo>
                  <a:pt x="1" y="931"/>
                  <a:pt x="1" y="1184"/>
                  <a:pt x="127" y="1278"/>
                </a:cubicBezTo>
                <a:cubicBezTo>
                  <a:pt x="190" y="1341"/>
                  <a:pt x="276" y="1373"/>
                  <a:pt x="363" y="1373"/>
                </a:cubicBezTo>
                <a:cubicBezTo>
                  <a:pt x="449" y="1373"/>
                  <a:pt x="536" y="1341"/>
                  <a:pt x="599" y="1278"/>
                </a:cubicBezTo>
                <a:lnTo>
                  <a:pt x="725" y="1184"/>
                </a:lnTo>
                <a:lnTo>
                  <a:pt x="725" y="1719"/>
                </a:lnTo>
                <a:cubicBezTo>
                  <a:pt x="725" y="2318"/>
                  <a:pt x="1198" y="2759"/>
                  <a:pt x="1733" y="2759"/>
                </a:cubicBezTo>
                <a:lnTo>
                  <a:pt x="3813" y="2759"/>
                </a:lnTo>
                <a:cubicBezTo>
                  <a:pt x="3837" y="2761"/>
                  <a:pt x="3861" y="2763"/>
                  <a:pt x="3883" y="2763"/>
                </a:cubicBezTo>
                <a:cubicBezTo>
                  <a:pt x="4122" y="2763"/>
                  <a:pt x="4254" y="2616"/>
                  <a:pt x="4254" y="2444"/>
                </a:cubicBezTo>
                <a:cubicBezTo>
                  <a:pt x="4254" y="2223"/>
                  <a:pt x="4096" y="2066"/>
                  <a:pt x="3907" y="2066"/>
                </a:cubicBezTo>
                <a:lnTo>
                  <a:pt x="1828" y="2066"/>
                </a:lnTo>
                <a:cubicBezTo>
                  <a:pt x="1639" y="2066"/>
                  <a:pt x="1481" y="1908"/>
                  <a:pt x="1481" y="1719"/>
                </a:cubicBezTo>
                <a:lnTo>
                  <a:pt x="1481" y="1184"/>
                </a:lnTo>
                <a:lnTo>
                  <a:pt x="1576" y="1278"/>
                </a:lnTo>
                <a:cubicBezTo>
                  <a:pt x="1639" y="1341"/>
                  <a:pt x="1733" y="1373"/>
                  <a:pt x="1824" y="1373"/>
                </a:cubicBezTo>
                <a:cubicBezTo>
                  <a:pt x="1914" y="1373"/>
                  <a:pt x="2001" y="1341"/>
                  <a:pt x="2048" y="1278"/>
                </a:cubicBezTo>
                <a:cubicBezTo>
                  <a:pt x="2174" y="1184"/>
                  <a:pt x="2174" y="931"/>
                  <a:pt x="2048" y="805"/>
                </a:cubicBezTo>
                <a:lnTo>
                  <a:pt x="1355" y="112"/>
                </a:lnTo>
                <a:cubicBezTo>
                  <a:pt x="1292" y="81"/>
                  <a:pt x="1261" y="81"/>
                  <a:pt x="1229" y="18"/>
                </a:cubicBezTo>
                <a:cubicBezTo>
                  <a:pt x="1187" y="7"/>
                  <a:pt x="1142" y="0"/>
                  <a:pt x="10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6" name="Google Shape;7846;p36"/>
          <p:cNvSpPr/>
          <p:nvPr/>
        </p:nvSpPr>
        <p:spPr>
          <a:xfrm>
            <a:off x="2581658" y="3244907"/>
            <a:ext cx="120515" cy="116249"/>
          </a:xfrm>
          <a:custGeom>
            <a:rect b="b" l="l" r="r" t="t"/>
            <a:pathLst>
              <a:path extrusionOk="0" h="3435" w="3560">
                <a:moveTo>
                  <a:pt x="1796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47"/>
                  <a:pt x="788" y="3434"/>
                  <a:pt x="1796" y="3434"/>
                </a:cubicBezTo>
                <a:cubicBezTo>
                  <a:pt x="2741" y="3434"/>
                  <a:pt x="3561" y="2647"/>
                  <a:pt x="3561" y="1733"/>
                </a:cubicBezTo>
                <a:cubicBezTo>
                  <a:pt x="3561" y="788"/>
                  <a:pt x="2773" y="0"/>
                  <a:pt x="179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7" name="Google Shape;7847;p36"/>
          <p:cNvSpPr/>
          <p:nvPr/>
        </p:nvSpPr>
        <p:spPr>
          <a:xfrm>
            <a:off x="2335352" y="3195869"/>
            <a:ext cx="187691" cy="119430"/>
          </a:xfrm>
          <a:custGeom>
            <a:rect b="b" l="l" r="r" t="t"/>
            <a:pathLst>
              <a:path extrusionOk="0" h="3529" w="5546">
                <a:moveTo>
                  <a:pt x="1072" y="0"/>
                </a:moveTo>
                <a:cubicBezTo>
                  <a:pt x="442" y="536"/>
                  <a:pt x="32" y="1292"/>
                  <a:pt x="32" y="2143"/>
                </a:cubicBezTo>
                <a:lnTo>
                  <a:pt x="32" y="3182"/>
                </a:lnTo>
                <a:cubicBezTo>
                  <a:pt x="1" y="3371"/>
                  <a:pt x="158" y="3529"/>
                  <a:pt x="347" y="3529"/>
                </a:cubicBezTo>
                <a:lnTo>
                  <a:pt x="5199" y="3529"/>
                </a:lnTo>
                <a:cubicBezTo>
                  <a:pt x="5388" y="3529"/>
                  <a:pt x="5546" y="3371"/>
                  <a:pt x="5546" y="3182"/>
                </a:cubicBezTo>
                <a:lnTo>
                  <a:pt x="5546" y="2143"/>
                </a:lnTo>
                <a:cubicBezTo>
                  <a:pt x="5546" y="1292"/>
                  <a:pt x="5168" y="536"/>
                  <a:pt x="4538" y="0"/>
                </a:cubicBezTo>
                <a:cubicBezTo>
                  <a:pt x="4096" y="473"/>
                  <a:pt x="3466" y="756"/>
                  <a:pt x="2805" y="756"/>
                </a:cubicBezTo>
                <a:cubicBezTo>
                  <a:pt x="2143" y="756"/>
                  <a:pt x="1513" y="504"/>
                  <a:pt x="107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8" name="Google Shape;7848;p36"/>
          <p:cNvSpPr/>
          <p:nvPr/>
        </p:nvSpPr>
        <p:spPr>
          <a:xfrm>
            <a:off x="2546462" y="3360039"/>
            <a:ext cx="189823" cy="121596"/>
          </a:xfrm>
          <a:custGeom>
            <a:rect b="b" l="l" r="r" t="t"/>
            <a:pathLst>
              <a:path extrusionOk="0" h="3593" w="5609">
                <a:moveTo>
                  <a:pt x="1009" y="1"/>
                </a:moveTo>
                <a:cubicBezTo>
                  <a:pt x="379" y="537"/>
                  <a:pt x="1" y="1261"/>
                  <a:pt x="1" y="2143"/>
                </a:cubicBezTo>
                <a:lnTo>
                  <a:pt x="1" y="3246"/>
                </a:lnTo>
                <a:cubicBezTo>
                  <a:pt x="1" y="3435"/>
                  <a:pt x="158" y="3592"/>
                  <a:pt x="347" y="3592"/>
                </a:cubicBezTo>
                <a:lnTo>
                  <a:pt x="5262" y="3592"/>
                </a:lnTo>
                <a:cubicBezTo>
                  <a:pt x="5451" y="3592"/>
                  <a:pt x="5609" y="3435"/>
                  <a:pt x="5609" y="3246"/>
                </a:cubicBezTo>
                <a:lnTo>
                  <a:pt x="5609" y="2143"/>
                </a:lnTo>
                <a:cubicBezTo>
                  <a:pt x="5577" y="1261"/>
                  <a:pt x="5199" y="537"/>
                  <a:pt x="4569" y="1"/>
                </a:cubicBezTo>
                <a:cubicBezTo>
                  <a:pt x="4128" y="474"/>
                  <a:pt x="3498" y="757"/>
                  <a:pt x="2773" y="757"/>
                </a:cubicBezTo>
                <a:cubicBezTo>
                  <a:pt x="2080" y="757"/>
                  <a:pt x="1450" y="474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49" name="Google Shape;7849;p36"/>
          <p:cNvSpPr/>
          <p:nvPr/>
        </p:nvSpPr>
        <p:spPr>
          <a:xfrm>
            <a:off x="2550727" y="3726707"/>
            <a:ext cx="93879" cy="45890"/>
          </a:xfrm>
          <a:custGeom>
            <a:rect b="b" l="l" r="r" t="t"/>
            <a:pathLst>
              <a:path extrusionOk="0" h="1356" w="2774">
                <a:moveTo>
                  <a:pt x="1387" y="1"/>
                </a:moveTo>
                <a:cubicBezTo>
                  <a:pt x="631" y="1"/>
                  <a:pt x="1" y="631"/>
                  <a:pt x="1" y="1355"/>
                </a:cubicBezTo>
                <a:lnTo>
                  <a:pt x="2773" y="1355"/>
                </a:lnTo>
                <a:cubicBezTo>
                  <a:pt x="2773" y="599"/>
                  <a:pt x="2143" y="1"/>
                  <a:pt x="13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0" name="Google Shape;7850;p36"/>
          <p:cNvSpPr/>
          <p:nvPr/>
        </p:nvSpPr>
        <p:spPr>
          <a:xfrm>
            <a:off x="2573131" y="3655265"/>
            <a:ext cx="48023" cy="48023"/>
          </a:xfrm>
          <a:custGeom>
            <a:rect b="b" l="l" r="r" t="t"/>
            <a:pathLst>
              <a:path extrusionOk="0" h="1419" w="1419">
                <a:moveTo>
                  <a:pt x="725" y="1"/>
                </a:moveTo>
                <a:cubicBezTo>
                  <a:pt x="315" y="1"/>
                  <a:pt x="0" y="316"/>
                  <a:pt x="0" y="725"/>
                </a:cubicBezTo>
                <a:cubicBezTo>
                  <a:pt x="0" y="1103"/>
                  <a:pt x="315" y="1418"/>
                  <a:pt x="725" y="1418"/>
                </a:cubicBezTo>
                <a:cubicBezTo>
                  <a:pt x="1103" y="1418"/>
                  <a:pt x="1418" y="1103"/>
                  <a:pt x="1418" y="725"/>
                </a:cubicBez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1" name="Google Shape;7851;p36"/>
          <p:cNvSpPr/>
          <p:nvPr/>
        </p:nvSpPr>
        <p:spPr>
          <a:xfrm>
            <a:off x="2455832" y="3585956"/>
            <a:ext cx="282585" cy="282585"/>
          </a:xfrm>
          <a:custGeom>
            <a:rect b="b" l="l" r="r" t="t"/>
            <a:pathLst>
              <a:path extrusionOk="0" h="8350" w="8350">
                <a:moveTo>
                  <a:pt x="4128" y="1387"/>
                </a:moveTo>
                <a:cubicBezTo>
                  <a:pt x="4884" y="1387"/>
                  <a:pt x="5514" y="2017"/>
                  <a:pt x="5514" y="2773"/>
                </a:cubicBezTo>
                <a:cubicBezTo>
                  <a:pt x="5514" y="3120"/>
                  <a:pt x="5357" y="3466"/>
                  <a:pt x="5136" y="3718"/>
                </a:cubicBezTo>
                <a:cubicBezTo>
                  <a:pt x="5766" y="4065"/>
                  <a:pt x="6176" y="4727"/>
                  <a:pt x="6176" y="5514"/>
                </a:cubicBezTo>
                <a:lnTo>
                  <a:pt x="6176" y="5892"/>
                </a:lnTo>
                <a:lnTo>
                  <a:pt x="6270" y="5892"/>
                </a:lnTo>
                <a:cubicBezTo>
                  <a:pt x="6270" y="6081"/>
                  <a:pt x="6113" y="6239"/>
                  <a:pt x="5924" y="6239"/>
                </a:cubicBezTo>
                <a:lnTo>
                  <a:pt x="2458" y="6239"/>
                </a:lnTo>
                <a:cubicBezTo>
                  <a:pt x="2238" y="6239"/>
                  <a:pt x="2080" y="6081"/>
                  <a:pt x="2080" y="5892"/>
                </a:cubicBezTo>
                <a:lnTo>
                  <a:pt x="2080" y="5514"/>
                </a:lnTo>
                <a:cubicBezTo>
                  <a:pt x="2080" y="4727"/>
                  <a:pt x="2521" y="4065"/>
                  <a:pt x="3151" y="3718"/>
                </a:cubicBezTo>
                <a:cubicBezTo>
                  <a:pt x="2931" y="3466"/>
                  <a:pt x="2773" y="3120"/>
                  <a:pt x="2773" y="2773"/>
                </a:cubicBezTo>
                <a:cubicBezTo>
                  <a:pt x="2773" y="2017"/>
                  <a:pt x="3403" y="1387"/>
                  <a:pt x="4128" y="1387"/>
                </a:cubicBezTo>
                <a:close/>
                <a:moveTo>
                  <a:pt x="4191" y="1"/>
                </a:moveTo>
                <a:cubicBezTo>
                  <a:pt x="1891" y="1"/>
                  <a:pt x="1" y="1860"/>
                  <a:pt x="1" y="4191"/>
                </a:cubicBezTo>
                <a:cubicBezTo>
                  <a:pt x="1" y="6522"/>
                  <a:pt x="1860" y="8350"/>
                  <a:pt x="4191" y="8350"/>
                </a:cubicBezTo>
                <a:cubicBezTo>
                  <a:pt x="6459" y="8350"/>
                  <a:pt x="8350" y="6522"/>
                  <a:pt x="8350" y="4191"/>
                </a:cubicBezTo>
                <a:cubicBezTo>
                  <a:pt x="8350" y="1860"/>
                  <a:pt x="6459" y="1"/>
                  <a:pt x="41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2" name="Google Shape;7852;p36"/>
          <p:cNvSpPr/>
          <p:nvPr/>
        </p:nvSpPr>
        <p:spPr>
          <a:xfrm>
            <a:off x="2431331" y="3793884"/>
            <a:ext cx="99192" cy="98109"/>
          </a:xfrm>
          <a:custGeom>
            <a:rect b="b" l="l" r="r" t="t"/>
            <a:pathLst>
              <a:path extrusionOk="0" h="2899" w="2931">
                <a:moveTo>
                  <a:pt x="504" y="0"/>
                </a:moveTo>
                <a:lnTo>
                  <a:pt x="378" y="126"/>
                </a:lnTo>
                <a:cubicBezTo>
                  <a:pt x="0" y="536"/>
                  <a:pt x="0" y="1198"/>
                  <a:pt x="378" y="1576"/>
                </a:cubicBezTo>
                <a:lnTo>
                  <a:pt x="1355" y="2584"/>
                </a:lnTo>
                <a:cubicBezTo>
                  <a:pt x="1576" y="2773"/>
                  <a:pt x="1828" y="2899"/>
                  <a:pt x="2111" y="2899"/>
                </a:cubicBezTo>
                <a:cubicBezTo>
                  <a:pt x="2395" y="2899"/>
                  <a:pt x="2678" y="2773"/>
                  <a:pt x="2867" y="2584"/>
                </a:cubicBezTo>
                <a:lnTo>
                  <a:pt x="2930" y="2458"/>
                </a:lnTo>
                <a:cubicBezTo>
                  <a:pt x="1828" y="1985"/>
                  <a:pt x="977" y="1071"/>
                  <a:pt x="50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3" name="Google Shape;7853;p36"/>
          <p:cNvSpPr/>
          <p:nvPr/>
        </p:nvSpPr>
        <p:spPr>
          <a:xfrm>
            <a:off x="2333221" y="3854665"/>
            <a:ext cx="135438" cy="130908"/>
          </a:xfrm>
          <a:custGeom>
            <a:rect b="b" l="l" r="r" t="t"/>
            <a:pathLst>
              <a:path extrusionOk="0" h="3867" w="4002">
                <a:moveTo>
                  <a:pt x="2521" y="0"/>
                </a:moveTo>
                <a:lnTo>
                  <a:pt x="410" y="2111"/>
                </a:lnTo>
                <a:cubicBezTo>
                  <a:pt x="1" y="2520"/>
                  <a:pt x="1" y="3182"/>
                  <a:pt x="410" y="3560"/>
                </a:cubicBezTo>
                <a:cubicBezTo>
                  <a:pt x="599" y="3765"/>
                  <a:pt x="867" y="3867"/>
                  <a:pt x="1135" y="3867"/>
                </a:cubicBezTo>
                <a:cubicBezTo>
                  <a:pt x="1403" y="3867"/>
                  <a:pt x="1671" y="3765"/>
                  <a:pt x="1860" y="3560"/>
                </a:cubicBezTo>
                <a:lnTo>
                  <a:pt x="4002" y="1449"/>
                </a:lnTo>
                <a:cubicBezTo>
                  <a:pt x="3907" y="1418"/>
                  <a:pt x="3844" y="1323"/>
                  <a:pt x="3750" y="1260"/>
                </a:cubicBezTo>
                <a:lnTo>
                  <a:pt x="2773" y="252"/>
                </a:lnTo>
                <a:cubicBezTo>
                  <a:pt x="2679" y="189"/>
                  <a:pt x="2616" y="95"/>
                  <a:pt x="252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4" name="Google Shape;7854;p36"/>
          <p:cNvSpPr/>
          <p:nvPr/>
        </p:nvSpPr>
        <p:spPr>
          <a:xfrm>
            <a:off x="2382292" y="4212466"/>
            <a:ext cx="119430" cy="117332"/>
          </a:xfrm>
          <a:custGeom>
            <a:rect b="b" l="l" r="r" t="t"/>
            <a:pathLst>
              <a:path extrusionOk="0" h="3467" w="3529">
                <a:moveTo>
                  <a:pt x="1764" y="1"/>
                </a:moveTo>
                <a:cubicBezTo>
                  <a:pt x="819" y="1"/>
                  <a:pt x="0" y="788"/>
                  <a:pt x="0" y="1734"/>
                </a:cubicBezTo>
                <a:cubicBezTo>
                  <a:pt x="0" y="2679"/>
                  <a:pt x="819" y="3466"/>
                  <a:pt x="1764" y="3466"/>
                </a:cubicBezTo>
                <a:cubicBezTo>
                  <a:pt x="2709" y="3466"/>
                  <a:pt x="3529" y="2679"/>
                  <a:pt x="3529" y="1734"/>
                </a:cubicBezTo>
                <a:cubicBezTo>
                  <a:pt x="3529" y="788"/>
                  <a:pt x="2741" y="1"/>
                  <a:pt x="176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5" name="Google Shape;7855;p36"/>
          <p:cNvSpPr/>
          <p:nvPr/>
        </p:nvSpPr>
        <p:spPr>
          <a:xfrm>
            <a:off x="2523010" y="4071749"/>
            <a:ext cx="213275" cy="211143"/>
          </a:xfrm>
          <a:custGeom>
            <a:rect b="b" l="l" r="r" t="t"/>
            <a:pathLst>
              <a:path extrusionOk="0" h="6239" w="6302">
                <a:moveTo>
                  <a:pt x="3151" y="1733"/>
                </a:moveTo>
                <a:cubicBezTo>
                  <a:pt x="3372" y="1733"/>
                  <a:pt x="3529" y="1890"/>
                  <a:pt x="3529" y="2079"/>
                </a:cubicBezTo>
                <a:cubicBezTo>
                  <a:pt x="3529" y="2268"/>
                  <a:pt x="3372" y="2426"/>
                  <a:pt x="3151" y="2426"/>
                </a:cubicBezTo>
                <a:cubicBezTo>
                  <a:pt x="2962" y="2426"/>
                  <a:pt x="2805" y="2268"/>
                  <a:pt x="2805" y="2079"/>
                </a:cubicBezTo>
                <a:cubicBezTo>
                  <a:pt x="2805" y="1890"/>
                  <a:pt x="2962" y="1733"/>
                  <a:pt x="3151" y="1733"/>
                </a:cubicBezTo>
                <a:close/>
                <a:moveTo>
                  <a:pt x="3151" y="2773"/>
                </a:moveTo>
                <a:cubicBezTo>
                  <a:pt x="3372" y="2773"/>
                  <a:pt x="3529" y="2930"/>
                  <a:pt x="3529" y="3151"/>
                </a:cubicBezTo>
                <a:lnTo>
                  <a:pt x="3529" y="4505"/>
                </a:lnTo>
                <a:cubicBezTo>
                  <a:pt x="3529" y="4726"/>
                  <a:pt x="3372" y="4883"/>
                  <a:pt x="3151" y="4883"/>
                </a:cubicBezTo>
                <a:cubicBezTo>
                  <a:pt x="2962" y="4883"/>
                  <a:pt x="2805" y="4726"/>
                  <a:pt x="2805" y="4505"/>
                </a:cubicBezTo>
                <a:lnTo>
                  <a:pt x="2805" y="3151"/>
                </a:lnTo>
                <a:cubicBezTo>
                  <a:pt x="2805" y="2930"/>
                  <a:pt x="2962" y="2773"/>
                  <a:pt x="3151" y="2773"/>
                </a:cubicBezTo>
                <a:close/>
                <a:moveTo>
                  <a:pt x="3151" y="0"/>
                </a:moveTo>
                <a:cubicBezTo>
                  <a:pt x="1418" y="0"/>
                  <a:pt x="64" y="1418"/>
                  <a:pt x="64" y="3088"/>
                </a:cubicBezTo>
                <a:cubicBezTo>
                  <a:pt x="64" y="3655"/>
                  <a:pt x="158" y="4159"/>
                  <a:pt x="442" y="4631"/>
                </a:cubicBezTo>
                <a:lnTo>
                  <a:pt x="64" y="5765"/>
                </a:lnTo>
                <a:cubicBezTo>
                  <a:pt x="1" y="5892"/>
                  <a:pt x="64" y="6018"/>
                  <a:pt x="127" y="6112"/>
                </a:cubicBezTo>
                <a:cubicBezTo>
                  <a:pt x="190" y="6207"/>
                  <a:pt x="379" y="6238"/>
                  <a:pt x="473" y="6238"/>
                </a:cubicBezTo>
                <a:lnTo>
                  <a:pt x="1796" y="5923"/>
                </a:lnTo>
                <a:cubicBezTo>
                  <a:pt x="2206" y="6175"/>
                  <a:pt x="2679" y="6238"/>
                  <a:pt x="3214" y="6238"/>
                </a:cubicBezTo>
                <a:cubicBezTo>
                  <a:pt x="4947" y="6238"/>
                  <a:pt x="6302" y="4820"/>
                  <a:pt x="6302" y="3119"/>
                </a:cubicBezTo>
                <a:cubicBezTo>
                  <a:pt x="6270" y="1418"/>
                  <a:pt x="4884" y="0"/>
                  <a:pt x="31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6" name="Google Shape;7856;p36"/>
          <p:cNvSpPr/>
          <p:nvPr/>
        </p:nvSpPr>
        <p:spPr>
          <a:xfrm>
            <a:off x="2335353" y="4324417"/>
            <a:ext cx="213275" cy="147181"/>
          </a:xfrm>
          <a:custGeom>
            <a:rect b="b" l="l" r="r" t="t"/>
            <a:pathLst>
              <a:path extrusionOk="0" h="4349" w="6302">
                <a:moveTo>
                  <a:pt x="1356" y="1"/>
                </a:moveTo>
                <a:cubicBezTo>
                  <a:pt x="568" y="568"/>
                  <a:pt x="1" y="1513"/>
                  <a:pt x="1" y="2553"/>
                </a:cubicBezTo>
                <a:lnTo>
                  <a:pt x="1" y="3970"/>
                </a:lnTo>
                <a:cubicBezTo>
                  <a:pt x="1" y="4222"/>
                  <a:pt x="158" y="4348"/>
                  <a:pt x="347" y="4348"/>
                </a:cubicBezTo>
                <a:lnTo>
                  <a:pt x="5955" y="4348"/>
                </a:lnTo>
                <a:cubicBezTo>
                  <a:pt x="6144" y="4348"/>
                  <a:pt x="6302" y="4191"/>
                  <a:pt x="6302" y="3970"/>
                </a:cubicBezTo>
                <a:lnTo>
                  <a:pt x="6302" y="2553"/>
                </a:lnTo>
                <a:cubicBezTo>
                  <a:pt x="6302" y="1513"/>
                  <a:pt x="5798" y="599"/>
                  <a:pt x="4947" y="1"/>
                </a:cubicBezTo>
                <a:cubicBezTo>
                  <a:pt x="4538" y="505"/>
                  <a:pt x="3844" y="820"/>
                  <a:pt x="3151" y="820"/>
                </a:cubicBezTo>
                <a:cubicBezTo>
                  <a:pt x="2427" y="820"/>
                  <a:pt x="1765" y="505"/>
                  <a:pt x="13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7" name="Google Shape;7857;p36"/>
          <p:cNvSpPr/>
          <p:nvPr/>
        </p:nvSpPr>
        <p:spPr>
          <a:xfrm>
            <a:off x="5217014" y="3258242"/>
            <a:ext cx="59766" cy="24536"/>
          </a:xfrm>
          <a:custGeom>
            <a:rect b="b" l="l" r="r" t="t"/>
            <a:pathLst>
              <a:path extrusionOk="0" h="725" w="1766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1419" y="725"/>
                </a:lnTo>
                <a:cubicBezTo>
                  <a:pt x="1608" y="725"/>
                  <a:pt x="1765" y="567"/>
                  <a:pt x="1765" y="378"/>
                </a:cubicBezTo>
                <a:cubicBezTo>
                  <a:pt x="1734" y="158"/>
                  <a:pt x="1608" y="0"/>
                  <a:pt x="14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8" name="Google Shape;7858;p36"/>
          <p:cNvSpPr/>
          <p:nvPr/>
        </p:nvSpPr>
        <p:spPr>
          <a:xfrm>
            <a:off x="5203173" y="3306230"/>
            <a:ext cx="50155" cy="45857"/>
          </a:xfrm>
          <a:custGeom>
            <a:rect b="b" l="l" r="r" t="t"/>
            <a:pathLst>
              <a:path extrusionOk="0" h="1355" w="1482">
                <a:moveTo>
                  <a:pt x="394" y="0"/>
                </a:moveTo>
                <a:cubicBezTo>
                  <a:pt x="308" y="0"/>
                  <a:pt x="221" y="32"/>
                  <a:pt x="158" y="95"/>
                </a:cubicBezTo>
                <a:cubicBezTo>
                  <a:pt x="0" y="221"/>
                  <a:pt x="0" y="410"/>
                  <a:pt x="158" y="567"/>
                </a:cubicBezTo>
                <a:lnTo>
                  <a:pt x="882" y="1260"/>
                </a:lnTo>
                <a:cubicBezTo>
                  <a:pt x="945" y="1323"/>
                  <a:pt x="1032" y="1355"/>
                  <a:pt x="1119" y="1355"/>
                </a:cubicBezTo>
                <a:cubicBezTo>
                  <a:pt x="1205" y="1355"/>
                  <a:pt x="1292" y="1323"/>
                  <a:pt x="1355" y="1260"/>
                </a:cubicBezTo>
                <a:cubicBezTo>
                  <a:pt x="1481" y="1134"/>
                  <a:pt x="1481" y="914"/>
                  <a:pt x="1355" y="788"/>
                </a:cubicBezTo>
                <a:lnTo>
                  <a:pt x="630" y="95"/>
                </a:lnTo>
                <a:cubicBezTo>
                  <a:pt x="567" y="32"/>
                  <a:pt x="481" y="0"/>
                  <a:pt x="39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59" name="Google Shape;7859;p36"/>
          <p:cNvSpPr/>
          <p:nvPr/>
        </p:nvSpPr>
        <p:spPr>
          <a:xfrm>
            <a:off x="5205304" y="3187849"/>
            <a:ext cx="48023" cy="46703"/>
          </a:xfrm>
          <a:custGeom>
            <a:rect b="b" l="l" r="r" t="t"/>
            <a:pathLst>
              <a:path extrusionOk="0" h="1380" w="1419">
                <a:moveTo>
                  <a:pt x="1056" y="1"/>
                </a:moveTo>
                <a:cubicBezTo>
                  <a:pt x="969" y="1"/>
                  <a:pt x="882" y="32"/>
                  <a:pt x="819" y="96"/>
                </a:cubicBezTo>
                <a:lnTo>
                  <a:pt x="95" y="789"/>
                </a:lnTo>
                <a:cubicBezTo>
                  <a:pt x="0" y="915"/>
                  <a:pt x="0" y="1135"/>
                  <a:pt x="95" y="1261"/>
                </a:cubicBezTo>
                <a:cubicBezTo>
                  <a:pt x="158" y="1340"/>
                  <a:pt x="252" y="1379"/>
                  <a:pt x="343" y="1379"/>
                </a:cubicBezTo>
                <a:cubicBezTo>
                  <a:pt x="434" y="1379"/>
                  <a:pt x="520" y="1340"/>
                  <a:pt x="567" y="1261"/>
                </a:cubicBezTo>
                <a:lnTo>
                  <a:pt x="1292" y="568"/>
                </a:lnTo>
                <a:cubicBezTo>
                  <a:pt x="1418" y="442"/>
                  <a:pt x="1418" y="190"/>
                  <a:pt x="1292" y="96"/>
                </a:cubicBezTo>
                <a:cubicBezTo>
                  <a:pt x="1229" y="32"/>
                  <a:pt x="1142" y="1"/>
                  <a:pt x="1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0" name="Google Shape;7860;p36"/>
          <p:cNvSpPr/>
          <p:nvPr/>
        </p:nvSpPr>
        <p:spPr>
          <a:xfrm>
            <a:off x="4875848" y="3187849"/>
            <a:ext cx="142883" cy="141868"/>
          </a:xfrm>
          <a:custGeom>
            <a:rect b="b" l="l" r="r" t="t"/>
            <a:pathLst>
              <a:path extrusionOk="0" h="4192" w="4222">
                <a:moveTo>
                  <a:pt x="2489" y="1"/>
                </a:moveTo>
                <a:cubicBezTo>
                  <a:pt x="2048" y="1"/>
                  <a:pt x="1639" y="285"/>
                  <a:pt x="1481" y="726"/>
                </a:cubicBezTo>
                <a:lnTo>
                  <a:pt x="1418" y="726"/>
                </a:lnTo>
                <a:cubicBezTo>
                  <a:pt x="662" y="726"/>
                  <a:pt x="0" y="1356"/>
                  <a:pt x="0" y="2080"/>
                </a:cubicBezTo>
                <a:cubicBezTo>
                  <a:pt x="0" y="2836"/>
                  <a:pt x="630" y="3467"/>
                  <a:pt x="1418" y="3467"/>
                </a:cubicBezTo>
                <a:lnTo>
                  <a:pt x="1481" y="3467"/>
                </a:lnTo>
                <a:cubicBezTo>
                  <a:pt x="1639" y="3845"/>
                  <a:pt x="2017" y="4191"/>
                  <a:pt x="2489" y="4191"/>
                </a:cubicBezTo>
                <a:lnTo>
                  <a:pt x="4222" y="4191"/>
                </a:lnTo>
                <a:lnTo>
                  <a:pt x="4222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1" name="Google Shape;7861;p36"/>
          <p:cNvSpPr/>
          <p:nvPr/>
        </p:nvSpPr>
        <p:spPr>
          <a:xfrm>
            <a:off x="5132814" y="3117490"/>
            <a:ext cx="47989" cy="282585"/>
          </a:xfrm>
          <a:custGeom>
            <a:rect b="b" l="l" r="r" t="t"/>
            <a:pathLst>
              <a:path extrusionOk="0" h="8350" w="1418">
                <a:moveTo>
                  <a:pt x="725" y="1"/>
                </a:moveTo>
                <a:cubicBezTo>
                  <a:pt x="315" y="1"/>
                  <a:pt x="0" y="316"/>
                  <a:pt x="0" y="694"/>
                </a:cubicBezTo>
                <a:lnTo>
                  <a:pt x="0" y="7625"/>
                </a:lnTo>
                <a:cubicBezTo>
                  <a:pt x="0" y="8034"/>
                  <a:pt x="315" y="8349"/>
                  <a:pt x="725" y="8349"/>
                </a:cubicBezTo>
                <a:cubicBezTo>
                  <a:pt x="1134" y="8286"/>
                  <a:pt x="1418" y="8003"/>
                  <a:pt x="1418" y="7625"/>
                </a:cubicBezTo>
                <a:lnTo>
                  <a:pt x="1418" y="694"/>
                </a:lnTo>
                <a:cubicBezTo>
                  <a:pt x="1418" y="316"/>
                  <a:pt x="1103" y="1"/>
                  <a:pt x="7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2" name="Google Shape;7862;p36"/>
          <p:cNvSpPr/>
          <p:nvPr/>
        </p:nvSpPr>
        <p:spPr>
          <a:xfrm>
            <a:off x="4946206" y="3351004"/>
            <a:ext cx="69343" cy="93845"/>
          </a:xfrm>
          <a:custGeom>
            <a:rect b="b" l="l" r="r" t="t"/>
            <a:pathLst>
              <a:path extrusionOk="0" h="2773" w="2049">
                <a:moveTo>
                  <a:pt x="1" y="0"/>
                </a:moveTo>
                <a:lnTo>
                  <a:pt x="1" y="1764"/>
                </a:lnTo>
                <a:cubicBezTo>
                  <a:pt x="1" y="2363"/>
                  <a:pt x="473" y="2773"/>
                  <a:pt x="1040" y="2773"/>
                </a:cubicBezTo>
                <a:cubicBezTo>
                  <a:pt x="1607" y="2773"/>
                  <a:pt x="2048" y="2300"/>
                  <a:pt x="2048" y="1764"/>
                </a:cubicBezTo>
                <a:lnTo>
                  <a:pt x="2048" y="32"/>
                </a:lnTo>
                <a:lnTo>
                  <a:pt x="316" y="32"/>
                </a:lnTo>
                <a:cubicBezTo>
                  <a:pt x="253" y="32"/>
                  <a:pt x="127" y="32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3" name="Google Shape;7863;p36"/>
          <p:cNvSpPr/>
          <p:nvPr/>
        </p:nvSpPr>
        <p:spPr>
          <a:xfrm>
            <a:off x="5041101" y="3146290"/>
            <a:ext cx="70392" cy="221804"/>
          </a:xfrm>
          <a:custGeom>
            <a:rect b="b" l="l" r="r" t="t"/>
            <a:pathLst>
              <a:path extrusionOk="0" h="6554" w="2080">
                <a:moveTo>
                  <a:pt x="2080" y="0"/>
                </a:moveTo>
                <a:lnTo>
                  <a:pt x="1765" y="315"/>
                </a:lnTo>
                <a:cubicBezTo>
                  <a:pt x="1292" y="788"/>
                  <a:pt x="662" y="1071"/>
                  <a:pt x="1" y="1166"/>
                </a:cubicBezTo>
                <a:lnTo>
                  <a:pt x="1" y="5419"/>
                </a:lnTo>
                <a:cubicBezTo>
                  <a:pt x="662" y="5482"/>
                  <a:pt x="1292" y="5766"/>
                  <a:pt x="1765" y="6238"/>
                </a:cubicBezTo>
                <a:lnTo>
                  <a:pt x="2080" y="6553"/>
                </a:lnTo>
                <a:lnTo>
                  <a:pt x="208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4" name="Google Shape;7864;p36"/>
          <p:cNvSpPr/>
          <p:nvPr/>
        </p:nvSpPr>
        <p:spPr>
          <a:xfrm>
            <a:off x="5112001" y="3820907"/>
            <a:ext cx="165321" cy="165321"/>
          </a:xfrm>
          <a:custGeom>
            <a:rect b="b" l="l" r="r" t="t"/>
            <a:pathLst>
              <a:path extrusionOk="0" h="4885" w="4885">
                <a:moveTo>
                  <a:pt x="2395" y="1324"/>
                </a:moveTo>
                <a:cubicBezTo>
                  <a:pt x="2616" y="1324"/>
                  <a:pt x="2773" y="1482"/>
                  <a:pt x="2773" y="1702"/>
                </a:cubicBezTo>
                <a:lnTo>
                  <a:pt x="2773" y="2049"/>
                </a:lnTo>
                <a:lnTo>
                  <a:pt x="3120" y="2049"/>
                </a:lnTo>
                <a:cubicBezTo>
                  <a:pt x="3309" y="2049"/>
                  <a:pt x="3466" y="2206"/>
                  <a:pt x="3466" y="2395"/>
                </a:cubicBezTo>
                <a:cubicBezTo>
                  <a:pt x="3466" y="2584"/>
                  <a:pt x="3309" y="2742"/>
                  <a:pt x="3120" y="2742"/>
                </a:cubicBezTo>
                <a:lnTo>
                  <a:pt x="2395" y="2742"/>
                </a:lnTo>
                <a:cubicBezTo>
                  <a:pt x="2206" y="2742"/>
                  <a:pt x="2049" y="2584"/>
                  <a:pt x="2049" y="2395"/>
                </a:cubicBezTo>
                <a:lnTo>
                  <a:pt x="2049" y="1702"/>
                </a:lnTo>
                <a:cubicBezTo>
                  <a:pt x="2049" y="1482"/>
                  <a:pt x="2206" y="1324"/>
                  <a:pt x="2395" y="1324"/>
                </a:cubicBezTo>
                <a:close/>
                <a:moveTo>
                  <a:pt x="2458" y="1"/>
                </a:moveTo>
                <a:cubicBezTo>
                  <a:pt x="1104" y="1"/>
                  <a:pt x="1" y="1103"/>
                  <a:pt x="1" y="2427"/>
                </a:cubicBezTo>
                <a:cubicBezTo>
                  <a:pt x="1" y="3781"/>
                  <a:pt x="1104" y="4884"/>
                  <a:pt x="2458" y="4884"/>
                </a:cubicBezTo>
                <a:cubicBezTo>
                  <a:pt x="3782" y="4884"/>
                  <a:pt x="4884" y="3781"/>
                  <a:pt x="4884" y="2427"/>
                </a:cubicBezTo>
                <a:cubicBezTo>
                  <a:pt x="4853" y="1072"/>
                  <a:pt x="3782" y="1"/>
                  <a:pt x="245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5" name="Google Shape;7865;p36"/>
          <p:cNvSpPr/>
          <p:nvPr/>
        </p:nvSpPr>
        <p:spPr>
          <a:xfrm>
            <a:off x="4876389" y="3703642"/>
            <a:ext cx="352943" cy="234596"/>
          </a:xfrm>
          <a:custGeom>
            <a:rect b="b" l="l" r="r" t="t"/>
            <a:pathLst>
              <a:path extrusionOk="0" h="6932" w="10429">
                <a:moveTo>
                  <a:pt x="2426" y="662"/>
                </a:moveTo>
                <a:cubicBezTo>
                  <a:pt x="2647" y="662"/>
                  <a:pt x="2804" y="819"/>
                  <a:pt x="2804" y="1008"/>
                </a:cubicBezTo>
                <a:cubicBezTo>
                  <a:pt x="2804" y="1197"/>
                  <a:pt x="2647" y="1355"/>
                  <a:pt x="2426" y="1355"/>
                </a:cubicBezTo>
                <a:lnTo>
                  <a:pt x="1733" y="1355"/>
                </a:lnTo>
                <a:cubicBezTo>
                  <a:pt x="1544" y="1355"/>
                  <a:pt x="1387" y="1197"/>
                  <a:pt x="1387" y="1008"/>
                </a:cubicBezTo>
                <a:cubicBezTo>
                  <a:pt x="1387" y="819"/>
                  <a:pt x="1544" y="662"/>
                  <a:pt x="1733" y="662"/>
                </a:cubicBezTo>
                <a:close/>
                <a:moveTo>
                  <a:pt x="4537" y="662"/>
                </a:moveTo>
                <a:cubicBezTo>
                  <a:pt x="4726" y="662"/>
                  <a:pt x="4884" y="819"/>
                  <a:pt x="4884" y="1008"/>
                </a:cubicBezTo>
                <a:cubicBezTo>
                  <a:pt x="4884" y="1197"/>
                  <a:pt x="4695" y="1355"/>
                  <a:pt x="4537" y="1355"/>
                </a:cubicBezTo>
                <a:lnTo>
                  <a:pt x="3812" y="1355"/>
                </a:lnTo>
                <a:cubicBezTo>
                  <a:pt x="3623" y="1355"/>
                  <a:pt x="3466" y="1197"/>
                  <a:pt x="3466" y="1008"/>
                </a:cubicBezTo>
                <a:cubicBezTo>
                  <a:pt x="3466" y="819"/>
                  <a:pt x="3623" y="662"/>
                  <a:pt x="3812" y="662"/>
                </a:cubicBezTo>
                <a:close/>
                <a:moveTo>
                  <a:pt x="6648" y="662"/>
                </a:moveTo>
                <a:cubicBezTo>
                  <a:pt x="6837" y="662"/>
                  <a:pt x="6994" y="819"/>
                  <a:pt x="6994" y="1008"/>
                </a:cubicBezTo>
                <a:cubicBezTo>
                  <a:pt x="6994" y="1197"/>
                  <a:pt x="6837" y="1355"/>
                  <a:pt x="6648" y="1355"/>
                </a:cubicBezTo>
                <a:lnTo>
                  <a:pt x="5955" y="1355"/>
                </a:lnTo>
                <a:cubicBezTo>
                  <a:pt x="5734" y="1355"/>
                  <a:pt x="5577" y="1197"/>
                  <a:pt x="5577" y="1008"/>
                </a:cubicBezTo>
                <a:cubicBezTo>
                  <a:pt x="5577" y="819"/>
                  <a:pt x="5734" y="662"/>
                  <a:pt x="5955" y="662"/>
                </a:cubicBezTo>
                <a:close/>
                <a:moveTo>
                  <a:pt x="8727" y="662"/>
                </a:moveTo>
                <a:cubicBezTo>
                  <a:pt x="8948" y="662"/>
                  <a:pt x="9105" y="819"/>
                  <a:pt x="9105" y="1008"/>
                </a:cubicBezTo>
                <a:cubicBezTo>
                  <a:pt x="9105" y="1197"/>
                  <a:pt x="8948" y="1355"/>
                  <a:pt x="8727" y="1355"/>
                </a:cubicBezTo>
                <a:lnTo>
                  <a:pt x="8034" y="1355"/>
                </a:lnTo>
                <a:cubicBezTo>
                  <a:pt x="7845" y="1355"/>
                  <a:pt x="7688" y="1197"/>
                  <a:pt x="7688" y="1008"/>
                </a:cubicBezTo>
                <a:cubicBezTo>
                  <a:pt x="7688" y="819"/>
                  <a:pt x="7845" y="662"/>
                  <a:pt x="8034" y="662"/>
                </a:cubicBezTo>
                <a:close/>
                <a:moveTo>
                  <a:pt x="2426" y="2080"/>
                </a:moveTo>
                <a:cubicBezTo>
                  <a:pt x="2647" y="2080"/>
                  <a:pt x="2804" y="2237"/>
                  <a:pt x="2804" y="2426"/>
                </a:cubicBezTo>
                <a:cubicBezTo>
                  <a:pt x="2804" y="2647"/>
                  <a:pt x="2647" y="2773"/>
                  <a:pt x="2426" y="2773"/>
                </a:cubicBezTo>
                <a:lnTo>
                  <a:pt x="1733" y="2773"/>
                </a:lnTo>
                <a:cubicBezTo>
                  <a:pt x="1544" y="2773"/>
                  <a:pt x="1387" y="2647"/>
                  <a:pt x="1387" y="2426"/>
                </a:cubicBezTo>
                <a:cubicBezTo>
                  <a:pt x="1387" y="2206"/>
                  <a:pt x="1544" y="2080"/>
                  <a:pt x="1733" y="2080"/>
                </a:cubicBezTo>
                <a:close/>
                <a:moveTo>
                  <a:pt x="4537" y="2080"/>
                </a:moveTo>
                <a:cubicBezTo>
                  <a:pt x="4726" y="2080"/>
                  <a:pt x="4884" y="2237"/>
                  <a:pt x="4884" y="2426"/>
                </a:cubicBezTo>
                <a:cubicBezTo>
                  <a:pt x="4884" y="2647"/>
                  <a:pt x="4695" y="2773"/>
                  <a:pt x="4537" y="2773"/>
                </a:cubicBezTo>
                <a:lnTo>
                  <a:pt x="3812" y="2773"/>
                </a:lnTo>
                <a:cubicBezTo>
                  <a:pt x="3623" y="2773"/>
                  <a:pt x="3466" y="2647"/>
                  <a:pt x="3466" y="2426"/>
                </a:cubicBezTo>
                <a:cubicBezTo>
                  <a:pt x="3466" y="2206"/>
                  <a:pt x="3623" y="2080"/>
                  <a:pt x="3812" y="2080"/>
                </a:cubicBezTo>
                <a:close/>
                <a:moveTo>
                  <a:pt x="6648" y="2080"/>
                </a:moveTo>
                <a:cubicBezTo>
                  <a:pt x="6837" y="2080"/>
                  <a:pt x="6994" y="2237"/>
                  <a:pt x="6994" y="2426"/>
                </a:cubicBezTo>
                <a:cubicBezTo>
                  <a:pt x="6994" y="2647"/>
                  <a:pt x="6837" y="2773"/>
                  <a:pt x="6648" y="2773"/>
                </a:cubicBezTo>
                <a:lnTo>
                  <a:pt x="5955" y="2773"/>
                </a:lnTo>
                <a:cubicBezTo>
                  <a:pt x="5734" y="2773"/>
                  <a:pt x="5577" y="2647"/>
                  <a:pt x="5577" y="2426"/>
                </a:cubicBezTo>
                <a:cubicBezTo>
                  <a:pt x="5577" y="2206"/>
                  <a:pt x="5734" y="2080"/>
                  <a:pt x="5955" y="2080"/>
                </a:cubicBezTo>
                <a:close/>
                <a:moveTo>
                  <a:pt x="8727" y="2080"/>
                </a:moveTo>
                <a:cubicBezTo>
                  <a:pt x="8948" y="2080"/>
                  <a:pt x="9105" y="2237"/>
                  <a:pt x="9105" y="2426"/>
                </a:cubicBezTo>
                <a:cubicBezTo>
                  <a:pt x="9105" y="2647"/>
                  <a:pt x="8948" y="2773"/>
                  <a:pt x="8727" y="2773"/>
                </a:cubicBezTo>
                <a:lnTo>
                  <a:pt x="8034" y="2773"/>
                </a:lnTo>
                <a:cubicBezTo>
                  <a:pt x="7845" y="2773"/>
                  <a:pt x="7688" y="2647"/>
                  <a:pt x="7688" y="2426"/>
                </a:cubicBezTo>
                <a:cubicBezTo>
                  <a:pt x="7688" y="2206"/>
                  <a:pt x="7845" y="2080"/>
                  <a:pt x="8034" y="2080"/>
                </a:cubicBezTo>
                <a:close/>
                <a:moveTo>
                  <a:pt x="2426" y="3466"/>
                </a:moveTo>
                <a:cubicBezTo>
                  <a:pt x="2647" y="3466"/>
                  <a:pt x="2804" y="3623"/>
                  <a:pt x="2804" y="3812"/>
                </a:cubicBezTo>
                <a:cubicBezTo>
                  <a:pt x="2804" y="4001"/>
                  <a:pt x="2647" y="4159"/>
                  <a:pt x="2426" y="4159"/>
                </a:cubicBezTo>
                <a:lnTo>
                  <a:pt x="1733" y="4159"/>
                </a:lnTo>
                <a:cubicBezTo>
                  <a:pt x="1544" y="4159"/>
                  <a:pt x="1387" y="4001"/>
                  <a:pt x="1387" y="3812"/>
                </a:cubicBezTo>
                <a:cubicBezTo>
                  <a:pt x="1387" y="3623"/>
                  <a:pt x="1544" y="3466"/>
                  <a:pt x="1733" y="3466"/>
                </a:cubicBezTo>
                <a:close/>
                <a:moveTo>
                  <a:pt x="4537" y="3466"/>
                </a:moveTo>
                <a:cubicBezTo>
                  <a:pt x="4726" y="3466"/>
                  <a:pt x="4884" y="3623"/>
                  <a:pt x="4884" y="3812"/>
                </a:cubicBezTo>
                <a:cubicBezTo>
                  <a:pt x="4884" y="4001"/>
                  <a:pt x="4695" y="4159"/>
                  <a:pt x="4537" y="4159"/>
                </a:cubicBezTo>
                <a:lnTo>
                  <a:pt x="3812" y="4159"/>
                </a:lnTo>
                <a:cubicBezTo>
                  <a:pt x="3623" y="4159"/>
                  <a:pt x="3466" y="4001"/>
                  <a:pt x="3466" y="3812"/>
                </a:cubicBezTo>
                <a:cubicBezTo>
                  <a:pt x="3466" y="3623"/>
                  <a:pt x="3623" y="3466"/>
                  <a:pt x="3812" y="3466"/>
                </a:cubicBezTo>
                <a:close/>
                <a:moveTo>
                  <a:pt x="6648" y="3466"/>
                </a:moveTo>
                <a:cubicBezTo>
                  <a:pt x="6837" y="3466"/>
                  <a:pt x="6994" y="3623"/>
                  <a:pt x="6994" y="3812"/>
                </a:cubicBezTo>
                <a:cubicBezTo>
                  <a:pt x="6994" y="4001"/>
                  <a:pt x="6837" y="4159"/>
                  <a:pt x="6648" y="4159"/>
                </a:cubicBezTo>
                <a:lnTo>
                  <a:pt x="5955" y="4159"/>
                </a:lnTo>
                <a:cubicBezTo>
                  <a:pt x="5734" y="4159"/>
                  <a:pt x="5577" y="4001"/>
                  <a:pt x="5577" y="3812"/>
                </a:cubicBezTo>
                <a:cubicBezTo>
                  <a:pt x="5577" y="3623"/>
                  <a:pt x="5734" y="3466"/>
                  <a:pt x="5955" y="3466"/>
                </a:cubicBezTo>
                <a:close/>
                <a:moveTo>
                  <a:pt x="2426" y="4852"/>
                </a:moveTo>
                <a:cubicBezTo>
                  <a:pt x="2647" y="4852"/>
                  <a:pt x="2804" y="5010"/>
                  <a:pt x="2804" y="5199"/>
                </a:cubicBezTo>
                <a:cubicBezTo>
                  <a:pt x="2804" y="5388"/>
                  <a:pt x="2647" y="5545"/>
                  <a:pt x="2426" y="5545"/>
                </a:cubicBezTo>
                <a:lnTo>
                  <a:pt x="1733" y="5545"/>
                </a:lnTo>
                <a:cubicBezTo>
                  <a:pt x="1544" y="5545"/>
                  <a:pt x="1387" y="5388"/>
                  <a:pt x="1387" y="5199"/>
                </a:cubicBezTo>
                <a:cubicBezTo>
                  <a:pt x="1387" y="5010"/>
                  <a:pt x="1544" y="4852"/>
                  <a:pt x="1733" y="4852"/>
                </a:cubicBezTo>
                <a:close/>
                <a:moveTo>
                  <a:pt x="4537" y="4852"/>
                </a:moveTo>
                <a:cubicBezTo>
                  <a:pt x="4726" y="4852"/>
                  <a:pt x="4884" y="5010"/>
                  <a:pt x="4884" y="5199"/>
                </a:cubicBezTo>
                <a:cubicBezTo>
                  <a:pt x="4884" y="5388"/>
                  <a:pt x="4695" y="5545"/>
                  <a:pt x="4537" y="5545"/>
                </a:cubicBezTo>
                <a:lnTo>
                  <a:pt x="3812" y="5545"/>
                </a:lnTo>
                <a:cubicBezTo>
                  <a:pt x="3623" y="5545"/>
                  <a:pt x="3466" y="5388"/>
                  <a:pt x="3466" y="5199"/>
                </a:cubicBezTo>
                <a:cubicBezTo>
                  <a:pt x="3466" y="5010"/>
                  <a:pt x="3623" y="4852"/>
                  <a:pt x="3812" y="4852"/>
                </a:cubicBezTo>
                <a:close/>
                <a:moveTo>
                  <a:pt x="0" y="0"/>
                </a:moveTo>
                <a:lnTo>
                  <a:pt x="0" y="5892"/>
                </a:lnTo>
                <a:cubicBezTo>
                  <a:pt x="0" y="6459"/>
                  <a:pt x="473" y="6931"/>
                  <a:pt x="1071" y="6931"/>
                </a:cubicBezTo>
                <a:lnTo>
                  <a:pt x="6490" y="6931"/>
                </a:lnTo>
                <a:cubicBezTo>
                  <a:pt x="6364" y="6616"/>
                  <a:pt x="6301" y="6270"/>
                  <a:pt x="6301" y="5892"/>
                </a:cubicBezTo>
                <a:cubicBezTo>
                  <a:pt x="6301" y="5797"/>
                  <a:pt x="6333" y="5671"/>
                  <a:pt x="6333" y="5545"/>
                </a:cubicBezTo>
                <a:lnTo>
                  <a:pt x="5955" y="5545"/>
                </a:lnTo>
                <a:cubicBezTo>
                  <a:pt x="5734" y="5545"/>
                  <a:pt x="5577" y="5388"/>
                  <a:pt x="5577" y="5199"/>
                </a:cubicBezTo>
                <a:cubicBezTo>
                  <a:pt x="5577" y="5010"/>
                  <a:pt x="5734" y="4852"/>
                  <a:pt x="5955" y="4852"/>
                </a:cubicBezTo>
                <a:lnTo>
                  <a:pt x="6490" y="4852"/>
                </a:lnTo>
                <a:cubicBezTo>
                  <a:pt x="6931" y="3623"/>
                  <a:pt x="8066" y="2741"/>
                  <a:pt x="9420" y="2741"/>
                </a:cubicBezTo>
                <a:cubicBezTo>
                  <a:pt x="9767" y="2741"/>
                  <a:pt x="10113" y="2836"/>
                  <a:pt x="10428" y="2962"/>
                </a:cubicBezTo>
                <a:lnTo>
                  <a:pt x="10428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6" name="Google Shape;7866;p36"/>
          <p:cNvSpPr/>
          <p:nvPr/>
        </p:nvSpPr>
        <p:spPr>
          <a:xfrm>
            <a:off x="4875306" y="3585295"/>
            <a:ext cx="354026" cy="95977"/>
          </a:xfrm>
          <a:custGeom>
            <a:rect b="b" l="l" r="r" t="t"/>
            <a:pathLst>
              <a:path extrusionOk="0" h="2836" w="10461">
                <a:moveTo>
                  <a:pt x="1734" y="0"/>
                </a:moveTo>
                <a:cubicBezTo>
                  <a:pt x="1513" y="0"/>
                  <a:pt x="1356" y="158"/>
                  <a:pt x="1356" y="347"/>
                </a:cubicBezTo>
                <a:lnTo>
                  <a:pt x="1356" y="693"/>
                </a:lnTo>
                <a:lnTo>
                  <a:pt x="1009" y="693"/>
                </a:lnTo>
                <a:cubicBezTo>
                  <a:pt x="410" y="693"/>
                  <a:pt x="1" y="1166"/>
                  <a:pt x="1" y="1733"/>
                </a:cubicBezTo>
                <a:lnTo>
                  <a:pt x="1" y="2836"/>
                </a:lnTo>
                <a:lnTo>
                  <a:pt x="10429" y="2836"/>
                </a:lnTo>
                <a:lnTo>
                  <a:pt x="10429" y="1733"/>
                </a:lnTo>
                <a:lnTo>
                  <a:pt x="10460" y="1733"/>
                </a:lnTo>
                <a:cubicBezTo>
                  <a:pt x="10460" y="1134"/>
                  <a:pt x="9988" y="693"/>
                  <a:pt x="9421" y="693"/>
                </a:cubicBezTo>
                <a:lnTo>
                  <a:pt x="9074" y="693"/>
                </a:lnTo>
                <a:lnTo>
                  <a:pt x="9074" y="347"/>
                </a:lnTo>
                <a:cubicBezTo>
                  <a:pt x="9074" y="158"/>
                  <a:pt x="8917" y="0"/>
                  <a:pt x="8728" y="0"/>
                </a:cubicBezTo>
                <a:cubicBezTo>
                  <a:pt x="8539" y="0"/>
                  <a:pt x="8381" y="158"/>
                  <a:pt x="8381" y="347"/>
                </a:cubicBezTo>
                <a:lnTo>
                  <a:pt x="8381" y="693"/>
                </a:lnTo>
                <a:lnTo>
                  <a:pt x="6995" y="693"/>
                </a:lnTo>
                <a:lnTo>
                  <a:pt x="6995" y="347"/>
                </a:lnTo>
                <a:cubicBezTo>
                  <a:pt x="6995" y="158"/>
                  <a:pt x="6837" y="0"/>
                  <a:pt x="6648" y="0"/>
                </a:cubicBezTo>
                <a:cubicBezTo>
                  <a:pt x="6459" y="0"/>
                  <a:pt x="6302" y="158"/>
                  <a:pt x="6302" y="347"/>
                </a:cubicBezTo>
                <a:lnTo>
                  <a:pt x="6302" y="693"/>
                </a:lnTo>
                <a:lnTo>
                  <a:pt x="4159" y="693"/>
                </a:lnTo>
                <a:lnTo>
                  <a:pt x="4159" y="347"/>
                </a:lnTo>
                <a:cubicBezTo>
                  <a:pt x="4159" y="158"/>
                  <a:pt x="4002" y="0"/>
                  <a:pt x="3813" y="0"/>
                </a:cubicBezTo>
                <a:cubicBezTo>
                  <a:pt x="3624" y="0"/>
                  <a:pt x="3466" y="158"/>
                  <a:pt x="3466" y="347"/>
                </a:cubicBezTo>
                <a:lnTo>
                  <a:pt x="3466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3" y="0"/>
                  <a:pt x="173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7" name="Google Shape;7867;p36"/>
          <p:cNvSpPr/>
          <p:nvPr/>
        </p:nvSpPr>
        <p:spPr>
          <a:xfrm>
            <a:off x="5029392" y="4071208"/>
            <a:ext cx="92762" cy="92796"/>
          </a:xfrm>
          <a:custGeom>
            <a:rect b="b" l="l" r="r" t="t"/>
            <a:pathLst>
              <a:path extrusionOk="0" h="2742" w="2741">
                <a:moveTo>
                  <a:pt x="1355" y="1"/>
                </a:moveTo>
                <a:cubicBezTo>
                  <a:pt x="630" y="1"/>
                  <a:pt x="0" y="631"/>
                  <a:pt x="0" y="1387"/>
                </a:cubicBezTo>
                <a:cubicBezTo>
                  <a:pt x="0" y="2112"/>
                  <a:pt x="630" y="2742"/>
                  <a:pt x="1355" y="2742"/>
                </a:cubicBezTo>
                <a:cubicBezTo>
                  <a:pt x="2111" y="2742"/>
                  <a:pt x="2741" y="2112"/>
                  <a:pt x="2741" y="1387"/>
                </a:cubicBezTo>
                <a:cubicBezTo>
                  <a:pt x="2741" y="631"/>
                  <a:pt x="2142" y="1"/>
                  <a:pt x="135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8" name="Google Shape;7868;p36"/>
          <p:cNvSpPr/>
          <p:nvPr/>
        </p:nvSpPr>
        <p:spPr>
          <a:xfrm>
            <a:off x="4993112" y="4161838"/>
            <a:ext cx="165321" cy="97060"/>
          </a:xfrm>
          <a:custGeom>
            <a:rect b="b" l="l" r="r" t="t"/>
            <a:pathLst>
              <a:path extrusionOk="0" h="2868" w="4885">
                <a:moveTo>
                  <a:pt x="820" y="1"/>
                </a:moveTo>
                <a:cubicBezTo>
                  <a:pt x="316" y="442"/>
                  <a:pt x="1" y="1104"/>
                  <a:pt x="1" y="1797"/>
                </a:cubicBezTo>
                <a:lnTo>
                  <a:pt x="1" y="2521"/>
                </a:lnTo>
                <a:cubicBezTo>
                  <a:pt x="1" y="2710"/>
                  <a:pt x="158" y="2868"/>
                  <a:pt x="347" y="2868"/>
                </a:cubicBezTo>
                <a:lnTo>
                  <a:pt x="4506" y="2868"/>
                </a:lnTo>
                <a:cubicBezTo>
                  <a:pt x="4727" y="2868"/>
                  <a:pt x="4884" y="2710"/>
                  <a:pt x="4884" y="2521"/>
                </a:cubicBezTo>
                <a:lnTo>
                  <a:pt x="4884" y="1860"/>
                </a:lnTo>
                <a:cubicBezTo>
                  <a:pt x="4884" y="1135"/>
                  <a:pt x="4569" y="473"/>
                  <a:pt x="4034" y="32"/>
                </a:cubicBezTo>
                <a:cubicBezTo>
                  <a:pt x="3655" y="473"/>
                  <a:pt x="3120" y="788"/>
                  <a:pt x="2427" y="788"/>
                </a:cubicBezTo>
                <a:cubicBezTo>
                  <a:pt x="1797" y="788"/>
                  <a:pt x="1198" y="473"/>
                  <a:pt x="82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69" name="Google Shape;7869;p36"/>
          <p:cNvSpPr/>
          <p:nvPr/>
        </p:nvSpPr>
        <p:spPr>
          <a:xfrm>
            <a:off x="5181852" y="4329257"/>
            <a:ext cx="94928" cy="141834"/>
          </a:xfrm>
          <a:custGeom>
            <a:rect b="b" l="l" r="r" t="t"/>
            <a:pathLst>
              <a:path extrusionOk="0" h="4191" w="2805">
                <a:moveTo>
                  <a:pt x="0" y="0"/>
                </a:moveTo>
                <a:lnTo>
                  <a:pt x="0" y="4190"/>
                </a:lnTo>
                <a:lnTo>
                  <a:pt x="2458" y="4190"/>
                </a:lnTo>
                <a:cubicBezTo>
                  <a:pt x="2647" y="4190"/>
                  <a:pt x="2804" y="4033"/>
                  <a:pt x="2804" y="3844"/>
                </a:cubicBezTo>
                <a:lnTo>
                  <a:pt x="2804" y="315"/>
                </a:lnTo>
                <a:cubicBezTo>
                  <a:pt x="2773" y="158"/>
                  <a:pt x="2647" y="0"/>
                  <a:pt x="245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0" name="Google Shape;7870;p36"/>
          <p:cNvSpPr/>
          <p:nvPr/>
        </p:nvSpPr>
        <p:spPr>
          <a:xfrm>
            <a:off x="4875848" y="4376163"/>
            <a:ext cx="94928" cy="94928"/>
          </a:xfrm>
          <a:custGeom>
            <a:rect b="b" l="l" r="r" t="t"/>
            <a:pathLst>
              <a:path extrusionOk="0" h="2805" w="2805">
                <a:moveTo>
                  <a:pt x="347" y="0"/>
                </a:moveTo>
                <a:cubicBezTo>
                  <a:pt x="158" y="0"/>
                  <a:pt x="0" y="189"/>
                  <a:pt x="0" y="347"/>
                </a:cubicBezTo>
                <a:lnTo>
                  <a:pt x="0" y="2458"/>
                </a:lnTo>
                <a:cubicBezTo>
                  <a:pt x="0" y="2678"/>
                  <a:pt x="158" y="2804"/>
                  <a:pt x="347" y="2804"/>
                </a:cubicBezTo>
                <a:lnTo>
                  <a:pt x="2804" y="2804"/>
                </a:lnTo>
                <a:lnTo>
                  <a:pt x="2804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1" name="Google Shape;7871;p36"/>
          <p:cNvSpPr/>
          <p:nvPr/>
        </p:nvSpPr>
        <p:spPr>
          <a:xfrm>
            <a:off x="4993112" y="4283400"/>
            <a:ext cx="165321" cy="188740"/>
          </a:xfrm>
          <a:custGeom>
            <a:rect b="b" l="l" r="r" t="t"/>
            <a:pathLst>
              <a:path extrusionOk="0" h="5577" w="4885">
                <a:moveTo>
                  <a:pt x="2466" y="1377"/>
                </a:moveTo>
                <a:cubicBezTo>
                  <a:pt x="2522" y="1377"/>
                  <a:pt x="2582" y="1392"/>
                  <a:pt x="2647" y="1418"/>
                </a:cubicBezTo>
                <a:cubicBezTo>
                  <a:pt x="2742" y="1450"/>
                  <a:pt x="2836" y="1607"/>
                  <a:pt x="2836" y="1733"/>
                </a:cubicBezTo>
                <a:lnTo>
                  <a:pt x="2836" y="3497"/>
                </a:lnTo>
                <a:lnTo>
                  <a:pt x="3183" y="3497"/>
                </a:lnTo>
                <a:cubicBezTo>
                  <a:pt x="3372" y="3497"/>
                  <a:pt x="3529" y="3655"/>
                  <a:pt x="3529" y="3844"/>
                </a:cubicBezTo>
                <a:cubicBezTo>
                  <a:pt x="3529" y="4033"/>
                  <a:pt x="3340" y="4159"/>
                  <a:pt x="3151" y="4159"/>
                </a:cubicBezTo>
                <a:lnTo>
                  <a:pt x="1765" y="4159"/>
                </a:lnTo>
                <a:cubicBezTo>
                  <a:pt x="1576" y="4159"/>
                  <a:pt x="1419" y="4002"/>
                  <a:pt x="1419" y="3812"/>
                </a:cubicBezTo>
                <a:cubicBezTo>
                  <a:pt x="1419" y="3623"/>
                  <a:pt x="1576" y="3466"/>
                  <a:pt x="1765" y="3466"/>
                </a:cubicBezTo>
                <a:lnTo>
                  <a:pt x="2112" y="3466"/>
                </a:lnTo>
                <a:lnTo>
                  <a:pt x="2112" y="2552"/>
                </a:lnTo>
                <a:lnTo>
                  <a:pt x="1986" y="2678"/>
                </a:lnTo>
                <a:cubicBezTo>
                  <a:pt x="1938" y="2726"/>
                  <a:pt x="1852" y="2749"/>
                  <a:pt x="1765" y="2749"/>
                </a:cubicBezTo>
                <a:cubicBezTo>
                  <a:pt x="1679" y="2749"/>
                  <a:pt x="1592" y="2726"/>
                  <a:pt x="1545" y="2678"/>
                </a:cubicBezTo>
                <a:cubicBezTo>
                  <a:pt x="1419" y="2552"/>
                  <a:pt x="1419" y="2300"/>
                  <a:pt x="1545" y="2206"/>
                </a:cubicBezTo>
                <a:lnTo>
                  <a:pt x="2238" y="1481"/>
                </a:lnTo>
                <a:cubicBezTo>
                  <a:pt x="2312" y="1407"/>
                  <a:pt x="2385" y="1377"/>
                  <a:pt x="2466" y="1377"/>
                </a:cubicBezTo>
                <a:close/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lnTo>
                  <a:pt x="1" y="5577"/>
                </a:lnTo>
                <a:lnTo>
                  <a:pt x="4853" y="5577"/>
                </a:lnTo>
                <a:cubicBezTo>
                  <a:pt x="4884" y="3245"/>
                  <a:pt x="4884" y="2678"/>
                  <a:pt x="4884" y="347"/>
                </a:cubicBezTo>
                <a:cubicBezTo>
                  <a:pt x="4884" y="158"/>
                  <a:pt x="4727" y="0"/>
                  <a:pt x="45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2" name="Google Shape;7872;p36"/>
          <p:cNvSpPr/>
          <p:nvPr/>
        </p:nvSpPr>
        <p:spPr>
          <a:xfrm>
            <a:off x="7412855" y="3181452"/>
            <a:ext cx="185558" cy="198351"/>
          </a:xfrm>
          <a:custGeom>
            <a:rect b="b" l="l" r="r" t="t"/>
            <a:pathLst>
              <a:path extrusionOk="0" h="5861" w="5483">
                <a:moveTo>
                  <a:pt x="2584" y="1"/>
                </a:moveTo>
                <a:lnTo>
                  <a:pt x="410" y="2206"/>
                </a:lnTo>
                <a:cubicBezTo>
                  <a:pt x="1" y="2615"/>
                  <a:pt x="1" y="3277"/>
                  <a:pt x="410" y="3655"/>
                </a:cubicBezTo>
                <a:lnTo>
                  <a:pt x="2584" y="5860"/>
                </a:lnTo>
                <a:lnTo>
                  <a:pt x="3781" y="4632"/>
                </a:lnTo>
                <a:cubicBezTo>
                  <a:pt x="3844" y="4584"/>
                  <a:pt x="3939" y="4561"/>
                  <a:pt x="4029" y="4561"/>
                </a:cubicBezTo>
                <a:cubicBezTo>
                  <a:pt x="4120" y="4561"/>
                  <a:pt x="4206" y="4584"/>
                  <a:pt x="4254" y="4632"/>
                </a:cubicBezTo>
                <a:lnTo>
                  <a:pt x="4726" y="5104"/>
                </a:lnTo>
                <a:cubicBezTo>
                  <a:pt x="4789" y="5167"/>
                  <a:pt x="4884" y="5199"/>
                  <a:pt x="4974" y="5199"/>
                </a:cubicBezTo>
                <a:cubicBezTo>
                  <a:pt x="5065" y="5199"/>
                  <a:pt x="5152" y="5167"/>
                  <a:pt x="5199" y="5104"/>
                </a:cubicBezTo>
                <a:cubicBezTo>
                  <a:pt x="5325" y="5010"/>
                  <a:pt x="5325" y="4758"/>
                  <a:pt x="5199" y="4632"/>
                </a:cubicBezTo>
                <a:lnTo>
                  <a:pt x="4726" y="4159"/>
                </a:lnTo>
                <a:cubicBezTo>
                  <a:pt x="4632" y="4065"/>
                  <a:pt x="4632" y="3813"/>
                  <a:pt x="4726" y="3687"/>
                </a:cubicBezTo>
                <a:lnTo>
                  <a:pt x="5482" y="2962"/>
                </a:lnTo>
                <a:lnTo>
                  <a:pt x="5010" y="2489"/>
                </a:lnTo>
                <a:lnTo>
                  <a:pt x="4789" y="2710"/>
                </a:lnTo>
                <a:cubicBezTo>
                  <a:pt x="4584" y="2915"/>
                  <a:pt x="4317" y="3017"/>
                  <a:pt x="4049" y="3017"/>
                </a:cubicBezTo>
                <a:cubicBezTo>
                  <a:pt x="3781" y="3017"/>
                  <a:pt x="3513" y="2915"/>
                  <a:pt x="3309" y="2710"/>
                </a:cubicBezTo>
                <a:cubicBezTo>
                  <a:pt x="2930" y="2332"/>
                  <a:pt x="2930" y="1670"/>
                  <a:pt x="3309" y="1261"/>
                </a:cubicBezTo>
                <a:lnTo>
                  <a:pt x="3561" y="1040"/>
                </a:lnTo>
                <a:lnTo>
                  <a:pt x="2584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3" name="Google Shape;7873;p36"/>
          <p:cNvSpPr/>
          <p:nvPr/>
        </p:nvSpPr>
        <p:spPr>
          <a:xfrm>
            <a:off x="7517360" y="3081244"/>
            <a:ext cx="197268" cy="181260"/>
          </a:xfrm>
          <a:custGeom>
            <a:rect b="b" l="l" r="r" t="t"/>
            <a:pathLst>
              <a:path extrusionOk="0" h="5356" w="5829">
                <a:moveTo>
                  <a:pt x="2926" y="0"/>
                </a:moveTo>
                <a:cubicBezTo>
                  <a:pt x="2662" y="0"/>
                  <a:pt x="2394" y="95"/>
                  <a:pt x="2205" y="284"/>
                </a:cubicBezTo>
                <a:lnTo>
                  <a:pt x="0" y="2457"/>
                </a:lnTo>
                <a:lnTo>
                  <a:pt x="1229" y="3686"/>
                </a:lnTo>
                <a:cubicBezTo>
                  <a:pt x="1323" y="3781"/>
                  <a:pt x="1323" y="4033"/>
                  <a:pt x="1229" y="4127"/>
                </a:cubicBezTo>
                <a:lnTo>
                  <a:pt x="725" y="4600"/>
                </a:lnTo>
                <a:cubicBezTo>
                  <a:pt x="630" y="4726"/>
                  <a:pt x="630" y="4978"/>
                  <a:pt x="725" y="5072"/>
                </a:cubicBezTo>
                <a:cubicBezTo>
                  <a:pt x="788" y="5135"/>
                  <a:pt x="882" y="5167"/>
                  <a:pt x="977" y="5167"/>
                </a:cubicBezTo>
                <a:cubicBezTo>
                  <a:pt x="1071" y="5167"/>
                  <a:pt x="1166" y="5135"/>
                  <a:pt x="1229" y="5072"/>
                </a:cubicBezTo>
                <a:lnTo>
                  <a:pt x="1701" y="4600"/>
                </a:lnTo>
                <a:cubicBezTo>
                  <a:pt x="1749" y="4553"/>
                  <a:pt x="1835" y="4529"/>
                  <a:pt x="1926" y="4529"/>
                </a:cubicBezTo>
                <a:cubicBezTo>
                  <a:pt x="2016" y="4529"/>
                  <a:pt x="2111" y="4553"/>
                  <a:pt x="2174" y="4600"/>
                </a:cubicBezTo>
                <a:lnTo>
                  <a:pt x="2898" y="5356"/>
                </a:lnTo>
                <a:lnTo>
                  <a:pt x="3371" y="4883"/>
                </a:lnTo>
                <a:lnTo>
                  <a:pt x="3151" y="4663"/>
                </a:lnTo>
                <a:cubicBezTo>
                  <a:pt x="2741" y="4253"/>
                  <a:pt x="2741" y="3592"/>
                  <a:pt x="3151" y="3214"/>
                </a:cubicBezTo>
                <a:cubicBezTo>
                  <a:pt x="3340" y="3009"/>
                  <a:pt x="3607" y="2906"/>
                  <a:pt x="3875" y="2906"/>
                </a:cubicBezTo>
                <a:cubicBezTo>
                  <a:pt x="4143" y="2906"/>
                  <a:pt x="4411" y="3009"/>
                  <a:pt x="4600" y="3214"/>
                </a:cubicBezTo>
                <a:lnTo>
                  <a:pt x="4852" y="3434"/>
                </a:lnTo>
                <a:lnTo>
                  <a:pt x="5828" y="2457"/>
                </a:lnTo>
                <a:lnTo>
                  <a:pt x="3623" y="284"/>
                </a:lnTo>
                <a:cubicBezTo>
                  <a:pt x="3450" y="95"/>
                  <a:pt x="3190" y="0"/>
                  <a:pt x="29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4" name="Google Shape;7874;p36"/>
          <p:cNvSpPr/>
          <p:nvPr/>
        </p:nvSpPr>
        <p:spPr>
          <a:xfrm>
            <a:off x="7634626" y="3181452"/>
            <a:ext cx="185558" cy="197268"/>
          </a:xfrm>
          <a:custGeom>
            <a:rect b="b" l="l" r="r" t="t"/>
            <a:pathLst>
              <a:path extrusionOk="0" h="5829" w="5483">
                <a:moveTo>
                  <a:pt x="2899" y="1"/>
                </a:moveTo>
                <a:lnTo>
                  <a:pt x="1702" y="1229"/>
                </a:lnTo>
                <a:cubicBezTo>
                  <a:pt x="1639" y="1292"/>
                  <a:pt x="1544" y="1324"/>
                  <a:pt x="1450" y="1324"/>
                </a:cubicBezTo>
                <a:cubicBezTo>
                  <a:pt x="1355" y="1324"/>
                  <a:pt x="1261" y="1292"/>
                  <a:pt x="1198" y="1229"/>
                </a:cubicBezTo>
                <a:lnTo>
                  <a:pt x="725" y="757"/>
                </a:lnTo>
                <a:cubicBezTo>
                  <a:pt x="678" y="694"/>
                  <a:pt x="591" y="662"/>
                  <a:pt x="501" y="662"/>
                </a:cubicBezTo>
                <a:cubicBezTo>
                  <a:pt x="410" y="662"/>
                  <a:pt x="316" y="694"/>
                  <a:pt x="253" y="757"/>
                </a:cubicBezTo>
                <a:cubicBezTo>
                  <a:pt x="158" y="883"/>
                  <a:pt x="158" y="1103"/>
                  <a:pt x="253" y="1229"/>
                </a:cubicBezTo>
                <a:lnTo>
                  <a:pt x="725" y="1702"/>
                </a:lnTo>
                <a:cubicBezTo>
                  <a:pt x="851" y="1828"/>
                  <a:pt x="851" y="2048"/>
                  <a:pt x="725" y="2174"/>
                </a:cubicBezTo>
                <a:lnTo>
                  <a:pt x="1" y="2899"/>
                </a:lnTo>
                <a:lnTo>
                  <a:pt x="473" y="3372"/>
                </a:lnTo>
                <a:lnTo>
                  <a:pt x="694" y="3151"/>
                </a:lnTo>
                <a:cubicBezTo>
                  <a:pt x="898" y="2946"/>
                  <a:pt x="1166" y="2844"/>
                  <a:pt x="1434" y="2844"/>
                </a:cubicBezTo>
                <a:cubicBezTo>
                  <a:pt x="1702" y="2844"/>
                  <a:pt x="1970" y="2946"/>
                  <a:pt x="2174" y="3151"/>
                </a:cubicBezTo>
                <a:cubicBezTo>
                  <a:pt x="2552" y="3529"/>
                  <a:pt x="2552" y="4222"/>
                  <a:pt x="2174" y="4600"/>
                </a:cubicBezTo>
                <a:lnTo>
                  <a:pt x="1922" y="4852"/>
                </a:lnTo>
                <a:lnTo>
                  <a:pt x="2899" y="5829"/>
                </a:lnTo>
                <a:lnTo>
                  <a:pt x="5073" y="3655"/>
                </a:lnTo>
                <a:cubicBezTo>
                  <a:pt x="5482" y="3277"/>
                  <a:pt x="5482" y="2615"/>
                  <a:pt x="5073" y="2206"/>
                </a:cubicBezTo>
                <a:lnTo>
                  <a:pt x="2899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5" name="Google Shape;7875;p36"/>
          <p:cNvSpPr/>
          <p:nvPr/>
        </p:nvSpPr>
        <p:spPr>
          <a:xfrm>
            <a:off x="7517361" y="3298751"/>
            <a:ext cx="199400" cy="182343"/>
          </a:xfrm>
          <a:custGeom>
            <a:rect b="b" l="l" r="r" t="t"/>
            <a:pathLst>
              <a:path extrusionOk="0" h="5388" w="5892">
                <a:moveTo>
                  <a:pt x="2993" y="0"/>
                </a:moveTo>
                <a:lnTo>
                  <a:pt x="2520" y="473"/>
                </a:lnTo>
                <a:lnTo>
                  <a:pt x="2741" y="725"/>
                </a:lnTo>
                <a:cubicBezTo>
                  <a:pt x="3151" y="1103"/>
                  <a:pt x="3151" y="1764"/>
                  <a:pt x="2741" y="2174"/>
                </a:cubicBezTo>
                <a:cubicBezTo>
                  <a:pt x="2505" y="2363"/>
                  <a:pt x="2221" y="2457"/>
                  <a:pt x="1949" y="2457"/>
                </a:cubicBezTo>
                <a:cubicBezTo>
                  <a:pt x="1678" y="2457"/>
                  <a:pt x="1418" y="2363"/>
                  <a:pt x="1229" y="2174"/>
                </a:cubicBezTo>
                <a:lnTo>
                  <a:pt x="977" y="1922"/>
                </a:lnTo>
                <a:lnTo>
                  <a:pt x="0" y="2930"/>
                </a:lnTo>
                <a:lnTo>
                  <a:pt x="2205" y="5072"/>
                </a:lnTo>
                <a:cubicBezTo>
                  <a:pt x="2394" y="5293"/>
                  <a:pt x="2678" y="5387"/>
                  <a:pt x="2930" y="5387"/>
                </a:cubicBezTo>
                <a:cubicBezTo>
                  <a:pt x="3214" y="5387"/>
                  <a:pt x="3497" y="5293"/>
                  <a:pt x="3686" y="5072"/>
                </a:cubicBezTo>
                <a:lnTo>
                  <a:pt x="5891" y="2930"/>
                </a:lnTo>
                <a:lnTo>
                  <a:pt x="4663" y="1701"/>
                </a:lnTo>
                <a:cubicBezTo>
                  <a:pt x="4568" y="1575"/>
                  <a:pt x="4568" y="1355"/>
                  <a:pt x="4663" y="1229"/>
                </a:cubicBezTo>
                <a:lnTo>
                  <a:pt x="5167" y="756"/>
                </a:lnTo>
                <a:cubicBezTo>
                  <a:pt x="5261" y="630"/>
                  <a:pt x="5261" y="410"/>
                  <a:pt x="5167" y="284"/>
                </a:cubicBezTo>
                <a:cubicBezTo>
                  <a:pt x="5104" y="221"/>
                  <a:pt x="5009" y="189"/>
                  <a:pt x="4915" y="189"/>
                </a:cubicBezTo>
                <a:cubicBezTo>
                  <a:pt x="4820" y="189"/>
                  <a:pt x="4726" y="221"/>
                  <a:pt x="4663" y="284"/>
                </a:cubicBezTo>
                <a:lnTo>
                  <a:pt x="4190" y="756"/>
                </a:lnTo>
                <a:cubicBezTo>
                  <a:pt x="4143" y="819"/>
                  <a:pt x="4056" y="851"/>
                  <a:pt x="3966" y="851"/>
                </a:cubicBezTo>
                <a:cubicBezTo>
                  <a:pt x="3875" y="851"/>
                  <a:pt x="3781" y="819"/>
                  <a:pt x="3718" y="756"/>
                </a:cubicBezTo>
                <a:lnTo>
                  <a:pt x="2993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6" name="Google Shape;7876;p36"/>
          <p:cNvSpPr/>
          <p:nvPr/>
        </p:nvSpPr>
        <p:spPr>
          <a:xfrm>
            <a:off x="7639972" y="3809198"/>
            <a:ext cx="165287" cy="164238"/>
          </a:xfrm>
          <a:custGeom>
            <a:rect b="b" l="l" r="r" t="t"/>
            <a:pathLst>
              <a:path extrusionOk="0" h="4853" w="4884">
                <a:moveTo>
                  <a:pt x="2426" y="662"/>
                </a:moveTo>
                <a:cubicBezTo>
                  <a:pt x="2646" y="662"/>
                  <a:pt x="2804" y="819"/>
                  <a:pt x="2804" y="1008"/>
                </a:cubicBezTo>
                <a:cubicBezTo>
                  <a:pt x="2804" y="1197"/>
                  <a:pt x="2646" y="1355"/>
                  <a:pt x="2426" y="1355"/>
                </a:cubicBezTo>
                <a:cubicBezTo>
                  <a:pt x="2237" y="1355"/>
                  <a:pt x="2079" y="1197"/>
                  <a:pt x="2079" y="1008"/>
                </a:cubicBezTo>
                <a:cubicBezTo>
                  <a:pt x="2079" y="819"/>
                  <a:pt x="2237" y="662"/>
                  <a:pt x="2426" y="662"/>
                </a:cubicBezTo>
                <a:close/>
                <a:moveTo>
                  <a:pt x="2426" y="1670"/>
                </a:moveTo>
                <a:cubicBezTo>
                  <a:pt x="2646" y="1670"/>
                  <a:pt x="2804" y="1828"/>
                  <a:pt x="2804" y="2048"/>
                </a:cubicBezTo>
                <a:lnTo>
                  <a:pt x="2804" y="3781"/>
                </a:lnTo>
                <a:cubicBezTo>
                  <a:pt x="2804" y="3970"/>
                  <a:pt x="2646" y="4127"/>
                  <a:pt x="2426" y="4127"/>
                </a:cubicBezTo>
                <a:cubicBezTo>
                  <a:pt x="2237" y="4127"/>
                  <a:pt x="2079" y="3970"/>
                  <a:pt x="2079" y="3781"/>
                </a:cubicBezTo>
                <a:lnTo>
                  <a:pt x="2079" y="2048"/>
                </a:lnTo>
                <a:cubicBezTo>
                  <a:pt x="2079" y="1828"/>
                  <a:pt x="2237" y="1670"/>
                  <a:pt x="2426" y="1670"/>
                </a:cubicBezTo>
                <a:close/>
                <a:moveTo>
                  <a:pt x="2426" y="0"/>
                </a:moveTo>
                <a:cubicBezTo>
                  <a:pt x="1103" y="0"/>
                  <a:pt x="0" y="1103"/>
                  <a:pt x="0" y="2426"/>
                </a:cubicBezTo>
                <a:cubicBezTo>
                  <a:pt x="0" y="3749"/>
                  <a:pt x="1103" y="4852"/>
                  <a:pt x="2426" y="4852"/>
                </a:cubicBezTo>
                <a:cubicBezTo>
                  <a:pt x="3781" y="4852"/>
                  <a:pt x="4883" y="3749"/>
                  <a:pt x="4883" y="2426"/>
                </a:cubicBezTo>
                <a:cubicBezTo>
                  <a:pt x="4883" y="1040"/>
                  <a:pt x="3781" y="0"/>
                  <a:pt x="242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7" name="Google Shape;7877;p36"/>
          <p:cNvSpPr/>
          <p:nvPr/>
        </p:nvSpPr>
        <p:spPr>
          <a:xfrm>
            <a:off x="7427779" y="3679108"/>
            <a:ext cx="48023" cy="293245"/>
          </a:xfrm>
          <a:custGeom>
            <a:rect b="b" l="l" r="r" t="t"/>
            <a:pathLst>
              <a:path extrusionOk="0" h="8665" w="1419">
                <a:moveTo>
                  <a:pt x="32" y="1"/>
                </a:moveTo>
                <a:lnTo>
                  <a:pt x="32" y="7310"/>
                </a:lnTo>
                <a:cubicBezTo>
                  <a:pt x="1" y="8034"/>
                  <a:pt x="631" y="8665"/>
                  <a:pt x="1418" y="8665"/>
                </a:cubicBezTo>
                <a:lnTo>
                  <a:pt x="1418" y="347"/>
                </a:lnTo>
                <a:lnTo>
                  <a:pt x="1072" y="347"/>
                </a:lnTo>
                <a:cubicBezTo>
                  <a:pt x="662" y="347"/>
                  <a:pt x="316" y="253"/>
                  <a:pt x="3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8" name="Google Shape;7878;p36"/>
          <p:cNvSpPr/>
          <p:nvPr/>
        </p:nvSpPr>
        <p:spPr>
          <a:xfrm>
            <a:off x="7498138" y="3690851"/>
            <a:ext cx="236762" cy="281502"/>
          </a:xfrm>
          <a:custGeom>
            <a:rect b="b" l="l" r="r" t="t"/>
            <a:pathLst>
              <a:path extrusionOk="0" h="8318" w="6996">
                <a:moveTo>
                  <a:pt x="5262" y="693"/>
                </a:moveTo>
                <a:cubicBezTo>
                  <a:pt x="5451" y="693"/>
                  <a:pt x="5609" y="851"/>
                  <a:pt x="5609" y="1040"/>
                </a:cubicBezTo>
                <a:cubicBezTo>
                  <a:pt x="5609" y="1229"/>
                  <a:pt x="5451" y="1386"/>
                  <a:pt x="5262" y="1386"/>
                </a:cubicBezTo>
                <a:lnTo>
                  <a:pt x="1072" y="1386"/>
                </a:lnTo>
                <a:cubicBezTo>
                  <a:pt x="883" y="1386"/>
                  <a:pt x="726" y="1229"/>
                  <a:pt x="726" y="1040"/>
                </a:cubicBezTo>
                <a:cubicBezTo>
                  <a:pt x="726" y="851"/>
                  <a:pt x="883" y="693"/>
                  <a:pt x="1072" y="693"/>
                </a:cubicBezTo>
                <a:close/>
                <a:moveTo>
                  <a:pt x="5262" y="2080"/>
                </a:moveTo>
                <a:cubicBezTo>
                  <a:pt x="5451" y="2080"/>
                  <a:pt x="5609" y="2237"/>
                  <a:pt x="5609" y="2426"/>
                </a:cubicBezTo>
                <a:cubicBezTo>
                  <a:pt x="5609" y="2615"/>
                  <a:pt x="5451" y="2773"/>
                  <a:pt x="5262" y="2773"/>
                </a:cubicBezTo>
                <a:lnTo>
                  <a:pt x="1072" y="2773"/>
                </a:lnTo>
                <a:cubicBezTo>
                  <a:pt x="883" y="2773"/>
                  <a:pt x="726" y="2615"/>
                  <a:pt x="726" y="2426"/>
                </a:cubicBezTo>
                <a:cubicBezTo>
                  <a:pt x="726" y="2237"/>
                  <a:pt x="883" y="2080"/>
                  <a:pt x="1072" y="2080"/>
                </a:cubicBezTo>
                <a:close/>
                <a:moveTo>
                  <a:pt x="1" y="0"/>
                </a:moveTo>
                <a:lnTo>
                  <a:pt x="1" y="8318"/>
                </a:lnTo>
                <a:lnTo>
                  <a:pt x="4695" y="8318"/>
                </a:lnTo>
                <a:cubicBezTo>
                  <a:pt x="4002" y="7750"/>
                  <a:pt x="3498" y="6868"/>
                  <a:pt x="3498" y="5892"/>
                </a:cubicBezTo>
                <a:cubicBezTo>
                  <a:pt x="3498" y="5766"/>
                  <a:pt x="3561" y="5640"/>
                  <a:pt x="3561" y="5545"/>
                </a:cubicBezTo>
                <a:lnTo>
                  <a:pt x="1072" y="5545"/>
                </a:lnTo>
                <a:cubicBezTo>
                  <a:pt x="883" y="5545"/>
                  <a:pt x="726" y="5388"/>
                  <a:pt x="726" y="5167"/>
                </a:cubicBezTo>
                <a:lnTo>
                  <a:pt x="726" y="3812"/>
                </a:lnTo>
                <a:cubicBezTo>
                  <a:pt x="726" y="3592"/>
                  <a:pt x="883" y="3434"/>
                  <a:pt x="1072" y="3434"/>
                </a:cubicBezTo>
                <a:lnTo>
                  <a:pt x="4695" y="3434"/>
                </a:lnTo>
                <a:cubicBezTo>
                  <a:pt x="5199" y="3056"/>
                  <a:pt x="5861" y="2773"/>
                  <a:pt x="6617" y="2773"/>
                </a:cubicBezTo>
                <a:cubicBezTo>
                  <a:pt x="6743" y="2773"/>
                  <a:pt x="6869" y="2804"/>
                  <a:pt x="6995" y="2804"/>
                </a:cubicBezTo>
                <a:lnTo>
                  <a:pt x="6995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79" name="Google Shape;7879;p36"/>
          <p:cNvSpPr/>
          <p:nvPr/>
        </p:nvSpPr>
        <p:spPr>
          <a:xfrm>
            <a:off x="7546126" y="3831569"/>
            <a:ext cx="89615" cy="23487"/>
          </a:xfrm>
          <a:custGeom>
            <a:rect b="b" l="l" r="r" t="t"/>
            <a:pathLst>
              <a:path extrusionOk="0" h="694" w="2648">
                <a:moveTo>
                  <a:pt x="1" y="1"/>
                </a:moveTo>
                <a:lnTo>
                  <a:pt x="1" y="694"/>
                </a:lnTo>
                <a:lnTo>
                  <a:pt x="2301" y="694"/>
                </a:lnTo>
                <a:cubicBezTo>
                  <a:pt x="2364" y="473"/>
                  <a:pt x="2490" y="221"/>
                  <a:pt x="26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0" name="Google Shape;7880;p36"/>
          <p:cNvSpPr/>
          <p:nvPr/>
        </p:nvSpPr>
        <p:spPr>
          <a:xfrm>
            <a:off x="7427779" y="3598088"/>
            <a:ext cx="306038" cy="69343"/>
          </a:xfrm>
          <a:custGeom>
            <a:rect b="b" l="l" r="r" t="t"/>
            <a:pathLst>
              <a:path extrusionOk="0" h="2049" w="9043">
                <a:moveTo>
                  <a:pt x="1072" y="0"/>
                </a:moveTo>
                <a:cubicBezTo>
                  <a:pt x="473" y="0"/>
                  <a:pt x="32" y="473"/>
                  <a:pt x="32" y="1040"/>
                </a:cubicBezTo>
                <a:cubicBezTo>
                  <a:pt x="1" y="1576"/>
                  <a:pt x="473" y="2048"/>
                  <a:pt x="1072" y="2048"/>
                </a:cubicBezTo>
                <a:lnTo>
                  <a:pt x="9043" y="2048"/>
                </a:lnTo>
                <a:cubicBezTo>
                  <a:pt x="8475" y="2048"/>
                  <a:pt x="8034" y="1576"/>
                  <a:pt x="8034" y="1040"/>
                </a:cubicBezTo>
                <a:cubicBezTo>
                  <a:pt x="8034" y="441"/>
                  <a:pt x="8507" y="0"/>
                  <a:pt x="90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1" name="Google Shape;7881;p36"/>
          <p:cNvSpPr/>
          <p:nvPr/>
        </p:nvSpPr>
        <p:spPr>
          <a:xfrm>
            <a:off x="7440590" y="4328716"/>
            <a:ext cx="164204" cy="142883"/>
          </a:xfrm>
          <a:custGeom>
            <a:rect b="b" l="l" r="r" t="t"/>
            <a:pathLst>
              <a:path extrusionOk="0" h="4222" w="4852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lnTo>
                  <a:pt x="0" y="3875"/>
                </a:lnTo>
                <a:cubicBezTo>
                  <a:pt x="0" y="4064"/>
                  <a:pt x="158" y="4222"/>
                  <a:pt x="378" y="4222"/>
                </a:cubicBezTo>
                <a:lnTo>
                  <a:pt x="4852" y="4222"/>
                </a:lnTo>
                <a:lnTo>
                  <a:pt x="4852" y="2584"/>
                </a:lnTo>
                <a:lnTo>
                  <a:pt x="2300" y="0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2" name="Google Shape;7882;p36"/>
          <p:cNvSpPr/>
          <p:nvPr/>
        </p:nvSpPr>
        <p:spPr>
          <a:xfrm>
            <a:off x="7571729" y="4348954"/>
            <a:ext cx="90664" cy="45890"/>
          </a:xfrm>
          <a:custGeom>
            <a:rect b="b" l="l" r="r" t="t"/>
            <a:pathLst>
              <a:path extrusionOk="0" h="1356" w="2679">
                <a:moveTo>
                  <a:pt x="2678" y="1"/>
                </a:moveTo>
                <a:lnTo>
                  <a:pt x="2678" y="1"/>
                </a:lnTo>
                <a:cubicBezTo>
                  <a:pt x="2458" y="32"/>
                  <a:pt x="2237" y="127"/>
                  <a:pt x="1985" y="127"/>
                </a:cubicBezTo>
                <a:lnTo>
                  <a:pt x="662" y="127"/>
                </a:lnTo>
                <a:cubicBezTo>
                  <a:pt x="441" y="127"/>
                  <a:pt x="221" y="95"/>
                  <a:pt x="0" y="1"/>
                </a:cubicBezTo>
                <a:lnTo>
                  <a:pt x="0" y="1"/>
                </a:lnTo>
                <a:lnTo>
                  <a:pt x="1323" y="1355"/>
                </a:lnTo>
                <a:lnTo>
                  <a:pt x="2678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3" name="Google Shape;7883;p36"/>
          <p:cNvSpPr/>
          <p:nvPr/>
        </p:nvSpPr>
        <p:spPr>
          <a:xfrm>
            <a:off x="7629296" y="4328716"/>
            <a:ext cx="163155" cy="142883"/>
          </a:xfrm>
          <a:custGeom>
            <a:rect b="b" l="l" r="r" t="t"/>
            <a:pathLst>
              <a:path extrusionOk="0" h="4222" w="4821">
                <a:moveTo>
                  <a:pt x="2426" y="2048"/>
                </a:moveTo>
                <a:cubicBezTo>
                  <a:pt x="2615" y="2048"/>
                  <a:pt x="2773" y="2205"/>
                  <a:pt x="2773" y="2426"/>
                </a:cubicBezTo>
                <a:cubicBezTo>
                  <a:pt x="2773" y="2615"/>
                  <a:pt x="2615" y="2773"/>
                  <a:pt x="2426" y="2773"/>
                </a:cubicBezTo>
                <a:lnTo>
                  <a:pt x="1733" y="2773"/>
                </a:lnTo>
                <a:cubicBezTo>
                  <a:pt x="1513" y="2773"/>
                  <a:pt x="1355" y="2615"/>
                  <a:pt x="1355" y="2426"/>
                </a:cubicBezTo>
                <a:cubicBezTo>
                  <a:pt x="1355" y="2205"/>
                  <a:pt x="1513" y="2048"/>
                  <a:pt x="1733" y="2048"/>
                </a:cubicBezTo>
                <a:close/>
                <a:moveTo>
                  <a:pt x="2552" y="0"/>
                </a:moveTo>
                <a:lnTo>
                  <a:pt x="1" y="2584"/>
                </a:lnTo>
                <a:lnTo>
                  <a:pt x="1" y="4222"/>
                </a:lnTo>
                <a:lnTo>
                  <a:pt x="4474" y="4222"/>
                </a:lnTo>
                <a:cubicBezTo>
                  <a:pt x="4663" y="4222"/>
                  <a:pt x="4821" y="4064"/>
                  <a:pt x="4821" y="3875"/>
                </a:cubicBezTo>
                <a:lnTo>
                  <a:pt x="4821" y="1733"/>
                </a:lnTo>
                <a:cubicBezTo>
                  <a:pt x="4821" y="788"/>
                  <a:pt x="4033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4" name="Google Shape;7884;p36"/>
          <p:cNvSpPr/>
          <p:nvPr/>
        </p:nvSpPr>
        <p:spPr>
          <a:xfrm>
            <a:off x="7465091" y="4071749"/>
            <a:ext cx="303906" cy="209011"/>
          </a:xfrm>
          <a:custGeom>
            <a:rect b="b" l="l" r="r" t="t"/>
            <a:pathLst>
              <a:path extrusionOk="0" h="6176" w="8980">
                <a:moveTo>
                  <a:pt x="3120" y="1"/>
                </a:moveTo>
                <a:cubicBezTo>
                  <a:pt x="1387" y="1"/>
                  <a:pt x="1" y="1418"/>
                  <a:pt x="1" y="3119"/>
                </a:cubicBezTo>
                <a:lnTo>
                  <a:pt x="1" y="4506"/>
                </a:lnTo>
                <a:cubicBezTo>
                  <a:pt x="1" y="5325"/>
                  <a:pt x="568" y="6018"/>
                  <a:pt x="1355" y="6175"/>
                </a:cubicBezTo>
                <a:lnTo>
                  <a:pt x="1355" y="2773"/>
                </a:lnTo>
                <a:lnTo>
                  <a:pt x="1009" y="2773"/>
                </a:lnTo>
                <a:cubicBezTo>
                  <a:pt x="914" y="2773"/>
                  <a:pt x="820" y="2804"/>
                  <a:pt x="694" y="2804"/>
                </a:cubicBezTo>
                <a:cubicBezTo>
                  <a:pt x="851" y="1607"/>
                  <a:pt x="1860" y="662"/>
                  <a:pt x="3120" y="662"/>
                </a:cubicBezTo>
                <a:lnTo>
                  <a:pt x="5861" y="662"/>
                </a:lnTo>
                <a:cubicBezTo>
                  <a:pt x="7089" y="662"/>
                  <a:pt x="8098" y="1607"/>
                  <a:pt x="8255" y="2804"/>
                </a:cubicBezTo>
                <a:cubicBezTo>
                  <a:pt x="8161" y="2773"/>
                  <a:pt x="8066" y="2773"/>
                  <a:pt x="7940" y="2773"/>
                </a:cubicBezTo>
                <a:lnTo>
                  <a:pt x="7593" y="2773"/>
                </a:lnTo>
                <a:lnTo>
                  <a:pt x="7593" y="6175"/>
                </a:lnTo>
                <a:cubicBezTo>
                  <a:pt x="8381" y="6018"/>
                  <a:pt x="8980" y="5325"/>
                  <a:pt x="8980" y="4506"/>
                </a:cubicBezTo>
                <a:lnTo>
                  <a:pt x="8980" y="3119"/>
                </a:lnTo>
                <a:cubicBezTo>
                  <a:pt x="8980" y="1387"/>
                  <a:pt x="7562" y="1"/>
                  <a:pt x="586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5" name="Google Shape;7885;p36"/>
          <p:cNvSpPr/>
          <p:nvPr/>
        </p:nvSpPr>
        <p:spPr>
          <a:xfrm>
            <a:off x="7535485" y="4118654"/>
            <a:ext cx="93845" cy="70426"/>
          </a:xfrm>
          <a:custGeom>
            <a:rect b="b" l="l" r="r" t="t"/>
            <a:pathLst>
              <a:path extrusionOk="0" h="2081" w="2773">
                <a:moveTo>
                  <a:pt x="1733" y="1"/>
                </a:moveTo>
                <a:cubicBezTo>
                  <a:pt x="788" y="1"/>
                  <a:pt x="0" y="788"/>
                  <a:pt x="0" y="1733"/>
                </a:cubicBezTo>
                <a:lnTo>
                  <a:pt x="0" y="2080"/>
                </a:lnTo>
                <a:lnTo>
                  <a:pt x="1733" y="2080"/>
                </a:lnTo>
                <a:cubicBezTo>
                  <a:pt x="2300" y="2049"/>
                  <a:pt x="2773" y="1607"/>
                  <a:pt x="2773" y="1009"/>
                </a:cubicBezTo>
                <a:lnTo>
                  <a:pt x="2773" y="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6" name="Google Shape;7886;p36"/>
          <p:cNvSpPr/>
          <p:nvPr/>
        </p:nvSpPr>
        <p:spPr>
          <a:xfrm>
            <a:off x="7652749" y="4119737"/>
            <a:ext cx="46940" cy="69343"/>
          </a:xfrm>
          <a:custGeom>
            <a:rect b="b" l="l" r="r" t="t"/>
            <a:pathLst>
              <a:path extrusionOk="0" h="2049" w="1387">
                <a:moveTo>
                  <a:pt x="1" y="0"/>
                </a:moveTo>
                <a:lnTo>
                  <a:pt x="1" y="1040"/>
                </a:lnTo>
                <a:cubicBezTo>
                  <a:pt x="1" y="1607"/>
                  <a:pt x="473" y="2048"/>
                  <a:pt x="1040" y="2048"/>
                </a:cubicBezTo>
                <a:lnTo>
                  <a:pt x="1387" y="2048"/>
                </a:lnTo>
                <a:lnTo>
                  <a:pt x="1387" y="1701"/>
                </a:lnTo>
                <a:cubicBezTo>
                  <a:pt x="1387" y="882"/>
                  <a:pt x="788" y="158"/>
                  <a:pt x="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7" name="Google Shape;7887;p36"/>
          <p:cNvSpPr/>
          <p:nvPr/>
        </p:nvSpPr>
        <p:spPr>
          <a:xfrm>
            <a:off x="7535485" y="4187964"/>
            <a:ext cx="164204" cy="140785"/>
          </a:xfrm>
          <a:custGeom>
            <a:rect b="b" l="l" r="r" t="t"/>
            <a:pathLst>
              <a:path extrusionOk="0" h="4160" w="4852">
                <a:moveTo>
                  <a:pt x="3119" y="1"/>
                </a:moveTo>
                <a:cubicBezTo>
                  <a:pt x="2804" y="442"/>
                  <a:pt x="2300" y="694"/>
                  <a:pt x="1733" y="694"/>
                </a:cubicBezTo>
                <a:lnTo>
                  <a:pt x="0" y="694"/>
                </a:lnTo>
                <a:lnTo>
                  <a:pt x="0" y="2426"/>
                </a:lnTo>
                <a:cubicBezTo>
                  <a:pt x="0" y="3372"/>
                  <a:pt x="788" y="4159"/>
                  <a:pt x="1733" y="4159"/>
                </a:cubicBezTo>
                <a:lnTo>
                  <a:pt x="3119" y="4159"/>
                </a:lnTo>
                <a:cubicBezTo>
                  <a:pt x="4064" y="4159"/>
                  <a:pt x="4852" y="3372"/>
                  <a:pt x="4852" y="2426"/>
                </a:cubicBezTo>
                <a:lnTo>
                  <a:pt x="4852" y="694"/>
                </a:lnTo>
                <a:lnTo>
                  <a:pt x="4505" y="694"/>
                </a:lnTo>
                <a:cubicBezTo>
                  <a:pt x="3938" y="694"/>
                  <a:pt x="3434" y="442"/>
                  <a:pt x="3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8" name="Google Shape;7888;p36"/>
          <p:cNvSpPr/>
          <p:nvPr/>
        </p:nvSpPr>
        <p:spPr>
          <a:xfrm>
            <a:off x="8580860" y="3585295"/>
            <a:ext cx="117298" cy="117298"/>
          </a:xfrm>
          <a:custGeom>
            <a:rect b="b" l="l" r="r" t="t"/>
            <a:pathLst>
              <a:path extrusionOk="0" h="3466" w="3466">
                <a:moveTo>
                  <a:pt x="1733" y="0"/>
                </a:moveTo>
                <a:cubicBezTo>
                  <a:pt x="788" y="0"/>
                  <a:pt x="0" y="788"/>
                  <a:pt x="0" y="1733"/>
                </a:cubicBezTo>
                <a:cubicBezTo>
                  <a:pt x="0" y="2678"/>
                  <a:pt x="788" y="3466"/>
                  <a:pt x="1733" y="3466"/>
                </a:cubicBezTo>
                <a:cubicBezTo>
                  <a:pt x="2678" y="3466"/>
                  <a:pt x="3466" y="2678"/>
                  <a:pt x="3466" y="1733"/>
                </a:cubicBezTo>
                <a:cubicBezTo>
                  <a:pt x="3466" y="788"/>
                  <a:pt x="2678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89" name="Google Shape;7889;p36"/>
          <p:cNvSpPr/>
          <p:nvPr/>
        </p:nvSpPr>
        <p:spPr>
          <a:xfrm>
            <a:off x="8440110" y="3819857"/>
            <a:ext cx="402015" cy="166370"/>
          </a:xfrm>
          <a:custGeom>
            <a:rect b="b" l="l" r="r" t="t"/>
            <a:pathLst>
              <a:path extrusionOk="0" h="4916" w="11879">
                <a:moveTo>
                  <a:pt x="694" y="0"/>
                </a:moveTo>
                <a:cubicBezTo>
                  <a:pt x="316" y="0"/>
                  <a:pt x="1" y="315"/>
                  <a:pt x="1" y="693"/>
                </a:cubicBezTo>
                <a:cubicBezTo>
                  <a:pt x="1" y="1103"/>
                  <a:pt x="316" y="1418"/>
                  <a:pt x="694" y="1418"/>
                </a:cubicBezTo>
                <a:lnTo>
                  <a:pt x="694" y="4569"/>
                </a:lnTo>
                <a:cubicBezTo>
                  <a:pt x="694" y="4758"/>
                  <a:pt x="851" y="4915"/>
                  <a:pt x="1040" y="4915"/>
                </a:cubicBezTo>
                <a:lnTo>
                  <a:pt x="10807" y="4915"/>
                </a:lnTo>
                <a:cubicBezTo>
                  <a:pt x="11028" y="4915"/>
                  <a:pt x="11185" y="4758"/>
                  <a:pt x="11185" y="4569"/>
                </a:cubicBezTo>
                <a:lnTo>
                  <a:pt x="11185" y="1418"/>
                </a:lnTo>
                <a:cubicBezTo>
                  <a:pt x="11563" y="1418"/>
                  <a:pt x="11878" y="1103"/>
                  <a:pt x="11878" y="693"/>
                </a:cubicBezTo>
                <a:cubicBezTo>
                  <a:pt x="11815" y="315"/>
                  <a:pt x="11500" y="0"/>
                  <a:pt x="1112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90" name="Google Shape;7890;p36"/>
          <p:cNvSpPr/>
          <p:nvPr/>
        </p:nvSpPr>
        <p:spPr>
          <a:xfrm>
            <a:off x="871413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90" y="0"/>
                </a:moveTo>
                <a:cubicBezTo>
                  <a:pt x="190" y="126"/>
                  <a:pt x="253" y="221"/>
                  <a:pt x="253" y="347"/>
                </a:cubicBezTo>
                <a:cubicBezTo>
                  <a:pt x="253" y="693"/>
                  <a:pt x="158" y="1071"/>
                  <a:pt x="1" y="1386"/>
                </a:cubicBezTo>
                <a:cubicBezTo>
                  <a:pt x="977" y="2079"/>
                  <a:pt x="1607" y="3182"/>
                  <a:pt x="1607" y="4474"/>
                </a:cubicBezTo>
                <a:lnTo>
                  <a:pt x="1607" y="4852"/>
                </a:lnTo>
                <a:lnTo>
                  <a:pt x="2994" y="4852"/>
                </a:lnTo>
                <a:lnTo>
                  <a:pt x="2489" y="756"/>
                </a:lnTo>
                <a:cubicBezTo>
                  <a:pt x="2363" y="315"/>
                  <a:pt x="1922" y="0"/>
                  <a:pt x="145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91" name="Google Shape;7891;p36"/>
          <p:cNvSpPr/>
          <p:nvPr/>
        </p:nvSpPr>
        <p:spPr>
          <a:xfrm>
            <a:off x="8463563" y="3633283"/>
            <a:ext cx="101324" cy="164204"/>
          </a:xfrm>
          <a:custGeom>
            <a:rect b="b" l="l" r="r" t="t"/>
            <a:pathLst>
              <a:path extrusionOk="0" h="4852" w="2994">
                <a:moveTo>
                  <a:pt x="1545" y="0"/>
                </a:moveTo>
                <a:cubicBezTo>
                  <a:pt x="1072" y="0"/>
                  <a:pt x="663" y="315"/>
                  <a:pt x="505" y="788"/>
                </a:cubicBezTo>
                <a:lnTo>
                  <a:pt x="1" y="4852"/>
                </a:lnTo>
                <a:lnTo>
                  <a:pt x="1356" y="4852"/>
                </a:lnTo>
                <a:lnTo>
                  <a:pt x="1356" y="4474"/>
                </a:lnTo>
                <a:lnTo>
                  <a:pt x="1387" y="4474"/>
                </a:lnTo>
                <a:cubicBezTo>
                  <a:pt x="1387" y="3182"/>
                  <a:pt x="2017" y="2048"/>
                  <a:pt x="2994" y="1386"/>
                </a:cubicBezTo>
                <a:cubicBezTo>
                  <a:pt x="2836" y="1071"/>
                  <a:pt x="2773" y="693"/>
                  <a:pt x="2773" y="347"/>
                </a:cubicBezTo>
                <a:cubicBezTo>
                  <a:pt x="2773" y="221"/>
                  <a:pt x="2773" y="95"/>
                  <a:pt x="28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92" name="Google Shape;7892;p36"/>
          <p:cNvSpPr/>
          <p:nvPr/>
        </p:nvSpPr>
        <p:spPr>
          <a:xfrm>
            <a:off x="8649088" y="3698296"/>
            <a:ext cx="96011" cy="96011"/>
          </a:xfrm>
          <a:custGeom>
            <a:rect b="b" l="l" r="r" t="t"/>
            <a:pathLst>
              <a:path extrusionOk="0" h="2837" w="2837">
                <a:moveTo>
                  <a:pt x="1482" y="1"/>
                </a:moveTo>
                <a:cubicBezTo>
                  <a:pt x="1450" y="32"/>
                  <a:pt x="1418" y="64"/>
                  <a:pt x="1324" y="127"/>
                </a:cubicBezTo>
                <a:cubicBezTo>
                  <a:pt x="1324" y="190"/>
                  <a:pt x="1292" y="253"/>
                  <a:pt x="1261" y="284"/>
                </a:cubicBezTo>
                <a:lnTo>
                  <a:pt x="1" y="1923"/>
                </a:lnTo>
                <a:lnTo>
                  <a:pt x="1" y="2836"/>
                </a:lnTo>
                <a:lnTo>
                  <a:pt x="2742" y="2836"/>
                </a:lnTo>
                <a:lnTo>
                  <a:pt x="2742" y="2553"/>
                </a:lnTo>
                <a:lnTo>
                  <a:pt x="2836" y="2553"/>
                </a:lnTo>
                <a:cubicBezTo>
                  <a:pt x="2836" y="1513"/>
                  <a:pt x="2332" y="599"/>
                  <a:pt x="148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93" name="Google Shape;7893;p36"/>
          <p:cNvSpPr/>
          <p:nvPr/>
        </p:nvSpPr>
        <p:spPr>
          <a:xfrm>
            <a:off x="8531822" y="3699378"/>
            <a:ext cx="95977" cy="99192"/>
          </a:xfrm>
          <a:custGeom>
            <a:rect b="b" l="l" r="r" t="t"/>
            <a:pathLst>
              <a:path extrusionOk="0" h="2931" w="2836">
                <a:moveTo>
                  <a:pt x="1323" y="0"/>
                </a:moveTo>
                <a:cubicBezTo>
                  <a:pt x="536" y="567"/>
                  <a:pt x="0" y="1513"/>
                  <a:pt x="0" y="2584"/>
                </a:cubicBezTo>
                <a:lnTo>
                  <a:pt x="0" y="2930"/>
                </a:lnTo>
                <a:lnTo>
                  <a:pt x="2741" y="2930"/>
                </a:lnTo>
                <a:lnTo>
                  <a:pt x="2741" y="1922"/>
                </a:lnTo>
                <a:lnTo>
                  <a:pt x="2836" y="1922"/>
                </a:lnTo>
                <a:lnTo>
                  <a:pt x="1575" y="284"/>
                </a:lnTo>
                <a:cubicBezTo>
                  <a:pt x="1512" y="252"/>
                  <a:pt x="1512" y="158"/>
                  <a:pt x="1481" y="126"/>
                </a:cubicBezTo>
                <a:cubicBezTo>
                  <a:pt x="1449" y="95"/>
                  <a:pt x="1355" y="63"/>
                  <a:pt x="132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68550" lIns="68550" spcFirstLastPara="1" rIns="68550" wrap="square" tIns="6855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5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894" name="Google Shape;7894;p36"/>
          <p:cNvSpPr txBox="1"/>
          <p:nvPr/>
        </p:nvSpPr>
        <p:spPr>
          <a:xfrm>
            <a:off x="0" y="297655"/>
            <a:ext cx="9144000" cy="5079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98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9" name="Google Shape;7899;p37"/>
          <p:cNvSpPr txBox="1"/>
          <p:nvPr/>
        </p:nvSpPr>
        <p:spPr>
          <a:xfrm>
            <a:off x="0" y="297655"/>
            <a:ext cx="9144000" cy="5079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rgbClr val="262626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Icons</a:t>
            </a:r>
            <a:endParaRPr/>
          </a:p>
        </p:txBody>
      </p:sp>
      <p:sp>
        <p:nvSpPr>
          <p:cNvPr id="7900" name="Google Shape;7900;p37"/>
          <p:cNvSpPr/>
          <p:nvPr/>
        </p:nvSpPr>
        <p:spPr>
          <a:xfrm>
            <a:off x="315411" y="2607861"/>
            <a:ext cx="487499" cy="48223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1" name="Google Shape;7901;p37"/>
          <p:cNvSpPr/>
          <p:nvPr/>
        </p:nvSpPr>
        <p:spPr>
          <a:xfrm>
            <a:off x="3605357" y="2804950"/>
            <a:ext cx="84531" cy="84531"/>
          </a:xfrm>
          <a:custGeom>
            <a:rect b="b" l="l" r="r" t="t"/>
            <a:pathLst>
              <a:path extrusionOk="0" h="2049" w="2049">
                <a:moveTo>
                  <a:pt x="1008" y="663"/>
                </a:moveTo>
                <a:cubicBezTo>
                  <a:pt x="1229" y="663"/>
                  <a:pt x="1386" y="820"/>
                  <a:pt x="1386" y="1041"/>
                </a:cubicBezTo>
                <a:cubicBezTo>
                  <a:pt x="1386" y="1230"/>
                  <a:pt x="1229" y="1387"/>
                  <a:pt x="1008" y="1387"/>
                </a:cubicBezTo>
                <a:cubicBezTo>
                  <a:pt x="819" y="1387"/>
                  <a:pt x="662" y="1230"/>
                  <a:pt x="662" y="1041"/>
                </a:cubicBezTo>
                <a:cubicBezTo>
                  <a:pt x="662" y="820"/>
                  <a:pt x="819" y="663"/>
                  <a:pt x="1008" y="663"/>
                </a:cubicBezTo>
                <a:close/>
                <a:moveTo>
                  <a:pt x="1008" y="1"/>
                </a:moveTo>
                <a:cubicBezTo>
                  <a:pt x="473" y="1"/>
                  <a:pt x="0" y="473"/>
                  <a:pt x="0" y="1041"/>
                </a:cubicBezTo>
                <a:cubicBezTo>
                  <a:pt x="0" y="1576"/>
                  <a:pt x="473" y="2049"/>
                  <a:pt x="1040" y="2049"/>
                </a:cubicBezTo>
                <a:cubicBezTo>
                  <a:pt x="1575" y="2049"/>
                  <a:pt x="2048" y="1576"/>
                  <a:pt x="2048" y="1041"/>
                </a:cubicBezTo>
                <a:cubicBezTo>
                  <a:pt x="2048" y="473"/>
                  <a:pt x="160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2" name="Google Shape;7902;p37"/>
          <p:cNvSpPr/>
          <p:nvPr/>
        </p:nvSpPr>
        <p:spPr>
          <a:xfrm>
            <a:off x="3406460" y="2608694"/>
            <a:ext cx="483550" cy="480980"/>
          </a:xfrm>
          <a:custGeom>
            <a:rect b="b" l="l" r="r" t="t"/>
            <a:pathLst>
              <a:path extrusionOk="0" h="11658" w="11721">
                <a:moveTo>
                  <a:pt x="3214" y="1387"/>
                </a:moveTo>
                <a:lnTo>
                  <a:pt x="4475" y="3844"/>
                </a:lnTo>
                <a:cubicBezTo>
                  <a:pt x="4223" y="4002"/>
                  <a:pt x="4034" y="4222"/>
                  <a:pt x="3876" y="4443"/>
                </a:cubicBezTo>
                <a:lnTo>
                  <a:pt x="1356" y="3214"/>
                </a:lnTo>
                <a:cubicBezTo>
                  <a:pt x="1828" y="2427"/>
                  <a:pt x="2458" y="1796"/>
                  <a:pt x="3214" y="1387"/>
                </a:cubicBezTo>
                <a:close/>
                <a:moveTo>
                  <a:pt x="5829" y="4128"/>
                </a:moveTo>
                <a:cubicBezTo>
                  <a:pt x="6775" y="4128"/>
                  <a:pt x="7531" y="4884"/>
                  <a:pt x="7531" y="5829"/>
                </a:cubicBezTo>
                <a:cubicBezTo>
                  <a:pt x="7562" y="6743"/>
                  <a:pt x="6775" y="7530"/>
                  <a:pt x="5829" y="7530"/>
                </a:cubicBezTo>
                <a:cubicBezTo>
                  <a:pt x="4884" y="7530"/>
                  <a:pt x="4160" y="6774"/>
                  <a:pt x="4160" y="5829"/>
                </a:cubicBezTo>
                <a:cubicBezTo>
                  <a:pt x="4160" y="4884"/>
                  <a:pt x="4884" y="4128"/>
                  <a:pt x="5829" y="4128"/>
                </a:cubicBezTo>
                <a:close/>
                <a:moveTo>
                  <a:pt x="5798" y="662"/>
                </a:moveTo>
                <a:cubicBezTo>
                  <a:pt x="8665" y="662"/>
                  <a:pt x="10996" y="2994"/>
                  <a:pt x="10996" y="5861"/>
                </a:cubicBezTo>
                <a:cubicBezTo>
                  <a:pt x="10996" y="6585"/>
                  <a:pt x="10839" y="7247"/>
                  <a:pt x="10618" y="7845"/>
                </a:cubicBezTo>
                <a:lnTo>
                  <a:pt x="8129" y="6585"/>
                </a:lnTo>
                <a:cubicBezTo>
                  <a:pt x="8192" y="6333"/>
                  <a:pt x="8255" y="6050"/>
                  <a:pt x="8255" y="5829"/>
                </a:cubicBezTo>
                <a:cubicBezTo>
                  <a:pt x="8255" y="4474"/>
                  <a:pt x="7184" y="3435"/>
                  <a:pt x="5829" y="3435"/>
                </a:cubicBezTo>
                <a:cubicBezTo>
                  <a:pt x="5577" y="3435"/>
                  <a:pt x="5325" y="3466"/>
                  <a:pt x="5105" y="3529"/>
                </a:cubicBezTo>
                <a:lnTo>
                  <a:pt x="3845" y="1072"/>
                </a:lnTo>
                <a:cubicBezTo>
                  <a:pt x="4412" y="820"/>
                  <a:pt x="5105" y="662"/>
                  <a:pt x="5798" y="662"/>
                </a:cubicBezTo>
                <a:close/>
                <a:moveTo>
                  <a:pt x="7814" y="7152"/>
                </a:moveTo>
                <a:lnTo>
                  <a:pt x="10303" y="8412"/>
                </a:lnTo>
                <a:cubicBezTo>
                  <a:pt x="9862" y="9200"/>
                  <a:pt x="9232" y="9830"/>
                  <a:pt x="8444" y="10271"/>
                </a:cubicBezTo>
                <a:lnTo>
                  <a:pt x="7216" y="7751"/>
                </a:lnTo>
                <a:cubicBezTo>
                  <a:pt x="7468" y="7593"/>
                  <a:pt x="7657" y="7404"/>
                  <a:pt x="7814" y="7152"/>
                </a:cubicBezTo>
                <a:close/>
                <a:moveTo>
                  <a:pt x="1072" y="3844"/>
                </a:moveTo>
                <a:lnTo>
                  <a:pt x="3593" y="5073"/>
                </a:lnTo>
                <a:cubicBezTo>
                  <a:pt x="3530" y="5325"/>
                  <a:pt x="3498" y="5546"/>
                  <a:pt x="3498" y="5829"/>
                </a:cubicBezTo>
                <a:cubicBezTo>
                  <a:pt x="3498" y="7152"/>
                  <a:pt x="4538" y="8223"/>
                  <a:pt x="5892" y="8223"/>
                </a:cubicBezTo>
                <a:cubicBezTo>
                  <a:pt x="6176" y="8223"/>
                  <a:pt x="6396" y="8192"/>
                  <a:pt x="6648" y="8097"/>
                </a:cubicBezTo>
                <a:lnTo>
                  <a:pt x="7846" y="10618"/>
                </a:lnTo>
                <a:cubicBezTo>
                  <a:pt x="7216" y="10901"/>
                  <a:pt x="6554" y="11027"/>
                  <a:pt x="5892" y="11027"/>
                </a:cubicBezTo>
                <a:cubicBezTo>
                  <a:pt x="2994" y="10996"/>
                  <a:pt x="694" y="8665"/>
                  <a:pt x="694" y="5829"/>
                </a:cubicBezTo>
                <a:cubicBezTo>
                  <a:pt x="694" y="5104"/>
                  <a:pt x="852" y="4443"/>
                  <a:pt x="1072" y="3844"/>
                </a:cubicBezTo>
                <a:close/>
                <a:moveTo>
                  <a:pt x="5798" y="1"/>
                </a:moveTo>
                <a:cubicBezTo>
                  <a:pt x="4254" y="1"/>
                  <a:pt x="2773" y="599"/>
                  <a:pt x="1702" y="1702"/>
                </a:cubicBezTo>
                <a:cubicBezTo>
                  <a:pt x="600" y="2805"/>
                  <a:pt x="1" y="4254"/>
                  <a:pt x="1" y="5798"/>
                </a:cubicBezTo>
                <a:cubicBezTo>
                  <a:pt x="1" y="8980"/>
                  <a:pt x="2647" y="11657"/>
                  <a:pt x="5892" y="11657"/>
                </a:cubicBezTo>
                <a:cubicBezTo>
                  <a:pt x="9106" y="11657"/>
                  <a:pt x="11721" y="9043"/>
                  <a:pt x="11721" y="5829"/>
                </a:cubicBezTo>
                <a:cubicBezTo>
                  <a:pt x="11658" y="2647"/>
                  <a:pt x="9043" y="1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3" name="Google Shape;7903;p37"/>
          <p:cNvSpPr/>
          <p:nvPr/>
        </p:nvSpPr>
        <p:spPr>
          <a:xfrm>
            <a:off x="6512539" y="2636646"/>
            <a:ext cx="480980" cy="425050"/>
          </a:xfrm>
          <a:custGeom>
            <a:rect b="b" l="l" r="r" t="t"/>
            <a:pathLst>
              <a:path extrusionOk="0" h="10303" w="11658">
                <a:moveTo>
                  <a:pt x="10618" y="693"/>
                </a:moveTo>
                <a:cubicBezTo>
                  <a:pt x="10807" y="693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93"/>
                  <a:pt x="1009" y="693"/>
                </a:cubicBezTo>
                <a:close/>
                <a:moveTo>
                  <a:pt x="10996" y="3403"/>
                </a:moveTo>
                <a:lnTo>
                  <a:pt x="10996" y="9231"/>
                </a:lnTo>
                <a:cubicBezTo>
                  <a:pt x="10964" y="9420"/>
                  <a:pt x="10838" y="9578"/>
                  <a:pt x="10618" y="9578"/>
                </a:cubicBezTo>
                <a:lnTo>
                  <a:pt x="1009" y="9578"/>
                </a:lnTo>
                <a:cubicBezTo>
                  <a:pt x="820" y="9578"/>
                  <a:pt x="662" y="9420"/>
                  <a:pt x="662" y="9231"/>
                </a:cubicBezTo>
                <a:lnTo>
                  <a:pt x="662" y="340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9263"/>
                </a:lnTo>
                <a:cubicBezTo>
                  <a:pt x="1" y="9830"/>
                  <a:pt x="473" y="10302"/>
                  <a:pt x="1009" y="10302"/>
                </a:cubicBezTo>
                <a:lnTo>
                  <a:pt x="10618" y="10302"/>
                </a:lnTo>
                <a:cubicBezTo>
                  <a:pt x="11185" y="10302"/>
                  <a:pt x="11658" y="9830"/>
                  <a:pt x="11658" y="9263"/>
                </a:cubicBezTo>
                <a:lnTo>
                  <a:pt x="11658" y="1040"/>
                </a:lnTo>
                <a:cubicBezTo>
                  <a:pt x="11658" y="441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4" name="Google Shape;7904;p37"/>
          <p:cNvSpPr/>
          <p:nvPr/>
        </p:nvSpPr>
        <p:spPr>
          <a:xfrm>
            <a:off x="6567121" y="2692547"/>
            <a:ext cx="29951" cy="28633"/>
          </a:xfrm>
          <a:custGeom>
            <a:rect b="b" l="l" r="r" t="t"/>
            <a:pathLst>
              <a:path extrusionOk="0" h="694" w="726">
                <a:moveTo>
                  <a:pt x="348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8" y="693"/>
                </a:cubicBezTo>
                <a:cubicBezTo>
                  <a:pt x="568" y="693"/>
                  <a:pt x="726" y="536"/>
                  <a:pt x="726" y="347"/>
                </a:cubicBezTo>
                <a:cubicBezTo>
                  <a:pt x="726" y="158"/>
                  <a:pt x="568" y="0"/>
                  <a:pt x="3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5" name="Google Shape;7905;p37"/>
          <p:cNvSpPr/>
          <p:nvPr/>
        </p:nvSpPr>
        <p:spPr>
          <a:xfrm>
            <a:off x="6624344" y="2692547"/>
            <a:ext cx="28633" cy="28633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6" name="Google Shape;7906;p37"/>
          <p:cNvSpPr/>
          <p:nvPr/>
        </p:nvSpPr>
        <p:spPr>
          <a:xfrm>
            <a:off x="6681524" y="2692547"/>
            <a:ext cx="28633" cy="28633"/>
          </a:xfrm>
          <a:custGeom>
            <a:rect b="b" l="l" r="r" t="t"/>
            <a:pathLst>
              <a:path extrusionOk="0" h="694" w="694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cubicBezTo>
                  <a:pt x="536" y="693"/>
                  <a:pt x="693" y="536"/>
                  <a:pt x="693" y="347"/>
                </a:cubicBezTo>
                <a:cubicBezTo>
                  <a:pt x="693" y="158"/>
                  <a:pt x="536" y="0"/>
                  <a:pt x="3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7" name="Google Shape;7907;p37"/>
          <p:cNvSpPr/>
          <p:nvPr/>
        </p:nvSpPr>
        <p:spPr>
          <a:xfrm>
            <a:off x="6736107" y="2692547"/>
            <a:ext cx="200223" cy="28633"/>
          </a:xfrm>
          <a:custGeom>
            <a:rect b="b" l="l" r="r" t="t"/>
            <a:pathLst>
              <a:path extrusionOk="0" h="694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90" y="693"/>
                  <a:pt x="347" y="693"/>
                </a:cubicBezTo>
                <a:lnTo>
                  <a:pt x="4506" y="693"/>
                </a:lnTo>
                <a:cubicBezTo>
                  <a:pt x="4695" y="693"/>
                  <a:pt x="4852" y="536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8" name="Google Shape;7908;p37"/>
          <p:cNvSpPr/>
          <p:nvPr/>
        </p:nvSpPr>
        <p:spPr>
          <a:xfrm>
            <a:off x="6824478" y="2835170"/>
            <a:ext cx="85852" cy="140762"/>
          </a:xfrm>
          <a:custGeom>
            <a:rect b="b" l="l" r="r" t="t"/>
            <a:pathLst>
              <a:path extrusionOk="0" h="3412" w="2081">
                <a:moveTo>
                  <a:pt x="347" y="1"/>
                </a:moveTo>
                <a:cubicBezTo>
                  <a:pt x="261" y="1"/>
                  <a:pt x="174" y="24"/>
                  <a:pt x="127" y="72"/>
                </a:cubicBezTo>
                <a:cubicBezTo>
                  <a:pt x="1" y="198"/>
                  <a:pt x="1" y="450"/>
                  <a:pt x="127" y="544"/>
                </a:cubicBezTo>
                <a:lnTo>
                  <a:pt x="1261" y="1710"/>
                </a:lnTo>
                <a:lnTo>
                  <a:pt x="127" y="2844"/>
                </a:lnTo>
                <a:cubicBezTo>
                  <a:pt x="1" y="2970"/>
                  <a:pt x="1" y="3191"/>
                  <a:pt x="127" y="3317"/>
                </a:cubicBezTo>
                <a:cubicBezTo>
                  <a:pt x="174" y="3380"/>
                  <a:pt x="261" y="3411"/>
                  <a:pt x="347" y="3411"/>
                </a:cubicBezTo>
                <a:cubicBezTo>
                  <a:pt x="434" y="3411"/>
                  <a:pt x="521" y="3380"/>
                  <a:pt x="568" y="3317"/>
                </a:cubicBezTo>
                <a:lnTo>
                  <a:pt x="1954" y="1930"/>
                </a:lnTo>
                <a:cubicBezTo>
                  <a:pt x="2080" y="1804"/>
                  <a:pt x="2080" y="1584"/>
                  <a:pt x="1954" y="1458"/>
                </a:cubicBezTo>
                <a:lnTo>
                  <a:pt x="568" y="72"/>
                </a:lnTo>
                <a:cubicBezTo>
                  <a:pt x="521" y="24"/>
                  <a:pt x="434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09" name="Google Shape;7909;p37"/>
          <p:cNvSpPr/>
          <p:nvPr/>
        </p:nvSpPr>
        <p:spPr>
          <a:xfrm>
            <a:off x="6594433" y="2835170"/>
            <a:ext cx="88409" cy="140762"/>
          </a:xfrm>
          <a:custGeom>
            <a:rect b="b" l="l" r="r" t="t"/>
            <a:pathLst>
              <a:path extrusionOk="0" h="3412" w="2143">
                <a:moveTo>
                  <a:pt x="1749" y="1"/>
                </a:moveTo>
                <a:cubicBezTo>
                  <a:pt x="1662" y="1"/>
                  <a:pt x="1576" y="24"/>
                  <a:pt x="1513" y="72"/>
                </a:cubicBezTo>
                <a:lnTo>
                  <a:pt x="127" y="1458"/>
                </a:lnTo>
                <a:cubicBezTo>
                  <a:pt x="1" y="1584"/>
                  <a:pt x="1" y="1804"/>
                  <a:pt x="127" y="1930"/>
                </a:cubicBezTo>
                <a:lnTo>
                  <a:pt x="1513" y="3317"/>
                </a:lnTo>
                <a:cubicBezTo>
                  <a:pt x="1576" y="3380"/>
                  <a:pt x="1662" y="3411"/>
                  <a:pt x="1749" y="3411"/>
                </a:cubicBezTo>
                <a:cubicBezTo>
                  <a:pt x="1836" y="3411"/>
                  <a:pt x="1922" y="3380"/>
                  <a:pt x="1985" y="3317"/>
                </a:cubicBezTo>
                <a:cubicBezTo>
                  <a:pt x="2111" y="3191"/>
                  <a:pt x="2111" y="2970"/>
                  <a:pt x="1985" y="2844"/>
                </a:cubicBezTo>
                <a:lnTo>
                  <a:pt x="851" y="1710"/>
                </a:lnTo>
                <a:lnTo>
                  <a:pt x="1985" y="544"/>
                </a:lnTo>
                <a:cubicBezTo>
                  <a:pt x="2143" y="450"/>
                  <a:pt x="2143" y="198"/>
                  <a:pt x="1985" y="72"/>
                </a:cubicBezTo>
                <a:cubicBezTo>
                  <a:pt x="1922" y="24"/>
                  <a:pt x="1836" y="1"/>
                  <a:pt x="17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0" name="Google Shape;7910;p37"/>
          <p:cNvSpPr/>
          <p:nvPr/>
        </p:nvSpPr>
        <p:spPr>
          <a:xfrm>
            <a:off x="6707517" y="2804930"/>
            <a:ext cx="89730" cy="197046"/>
          </a:xfrm>
          <a:custGeom>
            <a:rect b="b" l="l" r="r" t="t"/>
            <a:pathLst>
              <a:path extrusionOk="0" h="4776" w="2175">
                <a:moveTo>
                  <a:pt x="1778" y="0"/>
                </a:moveTo>
                <a:cubicBezTo>
                  <a:pt x="1617" y="0"/>
                  <a:pt x="1501" y="108"/>
                  <a:pt x="1450" y="237"/>
                </a:cubicBezTo>
                <a:lnTo>
                  <a:pt x="63" y="4333"/>
                </a:lnTo>
                <a:cubicBezTo>
                  <a:pt x="0" y="4522"/>
                  <a:pt x="95" y="4680"/>
                  <a:pt x="253" y="4743"/>
                </a:cubicBezTo>
                <a:cubicBezTo>
                  <a:pt x="305" y="4765"/>
                  <a:pt x="354" y="4775"/>
                  <a:pt x="399" y="4775"/>
                </a:cubicBezTo>
                <a:cubicBezTo>
                  <a:pt x="543" y="4775"/>
                  <a:pt x="646" y="4674"/>
                  <a:pt x="694" y="4554"/>
                </a:cubicBezTo>
                <a:lnTo>
                  <a:pt x="2080" y="458"/>
                </a:lnTo>
                <a:cubicBezTo>
                  <a:pt x="2174" y="300"/>
                  <a:pt x="2048" y="111"/>
                  <a:pt x="1891" y="17"/>
                </a:cubicBezTo>
                <a:cubicBezTo>
                  <a:pt x="1851" y="6"/>
                  <a:pt x="1813" y="0"/>
                  <a:pt x="17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1" name="Google Shape;7911;p37"/>
          <p:cNvSpPr/>
          <p:nvPr/>
        </p:nvSpPr>
        <p:spPr>
          <a:xfrm>
            <a:off x="932656" y="2608053"/>
            <a:ext cx="482230" cy="482230"/>
          </a:xfrm>
          <a:custGeom>
            <a:rect b="b" l="l" r="r" t="t"/>
            <a:pathLst>
              <a:path extrusionOk="0" h="11689" w="11689">
                <a:moveTo>
                  <a:pt x="10681" y="4159"/>
                </a:moveTo>
                <a:cubicBezTo>
                  <a:pt x="10870" y="4159"/>
                  <a:pt x="11027" y="4316"/>
                  <a:pt x="11027" y="4505"/>
                </a:cubicBezTo>
                <a:lnTo>
                  <a:pt x="11027" y="4915"/>
                </a:lnTo>
                <a:cubicBezTo>
                  <a:pt x="10901" y="4883"/>
                  <a:pt x="10775" y="4883"/>
                  <a:pt x="10681" y="4883"/>
                </a:cubicBezTo>
                <a:lnTo>
                  <a:pt x="9609" y="4883"/>
                </a:lnTo>
                <a:lnTo>
                  <a:pt x="9609" y="4190"/>
                </a:lnTo>
                <a:lnTo>
                  <a:pt x="10681" y="4190"/>
                </a:lnTo>
                <a:lnTo>
                  <a:pt x="10681" y="4159"/>
                </a:lnTo>
                <a:close/>
                <a:moveTo>
                  <a:pt x="2048" y="2773"/>
                </a:moveTo>
                <a:lnTo>
                  <a:pt x="2048" y="6207"/>
                </a:lnTo>
                <a:lnTo>
                  <a:pt x="662" y="6207"/>
                </a:lnTo>
                <a:lnTo>
                  <a:pt x="662" y="3151"/>
                </a:lnTo>
                <a:cubicBezTo>
                  <a:pt x="694" y="2930"/>
                  <a:pt x="851" y="2773"/>
                  <a:pt x="1009" y="2773"/>
                </a:cubicBezTo>
                <a:close/>
                <a:moveTo>
                  <a:pt x="8885" y="693"/>
                </a:moveTo>
                <a:lnTo>
                  <a:pt x="8885" y="4883"/>
                </a:lnTo>
                <a:cubicBezTo>
                  <a:pt x="8538" y="4915"/>
                  <a:pt x="8223" y="5104"/>
                  <a:pt x="8066" y="5419"/>
                </a:cubicBezTo>
                <a:lnTo>
                  <a:pt x="7751" y="6049"/>
                </a:lnTo>
                <a:cubicBezTo>
                  <a:pt x="7719" y="6175"/>
                  <a:pt x="7593" y="6238"/>
                  <a:pt x="7436" y="6238"/>
                </a:cubicBezTo>
                <a:lnTo>
                  <a:pt x="2710" y="6238"/>
                </a:lnTo>
                <a:lnTo>
                  <a:pt x="2710" y="693"/>
                </a:lnTo>
                <a:close/>
                <a:moveTo>
                  <a:pt x="10681" y="5513"/>
                </a:moveTo>
                <a:cubicBezTo>
                  <a:pt x="10870" y="5513"/>
                  <a:pt x="11027" y="5671"/>
                  <a:pt x="11027" y="5860"/>
                </a:cubicBezTo>
                <a:lnTo>
                  <a:pt x="11027" y="10649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09" y="11027"/>
                </a:lnTo>
                <a:cubicBezTo>
                  <a:pt x="820" y="11027"/>
                  <a:pt x="662" y="10869"/>
                  <a:pt x="662" y="10649"/>
                </a:cubicBezTo>
                <a:lnTo>
                  <a:pt x="662" y="6868"/>
                </a:lnTo>
                <a:lnTo>
                  <a:pt x="7436" y="6868"/>
                </a:lnTo>
                <a:cubicBezTo>
                  <a:pt x="7845" y="6868"/>
                  <a:pt x="8192" y="6648"/>
                  <a:pt x="8349" y="6333"/>
                </a:cubicBezTo>
                <a:lnTo>
                  <a:pt x="8664" y="5703"/>
                </a:lnTo>
                <a:cubicBezTo>
                  <a:pt x="8696" y="5576"/>
                  <a:pt x="8822" y="5513"/>
                  <a:pt x="8979" y="5513"/>
                </a:cubicBezTo>
                <a:close/>
                <a:moveTo>
                  <a:pt x="2395" y="0"/>
                </a:moveTo>
                <a:cubicBezTo>
                  <a:pt x="2206" y="0"/>
                  <a:pt x="2048" y="158"/>
                  <a:pt x="2048" y="347"/>
                </a:cubicBezTo>
                <a:lnTo>
                  <a:pt x="2048" y="2111"/>
                </a:lnTo>
                <a:lnTo>
                  <a:pt x="1009" y="2111"/>
                </a:lnTo>
                <a:cubicBezTo>
                  <a:pt x="473" y="2111"/>
                  <a:pt x="0" y="2584"/>
                  <a:pt x="0" y="3151"/>
                </a:cubicBezTo>
                <a:lnTo>
                  <a:pt x="0" y="10649"/>
                </a:lnTo>
                <a:cubicBezTo>
                  <a:pt x="0" y="11216"/>
                  <a:pt x="473" y="11688"/>
                  <a:pt x="1009" y="11688"/>
                </a:cubicBezTo>
                <a:lnTo>
                  <a:pt x="10618" y="11688"/>
                </a:lnTo>
                <a:cubicBezTo>
                  <a:pt x="11185" y="11688"/>
                  <a:pt x="11657" y="11216"/>
                  <a:pt x="11657" y="10649"/>
                </a:cubicBezTo>
                <a:lnTo>
                  <a:pt x="11657" y="4505"/>
                </a:lnTo>
                <a:cubicBezTo>
                  <a:pt x="11689" y="3938"/>
                  <a:pt x="11216" y="3466"/>
                  <a:pt x="10681" y="3466"/>
                </a:cubicBezTo>
                <a:lnTo>
                  <a:pt x="9609" y="3466"/>
                </a:lnTo>
                <a:lnTo>
                  <a:pt x="9609" y="347"/>
                </a:lnTo>
                <a:cubicBezTo>
                  <a:pt x="9609" y="158"/>
                  <a:pt x="9452" y="0"/>
                  <a:pt x="926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2" name="Google Shape;7912;p37"/>
          <p:cNvSpPr/>
          <p:nvPr/>
        </p:nvSpPr>
        <p:spPr>
          <a:xfrm>
            <a:off x="1074329" y="2662635"/>
            <a:ext cx="197623" cy="29912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3" name="Google Shape;7913;p37"/>
          <p:cNvSpPr/>
          <p:nvPr/>
        </p:nvSpPr>
        <p:spPr>
          <a:xfrm>
            <a:off x="1074329" y="2721137"/>
            <a:ext cx="197623" cy="29912"/>
          </a:xfrm>
          <a:custGeom>
            <a:rect b="b" l="l" r="r" t="t"/>
            <a:pathLst>
              <a:path extrusionOk="0" h="725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99"/>
                  <a:pt x="158" y="725"/>
                  <a:pt x="347" y="725"/>
                </a:cubicBezTo>
                <a:lnTo>
                  <a:pt x="4443" y="725"/>
                </a:lnTo>
                <a:cubicBezTo>
                  <a:pt x="4632" y="725"/>
                  <a:pt x="4789" y="567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4" name="Google Shape;7914;p37"/>
          <p:cNvSpPr/>
          <p:nvPr/>
        </p:nvSpPr>
        <p:spPr>
          <a:xfrm>
            <a:off x="1074329" y="2778317"/>
            <a:ext cx="197623" cy="28633"/>
          </a:xfrm>
          <a:custGeom>
            <a:rect b="b" l="l" r="r" t="t"/>
            <a:pathLst>
              <a:path extrusionOk="0" h="694" w="4790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32" y="693"/>
                  <a:pt x="4789" y="536"/>
                  <a:pt x="4789" y="347"/>
                </a:cubicBezTo>
                <a:cubicBezTo>
                  <a:pt x="4789" y="158"/>
                  <a:pt x="4632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5" name="Google Shape;7915;p37"/>
          <p:cNvSpPr/>
          <p:nvPr/>
        </p:nvSpPr>
        <p:spPr>
          <a:xfrm>
            <a:off x="4026156" y="2607414"/>
            <a:ext cx="483550" cy="483538"/>
          </a:xfrm>
          <a:custGeom>
            <a:rect b="b" l="l" r="r" t="t"/>
            <a:pathLst>
              <a:path extrusionOk="0" h="11720" w="11721">
                <a:moveTo>
                  <a:pt x="10681" y="2048"/>
                </a:moveTo>
                <a:cubicBezTo>
                  <a:pt x="10870" y="2048"/>
                  <a:pt x="11027" y="2206"/>
                  <a:pt x="11027" y="2395"/>
                </a:cubicBezTo>
                <a:lnTo>
                  <a:pt x="11027" y="7246"/>
                </a:lnTo>
                <a:cubicBezTo>
                  <a:pt x="11027" y="7435"/>
                  <a:pt x="10870" y="7593"/>
                  <a:pt x="10681" y="7593"/>
                </a:cubicBezTo>
                <a:lnTo>
                  <a:pt x="1072" y="7593"/>
                </a:lnTo>
                <a:cubicBezTo>
                  <a:pt x="883" y="7593"/>
                  <a:pt x="725" y="7435"/>
                  <a:pt x="725" y="7246"/>
                </a:cubicBezTo>
                <a:lnTo>
                  <a:pt x="725" y="2395"/>
                </a:lnTo>
                <a:cubicBezTo>
                  <a:pt x="725" y="2206"/>
                  <a:pt x="883" y="2048"/>
                  <a:pt x="1072" y="2048"/>
                </a:cubicBezTo>
                <a:close/>
                <a:moveTo>
                  <a:pt x="4821" y="8286"/>
                </a:moveTo>
                <a:lnTo>
                  <a:pt x="4821" y="8979"/>
                </a:lnTo>
                <a:lnTo>
                  <a:pt x="3435" y="8979"/>
                </a:lnTo>
                <a:lnTo>
                  <a:pt x="3435" y="8286"/>
                </a:lnTo>
                <a:close/>
                <a:moveTo>
                  <a:pt x="8287" y="8286"/>
                </a:moveTo>
                <a:lnTo>
                  <a:pt x="8287" y="8979"/>
                </a:lnTo>
                <a:lnTo>
                  <a:pt x="6869" y="8979"/>
                </a:lnTo>
                <a:lnTo>
                  <a:pt x="6869" y="8286"/>
                </a:lnTo>
                <a:close/>
                <a:moveTo>
                  <a:pt x="6207" y="8254"/>
                </a:moveTo>
                <a:lnTo>
                  <a:pt x="6207" y="11027"/>
                </a:lnTo>
                <a:lnTo>
                  <a:pt x="5514" y="11027"/>
                </a:lnTo>
                <a:lnTo>
                  <a:pt x="5514" y="8254"/>
                </a:lnTo>
                <a:close/>
                <a:moveTo>
                  <a:pt x="1733" y="0"/>
                </a:moveTo>
                <a:cubicBezTo>
                  <a:pt x="1544" y="0"/>
                  <a:pt x="1387" y="158"/>
                  <a:pt x="1387" y="347"/>
                </a:cubicBezTo>
                <a:cubicBezTo>
                  <a:pt x="1387" y="536"/>
                  <a:pt x="1544" y="693"/>
                  <a:pt x="1733" y="693"/>
                </a:cubicBezTo>
                <a:lnTo>
                  <a:pt x="2112" y="693"/>
                </a:lnTo>
                <a:lnTo>
                  <a:pt x="2112" y="1355"/>
                </a:lnTo>
                <a:lnTo>
                  <a:pt x="1072" y="1355"/>
                </a:lnTo>
                <a:cubicBezTo>
                  <a:pt x="536" y="1355"/>
                  <a:pt x="64" y="1827"/>
                  <a:pt x="64" y="2395"/>
                </a:cubicBezTo>
                <a:lnTo>
                  <a:pt x="64" y="7246"/>
                </a:lnTo>
                <a:cubicBezTo>
                  <a:pt x="64" y="7782"/>
                  <a:pt x="536" y="8254"/>
                  <a:pt x="1072" y="8254"/>
                </a:cubicBezTo>
                <a:lnTo>
                  <a:pt x="2773" y="8254"/>
                </a:lnTo>
                <a:lnTo>
                  <a:pt x="2773" y="8916"/>
                </a:lnTo>
                <a:lnTo>
                  <a:pt x="1733" y="8916"/>
                </a:lnTo>
                <a:cubicBezTo>
                  <a:pt x="1544" y="8916"/>
                  <a:pt x="1387" y="9074"/>
                  <a:pt x="1387" y="9294"/>
                </a:cubicBezTo>
                <a:cubicBezTo>
                  <a:pt x="1387" y="9483"/>
                  <a:pt x="1544" y="9641"/>
                  <a:pt x="1733" y="9641"/>
                </a:cubicBezTo>
                <a:lnTo>
                  <a:pt x="4821" y="9641"/>
                </a:lnTo>
                <a:lnTo>
                  <a:pt x="4821" y="11027"/>
                </a:lnTo>
                <a:lnTo>
                  <a:pt x="379" y="11027"/>
                </a:lnTo>
                <a:cubicBezTo>
                  <a:pt x="158" y="11027"/>
                  <a:pt x="1" y="11184"/>
                  <a:pt x="1" y="11373"/>
                </a:cubicBezTo>
                <a:cubicBezTo>
                  <a:pt x="1" y="11562"/>
                  <a:pt x="158" y="11720"/>
                  <a:pt x="379" y="11720"/>
                </a:cubicBezTo>
                <a:lnTo>
                  <a:pt x="11342" y="11720"/>
                </a:lnTo>
                <a:cubicBezTo>
                  <a:pt x="11563" y="11720"/>
                  <a:pt x="11721" y="11562"/>
                  <a:pt x="11721" y="11373"/>
                </a:cubicBezTo>
                <a:cubicBezTo>
                  <a:pt x="11721" y="11184"/>
                  <a:pt x="11563" y="11027"/>
                  <a:pt x="11342" y="11027"/>
                </a:cubicBezTo>
                <a:lnTo>
                  <a:pt x="6869" y="11027"/>
                </a:lnTo>
                <a:lnTo>
                  <a:pt x="6869" y="9641"/>
                </a:lnTo>
                <a:lnTo>
                  <a:pt x="9988" y="9641"/>
                </a:lnTo>
                <a:cubicBezTo>
                  <a:pt x="10177" y="9641"/>
                  <a:pt x="10334" y="9483"/>
                  <a:pt x="10334" y="9294"/>
                </a:cubicBezTo>
                <a:cubicBezTo>
                  <a:pt x="10334" y="9074"/>
                  <a:pt x="10177" y="8916"/>
                  <a:pt x="9988" y="8916"/>
                </a:cubicBezTo>
                <a:lnTo>
                  <a:pt x="8948" y="8916"/>
                </a:lnTo>
                <a:lnTo>
                  <a:pt x="8948" y="8254"/>
                </a:lnTo>
                <a:lnTo>
                  <a:pt x="10681" y="8254"/>
                </a:lnTo>
                <a:cubicBezTo>
                  <a:pt x="11248" y="8254"/>
                  <a:pt x="11721" y="7782"/>
                  <a:pt x="11721" y="7246"/>
                </a:cubicBezTo>
                <a:lnTo>
                  <a:pt x="11721" y="2395"/>
                </a:lnTo>
                <a:cubicBezTo>
                  <a:pt x="11721" y="1827"/>
                  <a:pt x="11248" y="1355"/>
                  <a:pt x="10681" y="1355"/>
                </a:cubicBezTo>
                <a:lnTo>
                  <a:pt x="9673" y="1355"/>
                </a:lnTo>
                <a:lnTo>
                  <a:pt x="9673" y="693"/>
                </a:lnTo>
                <a:lnTo>
                  <a:pt x="10019" y="693"/>
                </a:lnTo>
                <a:cubicBezTo>
                  <a:pt x="10208" y="693"/>
                  <a:pt x="10366" y="536"/>
                  <a:pt x="10366" y="347"/>
                </a:cubicBezTo>
                <a:cubicBezTo>
                  <a:pt x="10366" y="158"/>
                  <a:pt x="10208" y="0"/>
                  <a:pt x="10019" y="0"/>
                </a:cubicBezTo>
                <a:lnTo>
                  <a:pt x="8633" y="0"/>
                </a:lnTo>
                <a:cubicBezTo>
                  <a:pt x="8444" y="0"/>
                  <a:pt x="8287" y="158"/>
                  <a:pt x="8287" y="347"/>
                </a:cubicBezTo>
                <a:cubicBezTo>
                  <a:pt x="8287" y="536"/>
                  <a:pt x="8444" y="693"/>
                  <a:pt x="8633" y="693"/>
                </a:cubicBezTo>
                <a:lnTo>
                  <a:pt x="8980" y="693"/>
                </a:lnTo>
                <a:lnTo>
                  <a:pt x="8980" y="1355"/>
                </a:lnTo>
                <a:lnTo>
                  <a:pt x="6207" y="1355"/>
                </a:lnTo>
                <a:lnTo>
                  <a:pt x="6207" y="693"/>
                </a:lnTo>
                <a:lnTo>
                  <a:pt x="6554" y="693"/>
                </a:lnTo>
                <a:cubicBezTo>
                  <a:pt x="6743" y="693"/>
                  <a:pt x="6900" y="536"/>
                  <a:pt x="6900" y="347"/>
                </a:cubicBezTo>
                <a:cubicBezTo>
                  <a:pt x="6900" y="158"/>
                  <a:pt x="6743" y="0"/>
                  <a:pt x="6554" y="0"/>
                </a:cubicBezTo>
                <a:lnTo>
                  <a:pt x="5168" y="0"/>
                </a:lnTo>
                <a:cubicBezTo>
                  <a:pt x="4978" y="0"/>
                  <a:pt x="4821" y="158"/>
                  <a:pt x="4821" y="347"/>
                </a:cubicBezTo>
                <a:cubicBezTo>
                  <a:pt x="4821" y="536"/>
                  <a:pt x="4978" y="693"/>
                  <a:pt x="5168" y="693"/>
                </a:cubicBezTo>
                <a:lnTo>
                  <a:pt x="5514" y="693"/>
                </a:lnTo>
                <a:lnTo>
                  <a:pt x="5514" y="1355"/>
                </a:lnTo>
                <a:lnTo>
                  <a:pt x="2773" y="1355"/>
                </a:lnTo>
                <a:lnTo>
                  <a:pt x="2773" y="693"/>
                </a:lnTo>
                <a:lnTo>
                  <a:pt x="3120" y="693"/>
                </a:lnTo>
                <a:cubicBezTo>
                  <a:pt x="3309" y="693"/>
                  <a:pt x="3466" y="536"/>
                  <a:pt x="3466" y="347"/>
                </a:cubicBezTo>
                <a:cubicBezTo>
                  <a:pt x="3466" y="158"/>
                  <a:pt x="3309" y="0"/>
                  <a:pt x="312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6" name="Google Shape;7916;p37"/>
          <p:cNvSpPr/>
          <p:nvPr/>
        </p:nvSpPr>
        <p:spPr>
          <a:xfrm>
            <a:off x="4082059" y="2720498"/>
            <a:ext cx="142990" cy="172910"/>
          </a:xfrm>
          <a:custGeom>
            <a:rect b="b" l="l" r="r" t="t"/>
            <a:pathLst>
              <a:path extrusionOk="0" h="4191" w="3466">
                <a:moveTo>
                  <a:pt x="2804" y="662"/>
                </a:moveTo>
                <a:lnTo>
                  <a:pt x="2804" y="3466"/>
                </a:lnTo>
                <a:lnTo>
                  <a:pt x="757" y="3466"/>
                </a:lnTo>
                <a:lnTo>
                  <a:pt x="757" y="66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3812"/>
                </a:lnTo>
                <a:cubicBezTo>
                  <a:pt x="0" y="4033"/>
                  <a:pt x="158" y="4190"/>
                  <a:pt x="347" y="4190"/>
                </a:cubicBezTo>
                <a:lnTo>
                  <a:pt x="3119" y="4190"/>
                </a:lnTo>
                <a:cubicBezTo>
                  <a:pt x="3308" y="4190"/>
                  <a:pt x="3466" y="4033"/>
                  <a:pt x="3466" y="3812"/>
                </a:cubicBezTo>
                <a:lnTo>
                  <a:pt x="3466" y="347"/>
                </a:ln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7" name="Google Shape;7917;p37"/>
          <p:cNvSpPr/>
          <p:nvPr/>
        </p:nvSpPr>
        <p:spPr>
          <a:xfrm>
            <a:off x="4252323" y="2834860"/>
            <a:ext cx="200211" cy="28633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8" name="Google Shape;7918;p37"/>
          <p:cNvSpPr/>
          <p:nvPr/>
        </p:nvSpPr>
        <p:spPr>
          <a:xfrm>
            <a:off x="4252323" y="2776358"/>
            <a:ext cx="200211" cy="28633"/>
          </a:xfrm>
          <a:custGeom>
            <a:rect b="b" l="l" r="r" t="t"/>
            <a:pathLst>
              <a:path extrusionOk="0" h="694" w="4853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68"/>
                  <a:pt x="158" y="694"/>
                  <a:pt x="347" y="694"/>
                </a:cubicBezTo>
                <a:lnTo>
                  <a:pt x="4506" y="694"/>
                </a:lnTo>
                <a:cubicBezTo>
                  <a:pt x="4695" y="694"/>
                  <a:pt x="4852" y="536"/>
                  <a:pt x="4852" y="347"/>
                </a:cubicBezTo>
                <a:cubicBezTo>
                  <a:pt x="4852" y="158"/>
                  <a:pt x="4695" y="1"/>
                  <a:pt x="450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19" name="Google Shape;7919;p37"/>
          <p:cNvSpPr/>
          <p:nvPr/>
        </p:nvSpPr>
        <p:spPr>
          <a:xfrm>
            <a:off x="4252323" y="2720498"/>
            <a:ext cx="200211" cy="29912"/>
          </a:xfrm>
          <a:custGeom>
            <a:rect b="b" l="l" r="r" t="t"/>
            <a:pathLst>
              <a:path extrusionOk="0" h="725" w="4853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67"/>
                  <a:pt x="158" y="725"/>
                  <a:pt x="347" y="725"/>
                </a:cubicBezTo>
                <a:lnTo>
                  <a:pt x="4506" y="725"/>
                </a:lnTo>
                <a:cubicBezTo>
                  <a:pt x="4695" y="725"/>
                  <a:pt x="4852" y="567"/>
                  <a:pt x="4852" y="347"/>
                </a:cubicBezTo>
                <a:cubicBezTo>
                  <a:pt x="4852" y="158"/>
                  <a:pt x="4695" y="0"/>
                  <a:pt x="450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0" name="Google Shape;7920;p37"/>
          <p:cNvSpPr/>
          <p:nvPr/>
        </p:nvSpPr>
        <p:spPr>
          <a:xfrm>
            <a:off x="7254480" y="3012922"/>
            <a:ext cx="28633" cy="28633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27" y="1"/>
                  <a:pt x="0" y="158"/>
                  <a:pt x="0" y="347"/>
                </a:cubicBezTo>
                <a:cubicBezTo>
                  <a:pt x="0" y="536"/>
                  <a:pt x="127" y="694"/>
                  <a:pt x="347" y="694"/>
                </a:cubicBezTo>
                <a:cubicBezTo>
                  <a:pt x="536" y="694"/>
                  <a:pt x="694" y="536"/>
                  <a:pt x="694" y="347"/>
                </a:cubicBezTo>
                <a:cubicBezTo>
                  <a:pt x="662" y="158"/>
                  <a:pt x="505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1" name="Google Shape;7921;p37"/>
          <p:cNvSpPr/>
          <p:nvPr/>
        </p:nvSpPr>
        <p:spPr>
          <a:xfrm>
            <a:off x="7415440" y="2668474"/>
            <a:ext cx="85816" cy="198890"/>
          </a:xfrm>
          <a:custGeom>
            <a:rect b="b" l="l" r="r" t="t"/>
            <a:pathLst>
              <a:path extrusionOk="0" h="4821" w="2080">
                <a:moveTo>
                  <a:pt x="1008" y="0"/>
                </a:moveTo>
                <a:cubicBezTo>
                  <a:pt x="819" y="0"/>
                  <a:pt x="662" y="158"/>
                  <a:pt x="662" y="378"/>
                </a:cubicBezTo>
                <a:lnTo>
                  <a:pt x="662" y="757"/>
                </a:lnTo>
                <a:cubicBezTo>
                  <a:pt x="252" y="914"/>
                  <a:pt x="0" y="1261"/>
                  <a:pt x="0" y="1733"/>
                </a:cubicBezTo>
                <a:cubicBezTo>
                  <a:pt x="0" y="2300"/>
                  <a:pt x="473" y="2773"/>
                  <a:pt x="1008" y="2773"/>
                </a:cubicBezTo>
                <a:cubicBezTo>
                  <a:pt x="1323" y="2773"/>
                  <a:pt x="1481" y="3119"/>
                  <a:pt x="1260" y="3371"/>
                </a:cubicBezTo>
                <a:cubicBezTo>
                  <a:pt x="1197" y="3419"/>
                  <a:pt x="1103" y="3442"/>
                  <a:pt x="1012" y="3442"/>
                </a:cubicBezTo>
                <a:cubicBezTo>
                  <a:pt x="922" y="3442"/>
                  <a:pt x="835" y="3419"/>
                  <a:pt x="788" y="3371"/>
                </a:cubicBezTo>
                <a:cubicBezTo>
                  <a:pt x="725" y="3308"/>
                  <a:pt x="630" y="3277"/>
                  <a:pt x="540" y="3277"/>
                </a:cubicBezTo>
                <a:cubicBezTo>
                  <a:pt x="449" y="3277"/>
                  <a:pt x="362" y="3308"/>
                  <a:pt x="315" y="3371"/>
                </a:cubicBezTo>
                <a:cubicBezTo>
                  <a:pt x="189" y="3466"/>
                  <a:pt x="189" y="3718"/>
                  <a:pt x="315" y="3844"/>
                </a:cubicBezTo>
                <a:cubicBezTo>
                  <a:pt x="410" y="3939"/>
                  <a:pt x="536" y="4033"/>
                  <a:pt x="693" y="4065"/>
                </a:cubicBezTo>
                <a:lnTo>
                  <a:pt x="693" y="4474"/>
                </a:lnTo>
                <a:cubicBezTo>
                  <a:pt x="693" y="4663"/>
                  <a:pt x="851" y="4821"/>
                  <a:pt x="1040" y="4821"/>
                </a:cubicBezTo>
                <a:cubicBezTo>
                  <a:pt x="1260" y="4821"/>
                  <a:pt x="1418" y="4663"/>
                  <a:pt x="1418" y="4474"/>
                </a:cubicBezTo>
                <a:lnTo>
                  <a:pt x="1418" y="4065"/>
                </a:lnTo>
                <a:cubicBezTo>
                  <a:pt x="1796" y="3907"/>
                  <a:pt x="2079" y="3560"/>
                  <a:pt x="2079" y="3088"/>
                </a:cubicBezTo>
                <a:cubicBezTo>
                  <a:pt x="2079" y="2521"/>
                  <a:pt x="1607" y="2048"/>
                  <a:pt x="1040" y="2048"/>
                </a:cubicBezTo>
                <a:cubicBezTo>
                  <a:pt x="851" y="2048"/>
                  <a:pt x="693" y="1891"/>
                  <a:pt x="693" y="1702"/>
                </a:cubicBezTo>
                <a:cubicBezTo>
                  <a:pt x="693" y="1495"/>
                  <a:pt x="842" y="1356"/>
                  <a:pt x="1016" y="1356"/>
                </a:cubicBezTo>
                <a:cubicBezTo>
                  <a:pt x="1107" y="1356"/>
                  <a:pt x="1205" y="1394"/>
                  <a:pt x="1292" y="1481"/>
                </a:cubicBezTo>
                <a:cubicBezTo>
                  <a:pt x="1355" y="1528"/>
                  <a:pt x="1441" y="1552"/>
                  <a:pt x="1528" y="1552"/>
                </a:cubicBezTo>
                <a:cubicBezTo>
                  <a:pt x="1615" y="1552"/>
                  <a:pt x="1701" y="1528"/>
                  <a:pt x="1764" y="1481"/>
                </a:cubicBezTo>
                <a:cubicBezTo>
                  <a:pt x="1859" y="1355"/>
                  <a:pt x="1859" y="1103"/>
                  <a:pt x="1764" y="1009"/>
                </a:cubicBezTo>
                <a:cubicBezTo>
                  <a:pt x="1638" y="883"/>
                  <a:pt x="1512" y="788"/>
                  <a:pt x="1355" y="757"/>
                </a:cubicBezTo>
                <a:lnTo>
                  <a:pt x="1355" y="378"/>
                </a:lnTo>
                <a:cubicBezTo>
                  <a:pt x="1355" y="158"/>
                  <a:pt x="1197" y="0"/>
                  <a:pt x="100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2" name="Google Shape;7922;p37"/>
          <p:cNvSpPr/>
          <p:nvPr/>
        </p:nvSpPr>
        <p:spPr>
          <a:xfrm>
            <a:off x="7129635" y="2609353"/>
            <a:ext cx="482230" cy="479631"/>
          </a:xfrm>
          <a:custGeom>
            <a:rect b="b" l="l" r="r" t="t"/>
            <a:pathLst>
              <a:path extrusionOk="0" h="11626" w="11689">
                <a:moveTo>
                  <a:pt x="5009" y="1355"/>
                </a:moveTo>
                <a:cubicBezTo>
                  <a:pt x="4789" y="1576"/>
                  <a:pt x="4694" y="1796"/>
                  <a:pt x="4537" y="2049"/>
                </a:cubicBezTo>
                <a:lnTo>
                  <a:pt x="662" y="2049"/>
                </a:lnTo>
                <a:lnTo>
                  <a:pt x="662" y="1670"/>
                </a:lnTo>
                <a:cubicBezTo>
                  <a:pt x="662" y="1513"/>
                  <a:pt x="819" y="1355"/>
                  <a:pt x="1008" y="1355"/>
                </a:cubicBezTo>
                <a:close/>
                <a:moveTo>
                  <a:pt x="7908" y="694"/>
                </a:moveTo>
                <a:cubicBezTo>
                  <a:pt x="9609" y="694"/>
                  <a:pt x="10995" y="2080"/>
                  <a:pt x="10995" y="3781"/>
                </a:cubicBezTo>
                <a:cubicBezTo>
                  <a:pt x="10995" y="5451"/>
                  <a:pt x="9609" y="6837"/>
                  <a:pt x="7908" y="6837"/>
                </a:cubicBezTo>
                <a:cubicBezTo>
                  <a:pt x="7309" y="6837"/>
                  <a:pt x="6679" y="6680"/>
                  <a:pt x="6206" y="6365"/>
                </a:cubicBezTo>
                <a:cubicBezTo>
                  <a:pt x="6162" y="6342"/>
                  <a:pt x="6086" y="6320"/>
                  <a:pt x="6023" y="6320"/>
                </a:cubicBezTo>
                <a:cubicBezTo>
                  <a:pt x="5997" y="6320"/>
                  <a:pt x="5973" y="6324"/>
                  <a:pt x="5954" y="6333"/>
                </a:cubicBezTo>
                <a:cubicBezTo>
                  <a:pt x="5671" y="6396"/>
                  <a:pt x="5324" y="6522"/>
                  <a:pt x="5009" y="6648"/>
                </a:cubicBezTo>
                <a:lnTo>
                  <a:pt x="5324" y="5703"/>
                </a:lnTo>
                <a:cubicBezTo>
                  <a:pt x="5356" y="5609"/>
                  <a:pt x="5324" y="5514"/>
                  <a:pt x="5261" y="5420"/>
                </a:cubicBezTo>
                <a:cubicBezTo>
                  <a:pt x="4946" y="4947"/>
                  <a:pt x="4789" y="4348"/>
                  <a:pt x="4789" y="3781"/>
                </a:cubicBezTo>
                <a:cubicBezTo>
                  <a:pt x="4789" y="2080"/>
                  <a:pt x="6238" y="694"/>
                  <a:pt x="7908" y="694"/>
                </a:cubicBezTo>
                <a:close/>
                <a:moveTo>
                  <a:pt x="4253" y="2710"/>
                </a:moveTo>
                <a:cubicBezTo>
                  <a:pt x="4190" y="3025"/>
                  <a:pt x="4096" y="3372"/>
                  <a:pt x="4096" y="3718"/>
                </a:cubicBezTo>
                <a:cubicBezTo>
                  <a:pt x="4096" y="4411"/>
                  <a:pt x="4253" y="5041"/>
                  <a:pt x="4600" y="5609"/>
                </a:cubicBezTo>
                <a:lnTo>
                  <a:pt x="4127" y="7089"/>
                </a:lnTo>
                <a:cubicBezTo>
                  <a:pt x="4096" y="7184"/>
                  <a:pt x="4127" y="7341"/>
                  <a:pt x="4222" y="7436"/>
                </a:cubicBezTo>
                <a:cubicBezTo>
                  <a:pt x="4266" y="7480"/>
                  <a:pt x="4358" y="7525"/>
                  <a:pt x="4453" y="7525"/>
                </a:cubicBezTo>
                <a:cubicBezTo>
                  <a:pt x="4492" y="7525"/>
                  <a:pt x="4531" y="7517"/>
                  <a:pt x="4568" y="7499"/>
                </a:cubicBezTo>
                <a:cubicBezTo>
                  <a:pt x="4568" y="7499"/>
                  <a:pt x="5387" y="7247"/>
                  <a:pt x="6017" y="7026"/>
                </a:cubicBezTo>
                <a:cubicBezTo>
                  <a:pt x="6080" y="7089"/>
                  <a:pt x="6143" y="7089"/>
                  <a:pt x="6175" y="7121"/>
                </a:cubicBezTo>
                <a:lnTo>
                  <a:pt x="6175" y="8223"/>
                </a:lnTo>
                <a:lnTo>
                  <a:pt x="662" y="8223"/>
                </a:lnTo>
                <a:lnTo>
                  <a:pt x="662" y="2710"/>
                </a:lnTo>
                <a:close/>
                <a:moveTo>
                  <a:pt x="6112" y="8885"/>
                </a:moveTo>
                <a:lnTo>
                  <a:pt x="6112" y="10618"/>
                </a:lnTo>
                <a:cubicBezTo>
                  <a:pt x="6143" y="10807"/>
                  <a:pt x="5986" y="10964"/>
                  <a:pt x="5797" y="10964"/>
                </a:cubicBezTo>
                <a:lnTo>
                  <a:pt x="977" y="10964"/>
                </a:lnTo>
                <a:cubicBezTo>
                  <a:pt x="788" y="10964"/>
                  <a:pt x="630" y="10807"/>
                  <a:pt x="630" y="10618"/>
                </a:cubicBezTo>
                <a:lnTo>
                  <a:pt x="630" y="8885"/>
                </a:lnTo>
                <a:close/>
                <a:moveTo>
                  <a:pt x="7908" y="1"/>
                </a:moveTo>
                <a:cubicBezTo>
                  <a:pt x="7120" y="1"/>
                  <a:pt x="6364" y="221"/>
                  <a:pt x="5734" y="662"/>
                </a:cubicBezTo>
                <a:lnTo>
                  <a:pt x="1008" y="662"/>
                </a:lnTo>
                <a:cubicBezTo>
                  <a:pt x="473" y="662"/>
                  <a:pt x="0" y="1135"/>
                  <a:pt x="0" y="1670"/>
                </a:cubicBezTo>
                <a:lnTo>
                  <a:pt x="0" y="10618"/>
                </a:lnTo>
                <a:cubicBezTo>
                  <a:pt x="0" y="11153"/>
                  <a:pt x="473" y="11626"/>
                  <a:pt x="1008" y="11626"/>
                </a:cubicBezTo>
                <a:lnTo>
                  <a:pt x="5828" y="11626"/>
                </a:lnTo>
                <a:cubicBezTo>
                  <a:pt x="6364" y="11626"/>
                  <a:pt x="6837" y="11153"/>
                  <a:pt x="6837" y="10618"/>
                </a:cubicBezTo>
                <a:lnTo>
                  <a:pt x="6837" y="7341"/>
                </a:lnTo>
                <a:cubicBezTo>
                  <a:pt x="7215" y="7436"/>
                  <a:pt x="7561" y="7499"/>
                  <a:pt x="7908" y="7499"/>
                </a:cubicBezTo>
                <a:cubicBezTo>
                  <a:pt x="9987" y="7499"/>
                  <a:pt x="11688" y="5798"/>
                  <a:pt x="11688" y="3718"/>
                </a:cubicBezTo>
                <a:cubicBezTo>
                  <a:pt x="11657" y="1670"/>
                  <a:pt x="9956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3" name="Google Shape;7923;p37"/>
          <p:cNvSpPr/>
          <p:nvPr/>
        </p:nvSpPr>
        <p:spPr>
          <a:xfrm>
            <a:off x="1566667" y="2608053"/>
            <a:ext cx="454946" cy="482230"/>
          </a:xfrm>
          <a:custGeom>
            <a:rect b="b" l="l" r="r" t="t"/>
            <a:pathLst>
              <a:path extrusionOk="0" h="11689" w="11027">
                <a:moveTo>
                  <a:pt x="9924" y="1324"/>
                </a:moveTo>
                <a:cubicBezTo>
                  <a:pt x="10113" y="1324"/>
                  <a:pt x="10271" y="1481"/>
                  <a:pt x="10271" y="1702"/>
                </a:cubicBezTo>
                <a:lnTo>
                  <a:pt x="10271" y="9263"/>
                </a:lnTo>
                <a:lnTo>
                  <a:pt x="10302" y="9263"/>
                </a:lnTo>
                <a:cubicBezTo>
                  <a:pt x="10302" y="9452"/>
                  <a:pt x="10145" y="9610"/>
                  <a:pt x="9956" y="9610"/>
                </a:cubicBezTo>
                <a:lnTo>
                  <a:pt x="9609" y="9610"/>
                </a:lnTo>
                <a:lnTo>
                  <a:pt x="9609" y="8570"/>
                </a:lnTo>
                <a:cubicBezTo>
                  <a:pt x="9609" y="8381"/>
                  <a:pt x="9452" y="8223"/>
                  <a:pt x="9263" y="8223"/>
                </a:cubicBezTo>
                <a:lnTo>
                  <a:pt x="4442" y="8223"/>
                </a:lnTo>
                <a:cubicBezTo>
                  <a:pt x="4253" y="8223"/>
                  <a:pt x="4096" y="8381"/>
                  <a:pt x="4096" y="8570"/>
                </a:cubicBezTo>
                <a:lnTo>
                  <a:pt x="4096" y="9610"/>
                </a:lnTo>
                <a:lnTo>
                  <a:pt x="3434" y="9610"/>
                </a:lnTo>
                <a:lnTo>
                  <a:pt x="3434" y="1324"/>
                </a:lnTo>
                <a:close/>
                <a:moveTo>
                  <a:pt x="2426" y="631"/>
                </a:moveTo>
                <a:cubicBezTo>
                  <a:pt x="2647" y="631"/>
                  <a:pt x="2804" y="788"/>
                  <a:pt x="2804" y="977"/>
                </a:cubicBezTo>
                <a:lnTo>
                  <a:pt x="2804" y="9925"/>
                </a:lnTo>
                <a:cubicBezTo>
                  <a:pt x="2804" y="10114"/>
                  <a:pt x="2647" y="10271"/>
                  <a:pt x="2426" y="10271"/>
                </a:cubicBezTo>
                <a:lnTo>
                  <a:pt x="1071" y="10271"/>
                </a:lnTo>
                <a:cubicBezTo>
                  <a:pt x="851" y="10271"/>
                  <a:pt x="693" y="10114"/>
                  <a:pt x="693" y="9925"/>
                </a:cubicBezTo>
                <a:lnTo>
                  <a:pt x="693" y="977"/>
                </a:lnTo>
                <a:cubicBezTo>
                  <a:pt x="693" y="788"/>
                  <a:pt x="851" y="631"/>
                  <a:pt x="1071" y="631"/>
                </a:cubicBezTo>
                <a:close/>
                <a:moveTo>
                  <a:pt x="8948" y="8948"/>
                </a:moveTo>
                <a:lnTo>
                  <a:pt x="8948" y="10996"/>
                </a:lnTo>
                <a:lnTo>
                  <a:pt x="4852" y="10996"/>
                </a:lnTo>
                <a:lnTo>
                  <a:pt x="4852" y="8948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956"/>
                </a:lnTo>
                <a:cubicBezTo>
                  <a:pt x="0" y="10523"/>
                  <a:pt x="473" y="10996"/>
                  <a:pt x="1008" y="10996"/>
                </a:cubicBezTo>
                <a:lnTo>
                  <a:pt x="2395" y="10996"/>
                </a:lnTo>
                <a:cubicBezTo>
                  <a:pt x="2836" y="10996"/>
                  <a:pt x="3214" y="10712"/>
                  <a:pt x="3371" y="10303"/>
                </a:cubicBezTo>
                <a:lnTo>
                  <a:pt x="4127" y="10303"/>
                </a:lnTo>
                <a:lnTo>
                  <a:pt x="4127" y="11342"/>
                </a:lnTo>
                <a:cubicBezTo>
                  <a:pt x="4127" y="11531"/>
                  <a:pt x="4285" y="11689"/>
                  <a:pt x="4474" y="11689"/>
                </a:cubicBezTo>
                <a:lnTo>
                  <a:pt x="9294" y="11689"/>
                </a:lnTo>
                <a:cubicBezTo>
                  <a:pt x="9483" y="11689"/>
                  <a:pt x="9641" y="11531"/>
                  <a:pt x="9641" y="11342"/>
                </a:cubicBezTo>
                <a:lnTo>
                  <a:pt x="9641" y="10271"/>
                </a:lnTo>
                <a:lnTo>
                  <a:pt x="9987" y="10271"/>
                </a:lnTo>
                <a:cubicBezTo>
                  <a:pt x="10554" y="10271"/>
                  <a:pt x="11027" y="9799"/>
                  <a:pt x="11027" y="9263"/>
                </a:cubicBezTo>
                <a:lnTo>
                  <a:pt x="11027" y="1702"/>
                </a:lnTo>
                <a:cubicBezTo>
                  <a:pt x="10995" y="1103"/>
                  <a:pt x="10554" y="662"/>
                  <a:pt x="9956" y="662"/>
                </a:cubicBezTo>
                <a:lnTo>
                  <a:pt x="3371" y="662"/>
                </a:lnTo>
                <a:cubicBezTo>
                  <a:pt x="3214" y="284"/>
                  <a:pt x="2867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4" name="Google Shape;7924;p37"/>
          <p:cNvSpPr/>
          <p:nvPr/>
        </p:nvSpPr>
        <p:spPr>
          <a:xfrm>
            <a:off x="1736932" y="2691226"/>
            <a:ext cx="227494" cy="114448"/>
          </a:xfrm>
          <a:custGeom>
            <a:rect b="b" l="l" r="r" t="t"/>
            <a:pathLst>
              <a:path extrusionOk="0" h="2774" w="5514">
                <a:moveTo>
                  <a:pt x="4821" y="694"/>
                </a:moveTo>
                <a:lnTo>
                  <a:pt x="4821" y="2112"/>
                </a:lnTo>
                <a:lnTo>
                  <a:pt x="725" y="2112"/>
                </a:lnTo>
                <a:lnTo>
                  <a:pt x="725" y="694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8"/>
                </a:cubicBezTo>
                <a:lnTo>
                  <a:pt x="0" y="2427"/>
                </a:lnTo>
                <a:cubicBezTo>
                  <a:pt x="0" y="2616"/>
                  <a:pt x="158" y="2773"/>
                  <a:pt x="347" y="2773"/>
                </a:cubicBezTo>
                <a:lnTo>
                  <a:pt x="5167" y="2773"/>
                </a:lnTo>
                <a:cubicBezTo>
                  <a:pt x="5356" y="2773"/>
                  <a:pt x="5514" y="2616"/>
                  <a:pt x="5514" y="2427"/>
                </a:cubicBezTo>
                <a:lnTo>
                  <a:pt x="5514" y="348"/>
                </a:lnTo>
                <a:cubicBezTo>
                  <a:pt x="5514" y="158"/>
                  <a:pt x="5356" y="1"/>
                  <a:pt x="516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5" name="Google Shape;7925;p37"/>
          <p:cNvSpPr/>
          <p:nvPr/>
        </p:nvSpPr>
        <p:spPr>
          <a:xfrm>
            <a:off x="1738211" y="2835499"/>
            <a:ext cx="57265" cy="28672"/>
          </a:xfrm>
          <a:custGeom>
            <a:rect b="b" l="l" r="r" t="t"/>
            <a:pathLst>
              <a:path extrusionOk="0" h="695" w="1388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1" y="694"/>
                </a:lnTo>
                <a:cubicBezTo>
                  <a:pt x="1230" y="694"/>
                  <a:pt x="1387" y="537"/>
                  <a:pt x="1387" y="348"/>
                </a:cubicBezTo>
                <a:cubicBezTo>
                  <a:pt x="1356" y="127"/>
                  <a:pt x="1198" y="1"/>
                  <a:pt x="104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6" name="Google Shape;7926;p37"/>
          <p:cNvSpPr/>
          <p:nvPr/>
        </p:nvSpPr>
        <p:spPr>
          <a:xfrm>
            <a:off x="1738211" y="2890122"/>
            <a:ext cx="57265" cy="29912"/>
          </a:xfrm>
          <a:custGeom>
            <a:rect b="b" l="l" r="r" t="t"/>
            <a:pathLst>
              <a:path extrusionOk="0" h="725" w="1388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1" y="725"/>
                </a:lnTo>
                <a:cubicBezTo>
                  <a:pt x="1230" y="725"/>
                  <a:pt x="1387" y="567"/>
                  <a:pt x="1387" y="378"/>
                </a:cubicBezTo>
                <a:cubicBezTo>
                  <a:pt x="1356" y="158"/>
                  <a:pt x="1198" y="0"/>
                  <a:pt x="104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7" name="Google Shape;7927;p37"/>
          <p:cNvSpPr/>
          <p:nvPr/>
        </p:nvSpPr>
        <p:spPr>
          <a:xfrm>
            <a:off x="1822704" y="2890122"/>
            <a:ext cx="57224" cy="29912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8" name="Google Shape;7928;p37"/>
          <p:cNvSpPr/>
          <p:nvPr/>
        </p:nvSpPr>
        <p:spPr>
          <a:xfrm>
            <a:off x="1822704" y="2835499"/>
            <a:ext cx="57224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29" name="Google Shape;7929;p37"/>
          <p:cNvSpPr/>
          <p:nvPr/>
        </p:nvSpPr>
        <p:spPr>
          <a:xfrm>
            <a:off x="1907197" y="2835499"/>
            <a:ext cx="57224" cy="28672"/>
          </a:xfrm>
          <a:custGeom>
            <a:rect b="b" l="l" r="r" t="t"/>
            <a:pathLst>
              <a:path extrusionOk="0" h="695" w="1387">
                <a:moveTo>
                  <a:pt x="379" y="1"/>
                </a:moveTo>
                <a:cubicBezTo>
                  <a:pt x="158" y="1"/>
                  <a:pt x="1" y="159"/>
                  <a:pt x="1" y="348"/>
                </a:cubicBezTo>
                <a:cubicBezTo>
                  <a:pt x="1" y="537"/>
                  <a:pt x="158" y="694"/>
                  <a:pt x="379" y="694"/>
                </a:cubicBezTo>
                <a:lnTo>
                  <a:pt x="1040" y="694"/>
                </a:lnTo>
                <a:cubicBezTo>
                  <a:pt x="1229" y="694"/>
                  <a:pt x="1387" y="537"/>
                  <a:pt x="1387" y="348"/>
                </a:cubicBezTo>
                <a:cubicBezTo>
                  <a:pt x="1387" y="127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0" name="Google Shape;7930;p37"/>
          <p:cNvSpPr/>
          <p:nvPr/>
        </p:nvSpPr>
        <p:spPr>
          <a:xfrm>
            <a:off x="1907197" y="2890122"/>
            <a:ext cx="57224" cy="29912"/>
          </a:xfrm>
          <a:custGeom>
            <a:rect b="b" l="l" r="r" t="t"/>
            <a:pathLst>
              <a:path extrusionOk="0" h="725" w="1387">
                <a:moveTo>
                  <a:pt x="379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79" y="725"/>
                </a:cubicBezTo>
                <a:lnTo>
                  <a:pt x="1040" y="725"/>
                </a:lnTo>
                <a:cubicBezTo>
                  <a:pt x="1229" y="725"/>
                  <a:pt x="1387" y="567"/>
                  <a:pt x="1387" y="378"/>
                </a:cubicBezTo>
                <a:cubicBezTo>
                  <a:pt x="1387" y="158"/>
                  <a:pt x="1229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1" name="Google Shape;7931;p37"/>
          <p:cNvSpPr/>
          <p:nvPr/>
        </p:nvSpPr>
        <p:spPr>
          <a:xfrm>
            <a:off x="1794113" y="3004484"/>
            <a:ext cx="113128" cy="28633"/>
          </a:xfrm>
          <a:custGeom>
            <a:rect b="b" l="l" r="r" t="t"/>
            <a:pathLst>
              <a:path extrusionOk="0" h="694" w="2742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584" y="694"/>
                  <a:pt x="2742" y="536"/>
                  <a:pt x="2742" y="347"/>
                </a:cubicBezTo>
                <a:cubicBezTo>
                  <a:pt x="2742" y="158"/>
                  <a:pt x="2584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2" name="Google Shape;7932;p37"/>
          <p:cNvSpPr/>
          <p:nvPr/>
        </p:nvSpPr>
        <p:spPr>
          <a:xfrm>
            <a:off x="4644511" y="2875952"/>
            <a:ext cx="480980" cy="199397"/>
          </a:xfrm>
          <a:custGeom>
            <a:rect b="b" l="l" r="r" t="t"/>
            <a:pathLst>
              <a:path extrusionOk="0" h="4833" w="11658">
                <a:moveTo>
                  <a:pt x="978" y="706"/>
                </a:moveTo>
                <a:cubicBezTo>
                  <a:pt x="1167" y="706"/>
                  <a:pt x="1324" y="863"/>
                  <a:pt x="1324" y="1052"/>
                </a:cubicBezTo>
                <a:lnTo>
                  <a:pt x="1324" y="3762"/>
                </a:lnTo>
                <a:cubicBezTo>
                  <a:pt x="1324" y="3982"/>
                  <a:pt x="1167" y="4140"/>
                  <a:pt x="978" y="4140"/>
                </a:cubicBezTo>
                <a:lnTo>
                  <a:pt x="631" y="4140"/>
                </a:lnTo>
                <a:lnTo>
                  <a:pt x="631" y="706"/>
                </a:lnTo>
                <a:close/>
                <a:moveTo>
                  <a:pt x="3866" y="717"/>
                </a:moveTo>
                <a:cubicBezTo>
                  <a:pt x="4374" y="717"/>
                  <a:pt x="4886" y="859"/>
                  <a:pt x="5325" y="1147"/>
                </a:cubicBezTo>
                <a:cubicBezTo>
                  <a:pt x="5672" y="1367"/>
                  <a:pt x="5703" y="1399"/>
                  <a:pt x="5829" y="1399"/>
                </a:cubicBezTo>
                <a:lnTo>
                  <a:pt x="7247" y="1399"/>
                </a:lnTo>
                <a:cubicBezTo>
                  <a:pt x="7436" y="1399"/>
                  <a:pt x="7594" y="1556"/>
                  <a:pt x="7594" y="1777"/>
                </a:cubicBezTo>
                <a:cubicBezTo>
                  <a:pt x="7594" y="1966"/>
                  <a:pt x="7436" y="2124"/>
                  <a:pt x="7247" y="2124"/>
                </a:cubicBezTo>
                <a:lnTo>
                  <a:pt x="4758" y="2124"/>
                </a:lnTo>
                <a:cubicBezTo>
                  <a:pt x="4380" y="2124"/>
                  <a:pt x="4034" y="2344"/>
                  <a:pt x="3845" y="2659"/>
                </a:cubicBezTo>
                <a:cubicBezTo>
                  <a:pt x="3782" y="2817"/>
                  <a:pt x="3845" y="3069"/>
                  <a:pt x="4002" y="3132"/>
                </a:cubicBezTo>
                <a:cubicBezTo>
                  <a:pt x="4045" y="3158"/>
                  <a:pt x="4096" y="3169"/>
                  <a:pt x="4148" y="3169"/>
                </a:cubicBezTo>
                <a:cubicBezTo>
                  <a:pt x="4284" y="3169"/>
                  <a:pt x="4429" y="3088"/>
                  <a:pt x="4475" y="2974"/>
                </a:cubicBezTo>
                <a:cubicBezTo>
                  <a:pt x="4538" y="2848"/>
                  <a:pt x="4632" y="2785"/>
                  <a:pt x="4790" y="2785"/>
                </a:cubicBezTo>
                <a:lnTo>
                  <a:pt x="7562" y="2785"/>
                </a:lnTo>
                <a:cubicBezTo>
                  <a:pt x="7783" y="2785"/>
                  <a:pt x="8003" y="2722"/>
                  <a:pt x="8192" y="2596"/>
                </a:cubicBezTo>
                <a:lnTo>
                  <a:pt x="10555" y="769"/>
                </a:lnTo>
                <a:cubicBezTo>
                  <a:pt x="10603" y="747"/>
                  <a:pt x="10649" y="737"/>
                  <a:pt x="10693" y="737"/>
                </a:cubicBezTo>
                <a:cubicBezTo>
                  <a:pt x="10969" y="737"/>
                  <a:pt x="11146" y="1123"/>
                  <a:pt x="10902" y="1367"/>
                </a:cubicBezTo>
                <a:cubicBezTo>
                  <a:pt x="10844" y="1406"/>
                  <a:pt x="10817" y="1419"/>
                  <a:pt x="10805" y="1419"/>
                </a:cubicBezTo>
                <a:cubicBezTo>
                  <a:pt x="10780" y="1419"/>
                  <a:pt x="10836" y="1354"/>
                  <a:pt x="10826" y="1354"/>
                </a:cubicBezTo>
                <a:cubicBezTo>
                  <a:pt x="10804" y="1354"/>
                  <a:pt x="10447" y="1686"/>
                  <a:pt x="8066" y="3856"/>
                </a:cubicBezTo>
                <a:cubicBezTo>
                  <a:pt x="7877" y="4014"/>
                  <a:pt x="7625" y="4140"/>
                  <a:pt x="7373" y="4140"/>
                </a:cubicBezTo>
                <a:lnTo>
                  <a:pt x="3435" y="4140"/>
                </a:lnTo>
                <a:cubicBezTo>
                  <a:pt x="2962" y="4140"/>
                  <a:pt x="2490" y="4014"/>
                  <a:pt x="2049" y="3825"/>
                </a:cubicBezTo>
                <a:lnTo>
                  <a:pt x="2049" y="1399"/>
                </a:lnTo>
                <a:lnTo>
                  <a:pt x="2332" y="1210"/>
                </a:lnTo>
                <a:cubicBezTo>
                  <a:pt x="2774" y="883"/>
                  <a:pt x="3318" y="717"/>
                  <a:pt x="3866" y="717"/>
                </a:cubicBezTo>
                <a:close/>
                <a:moveTo>
                  <a:pt x="3817" y="0"/>
                </a:moveTo>
                <a:cubicBezTo>
                  <a:pt x="3151" y="0"/>
                  <a:pt x="2491" y="205"/>
                  <a:pt x="1923" y="611"/>
                </a:cubicBezTo>
                <a:cubicBezTo>
                  <a:pt x="1765" y="265"/>
                  <a:pt x="1419" y="13"/>
                  <a:pt x="1009" y="13"/>
                </a:cubicBezTo>
                <a:lnTo>
                  <a:pt x="348" y="13"/>
                </a:lnTo>
                <a:cubicBezTo>
                  <a:pt x="159" y="13"/>
                  <a:pt x="1" y="170"/>
                  <a:pt x="1" y="391"/>
                </a:cubicBezTo>
                <a:lnTo>
                  <a:pt x="1" y="4486"/>
                </a:lnTo>
                <a:cubicBezTo>
                  <a:pt x="1" y="4675"/>
                  <a:pt x="159" y="4833"/>
                  <a:pt x="348" y="4833"/>
                </a:cubicBezTo>
                <a:lnTo>
                  <a:pt x="1009" y="4833"/>
                </a:lnTo>
                <a:cubicBezTo>
                  <a:pt x="1324" y="4833"/>
                  <a:pt x="1608" y="4675"/>
                  <a:pt x="1797" y="4486"/>
                </a:cubicBezTo>
                <a:cubicBezTo>
                  <a:pt x="2332" y="4707"/>
                  <a:pt x="2868" y="4833"/>
                  <a:pt x="3435" y="4833"/>
                </a:cubicBezTo>
                <a:lnTo>
                  <a:pt x="7373" y="4833"/>
                </a:lnTo>
                <a:cubicBezTo>
                  <a:pt x="7783" y="4833"/>
                  <a:pt x="8192" y="4675"/>
                  <a:pt x="8507" y="4392"/>
                </a:cubicBezTo>
                <a:cubicBezTo>
                  <a:pt x="8539" y="4392"/>
                  <a:pt x="11217" y="1903"/>
                  <a:pt x="11248" y="1872"/>
                </a:cubicBezTo>
                <a:cubicBezTo>
                  <a:pt x="11406" y="1809"/>
                  <a:pt x="11658" y="1493"/>
                  <a:pt x="11658" y="1084"/>
                </a:cubicBezTo>
                <a:cubicBezTo>
                  <a:pt x="11658" y="454"/>
                  <a:pt x="11185" y="44"/>
                  <a:pt x="10618" y="44"/>
                </a:cubicBezTo>
                <a:cubicBezTo>
                  <a:pt x="10303" y="44"/>
                  <a:pt x="10051" y="202"/>
                  <a:pt x="9925" y="296"/>
                </a:cubicBezTo>
                <a:lnTo>
                  <a:pt x="8192" y="1619"/>
                </a:lnTo>
                <a:cubicBezTo>
                  <a:pt x="8098" y="1084"/>
                  <a:pt x="7688" y="706"/>
                  <a:pt x="7153" y="706"/>
                </a:cubicBezTo>
                <a:lnTo>
                  <a:pt x="5861" y="706"/>
                </a:lnTo>
                <a:lnTo>
                  <a:pt x="5640" y="548"/>
                </a:lnTo>
                <a:cubicBezTo>
                  <a:pt x="5075" y="182"/>
                  <a:pt x="4444" y="0"/>
                  <a:pt x="38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3" name="Google Shape;7933;p37"/>
          <p:cNvSpPr/>
          <p:nvPr/>
        </p:nvSpPr>
        <p:spPr>
          <a:xfrm>
            <a:off x="4813497" y="2623010"/>
            <a:ext cx="253527" cy="254806"/>
          </a:xfrm>
          <a:custGeom>
            <a:rect b="b" l="l" r="r" t="t"/>
            <a:pathLst>
              <a:path extrusionOk="0" h="6176" w="6145">
                <a:moveTo>
                  <a:pt x="3057" y="693"/>
                </a:moveTo>
                <a:cubicBezTo>
                  <a:pt x="4411" y="693"/>
                  <a:pt x="5482" y="1765"/>
                  <a:pt x="5482" y="3088"/>
                </a:cubicBezTo>
                <a:cubicBezTo>
                  <a:pt x="5482" y="4442"/>
                  <a:pt x="4411" y="5482"/>
                  <a:pt x="3057" y="5482"/>
                </a:cubicBezTo>
                <a:cubicBezTo>
                  <a:pt x="1733" y="5482"/>
                  <a:pt x="662" y="4442"/>
                  <a:pt x="662" y="3088"/>
                </a:cubicBezTo>
                <a:cubicBezTo>
                  <a:pt x="662" y="1765"/>
                  <a:pt x="1733" y="693"/>
                  <a:pt x="3057" y="693"/>
                </a:cubicBezTo>
                <a:close/>
                <a:moveTo>
                  <a:pt x="3057" y="0"/>
                </a:moveTo>
                <a:cubicBezTo>
                  <a:pt x="1387" y="0"/>
                  <a:pt x="1" y="1387"/>
                  <a:pt x="1" y="3088"/>
                </a:cubicBezTo>
                <a:cubicBezTo>
                  <a:pt x="1" y="4789"/>
                  <a:pt x="1387" y="6175"/>
                  <a:pt x="3057" y="6175"/>
                </a:cubicBezTo>
                <a:cubicBezTo>
                  <a:pt x="4758" y="6175"/>
                  <a:pt x="6144" y="4789"/>
                  <a:pt x="6144" y="3088"/>
                </a:cubicBezTo>
                <a:cubicBezTo>
                  <a:pt x="6144" y="1387"/>
                  <a:pt x="4758" y="0"/>
                  <a:pt x="30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4" name="Google Shape;7934;p37"/>
          <p:cNvSpPr/>
          <p:nvPr/>
        </p:nvSpPr>
        <p:spPr>
          <a:xfrm>
            <a:off x="4870678" y="2680192"/>
            <a:ext cx="139112" cy="140441"/>
          </a:xfrm>
          <a:custGeom>
            <a:rect b="b" l="l" r="r" t="t"/>
            <a:pathLst>
              <a:path extrusionOk="0" h="3404" w="3372">
                <a:moveTo>
                  <a:pt x="1671" y="631"/>
                </a:moveTo>
                <a:cubicBezTo>
                  <a:pt x="2238" y="631"/>
                  <a:pt x="2710" y="1103"/>
                  <a:pt x="2710" y="1670"/>
                </a:cubicBezTo>
                <a:cubicBezTo>
                  <a:pt x="2710" y="2206"/>
                  <a:pt x="2238" y="2678"/>
                  <a:pt x="1671" y="2678"/>
                </a:cubicBezTo>
                <a:cubicBezTo>
                  <a:pt x="1135" y="2678"/>
                  <a:pt x="662" y="2206"/>
                  <a:pt x="662" y="1670"/>
                </a:cubicBezTo>
                <a:cubicBezTo>
                  <a:pt x="662" y="1103"/>
                  <a:pt x="1135" y="631"/>
                  <a:pt x="1671" y="631"/>
                </a:cubicBezTo>
                <a:close/>
                <a:moveTo>
                  <a:pt x="1671" y="1"/>
                </a:moveTo>
                <a:cubicBezTo>
                  <a:pt x="725" y="1"/>
                  <a:pt x="1" y="757"/>
                  <a:pt x="1" y="1702"/>
                </a:cubicBezTo>
                <a:cubicBezTo>
                  <a:pt x="1" y="2647"/>
                  <a:pt x="725" y="3403"/>
                  <a:pt x="1671" y="3403"/>
                </a:cubicBezTo>
                <a:cubicBezTo>
                  <a:pt x="2616" y="3403"/>
                  <a:pt x="3372" y="2647"/>
                  <a:pt x="3372" y="1702"/>
                </a:cubicBezTo>
                <a:cubicBezTo>
                  <a:pt x="3372" y="757"/>
                  <a:pt x="2616" y="1"/>
                  <a:pt x="16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5" name="Google Shape;7935;p37"/>
          <p:cNvSpPr/>
          <p:nvPr/>
        </p:nvSpPr>
        <p:spPr>
          <a:xfrm>
            <a:off x="7748097" y="2607201"/>
            <a:ext cx="484858" cy="48357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6" name="Google Shape;7936;p37"/>
          <p:cNvSpPr/>
          <p:nvPr/>
        </p:nvSpPr>
        <p:spPr>
          <a:xfrm>
            <a:off x="2169952" y="2608053"/>
            <a:ext cx="483538" cy="482230"/>
          </a:xfrm>
          <a:custGeom>
            <a:rect b="b" l="l" r="r" t="t"/>
            <a:pathLst>
              <a:path extrusionOk="0" h="11689" w="11720">
                <a:moveTo>
                  <a:pt x="10649" y="693"/>
                </a:moveTo>
                <a:cubicBezTo>
                  <a:pt x="10838" y="693"/>
                  <a:pt x="10995" y="851"/>
                  <a:pt x="10995" y="1040"/>
                </a:cubicBezTo>
                <a:lnTo>
                  <a:pt x="10995" y="7593"/>
                </a:lnTo>
                <a:lnTo>
                  <a:pt x="693" y="7593"/>
                </a:lnTo>
                <a:lnTo>
                  <a:pt x="693" y="1040"/>
                </a:lnTo>
                <a:cubicBezTo>
                  <a:pt x="725" y="851"/>
                  <a:pt x="882" y="693"/>
                  <a:pt x="1040" y="693"/>
                </a:cubicBezTo>
                <a:close/>
                <a:moveTo>
                  <a:pt x="10995" y="8223"/>
                </a:moveTo>
                <a:lnTo>
                  <a:pt x="10995" y="8569"/>
                </a:lnTo>
                <a:cubicBezTo>
                  <a:pt x="11027" y="8821"/>
                  <a:pt x="10869" y="8916"/>
                  <a:pt x="10680" y="8916"/>
                </a:cubicBezTo>
                <a:lnTo>
                  <a:pt x="1040" y="8916"/>
                </a:lnTo>
                <a:cubicBezTo>
                  <a:pt x="851" y="8916"/>
                  <a:pt x="693" y="8758"/>
                  <a:pt x="693" y="8569"/>
                </a:cubicBezTo>
                <a:lnTo>
                  <a:pt x="693" y="8223"/>
                </a:lnTo>
                <a:close/>
                <a:moveTo>
                  <a:pt x="6679" y="9641"/>
                </a:moveTo>
                <a:lnTo>
                  <a:pt x="6994" y="11027"/>
                </a:lnTo>
                <a:lnTo>
                  <a:pt x="4694" y="11027"/>
                </a:lnTo>
                <a:lnTo>
                  <a:pt x="5009" y="9641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8569"/>
                </a:lnTo>
                <a:cubicBezTo>
                  <a:pt x="0" y="9137"/>
                  <a:pt x="473" y="9609"/>
                  <a:pt x="1040" y="9609"/>
                </a:cubicBezTo>
                <a:lnTo>
                  <a:pt x="4316" y="9609"/>
                </a:lnTo>
                <a:lnTo>
                  <a:pt x="4001" y="10964"/>
                </a:lnTo>
                <a:lnTo>
                  <a:pt x="3087" y="10964"/>
                </a:lnTo>
                <a:cubicBezTo>
                  <a:pt x="2898" y="10964"/>
                  <a:pt x="2741" y="11121"/>
                  <a:pt x="2741" y="11342"/>
                </a:cubicBezTo>
                <a:cubicBezTo>
                  <a:pt x="2741" y="11531"/>
                  <a:pt x="2898" y="11688"/>
                  <a:pt x="3087" y="11688"/>
                </a:cubicBezTo>
                <a:lnTo>
                  <a:pt x="8569" y="11688"/>
                </a:lnTo>
                <a:cubicBezTo>
                  <a:pt x="8758" y="11688"/>
                  <a:pt x="8916" y="11531"/>
                  <a:pt x="8916" y="11342"/>
                </a:cubicBezTo>
                <a:cubicBezTo>
                  <a:pt x="8916" y="11121"/>
                  <a:pt x="8758" y="10964"/>
                  <a:pt x="8569" y="10964"/>
                </a:cubicBezTo>
                <a:lnTo>
                  <a:pt x="7656" y="10964"/>
                </a:lnTo>
                <a:lnTo>
                  <a:pt x="7341" y="9609"/>
                </a:lnTo>
                <a:lnTo>
                  <a:pt x="10649" y="9609"/>
                </a:lnTo>
                <a:cubicBezTo>
                  <a:pt x="11216" y="9609"/>
                  <a:pt x="11688" y="9137"/>
                  <a:pt x="11688" y="8569"/>
                </a:cubicBezTo>
                <a:lnTo>
                  <a:pt x="11688" y="1008"/>
                </a:lnTo>
                <a:cubicBezTo>
                  <a:pt x="11720" y="473"/>
                  <a:pt x="11247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7" name="Google Shape;7937;p37"/>
          <p:cNvSpPr/>
          <p:nvPr/>
        </p:nvSpPr>
        <p:spPr>
          <a:xfrm>
            <a:off x="2254404" y="2662635"/>
            <a:ext cx="313309" cy="227810"/>
          </a:xfrm>
          <a:custGeom>
            <a:rect b="b" l="l" r="r" t="t"/>
            <a:pathLst>
              <a:path extrusionOk="0" h="5522" w="7594">
                <a:moveTo>
                  <a:pt x="2994" y="725"/>
                </a:moveTo>
                <a:lnTo>
                  <a:pt x="2332" y="1387"/>
                </a:lnTo>
                <a:lnTo>
                  <a:pt x="1230" y="1387"/>
                </a:lnTo>
                <a:lnTo>
                  <a:pt x="1891" y="725"/>
                </a:lnTo>
                <a:close/>
                <a:moveTo>
                  <a:pt x="3781" y="882"/>
                </a:moveTo>
                <a:lnTo>
                  <a:pt x="4349" y="1418"/>
                </a:lnTo>
                <a:lnTo>
                  <a:pt x="3246" y="1418"/>
                </a:lnTo>
                <a:lnTo>
                  <a:pt x="3781" y="882"/>
                </a:lnTo>
                <a:close/>
                <a:moveTo>
                  <a:pt x="5735" y="756"/>
                </a:moveTo>
                <a:lnTo>
                  <a:pt x="6396" y="1418"/>
                </a:lnTo>
                <a:lnTo>
                  <a:pt x="5294" y="1418"/>
                </a:lnTo>
                <a:lnTo>
                  <a:pt x="4632" y="756"/>
                </a:lnTo>
                <a:close/>
                <a:moveTo>
                  <a:pt x="2175" y="2080"/>
                </a:moveTo>
                <a:lnTo>
                  <a:pt x="2868" y="3749"/>
                </a:lnTo>
                <a:lnTo>
                  <a:pt x="1198" y="2080"/>
                </a:lnTo>
                <a:close/>
                <a:moveTo>
                  <a:pt x="6396" y="2080"/>
                </a:moveTo>
                <a:lnTo>
                  <a:pt x="4727" y="3749"/>
                </a:lnTo>
                <a:lnTo>
                  <a:pt x="5420" y="2080"/>
                </a:lnTo>
                <a:close/>
                <a:moveTo>
                  <a:pt x="4664" y="2080"/>
                </a:moveTo>
                <a:lnTo>
                  <a:pt x="3781" y="4253"/>
                </a:lnTo>
                <a:lnTo>
                  <a:pt x="2931" y="2080"/>
                </a:lnTo>
                <a:close/>
                <a:moveTo>
                  <a:pt x="1734" y="0"/>
                </a:moveTo>
                <a:cubicBezTo>
                  <a:pt x="1671" y="0"/>
                  <a:pt x="1545" y="32"/>
                  <a:pt x="1513" y="126"/>
                </a:cubicBezTo>
                <a:lnTo>
                  <a:pt x="127" y="1513"/>
                </a:lnTo>
                <a:cubicBezTo>
                  <a:pt x="1" y="1670"/>
                  <a:pt x="1" y="1859"/>
                  <a:pt x="127" y="2017"/>
                </a:cubicBezTo>
                <a:lnTo>
                  <a:pt x="3561" y="5451"/>
                </a:lnTo>
                <a:cubicBezTo>
                  <a:pt x="3624" y="5498"/>
                  <a:pt x="3711" y="5522"/>
                  <a:pt x="3797" y="5522"/>
                </a:cubicBezTo>
                <a:cubicBezTo>
                  <a:pt x="3884" y="5522"/>
                  <a:pt x="3970" y="5498"/>
                  <a:pt x="4033" y="5451"/>
                </a:cubicBezTo>
                <a:lnTo>
                  <a:pt x="7468" y="2017"/>
                </a:lnTo>
                <a:cubicBezTo>
                  <a:pt x="7594" y="1891"/>
                  <a:pt x="7594" y="1702"/>
                  <a:pt x="7499" y="1544"/>
                </a:cubicBezTo>
                <a:lnTo>
                  <a:pt x="7468" y="1513"/>
                </a:lnTo>
                <a:lnTo>
                  <a:pt x="6081" y="126"/>
                </a:lnTo>
                <a:cubicBezTo>
                  <a:pt x="6018" y="32"/>
                  <a:pt x="5924" y="0"/>
                  <a:pt x="586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8" name="Google Shape;7938;p37"/>
          <p:cNvSpPr/>
          <p:nvPr/>
        </p:nvSpPr>
        <p:spPr>
          <a:xfrm>
            <a:off x="5252605" y="2607414"/>
            <a:ext cx="480980" cy="483538"/>
          </a:xfrm>
          <a:custGeom>
            <a:rect b="b" l="l" r="r" t="t"/>
            <a:pathLst>
              <a:path extrusionOk="0" h="11720" w="11658">
                <a:moveTo>
                  <a:pt x="4380" y="693"/>
                </a:moveTo>
                <a:cubicBezTo>
                  <a:pt x="6774" y="693"/>
                  <a:pt x="8161" y="1355"/>
                  <a:pt x="8161" y="1733"/>
                </a:cubicBezTo>
                <a:cubicBezTo>
                  <a:pt x="8161" y="2080"/>
                  <a:pt x="6774" y="2741"/>
                  <a:pt x="4380" y="2741"/>
                </a:cubicBezTo>
                <a:cubicBezTo>
                  <a:pt x="1986" y="2741"/>
                  <a:pt x="599" y="2080"/>
                  <a:pt x="599" y="1733"/>
                </a:cubicBezTo>
                <a:cubicBezTo>
                  <a:pt x="631" y="1355"/>
                  <a:pt x="2017" y="693"/>
                  <a:pt x="4380" y="693"/>
                </a:cubicBezTo>
                <a:close/>
                <a:moveTo>
                  <a:pt x="8224" y="2710"/>
                </a:moveTo>
                <a:lnTo>
                  <a:pt x="8224" y="4190"/>
                </a:lnTo>
                <a:lnTo>
                  <a:pt x="7845" y="4190"/>
                </a:lnTo>
                <a:cubicBezTo>
                  <a:pt x="7815" y="4189"/>
                  <a:pt x="7784" y="4189"/>
                  <a:pt x="7753" y="4189"/>
                </a:cubicBezTo>
                <a:cubicBezTo>
                  <a:pt x="6625" y="4189"/>
                  <a:pt x="5622" y="4748"/>
                  <a:pt x="4947" y="5545"/>
                </a:cubicBezTo>
                <a:cubicBezTo>
                  <a:pt x="4743" y="5555"/>
                  <a:pt x="4544" y="5560"/>
                  <a:pt x="4352" y="5560"/>
                </a:cubicBezTo>
                <a:cubicBezTo>
                  <a:pt x="2081" y="5560"/>
                  <a:pt x="662" y="4912"/>
                  <a:pt x="662" y="4505"/>
                </a:cubicBezTo>
                <a:lnTo>
                  <a:pt x="662" y="2710"/>
                </a:lnTo>
                <a:cubicBezTo>
                  <a:pt x="1639" y="3308"/>
                  <a:pt x="3246" y="3466"/>
                  <a:pt x="4443" y="3466"/>
                </a:cubicBezTo>
                <a:cubicBezTo>
                  <a:pt x="5577" y="3466"/>
                  <a:pt x="7215" y="3308"/>
                  <a:pt x="8224" y="2710"/>
                </a:cubicBezTo>
                <a:close/>
                <a:moveTo>
                  <a:pt x="631" y="5514"/>
                </a:moveTo>
                <a:cubicBezTo>
                  <a:pt x="1639" y="6081"/>
                  <a:pt x="3309" y="6238"/>
                  <a:pt x="4474" y="6238"/>
                </a:cubicBezTo>
                <a:cubicBezTo>
                  <a:pt x="4222" y="6711"/>
                  <a:pt x="4065" y="7309"/>
                  <a:pt x="4065" y="7939"/>
                </a:cubicBezTo>
                <a:lnTo>
                  <a:pt x="4065" y="8286"/>
                </a:lnTo>
                <a:cubicBezTo>
                  <a:pt x="1860" y="8223"/>
                  <a:pt x="631" y="7624"/>
                  <a:pt x="631" y="7278"/>
                </a:cubicBezTo>
                <a:lnTo>
                  <a:pt x="631" y="5514"/>
                </a:lnTo>
                <a:close/>
                <a:moveTo>
                  <a:pt x="631" y="8223"/>
                </a:moveTo>
                <a:cubicBezTo>
                  <a:pt x="1576" y="8759"/>
                  <a:pt x="3120" y="8979"/>
                  <a:pt x="4222" y="8979"/>
                </a:cubicBezTo>
                <a:cubicBezTo>
                  <a:pt x="4474" y="9798"/>
                  <a:pt x="4947" y="10460"/>
                  <a:pt x="5609" y="10964"/>
                </a:cubicBezTo>
                <a:cubicBezTo>
                  <a:pt x="5199" y="11005"/>
                  <a:pt x="4802" y="11024"/>
                  <a:pt x="4424" y="11024"/>
                </a:cubicBezTo>
                <a:cubicBezTo>
                  <a:pt x="2216" y="11024"/>
                  <a:pt x="631" y="10391"/>
                  <a:pt x="631" y="9987"/>
                </a:cubicBezTo>
                <a:lnTo>
                  <a:pt x="631" y="8223"/>
                </a:lnTo>
                <a:close/>
                <a:moveTo>
                  <a:pt x="7814" y="4852"/>
                </a:moveTo>
                <a:cubicBezTo>
                  <a:pt x="9515" y="4852"/>
                  <a:pt x="10933" y="6238"/>
                  <a:pt x="10933" y="7939"/>
                </a:cubicBezTo>
                <a:cubicBezTo>
                  <a:pt x="10964" y="9641"/>
                  <a:pt x="9547" y="11027"/>
                  <a:pt x="7814" y="11027"/>
                </a:cubicBezTo>
                <a:cubicBezTo>
                  <a:pt x="6113" y="11027"/>
                  <a:pt x="4726" y="9641"/>
                  <a:pt x="4726" y="7939"/>
                </a:cubicBezTo>
                <a:cubicBezTo>
                  <a:pt x="4726" y="6238"/>
                  <a:pt x="6113" y="4852"/>
                  <a:pt x="7814" y="4852"/>
                </a:cubicBezTo>
                <a:close/>
                <a:moveTo>
                  <a:pt x="4411" y="0"/>
                </a:moveTo>
                <a:cubicBezTo>
                  <a:pt x="3277" y="0"/>
                  <a:pt x="2206" y="158"/>
                  <a:pt x="1418" y="410"/>
                </a:cubicBezTo>
                <a:cubicBezTo>
                  <a:pt x="253" y="819"/>
                  <a:pt x="1" y="1323"/>
                  <a:pt x="1" y="1733"/>
                </a:cubicBezTo>
                <a:lnTo>
                  <a:pt x="1" y="9987"/>
                </a:lnTo>
                <a:cubicBezTo>
                  <a:pt x="1" y="10334"/>
                  <a:pt x="253" y="10901"/>
                  <a:pt x="1418" y="11279"/>
                </a:cubicBezTo>
                <a:cubicBezTo>
                  <a:pt x="2269" y="11562"/>
                  <a:pt x="3309" y="11720"/>
                  <a:pt x="4411" y="11720"/>
                </a:cubicBezTo>
                <a:cubicBezTo>
                  <a:pt x="5199" y="11720"/>
                  <a:pt x="5955" y="11657"/>
                  <a:pt x="6617" y="11531"/>
                </a:cubicBezTo>
                <a:cubicBezTo>
                  <a:pt x="7026" y="11657"/>
                  <a:pt x="7404" y="11720"/>
                  <a:pt x="7845" y="11720"/>
                </a:cubicBezTo>
                <a:cubicBezTo>
                  <a:pt x="9925" y="11720"/>
                  <a:pt x="11658" y="10019"/>
                  <a:pt x="11658" y="7939"/>
                </a:cubicBezTo>
                <a:cubicBezTo>
                  <a:pt x="11626" y="6175"/>
                  <a:pt x="10397" y="4757"/>
                  <a:pt x="8822" y="4316"/>
                </a:cubicBezTo>
                <a:lnTo>
                  <a:pt x="8822" y="1733"/>
                </a:lnTo>
                <a:cubicBezTo>
                  <a:pt x="8822" y="1355"/>
                  <a:pt x="8602" y="819"/>
                  <a:pt x="7404" y="410"/>
                </a:cubicBezTo>
                <a:cubicBezTo>
                  <a:pt x="6585" y="158"/>
                  <a:pt x="5514" y="0"/>
                  <a:pt x="441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39" name="Google Shape;7939;p37"/>
          <p:cNvSpPr/>
          <p:nvPr/>
        </p:nvSpPr>
        <p:spPr>
          <a:xfrm>
            <a:off x="5491768" y="2892041"/>
            <a:ext cx="170311" cy="111849"/>
          </a:xfrm>
          <a:custGeom>
            <a:rect b="b" l="l" r="r" t="t"/>
            <a:pathLst>
              <a:path extrusionOk="0" h="2711" w="4128">
                <a:moveTo>
                  <a:pt x="3785" y="1"/>
                </a:moveTo>
                <a:cubicBezTo>
                  <a:pt x="3695" y="1"/>
                  <a:pt x="3608" y="32"/>
                  <a:pt x="3561" y="95"/>
                </a:cubicBezTo>
                <a:lnTo>
                  <a:pt x="1733" y="1923"/>
                </a:lnTo>
                <a:lnTo>
                  <a:pt x="599" y="757"/>
                </a:lnTo>
                <a:cubicBezTo>
                  <a:pt x="536" y="710"/>
                  <a:pt x="450" y="686"/>
                  <a:pt x="363" y="686"/>
                </a:cubicBezTo>
                <a:cubicBezTo>
                  <a:pt x="276" y="686"/>
                  <a:pt x="190" y="710"/>
                  <a:pt x="127" y="757"/>
                </a:cubicBezTo>
                <a:cubicBezTo>
                  <a:pt x="1" y="883"/>
                  <a:pt x="1" y="1135"/>
                  <a:pt x="127" y="1229"/>
                </a:cubicBezTo>
                <a:lnTo>
                  <a:pt x="1513" y="2616"/>
                </a:lnTo>
                <a:cubicBezTo>
                  <a:pt x="1560" y="2679"/>
                  <a:pt x="1647" y="2710"/>
                  <a:pt x="1737" y="2710"/>
                </a:cubicBezTo>
                <a:cubicBezTo>
                  <a:pt x="1828" y="2710"/>
                  <a:pt x="1922" y="2679"/>
                  <a:pt x="1985" y="2616"/>
                </a:cubicBezTo>
                <a:lnTo>
                  <a:pt x="4033" y="568"/>
                </a:lnTo>
                <a:cubicBezTo>
                  <a:pt x="4128" y="442"/>
                  <a:pt x="4128" y="221"/>
                  <a:pt x="4033" y="95"/>
                </a:cubicBezTo>
                <a:cubicBezTo>
                  <a:pt x="3970" y="32"/>
                  <a:pt x="3876" y="1"/>
                  <a:pt x="37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0" name="Google Shape;7940;p37"/>
          <p:cNvSpPr/>
          <p:nvPr/>
        </p:nvSpPr>
        <p:spPr>
          <a:xfrm>
            <a:off x="8364500" y="2608054"/>
            <a:ext cx="480980" cy="482230"/>
          </a:xfrm>
          <a:custGeom>
            <a:rect b="b" l="l" r="r" t="t"/>
            <a:pathLst>
              <a:path extrusionOk="0" h="11689" w="11658"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cubicBezTo>
                  <a:pt x="10996" y="1198"/>
                  <a:pt x="10838" y="1355"/>
                  <a:pt x="10649" y="1355"/>
                </a:cubicBezTo>
                <a:lnTo>
                  <a:pt x="1040" y="1355"/>
                </a:lnTo>
                <a:cubicBezTo>
                  <a:pt x="851" y="1355"/>
                  <a:pt x="694" y="1198"/>
                  <a:pt x="694" y="1009"/>
                </a:cubicBezTo>
                <a:cubicBezTo>
                  <a:pt x="694" y="820"/>
                  <a:pt x="851" y="662"/>
                  <a:pt x="1040" y="662"/>
                </a:cubicBezTo>
                <a:close/>
                <a:moveTo>
                  <a:pt x="10303" y="2049"/>
                </a:moveTo>
                <a:lnTo>
                  <a:pt x="10303" y="7908"/>
                </a:lnTo>
                <a:cubicBezTo>
                  <a:pt x="10334" y="8097"/>
                  <a:pt x="10177" y="8255"/>
                  <a:pt x="9988" y="8255"/>
                </a:cubicBezTo>
                <a:lnTo>
                  <a:pt x="1702" y="8255"/>
                </a:lnTo>
                <a:cubicBezTo>
                  <a:pt x="1513" y="8255"/>
                  <a:pt x="1355" y="8097"/>
                  <a:pt x="1355" y="7908"/>
                </a:cubicBezTo>
                <a:lnTo>
                  <a:pt x="1355" y="2049"/>
                </a:lnTo>
                <a:close/>
                <a:moveTo>
                  <a:pt x="5797" y="10271"/>
                </a:moveTo>
                <a:cubicBezTo>
                  <a:pt x="5986" y="10271"/>
                  <a:pt x="6144" y="10429"/>
                  <a:pt x="6144" y="10618"/>
                </a:cubicBezTo>
                <a:cubicBezTo>
                  <a:pt x="6144" y="10807"/>
                  <a:pt x="5986" y="10964"/>
                  <a:pt x="5797" y="10964"/>
                </a:cubicBezTo>
                <a:cubicBezTo>
                  <a:pt x="5608" y="10964"/>
                  <a:pt x="5451" y="10807"/>
                  <a:pt x="5451" y="10618"/>
                </a:cubicBezTo>
                <a:cubicBezTo>
                  <a:pt x="5451" y="10429"/>
                  <a:pt x="5608" y="10271"/>
                  <a:pt x="5797" y="10271"/>
                </a:cubicBez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cubicBezTo>
                  <a:pt x="1" y="1450"/>
                  <a:pt x="284" y="1828"/>
                  <a:pt x="694" y="1986"/>
                </a:cubicBezTo>
                <a:lnTo>
                  <a:pt x="694" y="7908"/>
                </a:lnTo>
                <a:cubicBezTo>
                  <a:pt x="694" y="8444"/>
                  <a:pt x="1166" y="8917"/>
                  <a:pt x="1702" y="8917"/>
                </a:cubicBezTo>
                <a:lnTo>
                  <a:pt x="5482" y="8917"/>
                </a:lnTo>
                <a:lnTo>
                  <a:pt x="5482" y="9673"/>
                </a:lnTo>
                <a:cubicBezTo>
                  <a:pt x="5104" y="9830"/>
                  <a:pt x="4821" y="10177"/>
                  <a:pt x="4821" y="10649"/>
                </a:cubicBezTo>
                <a:cubicBezTo>
                  <a:pt x="4821" y="11216"/>
                  <a:pt x="5293" y="11689"/>
                  <a:pt x="5829" y="11689"/>
                </a:cubicBezTo>
                <a:cubicBezTo>
                  <a:pt x="6396" y="11689"/>
                  <a:pt x="6869" y="11216"/>
                  <a:pt x="6869" y="10649"/>
                </a:cubicBezTo>
                <a:cubicBezTo>
                  <a:pt x="6869" y="10240"/>
                  <a:pt x="6585" y="9830"/>
                  <a:pt x="6207" y="9673"/>
                </a:cubicBezTo>
                <a:lnTo>
                  <a:pt x="6207" y="8917"/>
                </a:lnTo>
                <a:lnTo>
                  <a:pt x="10019" y="8917"/>
                </a:lnTo>
                <a:cubicBezTo>
                  <a:pt x="10555" y="8917"/>
                  <a:pt x="11027" y="8444"/>
                  <a:pt x="11027" y="7908"/>
                </a:cubicBezTo>
                <a:lnTo>
                  <a:pt x="11027" y="1986"/>
                </a:lnTo>
                <a:cubicBezTo>
                  <a:pt x="11405" y="1828"/>
                  <a:pt x="11657" y="1450"/>
                  <a:pt x="11657" y="1009"/>
                </a:cubicBezTo>
                <a:cubicBezTo>
                  <a:pt x="11657" y="473"/>
                  <a:pt x="11185" y="1"/>
                  <a:pt x="1064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1" name="Google Shape;7941;p37"/>
          <p:cNvSpPr/>
          <p:nvPr/>
        </p:nvSpPr>
        <p:spPr>
          <a:xfrm>
            <a:off x="8448993" y="2751048"/>
            <a:ext cx="311989" cy="139442"/>
          </a:xfrm>
          <a:custGeom>
            <a:rect b="b" l="l" r="r" t="t"/>
            <a:pathLst>
              <a:path extrusionOk="0" h="3380" w="7562">
                <a:moveTo>
                  <a:pt x="6553" y="0"/>
                </a:moveTo>
                <a:cubicBezTo>
                  <a:pt x="6144" y="0"/>
                  <a:pt x="6081" y="504"/>
                  <a:pt x="6427" y="662"/>
                </a:cubicBezTo>
                <a:lnTo>
                  <a:pt x="4474" y="2584"/>
                </a:lnTo>
                <a:lnTo>
                  <a:pt x="2647" y="788"/>
                </a:lnTo>
                <a:cubicBezTo>
                  <a:pt x="2584" y="725"/>
                  <a:pt x="2497" y="693"/>
                  <a:pt x="2410" y="693"/>
                </a:cubicBezTo>
                <a:cubicBezTo>
                  <a:pt x="2324" y="693"/>
                  <a:pt x="2237" y="725"/>
                  <a:pt x="2174" y="788"/>
                </a:cubicBezTo>
                <a:lnTo>
                  <a:pt x="126" y="2836"/>
                </a:lnTo>
                <a:cubicBezTo>
                  <a:pt x="0" y="2930"/>
                  <a:pt x="0" y="3182"/>
                  <a:pt x="126" y="3308"/>
                </a:cubicBezTo>
                <a:cubicBezTo>
                  <a:pt x="189" y="3356"/>
                  <a:pt x="276" y="3379"/>
                  <a:pt x="363" y="3379"/>
                </a:cubicBezTo>
                <a:cubicBezTo>
                  <a:pt x="449" y="3379"/>
                  <a:pt x="536" y="3356"/>
                  <a:pt x="599" y="3308"/>
                </a:cubicBezTo>
                <a:lnTo>
                  <a:pt x="2426" y="1481"/>
                </a:lnTo>
                <a:lnTo>
                  <a:pt x="4222" y="3308"/>
                </a:lnTo>
                <a:cubicBezTo>
                  <a:pt x="4285" y="3356"/>
                  <a:pt x="4372" y="3379"/>
                  <a:pt x="4458" y="3379"/>
                </a:cubicBezTo>
                <a:cubicBezTo>
                  <a:pt x="4545" y="3379"/>
                  <a:pt x="4632" y="3356"/>
                  <a:pt x="4695" y="3308"/>
                </a:cubicBezTo>
                <a:lnTo>
                  <a:pt x="6900" y="1134"/>
                </a:lnTo>
                <a:cubicBezTo>
                  <a:pt x="6931" y="1260"/>
                  <a:pt x="7057" y="1355"/>
                  <a:pt x="7215" y="1355"/>
                </a:cubicBezTo>
                <a:cubicBezTo>
                  <a:pt x="7404" y="1355"/>
                  <a:pt x="7562" y="1197"/>
                  <a:pt x="7562" y="1008"/>
                </a:cubicBezTo>
                <a:lnTo>
                  <a:pt x="7562" y="347"/>
                </a:lnTo>
                <a:cubicBezTo>
                  <a:pt x="7562" y="158"/>
                  <a:pt x="7467" y="0"/>
                  <a:pt x="724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2" name="Google Shape;7942;p37"/>
          <p:cNvSpPr/>
          <p:nvPr/>
        </p:nvSpPr>
        <p:spPr>
          <a:xfrm>
            <a:off x="2797055" y="2608521"/>
            <a:ext cx="482230" cy="48091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3" name="Google Shape;7943;p37"/>
          <p:cNvSpPr/>
          <p:nvPr/>
        </p:nvSpPr>
        <p:spPr>
          <a:xfrm>
            <a:off x="5979842" y="2608054"/>
            <a:ext cx="310691" cy="482230"/>
          </a:xfrm>
          <a:custGeom>
            <a:rect b="b" l="l" r="r" t="t"/>
            <a:pathLst>
              <a:path extrusionOk="0" h="11689" w="7531">
                <a:moveTo>
                  <a:pt x="6491" y="662"/>
                </a:moveTo>
                <a:cubicBezTo>
                  <a:pt x="6711" y="662"/>
                  <a:pt x="6869" y="820"/>
                  <a:pt x="6869" y="1009"/>
                </a:cubicBezTo>
                <a:lnTo>
                  <a:pt x="6869" y="7908"/>
                </a:lnTo>
                <a:cubicBezTo>
                  <a:pt x="6869" y="8097"/>
                  <a:pt x="6711" y="8255"/>
                  <a:pt x="6491" y="8255"/>
                </a:cubicBezTo>
                <a:lnTo>
                  <a:pt x="1040" y="8255"/>
                </a:lnTo>
                <a:cubicBezTo>
                  <a:pt x="851" y="8255"/>
                  <a:pt x="694" y="8097"/>
                  <a:pt x="694" y="7908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4821" y="8948"/>
                </a:moveTo>
                <a:lnTo>
                  <a:pt x="4821" y="10996"/>
                </a:lnTo>
                <a:lnTo>
                  <a:pt x="2773" y="10996"/>
                </a:lnTo>
                <a:lnTo>
                  <a:pt x="2773" y="8948"/>
                </a:lnTo>
                <a:close/>
                <a:moveTo>
                  <a:pt x="1040" y="1"/>
                </a:moveTo>
                <a:cubicBezTo>
                  <a:pt x="473" y="1"/>
                  <a:pt x="1" y="473"/>
                  <a:pt x="1" y="1009"/>
                </a:cubicBezTo>
                <a:lnTo>
                  <a:pt x="1" y="7908"/>
                </a:lnTo>
                <a:cubicBezTo>
                  <a:pt x="1" y="8475"/>
                  <a:pt x="473" y="8917"/>
                  <a:pt x="1040" y="8917"/>
                </a:cubicBezTo>
                <a:lnTo>
                  <a:pt x="2049" y="8917"/>
                </a:lnTo>
                <a:lnTo>
                  <a:pt x="2049" y="10964"/>
                </a:lnTo>
                <a:lnTo>
                  <a:pt x="1040" y="10964"/>
                </a:lnTo>
                <a:cubicBezTo>
                  <a:pt x="851" y="10964"/>
                  <a:pt x="694" y="11122"/>
                  <a:pt x="694" y="11342"/>
                </a:cubicBezTo>
                <a:cubicBezTo>
                  <a:pt x="694" y="11531"/>
                  <a:pt x="851" y="11689"/>
                  <a:pt x="1040" y="11689"/>
                </a:cubicBezTo>
                <a:lnTo>
                  <a:pt x="6491" y="11689"/>
                </a:lnTo>
                <a:cubicBezTo>
                  <a:pt x="6711" y="11689"/>
                  <a:pt x="6869" y="11531"/>
                  <a:pt x="6869" y="11342"/>
                </a:cubicBezTo>
                <a:cubicBezTo>
                  <a:pt x="6869" y="11122"/>
                  <a:pt x="6711" y="10964"/>
                  <a:pt x="6491" y="10964"/>
                </a:cubicBezTo>
                <a:lnTo>
                  <a:pt x="5483" y="10964"/>
                </a:lnTo>
                <a:lnTo>
                  <a:pt x="5483" y="8917"/>
                </a:lnTo>
                <a:lnTo>
                  <a:pt x="6491" y="8917"/>
                </a:lnTo>
                <a:cubicBezTo>
                  <a:pt x="7058" y="8917"/>
                  <a:pt x="7531" y="8475"/>
                  <a:pt x="7531" y="7908"/>
                </a:cubicBezTo>
                <a:lnTo>
                  <a:pt x="7531" y="1009"/>
                </a:lnTo>
                <a:cubicBezTo>
                  <a:pt x="7531" y="442"/>
                  <a:pt x="7089" y="1"/>
                  <a:pt x="649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4" name="Google Shape;7944;p37"/>
          <p:cNvSpPr/>
          <p:nvPr/>
        </p:nvSpPr>
        <p:spPr>
          <a:xfrm>
            <a:off x="6031866" y="2663585"/>
            <a:ext cx="205367" cy="142091"/>
          </a:xfrm>
          <a:custGeom>
            <a:rect b="b" l="l" r="r" t="t"/>
            <a:pathLst>
              <a:path extrusionOk="0" h="3444" w="4978">
                <a:moveTo>
                  <a:pt x="1859" y="1144"/>
                </a:moveTo>
                <a:lnTo>
                  <a:pt x="2678" y="2750"/>
                </a:lnTo>
                <a:lnTo>
                  <a:pt x="1040" y="2750"/>
                </a:lnTo>
                <a:lnTo>
                  <a:pt x="1859" y="1144"/>
                </a:lnTo>
                <a:close/>
                <a:moveTo>
                  <a:pt x="3151" y="1049"/>
                </a:moveTo>
                <a:lnTo>
                  <a:pt x="4033" y="2782"/>
                </a:lnTo>
                <a:lnTo>
                  <a:pt x="3403" y="2782"/>
                </a:lnTo>
                <a:lnTo>
                  <a:pt x="3403" y="2750"/>
                </a:lnTo>
                <a:lnTo>
                  <a:pt x="2804" y="1553"/>
                </a:lnTo>
                <a:lnTo>
                  <a:pt x="3151" y="1049"/>
                </a:lnTo>
                <a:close/>
                <a:moveTo>
                  <a:pt x="3213" y="1"/>
                </a:moveTo>
                <a:cubicBezTo>
                  <a:pt x="3110" y="1"/>
                  <a:pt x="3003" y="48"/>
                  <a:pt x="2930" y="135"/>
                </a:cubicBezTo>
                <a:lnTo>
                  <a:pt x="2457" y="829"/>
                </a:lnTo>
                <a:lnTo>
                  <a:pt x="2142" y="198"/>
                </a:lnTo>
                <a:cubicBezTo>
                  <a:pt x="2079" y="72"/>
                  <a:pt x="1961" y="9"/>
                  <a:pt x="1839" y="9"/>
                </a:cubicBezTo>
                <a:cubicBezTo>
                  <a:pt x="1717" y="9"/>
                  <a:pt x="1591" y="72"/>
                  <a:pt x="1512" y="198"/>
                </a:cubicBezTo>
                <a:lnTo>
                  <a:pt x="126" y="2939"/>
                </a:lnTo>
                <a:cubicBezTo>
                  <a:pt x="0" y="3191"/>
                  <a:pt x="158" y="3443"/>
                  <a:pt x="441" y="3443"/>
                </a:cubicBezTo>
                <a:lnTo>
                  <a:pt x="4537" y="3443"/>
                </a:lnTo>
                <a:cubicBezTo>
                  <a:pt x="4757" y="3443"/>
                  <a:pt x="4978" y="3191"/>
                  <a:pt x="4852" y="2939"/>
                </a:cubicBezTo>
                <a:lnTo>
                  <a:pt x="3497" y="198"/>
                </a:lnTo>
                <a:cubicBezTo>
                  <a:pt x="3446" y="63"/>
                  <a:pt x="3332" y="1"/>
                  <a:pt x="321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5" name="Google Shape;7945;p37"/>
          <p:cNvSpPr/>
          <p:nvPr/>
        </p:nvSpPr>
        <p:spPr>
          <a:xfrm>
            <a:off x="6063056" y="2835541"/>
            <a:ext cx="142990" cy="28633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6" name="Google Shape;7946;p37"/>
          <p:cNvSpPr/>
          <p:nvPr/>
        </p:nvSpPr>
        <p:spPr>
          <a:xfrm>
            <a:off x="6063056" y="2892722"/>
            <a:ext cx="142990" cy="28633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119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11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7" name="Google Shape;7947;p37"/>
          <p:cNvSpPr/>
          <p:nvPr/>
        </p:nvSpPr>
        <p:spPr>
          <a:xfrm>
            <a:off x="297894" y="1107955"/>
            <a:ext cx="495225" cy="483249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8" name="Google Shape;7948;p37"/>
          <p:cNvSpPr/>
          <p:nvPr/>
        </p:nvSpPr>
        <p:spPr>
          <a:xfrm>
            <a:off x="3392824" y="1109399"/>
            <a:ext cx="483550" cy="480650"/>
          </a:xfrm>
          <a:custGeom>
            <a:rect b="b" l="l" r="r" t="t"/>
            <a:pathLst>
              <a:path extrusionOk="0" h="11650" w="11721">
                <a:moveTo>
                  <a:pt x="7625" y="694"/>
                </a:moveTo>
                <a:cubicBezTo>
                  <a:pt x="9515" y="694"/>
                  <a:pt x="11059" y="2206"/>
                  <a:pt x="11059" y="4096"/>
                </a:cubicBezTo>
                <a:cubicBezTo>
                  <a:pt x="11059" y="5987"/>
                  <a:pt x="9515" y="7530"/>
                  <a:pt x="7625" y="7530"/>
                </a:cubicBezTo>
                <a:cubicBezTo>
                  <a:pt x="5735" y="7530"/>
                  <a:pt x="4223" y="5987"/>
                  <a:pt x="4223" y="4096"/>
                </a:cubicBezTo>
                <a:cubicBezTo>
                  <a:pt x="4223" y="2206"/>
                  <a:pt x="5735" y="694"/>
                  <a:pt x="7625" y="694"/>
                </a:cubicBezTo>
                <a:close/>
                <a:moveTo>
                  <a:pt x="3344" y="8066"/>
                </a:moveTo>
                <a:cubicBezTo>
                  <a:pt x="3435" y="8066"/>
                  <a:pt x="3529" y="8098"/>
                  <a:pt x="3593" y="8161"/>
                </a:cubicBezTo>
                <a:cubicBezTo>
                  <a:pt x="3719" y="8287"/>
                  <a:pt x="3719" y="8507"/>
                  <a:pt x="3593" y="8633"/>
                </a:cubicBezTo>
                <a:lnTo>
                  <a:pt x="1324" y="10870"/>
                </a:lnTo>
                <a:cubicBezTo>
                  <a:pt x="1277" y="10933"/>
                  <a:pt x="1190" y="10964"/>
                  <a:pt x="1100" y="10964"/>
                </a:cubicBezTo>
                <a:cubicBezTo>
                  <a:pt x="1009" y="10964"/>
                  <a:pt x="915" y="10933"/>
                  <a:pt x="852" y="10870"/>
                </a:cubicBezTo>
                <a:cubicBezTo>
                  <a:pt x="757" y="10744"/>
                  <a:pt x="757" y="10523"/>
                  <a:pt x="852" y="10397"/>
                </a:cubicBezTo>
                <a:lnTo>
                  <a:pt x="3120" y="8161"/>
                </a:lnTo>
                <a:cubicBezTo>
                  <a:pt x="3167" y="8098"/>
                  <a:pt x="3254" y="8066"/>
                  <a:pt x="3344" y="8066"/>
                </a:cubicBezTo>
                <a:close/>
                <a:moveTo>
                  <a:pt x="7625" y="1"/>
                </a:moveTo>
                <a:cubicBezTo>
                  <a:pt x="5357" y="1"/>
                  <a:pt x="3529" y="1860"/>
                  <a:pt x="3529" y="4096"/>
                </a:cubicBezTo>
                <a:cubicBezTo>
                  <a:pt x="3529" y="5136"/>
                  <a:pt x="3908" y="6050"/>
                  <a:pt x="4538" y="6743"/>
                </a:cubicBezTo>
                <a:lnTo>
                  <a:pt x="3813" y="7467"/>
                </a:lnTo>
                <a:cubicBezTo>
                  <a:pt x="3673" y="7386"/>
                  <a:pt x="3520" y="7347"/>
                  <a:pt x="3367" y="7347"/>
                </a:cubicBezTo>
                <a:cubicBezTo>
                  <a:pt x="3106" y="7347"/>
                  <a:pt x="2846" y="7458"/>
                  <a:pt x="2647" y="7656"/>
                </a:cubicBezTo>
                <a:lnTo>
                  <a:pt x="379" y="9893"/>
                </a:lnTo>
                <a:cubicBezTo>
                  <a:pt x="1" y="10271"/>
                  <a:pt x="1" y="10964"/>
                  <a:pt x="379" y="11343"/>
                </a:cubicBezTo>
                <a:cubicBezTo>
                  <a:pt x="584" y="11547"/>
                  <a:pt x="852" y="11650"/>
                  <a:pt x="1119" y="11650"/>
                </a:cubicBezTo>
                <a:cubicBezTo>
                  <a:pt x="1387" y="11650"/>
                  <a:pt x="1655" y="11547"/>
                  <a:pt x="1860" y="11343"/>
                </a:cubicBezTo>
                <a:lnTo>
                  <a:pt x="4097" y="9106"/>
                </a:lnTo>
                <a:cubicBezTo>
                  <a:pt x="4412" y="8791"/>
                  <a:pt x="4506" y="8318"/>
                  <a:pt x="4286" y="7909"/>
                </a:cubicBezTo>
                <a:lnTo>
                  <a:pt x="5010" y="7215"/>
                </a:lnTo>
                <a:cubicBezTo>
                  <a:pt x="5703" y="7814"/>
                  <a:pt x="6648" y="8192"/>
                  <a:pt x="7625" y="8192"/>
                </a:cubicBezTo>
                <a:cubicBezTo>
                  <a:pt x="9925" y="8192"/>
                  <a:pt x="11721" y="6333"/>
                  <a:pt x="11721" y="4096"/>
                </a:cubicBezTo>
                <a:cubicBezTo>
                  <a:pt x="11721" y="1828"/>
                  <a:pt x="9893" y="1"/>
                  <a:pt x="762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49" name="Google Shape;7949;p37"/>
          <p:cNvSpPr/>
          <p:nvPr/>
        </p:nvSpPr>
        <p:spPr>
          <a:xfrm>
            <a:off x="3607315" y="1222317"/>
            <a:ext cx="201489" cy="142043"/>
          </a:xfrm>
          <a:custGeom>
            <a:rect b="b" l="l" r="r" t="t"/>
            <a:pathLst>
              <a:path extrusionOk="0" h="3442" w="4884">
                <a:moveTo>
                  <a:pt x="2428" y="1"/>
                </a:moveTo>
                <a:cubicBezTo>
                  <a:pt x="2301" y="1"/>
                  <a:pt x="2172" y="72"/>
                  <a:pt x="2111" y="225"/>
                </a:cubicBezTo>
                <a:lnTo>
                  <a:pt x="1418" y="2116"/>
                </a:lnTo>
                <a:lnTo>
                  <a:pt x="693" y="225"/>
                </a:lnTo>
                <a:cubicBezTo>
                  <a:pt x="645" y="105"/>
                  <a:pt x="524" y="4"/>
                  <a:pt x="400" y="4"/>
                </a:cubicBezTo>
                <a:cubicBezTo>
                  <a:pt x="361" y="4"/>
                  <a:pt x="321" y="14"/>
                  <a:pt x="284" y="36"/>
                </a:cubicBezTo>
                <a:cubicBezTo>
                  <a:pt x="126" y="99"/>
                  <a:pt x="0" y="288"/>
                  <a:pt x="63" y="446"/>
                </a:cubicBezTo>
                <a:lnTo>
                  <a:pt x="1103" y="3218"/>
                </a:lnTo>
                <a:cubicBezTo>
                  <a:pt x="1168" y="3364"/>
                  <a:pt x="1299" y="3443"/>
                  <a:pt x="1428" y="3443"/>
                </a:cubicBezTo>
                <a:cubicBezTo>
                  <a:pt x="1551" y="3443"/>
                  <a:pt x="1672" y="3372"/>
                  <a:pt x="1733" y="3218"/>
                </a:cubicBezTo>
                <a:lnTo>
                  <a:pt x="2426" y="1328"/>
                </a:lnTo>
                <a:lnTo>
                  <a:pt x="3151" y="3218"/>
                </a:lnTo>
                <a:cubicBezTo>
                  <a:pt x="3215" y="3364"/>
                  <a:pt x="3346" y="3443"/>
                  <a:pt x="3476" y="3443"/>
                </a:cubicBezTo>
                <a:cubicBezTo>
                  <a:pt x="3598" y="3443"/>
                  <a:pt x="3719" y="3372"/>
                  <a:pt x="3781" y="3218"/>
                </a:cubicBezTo>
                <a:lnTo>
                  <a:pt x="4789" y="446"/>
                </a:lnTo>
                <a:cubicBezTo>
                  <a:pt x="4884" y="257"/>
                  <a:pt x="4789" y="68"/>
                  <a:pt x="4600" y="36"/>
                </a:cubicBezTo>
                <a:cubicBezTo>
                  <a:pt x="4562" y="14"/>
                  <a:pt x="4521" y="4"/>
                  <a:pt x="4479" y="4"/>
                </a:cubicBezTo>
                <a:cubicBezTo>
                  <a:pt x="4346" y="4"/>
                  <a:pt x="4207" y="105"/>
                  <a:pt x="4159" y="225"/>
                </a:cubicBezTo>
                <a:lnTo>
                  <a:pt x="3466" y="2116"/>
                </a:lnTo>
                <a:lnTo>
                  <a:pt x="2741" y="225"/>
                </a:lnTo>
                <a:cubicBezTo>
                  <a:pt x="2693" y="80"/>
                  <a:pt x="2561" y="1"/>
                  <a:pt x="24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0" name="Google Shape;7950;p37"/>
          <p:cNvSpPr/>
          <p:nvPr/>
        </p:nvSpPr>
        <p:spPr>
          <a:xfrm>
            <a:off x="6498902" y="1137845"/>
            <a:ext cx="480980" cy="309390"/>
          </a:xfrm>
          <a:custGeom>
            <a:rect b="b" l="l" r="r" t="t"/>
            <a:pathLst>
              <a:path extrusionOk="0" h="7499" w="11658">
                <a:moveTo>
                  <a:pt x="10618" y="694"/>
                </a:moveTo>
                <a:cubicBezTo>
                  <a:pt x="10838" y="694"/>
                  <a:pt x="10964" y="851"/>
                  <a:pt x="10964" y="1040"/>
                </a:cubicBezTo>
                <a:lnTo>
                  <a:pt x="10964" y="6522"/>
                </a:lnTo>
                <a:cubicBezTo>
                  <a:pt x="10964" y="6711"/>
                  <a:pt x="10838" y="6868"/>
                  <a:pt x="10618" y="6868"/>
                </a:cubicBezTo>
                <a:lnTo>
                  <a:pt x="1009" y="6868"/>
                </a:lnTo>
                <a:cubicBezTo>
                  <a:pt x="820" y="6868"/>
                  <a:pt x="662" y="6711"/>
                  <a:pt x="662" y="6522"/>
                </a:cubicBezTo>
                <a:lnTo>
                  <a:pt x="662" y="1040"/>
                </a:lnTo>
                <a:cubicBezTo>
                  <a:pt x="662" y="851"/>
                  <a:pt x="820" y="694"/>
                  <a:pt x="1009" y="694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6490"/>
                </a:lnTo>
                <a:cubicBezTo>
                  <a:pt x="1" y="7026"/>
                  <a:pt x="473" y="7499"/>
                  <a:pt x="1009" y="7499"/>
                </a:cubicBezTo>
                <a:lnTo>
                  <a:pt x="10618" y="7499"/>
                </a:lnTo>
                <a:cubicBezTo>
                  <a:pt x="11185" y="7499"/>
                  <a:pt x="11658" y="7026"/>
                  <a:pt x="11658" y="6490"/>
                </a:cubicBezTo>
                <a:lnTo>
                  <a:pt x="11658" y="1009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1" name="Google Shape;7951;p37"/>
          <p:cNvSpPr/>
          <p:nvPr/>
        </p:nvSpPr>
        <p:spPr>
          <a:xfrm>
            <a:off x="6498902" y="1477096"/>
            <a:ext cx="480980" cy="84495"/>
          </a:xfrm>
          <a:custGeom>
            <a:rect b="b" l="l" r="r" t="t"/>
            <a:pathLst>
              <a:path extrusionOk="0" h="2048" w="11658">
                <a:moveTo>
                  <a:pt x="10618" y="662"/>
                </a:moveTo>
                <a:cubicBezTo>
                  <a:pt x="10838" y="662"/>
                  <a:pt x="10964" y="819"/>
                  <a:pt x="10964" y="1008"/>
                </a:cubicBezTo>
                <a:cubicBezTo>
                  <a:pt x="10964" y="1197"/>
                  <a:pt x="10838" y="1355"/>
                  <a:pt x="10618" y="1355"/>
                </a:cubicBezTo>
                <a:lnTo>
                  <a:pt x="6050" y="1355"/>
                </a:lnTo>
                <a:cubicBezTo>
                  <a:pt x="6113" y="1260"/>
                  <a:pt x="6113" y="1134"/>
                  <a:pt x="6113" y="1008"/>
                </a:cubicBezTo>
                <a:cubicBezTo>
                  <a:pt x="6113" y="882"/>
                  <a:pt x="6050" y="788"/>
                  <a:pt x="6050" y="662"/>
                </a:cubicBezTo>
                <a:close/>
                <a:moveTo>
                  <a:pt x="5105" y="662"/>
                </a:moveTo>
                <a:cubicBezTo>
                  <a:pt x="5294" y="662"/>
                  <a:pt x="5451" y="819"/>
                  <a:pt x="5451" y="1008"/>
                </a:cubicBezTo>
                <a:cubicBezTo>
                  <a:pt x="5451" y="1229"/>
                  <a:pt x="5294" y="1386"/>
                  <a:pt x="5105" y="1386"/>
                </a:cubicBezTo>
                <a:lnTo>
                  <a:pt x="1009" y="1386"/>
                </a:lnTo>
                <a:cubicBezTo>
                  <a:pt x="820" y="1355"/>
                  <a:pt x="662" y="1229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cubicBezTo>
                  <a:pt x="1" y="1575"/>
                  <a:pt x="473" y="2048"/>
                  <a:pt x="1009" y="2048"/>
                </a:cubicBezTo>
                <a:lnTo>
                  <a:pt x="10618" y="2048"/>
                </a:lnTo>
                <a:cubicBezTo>
                  <a:pt x="11185" y="2048"/>
                  <a:pt x="11658" y="1575"/>
                  <a:pt x="11658" y="1008"/>
                </a:cubicBez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2" name="Google Shape;7952;p37"/>
          <p:cNvSpPr/>
          <p:nvPr/>
        </p:nvSpPr>
        <p:spPr>
          <a:xfrm>
            <a:off x="6667888" y="1195769"/>
            <a:ext cx="171631" cy="195561"/>
          </a:xfrm>
          <a:custGeom>
            <a:rect b="b" l="l" r="r" t="t"/>
            <a:pathLst>
              <a:path extrusionOk="0" h="4740" w="4160">
                <a:moveTo>
                  <a:pt x="662" y="896"/>
                </a:moveTo>
                <a:lnTo>
                  <a:pt x="3056" y="2346"/>
                </a:lnTo>
                <a:lnTo>
                  <a:pt x="662" y="3826"/>
                </a:lnTo>
                <a:lnTo>
                  <a:pt x="662" y="896"/>
                </a:lnTo>
                <a:close/>
                <a:moveTo>
                  <a:pt x="322" y="1"/>
                </a:moveTo>
                <a:cubicBezTo>
                  <a:pt x="144" y="1"/>
                  <a:pt x="0" y="131"/>
                  <a:pt x="0" y="298"/>
                </a:cubicBezTo>
                <a:lnTo>
                  <a:pt x="0" y="4425"/>
                </a:lnTo>
                <a:cubicBezTo>
                  <a:pt x="0" y="4607"/>
                  <a:pt x="132" y="4740"/>
                  <a:pt x="301" y="4740"/>
                </a:cubicBezTo>
                <a:cubicBezTo>
                  <a:pt x="365" y="4740"/>
                  <a:pt x="435" y="4720"/>
                  <a:pt x="504" y="4677"/>
                </a:cubicBezTo>
                <a:lnTo>
                  <a:pt x="3939" y="2629"/>
                </a:lnTo>
                <a:cubicBezTo>
                  <a:pt x="4159" y="2535"/>
                  <a:pt x="4159" y="2219"/>
                  <a:pt x="3939" y="2093"/>
                </a:cubicBezTo>
                <a:lnTo>
                  <a:pt x="504" y="46"/>
                </a:lnTo>
                <a:cubicBezTo>
                  <a:pt x="443" y="15"/>
                  <a:pt x="381" y="1"/>
                  <a:pt x="3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3" name="Google Shape;7953;p37"/>
          <p:cNvSpPr/>
          <p:nvPr/>
        </p:nvSpPr>
        <p:spPr>
          <a:xfrm>
            <a:off x="919482" y="1108349"/>
            <a:ext cx="482230" cy="48246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4" name="Google Shape;7954;p37"/>
          <p:cNvSpPr/>
          <p:nvPr/>
        </p:nvSpPr>
        <p:spPr>
          <a:xfrm>
            <a:off x="4011879" y="1107294"/>
            <a:ext cx="484858" cy="484858"/>
          </a:xfrm>
          <a:custGeom>
            <a:rect b="b" l="l" r="r" t="t"/>
            <a:pathLst>
              <a:path extrusionOk="0" h="11752" w="11752">
                <a:moveTo>
                  <a:pt x="6333" y="756"/>
                </a:moveTo>
                <a:lnTo>
                  <a:pt x="6459" y="1292"/>
                </a:lnTo>
                <a:cubicBezTo>
                  <a:pt x="6490" y="1418"/>
                  <a:pt x="6585" y="1544"/>
                  <a:pt x="6742" y="1576"/>
                </a:cubicBezTo>
                <a:cubicBezTo>
                  <a:pt x="7372" y="1702"/>
                  <a:pt x="7908" y="1922"/>
                  <a:pt x="8444" y="2300"/>
                </a:cubicBezTo>
                <a:cubicBezTo>
                  <a:pt x="8491" y="2332"/>
                  <a:pt x="8546" y="2347"/>
                  <a:pt x="8605" y="2347"/>
                </a:cubicBezTo>
                <a:cubicBezTo>
                  <a:pt x="8664" y="2347"/>
                  <a:pt x="8727" y="2332"/>
                  <a:pt x="8790" y="2300"/>
                </a:cubicBezTo>
                <a:lnTo>
                  <a:pt x="9231" y="2017"/>
                </a:lnTo>
                <a:lnTo>
                  <a:pt x="9798" y="2584"/>
                </a:lnTo>
                <a:lnTo>
                  <a:pt x="9546" y="3025"/>
                </a:lnTo>
                <a:cubicBezTo>
                  <a:pt x="9452" y="3151"/>
                  <a:pt x="9452" y="3308"/>
                  <a:pt x="9546" y="3371"/>
                </a:cubicBezTo>
                <a:cubicBezTo>
                  <a:pt x="9893" y="3907"/>
                  <a:pt x="10113" y="4505"/>
                  <a:pt x="10239" y="5073"/>
                </a:cubicBezTo>
                <a:cubicBezTo>
                  <a:pt x="10271" y="5199"/>
                  <a:pt x="10365" y="5325"/>
                  <a:pt x="10523" y="5356"/>
                </a:cubicBezTo>
                <a:lnTo>
                  <a:pt x="11058" y="5482"/>
                </a:lnTo>
                <a:lnTo>
                  <a:pt x="11058" y="6301"/>
                </a:lnTo>
                <a:lnTo>
                  <a:pt x="10523" y="6427"/>
                </a:lnTo>
                <a:cubicBezTo>
                  <a:pt x="10397" y="6459"/>
                  <a:pt x="10271" y="6553"/>
                  <a:pt x="10239" y="6711"/>
                </a:cubicBezTo>
                <a:cubicBezTo>
                  <a:pt x="10113" y="7309"/>
                  <a:pt x="9893" y="7877"/>
                  <a:pt x="9546" y="8381"/>
                </a:cubicBezTo>
                <a:cubicBezTo>
                  <a:pt x="9452" y="8507"/>
                  <a:pt x="9452" y="8633"/>
                  <a:pt x="9546" y="8759"/>
                </a:cubicBezTo>
                <a:lnTo>
                  <a:pt x="9798" y="9168"/>
                </a:lnTo>
                <a:lnTo>
                  <a:pt x="9231" y="9767"/>
                </a:lnTo>
                <a:lnTo>
                  <a:pt x="8790" y="9483"/>
                </a:lnTo>
                <a:cubicBezTo>
                  <a:pt x="8727" y="9452"/>
                  <a:pt x="8656" y="9436"/>
                  <a:pt x="8593" y="9436"/>
                </a:cubicBezTo>
                <a:cubicBezTo>
                  <a:pt x="8530" y="9436"/>
                  <a:pt x="8475" y="9452"/>
                  <a:pt x="8444" y="9483"/>
                </a:cubicBezTo>
                <a:cubicBezTo>
                  <a:pt x="7908" y="9861"/>
                  <a:pt x="7341" y="10082"/>
                  <a:pt x="6742" y="10208"/>
                </a:cubicBezTo>
                <a:cubicBezTo>
                  <a:pt x="6616" y="10239"/>
                  <a:pt x="6490" y="10334"/>
                  <a:pt x="6459" y="10428"/>
                </a:cubicBezTo>
                <a:lnTo>
                  <a:pt x="6333" y="10964"/>
                </a:lnTo>
                <a:lnTo>
                  <a:pt x="5514" y="10964"/>
                </a:lnTo>
                <a:lnTo>
                  <a:pt x="5388" y="10428"/>
                </a:lnTo>
                <a:cubicBezTo>
                  <a:pt x="5356" y="10334"/>
                  <a:pt x="5230" y="10208"/>
                  <a:pt x="5136" y="10208"/>
                </a:cubicBezTo>
                <a:cubicBezTo>
                  <a:pt x="4505" y="10082"/>
                  <a:pt x="3938" y="9861"/>
                  <a:pt x="3434" y="9483"/>
                </a:cubicBezTo>
                <a:cubicBezTo>
                  <a:pt x="3371" y="9452"/>
                  <a:pt x="3308" y="9436"/>
                  <a:pt x="3249" y="9436"/>
                </a:cubicBezTo>
                <a:cubicBezTo>
                  <a:pt x="3190" y="9436"/>
                  <a:pt x="3135" y="9452"/>
                  <a:pt x="3088" y="9483"/>
                </a:cubicBezTo>
                <a:lnTo>
                  <a:pt x="2647" y="9767"/>
                </a:lnTo>
                <a:lnTo>
                  <a:pt x="2048" y="9168"/>
                </a:lnTo>
                <a:lnTo>
                  <a:pt x="2332" y="8759"/>
                </a:lnTo>
                <a:cubicBezTo>
                  <a:pt x="2395" y="8633"/>
                  <a:pt x="2395" y="8475"/>
                  <a:pt x="2332" y="8381"/>
                </a:cubicBezTo>
                <a:cubicBezTo>
                  <a:pt x="1985" y="7877"/>
                  <a:pt x="1733" y="7278"/>
                  <a:pt x="1607" y="6711"/>
                </a:cubicBezTo>
                <a:cubicBezTo>
                  <a:pt x="1575" y="6585"/>
                  <a:pt x="1512" y="6459"/>
                  <a:pt x="1386" y="6427"/>
                </a:cubicBezTo>
                <a:lnTo>
                  <a:pt x="882" y="6301"/>
                </a:lnTo>
                <a:lnTo>
                  <a:pt x="882" y="5482"/>
                </a:lnTo>
                <a:lnTo>
                  <a:pt x="1386" y="5356"/>
                </a:lnTo>
                <a:cubicBezTo>
                  <a:pt x="1512" y="5325"/>
                  <a:pt x="1607" y="5199"/>
                  <a:pt x="1607" y="5073"/>
                </a:cubicBezTo>
                <a:cubicBezTo>
                  <a:pt x="1733" y="4442"/>
                  <a:pt x="1985" y="3907"/>
                  <a:pt x="2332" y="3371"/>
                </a:cubicBezTo>
                <a:cubicBezTo>
                  <a:pt x="2395" y="3277"/>
                  <a:pt x="2395" y="3151"/>
                  <a:pt x="2332" y="3025"/>
                </a:cubicBezTo>
                <a:lnTo>
                  <a:pt x="2048" y="2584"/>
                </a:lnTo>
                <a:lnTo>
                  <a:pt x="2647" y="2017"/>
                </a:lnTo>
                <a:lnTo>
                  <a:pt x="3088" y="2300"/>
                </a:lnTo>
                <a:cubicBezTo>
                  <a:pt x="3135" y="2332"/>
                  <a:pt x="3198" y="2347"/>
                  <a:pt x="3261" y="2347"/>
                </a:cubicBezTo>
                <a:cubicBezTo>
                  <a:pt x="3324" y="2347"/>
                  <a:pt x="3387" y="2332"/>
                  <a:pt x="3434" y="2300"/>
                </a:cubicBezTo>
                <a:cubicBezTo>
                  <a:pt x="3938" y="1922"/>
                  <a:pt x="4537" y="1702"/>
                  <a:pt x="5136" y="1576"/>
                </a:cubicBezTo>
                <a:cubicBezTo>
                  <a:pt x="5230" y="1544"/>
                  <a:pt x="5356" y="1450"/>
                  <a:pt x="5388" y="1292"/>
                </a:cubicBezTo>
                <a:lnTo>
                  <a:pt x="5514" y="756"/>
                </a:lnTo>
                <a:close/>
                <a:moveTo>
                  <a:pt x="5167" y="0"/>
                </a:moveTo>
                <a:cubicBezTo>
                  <a:pt x="5009" y="0"/>
                  <a:pt x="4852" y="126"/>
                  <a:pt x="4852" y="284"/>
                </a:cubicBezTo>
                <a:lnTo>
                  <a:pt x="4694" y="882"/>
                </a:lnTo>
                <a:cubicBezTo>
                  <a:pt x="4127" y="977"/>
                  <a:pt x="3623" y="1229"/>
                  <a:pt x="3119" y="1513"/>
                </a:cubicBezTo>
                <a:lnTo>
                  <a:pt x="2615" y="1197"/>
                </a:lnTo>
                <a:cubicBezTo>
                  <a:pt x="2557" y="1154"/>
                  <a:pt x="2485" y="1130"/>
                  <a:pt x="2412" y="1130"/>
                </a:cubicBezTo>
                <a:cubicBezTo>
                  <a:pt x="2327" y="1130"/>
                  <a:pt x="2242" y="1161"/>
                  <a:pt x="2174" y="1229"/>
                </a:cubicBezTo>
                <a:lnTo>
                  <a:pt x="1197" y="2206"/>
                </a:lnTo>
                <a:cubicBezTo>
                  <a:pt x="1071" y="2332"/>
                  <a:pt x="1071" y="2489"/>
                  <a:pt x="1134" y="2647"/>
                </a:cubicBezTo>
                <a:lnTo>
                  <a:pt x="1449" y="3151"/>
                </a:lnTo>
                <a:cubicBezTo>
                  <a:pt x="1134" y="3623"/>
                  <a:pt x="945" y="4159"/>
                  <a:pt x="819" y="4726"/>
                </a:cubicBezTo>
                <a:lnTo>
                  <a:pt x="284" y="4884"/>
                </a:lnTo>
                <a:cubicBezTo>
                  <a:pt x="126" y="4915"/>
                  <a:pt x="0" y="5041"/>
                  <a:pt x="0" y="5199"/>
                </a:cubicBezTo>
                <a:lnTo>
                  <a:pt x="0" y="6585"/>
                </a:lnTo>
                <a:cubicBezTo>
                  <a:pt x="0" y="6742"/>
                  <a:pt x="126" y="6868"/>
                  <a:pt x="284" y="6900"/>
                </a:cubicBezTo>
                <a:lnTo>
                  <a:pt x="819" y="7057"/>
                </a:lnTo>
                <a:cubicBezTo>
                  <a:pt x="945" y="7593"/>
                  <a:pt x="1197" y="8129"/>
                  <a:pt x="1449" y="8633"/>
                </a:cubicBezTo>
                <a:lnTo>
                  <a:pt x="1134" y="9137"/>
                </a:lnTo>
                <a:cubicBezTo>
                  <a:pt x="1071" y="9263"/>
                  <a:pt x="1071" y="9452"/>
                  <a:pt x="1197" y="9578"/>
                </a:cubicBezTo>
                <a:lnTo>
                  <a:pt x="2174" y="10554"/>
                </a:lnTo>
                <a:cubicBezTo>
                  <a:pt x="2242" y="10622"/>
                  <a:pt x="2318" y="10653"/>
                  <a:pt x="2399" y="10653"/>
                </a:cubicBezTo>
                <a:cubicBezTo>
                  <a:pt x="2469" y="10653"/>
                  <a:pt x="2542" y="10630"/>
                  <a:pt x="2615" y="10586"/>
                </a:cubicBezTo>
                <a:lnTo>
                  <a:pt x="3119" y="10271"/>
                </a:lnTo>
                <a:cubicBezTo>
                  <a:pt x="3592" y="10586"/>
                  <a:pt x="4127" y="10806"/>
                  <a:pt x="4694" y="10901"/>
                </a:cubicBezTo>
                <a:lnTo>
                  <a:pt x="4852" y="11468"/>
                </a:lnTo>
                <a:cubicBezTo>
                  <a:pt x="4883" y="11626"/>
                  <a:pt x="5009" y="11752"/>
                  <a:pt x="5167" y="11752"/>
                </a:cubicBezTo>
                <a:lnTo>
                  <a:pt x="6553" y="11752"/>
                </a:lnTo>
                <a:cubicBezTo>
                  <a:pt x="6711" y="11752"/>
                  <a:pt x="6805" y="11626"/>
                  <a:pt x="6868" y="11468"/>
                </a:cubicBezTo>
                <a:lnTo>
                  <a:pt x="7026" y="10901"/>
                </a:lnTo>
                <a:cubicBezTo>
                  <a:pt x="7561" y="10806"/>
                  <a:pt x="8065" y="10554"/>
                  <a:pt x="8601" y="10271"/>
                </a:cubicBezTo>
                <a:lnTo>
                  <a:pt x="9105" y="10586"/>
                </a:lnTo>
                <a:cubicBezTo>
                  <a:pt x="9164" y="10630"/>
                  <a:pt x="9236" y="10653"/>
                  <a:pt x="9309" y="10653"/>
                </a:cubicBezTo>
                <a:cubicBezTo>
                  <a:pt x="9393" y="10653"/>
                  <a:pt x="9479" y="10622"/>
                  <a:pt x="9546" y="10554"/>
                </a:cubicBezTo>
                <a:lnTo>
                  <a:pt x="10523" y="9578"/>
                </a:lnTo>
                <a:cubicBezTo>
                  <a:pt x="10649" y="9452"/>
                  <a:pt x="10649" y="9294"/>
                  <a:pt x="10554" y="9137"/>
                </a:cubicBezTo>
                <a:lnTo>
                  <a:pt x="10239" y="8633"/>
                </a:lnTo>
                <a:cubicBezTo>
                  <a:pt x="10554" y="8160"/>
                  <a:pt x="10743" y="7656"/>
                  <a:pt x="10869" y="7057"/>
                </a:cubicBezTo>
                <a:lnTo>
                  <a:pt x="11468" y="6900"/>
                </a:lnTo>
                <a:cubicBezTo>
                  <a:pt x="11626" y="6868"/>
                  <a:pt x="11752" y="6742"/>
                  <a:pt x="11752" y="6585"/>
                </a:cubicBezTo>
                <a:lnTo>
                  <a:pt x="11752" y="5199"/>
                </a:lnTo>
                <a:cubicBezTo>
                  <a:pt x="11752" y="5041"/>
                  <a:pt x="11626" y="4915"/>
                  <a:pt x="11468" y="4884"/>
                </a:cubicBezTo>
                <a:lnTo>
                  <a:pt x="10869" y="4726"/>
                </a:lnTo>
                <a:cubicBezTo>
                  <a:pt x="10743" y="4159"/>
                  <a:pt x="10523" y="3655"/>
                  <a:pt x="10239" y="3151"/>
                </a:cubicBezTo>
                <a:lnTo>
                  <a:pt x="10554" y="2647"/>
                </a:lnTo>
                <a:cubicBezTo>
                  <a:pt x="10649" y="2521"/>
                  <a:pt x="10649" y="2332"/>
                  <a:pt x="10523" y="2206"/>
                </a:cubicBezTo>
                <a:lnTo>
                  <a:pt x="9546" y="1229"/>
                </a:lnTo>
                <a:cubicBezTo>
                  <a:pt x="9479" y="1161"/>
                  <a:pt x="9402" y="1130"/>
                  <a:pt x="9321" y="1130"/>
                </a:cubicBezTo>
                <a:cubicBezTo>
                  <a:pt x="9251" y="1130"/>
                  <a:pt x="9178" y="1154"/>
                  <a:pt x="9105" y="1197"/>
                </a:cubicBezTo>
                <a:lnTo>
                  <a:pt x="8601" y="1513"/>
                </a:lnTo>
                <a:cubicBezTo>
                  <a:pt x="8128" y="1197"/>
                  <a:pt x="7593" y="977"/>
                  <a:pt x="7026" y="882"/>
                </a:cubicBezTo>
                <a:lnTo>
                  <a:pt x="6868" y="284"/>
                </a:lnTo>
                <a:cubicBezTo>
                  <a:pt x="6805" y="126"/>
                  <a:pt x="6711" y="0"/>
                  <a:pt x="6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5" name="Google Shape;7955;p37"/>
          <p:cNvSpPr/>
          <p:nvPr/>
        </p:nvSpPr>
        <p:spPr>
          <a:xfrm>
            <a:off x="4097651" y="1195665"/>
            <a:ext cx="311989" cy="310710"/>
          </a:xfrm>
          <a:custGeom>
            <a:rect b="b" l="l" r="r" t="t"/>
            <a:pathLst>
              <a:path extrusionOk="0" h="7531" w="7562">
                <a:moveTo>
                  <a:pt x="3750" y="662"/>
                </a:moveTo>
                <a:cubicBezTo>
                  <a:pt x="5451" y="662"/>
                  <a:pt x="6837" y="2017"/>
                  <a:pt x="6837" y="3718"/>
                </a:cubicBezTo>
                <a:cubicBezTo>
                  <a:pt x="6869" y="5104"/>
                  <a:pt x="6049" y="6239"/>
                  <a:pt x="4821" y="6648"/>
                </a:cubicBezTo>
                <a:lnTo>
                  <a:pt x="4821" y="5892"/>
                </a:lnTo>
                <a:cubicBezTo>
                  <a:pt x="5640" y="5514"/>
                  <a:pt x="6207" y="4663"/>
                  <a:pt x="6207" y="3718"/>
                </a:cubicBezTo>
                <a:cubicBezTo>
                  <a:pt x="6207" y="2710"/>
                  <a:pt x="5577" y="1796"/>
                  <a:pt x="4569" y="1481"/>
                </a:cubicBezTo>
                <a:cubicBezTo>
                  <a:pt x="4535" y="1472"/>
                  <a:pt x="4501" y="1467"/>
                  <a:pt x="4468" y="1467"/>
                </a:cubicBezTo>
                <a:cubicBezTo>
                  <a:pt x="4278" y="1467"/>
                  <a:pt x="4096" y="1609"/>
                  <a:pt x="4096" y="1796"/>
                </a:cubicBezTo>
                <a:lnTo>
                  <a:pt x="4096" y="3372"/>
                </a:lnTo>
                <a:lnTo>
                  <a:pt x="3435" y="3372"/>
                </a:lnTo>
                <a:lnTo>
                  <a:pt x="3435" y="1796"/>
                </a:lnTo>
                <a:cubicBezTo>
                  <a:pt x="3435" y="1609"/>
                  <a:pt x="3276" y="1467"/>
                  <a:pt x="3073" y="1467"/>
                </a:cubicBezTo>
                <a:cubicBezTo>
                  <a:pt x="3037" y="1467"/>
                  <a:pt x="3000" y="1472"/>
                  <a:pt x="2962" y="1481"/>
                </a:cubicBezTo>
                <a:cubicBezTo>
                  <a:pt x="2017" y="1828"/>
                  <a:pt x="1355" y="2742"/>
                  <a:pt x="1355" y="3718"/>
                </a:cubicBezTo>
                <a:cubicBezTo>
                  <a:pt x="1355" y="4663"/>
                  <a:pt x="1891" y="5514"/>
                  <a:pt x="2741" y="5892"/>
                </a:cubicBezTo>
                <a:lnTo>
                  <a:pt x="2741" y="6648"/>
                </a:lnTo>
                <a:cubicBezTo>
                  <a:pt x="1544" y="6207"/>
                  <a:pt x="694" y="5073"/>
                  <a:pt x="694" y="3718"/>
                </a:cubicBezTo>
                <a:cubicBezTo>
                  <a:pt x="694" y="2017"/>
                  <a:pt x="2048" y="662"/>
                  <a:pt x="3750" y="662"/>
                </a:cubicBezTo>
                <a:close/>
                <a:moveTo>
                  <a:pt x="4852" y="2363"/>
                </a:moveTo>
                <a:cubicBezTo>
                  <a:pt x="5293" y="2679"/>
                  <a:pt x="5514" y="3183"/>
                  <a:pt x="5514" y="3718"/>
                </a:cubicBezTo>
                <a:cubicBezTo>
                  <a:pt x="5514" y="4443"/>
                  <a:pt x="5041" y="5104"/>
                  <a:pt x="4380" y="5356"/>
                </a:cubicBezTo>
                <a:cubicBezTo>
                  <a:pt x="4254" y="5388"/>
                  <a:pt x="4159" y="5545"/>
                  <a:pt x="4159" y="5671"/>
                </a:cubicBezTo>
                <a:lnTo>
                  <a:pt x="4159" y="6806"/>
                </a:lnTo>
                <a:lnTo>
                  <a:pt x="3781" y="6806"/>
                </a:lnTo>
                <a:cubicBezTo>
                  <a:pt x="3734" y="6821"/>
                  <a:pt x="3679" y="6829"/>
                  <a:pt x="3624" y="6829"/>
                </a:cubicBezTo>
                <a:cubicBezTo>
                  <a:pt x="3568" y="6829"/>
                  <a:pt x="3513" y="6821"/>
                  <a:pt x="3466" y="6806"/>
                </a:cubicBezTo>
                <a:lnTo>
                  <a:pt x="3466" y="5671"/>
                </a:lnTo>
                <a:cubicBezTo>
                  <a:pt x="3466" y="5514"/>
                  <a:pt x="3403" y="5388"/>
                  <a:pt x="3246" y="5356"/>
                </a:cubicBezTo>
                <a:cubicBezTo>
                  <a:pt x="2584" y="5104"/>
                  <a:pt x="2111" y="4443"/>
                  <a:pt x="2111" y="3718"/>
                </a:cubicBezTo>
                <a:cubicBezTo>
                  <a:pt x="2111" y="3183"/>
                  <a:pt x="2363" y="2679"/>
                  <a:pt x="2773" y="2363"/>
                </a:cubicBezTo>
                <a:lnTo>
                  <a:pt x="2773" y="3718"/>
                </a:lnTo>
                <a:cubicBezTo>
                  <a:pt x="2773" y="3939"/>
                  <a:pt x="2930" y="4096"/>
                  <a:pt x="3120" y="4096"/>
                </a:cubicBezTo>
                <a:lnTo>
                  <a:pt x="4506" y="4096"/>
                </a:lnTo>
                <a:cubicBezTo>
                  <a:pt x="4695" y="4096"/>
                  <a:pt x="4852" y="3939"/>
                  <a:pt x="4852" y="3718"/>
                </a:cubicBezTo>
                <a:lnTo>
                  <a:pt x="4852" y="2363"/>
                </a:lnTo>
                <a:close/>
                <a:moveTo>
                  <a:pt x="3781" y="1"/>
                </a:moveTo>
                <a:cubicBezTo>
                  <a:pt x="1702" y="1"/>
                  <a:pt x="1" y="1670"/>
                  <a:pt x="1" y="3781"/>
                </a:cubicBezTo>
                <a:cubicBezTo>
                  <a:pt x="1" y="5861"/>
                  <a:pt x="1702" y="7530"/>
                  <a:pt x="3781" y="7530"/>
                </a:cubicBezTo>
                <a:cubicBezTo>
                  <a:pt x="5892" y="7530"/>
                  <a:pt x="7562" y="5861"/>
                  <a:pt x="7562" y="3781"/>
                </a:cubicBezTo>
                <a:cubicBezTo>
                  <a:pt x="7562" y="1670"/>
                  <a:pt x="5892" y="1"/>
                  <a:pt x="378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6" name="Google Shape;7956;p37"/>
          <p:cNvSpPr/>
          <p:nvPr/>
        </p:nvSpPr>
        <p:spPr>
          <a:xfrm>
            <a:off x="7133678" y="1109214"/>
            <a:ext cx="474172" cy="481021"/>
          </a:xfrm>
          <a:custGeom>
            <a:rect b="b" l="l" r="r" t="t"/>
            <a:pathLst>
              <a:path extrusionOk="0" h="11659" w="11493">
                <a:moveTo>
                  <a:pt x="7121" y="662"/>
                </a:moveTo>
                <a:cubicBezTo>
                  <a:pt x="7341" y="662"/>
                  <a:pt x="7499" y="820"/>
                  <a:pt x="7499" y="1040"/>
                </a:cubicBezTo>
                <a:cubicBezTo>
                  <a:pt x="7499" y="1230"/>
                  <a:pt x="7341" y="1387"/>
                  <a:pt x="7121" y="1387"/>
                </a:cubicBezTo>
                <a:lnTo>
                  <a:pt x="4380" y="1387"/>
                </a:lnTo>
                <a:cubicBezTo>
                  <a:pt x="4191" y="1387"/>
                  <a:pt x="4033" y="1230"/>
                  <a:pt x="4033" y="1040"/>
                </a:cubicBezTo>
                <a:cubicBezTo>
                  <a:pt x="4033" y="820"/>
                  <a:pt x="4191" y="662"/>
                  <a:pt x="4380" y="662"/>
                </a:cubicBezTo>
                <a:close/>
                <a:moveTo>
                  <a:pt x="6774" y="2049"/>
                </a:moveTo>
                <a:lnTo>
                  <a:pt x="6774" y="4285"/>
                </a:lnTo>
                <a:cubicBezTo>
                  <a:pt x="6774" y="4412"/>
                  <a:pt x="6774" y="4443"/>
                  <a:pt x="7499" y="5514"/>
                </a:cubicBezTo>
                <a:lnTo>
                  <a:pt x="3970" y="5514"/>
                </a:lnTo>
                <a:cubicBezTo>
                  <a:pt x="4758" y="4412"/>
                  <a:pt x="4726" y="4443"/>
                  <a:pt x="4726" y="4348"/>
                </a:cubicBezTo>
                <a:lnTo>
                  <a:pt x="4726" y="2049"/>
                </a:lnTo>
                <a:close/>
                <a:moveTo>
                  <a:pt x="8003" y="6176"/>
                </a:moveTo>
                <a:cubicBezTo>
                  <a:pt x="8696" y="7215"/>
                  <a:pt x="9578" y="8507"/>
                  <a:pt x="10177" y="9389"/>
                </a:cubicBezTo>
                <a:cubicBezTo>
                  <a:pt x="10649" y="10082"/>
                  <a:pt x="10177" y="10996"/>
                  <a:pt x="9294" y="10996"/>
                </a:cubicBezTo>
                <a:lnTo>
                  <a:pt x="2206" y="10996"/>
                </a:lnTo>
                <a:cubicBezTo>
                  <a:pt x="1387" y="10996"/>
                  <a:pt x="914" y="10051"/>
                  <a:pt x="1387" y="9389"/>
                </a:cubicBezTo>
                <a:cubicBezTo>
                  <a:pt x="1859" y="8665"/>
                  <a:pt x="2804" y="7341"/>
                  <a:pt x="3561" y="6176"/>
                </a:cubicBezTo>
                <a:close/>
                <a:moveTo>
                  <a:pt x="4380" y="1"/>
                </a:moveTo>
                <a:cubicBezTo>
                  <a:pt x="3813" y="1"/>
                  <a:pt x="3340" y="473"/>
                  <a:pt x="3340" y="1040"/>
                </a:cubicBezTo>
                <a:cubicBezTo>
                  <a:pt x="3340" y="1513"/>
                  <a:pt x="3655" y="1860"/>
                  <a:pt x="4065" y="2017"/>
                </a:cubicBezTo>
                <a:lnTo>
                  <a:pt x="4065" y="4222"/>
                </a:lnTo>
                <a:cubicBezTo>
                  <a:pt x="3718" y="4790"/>
                  <a:pt x="1198" y="8413"/>
                  <a:pt x="788" y="8980"/>
                </a:cubicBezTo>
                <a:cubicBezTo>
                  <a:pt x="1" y="10114"/>
                  <a:pt x="820" y="11658"/>
                  <a:pt x="2206" y="11658"/>
                </a:cubicBezTo>
                <a:lnTo>
                  <a:pt x="9294" y="11658"/>
                </a:lnTo>
                <a:cubicBezTo>
                  <a:pt x="9308" y="11658"/>
                  <a:pt x="9322" y="11658"/>
                  <a:pt x="9335" y="11658"/>
                </a:cubicBezTo>
                <a:cubicBezTo>
                  <a:pt x="10697" y="11658"/>
                  <a:pt x="11492" y="10103"/>
                  <a:pt x="10712" y="9011"/>
                </a:cubicBezTo>
                <a:cubicBezTo>
                  <a:pt x="10271" y="8444"/>
                  <a:pt x="7845" y="4853"/>
                  <a:pt x="7499" y="4254"/>
                </a:cubicBezTo>
                <a:lnTo>
                  <a:pt x="7499" y="1986"/>
                </a:lnTo>
                <a:cubicBezTo>
                  <a:pt x="7877" y="1828"/>
                  <a:pt x="8160" y="1450"/>
                  <a:pt x="8160" y="1040"/>
                </a:cubicBezTo>
                <a:cubicBezTo>
                  <a:pt x="8160" y="473"/>
                  <a:pt x="7688" y="1"/>
                  <a:pt x="712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7" name="Google Shape;7957;p37"/>
          <p:cNvSpPr/>
          <p:nvPr/>
        </p:nvSpPr>
        <p:spPr>
          <a:xfrm>
            <a:off x="7271473" y="1392562"/>
            <a:ext cx="114407" cy="113128"/>
          </a:xfrm>
          <a:custGeom>
            <a:rect b="b" l="l" r="r" t="t"/>
            <a:pathLst>
              <a:path extrusionOk="0" h="2742" w="2773">
                <a:moveTo>
                  <a:pt x="1386" y="694"/>
                </a:moveTo>
                <a:cubicBezTo>
                  <a:pt x="1733" y="694"/>
                  <a:pt x="2048" y="1009"/>
                  <a:pt x="2048" y="1356"/>
                </a:cubicBezTo>
                <a:cubicBezTo>
                  <a:pt x="2048" y="1765"/>
                  <a:pt x="1764" y="2049"/>
                  <a:pt x="1386" y="2049"/>
                </a:cubicBezTo>
                <a:cubicBezTo>
                  <a:pt x="1008" y="2049"/>
                  <a:pt x="725" y="1702"/>
                  <a:pt x="725" y="1356"/>
                </a:cubicBezTo>
                <a:cubicBezTo>
                  <a:pt x="725" y="978"/>
                  <a:pt x="1040" y="694"/>
                  <a:pt x="1386" y="694"/>
                </a:cubicBezTo>
                <a:close/>
                <a:moveTo>
                  <a:pt x="1386" y="1"/>
                </a:moveTo>
                <a:cubicBezTo>
                  <a:pt x="630" y="1"/>
                  <a:pt x="0" y="631"/>
                  <a:pt x="0" y="1356"/>
                </a:cubicBezTo>
                <a:cubicBezTo>
                  <a:pt x="0" y="2112"/>
                  <a:pt x="630" y="2742"/>
                  <a:pt x="1386" y="2742"/>
                </a:cubicBezTo>
                <a:cubicBezTo>
                  <a:pt x="2142" y="2742"/>
                  <a:pt x="2772" y="2112"/>
                  <a:pt x="2772" y="1356"/>
                </a:cubicBezTo>
                <a:cubicBezTo>
                  <a:pt x="2772" y="631"/>
                  <a:pt x="2142" y="1"/>
                  <a:pt x="138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8" name="Google Shape;7958;p37"/>
          <p:cNvSpPr/>
          <p:nvPr/>
        </p:nvSpPr>
        <p:spPr>
          <a:xfrm>
            <a:off x="7413148" y="1448464"/>
            <a:ext cx="84495" cy="84531"/>
          </a:xfrm>
          <a:custGeom>
            <a:rect b="b" l="l" r="r" t="t"/>
            <a:pathLst>
              <a:path extrusionOk="0" h="2049" w="2048">
                <a:moveTo>
                  <a:pt x="1040" y="694"/>
                </a:moveTo>
                <a:cubicBezTo>
                  <a:pt x="1229" y="694"/>
                  <a:pt x="1386" y="851"/>
                  <a:pt x="1386" y="1040"/>
                </a:cubicBezTo>
                <a:cubicBezTo>
                  <a:pt x="1386" y="1229"/>
                  <a:pt x="1229" y="1387"/>
                  <a:pt x="1040" y="1387"/>
                </a:cubicBezTo>
                <a:cubicBezTo>
                  <a:pt x="819" y="1387"/>
                  <a:pt x="693" y="1229"/>
                  <a:pt x="693" y="1040"/>
                </a:cubicBezTo>
                <a:cubicBezTo>
                  <a:pt x="693" y="851"/>
                  <a:pt x="819" y="694"/>
                  <a:pt x="1040" y="694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40" y="2048"/>
                </a:cubicBezTo>
                <a:cubicBezTo>
                  <a:pt x="1575" y="2048"/>
                  <a:pt x="2048" y="1576"/>
                  <a:pt x="2048" y="1040"/>
                </a:cubicBezTo>
                <a:cubicBezTo>
                  <a:pt x="2048" y="473"/>
                  <a:pt x="1575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59" name="Google Shape;7959;p37"/>
          <p:cNvSpPr/>
          <p:nvPr/>
        </p:nvSpPr>
        <p:spPr>
          <a:xfrm>
            <a:off x="4630214" y="1167096"/>
            <a:ext cx="422518" cy="422477"/>
          </a:xfrm>
          <a:custGeom>
            <a:rect b="b" l="l" r="r" t="t"/>
            <a:pathLst>
              <a:path extrusionOk="0" h="10240" w="10241">
                <a:moveTo>
                  <a:pt x="4758" y="693"/>
                </a:moveTo>
                <a:lnTo>
                  <a:pt x="4758" y="5167"/>
                </a:lnTo>
                <a:cubicBezTo>
                  <a:pt x="4758" y="5356"/>
                  <a:pt x="4916" y="5513"/>
                  <a:pt x="5105" y="5513"/>
                </a:cubicBezTo>
                <a:lnTo>
                  <a:pt x="9578" y="5513"/>
                </a:lnTo>
                <a:cubicBezTo>
                  <a:pt x="9358" y="7813"/>
                  <a:pt x="7436" y="9609"/>
                  <a:pt x="5105" y="9609"/>
                </a:cubicBezTo>
                <a:cubicBezTo>
                  <a:pt x="2679" y="9609"/>
                  <a:pt x="663" y="7593"/>
                  <a:pt x="663" y="5167"/>
                </a:cubicBezTo>
                <a:cubicBezTo>
                  <a:pt x="663" y="2835"/>
                  <a:pt x="2490" y="914"/>
                  <a:pt x="4758" y="693"/>
                </a:cubicBezTo>
                <a:close/>
                <a:moveTo>
                  <a:pt x="5105" y="0"/>
                </a:moveTo>
                <a:cubicBezTo>
                  <a:pt x="2269" y="0"/>
                  <a:pt x="1" y="2300"/>
                  <a:pt x="1" y="5104"/>
                </a:cubicBezTo>
                <a:cubicBezTo>
                  <a:pt x="1" y="7939"/>
                  <a:pt x="2269" y="10239"/>
                  <a:pt x="5105" y="10239"/>
                </a:cubicBezTo>
                <a:cubicBezTo>
                  <a:pt x="7940" y="10239"/>
                  <a:pt x="10240" y="7939"/>
                  <a:pt x="10240" y="5104"/>
                </a:cubicBezTo>
                <a:cubicBezTo>
                  <a:pt x="10240" y="4978"/>
                  <a:pt x="10083" y="4820"/>
                  <a:pt x="9925" y="4820"/>
                </a:cubicBezTo>
                <a:lnTo>
                  <a:pt x="5483" y="4820"/>
                </a:lnTo>
                <a:lnTo>
                  <a:pt x="5483" y="347"/>
                </a:lnTo>
                <a:cubicBezTo>
                  <a:pt x="5483" y="158"/>
                  <a:pt x="5325" y="0"/>
                  <a:pt x="510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0" name="Google Shape;7960;p37"/>
          <p:cNvSpPr/>
          <p:nvPr/>
        </p:nvSpPr>
        <p:spPr>
          <a:xfrm>
            <a:off x="4884972" y="1109874"/>
            <a:ext cx="227521" cy="227521"/>
          </a:xfrm>
          <a:custGeom>
            <a:rect b="b" l="l" r="r" t="t"/>
            <a:pathLst>
              <a:path extrusionOk="0" h="5515" w="5515">
                <a:moveTo>
                  <a:pt x="663" y="694"/>
                </a:moveTo>
                <a:cubicBezTo>
                  <a:pt x="2836" y="851"/>
                  <a:pt x="4601" y="2616"/>
                  <a:pt x="4758" y="4790"/>
                </a:cubicBezTo>
                <a:lnTo>
                  <a:pt x="663" y="4790"/>
                </a:lnTo>
                <a:lnTo>
                  <a:pt x="663" y="694"/>
                </a:lnTo>
                <a:close/>
                <a:moveTo>
                  <a:pt x="348" y="1"/>
                </a:moveTo>
                <a:cubicBezTo>
                  <a:pt x="158" y="1"/>
                  <a:pt x="1" y="158"/>
                  <a:pt x="1" y="379"/>
                </a:cubicBezTo>
                <a:lnTo>
                  <a:pt x="1" y="5168"/>
                </a:lnTo>
                <a:cubicBezTo>
                  <a:pt x="1" y="5357"/>
                  <a:pt x="158" y="5514"/>
                  <a:pt x="348" y="5514"/>
                </a:cubicBezTo>
                <a:lnTo>
                  <a:pt x="5168" y="5514"/>
                </a:lnTo>
                <a:cubicBezTo>
                  <a:pt x="5357" y="5514"/>
                  <a:pt x="5514" y="5357"/>
                  <a:pt x="5514" y="5168"/>
                </a:cubicBezTo>
                <a:cubicBezTo>
                  <a:pt x="5483" y="3750"/>
                  <a:pt x="4979" y="2490"/>
                  <a:pt x="3971" y="1513"/>
                </a:cubicBezTo>
                <a:cubicBezTo>
                  <a:pt x="2994" y="536"/>
                  <a:pt x="1734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1" name="Google Shape;7961;p37"/>
          <p:cNvSpPr/>
          <p:nvPr/>
        </p:nvSpPr>
        <p:spPr>
          <a:xfrm>
            <a:off x="7748756" y="1107792"/>
            <a:ext cx="456267" cy="48357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2" name="Google Shape;7962;p37"/>
          <p:cNvSpPr/>
          <p:nvPr/>
        </p:nvSpPr>
        <p:spPr>
          <a:xfrm>
            <a:off x="2156295" y="1109232"/>
            <a:ext cx="483550" cy="480980"/>
          </a:xfrm>
          <a:custGeom>
            <a:rect b="b" l="l" r="r" t="t"/>
            <a:pathLst>
              <a:path extrusionOk="0" h="11658" w="11721">
                <a:moveTo>
                  <a:pt x="2395" y="725"/>
                </a:moveTo>
                <a:cubicBezTo>
                  <a:pt x="2930" y="725"/>
                  <a:pt x="3403" y="1197"/>
                  <a:pt x="3403" y="1733"/>
                </a:cubicBezTo>
                <a:cubicBezTo>
                  <a:pt x="3403" y="2300"/>
                  <a:pt x="2930" y="2773"/>
                  <a:pt x="2395" y="2773"/>
                </a:cubicBezTo>
                <a:cubicBezTo>
                  <a:pt x="1828" y="2773"/>
                  <a:pt x="1355" y="2300"/>
                  <a:pt x="1355" y="1733"/>
                </a:cubicBezTo>
                <a:cubicBezTo>
                  <a:pt x="1355" y="1197"/>
                  <a:pt x="1828" y="725"/>
                  <a:pt x="2395" y="725"/>
                </a:cubicBezTo>
                <a:close/>
                <a:moveTo>
                  <a:pt x="10303" y="725"/>
                </a:moveTo>
                <a:lnTo>
                  <a:pt x="10303" y="6585"/>
                </a:lnTo>
                <a:lnTo>
                  <a:pt x="10334" y="6585"/>
                </a:lnTo>
                <a:cubicBezTo>
                  <a:pt x="10334" y="6774"/>
                  <a:pt x="10177" y="6931"/>
                  <a:pt x="9988" y="6931"/>
                </a:cubicBezTo>
                <a:lnTo>
                  <a:pt x="4789" y="6931"/>
                </a:lnTo>
                <a:lnTo>
                  <a:pt x="4789" y="5167"/>
                </a:lnTo>
                <a:cubicBezTo>
                  <a:pt x="4789" y="4253"/>
                  <a:pt x="4285" y="3434"/>
                  <a:pt x="3498" y="3025"/>
                </a:cubicBezTo>
                <a:cubicBezTo>
                  <a:pt x="3844" y="2710"/>
                  <a:pt x="4096" y="2237"/>
                  <a:pt x="4096" y="1733"/>
                </a:cubicBezTo>
                <a:cubicBezTo>
                  <a:pt x="4096" y="1355"/>
                  <a:pt x="3970" y="977"/>
                  <a:pt x="3718" y="725"/>
                </a:cubicBezTo>
                <a:close/>
                <a:moveTo>
                  <a:pt x="2710" y="3466"/>
                </a:moveTo>
                <a:cubicBezTo>
                  <a:pt x="3498" y="3623"/>
                  <a:pt x="4096" y="4316"/>
                  <a:pt x="4096" y="5167"/>
                </a:cubicBezTo>
                <a:lnTo>
                  <a:pt x="4096" y="7246"/>
                </a:lnTo>
                <a:cubicBezTo>
                  <a:pt x="4128" y="7435"/>
                  <a:pt x="3970" y="7593"/>
                  <a:pt x="3750" y="7593"/>
                </a:cubicBezTo>
                <a:cubicBezTo>
                  <a:pt x="3561" y="7593"/>
                  <a:pt x="3403" y="7750"/>
                  <a:pt x="3403" y="7971"/>
                </a:cubicBezTo>
                <a:lnTo>
                  <a:pt x="3403" y="10712"/>
                </a:lnTo>
                <a:cubicBezTo>
                  <a:pt x="3403" y="10901"/>
                  <a:pt x="3246" y="11058"/>
                  <a:pt x="3056" y="11058"/>
                </a:cubicBezTo>
                <a:lnTo>
                  <a:pt x="1670" y="11058"/>
                </a:lnTo>
                <a:cubicBezTo>
                  <a:pt x="1481" y="11058"/>
                  <a:pt x="1324" y="10901"/>
                  <a:pt x="1324" y="10712"/>
                </a:cubicBezTo>
                <a:lnTo>
                  <a:pt x="1324" y="7971"/>
                </a:lnTo>
                <a:cubicBezTo>
                  <a:pt x="1324" y="7750"/>
                  <a:pt x="1166" y="7593"/>
                  <a:pt x="977" y="7593"/>
                </a:cubicBezTo>
                <a:cubicBezTo>
                  <a:pt x="788" y="7593"/>
                  <a:pt x="631" y="7435"/>
                  <a:pt x="631" y="7246"/>
                </a:cubicBezTo>
                <a:lnTo>
                  <a:pt x="631" y="5167"/>
                </a:lnTo>
                <a:cubicBezTo>
                  <a:pt x="631" y="4316"/>
                  <a:pt x="1198" y="3623"/>
                  <a:pt x="1985" y="3466"/>
                </a:cubicBezTo>
                <a:lnTo>
                  <a:pt x="1985" y="5829"/>
                </a:lnTo>
                <a:cubicBezTo>
                  <a:pt x="1985" y="6018"/>
                  <a:pt x="2143" y="6175"/>
                  <a:pt x="2363" y="6175"/>
                </a:cubicBezTo>
                <a:cubicBezTo>
                  <a:pt x="2552" y="6175"/>
                  <a:pt x="2710" y="6018"/>
                  <a:pt x="2710" y="5829"/>
                </a:cubicBezTo>
                <a:lnTo>
                  <a:pt x="2710" y="3466"/>
                </a:lnTo>
                <a:close/>
                <a:moveTo>
                  <a:pt x="2395" y="0"/>
                </a:moveTo>
                <a:cubicBezTo>
                  <a:pt x="1450" y="0"/>
                  <a:pt x="694" y="756"/>
                  <a:pt x="694" y="1702"/>
                </a:cubicBezTo>
                <a:cubicBezTo>
                  <a:pt x="694" y="2206"/>
                  <a:pt x="946" y="2678"/>
                  <a:pt x="1292" y="2993"/>
                </a:cubicBezTo>
                <a:cubicBezTo>
                  <a:pt x="536" y="3403"/>
                  <a:pt x="1" y="4222"/>
                  <a:pt x="1" y="5136"/>
                </a:cubicBezTo>
                <a:lnTo>
                  <a:pt x="1" y="7215"/>
                </a:lnTo>
                <a:cubicBezTo>
                  <a:pt x="1" y="7656"/>
                  <a:pt x="253" y="8034"/>
                  <a:pt x="662" y="8192"/>
                </a:cubicBezTo>
                <a:lnTo>
                  <a:pt x="662" y="10649"/>
                </a:lnTo>
                <a:cubicBezTo>
                  <a:pt x="662" y="11184"/>
                  <a:pt x="1135" y="11657"/>
                  <a:pt x="1670" y="11657"/>
                </a:cubicBezTo>
                <a:lnTo>
                  <a:pt x="3056" y="11657"/>
                </a:lnTo>
                <a:cubicBezTo>
                  <a:pt x="3624" y="11657"/>
                  <a:pt x="4096" y="11184"/>
                  <a:pt x="4096" y="10649"/>
                </a:cubicBezTo>
                <a:lnTo>
                  <a:pt x="4096" y="8192"/>
                </a:lnTo>
                <a:cubicBezTo>
                  <a:pt x="4348" y="8065"/>
                  <a:pt x="4600" y="7876"/>
                  <a:pt x="4726" y="7561"/>
                </a:cubicBezTo>
                <a:lnTo>
                  <a:pt x="9988" y="7561"/>
                </a:lnTo>
                <a:cubicBezTo>
                  <a:pt x="10555" y="7561"/>
                  <a:pt x="11027" y="7089"/>
                  <a:pt x="11027" y="6553"/>
                </a:cubicBezTo>
                <a:lnTo>
                  <a:pt x="11027" y="662"/>
                </a:lnTo>
                <a:lnTo>
                  <a:pt x="11374" y="662"/>
                </a:lnTo>
                <a:cubicBezTo>
                  <a:pt x="11563" y="662"/>
                  <a:pt x="11720" y="504"/>
                  <a:pt x="11720" y="315"/>
                </a:cubicBezTo>
                <a:cubicBezTo>
                  <a:pt x="11720" y="158"/>
                  <a:pt x="11563" y="0"/>
                  <a:pt x="1137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3" name="Google Shape;7963;p37"/>
          <p:cNvSpPr/>
          <p:nvPr/>
        </p:nvSpPr>
        <p:spPr>
          <a:xfrm>
            <a:off x="2385061" y="1166414"/>
            <a:ext cx="169032" cy="169032"/>
          </a:xfrm>
          <a:custGeom>
            <a:rect b="b" l="l" r="r" t="t"/>
            <a:pathLst>
              <a:path extrusionOk="0" h="4097" w="4097">
                <a:moveTo>
                  <a:pt x="2395" y="725"/>
                </a:moveTo>
                <a:cubicBezTo>
                  <a:pt x="2867" y="851"/>
                  <a:pt x="3245" y="1229"/>
                  <a:pt x="3371" y="1733"/>
                </a:cubicBezTo>
                <a:lnTo>
                  <a:pt x="2395" y="1733"/>
                </a:lnTo>
                <a:lnTo>
                  <a:pt x="2395" y="725"/>
                </a:lnTo>
                <a:close/>
                <a:moveTo>
                  <a:pt x="1733" y="757"/>
                </a:moveTo>
                <a:lnTo>
                  <a:pt x="1733" y="2080"/>
                </a:lnTo>
                <a:cubicBezTo>
                  <a:pt x="1733" y="2269"/>
                  <a:pt x="1891" y="2426"/>
                  <a:pt x="2080" y="2426"/>
                </a:cubicBezTo>
                <a:lnTo>
                  <a:pt x="3403" y="2426"/>
                </a:lnTo>
                <a:cubicBezTo>
                  <a:pt x="3245" y="3025"/>
                  <a:pt x="2741" y="3466"/>
                  <a:pt x="2080" y="3466"/>
                </a:cubicBezTo>
                <a:cubicBezTo>
                  <a:pt x="1324" y="3466"/>
                  <a:pt x="693" y="2836"/>
                  <a:pt x="693" y="2080"/>
                </a:cubicBezTo>
                <a:cubicBezTo>
                  <a:pt x="693" y="1418"/>
                  <a:pt x="1135" y="851"/>
                  <a:pt x="1733" y="757"/>
                </a:cubicBezTo>
                <a:close/>
                <a:moveTo>
                  <a:pt x="2048" y="0"/>
                </a:moveTo>
                <a:cubicBezTo>
                  <a:pt x="883" y="0"/>
                  <a:pt x="0" y="914"/>
                  <a:pt x="0" y="2048"/>
                </a:cubicBezTo>
                <a:cubicBezTo>
                  <a:pt x="0" y="3182"/>
                  <a:pt x="946" y="4096"/>
                  <a:pt x="2048" y="4096"/>
                </a:cubicBezTo>
                <a:cubicBezTo>
                  <a:pt x="3182" y="4096"/>
                  <a:pt x="4096" y="3182"/>
                  <a:pt x="4096" y="2048"/>
                </a:cubicBezTo>
                <a:cubicBezTo>
                  <a:pt x="4096" y="914"/>
                  <a:pt x="3182" y="0"/>
                  <a:pt x="204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4" name="Google Shape;7964;p37"/>
          <p:cNvSpPr/>
          <p:nvPr/>
        </p:nvSpPr>
        <p:spPr>
          <a:xfrm>
            <a:off x="5237668" y="1109232"/>
            <a:ext cx="483550" cy="480980"/>
          </a:xfrm>
          <a:custGeom>
            <a:rect b="b" l="l" r="r" t="t"/>
            <a:pathLst>
              <a:path extrusionOk="0" h="11658" w="11721">
                <a:moveTo>
                  <a:pt x="7624" y="694"/>
                </a:moveTo>
                <a:cubicBezTo>
                  <a:pt x="9515" y="694"/>
                  <a:pt x="11058" y="2206"/>
                  <a:pt x="11058" y="4096"/>
                </a:cubicBezTo>
                <a:cubicBezTo>
                  <a:pt x="11058" y="5987"/>
                  <a:pt x="9515" y="7530"/>
                  <a:pt x="7624" y="7530"/>
                </a:cubicBezTo>
                <a:cubicBezTo>
                  <a:pt x="5734" y="7530"/>
                  <a:pt x="4190" y="5987"/>
                  <a:pt x="4190" y="4096"/>
                </a:cubicBezTo>
                <a:cubicBezTo>
                  <a:pt x="4190" y="2206"/>
                  <a:pt x="5734" y="694"/>
                  <a:pt x="7624" y="694"/>
                </a:cubicBezTo>
                <a:close/>
                <a:moveTo>
                  <a:pt x="3336" y="8066"/>
                </a:moveTo>
                <a:cubicBezTo>
                  <a:pt x="3426" y="8066"/>
                  <a:pt x="3513" y="8098"/>
                  <a:pt x="3560" y="8161"/>
                </a:cubicBezTo>
                <a:cubicBezTo>
                  <a:pt x="3686" y="8287"/>
                  <a:pt x="3686" y="8507"/>
                  <a:pt x="3560" y="8633"/>
                </a:cubicBezTo>
                <a:lnTo>
                  <a:pt x="1323" y="10870"/>
                </a:lnTo>
                <a:cubicBezTo>
                  <a:pt x="1260" y="10933"/>
                  <a:pt x="1174" y="10964"/>
                  <a:pt x="1087" y="10964"/>
                </a:cubicBezTo>
                <a:cubicBezTo>
                  <a:pt x="1001" y="10964"/>
                  <a:pt x="914" y="10933"/>
                  <a:pt x="851" y="10870"/>
                </a:cubicBezTo>
                <a:cubicBezTo>
                  <a:pt x="725" y="10744"/>
                  <a:pt x="725" y="10523"/>
                  <a:pt x="851" y="10397"/>
                </a:cubicBezTo>
                <a:lnTo>
                  <a:pt x="3088" y="8161"/>
                </a:lnTo>
                <a:cubicBezTo>
                  <a:pt x="3151" y="8098"/>
                  <a:pt x="3245" y="8066"/>
                  <a:pt x="3336" y="8066"/>
                </a:cubicBezTo>
                <a:close/>
                <a:moveTo>
                  <a:pt x="7624" y="1"/>
                </a:moveTo>
                <a:cubicBezTo>
                  <a:pt x="5356" y="1"/>
                  <a:pt x="3529" y="1860"/>
                  <a:pt x="3529" y="4096"/>
                </a:cubicBezTo>
                <a:cubicBezTo>
                  <a:pt x="3529" y="5136"/>
                  <a:pt x="3875" y="6050"/>
                  <a:pt x="4505" y="6743"/>
                </a:cubicBezTo>
                <a:lnTo>
                  <a:pt x="3812" y="7467"/>
                </a:lnTo>
                <a:cubicBezTo>
                  <a:pt x="3661" y="7386"/>
                  <a:pt x="3500" y="7347"/>
                  <a:pt x="3342" y="7347"/>
                </a:cubicBezTo>
                <a:cubicBezTo>
                  <a:pt x="3074" y="7347"/>
                  <a:pt x="2813" y="7458"/>
                  <a:pt x="2615" y="7656"/>
                </a:cubicBezTo>
                <a:lnTo>
                  <a:pt x="378" y="9893"/>
                </a:lnTo>
                <a:cubicBezTo>
                  <a:pt x="0" y="10271"/>
                  <a:pt x="0" y="10964"/>
                  <a:pt x="378" y="11343"/>
                </a:cubicBezTo>
                <a:cubicBezTo>
                  <a:pt x="567" y="11532"/>
                  <a:pt x="851" y="11658"/>
                  <a:pt x="1103" y="11658"/>
                </a:cubicBezTo>
                <a:cubicBezTo>
                  <a:pt x="1355" y="11658"/>
                  <a:pt x="1607" y="11532"/>
                  <a:pt x="1796" y="11343"/>
                </a:cubicBezTo>
                <a:lnTo>
                  <a:pt x="4033" y="9106"/>
                </a:lnTo>
                <a:cubicBezTo>
                  <a:pt x="4348" y="8791"/>
                  <a:pt x="4442" y="8318"/>
                  <a:pt x="4253" y="7909"/>
                </a:cubicBezTo>
                <a:lnTo>
                  <a:pt x="4947" y="7215"/>
                </a:lnTo>
                <a:cubicBezTo>
                  <a:pt x="5671" y="7814"/>
                  <a:pt x="6616" y="8192"/>
                  <a:pt x="7593" y="8192"/>
                </a:cubicBezTo>
                <a:cubicBezTo>
                  <a:pt x="9861" y="8192"/>
                  <a:pt x="11689" y="6333"/>
                  <a:pt x="11689" y="4096"/>
                </a:cubicBezTo>
                <a:cubicBezTo>
                  <a:pt x="11720" y="1828"/>
                  <a:pt x="9861" y="1"/>
                  <a:pt x="762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5" name="Google Shape;7965;p37"/>
          <p:cNvSpPr/>
          <p:nvPr/>
        </p:nvSpPr>
        <p:spPr>
          <a:xfrm>
            <a:off x="5467712" y="1165134"/>
            <a:ext cx="170311" cy="197623"/>
          </a:xfrm>
          <a:custGeom>
            <a:rect b="b" l="l" r="r" t="t"/>
            <a:pathLst>
              <a:path extrusionOk="0" h="4790" w="4128">
                <a:moveTo>
                  <a:pt x="2048" y="694"/>
                </a:moveTo>
                <a:cubicBezTo>
                  <a:pt x="2458" y="694"/>
                  <a:pt x="2710" y="1009"/>
                  <a:pt x="2710" y="1387"/>
                </a:cubicBezTo>
                <a:cubicBezTo>
                  <a:pt x="2710" y="1765"/>
                  <a:pt x="2395" y="2048"/>
                  <a:pt x="2048" y="2048"/>
                </a:cubicBezTo>
                <a:cubicBezTo>
                  <a:pt x="1702" y="2048"/>
                  <a:pt x="1387" y="1733"/>
                  <a:pt x="1387" y="1387"/>
                </a:cubicBezTo>
                <a:cubicBezTo>
                  <a:pt x="1355" y="1009"/>
                  <a:pt x="1670" y="694"/>
                  <a:pt x="2048" y="694"/>
                </a:cubicBezTo>
                <a:close/>
                <a:moveTo>
                  <a:pt x="2363" y="2741"/>
                </a:moveTo>
                <a:cubicBezTo>
                  <a:pt x="2931" y="2741"/>
                  <a:pt x="3403" y="3214"/>
                  <a:pt x="3403" y="3781"/>
                </a:cubicBezTo>
                <a:lnTo>
                  <a:pt x="3403" y="4128"/>
                </a:lnTo>
                <a:lnTo>
                  <a:pt x="662" y="4128"/>
                </a:lnTo>
                <a:lnTo>
                  <a:pt x="662" y="3781"/>
                </a:lnTo>
                <a:cubicBezTo>
                  <a:pt x="662" y="3214"/>
                  <a:pt x="1135" y="2741"/>
                  <a:pt x="1702" y="2741"/>
                </a:cubicBezTo>
                <a:close/>
                <a:moveTo>
                  <a:pt x="2048" y="1"/>
                </a:moveTo>
                <a:cubicBezTo>
                  <a:pt x="1292" y="1"/>
                  <a:pt x="662" y="631"/>
                  <a:pt x="662" y="1387"/>
                </a:cubicBezTo>
                <a:cubicBezTo>
                  <a:pt x="662" y="1702"/>
                  <a:pt x="788" y="2017"/>
                  <a:pt x="977" y="2237"/>
                </a:cubicBezTo>
                <a:cubicBezTo>
                  <a:pt x="410" y="2521"/>
                  <a:pt x="1" y="3119"/>
                  <a:pt x="1" y="3781"/>
                </a:cubicBezTo>
                <a:lnTo>
                  <a:pt x="1" y="4443"/>
                </a:lnTo>
                <a:cubicBezTo>
                  <a:pt x="1" y="4632"/>
                  <a:pt x="158" y="4789"/>
                  <a:pt x="347" y="4789"/>
                </a:cubicBezTo>
                <a:lnTo>
                  <a:pt x="3781" y="4789"/>
                </a:lnTo>
                <a:cubicBezTo>
                  <a:pt x="3970" y="4789"/>
                  <a:pt x="4128" y="4632"/>
                  <a:pt x="4128" y="4443"/>
                </a:cubicBezTo>
                <a:lnTo>
                  <a:pt x="4128" y="3781"/>
                </a:lnTo>
                <a:cubicBezTo>
                  <a:pt x="4096" y="3119"/>
                  <a:pt x="3718" y="2521"/>
                  <a:pt x="3120" y="2237"/>
                </a:cubicBezTo>
                <a:cubicBezTo>
                  <a:pt x="3309" y="2017"/>
                  <a:pt x="3435" y="1733"/>
                  <a:pt x="3435" y="1387"/>
                </a:cubicBezTo>
                <a:cubicBezTo>
                  <a:pt x="3435" y="631"/>
                  <a:pt x="2805" y="1"/>
                  <a:pt x="20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6" name="Google Shape;7966;p37"/>
          <p:cNvSpPr/>
          <p:nvPr/>
        </p:nvSpPr>
        <p:spPr>
          <a:xfrm>
            <a:off x="8363862" y="1166951"/>
            <a:ext cx="482230" cy="365253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7" name="Google Shape;7967;p37"/>
          <p:cNvSpPr/>
          <p:nvPr/>
        </p:nvSpPr>
        <p:spPr>
          <a:xfrm>
            <a:off x="3068961" y="1394541"/>
            <a:ext cx="84531" cy="81937"/>
          </a:xfrm>
          <a:custGeom>
            <a:rect b="b" l="l" r="r" t="t"/>
            <a:pathLst>
              <a:path extrusionOk="0" h="1986" w="2049">
                <a:moveTo>
                  <a:pt x="343" y="0"/>
                </a:moveTo>
                <a:cubicBezTo>
                  <a:pt x="253" y="0"/>
                  <a:pt x="158" y="32"/>
                  <a:pt x="95" y="95"/>
                </a:cubicBezTo>
                <a:cubicBezTo>
                  <a:pt x="1" y="189"/>
                  <a:pt x="1" y="441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1" y="1544"/>
                  <a:pt x="1" y="1765"/>
                  <a:pt x="95" y="1891"/>
                </a:cubicBezTo>
                <a:cubicBezTo>
                  <a:pt x="158" y="1954"/>
                  <a:pt x="253" y="1985"/>
                  <a:pt x="343" y="1985"/>
                </a:cubicBezTo>
                <a:cubicBezTo>
                  <a:pt x="434" y="1985"/>
                  <a:pt x="521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600" y="1985"/>
                  <a:pt x="1686" y="1985"/>
                </a:cubicBezTo>
                <a:cubicBezTo>
                  <a:pt x="1773" y="1985"/>
                  <a:pt x="1860" y="1954"/>
                  <a:pt x="1923" y="1891"/>
                </a:cubicBezTo>
                <a:cubicBezTo>
                  <a:pt x="2049" y="1765"/>
                  <a:pt x="2049" y="1544"/>
                  <a:pt x="1923" y="1418"/>
                </a:cubicBezTo>
                <a:lnTo>
                  <a:pt x="1482" y="977"/>
                </a:lnTo>
                <a:lnTo>
                  <a:pt x="1923" y="536"/>
                </a:lnTo>
                <a:cubicBezTo>
                  <a:pt x="2049" y="441"/>
                  <a:pt x="2049" y="189"/>
                  <a:pt x="1923" y="95"/>
                </a:cubicBezTo>
                <a:cubicBezTo>
                  <a:pt x="1860" y="32"/>
                  <a:pt x="1773" y="0"/>
                  <a:pt x="1686" y="0"/>
                </a:cubicBezTo>
                <a:cubicBezTo>
                  <a:pt x="1600" y="0"/>
                  <a:pt x="1513" y="32"/>
                  <a:pt x="1450" y="95"/>
                </a:cubicBezTo>
                <a:lnTo>
                  <a:pt x="1009" y="504"/>
                </a:lnTo>
                <a:lnTo>
                  <a:pt x="568" y="95"/>
                </a:lnTo>
                <a:cubicBezTo>
                  <a:pt x="521" y="32"/>
                  <a:pt x="434" y="0"/>
                  <a:pt x="3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8" name="Google Shape;7968;p37"/>
          <p:cNvSpPr/>
          <p:nvPr/>
        </p:nvSpPr>
        <p:spPr>
          <a:xfrm>
            <a:off x="2868827" y="1223946"/>
            <a:ext cx="84495" cy="82225"/>
          </a:xfrm>
          <a:custGeom>
            <a:rect b="b" l="l" r="r" t="t"/>
            <a:pathLst>
              <a:path extrusionOk="0" h="1992" w="2048">
                <a:moveTo>
                  <a:pt x="351" y="0"/>
                </a:moveTo>
                <a:cubicBezTo>
                  <a:pt x="260" y="0"/>
                  <a:pt x="173" y="24"/>
                  <a:pt x="126" y="71"/>
                </a:cubicBezTo>
                <a:cubicBezTo>
                  <a:pt x="0" y="197"/>
                  <a:pt x="0" y="449"/>
                  <a:pt x="126" y="544"/>
                </a:cubicBezTo>
                <a:lnTo>
                  <a:pt x="536" y="985"/>
                </a:lnTo>
                <a:lnTo>
                  <a:pt x="126" y="1426"/>
                </a:lnTo>
                <a:cubicBezTo>
                  <a:pt x="0" y="1552"/>
                  <a:pt x="0" y="1772"/>
                  <a:pt x="126" y="1898"/>
                </a:cubicBezTo>
                <a:cubicBezTo>
                  <a:pt x="173" y="1961"/>
                  <a:pt x="260" y="1993"/>
                  <a:pt x="351" y="1993"/>
                </a:cubicBezTo>
                <a:cubicBezTo>
                  <a:pt x="441" y="1993"/>
                  <a:pt x="536" y="1961"/>
                  <a:pt x="599" y="1898"/>
                </a:cubicBezTo>
                <a:lnTo>
                  <a:pt x="1008" y="1457"/>
                </a:lnTo>
                <a:lnTo>
                  <a:pt x="1449" y="1898"/>
                </a:lnTo>
                <a:cubicBezTo>
                  <a:pt x="1512" y="1961"/>
                  <a:pt x="1599" y="1993"/>
                  <a:pt x="1686" y="1993"/>
                </a:cubicBezTo>
                <a:cubicBezTo>
                  <a:pt x="1772" y="1993"/>
                  <a:pt x="1859" y="1961"/>
                  <a:pt x="1922" y="1898"/>
                </a:cubicBezTo>
                <a:cubicBezTo>
                  <a:pt x="2048" y="1772"/>
                  <a:pt x="2048" y="1520"/>
                  <a:pt x="1922" y="1426"/>
                </a:cubicBezTo>
                <a:lnTo>
                  <a:pt x="1481" y="985"/>
                </a:lnTo>
                <a:lnTo>
                  <a:pt x="1922" y="544"/>
                </a:lnTo>
                <a:cubicBezTo>
                  <a:pt x="2048" y="449"/>
                  <a:pt x="2048" y="197"/>
                  <a:pt x="1922" y="71"/>
                </a:cubicBezTo>
                <a:cubicBezTo>
                  <a:pt x="1875" y="24"/>
                  <a:pt x="1788" y="0"/>
                  <a:pt x="1697" y="0"/>
                </a:cubicBezTo>
                <a:cubicBezTo>
                  <a:pt x="1607" y="0"/>
                  <a:pt x="1512" y="24"/>
                  <a:pt x="1449" y="71"/>
                </a:cubicBezTo>
                <a:lnTo>
                  <a:pt x="1008" y="512"/>
                </a:lnTo>
                <a:lnTo>
                  <a:pt x="599" y="71"/>
                </a:lnTo>
                <a:cubicBezTo>
                  <a:pt x="536" y="24"/>
                  <a:pt x="441" y="0"/>
                  <a:pt x="35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69" name="Google Shape;7969;p37"/>
          <p:cNvSpPr/>
          <p:nvPr/>
        </p:nvSpPr>
        <p:spPr>
          <a:xfrm>
            <a:off x="2783014" y="1108594"/>
            <a:ext cx="482300" cy="482230"/>
          </a:xfrm>
          <a:custGeom>
            <a:rect b="b" l="l" r="r" t="t"/>
            <a:pathLst>
              <a:path extrusionOk="0" h="11689" w="11690">
                <a:moveTo>
                  <a:pt x="10334" y="3119"/>
                </a:moveTo>
                <a:cubicBezTo>
                  <a:pt x="10712" y="3119"/>
                  <a:pt x="11028" y="3403"/>
                  <a:pt x="11028" y="3781"/>
                </a:cubicBezTo>
                <a:cubicBezTo>
                  <a:pt x="11028" y="4190"/>
                  <a:pt x="10712" y="4442"/>
                  <a:pt x="10334" y="4442"/>
                </a:cubicBezTo>
                <a:cubicBezTo>
                  <a:pt x="9956" y="4442"/>
                  <a:pt x="9673" y="4127"/>
                  <a:pt x="9673" y="3781"/>
                </a:cubicBezTo>
                <a:cubicBezTo>
                  <a:pt x="9673" y="3403"/>
                  <a:pt x="9988" y="3119"/>
                  <a:pt x="10334" y="3119"/>
                </a:cubicBezTo>
                <a:close/>
                <a:moveTo>
                  <a:pt x="4443" y="7593"/>
                </a:moveTo>
                <a:cubicBezTo>
                  <a:pt x="4853" y="7593"/>
                  <a:pt x="5105" y="7908"/>
                  <a:pt x="5105" y="8255"/>
                </a:cubicBezTo>
                <a:cubicBezTo>
                  <a:pt x="5105" y="8664"/>
                  <a:pt x="4790" y="8948"/>
                  <a:pt x="4443" y="8948"/>
                </a:cubicBezTo>
                <a:cubicBezTo>
                  <a:pt x="4065" y="8948"/>
                  <a:pt x="3781" y="8633"/>
                  <a:pt x="3781" y="8255"/>
                </a:cubicBezTo>
                <a:cubicBezTo>
                  <a:pt x="3781" y="7876"/>
                  <a:pt x="4096" y="7593"/>
                  <a:pt x="4443" y="7593"/>
                </a:cubicBezTo>
                <a:close/>
                <a:moveTo>
                  <a:pt x="5829" y="725"/>
                </a:moveTo>
                <a:cubicBezTo>
                  <a:pt x="7341" y="725"/>
                  <a:pt x="8822" y="1386"/>
                  <a:pt x="9799" y="2521"/>
                </a:cubicBezTo>
                <a:cubicBezTo>
                  <a:pt x="9326" y="2710"/>
                  <a:pt x="8980" y="3245"/>
                  <a:pt x="8980" y="3781"/>
                </a:cubicBezTo>
                <a:cubicBezTo>
                  <a:pt x="8980" y="3718"/>
                  <a:pt x="8917" y="3623"/>
                  <a:pt x="8885" y="3560"/>
                </a:cubicBezTo>
                <a:lnTo>
                  <a:pt x="8854" y="3497"/>
                </a:lnTo>
                <a:lnTo>
                  <a:pt x="8192" y="2836"/>
                </a:lnTo>
                <a:cubicBezTo>
                  <a:pt x="8129" y="2773"/>
                  <a:pt x="8035" y="2741"/>
                  <a:pt x="7944" y="2741"/>
                </a:cubicBezTo>
                <a:cubicBezTo>
                  <a:pt x="7853" y="2741"/>
                  <a:pt x="7767" y="2773"/>
                  <a:pt x="7719" y="2836"/>
                </a:cubicBezTo>
                <a:cubicBezTo>
                  <a:pt x="7593" y="2962"/>
                  <a:pt x="7593" y="3182"/>
                  <a:pt x="7719" y="3308"/>
                </a:cubicBezTo>
                <a:lnTo>
                  <a:pt x="7814" y="3434"/>
                </a:lnTo>
                <a:cubicBezTo>
                  <a:pt x="6869" y="3466"/>
                  <a:pt x="5987" y="3875"/>
                  <a:pt x="5262" y="4568"/>
                </a:cubicBezTo>
                <a:cubicBezTo>
                  <a:pt x="4600" y="5230"/>
                  <a:pt x="4254" y="6081"/>
                  <a:pt x="4159" y="6963"/>
                </a:cubicBezTo>
                <a:cubicBezTo>
                  <a:pt x="3561" y="7120"/>
                  <a:pt x="3151" y="7656"/>
                  <a:pt x="3151" y="8318"/>
                </a:cubicBezTo>
                <a:cubicBezTo>
                  <a:pt x="3151" y="9074"/>
                  <a:pt x="3781" y="9704"/>
                  <a:pt x="4506" y="9704"/>
                </a:cubicBezTo>
                <a:cubicBezTo>
                  <a:pt x="5262" y="9704"/>
                  <a:pt x="5892" y="9074"/>
                  <a:pt x="5892" y="8318"/>
                </a:cubicBezTo>
                <a:cubicBezTo>
                  <a:pt x="5892" y="7687"/>
                  <a:pt x="5451" y="7120"/>
                  <a:pt x="4884" y="6963"/>
                </a:cubicBezTo>
                <a:cubicBezTo>
                  <a:pt x="5042" y="5482"/>
                  <a:pt x="6302" y="4222"/>
                  <a:pt x="7814" y="4127"/>
                </a:cubicBezTo>
                <a:lnTo>
                  <a:pt x="7814" y="4127"/>
                </a:lnTo>
                <a:lnTo>
                  <a:pt x="7751" y="4222"/>
                </a:lnTo>
                <a:cubicBezTo>
                  <a:pt x="7625" y="4348"/>
                  <a:pt x="7625" y="4568"/>
                  <a:pt x="7751" y="4694"/>
                </a:cubicBezTo>
                <a:cubicBezTo>
                  <a:pt x="7814" y="4757"/>
                  <a:pt x="7901" y="4789"/>
                  <a:pt x="7987" y="4789"/>
                </a:cubicBezTo>
                <a:cubicBezTo>
                  <a:pt x="8074" y="4789"/>
                  <a:pt x="8161" y="4757"/>
                  <a:pt x="8224" y="4694"/>
                </a:cubicBezTo>
                <a:lnTo>
                  <a:pt x="8885" y="4033"/>
                </a:lnTo>
                <a:cubicBezTo>
                  <a:pt x="8980" y="3938"/>
                  <a:pt x="9011" y="3875"/>
                  <a:pt x="9011" y="3781"/>
                </a:cubicBezTo>
                <a:cubicBezTo>
                  <a:pt x="9011" y="4537"/>
                  <a:pt x="9641" y="5167"/>
                  <a:pt x="10397" y="5167"/>
                </a:cubicBezTo>
                <a:cubicBezTo>
                  <a:pt x="10618" y="5167"/>
                  <a:pt x="10807" y="5136"/>
                  <a:pt x="11028" y="5010"/>
                </a:cubicBezTo>
                <a:cubicBezTo>
                  <a:pt x="11059" y="5293"/>
                  <a:pt x="11091" y="5545"/>
                  <a:pt x="11091" y="5829"/>
                </a:cubicBezTo>
                <a:cubicBezTo>
                  <a:pt x="11028" y="8696"/>
                  <a:pt x="8696" y="11027"/>
                  <a:pt x="5829" y="11027"/>
                </a:cubicBezTo>
                <a:cubicBezTo>
                  <a:pt x="2994" y="11027"/>
                  <a:pt x="694" y="8696"/>
                  <a:pt x="694" y="5829"/>
                </a:cubicBezTo>
                <a:cubicBezTo>
                  <a:pt x="694" y="2993"/>
                  <a:pt x="2994" y="725"/>
                  <a:pt x="5829" y="725"/>
                </a:cubicBezTo>
                <a:close/>
                <a:moveTo>
                  <a:pt x="5829" y="0"/>
                </a:moveTo>
                <a:cubicBezTo>
                  <a:pt x="2584" y="0"/>
                  <a:pt x="1" y="2615"/>
                  <a:pt x="1" y="5829"/>
                </a:cubicBezTo>
                <a:cubicBezTo>
                  <a:pt x="1" y="7404"/>
                  <a:pt x="599" y="8853"/>
                  <a:pt x="1702" y="9956"/>
                </a:cubicBezTo>
                <a:cubicBezTo>
                  <a:pt x="2773" y="11058"/>
                  <a:pt x="4254" y="11689"/>
                  <a:pt x="5829" y="11689"/>
                </a:cubicBezTo>
                <a:cubicBezTo>
                  <a:pt x="6617" y="11689"/>
                  <a:pt x="7341" y="11531"/>
                  <a:pt x="8098" y="11216"/>
                </a:cubicBezTo>
                <a:cubicBezTo>
                  <a:pt x="8822" y="10901"/>
                  <a:pt x="9452" y="10523"/>
                  <a:pt x="9956" y="9956"/>
                </a:cubicBezTo>
                <a:cubicBezTo>
                  <a:pt x="10492" y="9420"/>
                  <a:pt x="10901" y="8790"/>
                  <a:pt x="11217" y="8128"/>
                </a:cubicBezTo>
                <a:cubicBezTo>
                  <a:pt x="11532" y="7404"/>
                  <a:pt x="11689" y="6616"/>
                  <a:pt x="11689" y="5829"/>
                </a:cubicBezTo>
                <a:cubicBezTo>
                  <a:pt x="11689" y="5356"/>
                  <a:pt x="11658" y="4884"/>
                  <a:pt x="11532" y="4442"/>
                </a:cubicBezTo>
                <a:cubicBezTo>
                  <a:pt x="11595" y="4253"/>
                  <a:pt x="11689" y="4033"/>
                  <a:pt x="11689" y="3781"/>
                </a:cubicBezTo>
                <a:cubicBezTo>
                  <a:pt x="11689" y="3119"/>
                  <a:pt x="11217" y="2552"/>
                  <a:pt x="10586" y="2458"/>
                </a:cubicBezTo>
                <a:cubicBezTo>
                  <a:pt x="9484" y="945"/>
                  <a:pt x="7719" y="0"/>
                  <a:pt x="582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0" name="Google Shape;7970;p37"/>
          <p:cNvSpPr/>
          <p:nvPr/>
        </p:nvSpPr>
        <p:spPr>
          <a:xfrm>
            <a:off x="5997414" y="1449803"/>
            <a:ext cx="84531" cy="83216"/>
          </a:xfrm>
          <a:custGeom>
            <a:rect b="b" l="l" r="r" t="t"/>
            <a:pathLst>
              <a:path extrusionOk="0" h="2017" w="2049">
                <a:moveTo>
                  <a:pt x="1009" y="662"/>
                </a:moveTo>
                <a:cubicBezTo>
                  <a:pt x="1198" y="662"/>
                  <a:pt x="1355" y="819"/>
                  <a:pt x="1355" y="1008"/>
                </a:cubicBezTo>
                <a:cubicBezTo>
                  <a:pt x="1355" y="1197"/>
                  <a:pt x="1166" y="1355"/>
                  <a:pt x="1009" y="1355"/>
                </a:cubicBez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09" y="662"/>
                </a:cubicBezTo>
                <a:close/>
                <a:moveTo>
                  <a:pt x="1009" y="0"/>
                </a:moveTo>
                <a:cubicBezTo>
                  <a:pt x="473" y="0"/>
                  <a:pt x="0" y="441"/>
                  <a:pt x="0" y="1008"/>
                </a:cubicBezTo>
                <a:cubicBezTo>
                  <a:pt x="0" y="1575"/>
                  <a:pt x="473" y="2016"/>
                  <a:pt x="1009" y="2016"/>
                </a:cubicBezTo>
                <a:cubicBezTo>
                  <a:pt x="1576" y="2016"/>
                  <a:pt x="2048" y="1575"/>
                  <a:pt x="2048" y="1008"/>
                </a:cubicBezTo>
                <a:cubicBezTo>
                  <a:pt x="2048" y="441"/>
                  <a:pt x="1576" y="0"/>
                  <a:pt x="10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1" name="Google Shape;7971;p37"/>
          <p:cNvSpPr/>
          <p:nvPr/>
        </p:nvSpPr>
        <p:spPr>
          <a:xfrm>
            <a:off x="5997414" y="1224916"/>
            <a:ext cx="84531" cy="81937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190"/>
                  <a:pt x="0" y="442"/>
                  <a:pt x="95" y="536"/>
                </a:cubicBezTo>
                <a:lnTo>
                  <a:pt x="536" y="977"/>
                </a:lnTo>
                <a:lnTo>
                  <a:pt x="95" y="1418"/>
                </a:lnTo>
                <a:cubicBezTo>
                  <a:pt x="0" y="1544"/>
                  <a:pt x="0" y="1765"/>
                  <a:pt x="95" y="1891"/>
                </a:cubicBezTo>
                <a:cubicBezTo>
                  <a:pt x="158" y="1954"/>
                  <a:pt x="252" y="1986"/>
                  <a:pt x="343" y="1986"/>
                </a:cubicBezTo>
                <a:cubicBezTo>
                  <a:pt x="434" y="1986"/>
                  <a:pt x="520" y="1954"/>
                  <a:pt x="568" y="1891"/>
                </a:cubicBezTo>
                <a:lnTo>
                  <a:pt x="1009" y="1450"/>
                </a:lnTo>
                <a:lnTo>
                  <a:pt x="1450" y="1891"/>
                </a:lnTo>
                <a:cubicBezTo>
                  <a:pt x="1513" y="1954"/>
                  <a:pt x="1599" y="1986"/>
                  <a:pt x="1686" y="1986"/>
                </a:cubicBezTo>
                <a:cubicBezTo>
                  <a:pt x="1773" y="1986"/>
                  <a:pt x="1859" y="1954"/>
                  <a:pt x="1922" y="1891"/>
                </a:cubicBezTo>
                <a:cubicBezTo>
                  <a:pt x="2048" y="1765"/>
                  <a:pt x="2048" y="1544"/>
                  <a:pt x="1922" y="1418"/>
                </a:cubicBezTo>
                <a:lnTo>
                  <a:pt x="1481" y="977"/>
                </a:lnTo>
                <a:lnTo>
                  <a:pt x="1922" y="536"/>
                </a:lnTo>
                <a:cubicBezTo>
                  <a:pt x="2048" y="442"/>
                  <a:pt x="2048" y="190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05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2" name="Google Shape;7972;p37"/>
          <p:cNvSpPr/>
          <p:nvPr/>
        </p:nvSpPr>
        <p:spPr>
          <a:xfrm>
            <a:off x="5997414" y="1337999"/>
            <a:ext cx="84531" cy="81937"/>
          </a:xfrm>
          <a:custGeom>
            <a:rect b="b" l="l" r="r" t="t"/>
            <a:pathLst>
              <a:path extrusionOk="0" h="1986" w="2049">
                <a:moveTo>
                  <a:pt x="343" y="1"/>
                </a:moveTo>
                <a:cubicBezTo>
                  <a:pt x="252" y="1"/>
                  <a:pt x="158" y="32"/>
                  <a:pt x="95" y="95"/>
                </a:cubicBezTo>
                <a:cubicBezTo>
                  <a:pt x="0" y="221"/>
                  <a:pt x="0" y="442"/>
                  <a:pt x="95" y="568"/>
                </a:cubicBezTo>
                <a:lnTo>
                  <a:pt x="536" y="1009"/>
                </a:lnTo>
                <a:lnTo>
                  <a:pt x="95" y="1418"/>
                </a:lnTo>
                <a:cubicBezTo>
                  <a:pt x="0" y="1544"/>
                  <a:pt x="0" y="1796"/>
                  <a:pt x="95" y="1891"/>
                </a:cubicBezTo>
                <a:cubicBezTo>
                  <a:pt x="158" y="1954"/>
                  <a:pt x="252" y="1985"/>
                  <a:pt x="343" y="1985"/>
                </a:cubicBezTo>
                <a:cubicBezTo>
                  <a:pt x="434" y="1985"/>
                  <a:pt x="520" y="1954"/>
                  <a:pt x="568" y="1891"/>
                </a:cubicBezTo>
                <a:lnTo>
                  <a:pt x="1009" y="1481"/>
                </a:lnTo>
                <a:lnTo>
                  <a:pt x="1450" y="1891"/>
                </a:lnTo>
                <a:cubicBezTo>
                  <a:pt x="1513" y="1954"/>
                  <a:pt x="1599" y="1985"/>
                  <a:pt x="1686" y="1985"/>
                </a:cubicBezTo>
                <a:cubicBezTo>
                  <a:pt x="1773" y="1985"/>
                  <a:pt x="1859" y="1954"/>
                  <a:pt x="1922" y="1891"/>
                </a:cubicBezTo>
                <a:cubicBezTo>
                  <a:pt x="2048" y="1796"/>
                  <a:pt x="2048" y="1544"/>
                  <a:pt x="1922" y="1418"/>
                </a:cubicBezTo>
                <a:lnTo>
                  <a:pt x="1481" y="1009"/>
                </a:lnTo>
                <a:lnTo>
                  <a:pt x="1922" y="568"/>
                </a:lnTo>
                <a:cubicBezTo>
                  <a:pt x="2048" y="410"/>
                  <a:pt x="2048" y="221"/>
                  <a:pt x="1922" y="95"/>
                </a:cubicBezTo>
                <a:cubicBezTo>
                  <a:pt x="1859" y="32"/>
                  <a:pt x="1773" y="1"/>
                  <a:pt x="1686" y="1"/>
                </a:cubicBezTo>
                <a:cubicBezTo>
                  <a:pt x="1599" y="1"/>
                  <a:pt x="1513" y="32"/>
                  <a:pt x="1450" y="95"/>
                </a:cubicBezTo>
                <a:lnTo>
                  <a:pt x="1009" y="536"/>
                </a:lnTo>
                <a:lnTo>
                  <a:pt x="568" y="95"/>
                </a:lnTo>
                <a:cubicBezTo>
                  <a:pt x="520" y="32"/>
                  <a:pt x="434" y="1"/>
                  <a:pt x="3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3" name="Google Shape;7973;p37"/>
          <p:cNvSpPr/>
          <p:nvPr/>
        </p:nvSpPr>
        <p:spPr>
          <a:xfrm>
            <a:off x="5936314" y="1109232"/>
            <a:ext cx="370470" cy="480980"/>
          </a:xfrm>
          <a:custGeom>
            <a:rect b="b" l="l" r="r" t="t"/>
            <a:pathLst>
              <a:path extrusionOk="0" h="11658" w="8980">
                <a:moveTo>
                  <a:pt x="5924" y="694"/>
                </a:moveTo>
                <a:cubicBezTo>
                  <a:pt x="6113" y="694"/>
                  <a:pt x="6270" y="851"/>
                  <a:pt x="6270" y="1040"/>
                </a:cubicBezTo>
                <a:cubicBezTo>
                  <a:pt x="6270" y="1229"/>
                  <a:pt x="6113" y="1387"/>
                  <a:pt x="5924" y="1387"/>
                </a:cubicBezTo>
                <a:lnTo>
                  <a:pt x="3151" y="1387"/>
                </a:lnTo>
                <a:cubicBezTo>
                  <a:pt x="2962" y="1387"/>
                  <a:pt x="2805" y="1229"/>
                  <a:pt x="2805" y="1040"/>
                </a:cubicBezTo>
                <a:cubicBezTo>
                  <a:pt x="2805" y="851"/>
                  <a:pt x="2962" y="694"/>
                  <a:pt x="3151" y="694"/>
                </a:cubicBezTo>
                <a:close/>
                <a:moveTo>
                  <a:pt x="8034" y="1356"/>
                </a:moveTo>
                <a:cubicBezTo>
                  <a:pt x="8255" y="1356"/>
                  <a:pt x="8413" y="1513"/>
                  <a:pt x="8413" y="1702"/>
                </a:cubicBezTo>
                <a:lnTo>
                  <a:pt x="8413" y="10649"/>
                </a:lnTo>
                <a:lnTo>
                  <a:pt x="8287" y="10649"/>
                </a:lnTo>
                <a:cubicBezTo>
                  <a:pt x="8287" y="10838"/>
                  <a:pt x="8129" y="10996"/>
                  <a:pt x="7940" y="10996"/>
                </a:cubicBezTo>
                <a:lnTo>
                  <a:pt x="1103" y="10996"/>
                </a:lnTo>
                <a:cubicBezTo>
                  <a:pt x="914" y="10996"/>
                  <a:pt x="757" y="10838"/>
                  <a:pt x="757" y="10649"/>
                </a:cubicBezTo>
                <a:lnTo>
                  <a:pt x="757" y="1702"/>
                </a:lnTo>
                <a:cubicBezTo>
                  <a:pt x="757" y="1513"/>
                  <a:pt x="914" y="1356"/>
                  <a:pt x="1103" y="1356"/>
                </a:cubicBezTo>
                <a:lnTo>
                  <a:pt x="2206" y="1356"/>
                </a:lnTo>
                <a:cubicBezTo>
                  <a:pt x="2364" y="1734"/>
                  <a:pt x="2742" y="2017"/>
                  <a:pt x="3214" y="2017"/>
                </a:cubicBezTo>
                <a:lnTo>
                  <a:pt x="5955" y="2017"/>
                </a:lnTo>
                <a:cubicBezTo>
                  <a:pt x="6396" y="2017"/>
                  <a:pt x="6774" y="1734"/>
                  <a:pt x="6932" y="1356"/>
                </a:cubicBezTo>
                <a:close/>
                <a:moveTo>
                  <a:pt x="3120" y="1"/>
                </a:moveTo>
                <a:cubicBezTo>
                  <a:pt x="2679" y="1"/>
                  <a:pt x="2301" y="284"/>
                  <a:pt x="2143" y="694"/>
                </a:cubicBezTo>
                <a:lnTo>
                  <a:pt x="1040" y="694"/>
                </a:lnTo>
                <a:cubicBezTo>
                  <a:pt x="473" y="694"/>
                  <a:pt x="1" y="1166"/>
                  <a:pt x="1" y="1702"/>
                </a:cubicBezTo>
                <a:lnTo>
                  <a:pt x="1" y="10649"/>
                </a:lnTo>
                <a:cubicBezTo>
                  <a:pt x="1" y="11185"/>
                  <a:pt x="473" y="11658"/>
                  <a:pt x="1040" y="11658"/>
                </a:cubicBezTo>
                <a:lnTo>
                  <a:pt x="7877" y="11658"/>
                </a:lnTo>
                <a:cubicBezTo>
                  <a:pt x="8444" y="11658"/>
                  <a:pt x="8917" y="11185"/>
                  <a:pt x="8917" y="10649"/>
                </a:cubicBezTo>
                <a:lnTo>
                  <a:pt x="8917" y="1702"/>
                </a:lnTo>
                <a:cubicBezTo>
                  <a:pt x="8980" y="1166"/>
                  <a:pt x="8507" y="694"/>
                  <a:pt x="7971" y="694"/>
                </a:cubicBezTo>
                <a:lnTo>
                  <a:pt x="6869" y="694"/>
                </a:lnTo>
                <a:cubicBezTo>
                  <a:pt x="6711" y="284"/>
                  <a:pt x="6365" y="1"/>
                  <a:pt x="58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4" name="Google Shape;7974;p37"/>
          <p:cNvSpPr/>
          <p:nvPr/>
        </p:nvSpPr>
        <p:spPr>
          <a:xfrm>
            <a:off x="6107899" y="1252227"/>
            <a:ext cx="142990" cy="29912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78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78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5" name="Google Shape;7975;p37"/>
          <p:cNvSpPr/>
          <p:nvPr/>
        </p:nvSpPr>
        <p:spPr>
          <a:xfrm>
            <a:off x="6107899" y="1365310"/>
            <a:ext cx="142990" cy="28633"/>
          </a:xfrm>
          <a:custGeom>
            <a:rect b="b" l="l" r="r" t="t"/>
            <a:pathLst>
              <a:path extrusionOk="0" h="694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3088" y="693"/>
                </a:lnTo>
                <a:cubicBezTo>
                  <a:pt x="3308" y="693"/>
                  <a:pt x="3466" y="536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6" name="Google Shape;7976;p37"/>
          <p:cNvSpPr/>
          <p:nvPr/>
        </p:nvSpPr>
        <p:spPr>
          <a:xfrm>
            <a:off x="6107899" y="1478394"/>
            <a:ext cx="142990" cy="29912"/>
          </a:xfrm>
          <a:custGeom>
            <a:rect b="b" l="l" r="r" t="t"/>
            <a:pathLst>
              <a:path extrusionOk="0" h="725" w="3466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67"/>
                  <a:pt x="158" y="725"/>
                  <a:pt x="347" y="725"/>
                </a:cubicBezTo>
                <a:lnTo>
                  <a:pt x="3088" y="725"/>
                </a:lnTo>
                <a:cubicBezTo>
                  <a:pt x="3308" y="725"/>
                  <a:pt x="3466" y="567"/>
                  <a:pt x="3466" y="347"/>
                </a:cubicBezTo>
                <a:cubicBezTo>
                  <a:pt x="3466" y="158"/>
                  <a:pt x="3308" y="0"/>
                  <a:pt x="308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7" name="Google Shape;7977;p37"/>
          <p:cNvSpPr/>
          <p:nvPr/>
        </p:nvSpPr>
        <p:spPr>
          <a:xfrm>
            <a:off x="1547696" y="1126029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8" name="Google Shape;7978;p37"/>
          <p:cNvSpPr/>
          <p:nvPr/>
        </p:nvSpPr>
        <p:spPr>
          <a:xfrm flipH="1">
            <a:off x="1547691" y="1126029"/>
            <a:ext cx="468095" cy="4693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79" name="Google Shape;7979;p37"/>
          <p:cNvSpPr/>
          <p:nvPr/>
        </p:nvSpPr>
        <p:spPr>
          <a:xfrm>
            <a:off x="441657" y="1972600"/>
            <a:ext cx="114448" cy="28633"/>
          </a:xfrm>
          <a:custGeom>
            <a:rect b="b" l="l" r="r" t="t"/>
            <a:pathLst>
              <a:path extrusionOk="0" h="694" w="2774">
                <a:moveTo>
                  <a:pt x="379" y="0"/>
                </a:moveTo>
                <a:cubicBezTo>
                  <a:pt x="158" y="0"/>
                  <a:pt x="1" y="158"/>
                  <a:pt x="1" y="347"/>
                </a:cubicBezTo>
                <a:cubicBezTo>
                  <a:pt x="1" y="536"/>
                  <a:pt x="158" y="693"/>
                  <a:pt x="379" y="693"/>
                </a:cubicBezTo>
                <a:lnTo>
                  <a:pt x="2427" y="693"/>
                </a:lnTo>
                <a:cubicBezTo>
                  <a:pt x="2616" y="693"/>
                  <a:pt x="2773" y="536"/>
                  <a:pt x="2773" y="347"/>
                </a:cubicBezTo>
                <a:cubicBezTo>
                  <a:pt x="2773" y="158"/>
                  <a:pt x="2616" y="0"/>
                  <a:pt x="242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0" name="Google Shape;7980;p37"/>
          <p:cNvSpPr/>
          <p:nvPr/>
        </p:nvSpPr>
        <p:spPr>
          <a:xfrm>
            <a:off x="301303" y="1860795"/>
            <a:ext cx="487428" cy="480980"/>
          </a:xfrm>
          <a:custGeom>
            <a:rect b="b" l="l" r="r" t="t"/>
            <a:pathLst>
              <a:path extrusionOk="0" h="11658" w="11815">
                <a:moveTo>
                  <a:pt x="2048" y="1167"/>
                </a:moveTo>
                <a:lnTo>
                  <a:pt x="2048" y="2017"/>
                </a:lnTo>
                <a:lnTo>
                  <a:pt x="1166" y="2017"/>
                </a:lnTo>
                <a:lnTo>
                  <a:pt x="2048" y="1167"/>
                </a:lnTo>
                <a:close/>
                <a:moveTo>
                  <a:pt x="10330" y="2773"/>
                </a:moveTo>
                <a:cubicBezTo>
                  <a:pt x="10507" y="2773"/>
                  <a:pt x="10680" y="2836"/>
                  <a:pt x="10806" y="2962"/>
                </a:cubicBezTo>
                <a:cubicBezTo>
                  <a:pt x="11058" y="3246"/>
                  <a:pt x="11058" y="3687"/>
                  <a:pt x="10775" y="3908"/>
                </a:cubicBezTo>
                <a:lnTo>
                  <a:pt x="10176" y="4506"/>
                </a:lnTo>
                <a:lnTo>
                  <a:pt x="9231" y="3561"/>
                </a:lnTo>
                <a:lnTo>
                  <a:pt x="9830" y="2962"/>
                </a:lnTo>
                <a:cubicBezTo>
                  <a:pt x="9972" y="2836"/>
                  <a:pt x="10153" y="2773"/>
                  <a:pt x="10330" y="2773"/>
                </a:cubicBezTo>
                <a:close/>
                <a:moveTo>
                  <a:pt x="8727" y="4034"/>
                </a:moveTo>
                <a:lnTo>
                  <a:pt x="9672" y="4979"/>
                </a:lnTo>
                <a:cubicBezTo>
                  <a:pt x="8538" y="6207"/>
                  <a:pt x="7026" y="7688"/>
                  <a:pt x="5892" y="8854"/>
                </a:cubicBezTo>
                <a:lnTo>
                  <a:pt x="4915" y="7846"/>
                </a:lnTo>
                <a:lnTo>
                  <a:pt x="8727" y="4034"/>
                </a:lnTo>
                <a:close/>
                <a:moveTo>
                  <a:pt x="4600" y="8539"/>
                </a:moveTo>
                <a:lnTo>
                  <a:pt x="5230" y="9169"/>
                </a:lnTo>
                <a:lnTo>
                  <a:pt x="4285" y="9421"/>
                </a:lnTo>
                <a:cubicBezTo>
                  <a:pt x="4348" y="9232"/>
                  <a:pt x="4505" y="8728"/>
                  <a:pt x="4600" y="8539"/>
                </a:cubicBezTo>
                <a:close/>
                <a:moveTo>
                  <a:pt x="7908" y="694"/>
                </a:moveTo>
                <a:cubicBezTo>
                  <a:pt x="8097" y="694"/>
                  <a:pt x="8255" y="852"/>
                  <a:pt x="8255" y="1041"/>
                </a:cubicBezTo>
                <a:lnTo>
                  <a:pt x="8255" y="3592"/>
                </a:lnTo>
                <a:lnTo>
                  <a:pt x="7467" y="4380"/>
                </a:lnTo>
                <a:cubicBezTo>
                  <a:pt x="7435" y="4286"/>
                  <a:pt x="7309" y="4160"/>
                  <a:pt x="7152" y="4160"/>
                </a:cubicBezTo>
                <a:lnTo>
                  <a:pt x="1733" y="4160"/>
                </a:lnTo>
                <a:cubicBezTo>
                  <a:pt x="1512" y="4160"/>
                  <a:pt x="1386" y="4317"/>
                  <a:pt x="1386" y="4506"/>
                </a:cubicBezTo>
                <a:cubicBezTo>
                  <a:pt x="1386" y="4695"/>
                  <a:pt x="1512" y="4853"/>
                  <a:pt x="1733" y="4853"/>
                </a:cubicBezTo>
                <a:lnTo>
                  <a:pt x="6994" y="4853"/>
                </a:lnTo>
                <a:lnTo>
                  <a:pt x="6333" y="5546"/>
                </a:lnTo>
                <a:lnTo>
                  <a:pt x="1733" y="5546"/>
                </a:lnTo>
                <a:cubicBezTo>
                  <a:pt x="1512" y="5546"/>
                  <a:pt x="1355" y="5703"/>
                  <a:pt x="1355" y="5892"/>
                </a:cubicBezTo>
                <a:cubicBezTo>
                  <a:pt x="1355" y="6081"/>
                  <a:pt x="1512" y="6239"/>
                  <a:pt x="1733" y="6239"/>
                </a:cubicBezTo>
                <a:lnTo>
                  <a:pt x="5608" y="6239"/>
                </a:lnTo>
                <a:lnTo>
                  <a:pt x="4947" y="6901"/>
                </a:lnTo>
                <a:lnTo>
                  <a:pt x="1733" y="6901"/>
                </a:lnTo>
                <a:cubicBezTo>
                  <a:pt x="1512" y="6901"/>
                  <a:pt x="1355" y="7058"/>
                  <a:pt x="1355" y="7279"/>
                </a:cubicBezTo>
                <a:cubicBezTo>
                  <a:pt x="1355" y="7468"/>
                  <a:pt x="1512" y="7625"/>
                  <a:pt x="1733" y="7625"/>
                </a:cubicBezTo>
                <a:lnTo>
                  <a:pt x="4285" y="7625"/>
                </a:lnTo>
                <a:cubicBezTo>
                  <a:pt x="4190" y="7688"/>
                  <a:pt x="4159" y="7751"/>
                  <a:pt x="4127" y="7814"/>
                </a:cubicBezTo>
                <a:lnTo>
                  <a:pt x="3970" y="8287"/>
                </a:lnTo>
                <a:lnTo>
                  <a:pt x="1733" y="8287"/>
                </a:lnTo>
                <a:cubicBezTo>
                  <a:pt x="1512" y="8287"/>
                  <a:pt x="1355" y="8444"/>
                  <a:pt x="1355" y="8633"/>
                </a:cubicBezTo>
                <a:cubicBezTo>
                  <a:pt x="1355" y="8854"/>
                  <a:pt x="1512" y="9011"/>
                  <a:pt x="1733" y="9011"/>
                </a:cubicBezTo>
                <a:lnTo>
                  <a:pt x="3718" y="9011"/>
                </a:lnTo>
                <a:lnTo>
                  <a:pt x="3466" y="9893"/>
                </a:lnTo>
                <a:cubicBezTo>
                  <a:pt x="3385" y="10136"/>
                  <a:pt x="3557" y="10355"/>
                  <a:pt x="3766" y="10355"/>
                </a:cubicBezTo>
                <a:cubicBezTo>
                  <a:pt x="3802" y="10355"/>
                  <a:pt x="3839" y="10348"/>
                  <a:pt x="3875" y="10335"/>
                </a:cubicBezTo>
                <a:lnTo>
                  <a:pt x="6018" y="9704"/>
                </a:lnTo>
                <a:cubicBezTo>
                  <a:pt x="6049" y="9704"/>
                  <a:pt x="6144" y="9673"/>
                  <a:pt x="6175" y="9641"/>
                </a:cubicBezTo>
                <a:lnTo>
                  <a:pt x="8286" y="7499"/>
                </a:lnTo>
                <a:lnTo>
                  <a:pt x="8286" y="10681"/>
                </a:lnTo>
                <a:cubicBezTo>
                  <a:pt x="8255" y="10839"/>
                  <a:pt x="8097" y="10996"/>
                  <a:pt x="7908" y="10996"/>
                </a:cubicBezTo>
                <a:lnTo>
                  <a:pt x="1040" y="10996"/>
                </a:lnTo>
                <a:cubicBezTo>
                  <a:pt x="851" y="10996"/>
                  <a:pt x="693" y="10839"/>
                  <a:pt x="693" y="10650"/>
                </a:cubicBezTo>
                <a:lnTo>
                  <a:pt x="693" y="2742"/>
                </a:lnTo>
                <a:lnTo>
                  <a:pt x="2395" y="2742"/>
                </a:lnTo>
                <a:cubicBezTo>
                  <a:pt x="2584" y="2742"/>
                  <a:pt x="2741" y="2584"/>
                  <a:pt x="2741" y="2395"/>
                </a:cubicBezTo>
                <a:lnTo>
                  <a:pt x="2741" y="694"/>
                </a:lnTo>
                <a:close/>
                <a:moveTo>
                  <a:pt x="2363" y="1"/>
                </a:moveTo>
                <a:cubicBezTo>
                  <a:pt x="2237" y="1"/>
                  <a:pt x="2143" y="64"/>
                  <a:pt x="2111" y="127"/>
                </a:cubicBezTo>
                <a:lnTo>
                  <a:pt x="158" y="2112"/>
                </a:lnTo>
                <a:cubicBezTo>
                  <a:pt x="63" y="2175"/>
                  <a:pt x="0" y="2269"/>
                  <a:pt x="0" y="2364"/>
                </a:cubicBezTo>
                <a:lnTo>
                  <a:pt x="0" y="10650"/>
                </a:lnTo>
                <a:cubicBezTo>
                  <a:pt x="0" y="11217"/>
                  <a:pt x="473" y="11658"/>
                  <a:pt x="1008" y="11658"/>
                </a:cubicBezTo>
                <a:lnTo>
                  <a:pt x="7908" y="11658"/>
                </a:lnTo>
                <a:cubicBezTo>
                  <a:pt x="8444" y="11658"/>
                  <a:pt x="8916" y="11217"/>
                  <a:pt x="8916" y="10650"/>
                </a:cubicBezTo>
                <a:lnTo>
                  <a:pt x="8916" y="6774"/>
                </a:lnTo>
                <a:lnTo>
                  <a:pt x="11279" y="4412"/>
                </a:lnTo>
                <a:cubicBezTo>
                  <a:pt x="11815" y="3876"/>
                  <a:pt x="11815" y="3025"/>
                  <a:pt x="11279" y="2490"/>
                </a:cubicBezTo>
                <a:cubicBezTo>
                  <a:pt x="11011" y="2222"/>
                  <a:pt x="10657" y="2088"/>
                  <a:pt x="10306" y="2088"/>
                </a:cubicBezTo>
                <a:cubicBezTo>
                  <a:pt x="9956" y="2088"/>
                  <a:pt x="9609" y="2222"/>
                  <a:pt x="9357" y="2490"/>
                </a:cubicBezTo>
                <a:lnTo>
                  <a:pt x="8916" y="2931"/>
                </a:lnTo>
                <a:lnTo>
                  <a:pt x="8916" y="1041"/>
                </a:ln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1" name="Google Shape;7981;p37"/>
          <p:cNvSpPr/>
          <p:nvPr/>
        </p:nvSpPr>
        <p:spPr>
          <a:xfrm>
            <a:off x="3394482" y="1861270"/>
            <a:ext cx="480980" cy="47970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2" name="Google Shape;7982;p37"/>
          <p:cNvSpPr/>
          <p:nvPr/>
        </p:nvSpPr>
        <p:spPr>
          <a:xfrm>
            <a:off x="6498902" y="1860240"/>
            <a:ext cx="480980" cy="482094"/>
          </a:xfrm>
          <a:custGeom>
            <a:rect b="b" l="l" r="r" t="t"/>
            <a:pathLst>
              <a:path extrusionOk="0" h="11685" w="11658">
                <a:moveTo>
                  <a:pt x="10618" y="662"/>
                </a:moveTo>
                <a:cubicBezTo>
                  <a:pt x="10807" y="662"/>
                  <a:pt x="10964" y="851"/>
                  <a:pt x="10964" y="1040"/>
                </a:cubicBezTo>
                <a:lnTo>
                  <a:pt x="10964" y="2741"/>
                </a:lnTo>
                <a:lnTo>
                  <a:pt x="662" y="2741"/>
                </a:lnTo>
                <a:lnTo>
                  <a:pt x="662" y="1040"/>
                </a:lnTo>
                <a:cubicBezTo>
                  <a:pt x="662" y="851"/>
                  <a:pt x="820" y="662"/>
                  <a:pt x="1009" y="662"/>
                </a:cubicBezTo>
                <a:close/>
                <a:moveTo>
                  <a:pt x="10964" y="3403"/>
                </a:moveTo>
                <a:lnTo>
                  <a:pt x="10964" y="8601"/>
                </a:lnTo>
                <a:cubicBezTo>
                  <a:pt x="10964" y="8790"/>
                  <a:pt x="10838" y="8947"/>
                  <a:pt x="10618" y="8947"/>
                </a:cubicBezTo>
                <a:lnTo>
                  <a:pt x="10145" y="8947"/>
                </a:lnTo>
                <a:cubicBezTo>
                  <a:pt x="10208" y="8727"/>
                  <a:pt x="10240" y="8443"/>
                  <a:pt x="10240" y="8160"/>
                </a:cubicBezTo>
                <a:lnTo>
                  <a:pt x="10240" y="5860"/>
                </a:lnTo>
                <a:cubicBezTo>
                  <a:pt x="10240" y="5673"/>
                  <a:pt x="10058" y="5531"/>
                  <a:pt x="9868" y="5531"/>
                </a:cubicBezTo>
                <a:cubicBezTo>
                  <a:pt x="9835" y="5531"/>
                  <a:pt x="9801" y="5535"/>
                  <a:pt x="9767" y="5545"/>
                </a:cubicBezTo>
                <a:cubicBezTo>
                  <a:pt x="9545" y="5641"/>
                  <a:pt x="9341" y="5691"/>
                  <a:pt x="9142" y="5691"/>
                </a:cubicBezTo>
                <a:cubicBezTo>
                  <a:pt x="8693" y="5691"/>
                  <a:pt x="8275" y="5439"/>
                  <a:pt x="7751" y="4915"/>
                </a:cubicBezTo>
                <a:cubicBezTo>
                  <a:pt x="7688" y="4868"/>
                  <a:pt x="7601" y="4844"/>
                  <a:pt x="7515" y="4844"/>
                </a:cubicBezTo>
                <a:cubicBezTo>
                  <a:pt x="7428" y="4844"/>
                  <a:pt x="7341" y="4868"/>
                  <a:pt x="7278" y="4915"/>
                </a:cubicBezTo>
                <a:cubicBezTo>
                  <a:pt x="6753" y="5440"/>
                  <a:pt x="6334" y="5677"/>
                  <a:pt x="5884" y="5677"/>
                </a:cubicBezTo>
                <a:cubicBezTo>
                  <a:pt x="5686" y="5677"/>
                  <a:pt x="5483" y="5631"/>
                  <a:pt x="5262" y="5545"/>
                </a:cubicBezTo>
                <a:cubicBezTo>
                  <a:pt x="5229" y="5535"/>
                  <a:pt x="5195" y="5531"/>
                  <a:pt x="5161" y="5531"/>
                </a:cubicBezTo>
                <a:cubicBezTo>
                  <a:pt x="4971" y="5531"/>
                  <a:pt x="4789" y="5673"/>
                  <a:pt x="4789" y="5860"/>
                </a:cubicBezTo>
                <a:lnTo>
                  <a:pt x="4789" y="8160"/>
                </a:lnTo>
                <a:cubicBezTo>
                  <a:pt x="4789" y="8443"/>
                  <a:pt x="4821" y="8664"/>
                  <a:pt x="4884" y="8947"/>
                </a:cubicBezTo>
                <a:lnTo>
                  <a:pt x="1009" y="8947"/>
                </a:lnTo>
                <a:cubicBezTo>
                  <a:pt x="820" y="8947"/>
                  <a:pt x="662" y="8790"/>
                  <a:pt x="662" y="8601"/>
                </a:cubicBezTo>
                <a:lnTo>
                  <a:pt x="662" y="3403"/>
                </a:lnTo>
                <a:close/>
                <a:moveTo>
                  <a:pt x="7152" y="5923"/>
                </a:moveTo>
                <a:lnTo>
                  <a:pt x="7152" y="10838"/>
                </a:lnTo>
                <a:cubicBezTo>
                  <a:pt x="6144" y="10365"/>
                  <a:pt x="5451" y="9357"/>
                  <a:pt x="5451" y="8160"/>
                </a:cubicBezTo>
                <a:lnTo>
                  <a:pt x="5451" y="6301"/>
                </a:lnTo>
                <a:cubicBezTo>
                  <a:pt x="5604" y="6330"/>
                  <a:pt x="5750" y="6344"/>
                  <a:pt x="5891" y="6344"/>
                </a:cubicBezTo>
                <a:cubicBezTo>
                  <a:pt x="6359" y="6344"/>
                  <a:pt x="6765" y="6189"/>
                  <a:pt x="7152" y="5923"/>
                </a:cubicBezTo>
                <a:close/>
                <a:moveTo>
                  <a:pt x="7877" y="5923"/>
                </a:moveTo>
                <a:cubicBezTo>
                  <a:pt x="8242" y="6166"/>
                  <a:pt x="8644" y="6353"/>
                  <a:pt x="9128" y="6353"/>
                </a:cubicBezTo>
                <a:cubicBezTo>
                  <a:pt x="9271" y="6353"/>
                  <a:pt x="9420" y="6337"/>
                  <a:pt x="9578" y="6301"/>
                </a:cubicBezTo>
                <a:lnTo>
                  <a:pt x="9578" y="8160"/>
                </a:lnTo>
                <a:cubicBezTo>
                  <a:pt x="9547" y="9357"/>
                  <a:pt x="8885" y="10365"/>
                  <a:pt x="7877" y="10838"/>
                </a:cubicBezTo>
                <a:lnTo>
                  <a:pt x="7877" y="5923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40"/>
                </a:cubicBezTo>
                <a:lnTo>
                  <a:pt x="1" y="8601"/>
                </a:lnTo>
                <a:cubicBezTo>
                  <a:pt x="1" y="9136"/>
                  <a:pt x="473" y="9609"/>
                  <a:pt x="1009" y="9609"/>
                </a:cubicBezTo>
                <a:lnTo>
                  <a:pt x="5073" y="9609"/>
                </a:lnTo>
                <a:cubicBezTo>
                  <a:pt x="5199" y="9893"/>
                  <a:pt x="5357" y="10145"/>
                  <a:pt x="5514" y="10365"/>
                </a:cubicBezTo>
                <a:cubicBezTo>
                  <a:pt x="5987" y="10995"/>
                  <a:pt x="6617" y="11436"/>
                  <a:pt x="7404" y="11657"/>
                </a:cubicBezTo>
                <a:cubicBezTo>
                  <a:pt x="7446" y="11657"/>
                  <a:pt x="7488" y="11685"/>
                  <a:pt x="7530" y="11685"/>
                </a:cubicBezTo>
                <a:cubicBezTo>
                  <a:pt x="7551" y="11685"/>
                  <a:pt x="7572" y="11678"/>
                  <a:pt x="7593" y="11657"/>
                </a:cubicBezTo>
                <a:cubicBezTo>
                  <a:pt x="8350" y="11436"/>
                  <a:pt x="9011" y="10995"/>
                  <a:pt x="9484" y="10365"/>
                </a:cubicBezTo>
                <a:cubicBezTo>
                  <a:pt x="9641" y="10145"/>
                  <a:pt x="9799" y="9893"/>
                  <a:pt x="9925" y="9609"/>
                </a:cubicBezTo>
                <a:lnTo>
                  <a:pt x="10618" y="9609"/>
                </a:lnTo>
                <a:cubicBezTo>
                  <a:pt x="11185" y="9609"/>
                  <a:pt x="11658" y="9136"/>
                  <a:pt x="11658" y="8601"/>
                </a:cubicBezTo>
                <a:lnTo>
                  <a:pt x="11658" y="1040"/>
                </a:lnTo>
                <a:cubicBezTo>
                  <a:pt x="11658" y="473"/>
                  <a:pt x="11217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3" name="Google Shape;7983;p37"/>
          <p:cNvSpPr/>
          <p:nvPr/>
        </p:nvSpPr>
        <p:spPr>
          <a:xfrm>
            <a:off x="6553484" y="1916100"/>
            <a:ext cx="29951" cy="28633"/>
          </a:xfrm>
          <a:custGeom>
            <a:rect b="b" l="l" r="r" t="t"/>
            <a:pathLst>
              <a:path extrusionOk="0" h="694" w="726">
                <a:moveTo>
                  <a:pt x="348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8" y="694"/>
                </a:cubicBezTo>
                <a:cubicBezTo>
                  <a:pt x="568" y="694"/>
                  <a:pt x="726" y="536"/>
                  <a:pt x="726" y="347"/>
                </a:cubicBezTo>
                <a:cubicBezTo>
                  <a:pt x="726" y="158"/>
                  <a:pt x="568" y="1"/>
                  <a:pt x="34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4" name="Google Shape;7984;p37"/>
          <p:cNvSpPr/>
          <p:nvPr/>
        </p:nvSpPr>
        <p:spPr>
          <a:xfrm>
            <a:off x="6610706" y="1916100"/>
            <a:ext cx="28633" cy="28633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5" name="Google Shape;7985;p37"/>
          <p:cNvSpPr/>
          <p:nvPr/>
        </p:nvSpPr>
        <p:spPr>
          <a:xfrm>
            <a:off x="6667887" y="1916100"/>
            <a:ext cx="28633" cy="28633"/>
          </a:xfrm>
          <a:custGeom>
            <a:rect b="b" l="l" r="r" t="t"/>
            <a:pathLst>
              <a:path extrusionOk="0" h="694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0" y="536"/>
                  <a:pt x="158" y="694"/>
                  <a:pt x="347" y="694"/>
                </a:cubicBezTo>
                <a:cubicBezTo>
                  <a:pt x="536" y="694"/>
                  <a:pt x="693" y="536"/>
                  <a:pt x="693" y="347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6" name="Google Shape;7986;p37"/>
          <p:cNvSpPr/>
          <p:nvPr/>
        </p:nvSpPr>
        <p:spPr>
          <a:xfrm>
            <a:off x="6722470" y="1916100"/>
            <a:ext cx="198902" cy="28633"/>
          </a:xfrm>
          <a:custGeom>
            <a:rect b="b" l="l" r="r" t="t"/>
            <a:pathLst>
              <a:path extrusionOk="0" h="694" w="4821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32" y="536"/>
                  <a:pt x="190" y="694"/>
                  <a:pt x="347" y="694"/>
                </a:cubicBezTo>
                <a:lnTo>
                  <a:pt x="4443" y="694"/>
                </a:lnTo>
                <a:cubicBezTo>
                  <a:pt x="4663" y="694"/>
                  <a:pt x="4821" y="536"/>
                  <a:pt x="4821" y="347"/>
                </a:cubicBezTo>
                <a:cubicBezTo>
                  <a:pt x="4821" y="158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7" name="Google Shape;7987;p37"/>
          <p:cNvSpPr/>
          <p:nvPr/>
        </p:nvSpPr>
        <p:spPr>
          <a:xfrm>
            <a:off x="917523" y="1859494"/>
            <a:ext cx="486178" cy="483249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8" name="Google Shape;7988;p37"/>
          <p:cNvSpPr/>
          <p:nvPr/>
        </p:nvSpPr>
        <p:spPr>
          <a:xfrm>
            <a:off x="4011220" y="1858837"/>
            <a:ext cx="486178" cy="484899"/>
          </a:xfrm>
          <a:custGeom>
            <a:rect b="b" l="l" r="r" t="t"/>
            <a:pathLst>
              <a:path extrusionOk="0" h="11753" w="11784">
                <a:moveTo>
                  <a:pt x="5734" y="694"/>
                </a:moveTo>
                <a:cubicBezTo>
                  <a:pt x="7624" y="694"/>
                  <a:pt x="9168" y="2238"/>
                  <a:pt x="9168" y="4128"/>
                </a:cubicBezTo>
                <a:cubicBezTo>
                  <a:pt x="9168" y="6050"/>
                  <a:pt x="7624" y="7594"/>
                  <a:pt x="5734" y="7594"/>
                </a:cubicBezTo>
                <a:cubicBezTo>
                  <a:pt x="3844" y="7594"/>
                  <a:pt x="2332" y="6018"/>
                  <a:pt x="2332" y="4128"/>
                </a:cubicBezTo>
                <a:cubicBezTo>
                  <a:pt x="2332" y="2238"/>
                  <a:pt x="3844" y="694"/>
                  <a:pt x="5734" y="694"/>
                </a:cubicBezTo>
                <a:close/>
                <a:moveTo>
                  <a:pt x="977" y="7531"/>
                </a:moveTo>
                <a:cubicBezTo>
                  <a:pt x="1166" y="7531"/>
                  <a:pt x="1323" y="7688"/>
                  <a:pt x="1323" y="7909"/>
                </a:cubicBezTo>
                <a:cubicBezTo>
                  <a:pt x="1292" y="8129"/>
                  <a:pt x="1134" y="8255"/>
                  <a:pt x="977" y="8255"/>
                </a:cubicBezTo>
                <a:cubicBezTo>
                  <a:pt x="788" y="8255"/>
                  <a:pt x="630" y="8098"/>
                  <a:pt x="630" y="7909"/>
                </a:cubicBezTo>
                <a:cubicBezTo>
                  <a:pt x="630" y="7688"/>
                  <a:pt x="788" y="7531"/>
                  <a:pt x="977" y="7531"/>
                </a:cubicBezTo>
                <a:close/>
                <a:moveTo>
                  <a:pt x="10586" y="7531"/>
                </a:moveTo>
                <a:cubicBezTo>
                  <a:pt x="10775" y="7531"/>
                  <a:pt x="10932" y="7688"/>
                  <a:pt x="10932" y="7909"/>
                </a:cubicBezTo>
                <a:cubicBezTo>
                  <a:pt x="10932" y="8129"/>
                  <a:pt x="10775" y="8255"/>
                  <a:pt x="10586" y="8255"/>
                </a:cubicBezTo>
                <a:cubicBezTo>
                  <a:pt x="10397" y="8255"/>
                  <a:pt x="10239" y="8098"/>
                  <a:pt x="10239" y="7909"/>
                </a:cubicBezTo>
                <a:cubicBezTo>
                  <a:pt x="10239" y="7688"/>
                  <a:pt x="10397" y="7531"/>
                  <a:pt x="10586" y="7531"/>
                </a:cubicBezTo>
                <a:close/>
                <a:moveTo>
                  <a:pt x="3025" y="9641"/>
                </a:moveTo>
                <a:cubicBezTo>
                  <a:pt x="3214" y="9641"/>
                  <a:pt x="3371" y="9799"/>
                  <a:pt x="3371" y="9988"/>
                </a:cubicBezTo>
                <a:cubicBezTo>
                  <a:pt x="3340" y="10177"/>
                  <a:pt x="3214" y="10335"/>
                  <a:pt x="3025" y="10335"/>
                </a:cubicBezTo>
                <a:cubicBezTo>
                  <a:pt x="2836" y="10335"/>
                  <a:pt x="2678" y="10177"/>
                  <a:pt x="2678" y="9988"/>
                </a:cubicBezTo>
                <a:cubicBezTo>
                  <a:pt x="2678" y="9799"/>
                  <a:pt x="2836" y="9641"/>
                  <a:pt x="3025" y="9641"/>
                </a:cubicBezTo>
                <a:close/>
                <a:moveTo>
                  <a:pt x="8475" y="9641"/>
                </a:moveTo>
                <a:cubicBezTo>
                  <a:pt x="8696" y="9641"/>
                  <a:pt x="8822" y="9799"/>
                  <a:pt x="8822" y="9988"/>
                </a:cubicBezTo>
                <a:cubicBezTo>
                  <a:pt x="8822" y="10177"/>
                  <a:pt x="8664" y="10335"/>
                  <a:pt x="8475" y="10335"/>
                </a:cubicBezTo>
                <a:cubicBezTo>
                  <a:pt x="8255" y="10335"/>
                  <a:pt x="8128" y="10177"/>
                  <a:pt x="8128" y="9988"/>
                </a:cubicBezTo>
                <a:cubicBezTo>
                  <a:pt x="8128" y="9799"/>
                  <a:pt x="8255" y="9641"/>
                  <a:pt x="8475" y="9641"/>
                </a:cubicBezTo>
                <a:close/>
                <a:moveTo>
                  <a:pt x="5734" y="10303"/>
                </a:moveTo>
                <a:cubicBezTo>
                  <a:pt x="5955" y="10303"/>
                  <a:pt x="6112" y="10461"/>
                  <a:pt x="6112" y="10650"/>
                </a:cubicBezTo>
                <a:cubicBezTo>
                  <a:pt x="6112" y="10839"/>
                  <a:pt x="5955" y="10996"/>
                  <a:pt x="5734" y="10996"/>
                </a:cubicBezTo>
                <a:cubicBezTo>
                  <a:pt x="5545" y="10996"/>
                  <a:pt x="5388" y="10839"/>
                  <a:pt x="5388" y="10650"/>
                </a:cubicBezTo>
                <a:cubicBezTo>
                  <a:pt x="5388" y="10461"/>
                  <a:pt x="5545" y="10303"/>
                  <a:pt x="5734" y="10303"/>
                </a:cubicBezTo>
                <a:close/>
                <a:moveTo>
                  <a:pt x="5797" y="1"/>
                </a:moveTo>
                <a:cubicBezTo>
                  <a:pt x="3497" y="1"/>
                  <a:pt x="1701" y="1860"/>
                  <a:pt x="1701" y="4097"/>
                </a:cubicBezTo>
                <a:cubicBezTo>
                  <a:pt x="1701" y="5010"/>
                  <a:pt x="2017" y="5924"/>
                  <a:pt x="2552" y="6617"/>
                </a:cubicBezTo>
                <a:lnTo>
                  <a:pt x="1701" y="7153"/>
                </a:lnTo>
                <a:cubicBezTo>
                  <a:pt x="1481" y="6995"/>
                  <a:pt x="1260" y="6901"/>
                  <a:pt x="1040" y="6901"/>
                </a:cubicBezTo>
                <a:cubicBezTo>
                  <a:pt x="473" y="6901"/>
                  <a:pt x="0" y="7373"/>
                  <a:pt x="0" y="7940"/>
                </a:cubicBezTo>
                <a:cubicBezTo>
                  <a:pt x="0" y="8476"/>
                  <a:pt x="473" y="8948"/>
                  <a:pt x="1040" y="8948"/>
                </a:cubicBezTo>
                <a:cubicBezTo>
                  <a:pt x="1575" y="8948"/>
                  <a:pt x="2048" y="8476"/>
                  <a:pt x="2048" y="7940"/>
                </a:cubicBezTo>
                <a:lnTo>
                  <a:pt x="2048" y="7751"/>
                </a:lnTo>
                <a:lnTo>
                  <a:pt x="3088" y="7153"/>
                </a:lnTo>
                <a:cubicBezTo>
                  <a:pt x="3340" y="7373"/>
                  <a:pt x="3623" y="7625"/>
                  <a:pt x="3970" y="7783"/>
                </a:cubicBezTo>
                <a:lnTo>
                  <a:pt x="3308" y="8948"/>
                </a:lnTo>
                <a:lnTo>
                  <a:pt x="3119" y="8948"/>
                </a:lnTo>
                <a:cubicBezTo>
                  <a:pt x="2552" y="8948"/>
                  <a:pt x="2080" y="9421"/>
                  <a:pt x="2080" y="9988"/>
                </a:cubicBezTo>
                <a:cubicBezTo>
                  <a:pt x="2080" y="10524"/>
                  <a:pt x="2552" y="10996"/>
                  <a:pt x="3119" y="10996"/>
                </a:cubicBezTo>
                <a:cubicBezTo>
                  <a:pt x="3655" y="10996"/>
                  <a:pt x="4127" y="10524"/>
                  <a:pt x="4127" y="9988"/>
                </a:cubicBezTo>
                <a:cubicBezTo>
                  <a:pt x="4127" y="9736"/>
                  <a:pt x="4064" y="9515"/>
                  <a:pt x="3907" y="9326"/>
                </a:cubicBezTo>
                <a:lnTo>
                  <a:pt x="4600" y="8098"/>
                </a:lnTo>
                <a:cubicBezTo>
                  <a:pt x="4883" y="8161"/>
                  <a:pt x="5199" y="8255"/>
                  <a:pt x="5514" y="8287"/>
                </a:cubicBezTo>
                <a:lnTo>
                  <a:pt x="5514" y="9736"/>
                </a:lnTo>
                <a:cubicBezTo>
                  <a:pt x="5136" y="9894"/>
                  <a:pt x="4852" y="10272"/>
                  <a:pt x="4852" y="10713"/>
                </a:cubicBezTo>
                <a:cubicBezTo>
                  <a:pt x="4852" y="11280"/>
                  <a:pt x="5325" y="11752"/>
                  <a:pt x="5860" y="11752"/>
                </a:cubicBezTo>
                <a:cubicBezTo>
                  <a:pt x="6427" y="11752"/>
                  <a:pt x="6900" y="11280"/>
                  <a:pt x="6900" y="10713"/>
                </a:cubicBezTo>
                <a:cubicBezTo>
                  <a:pt x="6900" y="10303"/>
                  <a:pt x="6616" y="9894"/>
                  <a:pt x="6238" y="9736"/>
                </a:cubicBezTo>
                <a:lnTo>
                  <a:pt x="6238" y="8287"/>
                </a:lnTo>
                <a:cubicBezTo>
                  <a:pt x="6553" y="8255"/>
                  <a:pt x="6868" y="8224"/>
                  <a:pt x="7120" y="8098"/>
                </a:cubicBezTo>
                <a:lnTo>
                  <a:pt x="7845" y="9326"/>
                </a:lnTo>
                <a:cubicBezTo>
                  <a:pt x="7687" y="9515"/>
                  <a:pt x="7593" y="9736"/>
                  <a:pt x="7593" y="9988"/>
                </a:cubicBezTo>
                <a:cubicBezTo>
                  <a:pt x="7593" y="10524"/>
                  <a:pt x="8065" y="10996"/>
                  <a:pt x="8633" y="10996"/>
                </a:cubicBezTo>
                <a:cubicBezTo>
                  <a:pt x="9168" y="10996"/>
                  <a:pt x="9641" y="10524"/>
                  <a:pt x="9641" y="9988"/>
                </a:cubicBezTo>
                <a:cubicBezTo>
                  <a:pt x="9641" y="9421"/>
                  <a:pt x="9168" y="8948"/>
                  <a:pt x="8633" y="8948"/>
                </a:cubicBezTo>
                <a:lnTo>
                  <a:pt x="8444" y="8948"/>
                </a:lnTo>
                <a:lnTo>
                  <a:pt x="7750" y="7783"/>
                </a:lnTo>
                <a:cubicBezTo>
                  <a:pt x="8065" y="7625"/>
                  <a:pt x="8381" y="7373"/>
                  <a:pt x="8664" y="7153"/>
                </a:cubicBezTo>
                <a:lnTo>
                  <a:pt x="9735" y="7751"/>
                </a:lnTo>
                <a:lnTo>
                  <a:pt x="9735" y="7940"/>
                </a:lnTo>
                <a:cubicBezTo>
                  <a:pt x="9735" y="8476"/>
                  <a:pt x="10208" y="8948"/>
                  <a:pt x="10743" y="8948"/>
                </a:cubicBezTo>
                <a:cubicBezTo>
                  <a:pt x="11310" y="8948"/>
                  <a:pt x="11783" y="8476"/>
                  <a:pt x="11783" y="7940"/>
                </a:cubicBezTo>
                <a:cubicBezTo>
                  <a:pt x="11626" y="7342"/>
                  <a:pt x="11153" y="6901"/>
                  <a:pt x="10586" y="6901"/>
                </a:cubicBezTo>
                <a:cubicBezTo>
                  <a:pt x="10302" y="6901"/>
                  <a:pt x="10082" y="6995"/>
                  <a:pt x="9924" y="7153"/>
                </a:cubicBezTo>
                <a:lnTo>
                  <a:pt x="9011" y="6617"/>
                </a:lnTo>
                <a:cubicBezTo>
                  <a:pt x="9578" y="5924"/>
                  <a:pt x="9893" y="5010"/>
                  <a:pt x="9893" y="4097"/>
                </a:cubicBezTo>
                <a:cubicBezTo>
                  <a:pt x="9893" y="1828"/>
                  <a:pt x="8034" y="1"/>
                  <a:pt x="57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89" name="Google Shape;7989;p37"/>
          <p:cNvSpPr/>
          <p:nvPr/>
        </p:nvSpPr>
        <p:spPr>
          <a:xfrm>
            <a:off x="4163291" y="1914740"/>
            <a:ext cx="171590" cy="198902"/>
          </a:xfrm>
          <a:custGeom>
            <a:rect b="b" l="l" r="r" t="t"/>
            <a:pathLst>
              <a:path extrusionOk="0" h="4821" w="4159">
                <a:moveTo>
                  <a:pt x="2048" y="725"/>
                </a:moveTo>
                <a:cubicBezTo>
                  <a:pt x="2458" y="725"/>
                  <a:pt x="2741" y="1040"/>
                  <a:pt x="2741" y="1387"/>
                </a:cubicBezTo>
                <a:cubicBezTo>
                  <a:pt x="2741" y="1765"/>
                  <a:pt x="2426" y="2049"/>
                  <a:pt x="2048" y="2049"/>
                </a:cubicBezTo>
                <a:cubicBezTo>
                  <a:pt x="1702" y="2049"/>
                  <a:pt x="1387" y="1733"/>
                  <a:pt x="1387" y="1387"/>
                </a:cubicBezTo>
                <a:cubicBezTo>
                  <a:pt x="1387" y="1040"/>
                  <a:pt x="1702" y="725"/>
                  <a:pt x="2048" y="725"/>
                </a:cubicBezTo>
                <a:close/>
                <a:moveTo>
                  <a:pt x="2363" y="2773"/>
                </a:moveTo>
                <a:cubicBezTo>
                  <a:pt x="2930" y="2773"/>
                  <a:pt x="3403" y="3246"/>
                  <a:pt x="3403" y="3781"/>
                </a:cubicBezTo>
                <a:lnTo>
                  <a:pt x="3403" y="4128"/>
                </a:lnTo>
                <a:lnTo>
                  <a:pt x="630" y="4128"/>
                </a:lnTo>
                <a:lnTo>
                  <a:pt x="630" y="3781"/>
                </a:lnTo>
                <a:lnTo>
                  <a:pt x="693" y="3781"/>
                </a:lnTo>
                <a:cubicBezTo>
                  <a:pt x="693" y="3246"/>
                  <a:pt x="1166" y="2773"/>
                  <a:pt x="1702" y="2773"/>
                </a:cubicBezTo>
                <a:close/>
                <a:moveTo>
                  <a:pt x="2111" y="1"/>
                </a:moveTo>
                <a:cubicBezTo>
                  <a:pt x="1355" y="1"/>
                  <a:pt x="725" y="631"/>
                  <a:pt x="725" y="1387"/>
                </a:cubicBezTo>
                <a:cubicBezTo>
                  <a:pt x="725" y="1702"/>
                  <a:pt x="851" y="2017"/>
                  <a:pt x="1040" y="2238"/>
                </a:cubicBezTo>
                <a:cubicBezTo>
                  <a:pt x="441" y="2521"/>
                  <a:pt x="63" y="3120"/>
                  <a:pt x="63" y="3781"/>
                </a:cubicBezTo>
                <a:lnTo>
                  <a:pt x="63" y="4443"/>
                </a:lnTo>
                <a:cubicBezTo>
                  <a:pt x="0" y="4663"/>
                  <a:pt x="158" y="4821"/>
                  <a:pt x="378" y="4821"/>
                </a:cubicBezTo>
                <a:lnTo>
                  <a:pt x="3781" y="4821"/>
                </a:lnTo>
                <a:cubicBezTo>
                  <a:pt x="4001" y="4821"/>
                  <a:pt x="4159" y="4663"/>
                  <a:pt x="4159" y="4443"/>
                </a:cubicBezTo>
                <a:lnTo>
                  <a:pt x="4159" y="3781"/>
                </a:lnTo>
                <a:cubicBezTo>
                  <a:pt x="4159" y="3120"/>
                  <a:pt x="3749" y="2521"/>
                  <a:pt x="3151" y="2238"/>
                </a:cubicBezTo>
                <a:cubicBezTo>
                  <a:pt x="3371" y="2017"/>
                  <a:pt x="3466" y="1733"/>
                  <a:pt x="3466" y="1387"/>
                </a:cubicBezTo>
                <a:cubicBezTo>
                  <a:pt x="3466" y="631"/>
                  <a:pt x="2836" y="1"/>
                  <a:pt x="211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0" name="Google Shape;7990;p37"/>
          <p:cNvSpPr/>
          <p:nvPr/>
        </p:nvSpPr>
        <p:spPr>
          <a:xfrm>
            <a:off x="7129635" y="1860818"/>
            <a:ext cx="482230" cy="480910"/>
          </a:xfrm>
          <a:custGeom>
            <a:rect b="b" l="l" r="r" t="t"/>
            <a:pathLst>
              <a:path extrusionOk="0" h="11657" w="11689">
                <a:moveTo>
                  <a:pt x="9547" y="725"/>
                </a:moveTo>
                <a:cubicBezTo>
                  <a:pt x="9704" y="725"/>
                  <a:pt x="9830" y="788"/>
                  <a:pt x="9893" y="914"/>
                </a:cubicBezTo>
                <a:lnTo>
                  <a:pt x="10681" y="2772"/>
                </a:lnTo>
                <a:lnTo>
                  <a:pt x="1135" y="2772"/>
                </a:lnTo>
                <a:lnTo>
                  <a:pt x="1891" y="914"/>
                </a:lnTo>
                <a:cubicBezTo>
                  <a:pt x="1922" y="788"/>
                  <a:pt x="2080" y="725"/>
                  <a:pt x="2206" y="725"/>
                </a:cubicBezTo>
                <a:close/>
                <a:moveTo>
                  <a:pt x="10649" y="3403"/>
                </a:moveTo>
                <a:cubicBezTo>
                  <a:pt x="10870" y="3403"/>
                  <a:pt x="11027" y="3560"/>
                  <a:pt x="11027" y="3749"/>
                </a:cubicBezTo>
                <a:lnTo>
                  <a:pt x="11027" y="5167"/>
                </a:lnTo>
                <a:cubicBezTo>
                  <a:pt x="11027" y="5356"/>
                  <a:pt x="10870" y="5513"/>
                  <a:pt x="10649" y="5513"/>
                </a:cubicBezTo>
                <a:lnTo>
                  <a:pt x="1040" y="5513"/>
                </a:lnTo>
                <a:cubicBezTo>
                  <a:pt x="851" y="5513"/>
                  <a:pt x="694" y="5356"/>
                  <a:pt x="694" y="5167"/>
                </a:cubicBezTo>
                <a:lnTo>
                  <a:pt x="694" y="3749"/>
                </a:lnTo>
                <a:cubicBezTo>
                  <a:pt x="694" y="3560"/>
                  <a:pt x="851" y="3403"/>
                  <a:pt x="1040" y="3403"/>
                </a:cubicBezTo>
                <a:close/>
                <a:moveTo>
                  <a:pt x="10681" y="6206"/>
                </a:moveTo>
                <a:cubicBezTo>
                  <a:pt x="10870" y="6238"/>
                  <a:pt x="11027" y="6364"/>
                  <a:pt x="11027" y="6553"/>
                </a:cubicBezTo>
                <a:lnTo>
                  <a:pt x="11027" y="7939"/>
                </a:lnTo>
                <a:cubicBezTo>
                  <a:pt x="11027" y="8128"/>
                  <a:pt x="10870" y="8286"/>
                  <a:pt x="10681" y="8286"/>
                </a:cubicBezTo>
                <a:lnTo>
                  <a:pt x="1072" y="8286"/>
                </a:lnTo>
                <a:cubicBezTo>
                  <a:pt x="851" y="8286"/>
                  <a:pt x="694" y="8128"/>
                  <a:pt x="694" y="7939"/>
                </a:cubicBezTo>
                <a:lnTo>
                  <a:pt x="694" y="6553"/>
                </a:lnTo>
                <a:cubicBezTo>
                  <a:pt x="694" y="6364"/>
                  <a:pt x="851" y="6206"/>
                  <a:pt x="1072" y="6206"/>
                </a:cubicBezTo>
                <a:close/>
                <a:moveTo>
                  <a:pt x="10681" y="8947"/>
                </a:moveTo>
                <a:cubicBezTo>
                  <a:pt x="10870" y="8947"/>
                  <a:pt x="11027" y="9105"/>
                  <a:pt x="11027" y="9294"/>
                </a:cubicBezTo>
                <a:lnTo>
                  <a:pt x="11027" y="10680"/>
                </a:lnTo>
                <a:cubicBezTo>
                  <a:pt x="11027" y="10869"/>
                  <a:pt x="10870" y="11027"/>
                  <a:pt x="10681" y="11027"/>
                </a:cubicBezTo>
                <a:lnTo>
                  <a:pt x="1072" y="11027"/>
                </a:lnTo>
                <a:cubicBezTo>
                  <a:pt x="851" y="11027"/>
                  <a:pt x="694" y="10869"/>
                  <a:pt x="694" y="10680"/>
                </a:cubicBezTo>
                <a:lnTo>
                  <a:pt x="694" y="9294"/>
                </a:lnTo>
                <a:cubicBezTo>
                  <a:pt x="694" y="9105"/>
                  <a:pt x="851" y="8947"/>
                  <a:pt x="1072" y="8947"/>
                </a:cubicBezTo>
                <a:close/>
                <a:moveTo>
                  <a:pt x="2174" y="0"/>
                </a:moveTo>
                <a:cubicBezTo>
                  <a:pt x="1733" y="0"/>
                  <a:pt x="1387" y="252"/>
                  <a:pt x="1229" y="630"/>
                </a:cubicBezTo>
                <a:lnTo>
                  <a:pt x="64" y="3403"/>
                </a:lnTo>
                <a:cubicBezTo>
                  <a:pt x="32" y="3529"/>
                  <a:pt x="0" y="3686"/>
                  <a:pt x="0" y="3781"/>
                </a:cubicBezTo>
                <a:lnTo>
                  <a:pt x="0" y="5198"/>
                </a:lnTo>
                <a:cubicBezTo>
                  <a:pt x="0" y="5482"/>
                  <a:pt x="127" y="5734"/>
                  <a:pt x="284" y="5860"/>
                </a:cubicBezTo>
                <a:cubicBezTo>
                  <a:pt x="127" y="6080"/>
                  <a:pt x="0" y="6301"/>
                  <a:pt x="0" y="6553"/>
                </a:cubicBezTo>
                <a:lnTo>
                  <a:pt x="0" y="7908"/>
                </a:lnTo>
                <a:cubicBezTo>
                  <a:pt x="0" y="8191"/>
                  <a:pt x="127" y="8443"/>
                  <a:pt x="284" y="8601"/>
                </a:cubicBezTo>
                <a:cubicBezTo>
                  <a:pt x="127" y="8790"/>
                  <a:pt x="0" y="9010"/>
                  <a:pt x="0" y="9262"/>
                </a:cubicBezTo>
                <a:lnTo>
                  <a:pt x="0" y="10649"/>
                </a:lnTo>
                <a:cubicBezTo>
                  <a:pt x="0" y="11184"/>
                  <a:pt x="473" y="11657"/>
                  <a:pt x="1009" y="11657"/>
                </a:cubicBezTo>
                <a:lnTo>
                  <a:pt x="10618" y="11657"/>
                </a:lnTo>
                <a:cubicBezTo>
                  <a:pt x="11185" y="11657"/>
                  <a:pt x="11657" y="11184"/>
                  <a:pt x="11657" y="10649"/>
                </a:cubicBezTo>
                <a:lnTo>
                  <a:pt x="11657" y="9262"/>
                </a:lnTo>
                <a:cubicBezTo>
                  <a:pt x="11657" y="8979"/>
                  <a:pt x="11531" y="8758"/>
                  <a:pt x="11374" y="8601"/>
                </a:cubicBezTo>
                <a:cubicBezTo>
                  <a:pt x="11531" y="8380"/>
                  <a:pt x="11657" y="8160"/>
                  <a:pt x="11657" y="7908"/>
                </a:cubicBezTo>
                <a:lnTo>
                  <a:pt x="11657" y="6553"/>
                </a:lnTo>
                <a:cubicBezTo>
                  <a:pt x="11657" y="6269"/>
                  <a:pt x="11531" y="6017"/>
                  <a:pt x="11374" y="5860"/>
                </a:cubicBezTo>
                <a:cubicBezTo>
                  <a:pt x="11531" y="5671"/>
                  <a:pt x="11657" y="5450"/>
                  <a:pt x="11657" y="5198"/>
                </a:cubicBezTo>
                <a:lnTo>
                  <a:pt x="11657" y="3781"/>
                </a:lnTo>
                <a:lnTo>
                  <a:pt x="11689" y="3781"/>
                </a:lnTo>
                <a:cubicBezTo>
                  <a:pt x="11689" y="3686"/>
                  <a:pt x="11657" y="3529"/>
                  <a:pt x="11594" y="3403"/>
                </a:cubicBezTo>
                <a:lnTo>
                  <a:pt x="10460" y="630"/>
                </a:lnTo>
                <a:cubicBezTo>
                  <a:pt x="10303" y="252"/>
                  <a:pt x="9925" y="0"/>
                  <a:pt x="951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1" name="Google Shape;7991;p37"/>
          <p:cNvSpPr/>
          <p:nvPr/>
        </p:nvSpPr>
        <p:spPr>
          <a:xfrm>
            <a:off x="7271176" y="2265995"/>
            <a:ext cx="285997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lnTo>
                  <a:pt x="6585" y="726"/>
                </a:lnTo>
                <a:cubicBezTo>
                  <a:pt x="6774" y="726"/>
                  <a:pt x="6931" y="568"/>
                  <a:pt x="6931" y="379"/>
                </a:cubicBezTo>
                <a:cubicBezTo>
                  <a:pt x="6931" y="159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2" name="Google Shape;7992;p37"/>
          <p:cNvSpPr/>
          <p:nvPr/>
        </p:nvSpPr>
        <p:spPr>
          <a:xfrm>
            <a:off x="7271176" y="2038550"/>
            <a:ext cx="285997" cy="29951"/>
          </a:xfrm>
          <a:custGeom>
            <a:rect b="b" l="l" r="r" t="t"/>
            <a:pathLst>
              <a:path extrusionOk="0" h="726" w="6932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78" y="725"/>
                </a:cubicBezTo>
                <a:lnTo>
                  <a:pt x="6585" y="725"/>
                </a:lnTo>
                <a:cubicBezTo>
                  <a:pt x="6774" y="725"/>
                  <a:pt x="6931" y="568"/>
                  <a:pt x="6931" y="379"/>
                </a:cubicBezTo>
                <a:cubicBezTo>
                  <a:pt x="6931" y="158"/>
                  <a:pt x="6774" y="1"/>
                  <a:pt x="658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3" name="Google Shape;7993;p37"/>
          <p:cNvSpPr/>
          <p:nvPr/>
        </p:nvSpPr>
        <p:spPr>
          <a:xfrm>
            <a:off x="7181704" y="2038550"/>
            <a:ext cx="29912" cy="31232"/>
          </a:xfrm>
          <a:custGeom>
            <a:rect b="b" l="l" r="r" t="t"/>
            <a:pathLst>
              <a:path extrusionOk="0" h="757" w="725">
                <a:moveTo>
                  <a:pt x="378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57"/>
                  <a:pt x="378" y="757"/>
                </a:cubicBezTo>
                <a:cubicBezTo>
                  <a:pt x="567" y="757"/>
                  <a:pt x="725" y="568"/>
                  <a:pt x="725" y="379"/>
                </a:cubicBezTo>
                <a:cubicBezTo>
                  <a:pt x="725" y="158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4" name="Google Shape;7994;p37"/>
          <p:cNvSpPr/>
          <p:nvPr/>
        </p:nvSpPr>
        <p:spPr>
          <a:xfrm>
            <a:off x="7271817" y="2152912"/>
            <a:ext cx="284701" cy="28633"/>
          </a:xfrm>
          <a:custGeom>
            <a:rect b="b" l="l" r="r" t="t"/>
            <a:pathLst>
              <a:path extrusionOk="0" h="694" w="6901">
                <a:moveTo>
                  <a:pt x="347" y="0"/>
                </a:moveTo>
                <a:cubicBezTo>
                  <a:pt x="158" y="0"/>
                  <a:pt x="1" y="158"/>
                  <a:pt x="1" y="347"/>
                </a:cubicBezTo>
                <a:cubicBezTo>
                  <a:pt x="32" y="536"/>
                  <a:pt x="158" y="693"/>
                  <a:pt x="347" y="693"/>
                </a:cubicBezTo>
                <a:lnTo>
                  <a:pt x="6554" y="693"/>
                </a:lnTo>
                <a:cubicBezTo>
                  <a:pt x="6774" y="693"/>
                  <a:pt x="6900" y="536"/>
                  <a:pt x="6900" y="347"/>
                </a:cubicBezTo>
                <a:cubicBezTo>
                  <a:pt x="6900" y="158"/>
                  <a:pt x="6774" y="0"/>
                  <a:pt x="655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5" name="Google Shape;7995;p37"/>
          <p:cNvSpPr/>
          <p:nvPr/>
        </p:nvSpPr>
        <p:spPr>
          <a:xfrm>
            <a:off x="7181704" y="2152912"/>
            <a:ext cx="29912" cy="28633"/>
          </a:xfrm>
          <a:custGeom>
            <a:rect b="b" l="l" r="r" t="t"/>
            <a:pathLst>
              <a:path extrusionOk="0" h="694" w="725">
                <a:moveTo>
                  <a:pt x="378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78" y="693"/>
                </a:cubicBezTo>
                <a:cubicBezTo>
                  <a:pt x="567" y="693"/>
                  <a:pt x="725" y="536"/>
                  <a:pt x="725" y="347"/>
                </a:cubicBezTo>
                <a:cubicBezTo>
                  <a:pt x="725" y="158"/>
                  <a:pt x="567" y="0"/>
                  <a:pt x="3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6" name="Google Shape;7996;p37"/>
          <p:cNvSpPr/>
          <p:nvPr/>
        </p:nvSpPr>
        <p:spPr>
          <a:xfrm>
            <a:off x="7181704" y="2265995"/>
            <a:ext cx="29912" cy="29951"/>
          </a:xfrm>
          <a:custGeom>
            <a:rect b="b" l="l" r="r" t="t"/>
            <a:pathLst>
              <a:path extrusionOk="0" h="726" w="725">
                <a:moveTo>
                  <a:pt x="378" y="1"/>
                </a:moveTo>
                <a:cubicBezTo>
                  <a:pt x="158" y="1"/>
                  <a:pt x="0" y="159"/>
                  <a:pt x="0" y="379"/>
                </a:cubicBezTo>
                <a:cubicBezTo>
                  <a:pt x="0" y="568"/>
                  <a:pt x="158" y="726"/>
                  <a:pt x="378" y="726"/>
                </a:cubicBezTo>
                <a:cubicBezTo>
                  <a:pt x="567" y="726"/>
                  <a:pt x="725" y="568"/>
                  <a:pt x="725" y="379"/>
                </a:cubicBezTo>
                <a:cubicBezTo>
                  <a:pt x="725" y="159"/>
                  <a:pt x="567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7" name="Google Shape;7997;p37"/>
          <p:cNvSpPr/>
          <p:nvPr/>
        </p:nvSpPr>
        <p:spPr>
          <a:xfrm>
            <a:off x="4687416" y="1858837"/>
            <a:ext cx="367893" cy="484899"/>
          </a:xfrm>
          <a:custGeom>
            <a:rect b="b" l="l" r="r" t="t"/>
            <a:pathLst>
              <a:path extrusionOk="0" h="11753" w="8917">
                <a:moveTo>
                  <a:pt x="4474" y="694"/>
                </a:moveTo>
                <a:cubicBezTo>
                  <a:pt x="6553" y="694"/>
                  <a:pt x="8254" y="2395"/>
                  <a:pt x="8254" y="4475"/>
                </a:cubicBezTo>
                <a:cubicBezTo>
                  <a:pt x="8191" y="5262"/>
                  <a:pt x="7971" y="6018"/>
                  <a:pt x="7530" y="6649"/>
                </a:cubicBezTo>
                <a:lnTo>
                  <a:pt x="4474" y="10776"/>
                </a:lnTo>
                <a:lnTo>
                  <a:pt x="1418" y="6712"/>
                </a:lnTo>
                <a:cubicBezTo>
                  <a:pt x="945" y="6050"/>
                  <a:pt x="693" y="5294"/>
                  <a:pt x="693" y="4475"/>
                </a:cubicBezTo>
                <a:cubicBezTo>
                  <a:pt x="693" y="2395"/>
                  <a:pt x="2363" y="694"/>
                  <a:pt x="4474" y="694"/>
                </a:cubicBezTo>
                <a:close/>
                <a:moveTo>
                  <a:pt x="4474" y="1"/>
                </a:moveTo>
                <a:cubicBezTo>
                  <a:pt x="2017" y="1"/>
                  <a:pt x="0" y="2017"/>
                  <a:pt x="0" y="4475"/>
                </a:cubicBezTo>
                <a:cubicBezTo>
                  <a:pt x="0" y="5451"/>
                  <a:pt x="315" y="6365"/>
                  <a:pt x="882" y="7153"/>
                </a:cubicBezTo>
                <a:lnTo>
                  <a:pt x="4190" y="11595"/>
                </a:lnTo>
                <a:cubicBezTo>
                  <a:pt x="4253" y="11689"/>
                  <a:pt x="4348" y="11752"/>
                  <a:pt x="4474" y="11752"/>
                </a:cubicBezTo>
                <a:cubicBezTo>
                  <a:pt x="4568" y="11752"/>
                  <a:pt x="4663" y="11721"/>
                  <a:pt x="4726" y="11595"/>
                </a:cubicBezTo>
                <a:lnTo>
                  <a:pt x="8097" y="7058"/>
                </a:lnTo>
                <a:cubicBezTo>
                  <a:pt x="8633" y="6333"/>
                  <a:pt x="8916" y="5420"/>
                  <a:pt x="8916" y="4506"/>
                </a:cubicBezTo>
                <a:cubicBezTo>
                  <a:pt x="8916" y="1986"/>
                  <a:pt x="6900" y="1"/>
                  <a:pt x="447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8" name="Google Shape;7998;p37"/>
          <p:cNvSpPr/>
          <p:nvPr/>
        </p:nvSpPr>
        <p:spPr>
          <a:xfrm>
            <a:off x="4829090" y="2000553"/>
            <a:ext cx="84531" cy="84495"/>
          </a:xfrm>
          <a:custGeom>
            <a:rect b="b" l="l" r="r" t="t"/>
            <a:pathLst>
              <a:path extrusionOk="0" h="2048" w="2049">
                <a:moveTo>
                  <a:pt x="1040" y="630"/>
                </a:moveTo>
                <a:cubicBezTo>
                  <a:pt x="1229" y="630"/>
                  <a:pt x="1386" y="788"/>
                  <a:pt x="1386" y="1008"/>
                </a:cubicBezTo>
                <a:cubicBezTo>
                  <a:pt x="1386" y="1197"/>
                  <a:pt x="1197" y="1355"/>
                  <a:pt x="1040" y="1355"/>
                </a:cubicBezTo>
                <a:cubicBezTo>
                  <a:pt x="819" y="1355"/>
                  <a:pt x="662" y="1197"/>
                  <a:pt x="662" y="1008"/>
                </a:cubicBezTo>
                <a:cubicBezTo>
                  <a:pt x="662" y="788"/>
                  <a:pt x="819" y="630"/>
                  <a:pt x="1040" y="630"/>
                </a:cubicBez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cubicBezTo>
                  <a:pt x="0" y="1575"/>
                  <a:pt x="473" y="2048"/>
                  <a:pt x="1040" y="2048"/>
                </a:cubicBezTo>
                <a:cubicBezTo>
                  <a:pt x="1575" y="2048"/>
                  <a:pt x="2048" y="1575"/>
                  <a:pt x="2048" y="1040"/>
                </a:cubicBezTo>
                <a:cubicBezTo>
                  <a:pt x="2048" y="441"/>
                  <a:pt x="1575" y="0"/>
                  <a:pt x="104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7999" name="Google Shape;7999;p37"/>
          <p:cNvSpPr/>
          <p:nvPr/>
        </p:nvSpPr>
        <p:spPr>
          <a:xfrm>
            <a:off x="4741998" y="1914740"/>
            <a:ext cx="257406" cy="256127"/>
          </a:xfrm>
          <a:custGeom>
            <a:rect b="b" l="l" r="r" t="t"/>
            <a:pathLst>
              <a:path extrusionOk="0" h="6208" w="6239">
                <a:moveTo>
                  <a:pt x="3403" y="694"/>
                </a:moveTo>
                <a:lnTo>
                  <a:pt x="3403" y="1166"/>
                </a:lnTo>
                <a:cubicBezTo>
                  <a:pt x="3403" y="1324"/>
                  <a:pt x="3497" y="1450"/>
                  <a:pt x="3655" y="1481"/>
                </a:cubicBezTo>
                <a:cubicBezTo>
                  <a:pt x="3844" y="1576"/>
                  <a:pt x="4033" y="1670"/>
                  <a:pt x="4191" y="1828"/>
                </a:cubicBezTo>
                <a:cubicBezTo>
                  <a:pt x="4268" y="1867"/>
                  <a:pt x="4358" y="1894"/>
                  <a:pt x="4445" y="1894"/>
                </a:cubicBezTo>
                <a:cubicBezTo>
                  <a:pt x="4499" y="1894"/>
                  <a:pt x="4552" y="1884"/>
                  <a:pt x="4600" y="1859"/>
                </a:cubicBezTo>
                <a:lnTo>
                  <a:pt x="4978" y="1607"/>
                </a:lnTo>
                <a:lnTo>
                  <a:pt x="5356" y="2206"/>
                </a:lnTo>
                <a:lnTo>
                  <a:pt x="4947" y="2458"/>
                </a:lnTo>
                <a:cubicBezTo>
                  <a:pt x="4821" y="2521"/>
                  <a:pt x="4789" y="2647"/>
                  <a:pt x="4789" y="2805"/>
                </a:cubicBezTo>
                <a:cubicBezTo>
                  <a:pt x="4821" y="3025"/>
                  <a:pt x="4821" y="3183"/>
                  <a:pt x="4789" y="3435"/>
                </a:cubicBezTo>
                <a:cubicBezTo>
                  <a:pt x="4758" y="3592"/>
                  <a:pt x="4821" y="3687"/>
                  <a:pt x="4947" y="3781"/>
                </a:cubicBezTo>
                <a:lnTo>
                  <a:pt x="5356" y="4033"/>
                </a:lnTo>
                <a:lnTo>
                  <a:pt x="4978" y="4600"/>
                </a:lnTo>
                <a:lnTo>
                  <a:pt x="4600" y="4380"/>
                </a:lnTo>
                <a:cubicBezTo>
                  <a:pt x="4554" y="4345"/>
                  <a:pt x="4503" y="4332"/>
                  <a:pt x="4452" y="4332"/>
                </a:cubicBezTo>
                <a:cubicBezTo>
                  <a:pt x="4363" y="4332"/>
                  <a:pt x="4270" y="4372"/>
                  <a:pt x="4191" y="4411"/>
                </a:cubicBezTo>
                <a:cubicBezTo>
                  <a:pt x="4033" y="4537"/>
                  <a:pt x="3844" y="4632"/>
                  <a:pt x="3655" y="4726"/>
                </a:cubicBezTo>
                <a:cubicBezTo>
                  <a:pt x="3529" y="4758"/>
                  <a:pt x="3403" y="4915"/>
                  <a:pt x="3403" y="5041"/>
                </a:cubicBezTo>
                <a:lnTo>
                  <a:pt x="3403" y="5514"/>
                </a:lnTo>
                <a:lnTo>
                  <a:pt x="2741" y="5514"/>
                </a:lnTo>
                <a:lnTo>
                  <a:pt x="2741" y="5041"/>
                </a:lnTo>
                <a:cubicBezTo>
                  <a:pt x="2741" y="4884"/>
                  <a:pt x="2678" y="4758"/>
                  <a:pt x="2521" y="4726"/>
                </a:cubicBezTo>
                <a:cubicBezTo>
                  <a:pt x="2300" y="4663"/>
                  <a:pt x="2111" y="4569"/>
                  <a:pt x="1954" y="4411"/>
                </a:cubicBezTo>
                <a:cubicBezTo>
                  <a:pt x="1874" y="4372"/>
                  <a:pt x="1782" y="4332"/>
                  <a:pt x="1701" y="4332"/>
                </a:cubicBezTo>
                <a:cubicBezTo>
                  <a:pt x="1654" y="4332"/>
                  <a:pt x="1610" y="4345"/>
                  <a:pt x="1576" y="4380"/>
                </a:cubicBezTo>
                <a:lnTo>
                  <a:pt x="1166" y="4600"/>
                </a:lnTo>
                <a:lnTo>
                  <a:pt x="820" y="4033"/>
                </a:lnTo>
                <a:lnTo>
                  <a:pt x="1198" y="3781"/>
                </a:lnTo>
                <a:cubicBezTo>
                  <a:pt x="1324" y="3718"/>
                  <a:pt x="1418" y="3592"/>
                  <a:pt x="1355" y="3435"/>
                </a:cubicBezTo>
                <a:cubicBezTo>
                  <a:pt x="1324" y="3183"/>
                  <a:pt x="1324" y="3025"/>
                  <a:pt x="1355" y="2805"/>
                </a:cubicBezTo>
                <a:cubicBezTo>
                  <a:pt x="1418" y="2647"/>
                  <a:pt x="1324" y="2521"/>
                  <a:pt x="1198" y="2458"/>
                </a:cubicBezTo>
                <a:lnTo>
                  <a:pt x="820" y="2206"/>
                </a:lnTo>
                <a:lnTo>
                  <a:pt x="1166" y="1607"/>
                </a:lnTo>
                <a:lnTo>
                  <a:pt x="1576" y="1859"/>
                </a:lnTo>
                <a:cubicBezTo>
                  <a:pt x="1612" y="1884"/>
                  <a:pt x="1657" y="1894"/>
                  <a:pt x="1706" y="1894"/>
                </a:cubicBezTo>
                <a:cubicBezTo>
                  <a:pt x="1786" y="1894"/>
                  <a:pt x="1876" y="1867"/>
                  <a:pt x="1954" y="1828"/>
                </a:cubicBezTo>
                <a:cubicBezTo>
                  <a:pt x="2111" y="1702"/>
                  <a:pt x="2300" y="1576"/>
                  <a:pt x="2521" y="1481"/>
                </a:cubicBezTo>
                <a:cubicBezTo>
                  <a:pt x="2615" y="1450"/>
                  <a:pt x="2741" y="1292"/>
                  <a:pt x="2741" y="1166"/>
                </a:cubicBezTo>
                <a:lnTo>
                  <a:pt x="2741" y="694"/>
                </a:lnTo>
                <a:close/>
                <a:moveTo>
                  <a:pt x="2426" y="1"/>
                </a:moveTo>
                <a:cubicBezTo>
                  <a:pt x="2237" y="1"/>
                  <a:pt x="2080" y="158"/>
                  <a:pt x="2080" y="347"/>
                </a:cubicBezTo>
                <a:lnTo>
                  <a:pt x="2080" y="946"/>
                </a:lnTo>
                <a:cubicBezTo>
                  <a:pt x="1954" y="977"/>
                  <a:pt x="1828" y="1072"/>
                  <a:pt x="1765" y="1135"/>
                </a:cubicBezTo>
                <a:lnTo>
                  <a:pt x="1261" y="851"/>
                </a:lnTo>
                <a:cubicBezTo>
                  <a:pt x="1211" y="831"/>
                  <a:pt x="1158" y="821"/>
                  <a:pt x="1104" y="821"/>
                </a:cubicBezTo>
                <a:cubicBezTo>
                  <a:pt x="990" y="821"/>
                  <a:pt x="874" y="870"/>
                  <a:pt x="788" y="977"/>
                </a:cubicBezTo>
                <a:lnTo>
                  <a:pt x="126" y="2175"/>
                </a:lnTo>
                <a:cubicBezTo>
                  <a:pt x="32" y="2332"/>
                  <a:pt x="63" y="2521"/>
                  <a:pt x="221" y="2647"/>
                </a:cubicBezTo>
                <a:lnTo>
                  <a:pt x="757" y="2899"/>
                </a:lnTo>
                <a:lnTo>
                  <a:pt x="757" y="3120"/>
                </a:lnTo>
                <a:lnTo>
                  <a:pt x="757" y="3309"/>
                </a:lnTo>
                <a:lnTo>
                  <a:pt x="221" y="3592"/>
                </a:lnTo>
                <a:cubicBezTo>
                  <a:pt x="63" y="3655"/>
                  <a:pt x="0" y="3907"/>
                  <a:pt x="126" y="4065"/>
                </a:cubicBezTo>
                <a:lnTo>
                  <a:pt x="788" y="5231"/>
                </a:lnTo>
                <a:cubicBezTo>
                  <a:pt x="831" y="5337"/>
                  <a:pt x="960" y="5415"/>
                  <a:pt x="1088" y="5415"/>
                </a:cubicBezTo>
                <a:cubicBezTo>
                  <a:pt x="1149" y="5415"/>
                  <a:pt x="1210" y="5397"/>
                  <a:pt x="1261" y="5357"/>
                </a:cubicBezTo>
                <a:lnTo>
                  <a:pt x="1765" y="5073"/>
                </a:lnTo>
                <a:cubicBezTo>
                  <a:pt x="1891" y="5167"/>
                  <a:pt x="1954" y="5199"/>
                  <a:pt x="2080" y="5262"/>
                </a:cubicBezTo>
                <a:lnTo>
                  <a:pt x="2080" y="5861"/>
                </a:lnTo>
                <a:cubicBezTo>
                  <a:pt x="2080" y="6050"/>
                  <a:pt x="2237" y="6207"/>
                  <a:pt x="2426" y="6207"/>
                </a:cubicBezTo>
                <a:lnTo>
                  <a:pt x="3812" y="6207"/>
                </a:lnTo>
                <a:cubicBezTo>
                  <a:pt x="4002" y="6207"/>
                  <a:pt x="4159" y="6050"/>
                  <a:pt x="4159" y="5861"/>
                </a:cubicBezTo>
                <a:lnTo>
                  <a:pt x="4159" y="5262"/>
                </a:lnTo>
                <a:cubicBezTo>
                  <a:pt x="4285" y="5231"/>
                  <a:pt x="4411" y="5167"/>
                  <a:pt x="4474" y="5073"/>
                </a:cubicBezTo>
                <a:lnTo>
                  <a:pt x="4978" y="5357"/>
                </a:lnTo>
                <a:cubicBezTo>
                  <a:pt x="5028" y="5376"/>
                  <a:pt x="5084" y="5387"/>
                  <a:pt x="5141" y="5387"/>
                </a:cubicBezTo>
                <a:cubicBezTo>
                  <a:pt x="5263" y="5387"/>
                  <a:pt x="5386" y="5338"/>
                  <a:pt x="5451" y="5231"/>
                </a:cubicBezTo>
                <a:lnTo>
                  <a:pt x="6144" y="4065"/>
                </a:lnTo>
                <a:cubicBezTo>
                  <a:pt x="6207" y="3907"/>
                  <a:pt x="6175" y="3687"/>
                  <a:pt x="6018" y="3592"/>
                </a:cubicBezTo>
                <a:lnTo>
                  <a:pt x="5514" y="3309"/>
                </a:lnTo>
                <a:lnTo>
                  <a:pt x="5514" y="3120"/>
                </a:lnTo>
                <a:lnTo>
                  <a:pt x="5514" y="2899"/>
                </a:lnTo>
                <a:lnTo>
                  <a:pt x="6018" y="2647"/>
                </a:lnTo>
                <a:cubicBezTo>
                  <a:pt x="6175" y="2521"/>
                  <a:pt x="6238" y="2332"/>
                  <a:pt x="6144" y="2175"/>
                </a:cubicBezTo>
                <a:lnTo>
                  <a:pt x="5451" y="977"/>
                </a:lnTo>
                <a:cubicBezTo>
                  <a:pt x="5408" y="870"/>
                  <a:pt x="5278" y="807"/>
                  <a:pt x="5149" y="807"/>
                </a:cubicBezTo>
                <a:cubicBezTo>
                  <a:pt x="5089" y="807"/>
                  <a:pt x="5029" y="821"/>
                  <a:pt x="4978" y="851"/>
                </a:cubicBezTo>
                <a:lnTo>
                  <a:pt x="4474" y="1135"/>
                </a:lnTo>
                <a:cubicBezTo>
                  <a:pt x="4348" y="1072"/>
                  <a:pt x="4285" y="1009"/>
                  <a:pt x="4159" y="946"/>
                </a:cubicBezTo>
                <a:lnTo>
                  <a:pt x="4159" y="347"/>
                </a:lnTo>
                <a:cubicBezTo>
                  <a:pt x="4159" y="158"/>
                  <a:pt x="4002" y="1"/>
                  <a:pt x="38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0" name="Google Shape;8000;p37"/>
          <p:cNvSpPr/>
          <p:nvPr/>
        </p:nvSpPr>
        <p:spPr>
          <a:xfrm>
            <a:off x="7736222" y="1860796"/>
            <a:ext cx="480980" cy="480980"/>
          </a:xfrm>
          <a:custGeom>
            <a:rect b="b" l="l" r="r" t="t"/>
            <a:pathLst>
              <a:path extrusionOk="0" h="11658" w="11658">
                <a:moveTo>
                  <a:pt x="8948" y="725"/>
                </a:moveTo>
                <a:lnTo>
                  <a:pt x="8948" y="2489"/>
                </a:lnTo>
                <a:lnTo>
                  <a:pt x="8948" y="10366"/>
                </a:lnTo>
                <a:cubicBezTo>
                  <a:pt x="8948" y="10586"/>
                  <a:pt x="9011" y="10838"/>
                  <a:pt x="9137" y="11027"/>
                </a:cubicBezTo>
                <a:lnTo>
                  <a:pt x="1733" y="11027"/>
                </a:lnTo>
                <a:cubicBezTo>
                  <a:pt x="1134" y="11027"/>
                  <a:pt x="662" y="10586"/>
                  <a:pt x="662" y="10019"/>
                </a:cubicBezTo>
                <a:lnTo>
                  <a:pt x="662" y="725"/>
                </a:lnTo>
                <a:close/>
                <a:moveTo>
                  <a:pt x="11027" y="2836"/>
                </a:moveTo>
                <a:lnTo>
                  <a:pt x="11027" y="10366"/>
                </a:lnTo>
                <a:lnTo>
                  <a:pt x="10995" y="10366"/>
                </a:lnTo>
                <a:cubicBezTo>
                  <a:pt x="10995" y="10744"/>
                  <a:pt x="10680" y="11027"/>
                  <a:pt x="10334" y="11027"/>
                </a:cubicBezTo>
                <a:cubicBezTo>
                  <a:pt x="9987" y="11027"/>
                  <a:pt x="9672" y="10712"/>
                  <a:pt x="9672" y="10366"/>
                </a:cubicBezTo>
                <a:lnTo>
                  <a:pt x="9672" y="2836"/>
                </a:lnTo>
                <a:close/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9956"/>
                </a:lnTo>
                <a:cubicBezTo>
                  <a:pt x="0" y="10901"/>
                  <a:pt x="756" y="11657"/>
                  <a:pt x="1702" y="11657"/>
                </a:cubicBezTo>
                <a:lnTo>
                  <a:pt x="10302" y="11657"/>
                </a:lnTo>
                <a:cubicBezTo>
                  <a:pt x="11027" y="11657"/>
                  <a:pt x="11657" y="11027"/>
                  <a:pt x="11657" y="10271"/>
                </a:cubicBezTo>
                <a:lnTo>
                  <a:pt x="11657" y="2395"/>
                </a:lnTo>
                <a:cubicBezTo>
                  <a:pt x="11657" y="2300"/>
                  <a:pt x="11500" y="2143"/>
                  <a:pt x="11342" y="2143"/>
                </a:cubicBezTo>
                <a:lnTo>
                  <a:pt x="9641" y="2143"/>
                </a:lnTo>
                <a:lnTo>
                  <a:pt x="9641" y="347"/>
                </a:lnTo>
                <a:cubicBezTo>
                  <a:pt x="9641" y="158"/>
                  <a:pt x="9483" y="1"/>
                  <a:pt x="929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1" name="Google Shape;8001;p37"/>
          <p:cNvSpPr/>
          <p:nvPr/>
        </p:nvSpPr>
        <p:spPr>
          <a:xfrm>
            <a:off x="7792083" y="1920576"/>
            <a:ext cx="286038" cy="143040"/>
          </a:xfrm>
          <a:custGeom>
            <a:rect b="b" l="l" r="r" t="t"/>
            <a:pathLst>
              <a:path extrusionOk="0" h="3467" w="6933">
                <a:moveTo>
                  <a:pt x="6207" y="694"/>
                </a:moveTo>
                <a:lnTo>
                  <a:pt x="6207" y="2742"/>
                </a:lnTo>
                <a:lnTo>
                  <a:pt x="694" y="2742"/>
                </a:lnTo>
                <a:lnTo>
                  <a:pt x="694" y="694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79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6554" y="3466"/>
                </a:lnTo>
                <a:cubicBezTo>
                  <a:pt x="6775" y="3466"/>
                  <a:pt x="6932" y="3309"/>
                  <a:pt x="6932" y="3120"/>
                </a:cubicBezTo>
                <a:lnTo>
                  <a:pt x="6932" y="379"/>
                </a:lnTo>
                <a:cubicBezTo>
                  <a:pt x="6869" y="158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2" name="Google Shape;8002;p37"/>
          <p:cNvSpPr/>
          <p:nvPr/>
        </p:nvSpPr>
        <p:spPr>
          <a:xfrm>
            <a:off x="7792083" y="2088241"/>
            <a:ext cx="143040" cy="143040"/>
          </a:xfrm>
          <a:custGeom>
            <a:rect b="b" l="l" r="r" t="t"/>
            <a:pathLst>
              <a:path extrusionOk="0" h="3467" w="3467">
                <a:moveTo>
                  <a:pt x="2742" y="757"/>
                </a:moveTo>
                <a:lnTo>
                  <a:pt x="2742" y="2805"/>
                </a:lnTo>
                <a:lnTo>
                  <a:pt x="694" y="2805"/>
                </a:lnTo>
                <a:lnTo>
                  <a:pt x="694" y="757"/>
                </a:lnTo>
                <a:close/>
                <a:moveTo>
                  <a:pt x="348" y="1"/>
                </a:moveTo>
                <a:cubicBezTo>
                  <a:pt x="159" y="1"/>
                  <a:pt x="1" y="158"/>
                  <a:pt x="1" y="347"/>
                </a:cubicBezTo>
                <a:lnTo>
                  <a:pt x="1" y="3120"/>
                </a:lnTo>
                <a:cubicBezTo>
                  <a:pt x="1" y="3309"/>
                  <a:pt x="159" y="3466"/>
                  <a:pt x="348" y="3466"/>
                </a:cubicBezTo>
                <a:lnTo>
                  <a:pt x="3088" y="3466"/>
                </a:lnTo>
                <a:cubicBezTo>
                  <a:pt x="3309" y="3466"/>
                  <a:pt x="3467" y="3309"/>
                  <a:pt x="3467" y="3120"/>
                </a:cubicBezTo>
                <a:lnTo>
                  <a:pt x="3467" y="347"/>
                </a:lnTo>
                <a:cubicBezTo>
                  <a:pt x="3467" y="158"/>
                  <a:pt x="3309" y="1"/>
                  <a:pt x="3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3" name="Google Shape;8003;p37"/>
          <p:cNvSpPr/>
          <p:nvPr/>
        </p:nvSpPr>
        <p:spPr>
          <a:xfrm>
            <a:off x="7963668" y="2089563"/>
            <a:ext cx="114448" cy="29912"/>
          </a:xfrm>
          <a:custGeom>
            <a:rect b="b" l="l" r="r" t="t"/>
            <a:pathLst>
              <a:path extrusionOk="0" h="725" w="2774">
                <a:moveTo>
                  <a:pt x="347" y="0"/>
                </a:moveTo>
                <a:cubicBezTo>
                  <a:pt x="158" y="0"/>
                  <a:pt x="1" y="158"/>
                  <a:pt x="1" y="378"/>
                </a:cubicBezTo>
                <a:cubicBezTo>
                  <a:pt x="1" y="567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7"/>
                  <a:pt x="2773" y="378"/>
                </a:cubicBezTo>
                <a:cubicBezTo>
                  <a:pt x="2710" y="158"/>
                  <a:pt x="2553" y="0"/>
                  <a:pt x="239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4" name="Google Shape;8004;p37"/>
          <p:cNvSpPr/>
          <p:nvPr/>
        </p:nvSpPr>
        <p:spPr>
          <a:xfrm>
            <a:off x="7963668" y="2146743"/>
            <a:ext cx="114448" cy="29951"/>
          </a:xfrm>
          <a:custGeom>
            <a:rect b="b" l="l" r="r" t="t"/>
            <a:pathLst>
              <a:path extrusionOk="0" h="726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5"/>
                  <a:pt x="347" y="725"/>
                </a:cubicBezTo>
                <a:lnTo>
                  <a:pt x="2395" y="725"/>
                </a:lnTo>
                <a:cubicBezTo>
                  <a:pt x="2616" y="725"/>
                  <a:pt x="2773" y="568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5" name="Google Shape;8005;p37"/>
          <p:cNvSpPr/>
          <p:nvPr/>
        </p:nvSpPr>
        <p:spPr>
          <a:xfrm>
            <a:off x="7963668" y="2203925"/>
            <a:ext cx="114448" cy="28633"/>
          </a:xfrm>
          <a:custGeom>
            <a:rect b="b" l="l" r="r" t="t"/>
            <a:pathLst>
              <a:path extrusionOk="0" h="694" w="277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694"/>
                  <a:pt x="347" y="694"/>
                </a:cubicBezTo>
                <a:lnTo>
                  <a:pt x="2395" y="694"/>
                </a:lnTo>
                <a:cubicBezTo>
                  <a:pt x="2616" y="694"/>
                  <a:pt x="2773" y="536"/>
                  <a:pt x="2773" y="347"/>
                </a:cubicBezTo>
                <a:cubicBezTo>
                  <a:pt x="2710" y="158"/>
                  <a:pt x="2553" y="1"/>
                  <a:pt x="239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6" name="Google Shape;8006;p37"/>
          <p:cNvSpPr/>
          <p:nvPr/>
        </p:nvSpPr>
        <p:spPr>
          <a:xfrm>
            <a:off x="7792083" y="2258507"/>
            <a:ext cx="286038" cy="29951"/>
          </a:xfrm>
          <a:custGeom>
            <a:rect b="b" l="l" r="r" t="t"/>
            <a:pathLst>
              <a:path extrusionOk="0" h="726" w="6933">
                <a:moveTo>
                  <a:pt x="348" y="1"/>
                </a:moveTo>
                <a:cubicBezTo>
                  <a:pt x="159" y="1"/>
                  <a:pt x="1" y="159"/>
                  <a:pt x="1" y="379"/>
                </a:cubicBezTo>
                <a:cubicBezTo>
                  <a:pt x="1" y="568"/>
                  <a:pt x="159" y="726"/>
                  <a:pt x="348" y="726"/>
                </a:cubicBezTo>
                <a:lnTo>
                  <a:pt x="6554" y="726"/>
                </a:lnTo>
                <a:cubicBezTo>
                  <a:pt x="6775" y="726"/>
                  <a:pt x="6932" y="568"/>
                  <a:pt x="6932" y="379"/>
                </a:cubicBezTo>
                <a:cubicBezTo>
                  <a:pt x="6869" y="159"/>
                  <a:pt x="6712" y="1"/>
                  <a:pt x="65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7" name="Google Shape;8007;p37"/>
          <p:cNvSpPr/>
          <p:nvPr/>
        </p:nvSpPr>
        <p:spPr>
          <a:xfrm>
            <a:off x="2257023" y="2107755"/>
            <a:ext cx="131323" cy="145639"/>
          </a:xfrm>
          <a:custGeom>
            <a:rect b="b" l="l" r="r" t="t"/>
            <a:pathLst>
              <a:path extrusionOk="0" h="3530" w="3183">
                <a:moveTo>
                  <a:pt x="1088" y="1"/>
                </a:moveTo>
                <a:cubicBezTo>
                  <a:pt x="1001" y="1"/>
                  <a:pt x="915" y="32"/>
                  <a:pt x="852" y="95"/>
                </a:cubicBezTo>
                <a:lnTo>
                  <a:pt x="379" y="568"/>
                </a:lnTo>
                <a:cubicBezTo>
                  <a:pt x="1" y="978"/>
                  <a:pt x="1" y="1639"/>
                  <a:pt x="379" y="2017"/>
                </a:cubicBezTo>
                <a:cubicBezTo>
                  <a:pt x="584" y="2222"/>
                  <a:pt x="852" y="2324"/>
                  <a:pt x="1115" y="2324"/>
                </a:cubicBezTo>
                <a:cubicBezTo>
                  <a:pt x="1379" y="2324"/>
                  <a:pt x="1639" y="2222"/>
                  <a:pt x="1828" y="2017"/>
                </a:cubicBezTo>
                <a:cubicBezTo>
                  <a:pt x="1891" y="1970"/>
                  <a:pt x="1986" y="1946"/>
                  <a:pt x="2076" y="1946"/>
                </a:cubicBezTo>
                <a:cubicBezTo>
                  <a:pt x="2167" y="1946"/>
                  <a:pt x="2253" y="1970"/>
                  <a:pt x="2301" y="2017"/>
                </a:cubicBezTo>
                <a:cubicBezTo>
                  <a:pt x="2427" y="2143"/>
                  <a:pt x="2427" y="2395"/>
                  <a:pt x="2301" y="2490"/>
                </a:cubicBezTo>
                <a:lnTo>
                  <a:pt x="1828" y="2962"/>
                </a:lnTo>
                <a:cubicBezTo>
                  <a:pt x="1734" y="3088"/>
                  <a:pt x="1734" y="3340"/>
                  <a:pt x="1828" y="3435"/>
                </a:cubicBezTo>
                <a:cubicBezTo>
                  <a:pt x="1891" y="3498"/>
                  <a:pt x="1986" y="3529"/>
                  <a:pt x="2076" y="3529"/>
                </a:cubicBezTo>
                <a:cubicBezTo>
                  <a:pt x="2167" y="3529"/>
                  <a:pt x="2253" y="3498"/>
                  <a:pt x="2301" y="3435"/>
                </a:cubicBezTo>
                <a:lnTo>
                  <a:pt x="2773" y="2962"/>
                </a:lnTo>
                <a:cubicBezTo>
                  <a:pt x="3183" y="2584"/>
                  <a:pt x="3183" y="1923"/>
                  <a:pt x="2773" y="1513"/>
                </a:cubicBezTo>
                <a:cubicBezTo>
                  <a:pt x="2569" y="1293"/>
                  <a:pt x="2309" y="1182"/>
                  <a:pt x="2049" y="1182"/>
                </a:cubicBezTo>
                <a:cubicBezTo>
                  <a:pt x="1789" y="1182"/>
                  <a:pt x="1529" y="1293"/>
                  <a:pt x="1324" y="1513"/>
                </a:cubicBezTo>
                <a:cubicBezTo>
                  <a:pt x="1261" y="1576"/>
                  <a:pt x="1174" y="1608"/>
                  <a:pt x="1088" y="1608"/>
                </a:cubicBezTo>
                <a:cubicBezTo>
                  <a:pt x="1001" y="1608"/>
                  <a:pt x="915" y="1576"/>
                  <a:pt x="852" y="1513"/>
                </a:cubicBezTo>
                <a:cubicBezTo>
                  <a:pt x="726" y="1387"/>
                  <a:pt x="726" y="1167"/>
                  <a:pt x="852" y="1041"/>
                </a:cubicBezTo>
                <a:lnTo>
                  <a:pt x="1324" y="568"/>
                </a:lnTo>
                <a:cubicBezTo>
                  <a:pt x="1450" y="442"/>
                  <a:pt x="1450" y="221"/>
                  <a:pt x="1324" y="95"/>
                </a:cubicBezTo>
                <a:cubicBezTo>
                  <a:pt x="1261" y="32"/>
                  <a:pt x="1174" y="1"/>
                  <a:pt x="108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8" name="Google Shape;8008;p37"/>
          <p:cNvSpPr/>
          <p:nvPr/>
        </p:nvSpPr>
        <p:spPr>
          <a:xfrm>
            <a:off x="2337637" y="2028502"/>
            <a:ext cx="140399" cy="134871"/>
          </a:xfrm>
          <a:custGeom>
            <a:rect b="b" l="l" r="r" t="t"/>
            <a:pathLst>
              <a:path extrusionOk="0" h="3269" w="3403">
                <a:moveTo>
                  <a:pt x="1107" y="0"/>
                </a:moveTo>
                <a:cubicBezTo>
                  <a:pt x="1016" y="0"/>
                  <a:pt x="930" y="32"/>
                  <a:pt x="882" y="95"/>
                </a:cubicBezTo>
                <a:lnTo>
                  <a:pt x="410" y="567"/>
                </a:lnTo>
                <a:cubicBezTo>
                  <a:pt x="0" y="945"/>
                  <a:pt x="0" y="1638"/>
                  <a:pt x="410" y="2016"/>
                </a:cubicBezTo>
                <a:lnTo>
                  <a:pt x="882" y="2489"/>
                </a:lnTo>
                <a:lnTo>
                  <a:pt x="1355" y="2962"/>
                </a:lnTo>
                <a:cubicBezTo>
                  <a:pt x="1544" y="3166"/>
                  <a:pt x="1804" y="3269"/>
                  <a:pt x="2068" y="3269"/>
                </a:cubicBezTo>
                <a:cubicBezTo>
                  <a:pt x="2332" y="3269"/>
                  <a:pt x="2599" y="3166"/>
                  <a:pt x="2804" y="2962"/>
                </a:cubicBezTo>
                <a:lnTo>
                  <a:pt x="3277" y="2489"/>
                </a:lnTo>
                <a:cubicBezTo>
                  <a:pt x="3403" y="2363"/>
                  <a:pt x="3403" y="2142"/>
                  <a:pt x="3277" y="2016"/>
                </a:cubicBezTo>
                <a:cubicBezTo>
                  <a:pt x="3178" y="1918"/>
                  <a:pt x="3070" y="1870"/>
                  <a:pt x="2977" y="1870"/>
                </a:cubicBezTo>
                <a:cubicBezTo>
                  <a:pt x="2892" y="1870"/>
                  <a:pt x="2818" y="1910"/>
                  <a:pt x="2773" y="1985"/>
                </a:cubicBezTo>
                <a:lnTo>
                  <a:pt x="2300" y="2457"/>
                </a:lnTo>
                <a:cubicBezTo>
                  <a:pt x="2237" y="2520"/>
                  <a:pt x="2143" y="2552"/>
                  <a:pt x="2052" y="2552"/>
                </a:cubicBezTo>
                <a:cubicBezTo>
                  <a:pt x="1961" y="2552"/>
                  <a:pt x="1875" y="2520"/>
                  <a:pt x="1827" y="2457"/>
                </a:cubicBezTo>
                <a:lnTo>
                  <a:pt x="1575" y="2205"/>
                </a:lnTo>
                <a:lnTo>
                  <a:pt x="2300" y="1512"/>
                </a:lnTo>
                <a:cubicBezTo>
                  <a:pt x="2395" y="1386"/>
                  <a:pt x="2395" y="1134"/>
                  <a:pt x="2300" y="1040"/>
                </a:cubicBezTo>
                <a:cubicBezTo>
                  <a:pt x="2237" y="977"/>
                  <a:pt x="2143" y="945"/>
                  <a:pt x="2052" y="945"/>
                </a:cubicBezTo>
                <a:cubicBezTo>
                  <a:pt x="1961" y="945"/>
                  <a:pt x="1875" y="977"/>
                  <a:pt x="1827" y="1040"/>
                </a:cubicBezTo>
                <a:lnTo>
                  <a:pt x="1103" y="1733"/>
                </a:lnTo>
                <a:lnTo>
                  <a:pt x="882" y="1512"/>
                </a:lnTo>
                <a:cubicBezTo>
                  <a:pt x="756" y="1386"/>
                  <a:pt x="756" y="1166"/>
                  <a:pt x="882" y="1040"/>
                </a:cubicBezTo>
                <a:lnTo>
                  <a:pt x="1355" y="567"/>
                </a:lnTo>
                <a:cubicBezTo>
                  <a:pt x="1449" y="441"/>
                  <a:pt x="1449" y="221"/>
                  <a:pt x="1355" y="95"/>
                </a:cubicBezTo>
                <a:cubicBezTo>
                  <a:pt x="1292" y="32"/>
                  <a:pt x="1197" y="0"/>
                  <a:pt x="110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09" name="Google Shape;8009;p37"/>
          <p:cNvSpPr/>
          <p:nvPr/>
        </p:nvSpPr>
        <p:spPr>
          <a:xfrm>
            <a:off x="2414292" y="1958284"/>
            <a:ext cx="132643" cy="124838"/>
          </a:xfrm>
          <a:custGeom>
            <a:rect b="b" l="l" r="r" t="t"/>
            <a:pathLst>
              <a:path extrusionOk="0" h="3026" w="3215">
                <a:moveTo>
                  <a:pt x="1100" y="686"/>
                </a:moveTo>
                <a:cubicBezTo>
                  <a:pt x="1190" y="686"/>
                  <a:pt x="1277" y="710"/>
                  <a:pt x="1324" y="757"/>
                </a:cubicBezTo>
                <a:lnTo>
                  <a:pt x="2332" y="1765"/>
                </a:lnTo>
                <a:cubicBezTo>
                  <a:pt x="2490" y="1860"/>
                  <a:pt x="2490" y="2112"/>
                  <a:pt x="2332" y="2238"/>
                </a:cubicBezTo>
                <a:cubicBezTo>
                  <a:pt x="2269" y="2285"/>
                  <a:pt x="2183" y="2309"/>
                  <a:pt x="2096" y="2309"/>
                </a:cubicBezTo>
                <a:cubicBezTo>
                  <a:pt x="2009" y="2309"/>
                  <a:pt x="1923" y="2285"/>
                  <a:pt x="1860" y="2238"/>
                </a:cubicBezTo>
                <a:lnTo>
                  <a:pt x="852" y="1229"/>
                </a:lnTo>
                <a:cubicBezTo>
                  <a:pt x="757" y="1135"/>
                  <a:pt x="757" y="883"/>
                  <a:pt x="852" y="757"/>
                </a:cubicBezTo>
                <a:cubicBezTo>
                  <a:pt x="915" y="710"/>
                  <a:pt x="1009" y="686"/>
                  <a:pt x="1100" y="686"/>
                </a:cubicBezTo>
                <a:close/>
                <a:moveTo>
                  <a:pt x="1119" y="1"/>
                </a:moveTo>
                <a:cubicBezTo>
                  <a:pt x="852" y="1"/>
                  <a:pt x="584" y="95"/>
                  <a:pt x="379" y="284"/>
                </a:cubicBezTo>
                <a:cubicBezTo>
                  <a:pt x="1" y="694"/>
                  <a:pt x="1" y="1356"/>
                  <a:pt x="379" y="1765"/>
                </a:cubicBezTo>
                <a:lnTo>
                  <a:pt x="1387" y="2742"/>
                </a:lnTo>
                <a:cubicBezTo>
                  <a:pt x="1576" y="2931"/>
                  <a:pt x="1836" y="3025"/>
                  <a:pt x="2100" y="3025"/>
                </a:cubicBezTo>
                <a:cubicBezTo>
                  <a:pt x="2364" y="3025"/>
                  <a:pt x="2632" y="2931"/>
                  <a:pt x="2836" y="2742"/>
                </a:cubicBezTo>
                <a:cubicBezTo>
                  <a:pt x="3214" y="2332"/>
                  <a:pt x="3214" y="1671"/>
                  <a:pt x="2836" y="1293"/>
                </a:cubicBezTo>
                <a:lnTo>
                  <a:pt x="1860" y="284"/>
                </a:lnTo>
                <a:cubicBezTo>
                  <a:pt x="1655" y="95"/>
                  <a:pt x="1387" y="1"/>
                  <a:pt x="111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0" name="Google Shape;8010;p37"/>
          <p:cNvSpPr/>
          <p:nvPr/>
        </p:nvSpPr>
        <p:spPr>
          <a:xfrm>
            <a:off x="2154337" y="1860795"/>
            <a:ext cx="487499" cy="480980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1" name="Google Shape;8011;p37"/>
          <p:cNvSpPr/>
          <p:nvPr/>
        </p:nvSpPr>
        <p:spPr>
          <a:xfrm>
            <a:off x="5236368" y="1858858"/>
            <a:ext cx="486178" cy="484858"/>
          </a:xfrm>
          <a:custGeom>
            <a:rect b="b" l="l" r="r" t="t"/>
            <a:pathLst>
              <a:path extrusionOk="0" h="11752" w="11784">
                <a:moveTo>
                  <a:pt x="6994" y="694"/>
                </a:moveTo>
                <a:lnTo>
                  <a:pt x="6994" y="1103"/>
                </a:lnTo>
                <a:cubicBezTo>
                  <a:pt x="6994" y="1261"/>
                  <a:pt x="7120" y="1387"/>
                  <a:pt x="7278" y="1418"/>
                </a:cubicBezTo>
                <a:cubicBezTo>
                  <a:pt x="7467" y="1481"/>
                  <a:pt x="7719" y="1576"/>
                  <a:pt x="7908" y="1702"/>
                </a:cubicBezTo>
                <a:cubicBezTo>
                  <a:pt x="7954" y="1736"/>
                  <a:pt x="8009" y="1750"/>
                  <a:pt x="8066" y="1750"/>
                </a:cubicBezTo>
                <a:cubicBezTo>
                  <a:pt x="8164" y="1750"/>
                  <a:pt x="8269" y="1710"/>
                  <a:pt x="8349" y="1670"/>
                </a:cubicBezTo>
                <a:lnTo>
                  <a:pt x="8664" y="1355"/>
                </a:lnTo>
                <a:lnTo>
                  <a:pt x="9137" y="1828"/>
                </a:lnTo>
                <a:lnTo>
                  <a:pt x="8822" y="2143"/>
                </a:lnTo>
                <a:cubicBezTo>
                  <a:pt x="8696" y="2269"/>
                  <a:pt x="8696" y="2426"/>
                  <a:pt x="8759" y="2584"/>
                </a:cubicBezTo>
                <a:cubicBezTo>
                  <a:pt x="8885" y="2773"/>
                  <a:pt x="8979" y="2962"/>
                  <a:pt x="9042" y="3214"/>
                </a:cubicBezTo>
                <a:cubicBezTo>
                  <a:pt x="9074" y="3372"/>
                  <a:pt x="9200" y="3466"/>
                  <a:pt x="9357" y="3466"/>
                </a:cubicBezTo>
                <a:lnTo>
                  <a:pt x="9798" y="3466"/>
                </a:lnTo>
                <a:lnTo>
                  <a:pt x="9798" y="4159"/>
                </a:lnTo>
                <a:lnTo>
                  <a:pt x="9357" y="4159"/>
                </a:lnTo>
                <a:cubicBezTo>
                  <a:pt x="9200" y="4159"/>
                  <a:pt x="9074" y="4222"/>
                  <a:pt x="9042" y="4380"/>
                </a:cubicBezTo>
                <a:cubicBezTo>
                  <a:pt x="9011" y="4569"/>
                  <a:pt x="8885" y="4821"/>
                  <a:pt x="8759" y="5010"/>
                </a:cubicBezTo>
                <a:cubicBezTo>
                  <a:pt x="8696" y="5136"/>
                  <a:pt x="8727" y="5325"/>
                  <a:pt x="8822" y="5451"/>
                </a:cubicBezTo>
                <a:lnTo>
                  <a:pt x="9137" y="5766"/>
                </a:lnTo>
                <a:lnTo>
                  <a:pt x="8664" y="6238"/>
                </a:lnTo>
                <a:lnTo>
                  <a:pt x="8349" y="5923"/>
                </a:lnTo>
                <a:cubicBezTo>
                  <a:pt x="8275" y="5850"/>
                  <a:pt x="8191" y="5819"/>
                  <a:pt x="8101" y="5819"/>
                </a:cubicBezTo>
                <a:cubicBezTo>
                  <a:pt x="8038" y="5819"/>
                  <a:pt x="7973" y="5834"/>
                  <a:pt x="7908" y="5860"/>
                </a:cubicBezTo>
                <a:cubicBezTo>
                  <a:pt x="7719" y="5986"/>
                  <a:pt x="7498" y="6081"/>
                  <a:pt x="7278" y="6144"/>
                </a:cubicBezTo>
                <a:cubicBezTo>
                  <a:pt x="7120" y="6175"/>
                  <a:pt x="6994" y="6301"/>
                  <a:pt x="6994" y="6459"/>
                </a:cubicBezTo>
                <a:lnTo>
                  <a:pt x="6994" y="6900"/>
                </a:lnTo>
                <a:lnTo>
                  <a:pt x="6333" y="6900"/>
                </a:lnTo>
                <a:lnTo>
                  <a:pt x="6333" y="6459"/>
                </a:lnTo>
                <a:cubicBezTo>
                  <a:pt x="6333" y="6301"/>
                  <a:pt x="6207" y="6207"/>
                  <a:pt x="6049" y="6144"/>
                </a:cubicBezTo>
                <a:cubicBezTo>
                  <a:pt x="5860" y="6112"/>
                  <a:pt x="5608" y="5986"/>
                  <a:pt x="5419" y="5860"/>
                </a:cubicBezTo>
                <a:cubicBezTo>
                  <a:pt x="5374" y="5838"/>
                  <a:pt x="5322" y="5828"/>
                  <a:pt x="5267" y="5828"/>
                </a:cubicBezTo>
                <a:cubicBezTo>
                  <a:pt x="5167" y="5828"/>
                  <a:pt x="5059" y="5862"/>
                  <a:pt x="4978" y="5923"/>
                </a:cubicBezTo>
                <a:lnTo>
                  <a:pt x="4663" y="6238"/>
                </a:lnTo>
                <a:lnTo>
                  <a:pt x="4190" y="5766"/>
                </a:lnTo>
                <a:lnTo>
                  <a:pt x="4505" y="5451"/>
                </a:lnTo>
                <a:cubicBezTo>
                  <a:pt x="4631" y="5325"/>
                  <a:pt x="4631" y="5167"/>
                  <a:pt x="4568" y="5010"/>
                </a:cubicBezTo>
                <a:cubicBezTo>
                  <a:pt x="4442" y="4821"/>
                  <a:pt x="4348" y="4632"/>
                  <a:pt x="4285" y="4380"/>
                </a:cubicBezTo>
                <a:cubicBezTo>
                  <a:pt x="4253" y="4254"/>
                  <a:pt x="4127" y="4159"/>
                  <a:pt x="4001" y="4159"/>
                </a:cubicBezTo>
                <a:lnTo>
                  <a:pt x="3529" y="4159"/>
                </a:lnTo>
                <a:lnTo>
                  <a:pt x="3529" y="3466"/>
                </a:lnTo>
                <a:lnTo>
                  <a:pt x="3970" y="3466"/>
                </a:lnTo>
                <a:cubicBezTo>
                  <a:pt x="4127" y="3466"/>
                  <a:pt x="4253" y="3372"/>
                  <a:pt x="4285" y="3214"/>
                </a:cubicBezTo>
                <a:cubicBezTo>
                  <a:pt x="4316" y="2993"/>
                  <a:pt x="4442" y="2773"/>
                  <a:pt x="4568" y="2584"/>
                </a:cubicBezTo>
                <a:cubicBezTo>
                  <a:pt x="4631" y="2458"/>
                  <a:pt x="4600" y="2269"/>
                  <a:pt x="4505" y="2143"/>
                </a:cubicBezTo>
                <a:lnTo>
                  <a:pt x="4190" y="1828"/>
                </a:lnTo>
                <a:lnTo>
                  <a:pt x="4663" y="1355"/>
                </a:lnTo>
                <a:lnTo>
                  <a:pt x="4978" y="1670"/>
                </a:lnTo>
                <a:cubicBezTo>
                  <a:pt x="5046" y="1738"/>
                  <a:pt x="5122" y="1769"/>
                  <a:pt x="5203" y="1769"/>
                </a:cubicBezTo>
                <a:cubicBezTo>
                  <a:pt x="5273" y="1769"/>
                  <a:pt x="5346" y="1746"/>
                  <a:pt x="5419" y="1702"/>
                </a:cubicBezTo>
                <a:cubicBezTo>
                  <a:pt x="5608" y="1576"/>
                  <a:pt x="5829" y="1513"/>
                  <a:pt x="6049" y="1418"/>
                </a:cubicBezTo>
                <a:cubicBezTo>
                  <a:pt x="6207" y="1387"/>
                  <a:pt x="6333" y="1261"/>
                  <a:pt x="6333" y="1103"/>
                </a:cubicBezTo>
                <a:lnTo>
                  <a:pt x="6333" y="694"/>
                </a:lnTo>
                <a:close/>
                <a:moveTo>
                  <a:pt x="10964" y="4821"/>
                </a:moveTo>
                <a:lnTo>
                  <a:pt x="9830" y="8255"/>
                </a:lnTo>
                <a:lnTo>
                  <a:pt x="2773" y="8255"/>
                </a:lnTo>
                <a:lnTo>
                  <a:pt x="2143" y="4821"/>
                </a:lnTo>
                <a:lnTo>
                  <a:pt x="3686" y="4821"/>
                </a:lnTo>
                <a:cubicBezTo>
                  <a:pt x="3718" y="4947"/>
                  <a:pt x="3781" y="5010"/>
                  <a:pt x="3812" y="5136"/>
                </a:cubicBezTo>
                <a:lnTo>
                  <a:pt x="3466" y="5482"/>
                </a:lnTo>
                <a:cubicBezTo>
                  <a:pt x="3340" y="5608"/>
                  <a:pt x="3340" y="5829"/>
                  <a:pt x="3466" y="5955"/>
                </a:cubicBezTo>
                <a:lnTo>
                  <a:pt x="4442" y="6932"/>
                </a:lnTo>
                <a:cubicBezTo>
                  <a:pt x="4505" y="6995"/>
                  <a:pt x="4592" y="7026"/>
                  <a:pt x="4679" y="7026"/>
                </a:cubicBezTo>
                <a:cubicBezTo>
                  <a:pt x="4765" y="7026"/>
                  <a:pt x="4852" y="6995"/>
                  <a:pt x="4915" y="6932"/>
                </a:cubicBezTo>
                <a:lnTo>
                  <a:pt x="5262" y="6585"/>
                </a:lnTo>
                <a:cubicBezTo>
                  <a:pt x="5356" y="6617"/>
                  <a:pt x="5451" y="6680"/>
                  <a:pt x="5577" y="6711"/>
                </a:cubicBezTo>
                <a:lnTo>
                  <a:pt x="5577" y="7215"/>
                </a:lnTo>
                <a:cubicBezTo>
                  <a:pt x="5577" y="7404"/>
                  <a:pt x="5734" y="7562"/>
                  <a:pt x="5923" y="7562"/>
                </a:cubicBezTo>
                <a:lnTo>
                  <a:pt x="7309" y="7562"/>
                </a:lnTo>
                <a:cubicBezTo>
                  <a:pt x="7498" y="7562"/>
                  <a:pt x="7656" y="7404"/>
                  <a:pt x="7656" y="7215"/>
                </a:cubicBezTo>
                <a:lnTo>
                  <a:pt x="7656" y="6711"/>
                </a:lnTo>
                <a:cubicBezTo>
                  <a:pt x="7782" y="6680"/>
                  <a:pt x="7876" y="6617"/>
                  <a:pt x="7971" y="6585"/>
                </a:cubicBezTo>
                <a:lnTo>
                  <a:pt x="8349" y="6932"/>
                </a:lnTo>
                <a:cubicBezTo>
                  <a:pt x="8396" y="6995"/>
                  <a:pt x="8483" y="7026"/>
                  <a:pt x="8574" y="7026"/>
                </a:cubicBezTo>
                <a:cubicBezTo>
                  <a:pt x="8664" y="7026"/>
                  <a:pt x="8759" y="6995"/>
                  <a:pt x="8822" y="6932"/>
                </a:cubicBezTo>
                <a:lnTo>
                  <a:pt x="9798" y="5955"/>
                </a:lnTo>
                <a:cubicBezTo>
                  <a:pt x="9924" y="5829"/>
                  <a:pt x="9924" y="5608"/>
                  <a:pt x="9798" y="5482"/>
                </a:cubicBezTo>
                <a:lnTo>
                  <a:pt x="9452" y="5136"/>
                </a:lnTo>
                <a:cubicBezTo>
                  <a:pt x="9483" y="5041"/>
                  <a:pt x="9515" y="4947"/>
                  <a:pt x="9546" y="4821"/>
                </a:cubicBezTo>
                <a:close/>
                <a:moveTo>
                  <a:pt x="3907" y="10334"/>
                </a:moveTo>
                <a:cubicBezTo>
                  <a:pt x="4096" y="10366"/>
                  <a:pt x="4253" y="10523"/>
                  <a:pt x="4253" y="10681"/>
                </a:cubicBezTo>
                <a:cubicBezTo>
                  <a:pt x="4253" y="10870"/>
                  <a:pt x="4096" y="11027"/>
                  <a:pt x="3907" y="11027"/>
                </a:cubicBezTo>
                <a:cubicBezTo>
                  <a:pt x="3686" y="11027"/>
                  <a:pt x="3529" y="10870"/>
                  <a:pt x="3529" y="10681"/>
                </a:cubicBezTo>
                <a:cubicBezTo>
                  <a:pt x="3529" y="10492"/>
                  <a:pt x="3686" y="10334"/>
                  <a:pt x="3907" y="10334"/>
                </a:cubicBezTo>
                <a:close/>
                <a:moveTo>
                  <a:pt x="8664" y="10334"/>
                </a:moveTo>
                <a:cubicBezTo>
                  <a:pt x="8853" y="10366"/>
                  <a:pt x="9011" y="10523"/>
                  <a:pt x="9011" y="10681"/>
                </a:cubicBezTo>
                <a:cubicBezTo>
                  <a:pt x="9011" y="10870"/>
                  <a:pt x="8853" y="11027"/>
                  <a:pt x="8664" y="11027"/>
                </a:cubicBezTo>
                <a:cubicBezTo>
                  <a:pt x="8444" y="11027"/>
                  <a:pt x="8286" y="10870"/>
                  <a:pt x="8286" y="10681"/>
                </a:cubicBezTo>
                <a:cubicBezTo>
                  <a:pt x="8286" y="10492"/>
                  <a:pt x="8444" y="10334"/>
                  <a:pt x="8664" y="10334"/>
                </a:cubicBezTo>
                <a:close/>
                <a:moveTo>
                  <a:pt x="5892" y="0"/>
                </a:moveTo>
                <a:cubicBezTo>
                  <a:pt x="5703" y="0"/>
                  <a:pt x="5545" y="158"/>
                  <a:pt x="5545" y="379"/>
                </a:cubicBezTo>
                <a:lnTo>
                  <a:pt x="5545" y="883"/>
                </a:lnTo>
                <a:cubicBezTo>
                  <a:pt x="5419" y="914"/>
                  <a:pt x="5356" y="946"/>
                  <a:pt x="5230" y="1009"/>
                </a:cubicBezTo>
                <a:lnTo>
                  <a:pt x="4883" y="631"/>
                </a:lnTo>
                <a:cubicBezTo>
                  <a:pt x="4820" y="583"/>
                  <a:pt x="4734" y="560"/>
                  <a:pt x="4647" y="560"/>
                </a:cubicBezTo>
                <a:cubicBezTo>
                  <a:pt x="4561" y="560"/>
                  <a:pt x="4474" y="583"/>
                  <a:pt x="4411" y="631"/>
                </a:cubicBezTo>
                <a:lnTo>
                  <a:pt x="3434" y="1639"/>
                </a:lnTo>
                <a:cubicBezTo>
                  <a:pt x="3308" y="1733"/>
                  <a:pt x="3308" y="1985"/>
                  <a:pt x="3434" y="2111"/>
                </a:cubicBezTo>
                <a:lnTo>
                  <a:pt x="3781" y="2458"/>
                </a:lnTo>
                <a:cubicBezTo>
                  <a:pt x="3718" y="2521"/>
                  <a:pt x="3686" y="2647"/>
                  <a:pt x="3655" y="2773"/>
                </a:cubicBezTo>
                <a:lnTo>
                  <a:pt x="3151" y="2773"/>
                </a:lnTo>
                <a:cubicBezTo>
                  <a:pt x="2930" y="2773"/>
                  <a:pt x="2773" y="2930"/>
                  <a:pt x="2773" y="3119"/>
                </a:cubicBezTo>
                <a:lnTo>
                  <a:pt x="2773" y="4159"/>
                </a:lnTo>
                <a:lnTo>
                  <a:pt x="1985" y="4159"/>
                </a:lnTo>
                <a:lnTo>
                  <a:pt x="1765" y="2930"/>
                </a:lnTo>
                <a:cubicBezTo>
                  <a:pt x="1670" y="2458"/>
                  <a:pt x="1197" y="2111"/>
                  <a:pt x="693" y="2111"/>
                </a:cubicBezTo>
                <a:lnTo>
                  <a:pt x="347" y="2111"/>
                </a:lnTo>
                <a:cubicBezTo>
                  <a:pt x="158" y="2111"/>
                  <a:pt x="0" y="2269"/>
                  <a:pt x="0" y="2458"/>
                </a:cubicBezTo>
                <a:cubicBezTo>
                  <a:pt x="0" y="2647"/>
                  <a:pt x="158" y="2804"/>
                  <a:pt x="347" y="2804"/>
                </a:cubicBezTo>
                <a:lnTo>
                  <a:pt x="693" y="2804"/>
                </a:lnTo>
                <a:cubicBezTo>
                  <a:pt x="882" y="2804"/>
                  <a:pt x="1103" y="2930"/>
                  <a:pt x="1103" y="3088"/>
                </a:cubicBezTo>
                <a:lnTo>
                  <a:pt x="2080" y="8570"/>
                </a:lnTo>
                <a:cubicBezTo>
                  <a:pt x="1891" y="8759"/>
                  <a:pt x="1765" y="9042"/>
                  <a:pt x="1765" y="9357"/>
                </a:cubicBezTo>
                <a:cubicBezTo>
                  <a:pt x="1765" y="9861"/>
                  <a:pt x="2143" y="10366"/>
                  <a:pt x="2867" y="10366"/>
                </a:cubicBezTo>
                <a:cubicBezTo>
                  <a:pt x="2836" y="10492"/>
                  <a:pt x="2836" y="10618"/>
                  <a:pt x="2836" y="10712"/>
                </a:cubicBezTo>
                <a:cubicBezTo>
                  <a:pt x="2836" y="11279"/>
                  <a:pt x="3308" y="11752"/>
                  <a:pt x="3844" y="11752"/>
                </a:cubicBezTo>
                <a:cubicBezTo>
                  <a:pt x="4411" y="11752"/>
                  <a:pt x="4883" y="11279"/>
                  <a:pt x="4883" y="10712"/>
                </a:cubicBezTo>
                <a:cubicBezTo>
                  <a:pt x="4883" y="10618"/>
                  <a:pt x="4820" y="10492"/>
                  <a:pt x="4820" y="10366"/>
                </a:cubicBezTo>
                <a:lnTo>
                  <a:pt x="7719" y="10366"/>
                </a:lnTo>
                <a:cubicBezTo>
                  <a:pt x="7656" y="10492"/>
                  <a:pt x="7656" y="10618"/>
                  <a:pt x="7656" y="10712"/>
                </a:cubicBezTo>
                <a:cubicBezTo>
                  <a:pt x="7656" y="11279"/>
                  <a:pt x="8129" y="11752"/>
                  <a:pt x="8696" y="11752"/>
                </a:cubicBezTo>
                <a:cubicBezTo>
                  <a:pt x="9231" y="11752"/>
                  <a:pt x="9735" y="11279"/>
                  <a:pt x="9735" y="10712"/>
                </a:cubicBezTo>
                <a:cubicBezTo>
                  <a:pt x="9735" y="10618"/>
                  <a:pt x="9672" y="10492"/>
                  <a:pt x="9672" y="10366"/>
                </a:cubicBezTo>
                <a:lnTo>
                  <a:pt x="10082" y="10366"/>
                </a:lnTo>
                <a:cubicBezTo>
                  <a:pt x="10271" y="10366"/>
                  <a:pt x="10428" y="10208"/>
                  <a:pt x="10428" y="10019"/>
                </a:cubicBezTo>
                <a:cubicBezTo>
                  <a:pt x="10428" y="9830"/>
                  <a:pt x="10271" y="9672"/>
                  <a:pt x="10082" y="9672"/>
                </a:cubicBezTo>
                <a:lnTo>
                  <a:pt x="2867" y="9672"/>
                </a:lnTo>
                <a:cubicBezTo>
                  <a:pt x="2678" y="9672"/>
                  <a:pt x="2521" y="9515"/>
                  <a:pt x="2521" y="9294"/>
                </a:cubicBezTo>
                <a:cubicBezTo>
                  <a:pt x="2521" y="9137"/>
                  <a:pt x="2678" y="8948"/>
                  <a:pt x="2867" y="8948"/>
                </a:cubicBezTo>
                <a:lnTo>
                  <a:pt x="10082" y="8948"/>
                </a:lnTo>
                <a:cubicBezTo>
                  <a:pt x="10239" y="8948"/>
                  <a:pt x="10334" y="8885"/>
                  <a:pt x="10397" y="8727"/>
                </a:cubicBezTo>
                <a:lnTo>
                  <a:pt x="11720" y="4663"/>
                </a:lnTo>
                <a:cubicBezTo>
                  <a:pt x="11783" y="4537"/>
                  <a:pt x="11720" y="4411"/>
                  <a:pt x="11689" y="4348"/>
                </a:cubicBezTo>
                <a:cubicBezTo>
                  <a:pt x="11563" y="4191"/>
                  <a:pt x="11405" y="4191"/>
                  <a:pt x="11279" y="4191"/>
                </a:cubicBezTo>
                <a:lnTo>
                  <a:pt x="10397" y="4191"/>
                </a:lnTo>
                <a:lnTo>
                  <a:pt x="10397" y="3119"/>
                </a:lnTo>
                <a:cubicBezTo>
                  <a:pt x="10397" y="2930"/>
                  <a:pt x="10239" y="2773"/>
                  <a:pt x="10019" y="2773"/>
                </a:cubicBezTo>
                <a:lnTo>
                  <a:pt x="9515" y="2773"/>
                </a:lnTo>
                <a:cubicBezTo>
                  <a:pt x="9483" y="2647"/>
                  <a:pt x="9452" y="2584"/>
                  <a:pt x="9389" y="2458"/>
                </a:cubicBezTo>
                <a:lnTo>
                  <a:pt x="9767" y="2080"/>
                </a:lnTo>
                <a:cubicBezTo>
                  <a:pt x="9861" y="1985"/>
                  <a:pt x="9861" y="1733"/>
                  <a:pt x="9767" y="1607"/>
                </a:cubicBezTo>
                <a:lnTo>
                  <a:pt x="8759" y="631"/>
                </a:lnTo>
                <a:cubicBezTo>
                  <a:pt x="8711" y="568"/>
                  <a:pt x="8625" y="536"/>
                  <a:pt x="8534" y="536"/>
                </a:cubicBezTo>
                <a:cubicBezTo>
                  <a:pt x="8444" y="536"/>
                  <a:pt x="8349" y="568"/>
                  <a:pt x="8286" y="631"/>
                </a:cubicBezTo>
                <a:lnTo>
                  <a:pt x="7939" y="1009"/>
                </a:lnTo>
                <a:cubicBezTo>
                  <a:pt x="7876" y="946"/>
                  <a:pt x="7750" y="914"/>
                  <a:pt x="7624" y="883"/>
                </a:cubicBezTo>
                <a:lnTo>
                  <a:pt x="7624" y="379"/>
                </a:lnTo>
                <a:cubicBezTo>
                  <a:pt x="7624" y="158"/>
                  <a:pt x="7467" y="0"/>
                  <a:pt x="727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2" name="Google Shape;8012;p37"/>
          <p:cNvSpPr/>
          <p:nvPr/>
        </p:nvSpPr>
        <p:spPr>
          <a:xfrm>
            <a:off x="5439143" y="1947229"/>
            <a:ext cx="139112" cy="139112"/>
          </a:xfrm>
          <a:custGeom>
            <a:rect b="b" l="l" r="r" t="t"/>
            <a:pathLst>
              <a:path extrusionOk="0" h="3372" w="3372">
                <a:moveTo>
                  <a:pt x="1701" y="631"/>
                </a:moveTo>
                <a:cubicBezTo>
                  <a:pt x="2237" y="631"/>
                  <a:pt x="2709" y="1103"/>
                  <a:pt x="2709" y="1639"/>
                </a:cubicBezTo>
                <a:cubicBezTo>
                  <a:pt x="2709" y="2206"/>
                  <a:pt x="2237" y="2679"/>
                  <a:pt x="1701" y="2679"/>
                </a:cubicBezTo>
                <a:cubicBezTo>
                  <a:pt x="1134" y="2679"/>
                  <a:pt x="662" y="2206"/>
                  <a:pt x="662" y="1639"/>
                </a:cubicBezTo>
                <a:cubicBezTo>
                  <a:pt x="662" y="1103"/>
                  <a:pt x="1134" y="631"/>
                  <a:pt x="1701" y="631"/>
                </a:cubicBezTo>
                <a:close/>
                <a:moveTo>
                  <a:pt x="1701" y="1"/>
                </a:moveTo>
                <a:cubicBezTo>
                  <a:pt x="756" y="1"/>
                  <a:pt x="0" y="725"/>
                  <a:pt x="0" y="1702"/>
                </a:cubicBezTo>
                <a:cubicBezTo>
                  <a:pt x="0" y="2647"/>
                  <a:pt x="756" y="3372"/>
                  <a:pt x="1701" y="3372"/>
                </a:cubicBezTo>
                <a:cubicBezTo>
                  <a:pt x="2646" y="3372"/>
                  <a:pt x="3371" y="2647"/>
                  <a:pt x="3371" y="1702"/>
                </a:cubicBezTo>
                <a:cubicBezTo>
                  <a:pt x="3371" y="725"/>
                  <a:pt x="2646" y="1"/>
                  <a:pt x="170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3" name="Google Shape;8013;p37"/>
          <p:cNvSpPr/>
          <p:nvPr/>
        </p:nvSpPr>
        <p:spPr>
          <a:xfrm>
            <a:off x="8363862" y="1860650"/>
            <a:ext cx="482230" cy="48091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4" name="Google Shape;8014;p37"/>
          <p:cNvSpPr/>
          <p:nvPr/>
        </p:nvSpPr>
        <p:spPr>
          <a:xfrm>
            <a:off x="2778861" y="1875089"/>
            <a:ext cx="491377" cy="452058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5" name="Google Shape;8015;p37"/>
          <p:cNvSpPr/>
          <p:nvPr/>
        </p:nvSpPr>
        <p:spPr>
          <a:xfrm>
            <a:off x="5908383" y="1859497"/>
            <a:ext cx="426355" cy="483579"/>
          </a:xfrm>
          <a:custGeom>
            <a:rect b="b" l="l" r="r" t="t"/>
            <a:pathLst>
              <a:path extrusionOk="0" h="11721" w="10334">
                <a:moveTo>
                  <a:pt x="6018" y="694"/>
                </a:moveTo>
                <a:cubicBezTo>
                  <a:pt x="6175" y="694"/>
                  <a:pt x="6301" y="757"/>
                  <a:pt x="6333" y="915"/>
                </a:cubicBezTo>
                <a:lnTo>
                  <a:pt x="6490" y="1450"/>
                </a:lnTo>
                <a:lnTo>
                  <a:pt x="3781" y="1450"/>
                </a:lnTo>
                <a:lnTo>
                  <a:pt x="3970" y="915"/>
                </a:lnTo>
                <a:cubicBezTo>
                  <a:pt x="4033" y="757"/>
                  <a:pt x="4127" y="694"/>
                  <a:pt x="4285" y="694"/>
                </a:cubicBezTo>
                <a:close/>
                <a:moveTo>
                  <a:pt x="9326" y="2049"/>
                </a:moveTo>
                <a:cubicBezTo>
                  <a:pt x="9546" y="2049"/>
                  <a:pt x="9704" y="2206"/>
                  <a:pt x="9704" y="2427"/>
                </a:cubicBezTo>
                <a:lnTo>
                  <a:pt x="9704" y="2773"/>
                </a:lnTo>
                <a:lnTo>
                  <a:pt x="756" y="2773"/>
                </a:lnTo>
                <a:lnTo>
                  <a:pt x="756" y="2427"/>
                </a:lnTo>
                <a:cubicBezTo>
                  <a:pt x="756" y="2206"/>
                  <a:pt x="914" y="2049"/>
                  <a:pt x="1103" y="2049"/>
                </a:cubicBezTo>
                <a:close/>
                <a:moveTo>
                  <a:pt x="8916" y="3498"/>
                </a:moveTo>
                <a:lnTo>
                  <a:pt x="8317" y="10681"/>
                </a:lnTo>
                <a:cubicBezTo>
                  <a:pt x="8317" y="10839"/>
                  <a:pt x="8160" y="10996"/>
                  <a:pt x="7971" y="10996"/>
                </a:cubicBezTo>
                <a:lnTo>
                  <a:pt x="2363" y="10996"/>
                </a:lnTo>
                <a:cubicBezTo>
                  <a:pt x="2174" y="10996"/>
                  <a:pt x="2048" y="10902"/>
                  <a:pt x="2016" y="10681"/>
                </a:cubicBezTo>
                <a:lnTo>
                  <a:pt x="1418" y="3498"/>
                </a:lnTo>
                <a:close/>
                <a:moveTo>
                  <a:pt x="4285" y="1"/>
                </a:moveTo>
                <a:cubicBezTo>
                  <a:pt x="3875" y="1"/>
                  <a:pt x="3466" y="285"/>
                  <a:pt x="3308" y="726"/>
                </a:cubicBezTo>
                <a:lnTo>
                  <a:pt x="3088" y="1450"/>
                </a:lnTo>
                <a:lnTo>
                  <a:pt x="1040" y="1450"/>
                </a:lnTo>
                <a:cubicBezTo>
                  <a:pt x="473" y="1450"/>
                  <a:pt x="0" y="1923"/>
                  <a:pt x="0" y="2458"/>
                </a:cubicBezTo>
                <a:lnTo>
                  <a:pt x="0" y="3120"/>
                </a:lnTo>
                <a:cubicBezTo>
                  <a:pt x="0" y="3341"/>
                  <a:pt x="158" y="3498"/>
                  <a:pt x="347" y="3498"/>
                </a:cubicBezTo>
                <a:lnTo>
                  <a:pt x="725" y="3498"/>
                </a:lnTo>
                <a:lnTo>
                  <a:pt x="1292" y="10776"/>
                </a:lnTo>
                <a:cubicBezTo>
                  <a:pt x="1355" y="11311"/>
                  <a:pt x="1764" y="11721"/>
                  <a:pt x="2331" y="11721"/>
                </a:cubicBezTo>
                <a:lnTo>
                  <a:pt x="7908" y="11721"/>
                </a:lnTo>
                <a:cubicBezTo>
                  <a:pt x="8475" y="11721"/>
                  <a:pt x="8916" y="11311"/>
                  <a:pt x="8948" y="10776"/>
                </a:cubicBezTo>
                <a:lnTo>
                  <a:pt x="9546" y="3498"/>
                </a:lnTo>
                <a:lnTo>
                  <a:pt x="9893" y="3498"/>
                </a:lnTo>
                <a:cubicBezTo>
                  <a:pt x="10082" y="3498"/>
                  <a:pt x="10239" y="3341"/>
                  <a:pt x="10239" y="3120"/>
                </a:cubicBezTo>
                <a:lnTo>
                  <a:pt x="10239" y="2458"/>
                </a:lnTo>
                <a:cubicBezTo>
                  <a:pt x="10334" y="1860"/>
                  <a:pt x="9861" y="1450"/>
                  <a:pt x="9294" y="1450"/>
                </a:cubicBezTo>
                <a:lnTo>
                  <a:pt x="7246" y="1450"/>
                </a:lnTo>
                <a:lnTo>
                  <a:pt x="7026" y="726"/>
                </a:lnTo>
                <a:cubicBezTo>
                  <a:pt x="6868" y="285"/>
                  <a:pt x="6490" y="1"/>
                  <a:pt x="60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6" name="Google Shape;8016;p37"/>
          <p:cNvSpPr/>
          <p:nvPr/>
        </p:nvSpPr>
        <p:spPr>
          <a:xfrm>
            <a:off x="6024066" y="2031082"/>
            <a:ext cx="28633" cy="254806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lnTo>
                  <a:pt x="0" y="5829"/>
                </a:lnTo>
                <a:cubicBezTo>
                  <a:pt x="0" y="6018"/>
                  <a:pt x="158" y="6176"/>
                  <a:pt x="347" y="6176"/>
                </a:cubicBezTo>
                <a:cubicBezTo>
                  <a:pt x="536" y="6176"/>
                  <a:pt x="693" y="6018"/>
                  <a:pt x="693" y="5829"/>
                </a:cubicBezTo>
                <a:lnTo>
                  <a:pt x="693" y="347"/>
                </a:ln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7" name="Google Shape;8017;p37"/>
          <p:cNvSpPr/>
          <p:nvPr/>
        </p:nvSpPr>
        <p:spPr>
          <a:xfrm>
            <a:off x="6108518" y="2031082"/>
            <a:ext cx="28633" cy="254806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8" name="Google Shape;8018;p37"/>
          <p:cNvSpPr/>
          <p:nvPr/>
        </p:nvSpPr>
        <p:spPr>
          <a:xfrm>
            <a:off x="6193010" y="2031082"/>
            <a:ext cx="28633" cy="254806"/>
          </a:xfrm>
          <a:custGeom>
            <a:rect b="b" l="l" r="r" t="t"/>
            <a:pathLst>
              <a:path extrusionOk="0" h="617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lnTo>
                  <a:pt x="1" y="5829"/>
                </a:lnTo>
                <a:cubicBezTo>
                  <a:pt x="1" y="6018"/>
                  <a:pt x="158" y="6176"/>
                  <a:pt x="347" y="6176"/>
                </a:cubicBezTo>
                <a:cubicBezTo>
                  <a:pt x="536" y="6176"/>
                  <a:pt x="694" y="6018"/>
                  <a:pt x="694" y="5829"/>
                </a:cubicBezTo>
                <a:lnTo>
                  <a:pt x="694" y="347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19" name="Google Shape;8019;p37"/>
          <p:cNvSpPr/>
          <p:nvPr/>
        </p:nvSpPr>
        <p:spPr>
          <a:xfrm>
            <a:off x="1535778" y="1862736"/>
            <a:ext cx="480675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0" name="Google Shape;8020;p37"/>
          <p:cNvSpPr/>
          <p:nvPr/>
        </p:nvSpPr>
        <p:spPr>
          <a:xfrm flipH="1">
            <a:off x="1535767" y="1862736"/>
            <a:ext cx="480675" cy="476931"/>
          </a:xfrm>
          <a:custGeom>
            <a:rect b="b" l="l" r="r" t="t"/>
            <a:pathLst>
              <a:path extrusionOk="0" h="10427" w="10510">
                <a:moveTo>
                  <a:pt x="5269" y="1924"/>
                </a:moveTo>
                <a:cubicBezTo>
                  <a:pt x="6022" y="1924"/>
                  <a:pt x="6635" y="2454"/>
                  <a:pt x="6774" y="3151"/>
                </a:cubicBezTo>
                <a:lnTo>
                  <a:pt x="3791" y="3151"/>
                </a:lnTo>
                <a:cubicBezTo>
                  <a:pt x="3931" y="2454"/>
                  <a:pt x="4544" y="1924"/>
                  <a:pt x="5269" y="1924"/>
                </a:cubicBezTo>
                <a:close/>
                <a:moveTo>
                  <a:pt x="4962" y="3764"/>
                </a:moveTo>
                <a:lnTo>
                  <a:pt x="4962" y="9785"/>
                </a:lnTo>
                <a:cubicBezTo>
                  <a:pt x="3959" y="9646"/>
                  <a:pt x="3150" y="8754"/>
                  <a:pt x="3150" y="7694"/>
                </a:cubicBezTo>
                <a:lnTo>
                  <a:pt x="3150" y="4071"/>
                </a:lnTo>
                <a:cubicBezTo>
                  <a:pt x="3150" y="3903"/>
                  <a:pt x="3290" y="3764"/>
                  <a:pt x="3485" y="3764"/>
                </a:cubicBezTo>
                <a:close/>
                <a:moveTo>
                  <a:pt x="7109" y="3764"/>
                </a:moveTo>
                <a:cubicBezTo>
                  <a:pt x="7276" y="3764"/>
                  <a:pt x="7415" y="3903"/>
                  <a:pt x="7415" y="4071"/>
                </a:cubicBezTo>
                <a:lnTo>
                  <a:pt x="7415" y="7694"/>
                </a:lnTo>
                <a:cubicBezTo>
                  <a:pt x="7415" y="8754"/>
                  <a:pt x="6607" y="9646"/>
                  <a:pt x="5603" y="9785"/>
                </a:cubicBezTo>
                <a:lnTo>
                  <a:pt x="5603" y="3764"/>
                </a:lnTo>
                <a:close/>
                <a:moveTo>
                  <a:pt x="3987" y="1"/>
                </a:moveTo>
                <a:cubicBezTo>
                  <a:pt x="3819" y="1"/>
                  <a:pt x="3680" y="140"/>
                  <a:pt x="3680" y="307"/>
                </a:cubicBezTo>
                <a:lnTo>
                  <a:pt x="3680" y="921"/>
                </a:lnTo>
                <a:cubicBezTo>
                  <a:pt x="3680" y="1199"/>
                  <a:pt x="3819" y="1422"/>
                  <a:pt x="3987" y="1618"/>
                </a:cubicBezTo>
                <a:cubicBezTo>
                  <a:pt x="3513" y="1952"/>
                  <a:pt x="3150" y="2482"/>
                  <a:pt x="3095" y="3095"/>
                </a:cubicBezTo>
                <a:cubicBezTo>
                  <a:pt x="2732" y="3206"/>
                  <a:pt x="2453" y="3569"/>
                  <a:pt x="2453" y="3987"/>
                </a:cubicBezTo>
                <a:lnTo>
                  <a:pt x="2453" y="4294"/>
                </a:lnTo>
                <a:lnTo>
                  <a:pt x="1840" y="4294"/>
                </a:lnTo>
                <a:cubicBezTo>
                  <a:pt x="1450" y="4294"/>
                  <a:pt x="1115" y="4043"/>
                  <a:pt x="976" y="3652"/>
                </a:cubicBezTo>
                <a:lnTo>
                  <a:pt x="642" y="2677"/>
                </a:lnTo>
                <a:cubicBezTo>
                  <a:pt x="600" y="2551"/>
                  <a:pt x="511" y="2489"/>
                  <a:pt x="399" y="2489"/>
                </a:cubicBezTo>
                <a:cubicBezTo>
                  <a:pt x="361" y="2489"/>
                  <a:pt x="321" y="2496"/>
                  <a:pt x="279" y="2510"/>
                </a:cubicBezTo>
                <a:cubicBezTo>
                  <a:pt x="84" y="2565"/>
                  <a:pt x="28" y="2705"/>
                  <a:pt x="84" y="2900"/>
                </a:cubicBezTo>
                <a:lnTo>
                  <a:pt x="419" y="3875"/>
                </a:lnTo>
                <a:cubicBezTo>
                  <a:pt x="614" y="4489"/>
                  <a:pt x="1171" y="4907"/>
                  <a:pt x="1840" y="4907"/>
                </a:cubicBezTo>
                <a:lnTo>
                  <a:pt x="2453" y="4907"/>
                </a:lnTo>
                <a:lnTo>
                  <a:pt x="2453" y="6133"/>
                </a:lnTo>
                <a:lnTo>
                  <a:pt x="335" y="6133"/>
                </a:lnTo>
                <a:cubicBezTo>
                  <a:pt x="168" y="6133"/>
                  <a:pt x="28" y="6273"/>
                  <a:pt x="28" y="6440"/>
                </a:cubicBezTo>
                <a:cubicBezTo>
                  <a:pt x="28" y="6635"/>
                  <a:pt x="168" y="6775"/>
                  <a:pt x="335" y="6775"/>
                </a:cubicBezTo>
                <a:lnTo>
                  <a:pt x="2453" y="6775"/>
                </a:lnTo>
                <a:lnTo>
                  <a:pt x="2453" y="7667"/>
                </a:lnTo>
                <a:lnTo>
                  <a:pt x="2453" y="7973"/>
                </a:lnTo>
                <a:lnTo>
                  <a:pt x="1812" y="7973"/>
                </a:lnTo>
                <a:cubicBezTo>
                  <a:pt x="1143" y="7973"/>
                  <a:pt x="586" y="8391"/>
                  <a:pt x="363" y="9032"/>
                </a:cubicBezTo>
                <a:lnTo>
                  <a:pt x="56" y="10008"/>
                </a:lnTo>
                <a:cubicBezTo>
                  <a:pt x="0" y="10175"/>
                  <a:pt x="84" y="10315"/>
                  <a:pt x="223" y="10398"/>
                </a:cubicBezTo>
                <a:cubicBezTo>
                  <a:pt x="259" y="10408"/>
                  <a:pt x="292" y="10413"/>
                  <a:pt x="323" y="10413"/>
                </a:cubicBezTo>
                <a:cubicBezTo>
                  <a:pt x="466" y="10413"/>
                  <a:pt x="568" y="10317"/>
                  <a:pt x="614" y="10203"/>
                </a:cubicBezTo>
                <a:lnTo>
                  <a:pt x="920" y="9228"/>
                </a:lnTo>
                <a:cubicBezTo>
                  <a:pt x="1060" y="8865"/>
                  <a:pt x="1394" y="8614"/>
                  <a:pt x="1812" y="8614"/>
                </a:cubicBezTo>
                <a:lnTo>
                  <a:pt x="2593" y="8614"/>
                </a:lnTo>
                <a:cubicBezTo>
                  <a:pt x="2983" y="9646"/>
                  <a:pt x="3987" y="10426"/>
                  <a:pt x="5185" y="10426"/>
                </a:cubicBezTo>
                <a:cubicBezTo>
                  <a:pt x="6356" y="10426"/>
                  <a:pt x="7387" y="9646"/>
                  <a:pt x="7750" y="8614"/>
                </a:cubicBezTo>
                <a:lnTo>
                  <a:pt x="8586" y="8614"/>
                </a:lnTo>
                <a:cubicBezTo>
                  <a:pt x="8976" y="8614"/>
                  <a:pt x="9339" y="8837"/>
                  <a:pt x="9478" y="9228"/>
                </a:cubicBezTo>
                <a:lnTo>
                  <a:pt x="9785" y="10203"/>
                </a:lnTo>
                <a:cubicBezTo>
                  <a:pt x="9827" y="10351"/>
                  <a:pt x="9917" y="10419"/>
                  <a:pt x="10043" y="10419"/>
                </a:cubicBezTo>
                <a:cubicBezTo>
                  <a:pt x="10084" y="10419"/>
                  <a:pt x="10128" y="10412"/>
                  <a:pt x="10175" y="10398"/>
                </a:cubicBezTo>
                <a:cubicBezTo>
                  <a:pt x="10342" y="10315"/>
                  <a:pt x="10398" y="10175"/>
                  <a:pt x="10342" y="10008"/>
                </a:cubicBezTo>
                <a:lnTo>
                  <a:pt x="10119" y="9032"/>
                </a:lnTo>
                <a:cubicBezTo>
                  <a:pt x="9924" y="8391"/>
                  <a:pt x="9367" y="7973"/>
                  <a:pt x="8698" y="7973"/>
                </a:cubicBezTo>
                <a:lnTo>
                  <a:pt x="8001" y="7973"/>
                </a:lnTo>
                <a:lnTo>
                  <a:pt x="8001" y="7667"/>
                </a:lnTo>
                <a:lnTo>
                  <a:pt x="8001" y="6775"/>
                </a:lnTo>
                <a:lnTo>
                  <a:pt x="10175" y="6775"/>
                </a:lnTo>
                <a:cubicBezTo>
                  <a:pt x="10342" y="6775"/>
                  <a:pt x="10482" y="6635"/>
                  <a:pt x="10482" y="6440"/>
                </a:cubicBezTo>
                <a:cubicBezTo>
                  <a:pt x="10482" y="6273"/>
                  <a:pt x="10342" y="6133"/>
                  <a:pt x="10175" y="6133"/>
                </a:cubicBezTo>
                <a:lnTo>
                  <a:pt x="8001" y="6133"/>
                </a:lnTo>
                <a:lnTo>
                  <a:pt x="8001" y="4907"/>
                </a:lnTo>
                <a:lnTo>
                  <a:pt x="8698" y="4907"/>
                </a:lnTo>
                <a:cubicBezTo>
                  <a:pt x="9367" y="4907"/>
                  <a:pt x="9924" y="4489"/>
                  <a:pt x="10119" y="3875"/>
                </a:cubicBezTo>
                <a:lnTo>
                  <a:pt x="10454" y="2900"/>
                </a:lnTo>
                <a:cubicBezTo>
                  <a:pt x="10509" y="2705"/>
                  <a:pt x="10398" y="2565"/>
                  <a:pt x="10259" y="2510"/>
                </a:cubicBezTo>
                <a:cubicBezTo>
                  <a:pt x="10223" y="2498"/>
                  <a:pt x="10188" y="2492"/>
                  <a:pt x="10156" y="2492"/>
                </a:cubicBezTo>
                <a:cubicBezTo>
                  <a:pt x="10036" y="2492"/>
                  <a:pt x="9940" y="2567"/>
                  <a:pt x="9896" y="2677"/>
                </a:cubicBezTo>
                <a:lnTo>
                  <a:pt x="9562" y="3652"/>
                </a:lnTo>
                <a:cubicBezTo>
                  <a:pt x="9422" y="4043"/>
                  <a:pt x="9116" y="4294"/>
                  <a:pt x="8698" y="4294"/>
                </a:cubicBezTo>
                <a:lnTo>
                  <a:pt x="8001" y="4294"/>
                </a:lnTo>
                <a:lnTo>
                  <a:pt x="8001" y="3987"/>
                </a:lnTo>
                <a:cubicBezTo>
                  <a:pt x="8001" y="3597"/>
                  <a:pt x="7750" y="3234"/>
                  <a:pt x="7387" y="3095"/>
                </a:cubicBezTo>
                <a:cubicBezTo>
                  <a:pt x="7304" y="2482"/>
                  <a:pt x="6969" y="1952"/>
                  <a:pt x="6468" y="1618"/>
                </a:cubicBezTo>
                <a:cubicBezTo>
                  <a:pt x="6691" y="1422"/>
                  <a:pt x="6774" y="1199"/>
                  <a:pt x="6774" y="921"/>
                </a:cubicBezTo>
                <a:lnTo>
                  <a:pt x="6774" y="307"/>
                </a:lnTo>
                <a:cubicBezTo>
                  <a:pt x="6774" y="140"/>
                  <a:pt x="6635" y="1"/>
                  <a:pt x="6468" y="1"/>
                </a:cubicBezTo>
                <a:cubicBezTo>
                  <a:pt x="6300" y="1"/>
                  <a:pt x="6161" y="140"/>
                  <a:pt x="6161" y="307"/>
                </a:cubicBezTo>
                <a:lnTo>
                  <a:pt x="6161" y="921"/>
                </a:lnTo>
                <a:cubicBezTo>
                  <a:pt x="6161" y="1088"/>
                  <a:pt x="6022" y="1255"/>
                  <a:pt x="5854" y="1255"/>
                </a:cubicBezTo>
                <a:lnTo>
                  <a:pt x="4628" y="1255"/>
                </a:lnTo>
                <a:cubicBezTo>
                  <a:pt x="4488" y="1255"/>
                  <a:pt x="4321" y="1088"/>
                  <a:pt x="4321" y="921"/>
                </a:cubicBezTo>
                <a:lnTo>
                  <a:pt x="4321" y="307"/>
                </a:lnTo>
                <a:cubicBezTo>
                  <a:pt x="4321" y="140"/>
                  <a:pt x="4182" y="1"/>
                  <a:pt x="398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1" name="Google Shape;8021;p37"/>
          <p:cNvSpPr/>
          <p:nvPr/>
        </p:nvSpPr>
        <p:spPr>
          <a:xfrm>
            <a:off x="7288541" y="4171459"/>
            <a:ext cx="164422" cy="163723"/>
          </a:xfrm>
          <a:custGeom>
            <a:rect b="b" l="l" r="r" t="t"/>
            <a:pathLst>
              <a:path extrusionOk="0" h="7026" w="7056">
                <a:moveTo>
                  <a:pt x="4114" y="2928"/>
                </a:moveTo>
                <a:lnTo>
                  <a:pt x="4114" y="4099"/>
                </a:lnTo>
                <a:lnTo>
                  <a:pt x="2943" y="4099"/>
                </a:lnTo>
                <a:lnTo>
                  <a:pt x="2943" y="2928"/>
                </a:lnTo>
                <a:close/>
                <a:moveTo>
                  <a:pt x="2354" y="1"/>
                </a:moveTo>
                <a:cubicBezTo>
                  <a:pt x="2032" y="1"/>
                  <a:pt x="1771" y="263"/>
                  <a:pt x="1771" y="586"/>
                </a:cubicBezTo>
                <a:lnTo>
                  <a:pt x="1771" y="1757"/>
                </a:lnTo>
                <a:lnTo>
                  <a:pt x="618" y="1757"/>
                </a:lnTo>
                <a:cubicBezTo>
                  <a:pt x="301" y="1757"/>
                  <a:pt x="31" y="1999"/>
                  <a:pt x="17" y="2314"/>
                </a:cubicBezTo>
                <a:cubicBezTo>
                  <a:pt x="1" y="2650"/>
                  <a:pt x="268" y="2928"/>
                  <a:pt x="600" y="2928"/>
                </a:cubicBezTo>
                <a:lnTo>
                  <a:pt x="1771" y="2928"/>
                </a:lnTo>
                <a:lnTo>
                  <a:pt x="1771" y="4099"/>
                </a:lnTo>
                <a:lnTo>
                  <a:pt x="618" y="4099"/>
                </a:lnTo>
                <a:cubicBezTo>
                  <a:pt x="301" y="4099"/>
                  <a:pt x="31" y="4341"/>
                  <a:pt x="17" y="4656"/>
                </a:cubicBezTo>
                <a:cubicBezTo>
                  <a:pt x="1" y="4992"/>
                  <a:pt x="268" y="5270"/>
                  <a:pt x="600" y="5270"/>
                </a:cubicBezTo>
                <a:lnTo>
                  <a:pt x="1771" y="5270"/>
                </a:lnTo>
                <a:lnTo>
                  <a:pt x="1771" y="6423"/>
                </a:lnTo>
                <a:cubicBezTo>
                  <a:pt x="1771" y="6738"/>
                  <a:pt x="2014" y="7011"/>
                  <a:pt x="2329" y="7025"/>
                </a:cubicBezTo>
                <a:cubicBezTo>
                  <a:pt x="2338" y="7025"/>
                  <a:pt x="2348" y="7025"/>
                  <a:pt x="2357" y="7025"/>
                </a:cubicBezTo>
                <a:cubicBezTo>
                  <a:pt x="2680" y="7025"/>
                  <a:pt x="2943" y="6764"/>
                  <a:pt x="2943" y="6441"/>
                </a:cubicBezTo>
                <a:lnTo>
                  <a:pt x="2943" y="5270"/>
                </a:lnTo>
                <a:lnTo>
                  <a:pt x="4114" y="5270"/>
                </a:lnTo>
                <a:lnTo>
                  <a:pt x="4114" y="6423"/>
                </a:lnTo>
                <a:cubicBezTo>
                  <a:pt x="4114" y="6738"/>
                  <a:pt x="4356" y="7011"/>
                  <a:pt x="4671" y="7025"/>
                </a:cubicBezTo>
                <a:cubicBezTo>
                  <a:pt x="4680" y="7025"/>
                  <a:pt x="4690" y="7025"/>
                  <a:pt x="4699" y="7025"/>
                </a:cubicBezTo>
                <a:cubicBezTo>
                  <a:pt x="5023" y="7025"/>
                  <a:pt x="5285" y="6764"/>
                  <a:pt x="5285" y="6441"/>
                </a:cubicBezTo>
                <a:lnTo>
                  <a:pt x="5285" y="5270"/>
                </a:lnTo>
                <a:lnTo>
                  <a:pt x="6456" y="5270"/>
                </a:lnTo>
                <a:cubicBezTo>
                  <a:pt x="6788" y="5270"/>
                  <a:pt x="7056" y="4992"/>
                  <a:pt x="7040" y="4656"/>
                </a:cubicBezTo>
                <a:cubicBezTo>
                  <a:pt x="7025" y="4341"/>
                  <a:pt x="6753" y="4099"/>
                  <a:pt x="6438" y="4099"/>
                </a:cubicBezTo>
                <a:lnTo>
                  <a:pt x="5285" y="4099"/>
                </a:lnTo>
                <a:lnTo>
                  <a:pt x="5285" y="2928"/>
                </a:lnTo>
                <a:lnTo>
                  <a:pt x="6438" y="2928"/>
                </a:lnTo>
                <a:cubicBezTo>
                  <a:pt x="6753" y="2928"/>
                  <a:pt x="7025" y="2685"/>
                  <a:pt x="7040" y="2370"/>
                </a:cubicBezTo>
                <a:cubicBezTo>
                  <a:pt x="7056" y="2034"/>
                  <a:pt x="6788" y="1757"/>
                  <a:pt x="6456" y="1757"/>
                </a:cubicBezTo>
                <a:lnTo>
                  <a:pt x="5285" y="1757"/>
                </a:lnTo>
                <a:lnTo>
                  <a:pt x="5285" y="603"/>
                </a:lnTo>
                <a:cubicBezTo>
                  <a:pt x="5285" y="287"/>
                  <a:pt x="5042" y="16"/>
                  <a:pt x="4727" y="2"/>
                </a:cubicBezTo>
                <a:cubicBezTo>
                  <a:pt x="4717" y="1"/>
                  <a:pt x="4707" y="1"/>
                  <a:pt x="4696" y="1"/>
                </a:cubicBezTo>
                <a:cubicBezTo>
                  <a:pt x="4374" y="1"/>
                  <a:pt x="4114" y="263"/>
                  <a:pt x="4114" y="586"/>
                </a:cubicBezTo>
                <a:lnTo>
                  <a:pt x="4114" y="1757"/>
                </a:lnTo>
                <a:lnTo>
                  <a:pt x="2943" y="1757"/>
                </a:lnTo>
                <a:lnTo>
                  <a:pt x="2943" y="603"/>
                </a:lnTo>
                <a:cubicBezTo>
                  <a:pt x="2943" y="287"/>
                  <a:pt x="2700" y="16"/>
                  <a:pt x="2385" y="2"/>
                </a:cubicBezTo>
                <a:cubicBezTo>
                  <a:pt x="2375" y="1"/>
                  <a:pt x="2364" y="1"/>
                  <a:pt x="235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2" name="Google Shape;8022;p37"/>
          <p:cNvSpPr/>
          <p:nvPr/>
        </p:nvSpPr>
        <p:spPr>
          <a:xfrm>
            <a:off x="7244244" y="4348791"/>
            <a:ext cx="253065" cy="85730"/>
          </a:xfrm>
          <a:custGeom>
            <a:rect b="b" l="l" r="r" t="t"/>
            <a:pathLst>
              <a:path extrusionOk="0" h="3679" w="10860">
                <a:moveTo>
                  <a:pt x="747" y="0"/>
                </a:moveTo>
                <a:cubicBezTo>
                  <a:pt x="280" y="0"/>
                  <a:pt x="0" y="520"/>
                  <a:pt x="258" y="910"/>
                </a:cubicBezTo>
                <a:cubicBezTo>
                  <a:pt x="1470" y="2730"/>
                  <a:pt x="3430" y="3678"/>
                  <a:pt x="5429" y="3678"/>
                </a:cubicBezTo>
                <a:cubicBezTo>
                  <a:pt x="7423" y="3678"/>
                  <a:pt x="9385" y="2733"/>
                  <a:pt x="10600" y="911"/>
                </a:cubicBezTo>
                <a:cubicBezTo>
                  <a:pt x="10860" y="523"/>
                  <a:pt x="10578" y="2"/>
                  <a:pt x="10116" y="2"/>
                </a:cubicBezTo>
                <a:cubicBezTo>
                  <a:pt x="10115" y="2"/>
                  <a:pt x="10114" y="2"/>
                  <a:pt x="10113" y="2"/>
                </a:cubicBezTo>
                <a:cubicBezTo>
                  <a:pt x="9924" y="2"/>
                  <a:pt x="9738" y="92"/>
                  <a:pt x="9625" y="262"/>
                </a:cubicBezTo>
                <a:cubicBezTo>
                  <a:pt x="8688" y="1668"/>
                  <a:pt x="7119" y="2507"/>
                  <a:pt x="5429" y="2507"/>
                </a:cubicBezTo>
                <a:cubicBezTo>
                  <a:pt x="3740" y="2507"/>
                  <a:pt x="2172" y="1668"/>
                  <a:pt x="1235" y="264"/>
                </a:cubicBezTo>
                <a:cubicBezTo>
                  <a:pt x="1125" y="101"/>
                  <a:pt x="943" y="0"/>
                  <a:pt x="74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3" name="Google Shape;8023;p37"/>
          <p:cNvSpPr/>
          <p:nvPr/>
        </p:nvSpPr>
        <p:spPr>
          <a:xfrm>
            <a:off x="7166112" y="4102367"/>
            <a:ext cx="409285" cy="465631"/>
          </a:xfrm>
          <a:custGeom>
            <a:rect b="b" l="l" r="r" t="t"/>
            <a:pathLst>
              <a:path extrusionOk="0" h="19982" w="17564">
                <a:moveTo>
                  <a:pt x="14636" y="1169"/>
                </a:moveTo>
                <a:cubicBezTo>
                  <a:pt x="15587" y="1169"/>
                  <a:pt x="16392" y="1992"/>
                  <a:pt x="16392" y="2965"/>
                </a:cubicBezTo>
                <a:lnTo>
                  <a:pt x="16392" y="14674"/>
                </a:lnTo>
                <a:cubicBezTo>
                  <a:pt x="16392" y="15643"/>
                  <a:pt x="15607" y="16431"/>
                  <a:pt x="14636" y="16431"/>
                </a:cubicBezTo>
                <a:lnTo>
                  <a:pt x="11124" y="16431"/>
                </a:lnTo>
                <a:cubicBezTo>
                  <a:pt x="10967" y="16431"/>
                  <a:pt x="10816" y="16493"/>
                  <a:pt x="10707" y="16604"/>
                </a:cubicBezTo>
                <a:lnTo>
                  <a:pt x="8782" y="18561"/>
                </a:lnTo>
                <a:lnTo>
                  <a:pt x="6857" y="16604"/>
                </a:lnTo>
                <a:cubicBezTo>
                  <a:pt x="6748" y="16493"/>
                  <a:pt x="6597" y="16431"/>
                  <a:pt x="6440" y="16431"/>
                </a:cubicBezTo>
                <a:lnTo>
                  <a:pt x="2928" y="16431"/>
                </a:lnTo>
                <a:cubicBezTo>
                  <a:pt x="1959" y="16431"/>
                  <a:pt x="1172" y="15643"/>
                  <a:pt x="1172" y="14674"/>
                </a:cubicBezTo>
                <a:lnTo>
                  <a:pt x="1172" y="2965"/>
                </a:lnTo>
                <a:cubicBezTo>
                  <a:pt x="1172" y="1992"/>
                  <a:pt x="1977" y="1169"/>
                  <a:pt x="2928" y="1169"/>
                </a:cubicBezTo>
                <a:close/>
                <a:moveTo>
                  <a:pt x="2928" y="0"/>
                </a:moveTo>
                <a:cubicBezTo>
                  <a:pt x="1310" y="0"/>
                  <a:pt x="1" y="1346"/>
                  <a:pt x="1" y="2965"/>
                </a:cubicBezTo>
                <a:lnTo>
                  <a:pt x="1" y="14674"/>
                </a:lnTo>
                <a:cubicBezTo>
                  <a:pt x="1" y="16291"/>
                  <a:pt x="1312" y="17600"/>
                  <a:pt x="2928" y="17600"/>
                </a:cubicBezTo>
                <a:lnTo>
                  <a:pt x="6196" y="17600"/>
                </a:lnTo>
                <a:lnTo>
                  <a:pt x="8365" y="19806"/>
                </a:lnTo>
                <a:cubicBezTo>
                  <a:pt x="8474" y="19919"/>
                  <a:pt x="8625" y="19981"/>
                  <a:pt x="8782" y="19981"/>
                </a:cubicBezTo>
                <a:cubicBezTo>
                  <a:pt x="8940" y="19981"/>
                  <a:pt x="9090" y="19919"/>
                  <a:pt x="9200" y="19806"/>
                </a:cubicBezTo>
                <a:lnTo>
                  <a:pt x="11370" y="17600"/>
                </a:lnTo>
                <a:lnTo>
                  <a:pt x="14636" y="17600"/>
                </a:lnTo>
                <a:cubicBezTo>
                  <a:pt x="16251" y="17600"/>
                  <a:pt x="17563" y="16287"/>
                  <a:pt x="17563" y="14674"/>
                </a:cubicBezTo>
                <a:lnTo>
                  <a:pt x="17563" y="2965"/>
                </a:lnTo>
                <a:cubicBezTo>
                  <a:pt x="17563" y="1348"/>
                  <a:pt x="16254" y="0"/>
                  <a:pt x="1463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4" name="Google Shape;8024;p37"/>
          <p:cNvSpPr/>
          <p:nvPr/>
        </p:nvSpPr>
        <p:spPr>
          <a:xfrm>
            <a:off x="4348272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0" y="1171"/>
                </a:moveTo>
                <a:cubicBezTo>
                  <a:pt x="14855" y="1171"/>
                  <a:pt x="18810" y="5127"/>
                  <a:pt x="18810" y="9991"/>
                </a:cubicBezTo>
                <a:cubicBezTo>
                  <a:pt x="18810" y="14854"/>
                  <a:pt x="14855" y="18810"/>
                  <a:pt x="9990" y="18810"/>
                </a:cubicBezTo>
                <a:cubicBezTo>
                  <a:pt x="5127" y="18810"/>
                  <a:pt x="1170" y="14854"/>
                  <a:pt x="1170" y="9991"/>
                </a:cubicBezTo>
                <a:cubicBezTo>
                  <a:pt x="1170" y="5127"/>
                  <a:pt x="5127" y="1171"/>
                  <a:pt x="9990" y="1171"/>
                </a:cubicBezTo>
                <a:close/>
                <a:moveTo>
                  <a:pt x="9990" y="0"/>
                </a:moveTo>
                <a:cubicBezTo>
                  <a:pt x="4488" y="0"/>
                  <a:pt x="0" y="4490"/>
                  <a:pt x="0" y="9990"/>
                </a:cubicBezTo>
                <a:cubicBezTo>
                  <a:pt x="0" y="15493"/>
                  <a:pt x="4490" y="19981"/>
                  <a:pt x="9990" y="19981"/>
                </a:cubicBezTo>
                <a:cubicBezTo>
                  <a:pt x="15492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5" name="Google Shape;8025;p37"/>
          <p:cNvSpPr/>
          <p:nvPr/>
        </p:nvSpPr>
        <p:spPr>
          <a:xfrm>
            <a:off x="4444650" y="4198746"/>
            <a:ext cx="231930" cy="271381"/>
          </a:xfrm>
          <a:custGeom>
            <a:rect b="b" l="l" r="r" t="t"/>
            <a:pathLst>
              <a:path extrusionOk="0" h="11646" w="9953">
                <a:moveTo>
                  <a:pt x="8782" y="1300"/>
                </a:moveTo>
                <a:lnTo>
                  <a:pt x="8782" y="2448"/>
                </a:lnTo>
                <a:lnTo>
                  <a:pt x="4099" y="3384"/>
                </a:lnTo>
                <a:lnTo>
                  <a:pt x="4099" y="2236"/>
                </a:lnTo>
                <a:lnTo>
                  <a:pt x="8782" y="1300"/>
                </a:lnTo>
                <a:close/>
                <a:moveTo>
                  <a:pt x="8782" y="7304"/>
                </a:moveTo>
                <a:lnTo>
                  <a:pt x="8782" y="8447"/>
                </a:lnTo>
                <a:cubicBezTo>
                  <a:pt x="8782" y="8766"/>
                  <a:pt x="8591" y="9047"/>
                  <a:pt x="8295" y="9165"/>
                </a:cubicBezTo>
                <a:cubicBezTo>
                  <a:pt x="8163" y="9218"/>
                  <a:pt x="7987" y="9306"/>
                  <a:pt x="7782" y="9306"/>
                </a:cubicBezTo>
                <a:cubicBezTo>
                  <a:pt x="7653" y="9306"/>
                  <a:pt x="7513" y="9271"/>
                  <a:pt x="7365" y="9171"/>
                </a:cubicBezTo>
                <a:cubicBezTo>
                  <a:pt x="6850" y="8824"/>
                  <a:pt x="6937" y="8042"/>
                  <a:pt x="7512" y="7812"/>
                </a:cubicBezTo>
                <a:lnTo>
                  <a:pt x="8782" y="7304"/>
                </a:lnTo>
                <a:close/>
                <a:moveTo>
                  <a:pt x="2928" y="8475"/>
                </a:moveTo>
                <a:lnTo>
                  <a:pt x="2928" y="9618"/>
                </a:lnTo>
                <a:cubicBezTo>
                  <a:pt x="2928" y="9937"/>
                  <a:pt x="2737" y="10218"/>
                  <a:pt x="2442" y="10336"/>
                </a:cubicBezTo>
                <a:cubicBezTo>
                  <a:pt x="2308" y="10389"/>
                  <a:pt x="2132" y="10476"/>
                  <a:pt x="1928" y="10476"/>
                </a:cubicBezTo>
                <a:cubicBezTo>
                  <a:pt x="1799" y="10476"/>
                  <a:pt x="1659" y="10442"/>
                  <a:pt x="1511" y="10342"/>
                </a:cubicBezTo>
                <a:cubicBezTo>
                  <a:pt x="996" y="9993"/>
                  <a:pt x="1083" y="9213"/>
                  <a:pt x="1658" y="8983"/>
                </a:cubicBezTo>
                <a:lnTo>
                  <a:pt x="2928" y="8475"/>
                </a:lnTo>
                <a:close/>
                <a:moveTo>
                  <a:pt x="9369" y="1"/>
                </a:moveTo>
                <a:cubicBezTo>
                  <a:pt x="9330" y="1"/>
                  <a:pt x="9291" y="4"/>
                  <a:pt x="9252" y="12"/>
                </a:cubicBezTo>
                <a:lnTo>
                  <a:pt x="3399" y="1182"/>
                </a:lnTo>
                <a:cubicBezTo>
                  <a:pt x="3124" y="1237"/>
                  <a:pt x="2928" y="1477"/>
                  <a:pt x="2928" y="1757"/>
                </a:cubicBezTo>
                <a:lnTo>
                  <a:pt x="2928" y="7214"/>
                </a:lnTo>
                <a:lnTo>
                  <a:pt x="1223" y="7897"/>
                </a:lnTo>
                <a:cubicBezTo>
                  <a:pt x="480" y="8192"/>
                  <a:pt x="0" y="8902"/>
                  <a:pt x="0" y="9701"/>
                </a:cubicBezTo>
                <a:cubicBezTo>
                  <a:pt x="0" y="10782"/>
                  <a:pt x="880" y="11645"/>
                  <a:pt x="1944" y="11645"/>
                </a:cubicBezTo>
                <a:cubicBezTo>
                  <a:pt x="2362" y="11645"/>
                  <a:pt x="2624" y="11523"/>
                  <a:pt x="2877" y="11423"/>
                </a:cubicBezTo>
                <a:cubicBezTo>
                  <a:pt x="3618" y="11125"/>
                  <a:pt x="4099" y="10418"/>
                  <a:pt x="4099" y="9618"/>
                </a:cubicBezTo>
                <a:lnTo>
                  <a:pt x="4099" y="4578"/>
                </a:lnTo>
                <a:lnTo>
                  <a:pt x="8782" y="3641"/>
                </a:lnTo>
                <a:lnTo>
                  <a:pt x="8782" y="6043"/>
                </a:lnTo>
                <a:lnTo>
                  <a:pt x="7076" y="6726"/>
                </a:lnTo>
                <a:cubicBezTo>
                  <a:pt x="6335" y="7023"/>
                  <a:pt x="5854" y="7731"/>
                  <a:pt x="5854" y="8530"/>
                </a:cubicBezTo>
                <a:cubicBezTo>
                  <a:pt x="5854" y="9611"/>
                  <a:pt x="6733" y="10476"/>
                  <a:pt x="7798" y="10476"/>
                </a:cubicBezTo>
                <a:cubicBezTo>
                  <a:pt x="8216" y="10476"/>
                  <a:pt x="8477" y="10354"/>
                  <a:pt x="8730" y="10251"/>
                </a:cubicBezTo>
                <a:cubicBezTo>
                  <a:pt x="9473" y="9956"/>
                  <a:pt x="9953" y="9247"/>
                  <a:pt x="9953" y="8447"/>
                </a:cubicBezTo>
                <a:lnTo>
                  <a:pt x="9953" y="586"/>
                </a:lnTo>
                <a:cubicBezTo>
                  <a:pt x="9953" y="410"/>
                  <a:pt x="9873" y="244"/>
                  <a:pt x="9739" y="133"/>
                </a:cubicBezTo>
                <a:cubicBezTo>
                  <a:pt x="9633" y="47"/>
                  <a:pt x="9503" y="1"/>
                  <a:pt x="93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6" name="Google Shape;8026;p37"/>
          <p:cNvSpPr/>
          <p:nvPr/>
        </p:nvSpPr>
        <p:spPr>
          <a:xfrm>
            <a:off x="5217344" y="4273771"/>
            <a:ext cx="68206" cy="177355"/>
          </a:xfrm>
          <a:custGeom>
            <a:rect b="b" l="l" r="r" t="t"/>
            <a:pathLst>
              <a:path extrusionOk="0" h="7611" w="2927">
                <a:moveTo>
                  <a:pt x="1463" y="1172"/>
                </a:moveTo>
                <a:cubicBezTo>
                  <a:pt x="1624" y="1172"/>
                  <a:pt x="1757" y="1303"/>
                  <a:pt x="1757" y="1465"/>
                </a:cubicBezTo>
                <a:lnTo>
                  <a:pt x="1757" y="6148"/>
                </a:lnTo>
                <a:cubicBezTo>
                  <a:pt x="1757" y="6309"/>
                  <a:pt x="1624" y="6440"/>
                  <a:pt x="1463" y="6440"/>
                </a:cubicBezTo>
                <a:cubicBezTo>
                  <a:pt x="1302" y="6440"/>
                  <a:pt x="1171" y="6309"/>
                  <a:pt x="1171" y="6148"/>
                </a:cubicBezTo>
                <a:lnTo>
                  <a:pt x="1171" y="1465"/>
                </a:lnTo>
                <a:cubicBezTo>
                  <a:pt x="1171" y="1303"/>
                  <a:pt x="1302" y="1172"/>
                  <a:pt x="1463" y="1172"/>
                </a:cubicBezTo>
                <a:close/>
                <a:moveTo>
                  <a:pt x="1463" y="1"/>
                </a:moveTo>
                <a:cubicBezTo>
                  <a:pt x="657" y="1"/>
                  <a:pt x="0" y="657"/>
                  <a:pt x="0" y="1465"/>
                </a:cubicBezTo>
                <a:lnTo>
                  <a:pt x="0" y="6148"/>
                </a:lnTo>
                <a:cubicBezTo>
                  <a:pt x="0" y="6955"/>
                  <a:pt x="657" y="7611"/>
                  <a:pt x="1463" y="7611"/>
                </a:cubicBezTo>
                <a:cubicBezTo>
                  <a:pt x="2270" y="7611"/>
                  <a:pt x="2926" y="6955"/>
                  <a:pt x="2926" y="6148"/>
                </a:cubicBezTo>
                <a:lnTo>
                  <a:pt x="2926" y="1465"/>
                </a:lnTo>
                <a:cubicBezTo>
                  <a:pt x="2926" y="657"/>
                  <a:pt x="2270" y="1"/>
                  <a:pt x="146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7" name="Google Shape;8027;p37"/>
          <p:cNvSpPr/>
          <p:nvPr/>
        </p:nvSpPr>
        <p:spPr>
          <a:xfrm>
            <a:off x="5450160" y="4314713"/>
            <a:ext cx="68206" cy="68206"/>
          </a:xfrm>
          <a:custGeom>
            <a:rect b="b" l="l" r="r" t="t"/>
            <a:pathLst>
              <a:path extrusionOk="0" h="2927" w="2927">
                <a:moveTo>
                  <a:pt x="1464" y="1171"/>
                </a:moveTo>
                <a:cubicBezTo>
                  <a:pt x="1625" y="1171"/>
                  <a:pt x="1756" y="1302"/>
                  <a:pt x="1756" y="1463"/>
                </a:cubicBezTo>
                <a:cubicBezTo>
                  <a:pt x="1756" y="1626"/>
                  <a:pt x="1625" y="1757"/>
                  <a:pt x="1464" y="1757"/>
                </a:cubicBezTo>
                <a:cubicBezTo>
                  <a:pt x="1303" y="1757"/>
                  <a:pt x="1170" y="1626"/>
                  <a:pt x="1170" y="1463"/>
                </a:cubicBezTo>
                <a:cubicBezTo>
                  <a:pt x="1170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cubicBezTo>
                  <a:pt x="1" y="2270"/>
                  <a:pt x="657" y="2926"/>
                  <a:pt x="1464" y="2926"/>
                </a:cubicBezTo>
                <a:cubicBezTo>
                  <a:pt x="2270" y="2926"/>
                  <a:pt x="2927" y="2270"/>
                  <a:pt x="2927" y="1463"/>
                </a:cubicBez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8" name="Google Shape;8028;p37"/>
          <p:cNvSpPr/>
          <p:nvPr/>
        </p:nvSpPr>
        <p:spPr>
          <a:xfrm>
            <a:off x="5300068" y="4219243"/>
            <a:ext cx="151235" cy="231883"/>
          </a:xfrm>
          <a:custGeom>
            <a:rect b="b" l="l" r="r" t="t"/>
            <a:pathLst>
              <a:path extrusionOk="0" h="9951" w="6488">
                <a:moveTo>
                  <a:pt x="1466" y="1171"/>
                </a:moveTo>
                <a:cubicBezTo>
                  <a:pt x="1627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6" y="3598"/>
                </a:lnTo>
                <a:cubicBezTo>
                  <a:pt x="4243" y="3541"/>
                  <a:pt x="4318" y="3512"/>
                  <a:pt x="4392" y="3512"/>
                </a:cubicBezTo>
                <a:cubicBezTo>
                  <a:pt x="4467" y="3512"/>
                  <a:pt x="4542" y="3541"/>
                  <a:pt x="4598" y="3598"/>
                </a:cubicBezTo>
                <a:cubicBezTo>
                  <a:pt x="4713" y="3712"/>
                  <a:pt x="4713" y="3897"/>
                  <a:pt x="4598" y="4012"/>
                </a:cubicBezTo>
                <a:lnTo>
                  <a:pt x="3247" y="5364"/>
                </a:lnTo>
                <a:lnTo>
                  <a:pt x="5221" y="8325"/>
                </a:lnTo>
                <a:cubicBezTo>
                  <a:pt x="5280" y="8414"/>
                  <a:pt x="5274" y="8500"/>
                  <a:pt x="5265" y="8546"/>
                </a:cubicBezTo>
                <a:cubicBezTo>
                  <a:pt x="5257" y="8591"/>
                  <a:pt x="5228" y="8674"/>
                  <a:pt x="5140" y="8732"/>
                </a:cubicBezTo>
                <a:cubicBezTo>
                  <a:pt x="5090" y="8764"/>
                  <a:pt x="5037" y="8780"/>
                  <a:pt x="4979" y="8780"/>
                </a:cubicBezTo>
                <a:cubicBezTo>
                  <a:pt x="4880" y="8780"/>
                  <a:pt x="4788" y="8732"/>
                  <a:pt x="4735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7" y="8782"/>
                  <a:pt x="1466" y="8782"/>
                </a:cubicBezTo>
                <a:cubicBezTo>
                  <a:pt x="1305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5" y="1171"/>
                  <a:pt x="1466" y="1171"/>
                </a:cubicBezTo>
                <a:close/>
                <a:moveTo>
                  <a:pt x="1466" y="0"/>
                </a:moveTo>
                <a:cubicBezTo>
                  <a:pt x="659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9" y="9951"/>
                  <a:pt x="1466" y="9951"/>
                </a:cubicBezTo>
                <a:cubicBezTo>
                  <a:pt x="2272" y="9951"/>
                  <a:pt x="2929" y="9295"/>
                  <a:pt x="2929" y="8488"/>
                </a:cubicBezTo>
                <a:lnTo>
                  <a:pt x="2929" y="8053"/>
                </a:lnTo>
                <a:lnTo>
                  <a:pt x="3760" y="9300"/>
                </a:lnTo>
                <a:cubicBezTo>
                  <a:pt x="4032" y="9709"/>
                  <a:pt x="4487" y="9951"/>
                  <a:pt x="4979" y="9951"/>
                </a:cubicBezTo>
                <a:cubicBezTo>
                  <a:pt x="5269" y="9951"/>
                  <a:pt x="5548" y="9866"/>
                  <a:pt x="5789" y="9705"/>
                </a:cubicBezTo>
                <a:cubicBezTo>
                  <a:pt x="6114" y="9489"/>
                  <a:pt x="6336" y="9158"/>
                  <a:pt x="6413" y="8775"/>
                </a:cubicBezTo>
                <a:cubicBezTo>
                  <a:pt x="6490" y="8391"/>
                  <a:pt x="6412" y="8001"/>
                  <a:pt x="6196" y="7676"/>
                </a:cubicBezTo>
                <a:lnTo>
                  <a:pt x="4754" y="5512"/>
                </a:lnTo>
                <a:lnTo>
                  <a:pt x="5426" y="4840"/>
                </a:lnTo>
                <a:cubicBezTo>
                  <a:pt x="5998" y="4269"/>
                  <a:pt x="5998" y="3340"/>
                  <a:pt x="5426" y="2771"/>
                </a:cubicBezTo>
                <a:cubicBezTo>
                  <a:pt x="5142" y="2485"/>
                  <a:pt x="4767" y="2342"/>
                  <a:pt x="4392" y="2342"/>
                </a:cubicBezTo>
                <a:cubicBezTo>
                  <a:pt x="4017" y="2342"/>
                  <a:pt x="3642" y="2485"/>
                  <a:pt x="3357" y="2771"/>
                </a:cubicBezTo>
                <a:lnTo>
                  <a:pt x="2929" y="3199"/>
                </a:lnTo>
                <a:lnTo>
                  <a:pt x="2929" y="1463"/>
                </a:lnTo>
                <a:cubicBezTo>
                  <a:pt x="2929" y="657"/>
                  <a:pt x="2272" y="0"/>
                  <a:pt x="146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29" name="Google Shape;8029;p37"/>
          <p:cNvSpPr/>
          <p:nvPr/>
        </p:nvSpPr>
        <p:spPr>
          <a:xfrm>
            <a:off x="5052736" y="4219243"/>
            <a:ext cx="151187" cy="231883"/>
          </a:xfrm>
          <a:custGeom>
            <a:rect b="b" l="l" r="r" t="t"/>
            <a:pathLst>
              <a:path extrusionOk="0" h="9951" w="6488">
                <a:moveTo>
                  <a:pt x="1464" y="1171"/>
                </a:moveTo>
                <a:cubicBezTo>
                  <a:pt x="1625" y="1171"/>
                  <a:pt x="1757" y="1302"/>
                  <a:pt x="1757" y="1463"/>
                </a:cubicBezTo>
                <a:lnTo>
                  <a:pt x="1757" y="6026"/>
                </a:lnTo>
                <a:lnTo>
                  <a:pt x="4184" y="3598"/>
                </a:lnTo>
                <a:cubicBezTo>
                  <a:pt x="4241" y="3541"/>
                  <a:pt x="4316" y="3512"/>
                  <a:pt x="4391" y="3512"/>
                </a:cubicBezTo>
                <a:cubicBezTo>
                  <a:pt x="4466" y="3512"/>
                  <a:pt x="4541" y="3541"/>
                  <a:pt x="4598" y="3598"/>
                </a:cubicBezTo>
                <a:cubicBezTo>
                  <a:pt x="4712" y="3712"/>
                  <a:pt x="4712" y="3897"/>
                  <a:pt x="4598" y="4012"/>
                </a:cubicBezTo>
                <a:lnTo>
                  <a:pt x="3245" y="5364"/>
                </a:lnTo>
                <a:lnTo>
                  <a:pt x="5219" y="8325"/>
                </a:lnTo>
                <a:cubicBezTo>
                  <a:pt x="5278" y="8414"/>
                  <a:pt x="5272" y="8500"/>
                  <a:pt x="5264" y="8546"/>
                </a:cubicBezTo>
                <a:cubicBezTo>
                  <a:pt x="5255" y="8591"/>
                  <a:pt x="5226" y="8674"/>
                  <a:pt x="5138" y="8732"/>
                </a:cubicBezTo>
                <a:cubicBezTo>
                  <a:pt x="5090" y="8764"/>
                  <a:pt x="5035" y="8780"/>
                  <a:pt x="4977" y="8780"/>
                </a:cubicBezTo>
                <a:cubicBezTo>
                  <a:pt x="4878" y="8780"/>
                  <a:pt x="4788" y="8732"/>
                  <a:pt x="4733" y="8651"/>
                </a:cubicBezTo>
                <a:lnTo>
                  <a:pt x="2824" y="5787"/>
                </a:lnTo>
                <a:lnTo>
                  <a:pt x="1757" y="6853"/>
                </a:lnTo>
                <a:lnTo>
                  <a:pt x="1757" y="8488"/>
                </a:lnTo>
                <a:cubicBezTo>
                  <a:pt x="1757" y="8649"/>
                  <a:pt x="1625" y="8782"/>
                  <a:pt x="1464" y="8782"/>
                </a:cubicBezTo>
                <a:cubicBezTo>
                  <a:pt x="1303" y="8782"/>
                  <a:pt x="1172" y="8649"/>
                  <a:pt x="1172" y="8488"/>
                </a:cubicBezTo>
                <a:lnTo>
                  <a:pt x="1172" y="1463"/>
                </a:lnTo>
                <a:cubicBezTo>
                  <a:pt x="1172" y="1302"/>
                  <a:pt x="1303" y="1171"/>
                  <a:pt x="1464" y="1171"/>
                </a:cubicBezTo>
                <a:close/>
                <a:moveTo>
                  <a:pt x="1464" y="0"/>
                </a:moveTo>
                <a:cubicBezTo>
                  <a:pt x="657" y="0"/>
                  <a:pt x="1" y="657"/>
                  <a:pt x="1" y="1463"/>
                </a:cubicBezTo>
                <a:lnTo>
                  <a:pt x="1" y="8488"/>
                </a:lnTo>
                <a:cubicBezTo>
                  <a:pt x="1" y="9295"/>
                  <a:pt x="657" y="9951"/>
                  <a:pt x="1464" y="9951"/>
                </a:cubicBezTo>
                <a:cubicBezTo>
                  <a:pt x="2270" y="9951"/>
                  <a:pt x="2927" y="9295"/>
                  <a:pt x="2927" y="8488"/>
                </a:cubicBezTo>
                <a:lnTo>
                  <a:pt x="2927" y="8053"/>
                </a:lnTo>
                <a:lnTo>
                  <a:pt x="3758" y="9300"/>
                </a:lnTo>
                <a:cubicBezTo>
                  <a:pt x="4031" y="9709"/>
                  <a:pt x="4485" y="9951"/>
                  <a:pt x="4977" y="9951"/>
                </a:cubicBezTo>
                <a:cubicBezTo>
                  <a:pt x="5267" y="9951"/>
                  <a:pt x="5548" y="9866"/>
                  <a:pt x="5787" y="9705"/>
                </a:cubicBezTo>
                <a:cubicBezTo>
                  <a:pt x="6113" y="9489"/>
                  <a:pt x="6336" y="9158"/>
                  <a:pt x="6412" y="8775"/>
                </a:cubicBezTo>
                <a:cubicBezTo>
                  <a:pt x="6488" y="8391"/>
                  <a:pt x="6410" y="8001"/>
                  <a:pt x="6194" y="7676"/>
                </a:cubicBezTo>
                <a:lnTo>
                  <a:pt x="4752" y="5512"/>
                </a:lnTo>
                <a:lnTo>
                  <a:pt x="5426" y="4840"/>
                </a:lnTo>
                <a:cubicBezTo>
                  <a:pt x="5996" y="4269"/>
                  <a:pt x="5996" y="3340"/>
                  <a:pt x="5426" y="2771"/>
                </a:cubicBezTo>
                <a:cubicBezTo>
                  <a:pt x="5141" y="2485"/>
                  <a:pt x="4766" y="2342"/>
                  <a:pt x="4391" y="2342"/>
                </a:cubicBezTo>
                <a:cubicBezTo>
                  <a:pt x="4016" y="2342"/>
                  <a:pt x="3641" y="2485"/>
                  <a:pt x="3357" y="2771"/>
                </a:cubicBezTo>
                <a:lnTo>
                  <a:pt x="2927" y="3199"/>
                </a:lnTo>
                <a:lnTo>
                  <a:pt x="2927" y="1463"/>
                </a:lnTo>
                <a:cubicBezTo>
                  <a:pt x="2927" y="657"/>
                  <a:pt x="2270" y="0"/>
                  <a:pt x="1464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0" name="Google Shape;8030;p37"/>
          <p:cNvSpPr/>
          <p:nvPr/>
        </p:nvSpPr>
        <p:spPr>
          <a:xfrm>
            <a:off x="6571659" y="4185092"/>
            <a:ext cx="245585" cy="300160"/>
          </a:xfrm>
          <a:custGeom>
            <a:rect b="b" l="l" r="r" t="t"/>
            <a:pathLst>
              <a:path extrusionOk="0" h="12881" w="10539">
                <a:moveTo>
                  <a:pt x="5271" y="1172"/>
                </a:moveTo>
                <a:cubicBezTo>
                  <a:pt x="7530" y="1172"/>
                  <a:pt x="9368" y="3010"/>
                  <a:pt x="9368" y="5270"/>
                </a:cubicBezTo>
                <a:cubicBezTo>
                  <a:pt x="9368" y="6273"/>
                  <a:pt x="8717" y="7797"/>
                  <a:pt x="7624" y="9343"/>
                </a:cubicBezTo>
                <a:cubicBezTo>
                  <a:pt x="6513" y="10917"/>
                  <a:pt x="5536" y="11665"/>
                  <a:pt x="5271" y="11708"/>
                </a:cubicBezTo>
                <a:cubicBezTo>
                  <a:pt x="5004" y="11665"/>
                  <a:pt x="4029" y="10917"/>
                  <a:pt x="2916" y="9343"/>
                </a:cubicBezTo>
                <a:cubicBezTo>
                  <a:pt x="1825" y="7797"/>
                  <a:pt x="1172" y="6273"/>
                  <a:pt x="1172" y="5270"/>
                </a:cubicBezTo>
                <a:cubicBezTo>
                  <a:pt x="1172" y="3010"/>
                  <a:pt x="3010" y="1172"/>
                  <a:pt x="5271" y="1172"/>
                </a:cubicBezTo>
                <a:close/>
                <a:moveTo>
                  <a:pt x="5271" y="1"/>
                </a:moveTo>
                <a:cubicBezTo>
                  <a:pt x="2366" y="1"/>
                  <a:pt x="1" y="2364"/>
                  <a:pt x="1" y="5270"/>
                </a:cubicBezTo>
                <a:cubicBezTo>
                  <a:pt x="1" y="7084"/>
                  <a:pt x="1409" y="9247"/>
                  <a:pt x="2014" y="10093"/>
                </a:cubicBezTo>
                <a:cubicBezTo>
                  <a:pt x="2481" y="10747"/>
                  <a:pt x="4098" y="12881"/>
                  <a:pt x="5271" y="12881"/>
                </a:cubicBezTo>
                <a:cubicBezTo>
                  <a:pt x="6444" y="12881"/>
                  <a:pt x="8059" y="10747"/>
                  <a:pt x="8528" y="10093"/>
                </a:cubicBezTo>
                <a:cubicBezTo>
                  <a:pt x="9133" y="9247"/>
                  <a:pt x="10539" y="7084"/>
                  <a:pt x="10539" y="5270"/>
                </a:cubicBezTo>
                <a:cubicBezTo>
                  <a:pt x="10539" y="2364"/>
                  <a:pt x="8175" y="1"/>
                  <a:pt x="52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1" name="Google Shape;8031;p37"/>
          <p:cNvSpPr/>
          <p:nvPr/>
        </p:nvSpPr>
        <p:spPr>
          <a:xfrm>
            <a:off x="6461649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2" y="1171"/>
                </a:moveTo>
                <a:cubicBezTo>
                  <a:pt x="14855" y="1171"/>
                  <a:pt x="18812" y="5127"/>
                  <a:pt x="18812" y="9991"/>
                </a:cubicBezTo>
                <a:cubicBezTo>
                  <a:pt x="18812" y="14854"/>
                  <a:pt x="14855" y="18810"/>
                  <a:pt x="9992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2" y="1171"/>
                </a:cubicBezTo>
                <a:close/>
                <a:moveTo>
                  <a:pt x="9992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1"/>
                  <a:pt x="4490" y="19981"/>
                  <a:pt x="9992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2" y="0"/>
                  <a:pt x="999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2" name="Google Shape;8032;p37"/>
          <p:cNvSpPr/>
          <p:nvPr/>
        </p:nvSpPr>
        <p:spPr>
          <a:xfrm>
            <a:off x="6626257" y="4239666"/>
            <a:ext cx="136413" cy="136436"/>
          </a:xfrm>
          <a:custGeom>
            <a:rect b="b" l="l" r="r" t="t"/>
            <a:pathLst>
              <a:path extrusionOk="0" h="5855" w="5854">
                <a:moveTo>
                  <a:pt x="2928" y="1172"/>
                </a:moveTo>
                <a:cubicBezTo>
                  <a:pt x="3895" y="1172"/>
                  <a:pt x="4684" y="1959"/>
                  <a:pt x="4684" y="2928"/>
                </a:cubicBezTo>
                <a:cubicBezTo>
                  <a:pt x="4684" y="3896"/>
                  <a:pt x="3895" y="4683"/>
                  <a:pt x="2928" y="4683"/>
                </a:cubicBezTo>
                <a:cubicBezTo>
                  <a:pt x="1958" y="4683"/>
                  <a:pt x="1171" y="3896"/>
                  <a:pt x="1171" y="2928"/>
                </a:cubicBezTo>
                <a:cubicBezTo>
                  <a:pt x="2139" y="2928"/>
                  <a:pt x="2928" y="2139"/>
                  <a:pt x="2928" y="1172"/>
                </a:cubicBezTo>
                <a:close/>
                <a:moveTo>
                  <a:pt x="2928" y="1"/>
                </a:moveTo>
                <a:cubicBezTo>
                  <a:pt x="2655" y="1"/>
                  <a:pt x="2374" y="47"/>
                  <a:pt x="2066" y="142"/>
                </a:cubicBezTo>
                <a:cubicBezTo>
                  <a:pt x="1732" y="245"/>
                  <a:pt x="1562" y="616"/>
                  <a:pt x="1704" y="936"/>
                </a:cubicBezTo>
                <a:cubicBezTo>
                  <a:pt x="1885" y="1345"/>
                  <a:pt x="1569" y="1756"/>
                  <a:pt x="1177" y="1756"/>
                </a:cubicBezTo>
                <a:cubicBezTo>
                  <a:pt x="1099" y="1756"/>
                  <a:pt x="1018" y="1740"/>
                  <a:pt x="938" y="1704"/>
                </a:cubicBezTo>
                <a:cubicBezTo>
                  <a:pt x="860" y="1670"/>
                  <a:pt x="780" y="1654"/>
                  <a:pt x="701" y="1654"/>
                </a:cubicBezTo>
                <a:cubicBezTo>
                  <a:pt x="453" y="1654"/>
                  <a:pt x="219" y="1813"/>
                  <a:pt x="142" y="2067"/>
                </a:cubicBezTo>
                <a:cubicBezTo>
                  <a:pt x="46" y="2373"/>
                  <a:pt x="0" y="2656"/>
                  <a:pt x="0" y="2928"/>
                </a:cubicBezTo>
                <a:cubicBezTo>
                  <a:pt x="0" y="4542"/>
                  <a:pt x="1313" y="5854"/>
                  <a:pt x="2928" y="5854"/>
                </a:cubicBezTo>
                <a:cubicBezTo>
                  <a:pt x="4541" y="5854"/>
                  <a:pt x="5854" y="4542"/>
                  <a:pt x="5854" y="2928"/>
                </a:cubicBezTo>
                <a:cubicBezTo>
                  <a:pt x="5854" y="1313"/>
                  <a:pt x="4541" y="1"/>
                  <a:pt x="292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3" name="Google Shape;8033;p37"/>
          <p:cNvSpPr/>
          <p:nvPr/>
        </p:nvSpPr>
        <p:spPr>
          <a:xfrm>
            <a:off x="575718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9991" y="1171"/>
                </a:moveTo>
                <a:cubicBezTo>
                  <a:pt x="14854" y="1171"/>
                  <a:pt x="18812" y="5127"/>
                  <a:pt x="18812" y="9991"/>
                </a:cubicBezTo>
                <a:cubicBezTo>
                  <a:pt x="18812" y="14854"/>
                  <a:pt x="14854" y="18810"/>
                  <a:pt x="9991" y="18810"/>
                </a:cubicBezTo>
                <a:cubicBezTo>
                  <a:pt x="5127" y="18810"/>
                  <a:pt x="1171" y="14854"/>
                  <a:pt x="1171" y="9991"/>
                </a:cubicBezTo>
                <a:cubicBezTo>
                  <a:pt x="1171" y="5127"/>
                  <a:pt x="5127" y="1171"/>
                  <a:pt x="9991" y="1171"/>
                </a:cubicBezTo>
                <a:close/>
                <a:moveTo>
                  <a:pt x="9991" y="0"/>
                </a:moveTo>
                <a:cubicBezTo>
                  <a:pt x="4490" y="0"/>
                  <a:pt x="0" y="4490"/>
                  <a:pt x="0" y="9990"/>
                </a:cubicBezTo>
                <a:cubicBezTo>
                  <a:pt x="0" y="15493"/>
                  <a:pt x="4490" y="19981"/>
                  <a:pt x="9991" y="19981"/>
                </a:cubicBezTo>
                <a:cubicBezTo>
                  <a:pt x="15493" y="19981"/>
                  <a:pt x="19981" y="15491"/>
                  <a:pt x="19981" y="9990"/>
                </a:cubicBezTo>
                <a:cubicBezTo>
                  <a:pt x="19981" y="4488"/>
                  <a:pt x="15491" y="0"/>
                  <a:pt x="999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4" name="Google Shape;8034;p37"/>
          <p:cNvSpPr/>
          <p:nvPr/>
        </p:nvSpPr>
        <p:spPr>
          <a:xfrm>
            <a:off x="5812623" y="4185092"/>
            <a:ext cx="354734" cy="300160"/>
          </a:xfrm>
          <a:custGeom>
            <a:rect b="b" l="l" r="r" t="t"/>
            <a:pathLst>
              <a:path extrusionOk="0" h="12881" w="15223">
                <a:moveTo>
                  <a:pt x="12295" y="1172"/>
                </a:moveTo>
                <a:cubicBezTo>
                  <a:pt x="12619" y="1172"/>
                  <a:pt x="12881" y="1435"/>
                  <a:pt x="12881" y="1757"/>
                </a:cubicBezTo>
                <a:cubicBezTo>
                  <a:pt x="12881" y="2079"/>
                  <a:pt x="12617" y="2343"/>
                  <a:pt x="12295" y="2343"/>
                </a:cubicBezTo>
                <a:cubicBezTo>
                  <a:pt x="11973" y="2343"/>
                  <a:pt x="11709" y="2079"/>
                  <a:pt x="11709" y="1757"/>
                </a:cubicBezTo>
                <a:cubicBezTo>
                  <a:pt x="11709" y="1435"/>
                  <a:pt x="11973" y="1172"/>
                  <a:pt x="12295" y="1172"/>
                </a:cubicBezTo>
                <a:close/>
                <a:moveTo>
                  <a:pt x="2343" y="4685"/>
                </a:moveTo>
                <a:cubicBezTo>
                  <a:pt x="2592" y="4685"/>
                  <a:pt x="2827" y="4763"/>
                  <a:pt x="3022" y="4902"/>
                </a:cubicBezTo>
                <a:cubicBezTo>
                  <a:pt x="2330" y="5410"/>
                  <a:pt x="1821" y="6015"/>
                  <a:pt x="1513" y="6677"/>
                </a:cubicBezTo>
                <a:cubicBezTo>
                  <a:pt x="1301" y="6461"/>
                  <a:pt x="1173" y="6167"/>
                  <a:pt x="1173" y="5856"/>
                </a:cubicBezTo>
                <a:cubicBezTo>
                  <a:pt x="1173" y="5210"/>
                  <a:pt x="1697" y="4685"/>
                  <a:pt x="2343" y="4685"/>
                </a:cubicBezTo>
                <a:close/>
                <a:moveTo>
                  <a:pt x="12881" y="4685"/>
                </a:moveTo>
                <a:cubicBezTo>
                  <a:pt x="13526" y="4685"/>
                  <a:pt x="14052" y="5208"/>
                  <a:pt x="14052" y="5854"/>
                </a:cubicBezTo>
                <a:cubicBezTo>
                  <a:pt x="14052" y="6167"/>
                  <a:pt x="13923" y="6461"/>
                  <a:pt x="13712" y="6677"/>
                </a:cubicBezTo>
                <a:cubicBezTo>
                  <a:pt x="13404" y="6015"/>
                  <a:pt x="12893" y="5410"/>
                  <a:pt x="12201" y="4902"/>
                </a:cubicBezTo>
                <a:cubicBezTo>
                  <a:pt x="12396" y="4763"/>
                  <a:pt x="12633" y="4685"/>
                  <a:pt x="12881" y="4685"/>
                </a:cubicBezTo>
                <a:close/>
                <a:moveTo>
                  <a:pt x="7616" y="4685"/>
                </a:moveTo>
                <a:cubicBezTo>
                  <a:pt x="9058" y="4685"/>
                  <a:pt x="10407" y="5074"/>
                  <a:pt x="11416" y="5778"/>
                </a:cubicBezTo>
                <a:cubicBezTo>
                  <a:pt x="12360" y="6440"/>
                  <a:pt x="12881" y="7299"/>
                  <a:pt x="12881" y="8196"/>
                </a:cubicBezTo>
                <a:cubicBezTo>
                  <a:pt x="12881" y="9095"/>
                  <a:pt x="12360" y="9953"/>
                  <a:pt x="11416" y="10615"/>
                </a:cubicBezTo>
                <a:cubicBezTo>
                  <a:pt x="10407" y="11320"/>
                  <a:pt x="9056" y="11710"/>
                  <a:pt x="7612" y="11710"/>
                </a:cubicBezTo>
                <a:cubicBezTo>
                  <a:pt x="6167" y="11710"/>
                  <a:pt x="4816" y="11320"/>
                  <a:pt x="3807" y="10615"/>
                </a:cubicBezTo>
                <a:cubicBezTo>
                  <a:pt x="2863" y="9953"/>
                  <a:pt x="2343" y="9095"/>
                  <a:pt x="2343" y="8196"/>
                </a:cubicBezTo>
                <a:cubicBezTo>
                  <a:pt x="2343" y="7299"/>
                  <a:pt x="2863" y="6440"/>
                  <a:pt x="3807" y="5778"/>
                </a:cubicBezTo>
                <a:cubicBezTo>
                  <a:pt x="4816" y="5074"/>
                  <a:pt x="6165" y="4685"/>
                  <a:pt x="7609" y="4685"/>
                </a:cubicBezTo>
                <a:close/>
                <a:moveTo>
                  <a:pt x="8782" y="0"/>
                </a:moveTo>
                <a:cubicBezTo>
                  <a:pt x="8538" y="0"/>
                  <a:pt x="8309" y="156"/>
                  <a:pt x="8228" y="402"/>
                </a:cubicBezTo>
                <a:lnTo>
                  <a:pt x="7186" y="3524"/>
                </a:lnTo>
                <a:cubicBezTo>
                  <a:pt x="6065" y="3576"/>
                  <a:pt x="4998" y="3836"/>
                  <a:pt x="4073" y="4276"/>
                </a:cubicBezTo>
                <a:cubicBezTo>
                  <a:pt x="3634" y="3797"/>
                  <a:pt x="3011" y="3514"/>
                  <a:pt x="2343" y="3514"/>
                </a:cubicBezTo>
                <a:cubicBezTo>
                  <a:pt x="1051" y="3514"/>
                  <a:pt x="0" y="4565"/>
                  <a:pt x="0" y="5856"/>
                </a:cubicBezTo>
                <a:cubicBezTo>
                  <a:pt x="0" y="6702"/>
                  <a:pt x="469" y="7478"/>
                  <a:pt x="1186" y="7889"/>
                </a:cubicBezTo>
                <a:cubicBezTo>
                  <a:pt x="1177" y="7991"/>
                  <a:pt x="1171" y="8094"/>
                  <a:pt x="1171" y="8196"/>
                </a:cubicBezTo>
                <a:cubicBezTo>
                  <a:pt x="1171" y="9488"/>
                  <a:pt x="1870" y="10687"/>
                  <a:pt x="3137" y="11573"/>
                </a:cubicBezTo>
                <a:cubicBezTo>
                  <a:pt x="4340" y="12415"/>
                  <a:pt x="5928" y="12881"/>
                  <a:pt x="7611" y="12881"/>
                </a:cubicBezTo>
                <a:cubicBezTo>
                  <a:pt x="9293" y="12881"/>
                  <a:pt x="10883" y="12415"/>
                  <a:pt x="12086" y="11573"/>
                </a:cubicBezTo>
                <a:cubicBezTo>
                  <a:pt x="13353" y="10687"/>
                  <a:pt x="14050" y="9488"/>
                  <a:pt x="14050" y="8196"/>
                </a:cubicBezTo>
                <a:cubicBezTo>
                  <a:pt x="14050" y="8094"/>
                  <a:pt x="14046" y="7991"/>
                  <a:pt x="14037" y="7889"/>
                </a:cubicBezTo>
                <a:cubicBezTo>
                  <a:pt x="14754" y="7478"/>
                  <a:pt x="15223" y="6702"/>
                  <a:pt x="15223" y="5856"/>
                </a:cubicBezTo>
                <a:cubicBezTo>
                  <a:pt x="15223" y="4565"/>
                  <a:pt x="14172" y="3514"/>
                  <a:pt x="12881" y="3514"/>
                </a:cubicBezTo>
                <a:cubicBezTo>
                  <a:pt x="12212" y="3514"/>
                  <a:pt x="11589" y="3797"/>
                  <a:pt x="11152" y="4276"/>
                </a:cubicBezTo>
                <a:cubicBezTo>
                  <a:pt x="10330" y="3885"/>
                  <a:pt x="9396" y="3636"/>
                  <a:pt x="8412" y="3549"/>
                </a:cubicBezTo>
                <a:lnTo>
                  <a:pt x="9153" y="1327"/>
                </a:lnTo>
                <a:lnTo>
                  <a:pt x="10540" y="1789"/>
                </a:lnTo>
                <a:cubicBezTo>
                  <a:pt x="10556" y="2742"/>
                  <a:pt x="11338" y="3514"/>
                  <a:pt x="12295" y="3514"/>
                </a:cubicBezTo>
                <a:cubicBezTo>
                  <a:pt x="13263" y="3514"/>
                  <a:pt x="14052" y="2725"/>
                  <a:pt x="14052" y="1757"/>
                </a:cubicBezTo>
                <a:cubicBezTo>
                  <a:pt x="14052" y="790"/>
                  <a:pt x="13263" y="1"/>
                  <a:pt x="12295" y="1"/>
                </a:cubicBezTo>
                <a:cubicBezTo>
                  <a:pt x="11732" y="1"/>
                  <a:pt x="11232" y="268"/>
                  <a:pt x="10910" y="678"/>
                </a:cubicBezTo>
                <a:lnTo>
                  <a:pt x="8968" y="31"/>
                </a:lnTo>
                <a:cubicBezTo>
                  <a:pt x="8906" y="10"/>
                  <a:pt x="8844" y="0"/>
                  <a:pt x="878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5" name="Google Shape;8035;p37"/>
          <p:cNvSpPr/>
          <p:nvPr/>
        </p:nvSpPr>
        <p:spPr>
          <a:xfrm>
            <a:off x="5908139" y="4321527"/>
            <a:ext cx="54598" cy="54574"/>
          </a:xfrm>
          <a:custGeom>
            <a:rect b="b" l="l" r="r" t="t"/>
            <a:pathLst>
              <a:path extrusionOk="0" h="2342" w="2343">
                <a:moveTo>
                  <a:pt x="1171" y="1"/>
                </a:moveTo>
                <a:cubicBezTo>
                  <a:pt x="526" y="1"/>
                  <a:pt x="0" y="525"/>
                  <a:pt x="0" y="1170"/>
                </a:cubicBezTo>
                <a:cubicBezTo>
                  <a:pt x="0" y="1816"/>
                  <a:pt x="526" y="2341"/>
                  <a:pt x="1171" y="2341"/>
                </a:cubicBezTo>
                <a:cubicBezTo>
                  <a:pt x="1817" y="2341"/>
                  <a:pt x="2342" y="1816"/>
                  <a:pt x="2342" y="1170"/>
                </a:cubicBezTo>
                <a:cubicBezTo>
                  <a:pt x="2342" y="525"/>
                  <a:pt x="1817" y="1"/>
                  <a:pt x="117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6" name="Google Shape;8036;p37"/>
          <p:cNvSpPr/>
          <p:nvPr/>
        </p:nvSpPr>
        <p:spPr>
          <a:xfrm>
            <a:off x="6017242" y="4321527"/>
            <a:ext cx="54598" cy="54574"/>
          </a:xfrm>
          <a:custGeom>
            <a:rect b="b" l="l" r="r" t="t"/>
            <a:pathLst>
              <a:path extrusionOk="0" h="2342" w="2343">
                <a:moveTo>
                  <a:pt x="1172" y="1"/>
                </a:moveTo>
                <a:cubicBezTo>
                  <a:pt x="526" y="1"/>
                  <a:pt x="1" y="525"/>
                  <a:pt x="1" y="1170"/>
                </a:cubicBezTo>
                <a:cubicBezTo>
                  <a:pt x="1" y="1816"/>
                  <a:pt x="526" y="2341"/>
                  <a:pt x="1172" y="2341"/>
                </a:cubicBezTo>
                <a:cubicBezTo>
                  <a:pt x="1818" y="2341"/>
                  <a:pt x="2343" y="1816"/>
                  <a:pt x="2343" y="1170"/>
                </a:cubicBezTo>
                <a:cubicBezTo>
                  <a:pt x="2343" y="525"/>
                  <a:pt x="1818" y="1"/>
                  <a:pt x="117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7" name="Google Shape;8037;p37"/>
          <p:cNvSpPr/>
          <p:nvPr/>
        </p:nvSpPr>
        <p:spPr>
          <a:xfrm>
            <a:off x="5919837" y="4403366"/>
            <a:ext cx="140304" cy="40127"/>
          </a:xfrm>
          <a:custGeom>
            <a:rect b="b" l="l" r="r" t="t"/>
            <a:pathLst>
              <a:path extrusionOk="0" h="1722" w="6021">
                <a:moveTo>
                  <a:pt x="670" y="0"/>
                </a:moveTo>
                <a:cubicBezTo>
                  <a:pt x="455" y="0"/>
                  <a:pt x="249" y="119"/>
                  <a:pt x="146" y="324"/>
                </a:cubicBezTo>
                <a:cubicBezTo>
                  <a:pt x="1" y="614"/>
                  <a:pt x="117" y="965"/>
                  <a:pt x="407" y="1110"/>
                </a:cubicBezTo>
                <a:cubicBezTo>
                  <a:pt x="1223" y="1516"/>
                  <a:pt x="2116" y="1722"/>
                  <a:pt x="3011" y="1722"/>
                </a:cubicBezTo>
                <a:cubicBezTo>
                  <a:pt x="3905" y="1722"/>
                  <a:pt x="4800" y="1518"/>
                  <a:pt x="5614" y="1110"/>
                </a:cubicBezTo>
                <a:cubicBezTo>
                  <a:pt x="5904" y="965"/>
                  <a:pt x="6021" y="614"/>
                  <a:pt x="5875" y="324"/>
                </a:cubicBezTo>
                <a:cubicBezTo>
                  <a:pt x="5774" y="119"/>
                  <a:pt x="5567" y="0"/>
                  <a:pt x="5352" y="0"/>
                </a:cubicBezTo>
                <a:cubicBezTo>
                  <a:pt x="5264" y="0"/>
                  <a:pt x="5174" y="20"/>
                  <a:pt x="5090" y="62"/>
                </a:cubicBezTo>
                <a:cubicBezTo>
                  <a:pt x="4439" y="388"/>
                  <a:pt x="3725" y="551"/>
                  <a:pt x="3011" y="551"/>
                </a:cubicBezTo>
                <a:cubicBezTo>
                  <a:pt x="2296" y="551"/>
                  <a:pt x="1582" y="388"/>
                  <a:pt x="931" y="62"/>
                </a:cubicBezTo>
                <a:cubicBezTo>
                  <a:pt x="847" y="20"/>
                  <a:pt x="758" y="0"/>
                  <a:pt x="6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8" name="Google Shape;8038;p37"/>
          <p:cNvSpPr/>
          <p:nvPr/>
        </p:nvSpPr>
        <p:spPr>
          <a:xfrm>
            <a:off x="1530399" y="4171473"/>
            <a:ext cx="465631" cy="327423"/>
          </a:xfrm>
          <a:custGeom>
            <a:rect b="b" l="l" r="r" t="t"/>
            <a:pathLst>
              <a:path extrusionOk="0" h="14051" w="19982">
                <a:moveTo>
                  <a:pt x="17056" y="1172"/>
                </a:moveTo>
                <a:cubicBezTo>
                  <a:pt x="18023" y="1172"/>
                  <a:pt x="18811" y="1961"/>
                  <a:pt x="18811" y="2929"/>
                </a:cubicBezTo>
                <a:lnTo>
                  <a:pt x="18811" y="11124"/>
                </a:lnTo>
                <a:cubicBezTo>
                  <a:pt x="18811" y="12092"/>
                  <a:pt x="18023" y="12881"/>
                  <a:pt x="17056" y="12881"/>
                </a:cubicBezTo>
                <a:lnTo>
                  <a:pt x="2927" y="12881"/>
                </a:lnTo>
                <a:cubicBezTo>
                  <a:pt x="1959" y="12881"/>
                  <a:pt x="1172" y="12092"/>
                  <a:pt x="1172" y="11124"/>
                </a:cubicBezTo>
                <a:lnTo>
                  <a:pt x="1172" y="2929"/>
                </a:lnTo>
                <a:cubicBezTo>
                  <a:pt x="1172" y="1961"/>
                  <a:pt x="1959" y="1172"/>
                  <a:pt x="2927" y="1172"/>
                </a:cubicBezTo>
                <a:close/>
                <a:moveTo>
                  <a:pt x="2927" y="1"/>
                </a:moveTo>
                <a:cubicBezTo>
                  <a:pt x="1313" y="1"/>
                  <a:pt x="1" y="1315"/>
                  <a:pt x="1" y="2929"/>
                </a:cubicBezTo>
                <a:lnTo>
                  <a:pt x="1" y="11124"/>
                </a:lnTo>
                <a:cubicBezTo>
                  <a:pt x="1" y="12738"/>
                  <a:pt x="1313" y="14050"/>
                  <a:pt x="2927" y="14050"/>
                </a:cubicBezTo>
                <a:lnTo>
                  <a:pt x="17056" y="14050"/>
                </a:lnTo>
                <a:cubicBezTo>
                  <a:pt x="18669" y="14050"/>
                  <a:pt x="19982" y="12738"/>
                  <a:pt x="19982" y="11124"/>
                </a:cubicBezTo>
                <a:lnTo>
                  <a:pt x="19982" y="2929"/>
                </a:lnTo>
                <a:cubicBezTo>
                  <a:pt x="19982" y="1315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39" name="Google Shape;8039;p37"/>
          <p:cNvSpPr/>
          <p:nvPr/>
        </p:nvSpPr>
        <p:spPr>
          <a:xfrm>
            <a:off x="1708640" y="4253334"/>
            <a:ext cx="136436" cy="163723"/>
          </a:xfrm>
          <a:custGeom>
            <a:rect b="b" l="l" r="r" t="t"/>
            <a:pathLst>
              <a:path extrusionOk="0" h="7026" w="5855">
                <a:moveTo>
                  <a:pt x="1172" y="1643"/>
                </a:moveTo>
                <a:lnTo>
                  <a:pt x="4165" y="3514"/>
                </a:lnTo>
                <a:lnTo>
                  <a:pt x="1172" y="5384"/>
                </a:lnTo>
                <a:lnTo>
                  <a:pt x="1172" y="1643"/>
                </a:lnTo>
                <a:close/>
                <a:moveTo>
                  <a:pt x="586" y="0"/>
                </a:moveTo>
                <a:cubicBezTo>
                  <a:pt x="489" y="0"/>
                  <a:pt x="391" y="25"/>
                  <a:pt x="302" y="74"/>
                </a:cubicBezTo>
                <a:cubicBezTo>
                  <a:pt x="116" y="178"/>
                  <a:pt x="1" y="373"/>
                  <a:pt x="1" y="587"/>
                </a:cubicBezTo>
                <a:lnTo>
                  <a:pt x="1" y="6440"/>
                </a:lnTo>
                <a:cubicBezTo>
                  <a:pt x="1" y="6653"/>
                  <a:pt x="116" y="6849"/>
                  <a:pt x="302" y="6953"/>
                </a:cubicBezTo>
                <a:cubicBezTo>
                  <a:pt x="389" y="7001"/>
                  <a:pt x="487" y="7026"/>
                  <a:pt x="585" y="7026"/>
                </a:cubicBezTo>
                <a:cubicBezTo>
                  <a:pt x="693" y="7026"/>
                  <a:pt x="801" y="6997"/>
                  <a:pt x="896" y="6937"/>
                </a:cubicBezTo>
                <a:lnTo>
                  <a:pt x="5580" y="4010"/>
                </a:lnTo>
                <a:cubicBezTo>
                  <a:pt x="5750" y="3903"/>
                  <a:pt x="5854" y="3714"/>
                  <a:pt x="5854" y="3513"/>
                </a:cubicBezTo>
                <a:cubicBezTo>
                  <a:pt x="5854" y="3311"/>
                  <a:pt x="5750" y="3123"/>
                  <a:pt x="5580" y="3017"/>
                </a:cubicBezTo>
                <a:lnTo>
                  <a:pt x="896" y="90"/>
                </a:lnTo>
                <a:cubicBezTo>
                  <a:pt x="801" y="30"/>
                  <a:pt x="694" y="0"/>
                  <a:pt x="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0" name="Google Shape;8040;p37"/>
          <p:cNvSpPr/>
          <p:nvPr/>
        </p:nvSpPr>
        <p:spPr>
          <a:xfrm>
            <a:off x="2348880" y="4190206"/>
            <a:ext cx="237965" cy="289487"/>
          </a:xfrm>
          <a:custGeom>
            <a:rect b="b" l="l" r="r" t="t"/>
            <a:pathLst>
              <a:path extrusionOk="0" h="12423" w="10212">
                <a:moveTo>
                  <a:pt x="4938" y="1172"/>
                </a:moveTo>
                <a:cubicBezTo>
                  <a:pt x="7267" y="1172"/>
                  <a:pt x="8610" y="2621"/>
                  <a:pt x="8610" y="3081"/>
                </a:cubicBezTo>
                <a:cubicBezTo>
                  <a:pt x="8610" y="3348"/>
                  <a:pt x="8308" y="3471"/>
                  <a:pt x="8102" y="3471"/>
                </a:cubicBezTo>
                <a:cubicBezTo>
                  <a:pt x="7867" y="3471"/>
                  <a:pt x="7733" y="3357"/>
                  <a:pt x="7407" y="3026"/>
                </a:cubicBezTo>
                <a:cubicBezTo>
                  <a:pt x="6933" y="2541"/>
                  <a:pt x="6282" y="1879"/>
                  <a:pt x="4821" y="1879"/>
                </a:cubicBezTo>
                <a:cubicBezTo>
                  <a:pt x="4177" y="1879"/>
                  <a:pt x="3602" y="2046"/>
                  <a:pt x="3162" y="2362"/>
                </a:cubicBezTo>
                <a:cubicBezTo>
                  <a:pt x="2687" y="2700"/>
                  <a:pt x="2417" y="3188"/>
                  <a:pt x="2417" y="3701"/>
                </a:cubicBezTo>
                <a:cubicBezTo>
                  <a:pt x="2417" y="4145"/>
                  <a:pt x="2603" y="4758"/>
                  <a:pt x="3491" y="5152"/>
                </a:cubicBezTo>
                <a:cubicBezTo>
                  <a:pt x="3997" y="5378"/>
                  <a:pt x="4646" y="5506"/>
                  <a:pt x="5334" y="5642"/>
                </a:cubicBezTo>
                <a:cubicBezTo>
                  <a:pt x="7566" y="6081"/>
                  <a:pt x="9029" y="6514"/>
                  <a:pt x="9029" y="8449"/>
                </a:cubicBezTo>
                <a:cubicBezTo>
                  <a:pt x="9029" y="8455"/>
                  <a:pt x="9029" y="8464"/>
                  <a:pt x="9029" y="8478"/>
                </a:cubicBezTo>
                <a:cubicBezTo>
                  <a:pt x="9035" y="8646"/>
                  <a:pt x="9028" y="9518"/>
                  <a:pt x="8347" y="10222"/>
                </a:cubicBezTo>
                <a:cubicBezTo>
                  <a:pt x="7688" y="10903"/>
                  <a:pt x="6597" y="11248"/>
                  <a:pt x="5102" y="11252"/>
                </a:cubicBezTo>
                <a:cubicBezTo>
                  <a:pt x="2240" y="11250"/>
                  <a:pt x="1171" y="9891"/>
                  <a:pt x="1171" y="9033"/>
                </a:cubicBezTo>
                <a:cubicBezTo>
                  <a:pt x="1171" y="8780"/>
                  <a:pt x="1518" y="8672"/>
                  <a:pt x="1656" y="8672"/>
                </a:cubicBezTo>
                <a:cubicBezTo>
                  <a:pt x="1844" y="8672"/>
                  <a:pt x="2005" y="8837"/>
                  <a:pt x="2327" y="9212"/>
                </a:cubicBezTo>
                <a:cubicBezTo>
                  <a:pt x="2843" y="9813"/>
                  <a:pt x="3551" y="10636"/>
                  <a:pt x="5095" y="10636"/>
                </a:cubicBezTo>
                <a:cubicBezTo>
                  <a:pt x="6363" y="10636"/>
                  <a:pt x="7727" y="9881"/>
                  <a:pt x="7727" y="8612"/>
                </a:cubicBezTo>
                <a:cubicBezTo>
                  <a:pt x="7727" y="7951"/>
                  <a:pt x="7363" y="7445"/>
                  <a:pt x="6647" y="7109"/>
                </a:cubicBezTo>
                <a:cubicBezTo>
                  <a:pt x="6130" y="6866"/>
                  <a:pt x="5472" y="6726"/>
                  <a:pt x="4773" y="6578"/>
                </a:cubicBezTo>
                <a:cubicBezTo>
                  <a:pt x="2620" y="6120"/>
                  <a:pt x="1209" y="5683"/>
                  <a:pt x="1209" y="3859"/>
                </a:cubicBezTo>
                <a:cubicBezTo>
                  <a:pt x="1209" y="2893"/>
                  <a:pt x="1667" y="2191"/>
                  <a:pt x="2606" y="1711"/>
                </a:cubicBezTo>
                <a:cubicBezTo>
                  <a:pt x="3388" y="1313"/>
                  <a:pt x="4350" y="1172"/>
                  <a:pt x="4938" y="1172"/>
                </a:cubicBezTo>
                <a:close/>
                <a:moveTo>
                  <a:pt x="4938" y="1"/>
                </a:moveTo>
                <a:cubicBezTo>
                  <a:pt x="2944" y="1"/>
                  <a:pt x="39" y="991"/>
                  <a:pt x="39" y="3861"/>
                </a:cubicBezTo>
                <a:cubicBezTo>
                  <a:pt x="39" y="5149"/>
                  <a:pt x="579" y="6129"/>
                  <a:pt x="1644" y="6772"/>
                </a:cubicBezTo>
                <a:cubicBezTo>
                  <a:pt x="2505" y="7293"/>
                  <a:pt x="3581" y="7523"/>
                  <a:pt x="4529" y="7724"/>
                </a:cubicBezTo>
                <a:cubicBezTo>
                  <a:pt x="5159" y="7857"/>
                  <a:pt x="5755" y="7984"/>
                  <a:pt x="6149" y="8170"/>
                </a:cubicBezTo>
                <a:cubicBezTo>
                  <a:pt x="6556" y="8359"/>
                  <a:pt x="6556" y="8518"/>
                  <a:pt x="6556" y="8612"/>
                </a:cubicBezTo>
                <a:cubicBezTo>
                  <a:pt x="6556" y="9100"/>
                  <a:pt x="5785" y="9465"/>
                  <a:pt x="5095" y="9465"/>
                </a:cubicBezTo>
                <a:cubicBezTo>
                  <a:pt x="4089" y="9465"/>
                  <a:pt x="3664" y="8971"/>
                  <a:pt x="3215" y="8449"/>
                </a:cubicBezTo>
                <a:cubicBezTo>
                  <a:pt x="2833" y="8005"/>
                  <a:pt x="2401" y="7501"/>
                  <a:pt x="1656" y="7501"/>
                </a:cubicBezTo>
                <a:cubicBezTo>
                  <a:pt x="860" y="7501"/>
                  <a:pt x="0" y="8087"/>
                  <a:pt x="0" y="9035"/>
                </a:cubicBezTo>
                <a:cubicBezTo>
                  <a:pt x="0" y="10459"/>
                  <a:pt x="1462" y="12423"/>
                  <a:pt x="5104" y="12423"/>
                </a:cubicBezTo>
                <a:cubicBezTo>
                  <a:pt x="6926" y="12419"/>
                  <a:pt x="8301" y="11954"/>
                  <a:pt x="9187" y="11036"/>
                </a:cubicBezTo>
                <a:cubicBezTo>
                  <a:pt x="10167" y="10024"/>
                  <a:pt x="10211" y="8803"/>
                  <a:pt x="10200" y="8442"/>
                </a:cubicBezTo>
                <a:cubicBezTo>
                  <a:pt x="10199" y="7101"/>
                  <a:pt x="9638" y="6090"/>
                  <a:pt x="8536" y="5435"/>
                </a:cubicBezTo>
                <a:cubicBezTo>
                  <a:pt x="7642" y="4904"/>
                  <a:pt x="6537" y="4685"/>
                  <a:pt x="5560" y="4492"/>
                </a:cubicBezTo>
                <a:cubicBezTo>
                  <a:pt x="4939" y="4370"/>
                  <a:pt x="4354" y="4255"/>
                  <a:pt x="3966" y="4084"/>
                </a:cubicBezTo>
                <a:cubicBezTo>
                  <a:pt x="3588" y="3916"/>
                  <a:pt x="3588" y="3781"/>
                  <a:pt x="3588" y="3703"/>
                </a:cubicBezTo>
                <a:cubicBezTo>
                  <a:pt x="3588" y="3429"/>
                  <a:pt x="4016" y="3050"/>
                  <a:pt x="4821" y="3050"/>
                </a:cubicBezTo>
                <a:cubicBezTo>
                  <a:pt x="5790" y="3050"/>
                  <a:pt x="6153" y="3418"/>
                  <a:pt x="6570" y="3847"/>
                </a:cubicBezTo>
                <a:cubicBezTo>
                  <a:pt x="6921" y="4202"/>
                  <a:pt x="7354" y="4644"/>
                  <a:pt x="8102" y="4644"/>
                </a:cubicBezTo>
                <a:cubicBezTo>
                  <a:pt x="8966" y="4644"/>
                  <a:pt x="9781" y="4016"/>
                  <a:pt x="9781" y="3082"/>
                </a:cubicBezTo>
                <a:cubicBezTo>
                  <a:pt x="9781" y="1768"/>
                  <a:pt x="7722" y="1"/>
                  <a:pt x="493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1" name="Google Shape;8041;p37"/>
          <p:cNvSpPr/>
          <p:nvPr/>
        </p:nvSpPr>
        <p:spPr>
          <a:xfrm>
            <a:off x="2234860" y="4102448"/>
            <a:ext cx="465654" cy="465467"/>
          </a:xfrm>
          <a:custGeom>
            <a:rect b="b" l="l" r="r" t="t"/>
            <a:pathLst>
              <a:path extrusionOk="0" h="19975" w="19983">
                <a:moveTo>
                  <a:pt x="5465" y="1172"/>
                </a:moveTo>
                <a:cubicBezTo>
                  <a:pt x="6229" y="1172"/>
                  <a:pt x="6714" y="1356"/>
                  <a:pt x="7184" y="1548"/>
                </a:cubicBezTo>
                <a:cubicBezTo>
                  <a:pt x="7842" y="1820"/>
                  <a:pt x="8120" y="1882"/>
                  <a:pt x="8506" y="1882"/>
                </a:cubicBezTo>
                <a:cubicBezTo>
                  <a:pt x="8831" y="1882"/>
                  <a:pt x="9232" y="1838"/>
                  <a:pt x="10000" y="1838"/>
                </a:cubicBezTo>
                <a:cubicBezTo>
                  <a:pt x="13275" y="1838"/>
                  <a:pt x="15226" y="3478"/>
                  <a:pt x="16286" y="4855"/>
                </a:cubicBezTo>
                <a:cubicBezTo>
                  <a:pt x="17660" y="6641"/>
                  <a:pt x="18149" y="8709"/>
                  <a:pt x="18149" y="9937"/>
                </a:cubicBezTo>
                <a:cubicBezTo>
                  <a:pt x="18149" y="11304"/>
                  <a:pt x="17841" y="11405"/>
                  <a:pt x="18414" y="12744"/>
                </a:cubicBezTo>
                <a:cubicBezTo>
                  <a:pt x="18610" y="13203"/>
                  <a:pt x="18812" y="13675"/>
                  <a:pt x="18812" y="14565"/>
                </a:cubicBezTo>
                <a:cubicBezTo>
                  <a:pt x="18812" y="15702"/>
                  <a:pt x="18373" y="16765"/>
                  <a:pt x="17575" y="17561"/>
                </a:cubicBezTo>
                <a:cubicBezTo>
                  <a:pt x="16776" y="18358"/>
                  <a:pt x="15671" y="18803"/>
                  <a:pt x="14546" y="18803"/>
                </a:cubicBezTo>
                <a:cubicBezTo>
                  <a:pt x="14544" y="18803"/>
                  <a:pt x="14542" y="18803"/>
                  <a:pt x="14540" y="18803"/>
                </a:cubicBezTo>
                <a:lnTo>
                  <a:pt x="14519" y="18803"/>
                </a:lnTo>
                <a:cubicBezTo>
                  <a:pt x="13754" y="18803"/>
                  <a:pt x="13270" y="18612"/>
                  <a:pt x="12799" y="18418"/>
                </a:cubicBezTo>
                <a:cubicBezTo>
                  <a:pt x="12161" y="18154"/>
                  <a:pt x="11842" y="18085"/>
                  <a:pt x="11520" y="18085"/>
                </a:cubicBezTo>
                <a:cubicBezTo>
                  <a:pt x="11167" y="18085"/>
                  <a:pt x="10809" y="18168"/>
                  <a:pt x="10022" y="18168"/>
                </a:cubicBezTo>
                <a:cubicBezTo>
                  <a:pt x="6746" y="18168"/>
                  <a:pt x="4785" y="16516"/>
                  <a:pt x="3717" y="15131"/>
                </a:cubicBezTo>
                <a:cubicBezTo>
                  <a:pt x="2328" y="13328"/>
                  <a:pt x="1835" y="11257"/>
                  <a:pt x="1835" y="10031"/>
                </a:cubicBezTo>
                <a:cubicBezTo>
                  <a:pt x="1835" y="8674"/>
                  <a:pt x="2146" y="8571"/>
                  <a:pt x="1569" y="7222"/>
                </a:cubicBezTo>
                <a:cubicBezTo>
                  <a:pt x="1375" y="6765"/>
                  <a:pt x="1173" y="6293"/>
                  <a:pt x="1171" y="5408"/>
                </a:cubicBezTo>
                <a:cubicBezTo>
                  <a:pt x="1175" y="3063"/>
                  <a:pt x="3100" y="1172"/>
                  <a:pt x="5465" y="1172"/>
                </a:cubicBezTo>
                <a:close/>
                <a:moveTo>
                  <a:pt x="5465" y="0"/>
                </a:moveTo>
                <a:cubicBezTo>
                  <a:pt x="3993" y="0"/>
                  <a:pt x="2617" y="552"/>
                  <a:pt x="1587" y="1582"/>
                </a:cubicBezTo>
                <a:cubicBezTo>
                  <a:pt x="566" y="2603"/>
                  <a:pt x="4" y="3960"/>
                  <a:pt x="0" y="5403"/>
                </a:cubicBezTo>
                <a:lnTo>
                  <a:pt x="0" y="5414"/>
                </a:lnTo>
                <a:cubicBezTo>
                  <a:pt x="2" y="6535"/>
                  <a:pt x="274" y="7170"/>
                  <a:pt x="492" y="7682"/>
                </a:cubicBezTo>
                <a:cubicBezTo>
                  <a:pt x="938" y="8725"/>
                  <a:pt x="664" y="8547"/>
                  <a:pt x="664" y="10031"/>
                </a:cubicBezTo>
                <a:cubicBezTo>
                  <a:pt x="664" y="11738"/>
                  <a:pt x="1385" y="14023"/>
                  <a:pt x="2790" y="15845"/>
                </a:cubicBezTo>
                <a:cubicBezTo>
                  <a:pt x="4019" y="17439"/>
                  <a:pt x="6270" y="19339"/>
                  <a:pt x="10022" y="19339"/>
                </a:cubicBezTo>
                <a:cubicBezTo>
                  <a:pt x="10942" y="19339"/>
                  <a:pt x="11234" y="19255"/>
                  <a:pt x="11494" y="19255"/>
                </a:cubicBezTo>
                <a:cubicBezTo>
                  <a:pt x="11700" y="19255"/>
                  <a:pt x="11887" y="19308"/>
                  <a:pt x="12353" y="19500"/>
                </a:cubicBezTo>
                <a:cubicBezTo>
                  <a:pt x="12875" y="19716"/>
                  <a:pt x="13523" y="19974"/>
                  <a:pt x="14519" y="19974"/>
                </a:cubicBezTo>
                <a:lnTo>
                  <a:pt x="14554" y="19974"/>
                </a:lnTo>
                <a:cubicBezTo>
                  <a:pt x="15985" y="19974"/>
                  <a:pt x="17386" y="19403"/>
                  <a:pt x="18402" y="18391"/>
                </a:cubicBezTo>
                <a:cubicBezTo>
                  <a:pt x="19422" y="17374"/>
                  <a:pt x="19983" y="16015"/>
                  <a:pt x="19983" y="14565"/>
                </a:cubicBezTo>
                <a:cubicBezTo>
                  <a:pt x="19983" y="13436"/>
                  <a:pt x="19711" y="12797"/>
                  <a:pt x="19491" y="12284"/>
                </a:cubicBezTo>
                <a:cubicBezTo>
                  <a:pt x="19045" y="11243"/>
                  <a:pt x="19320" y="11421"/>
                  <a:pt x="19320" y="9937"/>
                </a:cubicBezTo>
                <a:cubicBezTo>
                  <a:pt x="19320" y="8218"/>
                  <a:pt x="18603" y="5946"/>
                  <a:pt x="17213" y="4140"/>
                </a:cubicBezTo>
                <a:cubicBezTo>
                  <a:pt x="15994" y="2557"/>
                  <a:pt x="13753" y="667"/>
                  <a:pt x="10000" y="667"/>
                </a:cubicBezTo>
                <a:cubicBezTo>
                  <a:pt x="9146" y="667"/>
                  <a:pt x="8785" y="712"/>
                  <a:pt x="8528" y="712"/>
                </a:cubicBezTo>
                <a:cubicBezTo>
                  <a:pt x="8261" y="712"/>
                  <a:pt x="8109" y="664"/>
                  <a:pt x="7630" y="466"/>
                </a:cubicBezTo>
                <a:cubicBezTo>
                  <a:pt x="7110" y="252"/>
                  <a:pt x="6461" y="0"/>
                  <a:pt x="5465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2" name="Google Shape;8042;p37"/>
          <p:cNvSpPr/>
          <p:nvPr/>
        </p:nvSpPr>
        <p:spPr>
          <a:xfrm>
            <a:off x="2994830" y="4170550"/>
            <a:ext cx="354711" cy="327423"/>
          </a:xfrm>
          <a:custGeom>
            <a:rect b="b" l="l" r="r" t="t"/>
            <a:pathLst>
              <a:path extrusionOk="0" h="14051" w="15222">
                <a:moveTo>
                  <a:pt x="7616" y="1172"/>
                </a:moveTo>
                <a:cubicBezTo>
                  <a:pt x="8529" y="1202"/>
                  <a:pt x="10613" y="1570"/>
                  <a:pt x="10613" y="4280"/>
                </a:cubicBezTo>
                <a:cubicBezTo>
                  <a:pt x="10613" y="4791"/>
                  <a:pt x="10565" y="5662"/>
                  <a:pt x="10565" y="5683"/>
                </a:cubicBezTo>
                <a:cubicBezTo>
                  <a:pt x="10565" y="6490"/>
                  <a:pt x="11186" y="6530"/>
                  <a:pt x="11312" y="6530"/>
                </a:cubicBezTo>
                <a:cubicBezTo>
                  <a:pt x="11563" y="6530"/>
                  <a:pt x="11867" y="6461"/>
                  <a:pt x="12149" y="6399"/>
                </a:cubicBezTo>
                <a:lnTo>
                  <a:pt x="12149" y="6399"/>
                </a:lnTo>
                <a:cubicBezTo>
                  <a:pt x="11697" y="6589"/>
                  <a:pt x="10875" y="6838"/>
                  <a:pt x="10875" y="7608"/>
                </a:cubicBezTo>
                <a:cubicBezTo>
                  <a:pt x="10875" y="9260"/>
                  <a:pt x="12294" y="9897"/>
                  <a:pt x="13233" y="10316"/>
                </a:cubicBezTo>
                <a:cubicBezTo>
                  <a:pt x="13419" y="10399"/>
                  <a:pt x="13661" y="10509"/>
                  <a:pt x="13838" y="10608"/>
                </a:cubicBezTo>
                <a:cubicBezTo>
                  <a:pt x="13590" y="10652"/>
                  <a:pt x="13247" y="10703"/>
                  <a:pt x="12826" y="10802"/>
                </a:cubicBezTo>
                <a:cubicBezTo>
                  <a:pt x="12446" y="10894"/>
                  <a:pt x="12149" y="11195"/>
                  <a:pt x="12067" y="11574"/>
                </a:cubicBezTo>
                <a:cubicBezTo>
                  <a:pt x="12058" y="11614"/>
                  <a:pt x="12049" y="11652"/>
                  <a:pt x="12041" y="11683"/>
                </a:cubicBezTo>
                <a:cubicBezTo>
                  <a:pt x="11837" y="11646"/>
                  <a:pt x="11549" y="11584"/>
                  <a:pt x="11156" y="11584"/>
                </a:cubicBezTo>
                <a:cubicBezTo>
                  <a:pt x="10220" y="11584"/>
                  <a:pt x="9658" y="11968"/>
                  <a:pt x="9161" y="12306"/>
                </a:cubicBezTo>
                <a:cubicBezTo>
                  <a:pt x="8711" y="12614"/>
                  <a:pt x="8322" y="12879"/>
                  <a:pt x="7611" y="12881"/>
                </a:cubicBezTo>
                <a:cubicBezTo>
                  <a:pt x="6900" y="12879"/>
                  <a:pt x="6511" y="12614"/>
                  <a:pt x="6060" y="12306"/>
                </a:cubicBezTo>
                <a:cubicBezTo>
                  <a:pt x="5563" y="11968"/>
                  <a:pt x="5000" y="11584"/>
                  <a:pt x="4064" y="11584"/>
                </a:cubicBezTo>
                <a:cubicBezTo>
                  <a:pt x="3671" y="11584"/>
                  <a:pt x="3381" y="11646"/>
                  <a:pt x="3180" y="11683"/>
                </a:cubicBezTo>
                <a:cubicBezTo>
                  <a:pt x="3171" y="11652"/>
                  <a:pt x="3164" y="11614"/>
                  <a:pt x="3155" y="11574"/>
                </a:cubicBezTo>
                <a:cubicBezTo>
                  <a:pt x="3072" y="11195"/>
                  <a:pt x="2775" y="10894"/>
                  <a:pt x="2394" y="10802"/>
                </a:cubicBezTo>
                <a:cubicBezTo>
                  <a:pt x="1973" y="10703"/>
                  <a:pt x="1630" y="10652"/>
                  <a:pt x="1384" y="10608"/>
                </a:cubicBezTo>
                <a:cubicBezTo>
                  <a:pt x="1559" y="10509"/>
                  <a:pt x="1803" y="10399"/>
                  <a:pt x="1987" y="10316"/>
                </a:cubicBezTo>
                <a:cubicBezTo>
                  <a:pt x="2927" y="9897"/>
                  <a:pt x="4347" y="9260"/>
                  <a:pt x="4347" y="7608"/>
                </a:cubicBezTo>
                <a:cubicBezTo>
                  <a:pt x="4347" y="6838"/>
                  <a:pt x="3525" y="6589"/>
                  <a:pt x="3072" y="6399"/>
                </a:cubicBezTo>
                <a:lnTo>
                  <a:pt x="3072" y="6399"/>
                </a:lnTo>
                <a:cubicBezTo>
                  <a:pt x="3355" y="6461"/>
                  <a:pt x="3657" y="6530"/>
                  <a:pt x="3910" y="6530"/>
                </a:cubicBezTo>
                <a:cubicBezTo>
                  <a:pt x="4034" y="6530"/>
                  <a:pt x="4655" y="6490"/>
                  <a:pt x="4655" y="5683"/>
                </a:cubicBezTo>
                <a:cubicBezTo>
                  <a:pt x="4655" y="5662"/>
                  <a:pt x="4609" y="4793"/>
                  <a:pt x="4609" y="4280"/>
                </a:cubicBezTo>
                <a:cubicBezTo>
                  <a:pt x="4609" y="1558"/>
                  <a:pt x="6698" y="1199"/>
                  <a:pt x="7616" y="1172"/>
                </a:cubicBezTo>
                <a:close/>
                <a:moveTo>
                  <a:pt x="7602" y="1"/>
                </a:moveTo>
                <a:cubicBezTo>
                  <a:pt x="7201" y="11"/>
                  <a:pt x="6164" y="98"/>
                  <a:pt x="5219" y="691"/>
                </a:cubicBezTo>
                <a:cubicBezTo>
                  <a:pt x="4407" y="1200"/>
                  <a:pt x="3438" y="2237"/>
                  <a:pt x="3438" y="4280"/>
                </a:cubicBezTo>
                <a:cubicBezTo>
                  <a:pt x="3438" y="4714"/>
                  <a:pt x="3454" y="5041"/>
                  <a:pt x="3466" y="5288"/>
                </a:cubicBezTo>
                <a:cubicBezTo>
                  <a:pt x="3176" y="5225"/>
                  <a:pt x="2914" y="5159"/>
                  <a:pt x="2711" y="5159"/>
                </a:cubicBezTo>
                <a:cubicBezTo>
                  <a:pt x="2005" y="5159"/>
                  <a:pt x="1492" y="5593"/>
                  <a:pt x="1492" y="6187"/>
                </a:cubicBezTo>
                <a:cubicBezTo>
                  <a:pt x="1492" y="7031"/>
                  <a:pt x="2302" y="7355"/>
                  <a:pt x="2785" y="7547"/>
                </a:cubicBezTo>
                <a:cubicBezTo>
                  <a:pt x="2907" y="7595"/>
                  <a:pt x="3077" y="7664"/>
                  <a:pt x="3173" y="7717"/>
                </a:cubicBezTo>
                <a:cubicBezTo>
                  <a:pt x="3084" y="8885"/>
                  <a:pt x="1453" y="9124"/>
                  <a:pt x="595" y="9723"/>
                </a:cubicBezTo>
                <a:cubicBezTo>
                  <a:pt x="201" y="9999"/>
                  <a:pt x="1" y="10337"/>
                  <a:pt x="1" y="10730"/>
                </a:cubicBezTo>
                <a:cubicBezTo>
                  <a:pt x="1" y="11119"/>
                  <a:pt x="194" y="11425"/>
                  <a:pt x="547" y="11590"/>
                </a:cubicBezTo>
                <a:cubicBezTo>
                  <a:pt x="892" y="11752"/>
                  <a:pt x="1340" y="11765"/>
                  <a:pt x="2032" y="11920"/>
                </a:cubicBezTo>
                <a:cubicBezTo>
                  <a:pt x="2081" y="12138"/>
                  <a:pt x="2134" y="12318"/>
                  <a:pt x="2231" y="12474"/>
                </a:cubicBezTo>
                <a:cubicBezTo>
                  <a:pt x="2428" y="12789"/>
                  <a:pt x="2691" y="12874"/>
                  <a:pt x="2981" y="12874"/>
                </a:cubicBezTo>
                <a:cubicBezTo>
                  <a:pt x="3325" y="12874"/>
                  <a:pt x="3708" y="12754"/>
                  <a:pt x="4064" y="12754"/>
                </a:cubicBezTo>
                <a:cubicBezTo>
                  <a:pt x="4639" y="12754"/>
                  <a:pt x="4975" y="12984"/>
                  <a:pt x="5400" y="13274"/>
                </a:cubicBezTo>
                <a:cubicBezTo>
                  <a:pt x="5907" y="13619"/>
                  <a:pt x="6537" y="14050"/>
                  <a:pt x="7609" y="14050"/>
                </a:cubicBezTo>
                <a:lnTo>
                  <a:pt x="7611" y="14050"/>
                </a:lnTo>
                <a:cubicBezTo>
                  <a:pt x="8683" y="14050"/>
                  <a:pt x="9315" y="13620"/>
                  <a:pt x="9821" y="13274"/>
                </a:cubicBezTo>
                <a:cubicBezTo>
                  <a:pt x="10247" y="12984"/>
                  <a:pt x="10581" y="12754"/>
                  <a:pt x="11156" y="12754"/>
                </a:cubicBezTo>
                <a:cubicBezTo>
                  <a:pt x="11621" y="12754"/>
                  <a:pt x="11881" y="12881"/>
                  <a:pt x="12228" y="12881"/>
                </a:cubicBezTo>
                <a:cubicBezTo>
                  <a:pt x="12647" y="12881"/>
                  <a:pt x="12874" y="12660"/>
                  <a:pt x="12991" y="12474"/>
                </a:cubicBezTo>
                <a:cubicBezTo>
                  <a:pt x="13088" y="12318"/>
                  <a:pt x="13139" y="12136"/>
                  <a:pt x="13189" y="11920"/>
                </a:cubicBezTo>
                <a:cubicBezTo>
                  <a:pt x="13880" y="11765"/>
                  <a:pt x="14328" y="11752"/>
                  <a:pt x="14673" y="11590"/>
                </a:cubicBezTo>
                <a:cubicBezTo>
                  <a:pt x="15027" y="11425"/>
                  <a:pt x="15221" y="11119"/>
                  <a:pt x="15221" y="10730"/>
                </a:cubicBezTo>
                <a:cubicBezTo>
                  <a:pt x="15221" y="10337"/>
                  <a:pt x="15020" y="9999"/>
                  <a:pt x="14625" y="9723"/>
                </a:cubicBezTo>
                <a:cubicBezTo>
                  <a:pt x="13769" y="9124"/>
                  <a:pt x="12136" y="8885"/>
                  <a:pt x="12048" y="7717"/>
                </a:cubicBezTo>
                <a:cubicBezTo>
                  <a:pt x="12143" y="7664"/>
                  <a:pt x="12313" y="7595"/>
                  <a:pt x="12435" y="7547"/>
                </a:cubicBezTo>
                <a:cubicBezTo>
                  <a:pt x="12918" y="7355"/>
                  <a:pt x="13728" y="7031"/>
                  <a:pt x="13728" y="6187"/>
                </a:cubicBezTo>
                <a:cubicBezTo>
                  <a:pt x="13728" y="5593"/>
                  <a:pt x="13215" y="5159"/>
                  <a:pt x="12509" y="5159"/>
                </a:cubicBezTo>
                <a:cubicBezTo>
                  <a:pt x="12306" y="5159"/>
                  <a:pt x="12044" y="5225"/>
                  <a:pt x="11754" y="5288"/>
                </a:cubicBezTo>
                <a:cubicBezTo>
                  <a:pt x="11768" y="5041"/>
                  <a:pt x="11782" y="4714"/>
                  <a:pt x="11782" y="4280"/>
                </a:cubicBezTo>
                <a:cubicBezTo>
                  <a:pt x="11782" y="2246"/>
                  <a:pt x="10822" y="1211"/>
                  <a:pt x="10017" y="700"/>
                </a:cubicBezTo>
                <a:cubicBezTo>
                  <a:pt x="9076" y="105"/>
                  <a:pt x="8037" y="13"/>
                  <a:pt x="7634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3" name="Google Shape;8043;p37"/>
          <p:cNvSpPr/>
          <p:nvPr/>
        </p:nvSpPr>
        <p:spPr>
          <a:xfrm>
            <a:off x="2939347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17" y="1172"/>
                </a:moveTo>
                <a:cubicBezTo>
                  <a:pt x="17990" y="1172"/>
                  <a:pt x="18812" y="1975"/>
                  <a:pt x="18812" y="2927"/>
                </a:cubicBezTo>
                <a:lnTo>
                  <a:pt x="18812" y="17017"/>
                </a:lnTo>
                <a:cubicBezTo>
                  <a:pt x="18812" y="17990"/>
                  <a:pt x="17990" y="18811"/>
                  <a:pt x="17017" y="18811"/>
                </a:cubicBezTo>
                <a:lnTo>
                  <a:pt x="2966" y="18811"/>
                </a:lnTo>
                <a:cubicBezTo>
                  <a:pt x="1993" y="18811"/>
                  <a:pt x="1172" y="17990"/>
                  <a:pt x="1172" y="17017"/>
                </a:cubicBezTo>
                <a:lnTo>
                  <a:pt x="1172" y="2927"/>
                </a:lnTo>
                <a:cubicBezTo>
                  <a:pt x="1172" y="1975"/>
                  <a:pt x="1993" y="1172"/>
                  <a:pt x="2966" y="1172"/>
                </a:cubicBezTo>
                <a:close/>
                <a:moveTo>
                  <a:pt x="2966" y="1"/>
                </a:moveTo>
                <a:cubicBezTo>
                  <a:pt x="1349" y="1"/>
                  <a:pt x="1" y="1310"/>
                  <a:pt x="1" y="2927"/>
                </a:cubicBezTo>
                <a:lnTo>
                  <a:pt x="1" y="17015"/>
                </a:lnTo>
                <a:cubicBezTo>
                  <a:pt x="1" y="18636"/>
                  <a:pt x="1349" y="19982"/>
                  <a:pt x="2966" y="19982"/>
                </a:cubicBezTo>
                <a:lnTo>
                  <a:pt x="17017" y="19982"/>
                </a:lnTo>
                <a:cubicBezTo>
                  <a:pt x="18635" y="19982"/>
                  <a:pt x="19982" y="18634"/>
                  <a:pt x="19982" y="17015"/>
                </a:cubicBezTo>
                <a:lnTo>
                  <a:pt x="19982" y="2927"/>
                </a:lnTo>
                <a:cubicBezTo>
                  <a:pt x="19982" y="1310"/>
                  <a:pt x="18635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4" name="Google Shape;8044;p37"/>
          <p:cNvSpPr/>
          <p:nvPr/>
        </p:nvSpPr>
        <p:spPr>
          <a:xfrm>
            <a:off x="3778382" y="4168756"/>
            <a:ext cx="201893" cy="335020"/>
          </a:xfrm>
          <a:custGeom>
            <a:rect b="b" l="l" r="r" t="t"/>
            <a:pathLst>
              <a:path extrusionOk="0" h="14377" w="8664">
                <a:moveTo>
                  <a:pt x="4683" y="1171"/>
                </a:moveTo>
                <a:lnTo>
                  <a:pt x="4683" y="3395"/>
                </a:lnTo>
                <a:cubicBezTo>
                  <a:pt x="4683" y="3719"/>
                  <a:pt x="4945" y="3980"/>
                  <a:pt x="5269" y="3980"/>
                </a:cubicBezTo>
                <a:lnTo>
                  <a:pt x="7493" y="3980"/>
                </a:lnTo>
                <a:lnTo>
                  <a:pt x="7493" y="5620"/>
                </a:lnTo>
                <a:lnTo>
                  <a:pt x="5269" y="5620"/>
                </a:lnTo>
                <a:cubicBezTo>
                  <a:pt x="4945" y="5620"/>
                  <a:pt x="4683" y="5882"/>
                  <a:pt x="4683" y="6206"/>
                </a:cubicBezTo>
                <a:lnTo>
                  <a:pt x="4683" y="9859"/>
                </a:lnTo>
                <a:cubicBezTo>
                  <a:pt x="4683" y="10227"/>
                  <a:pt x="4706" y="10648"/>
                  <a:pt x="4975" y="10986"/>
                </a:cubicBezTo>
                <a:cubicBezTo>
                  <a:pt x="5327" y="11423"/>
                  <a:pt x="5899" y="11474"/>
                  <a:pt x="6299" y="11474"/>
                </a:cubicBezTo>
                <a:lnTo>
                  <a:pt x="7494" y="11474"/>
                </a:lnTo>
                <a:lnTo>
                  <a:pt x="7494" y="13158"/>
                </a:lnTo>
                <a:cubicBezTo>
                  <a:pt x="7137" y="13183"/>
                  <a:pt x="6635" y="13207"/>
                  <a:pt x="6113" y="13207"/>
                </a:cubicBezTo>
                <a:cubicBezTo>
                  <a:pt x="3848" y="13207"/>
                  <a:pt x="3044" y="11806"/>
                  <a:pt x="3044" y="10607"/>
                </a:cubicBezTo>
                <a:lnTo>
                  <a:pt x="3044" y="6206"/>
                </a:lnTo>
                <a:cubicBezTo>
                  <a:pt x="3044" y="5882"/>
                  <a:pt x="2782" y="5620"/>
                  <a:pt x="2460" y="5620"/>
                </a:cubicBezTo>
                <a:lnTo>
                  <a:pt x="1172" y="5620"/>
                </a:lnTo>
                <a:lnTo>
                  <a:pt x="1172" y="4090"/>
                </a:lnTo>
                <a:cubicBezTo>
                  <a:pt x="2035" y="3913"/>
                  <a:pt x="2690" y="3487"/>
                  <a:pt x="3120" y="2820"/>
                </a:cubicBezTo>
                <a:cubicBezTo>
                  <a:pt x="3463" y="2289"/>
                  <a:pt x="3608" y="1697"/>
                  <a:pt x="3703" y="1171"/>
                </a:cubicBezTo>
                <a:close/>
                <a:moveTo>
                  <a:pt x="3208" y="0"/>
                </a:moveTo>
                <a:cubicBezTo>
                  <a:pt x="2922" y="0"/>
                  <a:pt x="2677" y="207"/>
                  <a:pt x="2631" y="490"/>
                </a:cubicBezTo>
                <a:cubicBezTo>
                  <a:pt x="2409" y="1822"/>
                  <a:pt x="2209" y="2861"/>
                  <a:pt x="537" y="3000"/>
                </a:cubicBezTo>
                <a:cubicBezTo>
                  <a:pt x="234" y="3025"/>
                  <a:pt x="1" y="3278"/>
                  <a:pt x="1" y="3582"/>
                </a:cubicBezTo>
                <a:lnTo>
                  <a:pt x="1" y="6206"/>
                </a:lnTo>
                <a:cubicBezTo>
                  <a:pt x="1" y="6529"/>
                  <a:pt x="263" y="6791"/>
                  <a:pt x="586" y="6791"/>
                </a:cubicBezTo>
                <a:lnTo>
                  <a:pt x="1874" y="6791"/>
                </a:lnTo>
                <a:lnTo>
                  <a:pt x="1874" y="10607"/>
                </a:lnTo>
                <a:cubicBezTo>
                  <a:pt x="1874" y="12618"/>
                  <a:pt x="3355" y="14377"/>
                  <a:pt x="6111" y="14377"/>
                </a:cubicBezTo>
                <a:cubicBezTo>
                  <a:pt x="7158" y="14377"/>
                  <a:pt x="8098" y="14285"/>
                  <a:pt x="8137" y="14281"/>
                </a:cubicBezTo>
                <a:cubicBezTo>
                  <a:pt x="8436" y="14251"/>
                  <a:pt x="8664" y="14000"/>
                  <a:pt x="8664" y="13699"/>
                </a:cubicBezTo>
                <a:lnTo>
                  <a:pt x="8664" y="10888"/>
                </a:lnTo>
                <a:cubicBezTo>
                  <a:pt x="8664" y="10565"/>
                  <a:pt x="8402" y="10303"/>
                  <a:pt x="8078" y="10303"/>
                </a:cubicBezTo>
                <a:lnTo>
                  <a:pt x="6299" y="10303"/>
                </a:lnTo>
                <a:cubicBezTo>
                  <a:pt x="5828" y="10303"/>
                  <a:pt x="5855" y="10292"/>
                  <a:pt x="5855" y="9859"/>
                </a:cubicBezTo>
                <a:lnTo>
                  <a:pt x="5855" y="6791"/>
                </a:lnTo>
                <a:lnTo>
                  <a:pt x="8078" y="6791"/>
                </a:lnTo>
                <a:cubicBezTo>
                  <a:pt x="8402" y="6791"/>
                  <a:pt x="8664" y="6529"/>
                  <a:pt x="8664" y="6206"/>
                </a:cubicBezTo>
                <a:lnTo>
                  <a:pt x="8664" y="3397"/>
                </a:lnTo>
                <a:cubicBezTo>
                  <a:pt x="8664" y="3073"/>
                  <a:pt x="8402" y="2811"/>
                  <a:pt x="8078" y="2811"/>
                </a:cubicBezTo>
                <a:lnTo>
                  <a:pt x="5855" y="2811"/>
                </a:lnTo>
                <a:lnTo>
                  <a:pt x="5855" y="586"/>
                </a:lnTo>
                <a:cubicBezTo>
                  <a:pt x="5855" y="262"/>
                  <a:pt x="5593" y="0"/>
                  <a:pt x="526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5" name="Google Shape;8045;p37"/>
          <p:cNvSpPr/>
          <p:nvPr/>
        </p:nvSpPr>
        <p:spPr>
          <a:xfrm>
            <a:off x="3643810" y="4102367"/>
            <a:ext cx="465631" cy="465631"/>
          </a:xfrm>
          <a:custGeom>
            <a:rect b="b" l="l" r="r" t="t"/>
            <a:pathLst>
              <a:path extrusionOk="0" h="19982" w="19982">
                <a:moveTo>
                  <a:pt x="17053" y="1172"/>
                </a:moveTo>
                <a:cubicBezTo>
                  <a:pt x="18007" y="1172"/>
                  <a:pt x="18810" y="1993"/>
                  <a:pt x="18810" y="2966"/>
                </a:cubicBezTo>
                <a:lnTo>
                  <a:pt x="18810" y="17017"/>
                </a:lnTo>
                <a:cubicBezTo>
                  <a:pt x="18810" y="17990"/>
                  <a:pt x="18007" y="18811"/>
                  <a:pt x="17053" y="18811"/>
                </a:cubicBezTo>
                <a:lnTo>
                  <a:pt x="2965" y="18811"/>
                </a:lnTo>
                <a:cubicBezTo>
                  <a:pt x="1992" y="18811"/>
                  <a:pt x="1169" y="17990"/>
                  <a:pt x="1169" y="17017"/>
                </a:cubicBezTo>
                <a:lnTo>
                  <a:pt x="1169" y="2966"/>
                </a:lnTo>
                <a:cubicBezTo>
                  <a:pt x="1169" y="1993"/>
                  <a:pt x="1992" y="1172"/>
                  <a:pt x="2965" y="1172"/>
                </a:cubicBezTo>
                <a:close/>
                <a:moveTo>
                  <a:pt x="2965" y="1"/>
                </a:moveTo>
                <a:cubicBezTo>
                  <a:pt x="1346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6"/>
                  <a:pt x="1348" y="19982"/>
                  <a:pt x="2965" y="19982"/>
                </a:cubicBezTo>
                <a:lnTo>
                  <a:pt x="17053" y="19982"/>
                </a:lnTo>
                <a:cubicBezTo>
                  <a:pt x="18672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9"/>
                  <a:pt x="18672" y="1"/>
                  <a:pt x="1705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6" name="Google Shape;8046;p37"/>
          <p:cNvSpPr/>
          <p:nvPr/>
        </p:nvSpPr>
        <p:spPr>
          <a:xfrm>
            <a:off x="886574" y="3427657"/>
            <a:ext cx="480980" cy="337961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7" name="Google Shape;8047;p37"/>
          <p:cNvSpPr/>
          <p:nvPr/>
        </p:nvSpPr>
        <p:spPr>
          <a:xfrm>
            <a:off x="2866269" y="3354416"/>
            <a:ext cx="315559" cy="484487"/>
          </a:xfrm>
          <a:custGeom>
            <a:rect b="b" l="l" r="r" t="t"/>
            <a:pathLst>
              <a:path extrusionOk="0" h="11743" w="7649">
                <a:moveTo>
                  <a:pt x="3813" y="684"/>
                </a:moveTo>
                <a:cubicBezTo>
                  <a:pt x="5545" y="684"/>
                  <a:pt x="6900" y="2039"/>
                  <a:pt x="6900" y="3740"/>
                </a:cubicBezTo>
                <a:cubicBezTo>
                  <a:pt x="6931" y="4780"/>
                  <a:pt x="6553" y="5347"/>
                  <a:pt x="6270" y="5788"/>
                </a:cubicBezTo>
                <a:cubicBezTo>
                  <a:pt x="5797" y="6544"/>
                  <a:pt x="5608" y="6922"/>
                  <a:pt x="5608" y="7930"/>
                </a:cubicBezTo>
                <a:cubicBezTo>
                  <a:pt x="5608" y="8119"/>
                  <a:pt x="5451" y="8277"/>
                  <a:pt x="5230" y="8277"/>
                </a:cubicBezTo>
                <a:lnTo>
                  <a:pt x="2489" y="8277"/>
                </a:lnTo>
                <a:cubicBezTo>
                  <a:pt x="2300" y="8277"/>
                  <a:pt x="2143" y="8119"/>
                  <a:pt x="2143" y="7930"/>
                </a:cubicBezTo>
                <a:cubicBezTo>
                  <a:pt x="2143" y="6922"/>
                  <a:pt x="1922" y="6576"/>
                  <a:pt x="1450" y="5820"/>
                </a:cubicBezTo>
                <a:cubicBezTo>
                  <a:pt x="1198" y="5347"/>
                  <a:pt x="567" y="4528"/>
                  <a:pt x="788" y="3205"/>
                </a:cubicBezTo>
                <a:cubicBezTo>
                  <a:pt x="1040" y="1819"/>
                  <a:pt x="2237" y="684"/>
                  <a:pt x="3813" y="684"/>
                </a:cubicBezTo>
                <a:close/>
                <a:moveTo>
                  <a:pt x="4852" y="8907"/>
                </a:moveTo>
                <a:lnTo>
                  <a:pt x="4852" y="9569"/>
                </a:lnTo>
                <a:lnTo>
                  <a:pt x="4506" y="9569"/>
                </a:lnTo>
                <a:cubicBezTo>
                  <a:pt x="4285" y="9569"/>
                  <a:pt x="4128" y="9726"/>
                  <a:pt x="4128" y="9915"/>
                </a:cubicBezTo>
                <a:cubicBezTo>
                  <a:pt x="4128" y="10136"/>
                  <a:pt x="4285" y="10293"/>
                  <a:pt x="4506" y="10293"/>
                </a:cubicBezTo>
                <a:lnTo>
                  <a:pt x="4852" y="10293"/>
                </a:lnTo>
                <a:lnTo>
                  <a:pt x="4852" y="10640"/>
                </a:lnTo>
                <a:cubicBezTo>
                  <a:pt x="4884" y="10829"/>
                  <a:pt x="4726" y="10986"/>
                  <a:pt x="4537" y="10986"/>
                </a:cubicBezTo>
                <a:lnTo>
                  <a:pt x="3151" y="10986"/>
                </a:lnTo>
                <a:cubicBezTo>
                  <a:pt x="2962" y="10986"/>
                  <a:pt x="2804" y="10829"/>
                  <a:pt x="2804" y="10640"/>
                </a:cubicBezTo>
                <a:lnTo>
                  <a:pt x="2804" y="10293"/>
                </a:lnTo>
                <a:lnTo>
                  <a:pt x="3151" y="10293"/>
                </a:lnTo>
                <a:cubicBezTo>
                  <a:pt x="3371" y="10293"/>
                  <a:pt x="3529" y="10136"/>
                  <a:pt x="3529" y="9915"/>
                </a:cubicBezTo>
                <a:cubicBezTo>
                  <a:pt x="3529" y="9726"/>
                  <a:pt x="3371" y="9569"/>
                  <a:pt x="3151" y="9569"/>
                </a:cubicBezTo>
                <a:lnTo>
                  <a:pt x="2804" y="9569"/>
                </a:lnTo>
                <a:lnTo>
                  <a:pt x="2804" y="8907"/>
                </a:lnTo>
                <a:close/>
                <a:moveTo>
                  <a:pt x="3897" y="1"/>
                </a:moveTo>
                <a:cubicBezTo>
                  <a:pt x="3632" y="1"/>
                  <a:pt x="3361" y="28"/>
                  <a:pt x="3088" y="86"/>
                </a:cubicBezTo>
                <a:cubicBezTo>
                  <a:pt x="1607" y="401"/>
                  <a:pt x="441" y="1566"/>
                  <a:pt x="158" y="3079"/>
                </a:cubicBezTo>
                <a:cubicBezTo>
                  <a:pt x="0" y="3992"/>
                  <a:pt x="158" y="4969"/>
                  <a:pt x="631" y="5757"/>
                </a:cubicBezTo>
                <a:cubicBezTo>
                  <a:pt x="757" y="5914"/>
                  <a:pt x="820" y="6072"/>
                  <a:pt x="914" y="6229"/>
                </a:cubicBezTo>
                <a:cubicBezTo>
                  <a:pt x="1355" y="6891"/>
                  <a:pt x="1450" y="7143"/>
                  <a:pt x="1450" y="7962"/>
                </a:cubicBezTo>
                <a:cubicBezTo>
                  <a:pt x="1450" y="8403"/>
                  <a:pt x="1733" y="8781"/>
                  <a:pt x="2143" y="8939"/>
                </a:cubicBezTo>
                <a:lnTo>
                  <a:pt x="2143" y="10703"/>
                </a:lnTo>
                <a:cubicBezTo>
                  <a:pt x="2143" y="11270"/>
                  <a:pt x="2615" y="11743"/>
                  <a:pt x="3151" y="11743"/>
                </a:cubicBezTo>
                <a:lnTo>
                  <a:pt x="4537" y="11743"/>
                </a:lnTo>
                <a:cubicBezTo>
                  <a:pt x="5073" y="11743"/>
                  <a:pt x="5545" y="11270"/>
                  <a:pt x="5545" y="10703"/>
                </a:cubicBezTo>
                <a:lnTo>
                  <a:pt x="5545" y="8939"/>
                </a:lnTo>
                <a:cubicBezTo>
                  <a:pt x="5955" y="8781"/>
                  <a:pt x="6238" y="8435"/>
                  <a:pt x="6238" y="7962"/>
                </a:cubicBezTo>
                <a:lnTo>
                  <a:pt x="6238" y="7930"/>
                </a:lnTo>
                <a:cubicBezTo>
                  <a:pt x="6238" y="7143"/>
                  <a:pt x="6427" y="6828"/>
                  <a:pt x="6805" y="6229"/>
                </a:cubicBezTo>
                <a:cubicBezTo>
                  <a:pt x="7089" y="5788"/>
                  <a:pt x="7593" y="5032"/>
                  <a:pt x="7593" y="3835"/>
                </a:cubicBezTo>
                <a:cubicBezTo>
                  <a:pt x="7649" y="1658"/>
                  <a:pt x="5950" y="1"/>
                  <a:pt x="389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8" name="Google Shape;8048;p37"/>
          <p:cNvSpPr/>
          <p:nvPr/>
        </p:nvSpPr>
        <p:spPr>
          <a:xfrm>
            <a:off x="3210717" y="3496997"/>
            <a:ext cx="57224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40" y="725"/>
                </a:lnTo>
                <a:cubicBezTo>
                  <a:pt x="1229" y="725"/>
                  <a:pt x="1386" y="568"/>
                  <a:pt x="1386" y="379"/>
                </a:cubicBezTo>
                <a:cubicBezTo>
                  <a:pt x="1386" y="158"/>
                  <a:pt x="1229" y="1"/>
                  <a:pt x="1040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49" name="Google Shape;8049;p37"/>
          <p:cNvSpPr/>
          <p:nvPr/>
        </p:nvSpPr>
        <p:spPr>
          <a:xfrm>
            <a:off x="2785696" y="3496997"/>
            <a:ext cx="57224" cy="29951"/>
          </a:xfrm>
          <a:custGeom>
            <a:rect b="b" l="l" r="r" t="t"/>
            <a:pathLst>
              <a:path extrusionOk="0" h="726" w="1387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lnTo>
                  <a:pt x="1008" y="725"/>
                </a:lnTo>
                <a:cubicBezTo>
                  <a:pt x="1197" y="694"/>
                  <a:pt x="1386" y="536"/>
                  <a:pt x="1386" y="379"/>
                </a:cubicBezTo>
                <a:cubicBezTo>
                  <a:pt x="1386" y="158"/>
                  <a:pt x="1197" y="1"/>
                  <a:pt x="10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0" name="Google Shape;8050;p37"/>
          <p:cNvSpPr/>
          <p:nvPr/>
        </p:nvSpPr>
        <p:spPr>
          <a:xfrm>
            <a:off x="3182127" y="3382800"/>
            <a:ext cx="58503" cy="43857"/>
          </a:xfrm>
          <a:custGeom>
            <a:rect b="b" l="l" r="r" t="t"/>
            <a:pathLst>
              <a:path extrusionOk="0" h="1063" w="1418">
                <a:moveTo>
                  <a:pt x="992" y="1"/>
                </a:moveTo>
                <a:cubicBezTo>
                  <a:pt x="931" y="1"/>
                  <a:pt x="870" y="19"/>
                  <a:pt x="819" y="59"/>
                </a:cubicBezTo>
                <a:lnTo>
                  <a:pt x="221" y="406"/>
                </a:lnTo>
                <a:cubicBezTo>
                  <a:pt x="63" y="500"/>
                  <a:pt x="0" y="721"/>
                  <a:pt x="95" y="878"/>
                </a:cubicBezTo>
                <a:cubicBezTo>
                  <a:pt x="159" y="985"/>
                  <a:pt x="295" y="1063"/>
                  <a:pt x="415" y="1063"/>
                </a:cubicBezTo>
                <a:cubicBezTo>
                  <a:pt x="473" y="1063"/>
                  <a:pt x="527" y="1045"/>
                  <a:pt x="567" y="1005"/>
                </a:cubicBezTo>
                <a:lnTo>
                  <a:pt x="1166" y="658"/>
                </a:lnTo>
                <a:cubicBezTo>
                  <a:pt x="1323" y="563"/>
                  <a:pt x="1418" y="343"/>
                  <a:pt x="1292" y="185"/>
                </a:cubicBezTo>
                <a:cubicBezTo>
                  <a:pt x="1249" y="79"/>
                  <a:pt x="1120" y="1"/>
                  <a:pt x="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1" name="Google Shape;8051;p37"/>
          <p:cNvSpPr/>
          <p:nvPr/>
        </p:nvSpPr>
        <p:spPr>
          <a:xfrm>
            <a:off x="2812966" y="3596549"/>
            <a:ext cx="58544" cy="43279"/>
          </a:xfrm>
          <a:custGeom>
            <a:rect b="b" l="l" r="r" t="t"/>
            <a:pathLst>
              <a:path extrusionOk="0" h="1049" w="1419">
                <a:moveTo>
                  <a:pt x="1005" y="1"/>
                </a:moveTo>
                <a:cubicBezTo>
                  <a:pt x="944" y="1"/>
                  <a:pt x="880" y="15"/>
                  <a:pt x="820" y="45"/>
                </a:cubicBezTo>
                <a:lnTo>
                  <a:pt x="221" y="392"/>
                </a:lnTo>
                <a:cubicBezTo>
                  <a:pt x="64" y="486"/>
                  <a:pt x="1" y="707"/>
                  <a:pt x="127" y="864"/>
                </a:cubicBezTo>
                <a:cubicBezTo>
                  <a:pt x="169" y="971"/>
                  <a:pt x="299" y="1049"/>
                  <a:pt x="427" y="1049"/>
                </a:cubicBezTo>
                <a:cubicBezTo>
                  <a:pt x="488" y="1049"/>
                  <a:pt x="548" y="1031"/>
                  <a:pt x="599" y="990"/>
                </a:cubicBezTo>
                <a:lnTo>
                  <a:pt x="1166" y="644"/>
                </a:lnTo>
                <a:cubicBezTo>
                  <a:pt x="1324" y="549"/>
                  <a:pt x="1418" y="329"/>
                  <a:pt x="1292" y="171"/>
                </a:cubicBezTo>
                <a:cubicBezTo>
                  <a:pt x="1250" y="64"/>
                  <a:pt x="1134" y="1"/>
                  <a:pt x="10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2" name="Google Shape;8052;p37"/>
          <p:cNvSpPr/>
          <p:nvPr/>
        </p:nvSpPr>
        <p:spPr>
          <a:xfrm>
            <a:off x="3183406" y="3596549"/>
            <a:ext cx="57224" cy="42124"/>
          </a:xfrm>
          <a:custGeom>
            <a:rect b="b" l="l" r="r" t="t"/>
            <a:pathLst>
              <a:path extrusionOk="0" h="1021" w="1387">
                <a:moveTo>
                  <a:pt x="378" y="1"/>
                </a:moveTo>
                <a:cubicBezTo>
                  <a:pt x="264" y="1"/>
                  <a:pt x="149" y="64"/>
                  <a:pt x="64" y="171"/>
                </a:cubicBezTo>
                <a:cubicBezTo>
                  <a:pt x="1" y="329"/>
                  <a:pt x="32" y="518"/>
                  <a:pt x="190" y="644"/>
                </a:cubicBezTo>
                <a:lnTo>
                  <a:pt x="788" y="990"/>
                </a:lnTo>
                <a:cubicBezTo>
                  <a:pt x="838" y="1010"/>
                  <a:pt x="891" y="1021"/>
                  <a:pt x="944" y="1021"/>
                </a:cubicBezTo>
                <a:cubicBezTo>
                  <a:pt x="1059" y="1021"/>
                  <a:pt x="1175" y="972"/>
                  <a:pt x="1261" y="864"/>
                </a:cubicBezTo>
                <a:cubicBezTo>
                  <a:pt x="1387" y="675"/>
                  <a:pt x="1292" y="486"/>
                  <a:pt x="1135" y="392"/>
                </a:cubicBezTo>
                <a:lnTo>
                  <a:pt x="536" y="45"/>
                </a:lnTo>
                <a:cubicBezTo>
                  <a:pt x="486" y="15"/>
                  <a:pt x="432" y="1"/>
                  <a:pt x="37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3" name="Google Shape;8053;p37"/>
          <p:cNvSpPr/>
          <p:nvPr/>
        </p:nvSpPr>
        <p:spPr>
          <a:xfrm>
            <a:off x="2814287" y="3383955"/>
            <a:ext cx="57224" cy="42124"/>
          </a:xfrm>
          <a:custGeom>
            <a:rect b="b" l="l" r="r" t="t"/>
            <a:pathLst>
              <a:path extrusionOk="0" h="1021" w="1387">
                <a:moveTo>
                  <a:pt x="405" y="1"/>
                </a:moveTo>
                <a:cubicBezTo>
                  <a:pt x="283" y="1"/>
                  <a:pt x="159" y="50"/>
                  <a:pt x="95" y="157"/>
                </a:cubicBezTo>
                <a:cubicBezTo>
                  <a:pt x="0" y="315"/>
                  <a:pt x="63" y="504"/>
                  <a:pt x="221" y="630"/>
                </a:cubicBezTo>
                <a:lnTo>
                  <a:pt x="788" y="977"/>
                </a:lnTo>
                <a:cubicBezTo>
                  <a:pt x="838" y="1007"/>
                  <a:pt x="895" y="1021"/>
                  <a:pt x="953" y="1021"/>
                </a:cubicBezTo>
                <a:cubicBezTo>
                  <a:pt x="1074" y="1021"/>
                  <a:pt x="1196" y="958"/>
                  <a:pt x="1260" y="850"/>
                </a:cubicBezTo>
                <a:cubicBezTo>
                  <a:pt x="1386" y="693"/>
                  <a:pt x="1292" y="504"/>
                  <a:pt x="1134" y="378"/>
                </a:cubicBezTo>
                <a:lnTo>
                  <a:pt x="567" y="31"/>
                </a:lnTo>
                <a:cubicBezTo>
                  <a:pt x="517" y="11"/>
                  <a:pt x="461" y="1"/>
                  <a:pt x="40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4" name="Google Shape;8054;p37"/>
          <p:cNvSpPr/>
          <p:nvPr/>
        </p:nvSpPr>
        <p:spPr>
          <a:xfrm>
            <a:off x="2941644" y="3413371"/>
            <a:ext cx="169032" cy="252661"/>
          </a:xfrm>
          <a:custGeom>
            <a:rect b="b" l="l" r="r" t="t"/>
            <a:pathLst>
              <a:path extrusionOk="0" h="6124" w="4097">
                <a:moveTo>
                  <a:pt x="1733" y="1492"/>
                </a:moveTo>
                <a:lnTo>
                  <a:pt x="1733" y="2343"/>
                </a:lnTo>
                <a:cubicBezTo>
                  <a:pt x="1733" y="2500"/>
                  <a:pt x="1796" y="2626"/>
                  <a:pt x="1922" y="2658"/>
                </a:cubicBezTo>
                <a:lnTo>
                  <a:pt x="3246" y="3225"/>
                </a:lnTo>
                <a:lnTo>
                  <a:pt x="2395" y="4611"/>
                </a:lnTo>
                <a:lnTo>
                  <a:pt x="2395" y="3729"/>
                </a:lnTo>
                <a:cubicBezTo>
                  <a:pt x="2395" y="3572"/>
                  <a:pt x="2332" y="3445"/>
                  <a:pt x="2206" y="3414"/>
                </a:cubicBezTo>
                <a:lnTo>
                  <a:pt x="851" y="2878"/>
                </a:lnTo>
                <a:lnTo>
                  <a:pt x="1733" y="1492"/>
                </a:lnTo>
                <a:close/>
                <a:moveTo>
                  <a:pt x="2038" y="0"/>
                </a:moveTo>
                <a:cubicBezTo>
                  <a:pt x="1919" y="0"/>
                  <a:pt x="1814" y="47"/>
                  <a:pt x="1765" y="169"/>
                </a:cubicBezTo>
                <a:lnTo>
                  <a:pt x="64" y="2941"/>
                </a:lnTo>
                <a:cubicBezTo>
                  <a:pt x="32" y="3004"/>
                  <a:pt x="1" y="3130"/>
                  <a:pt x="32" y="3225"/>
                </a:cubicBezTo>
                <a:cubicBezTo>
                  <a:pt x="64" y="3288"/>
                  <a:pt x="158" y="3382"/>
                  <a:pt x="221" y="3414"/>
                </a:cubicBezTo>
                <a:lnTo>
                  <a:pt x="1733" y="4013"/>
                </a:lnTo>
                <a:lnTo>
                  <a:pt x="1733" y="5808"/>
                </a:lnTo>
                <a:cubicBezTo>
                  <a:pt x="1733" y="5966"/>
                  <a:pt x="1859" y="6092"/>
                  <a:pt x="1954" y="6123"/>
                </a:cubicBezTo>
                <a:lnTo>
                  <a:pt x="2049" y="6123"/>
                </a:lnTo>
                <a:cubicBezTo>
                  <a:pt x="2143" y="6123"/>
                  <a:pt x="2269" y="6092"/>
                  <a:pt x="2301" y="5966"/>
                </a:cubicBezTo>
                <a:lnTo>
                  <a:pt x="4002" y="3225"/>
                </a:lnTo>
                <a:cubicBezTo>
                  <a:pt x="4033" y="3130"/>
                  <a:pt x="4096" y="3004"/>
                  <a:pt x="4033" y="2941"/>
                </a:cubicBezTo>
                <a:cubicBezTo>
                  <a:pt x="4033" y="2878"/>
                  <a:pt x="3970" y="2784"/>
                  <a:pt x="3907" y="2752"/>
                </a:cubicBezTo>
                <a:lnTo>
                  <a:pt x="2395" y="2154"/>
                </a:lnTo>
                <a:lnTo>
                  <a:pt x="2395" y="358"/>
                </a:lnTo>
                <a:cubicBezTo>
                  <a:pt x="2395" y="169"/>
                  <a:pt x="2269" y="74"/>
                  <a:pt x="2143" y="11"/>
                </a:cubicBezTo>
                <a:cubicBezTo>
                  <a:pt x="2108" y="4"/>
                  <a:pt x="2072" y="0"/>
                  <a:pt x="203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5" name="Google Shape;8055;p37"/>
          <p:cNvSpPr/>
          <p:nvPr/>
        </p:nvSpPr>
        <p:spPr>
          <a:xfrm>
            <a:off x="4730650" y="3417911"/>
            <a:ext cx="367893" cy="222337"/>
          </a:xfrm>
          <a:custGeom>
            <a:rect b="b" l="l" r="r" t="t"/>
            <a:pathLst>
              <a:path extrusionOk="0" h="5389" w="8917">
                <a:moveTo>
                  <a:pt x="7877" y="631"/>
                </a:moveTo>
                <a:cubicBezTo>
                  <a:pt x="8066" y="631"/>
                  <a:pt x="8223" y="789"/>
                  <a:pt x="8223" y="978"/>
                </a:cubicBezTo>
                <a:cubicBezTo>
                  <a:pt x="8223" y="1167"/>
                  <a:pt x="8066" y="1324"/>
                  <a:pt x="7877" y="1324"/>
                </a:cubicBezTo>
                <a:cubicBezTo>
                  <a:pt x="7656" y="1324"/>
                  <a:pt x="7498" y="1167"/>
                  <a:pt x="7498" y="978"/>
                </a:cubicBezTo>
                <a:cubicBezTo>
                  <a:pt x="7498" y="789"/>
                  <a:pt x="7656" y="631"/>
                  <a:pt x="7877" y="631"/>
                </a:cubicBezTo>
                <a:close/>
                <a:moveTo>
                  <a:pt x="3056" y="1293"/>
                </a:moveTo>
                <a:cubicBezTo>
                  <a:pt x="3245" y="1293"/>
                  <a:pt x="3403" y="1450"/>
                  <a:pt x="3403" y="1639"/>
                </a:cubicBezTo>
                <a:cubicBezTo>
                  <a:pt x="3403" y="1828"/>
                  <a:pt x="3245" y="1986"/>
                  <a:pt x="3056" y="1986"/>
                </a:cubicBezTo>
                <a:cubicBezTo>
                  <a:pt x="2867" y="1986"/>
                  <a:pt x="2710" y="1828"/>
                  <a:pt x="2710" y="1639"/>
                </a:cubicBezTo>
                <a:cubicBezTo>
                  <a:pt x="2741" y="1450"/>
                  <a:pt x="2899" y="1293"/>
                  <a:pt x="3056" y="1293"/>
                </a:cubicBezTo>
                <a:close/>
                <a:moveTo>
                  <a:pt x="5797" y="3340"/>
                </a:moveTo>
                <a:cubicBezTo>
                  <a:pt x="6018" y="3340"/>
                  <a:pt x="6175" y="3498"/>
                  <a:pt x="6175" y="3687"/>
                </a:cubicBezTo>
                <a:cubicBezTo>
                  <a:pt x="6175" y="3876"/>
                  <a:pt x="6018" y="4034"/>
                  <a:pt x="5797" y="4034"/>
                </a:cubicBezTo>
                <a:cubicBezTo>
                  <a:pt x="5608" y="4034"/>
                  <a:pt x="5451" y="3876"/>
                  <a:pt x="5451" y="3687"/>
                </a:cubicBezTo>
                <a:cubicBezTo>
                  <a:pt x="5451" y="3498"/>
                  <a:pt x="5608" y="3340"/>
                  <a:pt x="5797" y="3340"/>
                </a:cubicBezTo>
                <a:close/>
                <a:moveTo>
                  <a:pt x="1008" y="4034"/>
                </a:moveTo>
                <a:cubicBezTo>
                  <a:pt x="1198" y="4034"/>
                  <a:pt x="1355" y="4191"/>
                  <a:pt x="1355" y="4412"/>
                </a:cubicBezTo>
                <a:cubicBezTo>
                  <a:pt x="1355" y="4601"/>
                  <a:pt x="1198" y="4758"/>
                  <a:pt x="1008" y="4758"/>
                </a:cubicBezTo>
                <a:cubicBezTo>
                  <a:pt x="819" y="4758"/>
                  <a:pt x="662" y="4601"/>
                  <a:pt x="662" y="4412"/>
                </a:cubicBezTo>
                <a:cubicBezTo>
                  <a:pt x="662" y="4191"/>
                  <a:pt x="819" y="4034"/>
                  <a:pt x="1008" y="4034"/>
                </a:cubicBezTo>
                <a:close/>
                <a:moveTo>
                  <a:pt x="7908" y="1"/>
                </a:moveTo>
                <a:cubicBezTo>
                  <a:pt x="7341" y="1"/>
                  <a:pt x="6868" y="474"/>
                  <a:pt x="6868" y="1009"/>
                </a:cubicBezTo>
                <a:cubicBezTo>
                  <a:pt x="6868" y="1198"/>
                  <a:pt x="6963" y="1419"/>
                  <a:pt x="7026" y="1576"/>
                </a:cubicBezTo>
                <a:lnTo>
                  <a:pt x="6112" y="2742"/>
                </a:lnTo>
                <a:cubicBezTo>
                  <a:pt x="6032" y="2722"/>
                  <a:pt x="5943" y="2711"/>
                  <a:pt x="5850" y="2711"/>
                </a:cubicBezTo>
                <a:cubicBezTo>
                  <a:pt x="5650" y="2711"/>
                  <a:pt x="5434" y="2760"/>
                  <a:pt x="5262" y="2868"/>
                </a:cubicBezTo>
                <a:lnTo>
                  <a:pt x="4096" y="1954"/>
                </a:lnTo>
                <a:cubicBezTo>
                  <a:pt x="4127" y="1891"/>
                  <a:pt x="4127" y="1765"/>
                  <a:pt x="4127" y="1639"/>
                </a:cubicBezTo>
                <a:cubicBezTo>
                  <a:pt x="4127" y="1104"/>
                  <a:pt x="3655" y="631"/>
                  <a:pt x="3088" y="631"/>
                </a:cubicBezTo>
                <a:cubicBezTo>
                  <a:pt x="2552" y="631"/>
                  <a:pt x="2080" y="1104"/>
                  <a:pt x="2080" y="1639"/>
                </a:cubicBezTo>
                <a:cubicBezTo>
                  <a:pt x="2080" y="1828"/>
                  <a:pt x="2143" y="2049"/>
                  <a:pt x="2237" y="2206"/>
                </a:cubicBezTo>
                <a:lnTo>
                  <a:pt x="1324" y="3372"/>
                </a:lnTo>
                <a:cubicBezTo>
                  <a:pt x="1261" y="3340"/>
                  <a:pt x="1134" y="3340"/>
                  <a:pt x="1008" y="3340"/>
                </a:cubicBezTo>
                <a:cubicBezTo>
                  <a:pt x="441" y="3340"/>
                  <a:pt x="0" y="3813"/>
                  <a:pt x="0" y="4349"/>
                </a:cubicBezTo>
                <a:cubicBezTo>
                  <a:pt x="0" y="4947"/>
                  <a:pt x="441" y="5388"/>
                  <a:pt x="1008" y="5388"/>
                </a:cubicBezTo>
                <a:cubicBezTo>
                  <a:pt x="1576" y="5388"/>
                  <a:pt x="2017" y="4916"/>
                  <a:pt x="2017" y="4349"/>
                </a:cubicBezTo>
                <a:cubicBezTo>
                  <a:pt x="2017" y="4160"/>
                  <a:pt x="1954" y="3971"/>
                  <a:pt x="1859" y="3813"/>
                </a:cubicBezTo>
                <a:lnTo>
                  <a:pt x="2773" y="2616"/>
                </a:lnTo>
                <a:cubicBezTo>
                  <a:pt x="2875" y="2650"/>
                  <a:pt x="2980" y="2667"/>
                  <a:pt x="3087" y="2667"/>
                </a:cubicBezTo>
                <a:cubicBezTo>
                  <a:pt x="3278" y="2667"/>
                  <a:pt x="3473" y="2611"/>
                  <a:pt x="3655" y="2490"/>
                </a:cubicBezTo>
                <a:lnTo>
                  <a:pt x="4821" y="3403"/>
                </a:lnTo>
                <a:cubicBezTo>
                  <a:pt x="4789" y="3498"/>
                  <a:pt x="4789" y="3624"/>
                  <a:pt x="4789" y="3719"/>
                </a:cubicBezTo>
                <a:cubicBezTo>
                  <a:pt x="4789" y="4286"/>
                  <a:pt x="5262" y="4758"/>
                  <a:pt x="5797" y="4758"/>
                </a:cubicBezTo>
                <a:cubicBezTo>
                  <a:pt x="6364" y="4758"/>
                  <a:pt x="6837" y="4286"/>
                  <a:pt x="6837" y="3719"/>
                </a:cubicBezTo>
                <a:cubicBezTo>
                  <a:pt x="6837" y="3529"/>
                  <a:pt x="6742" y="3340"/>
                  <a:pt x="6679" y="3183"/>
                </a:cubicBezTo>
                <a:lnTo>
                  <a:pt x="7593" y="1986"/>
                </a:lnTo>
                <a:cubicBezTo>
                  <a:pt x="7656" y="2049"/>
                  <a:pt x="7782" y="2049"/>
                  <a:pt x="7908" y="2049"/>
                </a:cubicBezTo>
                <a:cubicBezTo>
                  <a:pt x="8444" y="2049"/>
                  <a:pt x="8916" y="1576"/>
                  <a:pt x="8916" y="1009"/>
                </a:cubicBezTo>
                <a:cubicBezTo>
                  <a:pt x="8916" y="474"/>
                  <a:pt x="8444" y="1"/>
                  <a:pt x="790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6" name="Google Shape;8056;p37"/>
          <p:cNvSpPr/>
          <p:nvPr/>
        </p:nvSpPr>
        <p:spPr>
          <a:xfrm>
            <a:off x="4674748" y="3355531"/>
            <a:ext cx="480980" cy="482230"/>
          </a:xfrm>
          <a:custGeom>
            <a:rect b="b" l="l" r="r" t="t"/>
            <a:pathLst>
              <a:path extrusionOk="0" h="11689" w="11658">
                <a:moveTo>
                  <a:pt x="10586" y="725"/>
                </a:moveTo>
                <a:cubicBezTo>
                  <a:pt x="10807" y="725"/>
                  <a:pt x="10964" y="883"/>
                  <a:pt x="10964" y="1072"/>
                </a:cubicBezTo>
                <a:lnTo>
                  <a:pt x="10964" y="7593"/>
                </a:lnTo>
                <a:lnTo>
                  <a:pt x="631" y="7593"/>
                </a:lnTo>
                <a:lnTo>
                  <a:pt x="631" y="1072"/>
                </a:lnTo>
                <a:cubicBezTo>
                  <a:pt x="662" y="883"/>
                  <a:pt x="820" y="725"/>
                  <a:pt x="977" y="725"/>
                </a:cubicBezTo>
                <a:close/>
                <a:moveTo>
                  <a:pt x="10996" y="8286"/>
                </a:moveTo>
                <a:lnTo>
                  <a:pt x="10996" y="8633"/>
                </a:lnTo>
                <a:cubicBezTo>
                  <a:pt x="10996" y="8822"/>
                  <a:pt x="10838" y="8980"/>
                  <a:pt x="10618" y="8980"/>
                </a:cubicBezTo>
                <a:lnTo>
                  <a:pt x="1009" y="8980"/>
                </a:lnTo>
                <a:cubicBezTo>
                  <a:pt x="820" y="8980"/>
                  <a:pt x="662" y="8822"/>
                  <a:pt x="662" y="8633"/>
                </a:cubicBezTo>
                <a:lnTo>
                  <a:pt x="662" y="8286"/>
                </a:lnTo>
                <a:close/>
                <a:moveTo>
                  <a:pt x="6617" y="9641"/>
                </a:moveTo>
                <a:lnTo>
                  <a:pt x="6932" y="11027"/>
                </a:lnTo>
                <a:lnTo>
                  <a:pt x="4632" y="11027"/>
                </a:lnTo>
                <a:lnTo>
                  <a:pt x="4947" y="9641"/>
                </a:ln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8570"/>
                </a:lnTo>
                <a:cubicBezTo>
                  <a:pt x="1" y="9137"/>
                  <a:pt x="473" y="9610"/>
                  <a:pt x="1009" y="9610"/>
                </a:cubicBezTo>
                <a:lnTo>
                  <a:pt x="4285" y="9610"/>
                </a:lnTo>
                <a:lnTo>
                  <a:pt x="3970" y="10996"/>
                </a:lnTo>
                <a:lnTo>
                  <a:pt x="3057" y="10996"/>
                </a:lnTo>
                <a:cubicBezTo>
                  <a:pt x="2868" y="10996"/>
                  <a:pt x="2710" y="11153"/>
                  <a:pt x="2710" y="11342"/>
                </a:cubicBezTo>
                <a:cubicBezTo>
                  <a:pt x="2710" y="11531"/>
                  <a:pt x="2868" y="11689"/>
                  <a:pt x="3057" y="11689"/>
                </a:cubicBezTo>
                <a:lnTo>
                  <a:pt x="8538" y="11689"/>
                </a:lnTo>
                <a:cubicBezTo>
                  <a:pt x="8727" y="11689"/>
                  <a:pt x="8885" y="11531"/>
                  <a:pt x="8885" y="11342"/>
                </a:cubicBezTo>
                <a:cubicBezTo>
                  <a:pt x="8885" y="11153"/>
                  <a:pt x="8727" y="10996"/>
                  <a:pt x="8538" y="10996"/>
                </a:cubicBezTo>
                <a:lnTo>
                  <a:pt x="7625" y="10996"/>
                </a:lnTo>
                <a:lnTo>
                  <a:pt x="7310" y="9610"/>
                </a:lnTo>
                <a:lnTo>
                  <a:pt x="10618" y="9610"/>
                </a:lnTo>
                <a:cubicBezTo>
                  <a:pt x="11185" y="9610"/>
                  <a:pt x="11657" y="9137"/>
                  <a:pt x="11657" y="8570"/>
                </a:cubicBezTo>
                <a:lnTo>
                  <a:pt x="11657" y="1040"/>
                </a:lnTo>
                <a:cubicBezTo>
                  <a:pt x="11657" y="473"/>
                  <a:pt x="11185" y="1"/>
                  <a:pt x="1061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7" name="Google Shape;8057;p37"/>
          <p:cNvSpPr/>
          <p:nvPr/>
        </p:nvSpPr>
        <p:spPr>
          <a:xfrm>
            <a:off x="1691093" y="3471850"/>
            <a:ext cx="142990" cy="140399"/>
          </a:xfrm>
          <a:custGeom>
            <a:rect b="b" l="l" r="r" t="t"/>
            <a:pathLst>
              <a:path extrusionOk="0" h="3403" w="3466">
                <a:moveTo>
                  <a:pt x="1702" y="599"/>
                </a:moveTo>
                <a:cubicBezTo>
                  <a:pt x="1922" y="599"/>
                  <a:pt x="2080" y="788"/>
                  <a:pt x="2080" y="977"/>
                </a:cubicBezTo>
                <a:cubicBezTo>
                  <a:pt x="2080" y="1166"/>
                  <a:pt x="1922" y="1324"/>
                  <a:pt x="1702" y="1324"/>
                </a:cubicBezTo>
                <a:cubicBezTo>
                  <a:pt x="1512" y="1324"/>
                  <a:pt x="1355" y="1166"/>
                  <a:pt x="1355" y="977"/>
                </a:cubicBezTo>
                <a:cubicBezTo>
                  <a:pt x="1355" y="788"/>
                  <a:pt x="1512" y="599"/>
                  <a:pt x="1702" y="599"/>
                </a:cubicBezTo>
                <a:close/>
                <a:moveTo>
                  <a:pt x="1765" y="2048"/>
                </a:moveTo>
                <a:cubicBezTo>
                  <a:pt x="2174" y="2048"/>
                  <a:pt x="2584" y="2300"/>
                  <a:pt x="2741" y="2710"/>
                </a:cubicBezTo>
                <a:lnTo>
                  <a:pt x="756" y="2710"/>
                </a:lnTo>
                <a:cubicBezTo>
                  <a:pt x="914" y="2300"/>
                  <a:pt x="1292" y="2048"/>
                  <a:pt x="1765" y="2048"/>
                </a:cubicBezTo>
                <a:close/>
                <a:moveTo>
                  <a:pt x="1702" y="0"/>
                </a:moveTo>
                <a:cubicBezTo>
                  <a:pt x="1166" y="0"/>
                  <a:pt x="693" y="441"/>
                  <a:pt x="693" y="1009"/>
                </a:cubicBezTo>
                <a:cubicBezTo>
                  <a:pt x="693" y="1198"/>
                  <a:pt x="788" y="1387"/>
                  <a:pt x="851" y="1576"/>
                </a:cubicBezTo>
                <a:cubicBezTo>
                  <a:pt x="347" y="1891"/>
                  <a:pt x="0" y="2426"/>
                  <a:pt x="0" y="3056"/>
                </a:cubicBezTo>
                <a:cubicBezTo>
                  <a:pt x="0" y="3245"/>
                  <a:pt x="158" y="3403"/>
                  <a:pt x="347" y="3403"/>
                </a:cubicBezTo>
                <a:lnTo>
                  <a:pt x="3088" y="3403"/>
                </a:lnTo>
                <a:cubicBezTo>
                  <a:pt x="3308" y="3403"/>
                  <a:pt x="3466" y="3245"/>
                  <a:pt x="3466" y="3056"/>
                </a:cubicBezTo>
                <a:cubicBezTo>
                  <a:pt x="3434" y="2426"/>
                  <a:pt x="3088" y="1828"/>
                  <a:pt x="2584" y="1576"/>
                </a:cubicBezTo>
                <a:cubicBezTo>
                  <a:pt x="2710" y="1387"/>
                  <a:pt x="2741" y="1198"/>
                  <a:pt x="2741" y="1009"/>
                </a:cubicBezTo>
                <a:cubicBezTo>
                  <a:pt x="2741" y="441"/>
                  <a:pt x="2269" y="0"/>
                  <a:pt x="1702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8" name="Google Shape;8058;p37"/>
          <p:cNvSpPr/>
          <p:nvPr/>
        </p:nvSpPr>
        <p:spPr>
          <a:xfrm>
            <a:off x="1523427" y="3752600"/>
            <a:ext cx="478339" cy="84531"/>
          </a:xfrm>
          <a:custGeom>
            <a:rect b="b" l="l" r="r" t="t"/>
            <a:pathLst>
              <a:path extrusionOk="0" h="2049" w="11594">
                <a:moveTo>
                  <a:pt x="3056" y="662"/>
                </a:moveTo>
                <a:cubicBezTo>
                  <a:pt x="3277" y="662"/>
                  <a:pt x="3434" y="820"/>
                  <a:pt x="3434" y="1009"/>
                </a:cubicBezTo>
                <a:cubicBezTo>
                  <a:pt x="3434" y="1229"/>
                  <a:pt x="3277" y="1387"/>
                  <a:pt x="3056" y="1387"/>
                </a:cubicBezTo>
                <a:lnTo>
                  <a:pt x="1008" y="1387"/>
                </a:lnTo>
                <a:cubicBezTo>
                  <a:pt x="819" y="1387"/>
                  <a:pt x="662" y="1229"/>
                  <a:pt x="662" y="1009"/>
                </a:cubicBezTo>
                <a:cubicBezTo>
                  <a:pt x="662" y="820"/>
                  <a:pt x="819" y="662"/>
                  <a:pt x="1008" y="662"/>
                </a:cubicBezTo>
                <a:close/>
                <a:moveTo>
                  <a:pt x="10586" y="693"/>
                </a:moveTo>
                <a:cubicBezTo>
                  <a:pt x="10775" y="693"/>
                  <a:pt x="10932" y="851"/>
                  <a:pt x="10932" y="1072"/>
                </a:cubicBezTo>
                <a:cubicBezTo>
                  <a:pt x="10901" y="1229"/>
                  <a:pt x="10775" y="1387"/>
                  <a:pt x="10586" y="1387"/>
                </a:cubicBezTo>
                <a:lnTo>
                  <a:pt x="4001" y="1387"/>
                </a:lnTo>
                <a:cubicBezTo>
                  <a:pt x="4096" y="1166"/>
                  <a:pt x="4096" y="914"/>
                  <a:pt x="4001" y="693"/>
                </a:cubicBezTo>
                <a:close/>
                <a:moveTo>
                  <a:pt x="1008" y="0"/>
                </a:moveTo>
                <a:cubicBezTo>
                  <a:pt x="473" y="0"/>
                  <a:pt x="0" y="473"/>
                  <a:pt x="0" y="1009"/>
                </a:cubicBezTo>
                <a:cubicBezTo>
                  <a:pt x="0" y="1576"/>
                  <a:pt x="473" y="2048"/>
                  <a:pt x="1008" y="2048"/>
                </a:cubicBezTo>
                <a:lnTo>
                  <a:pt x="10586" y="2048"/>
                </a:lnTo>
                <a:cubicBezTo>
                  <a:pt x="11121" y="2048"/>
                  <a:pt x="11594" y="1576"/>
                  <a:pt x="11594" y="1009"/>
                </a:cubicBezTo>
                <a:cubicBezTo>
                  <a:pt x="11594" y="473"/>
                  <a:pt x="11121" y="0"/>
                  <a:pt x="10586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59" name="Google Shape;8059;p37"/>
          <p:cNvSpPr/>
          <p:nvPr/>
        </p:nvSpPr>
        <p:spPr>
          <a:xfrm>
            <a:off x="1522107" y="3356167"/>
            <a:ext cx="482230" cy="368223"/>
          </a:xfrm>
          <a:custGeom>
            <a:rect b="b" l="l" r="r" t="t"/>
            <a:pathLst>
              <a:path extrusionOk="0" h="8925" w="11689">
                <a:moveTo>
                  <a:pt x="3813" y="662"/>
                </a:moveTo>
                <a:cubicBezTo>
                  <a:pt x="4002" y="662"/>
                  <a:pt x="4159" y="820"/>
                  <a:pt x="4159" y="1009"/>
                </a:cubicBezTo>
                <a:lnTo>
                  <a:pt x="4159" y="1355"/>
                </a:lnTo>
                <a:lnTo>
                  <a:pt x="3813" y="1355"/>
                </a:lnTo>
                <a:cubicBezTo>
                  <a:pt x="3246" y="1355"/>
                  <a:pt x="2773" y="1828"/>
                  <a:pt x="2773" y="2395"/>
                </a:cubicBezTo>
                <a:lnTo>
                  <a:pt x="2773" y="4978"/>
                </a:lnTo>
                <a:lnTo>
                  <a:pt x="2080" y="5703"/>
                </a:lnTo>
                <a:lnTo>
                  <a:pt x="2080" y="5199"/>
                </a:lnTo>
                <a:cubicBezTo>
                  <a:pt x="2080" y="4978"/>
                  <a:pt x="1922" y="4821"/>
                  <a:pt x="1702" y="4821"/>
                </a:cubicBezTo>
                <a:lnTo>
                  <a:pt x="1040" y="4821"/>
                </a:lnTo>
                <a:cubicBezTo>
                  <a:pt x="851" y="4821"/>
                  <a:pt x="694" y="4663"/>
                  <a:pt x="694" y="4474"/>
                </a:cubicBezTo>
                <a:lnTo>
                  <a:pt x="694" y="1009"/>
                </a:lnTo>
                <a:cubicBezTo>
                  <a:pt x="694" y="820"/>
                  <a:pt x="851" y="662"/>
                  <a:pt x="1040" y="662"/>
                </a:cubicBezTo>
                <a:close/>
                <a:moveTo>
                  <a:pt x="10649" y="662"/>
                </a:moveTo>
                <a:cubicBezTo>
                  <a:pt x="10838" y="662"/>
                  <a:pt x="10996" y="820"/>
                  <a:pt x="10996" y="1009"/>
                </a:cubicBezTo>
                <a:lnTo>
                  <a:pt x="10996" y="4474"/>
                </a:lnTo>
                <a:cubicBezTo>
                  <a:pt x="10996" y="4695"/>
                  <a:pt x="10838" y="4852"/>
                  <a:pt x="10649" y="4852"/>
                </a:cubicBezTo>
                <a:lnTo>
                  <a:pt x="9893" y="4852"/>
                </a:lnTo>
                <a:cubicBezTo>
                  <a:pt x="9704" y="4852"/>
                  <a:pt x="9547" y="5010"/>
                  <a:pt x="9547" y="5199"/>
                </a:cubicBezTo>
                <a:lnTo>
                  <a:pt x="9547" y="5703"/>
                </a:lnTo>
                <a:lnTo>
                  <a:pt x="8885" y="5010"/>
                </a:lnTo>
                <a:lnTo>
                  <a:pt x="8885" y="2395"/>
                </a:lnTo>
                <a:cubicBezTo>
                  <a:pt x="8885" y="1859"/>
                  <a:pt x="8412" y="1387"/>
                  <a:pt x="7845" y="1387"/>
                </a:cubicBezTo>
                <a:lnTo>
                  <a:pt x="7499" y="1387"/>
                </a:lnTo>
                <a:lnTo>
                  <a:pt x="7499" y="1009"/>
                </a:lnTo>
                <a:cubicBezTo>
                  <a:pt x="7499" y="820"/>
                  <a:pt x="7656" y="662"/>
                  <a:pt x="7845" y="662"/>
                </a:cubicBezTo>
                <a:close/>
                <a:moveTo>
                  <a:pt x="7845" y="2048"/>
                </a:moveTo>
                <a:cubicBezTo>
                  <a:pt x="8066" y="2048"/>
                  <a:pt x="8223" y="2206"/>
                  <a:pt x="8223" y="2395"/>
                </a:cubicBezTo>
                <a:lnTo>
                  <a:pt x="8223" y="6522"/>
                </a:lnTo>
                <a:cubicBezTo>
                  <a:pt x="8223" y="6742"/>
                  <a:pt x="8066" y="6900"/>
                  <a:pt x="7845" y="6900"/>
                </a:cubicBezTo>
                <a:lnTo>
                  <a:pt x="6711" y="6900"/>
                </a:lnTo>
                <a:cubicBezTo>
                  <a:pt x="6585" y="6900"/>
                  <a:pt x="6491" y="6931"/>
                  <a:pt x="6428" y="7057"/>
                </a:cubicBezTo>
                <a:lnTo>
                  <a:pt x="5798" y="8003"/>
                </a:lnTo>
                <a:lnTo>
                  <a:pt x="5167" y="7057"/>
                </a:lnTo>
                <a:cubicBezTo>
                  <a:pt x="5104" y="6963"/>
                  <a:pt x="5010" y="6900"/>
                  <a:pt x="4915" y="6900"/>
                </a:cubicBezTo>
                <a:lnTo>
                  <a:pt x="3750" y="6900"/>
                </a:lnTo>
                <a:cubicBezTo>
                  <a:pt x="3561" y="6900"/>
                  <a:pt x="3403" y="6742"/>
                  <a:pt x="3403" y="6522"/>
                </a:cubicBezTo>
                <a:lnTo>
                  <a:pt x="3403" y="2395"/>
                </a:lnTo>
                <a:cubicBezTo>
                  <a:pt x="3403" y="2206"/>
                  <a:pt x="3561" y="2048"/>
                  <a:pt x="3750" y="2048"/>
                </a:cubicBezTo>
                <a:close/>
                <a:moveTo>
                  <a:pt x="1009" y="0"/>
                </a:moveTo>
                <a:cubicBezTo>
                  <a:pt x="473" y="0"/>
                  <a:pt x="1" y="473"/>
                  <a:pt x="1" y="1009"/>
                </a:cubicBezTo>
                <a:lnTo>
                  <a:pt x="1" y="4474"/>
                </a:lnTo>
                <a:cubicBezTo>
                  <a:pt x="1" y="5041"/>
                  <a:pt x="473" y="5514"/>
                  <a:pt x="1009" y="5514"/>
                </a:cubicBezTo>
                <a:lnTo>
                  <a:pt x="1355" y="5514"/>
                </a:lnTo>
                <a:lnTo>
                  <a:pt x="1355" y="6522"/>
                </a:lnTo>
                <a:cubicBezTo>
                  <a:pt x="1355" y="6736"/>
                  <a:pt x="1544" y="6877"/>
                  <a:pt x="1724" y="6877"/>
                </a:cubicBezTo>
                <a:cubicBezTo>
                  <a:pt x="1809" y="6877"/>
                  <a:pt x="1893" y="6845"/>
                  <a:pt x="1954" y="6774"/>
                </a:cubicBezTo>
                <a:lnTo>
                  <a:pt x="2742" y="5986"/>
                </a:lnTo>
                <a:lnTo>
                  <a:pt x="2742" y="6522"/>
                </a:lnTo>
                <a:cubicBezTo>
                  <a:pt x="2742" y="7089"/>
                  <a:pt x="3214" y="7562"/>
                  <a:pt x="3781" y="7562"/>
                </a:cubicBezTo>
                <a:lnTo>
                  <a:pt x="4726" y="7562"/>
                </a:lnTo>
                <a:lnTo>
                  <a:pt x="5545" y="8759"/>
                </a:lnTo>
                <a:cubicBezTo>
                  <a:pt x="5608" y="8869"/>
                  <a:pt x="5719" y="8924"/>
                  <a:pt x="5825" y="8924"/>
                </a:cubicBezTo>
                <a:cubicBezTo>
                  <a:pt x="5931" y="8924"/>
                  <a:pt x="6034" y="8869"/>
                  <a:pt x="6081" y="8759"/>
                </a:cubicBezTo>
                <a:lnTo>
                  <a:pt x="6932" y="7562"/>
                </a:lnTo>
                <a:lnTo>
                  <a:pt x="7877" y="7562"/>
                </a:lnTo>
                <a:cubicBezTo>
                  <a:pt x="8412" y="7562"/>
                  <a:pt x="8885" y="7089"/>
                  <a:pt x="8885" y="6522"/>
                </a:cubicBezTo>
                <a:lnTo>
                  <a:pt x="8885" y="5986"/>
                </a:lnTo>
                <a:lnTo>
                  <a:pt x="9673" y="6774"/>
                </a:lnTo>
                <a:cubicBezTo>
                  <a:pt x="9733" y="6845"/>
                  <a:pt x="9817" y="6877"/>
                  <a:pt x="9903" y="6877"/>
                </a:cubicBezTo>
                <a:cubicBezTo>
                  <a:pt x="10083" y="6877"/>
                  <a:pt x="10271" y="6736"/>
                  <a:pt x="10271" y="6522"/>
                </a:cubicBezTo>
                <a:lnTo>
                  <a:pt x="10271" y="5514"/>
                </a:lnTo>
                <a:lnTo>
                  <a:pt x="10649" y="5514"/>
                </a:lnTo>
                <a:cubicBezTo>
                  <a:pt x="11216" y="5514"/>
                  <a:pt x="11689" y="5041"/>
                  <a:pt x="11689" y="4474"/>
                </a:cubicBezTo>
                <a:lnTo>
                  <a:pt x="11689" y="1009"/>
                </a:lnTo>
                <a:cubicBezTo>
                  <a:pt x="11689" y="441"/>
                  <a:pt x="11216" y="0"/>
                  <a:pt x="10649" y="0"/>
                </a:cubicBezTo>
                <a:lnTo>
                  <a:pt x="7845" y="0"/>
                </a:lnTo>
                <a:cubicBezTo>
                  <a:pt x="7310" y="0"/>
                  <a:pt x="6837" y="473"/>
                  <a:pt x="6837" y="1009"/>
                </a:cubicBezTo>
                <a:lnTo>
                  <a:pt x="6837" y="1387"/>
                </a:lnTo>
                <a:lnTo>
                  <a:pt x="4789" y="1387"/>
                </a:lnTo>
                <a:lnTo>
                  <a:pt x="4789" y="1009"/>
                </a:lnTo>
                <a:cubicBezTo>
                  <a:pt x="4789" y="473"/>
                  <a:pt x="4317" y="0"/>
                  <a:pt x="378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0" name="Google Shape;8060;p37"/>
          <p:cNvSpPr/>
          <p:nvPr/>
        </p:nvSpPr>
        <p:spPr>
          <a:xfrm>
            <a:off x="297911" y="3354869"/>
            <a:ext cx="425050" cy="483579"/>
          </a:xfrm>
          <a:custGeom>
            <a:rect b="b" l="l" r="r" t="t"/>
            <a:pathLst>
              <a:path extrusionOk="0" h="11721" w="10303">
                <a:moveTo>
                  <a:pt x="1355" y="693"/>
                </a:moveTo>
                <a:lnTo>
                  <a:pt x="1355" y="1387"/>
                </a:lnTo>
                <a:lnTo>
                  <a:pt x="694" y="1387"/>
                </a:lnTo>
                <a:lnTo>
                  <a:pt x="694" y="693"/>
                </a:lnTo>
                <a:close/>
                <a:moveTo>
                  <a:pt x="9546" y="693"/>
                </a:moveTo>
                <a:lnTo>
                  <a:pt x="9546" y="1387"/>
                </a:lnTo>
                <a:lnTo>
                  <a:pt x="8885" y="1387"/>
                </a:lnTo>
                <a:lnTo>
                  <a:pt x="8885" y="693"/>
                </a:lnTo>
                <a:close/>
                <a:moveTo>
                  <a:pt x="8223" y="1387"/>
                </a:moveTo>
                <a:lnTo>
                  <a:pt x="8223" y="1733"/>
                </a:lnTo>
                <a:cubicBezTo>
                  <a:pt x="8223" y="1922"/>
                  <a:pt x="8381" y="2080"/>
                  <a:pt x="8570" y="2080"/>
                </a:cubicBezTo>
                <a:lnTo>
                  <a:pt x="8916" y="2080"/>
                </a:lnTo>
                <a:lnTo>
                  <a:pt x="8916" y="9641"/>
                </a:lnTo>
                <a:lnTo>
                  <a:pt x="8538" y="9641"/>
                </a:lnTo>
                <a:cubicBezTo>
                  <a:pt x="8349" y="9641"/>
                  <a:pt x="8192" y="9798"/>
                  <a:pt x="8192" y="9987"/>
                </a:cubicBezTo>
                <a:lnTo>
                  <a:pt x="8192" y="10365"/>
                </a:lnTo>
                <a:lnTo>
                  <a:pt x="2080" y="10365"/>
                </a:lnTo>
                <a:lnTo>
                  <a:pt x="2080" y="9987"/>
                </a:lnTo>
                <a:cubicBezTo>
                  <a:pt x="2080" y="9798"/>
                  <a:pt x="1922" y="9641"/>
                  <a:pt x="1733" y="9641"/>
                </a:cubicBezTo>
                <a:lnTo>
                  <a:pt x="1355" y="9641"/>
                </a:lnTo>
                <a:lnTo>
                  <a:pt x="1355" y="2080"/>
                </a:lnTo>
                <a:lnTo>
                  <a:pt x="1733" y="2080"/>
                </a:lnTo>
                <a:cubicBezTo>
                  <a:pt x="1922" y="2080"/>
                  <a:pt x="2080" y="1922"/>
                  <a:pt x="2080" y="1733"/>
                </a:cubicBezTo>
                <a:lnTo>
                  <a:pt x="2080" y="1387"/>
                </a:lnTo>
                <a:close/>
                <a:moveTo>
                  <a:pt x="1355" y="10365"/>
                </a:moveTo>
                <a:lnTo>
                  <a:pt x="1355" y="11027"/>
                </a:lnTo>
                <a:lnTo>
                  <a:pt x="694" y="11027"/>
                </a:lnTo>
                <a:lnTo>
                  <a:pt x="694" y="10365"/>
                </a:lnTo>
                <a:close/>
                <a:moveTo>
                  <a:pt x="9609" y="10365"/>
                </a:moveTo>
                <a:lnTo>
                  <a:pt x="9609" y="11027"/>
                </a:lnTo>
                <a:lnTo>
                  <a:pt x="8916" y="11027"/>
                </a:lnTo>
                <a:lnTo>
                  <a:pt x="8916" y="10365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4" y="2080"/>
                </a:lnTo>
                <a:lnTo>
                  <a:pt x="694" y="9641"/>
                </a:lnTo>
                <a:lnTo>
                  <a:pt x="347" y="9641"/>
                </a:lnTo>
                <a:cubicBezTo>
                  <a:pt x="158" y="9641"/>
                  <a:pt x="0" y="9798"/>
                  <a:pt x="0" y="9987"/>
                </a:cubicBezTo>
                <a:lnTo>
                  <a:pt x="0" y="11374"/>
                </a:lnTo>
                <a:cubicBezTo>
                  <a:pt x="0" y="11563"/>
                  <a:pt x="158" y="11720"/>
                  <a:pt x="347" y="11720"/>
                </a:cubicBezTo>
                <a:lnTo>
                  <a:pt x="1733" y="11720"/>
                </a:lnTo>
                <a:cubicBezTo>
                  <a:pt x="1922" y="11720"/>
                  <a:pt x="2080" y="11563"/>
                  <a:pt x="2080" y="11374"/>
                </a:cubicBezTo>
                <a:lnTo>
                  <a:pt x="2080" y="11027"/>
                </a:lnTo>
                <a:lnTo>
                  <a:pt x="8223" y="11027"/>
                </a:lnTo>
                <a:lnTo>
                  <a:pt x="8223" y="11374"/>
                </a:lnTo>
                <a:cubicBezTo>
                  <a:pt x="8223" y="11563"/>
                  <a:pt x="8381" y="11720"/>
                  <a:pt x="8570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74"/>
                </a:cubicBezTo>
                <a:lnTo>
                  <a:pt x="10303" y="9987"/>
                </a:lnTo>
                <a:cubicBezTo>
                  <a:pt x="10303" y="9798"/>
                  <a:pt x="10145" y="9641"/>
                  <a:pt x="9956" y="9641"/>
                </a:cubicBezTo>
                <a:lnTo>
                  <a:pt x="9609" y="9641"/>
                </a:lnTo>
                <a:lnTo>
                  <a:pt x="9609" y="2080"/>
                </a:lnTo>
                <a:lnTo>
                  <a:pt x="9924" y="2080"/>
                </a:lnTo>
                <a:cubicBezTo>
                  <a:pt x="10113" y="2080"/>
                  <a:pt x="10271" y="1922"/>
                  <a:pt x="10271" y="1733"/>
                </a:cubicBezTo>
                <a:lnTo>
                  <a:pt x="10271" y="347"/>
                </a:lnTo>
                <a:cubicBezTo>
                  <a:pt x="10271" y="158"/>
                  <a:pt x="10113" y="0"/>
                  <a:pt x="9924" y="0"/>
                </a:cubicBezTo>
                <a:lnTo>
                  <a:pt x="8538" y="0"/>
                </a:lnTo>
                <a:cubicBezTo>
                  <a:pt x="8349" y="0"/>
                  <a:pt x="8192" y="158"/>
                  <a:pt x="8192" y="347"/>
                </a:cubicBezTo>
                <a:lnTo>
                  <a:pt x="8192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1" name="Google Shape;8061;p37"/>
          <p:cNvSpPr/>
          <p:nvPr/>
        </p:nvSpPr>
        <p:spPr>
          <a:xfrm>
            <a:off x="410995" y="3668086"/>
            <a:ext cx="198890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9"/>
                  <a:pt x="0" y="348"/>
                </a:cubicBezTo>
                <a:cubicBezTo>
                  <a:pt x="0" y="568"/>
                  <a:pt x="158" y="726"/>
                  <a:pt x="347" y="726"/>
                </a:cubicBezTo>
                <a:lnTo>
                  <a:pt x="4443" y="726"/>
                </a:lnTo>
                <a:cubicBezTo>
                  <a:pt x="4663" y="726"/>
                  <a:pt x="4821" y="568"/>
                  <a:pt x="4821" y="348"/>
                </a:cubicBezTo>
                <a:cubicBezTo>
                  <a:pt x="4821" y="159"/>
                  <a:pt x="4663" y="1"/>
                  <a:pt x="444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2" name="Google Shape;8062;p37"/>
          <p:cNvSpPr/>
          <p:nvPr/>
        </p:nvSpPr>
        <p:spPr>
          <a:xfrm>
            <a:off x="410995" y="3725309"/>
            <a:ext cx="198890" cy="28633"/>
          </a:xfrm>
          <a:custGeom>
            <a:rect b="b" l="l" r="r" t="t"/>
            <a:pathLst>
              <a:path extrusionOk="0" h="694" w="4821"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cubicBezTo>
                  <a:pt x="0" y="536"/>
                  <a:pt x="158" y="693"/>
                  <a:pt x="347" y="693"/>
                </a:cubicBezTo>
                <a:lnTo>
                  <a:pt x="4443" y="693"/>
                </a:lnTo>
                <a:cubicBezTo>
                  <a:pt x="4663" y="693"/>
                  <a:pt x="4821" y="536"/>
                  <a:pt x="4821" y="347"/>
                </a:cubicBezTo>
                <a:cubicBezTo>
                  <a:pt x="4821" y="158"/>
                  <a:pt x="4663" y="0"/>
                  <a:pt x="444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3" name="Google Shape;8063;p37"/>
          <p:cNvSpPr/>
          <p:nvPr/>
        </p:nvSpPr>
        <p:spPr>
          <a:xfrm>
            <a:off x="386281" y="3440641"/>
            <a:ext cx="253527" cy="192413"/>
          </a:xfrm>
          <a:custGeom>
            <a:rect b="b" l="l" r="r" t="t"/>
            <a:pathLst>
              <a:path extrusionOk="0" h="4664" w="6145">
                <a:moveTo>
                  <a:pt x="4695" y="662"/>
                </a:moveTo>
                <a:lnTo>
                  <a:pt x="2994" y="1985"/>
                </a:lnTo>
                <a:lnTo>
                  <a:pt x="1261" y="662"/>
                </a:lnTo>
                <a:close/>
                <a:moveTo>
                  <a:pt x="599" y="1040"/>
                </a:moveTo>
                <a:lnTo>
                  <a:pt x="2427" y="2395"/>
                </a:lnTo>
                <a:lnTo>
                  <a:pt x="599" y="3781"/>
                </a:lnTo>
                <a:lnTo>
                  <a:pt x="599" y="1040"/>
                </a:lnTo>
                <a:close/>
                <a:moveTo>
                  <a:pt x="5357" y="1040"/>
                </a:moveTo>
                <a:lnTo>
                  <a:pt x="5357" y="3781"/>
                </a:lnTo>
                <a:lnTo>
                  <a:pt x="3561" y="2395"/>
                </a:lnTo>
                <a:lnTo>
                  <a:pt x="5357" y="1040"/>
                </a:lnTo>
                <a:close/>
                <a:moveTo>
                  <a:pt x="2994" y="2836"/>
                </a:moveTo>
                <a:lnTo>
                  <a:pt x="4695" y="4128"/>
                </a:lnTo>
                <a:lnTo>
                  <a:pt x="1292" y="4128"/>
                </a:lnTo>
                <a:lnTo>
                  <a:pt x="2994" y="2836"/>
                </a:lnTo>
                <a:close/>
                <a:moveTo>
                  <a:pt x="316" y="1"/>
                </a:moveTo>
                <a:cubicBezTo>
                  <a:pt x="158" y="1"/>
                  <a:pt x="1" y="127"/>
                  <a:pt x="1" y="284"/>
                </a:cubicBezTo>
                <a:lnTo>
                  <a:pt x="1" y="4380"/>
                </a:lnTo>
                <a:cubicBezTo>
                  <a:pt x="64" y="4506"/>
                  <a:pt x="127" y="4600"/>
                  <a:pt x="253" y="4663"/>
                </a:cubicBezTo>
                <a:lnTo>
                  <a:pt x="5798" y="4663"/>
                </a:lnTo>
                <a:cubicBezTo>
                  <a:pt x="5955" y="4663"/>
                  <a:pt x="6113" y="4537"/>
                  <a:pt x="6144" y="4317"/>
                </a:cubicBezTo>
                <a:lnTo>
                  <a:pt x="6081" y="316"/>
                </a:lnTo>
                <a:cubicBezTo>
                  <a:pt x="6081" y="158"/>
                  <a:pt x="5955" y="32"/>
                  <a:pt x="5798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4" name="Google Shape;8064;p37"/>
          <p:cNvSpPr/>
          <p:nvPr/>
        </p:nvSpPr>
        <p:spPr>
          <a:xfrm>
            <a:off x="2158907" y="3355830"/>
            <a:ext cx="503053" cy="481640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5" name="Google Shape;8065;p37"/>
          <p:cNvSpPr/>
          <p:nvPr/>
        </p:nvSpPr>
        <p:spPr>
          <a:xfrm>
            <a:off x="4058231" y="3355531"/>
            <a:ext cx="480980" cy="482230"/>
          </a:xfrm>
          <a:custGeom>
            <a:rect b="b" l="l" r="r" t="t"/>
            <a:pathLst>
              <a:path extrusionOk="0" h="11689" w="11658">
                <a:moveTo>
                  <a:pt x="10617" y="662"/>
                </a:moveTo>
                <a:cubicBezTo>
                  <a:pt x="10806" y="662"/>
                  <a:pt x="10964" y="820"/>
                  <a:pt x="10964" y="1009"/>
                </a:cubicBezTo>
                <a:lnTo>
                  <a:pt x="10964" y="2710"/>
                </a:lnTo>
                <a:lnTo>
                  <a:pt x="662" y="2710"/>
                </a:lnTo>
                <a:lnTo>
                  <a:pt x="662" y="1009"/>
                </a:lnTo>
                <a:cubicBezTo>
                  <a:pt x="662" y="820"/>
                  <a:pt x="819" y="662"/>
                  <a:pt x="1008" y="662"/>
                </a:cubicBezTo>
                <a:close/>
                <a:moveTo>
                  <a:pt x="10933" y="3372"/>
                </a:moveTo>
                <a:lnTo>
                  <a:pt x="10933" y="9232"/>
                </a:lnTo>
                <a:cubicBezTo>
                  <a:pt x="10964" y="9484"/>
                  <a:pt x="10806" y="9610"/>
                  <a:pt x="10617" y="9610"/>
                </a:cubicBezTo>
                <a:lnTo>
                  <a:pt x="8916" y="9610"/>
                </a:lnTo>
                <a:lnTo>
                  <a:pt x="8570" y="9232"/>
                </a:lnTo>
                <a:cubicBezTo>
                  <a:pt x="8601" y="9169"/>
                  <a:pt x="8664" y="9043"/>
                  <a:pt x="8696" y="8917"/>
                </a:cubicBezTo>
                <a:lnTo>
                  <a:pt x="9200" y="8917"/>
                </a:lnTo>
                <a:cubicBezTo>
                  <a:pt x="9389" y="8917"/>
                  <a:pt x="9546" y="8759"/>
                  <a:pt x="9546" y="8570"/>
                </a:cubicBezTo>
                <a:lnTo>
                  <a:pt x="9546" y="7184"/>
                </a:lnTo>
                <a:cubicBezTo>
                  <a:pt x="9546" y="6995"/>
                  <a:pt x="9389" y="6837"/>
                  <a:pt x="9200" y="6837"/>
                </a:cubicBezTo>
                <a:lnTo>
                  <a:pt x="8696" y="6837"/>
                </a:lnTo>
                <a:cubicBezTo>
                  <a:pt x="8664" y="6711"/>
                  <a:pt x="8601" y="6648"/>
                  <a:pt x="8570" y="6522"/>
                </a:cubicBezTo>
                <a:lnTo>
                  <a:pt x="8916" y="6176"/>
                </a:lnTo>
                <a:cubicBezTo>
                  <a:pt x="9042" y="6050"/>
                  <a:pt x="9042" y="5798"/>
                  <a:pt x="8916" y="5703"/>
                </a:cubicBezTo>
                <a:lnTo>
                  <a:pt x="7940" y="4695"/>
                </a:lnTo>
                <a:cubicBezTo>
                  <a:pt x="7877" y="4648"/>
                  <a:pt x="7790" y="4624"/>
                  <a:pt x="7703" y="4624"/>
                </a:cubicBezTo>
                <a:cubicBezTo>
                  <a:pt x="7617" y="4624"/>
                  <a:pt x="7530" y="4648"/>
                  <a:pt x="7467" y="4695"/>
                </a:cubicBezTo>
                <a:lnTo>
                  <a:pt x="7120" y="5073"/>
                </a:lnTo>
                <a:cubicBezTo>
                  <a:pt x="7026" y="5041"/>
                  <a:pt x="6931" y="4978"/>
                  <a:pt x="6805" y="4947"/>
                </a:cubicBezTo>
                <a:lnTo>
                  <a:pt x="6805" y="4443"/>
                </a:lnTo>
                <a:cubicBezTo>
                  <a:pt x="6805" y="4222"/>
                  <a:pt x="6648" y="4065"/>
                  <a:pt x="6459" y="4065"/>
                </a:cubicBezTo>
                <a:lnTo>
                  <a:pt x="5073" y="4065"/>
                </a:lnTo>
                <a:cubicBezTo>
                  <a:pt x="4884" y="4065"/>
                  <a:pt x="4726" y="4222"/>
                  <a:pt x="4726" y="4443"/>
                </a:cubicBezTo>
                <a:lnTo>
                  <a:pt x="4726" y="4947"/>
                </a:lnTo>
                <a:cubicBezTo>
                  <a:pt x="4600" y="4978"/>
                  <a:pt x="4506" y="5010"/>
                  <a:pt x="4411" y="5073"/>
                </a:cubicBezTo>
                <a:lnTo>
                  <a:pt x="4033" y="4695"/>
                </a:lnTo>
                <a:cubicBezTo>
                  <a:pt x="3986" y="4648"/>
                  <a:pt x="3899" y="4624"/>
                  <a:pt x="3808" y="4624"/>
                </a:cubicBezTo>
                <a:cubicBezTo>
                  <a:pt x="3718" y="4624"/>
                  <a:pt x="3623" y="4648"/>
                  <a:pt x="3560" y="4695"/>
                </a:cubicBezTo>
                <a:lnTo>
                  <a:pt x="2584" y="5703"/>
                </a:lnTo>
                <a:cubicBezTo>
                  <a:pt x="2458" y="5829"/>
                  <a:pt x="2458" y="6050"/>
                  <a:pt x="2584" y="6176"/>
                </a:cubicBezTo>
                <a:lnTo>
                  <a:pt x="2930" y="6522"/>
                </a:lnTo>
                <a:cubicBezTo>
                  <a:pt x="2899" y="6585"/>
                  <a:pt x="2867" y="6711"/>
                  <a:pt x="2836" y="6837"/>
                </a:cubicBezTo>
                <a:lnTo>
                  <a:pt x="2300" y="6837"/>
                </a:lnTo>
                <a:cubicBezTo>
                  <a:pt x="2111" y="6837"/>
                  <a:pt x="1954" y="6995"/>
                  <a:pt x="1954" y="7184"/>
                </a:cubicBezTo>
                <a:lnTo>
                  <a:pt x="1954" y="8570"/>
                </a:lnTo>
                <a:cubicBezTo>
                  <a:pt x="1954" y="8759"/>
                  <a:pt x="2111" y="8917"/>
                  <a:pt x="2300" y="8917"/>
                </a:cubicBezTo>
                <a:lnTo>
                  <a:pt x="2836" y="8917"/>
                </a:lnTo>
                <a:cubicBezTo>
                  <a:pt x="2867" y="9043"/>
                  <a:pt x="2899" y="9137"/>
                  <a:pt x="2930" y="9232"/>
                </a:cubicBezTo>
                <a:lnTo>
                  <a:pt x="2584" y="9610"/>
                </a:lnTo>
                <a:lnTo>
                  <a:pt x="977" y="9610"/>
                </a:lnTo>
                <a:cubicBezTo>
                  <a:pt x="788" y="9610"/>
                  <a:pt x="630" y="9452"/>
                  <a:pt x="630" y="9232"/>
                </a:cubicBezTo>
                <a:lnTo>
                  <a:pt x="630" y="3372"/>
                </a:lnTo>
                <a:close/>
                <a:moveTo>
                  <a:pt x="6112" y="4726"/>
                </a:moveTo>
                <a:lnTo>
                  <a:pt x="6112" y="5136"/>
                </a:lnTo>
                <a:cubicBezTo>
                  <a:pt x="6112" y="5294"/>
                  <a:pt x="6207" y="5420"/>
                  <a:pt x="6364" y="5451"/>
                </a:cubicBezTo>
                <a:cubicBezTo>
                  <a:pt x="6553" y="5514"/>
                  <a:pt x="6805" y="5609"/>
                  <a:pt x="6994" y="5735"/>
                </a:cubicBezTo>
                <a:cubicBezTo>
                  <a:pt x="7041" y="5769"/>
                  <a:pt x="7096" y="5783"/>
                  <a:pt x="7153" y="5783"/>
                </a:cubicBezTo>
                <a:cubicBezTo>
                  <a:pt x="7251" y="5783"/>
                  <a:pt x="7356" y="5743"/>
                  <a:pt x="7435" y="5703"/>
                </a:cubicBezTo>
                <a:lnTo>
                  <a:pt x="7751" y="5388"/>
                </a:lnTo>
                <a:lnTo>
                  <a:pt x="8223" y="5861"/>
                </a:lnTo>
                <a:lnTo>
                  <a:pt x="7908" y="6176"/>
                </a:lnTo>
                <a:cubicBezTo>
                  <a:pt x="7782" y="6302"/>
                  <a:pt x="7782" y="6459"/>
                  <a:pt x="7877" y="6617"/>
                </a:cubicBezTo>
                <a:cubicBezTo>
                  <a:pt x="7971" y="6806"/>
                  <a:pt x="8066" y="6995"/>
                  <a:pt x="8129" y="7247"/>
                </a:cubicBezTo>
                <a:cubicBezTo>
                  <a:pt x="8192" y="7404"/>
                  <a:pt x="8286" y="7499"/>
                  <a:pt x="8444" y="7499"/>
                </a:cubicBezTo>
                <a:lnTo>
                  <a:pt x="8885" y="7499"/>
                </a:lnTo>
                <a:lnTo>
                  <a:pt x="8885" y="8192"/>
                </a:lnTo>
                <a:lnTo>
                  <a:pt x="8444" y="8192"/>
                </a:lnTo>
                <a:cubicBezTo>
                  <a:pt x="8286" y="8192"/>
                  <a:pt x="8192" y="8286"/>
                  <a:pt x="8129" y="8444"/>
                </a:cubicBezTo>
                <a:cubicBezTo>
                  <a:pt x="8097" y="8665"/>
                  <a:pt x="7971" y="8885"/>
                  <a:pt x="7877" y="9074"/>
                </a:cubicBezTo>
                <a:cubicBezTo>
                  <a:pt x="7782" y="9200"/>
                  <a:pt x="7814" y="9389"/>
                  <a:pt x="7908" y="9515"/>
                </a:cubicBezTo>
                <a:lnTo>
                  <a:pt x="8223" y="9830"/>
                </a:lnTo>
                <a:lnTo>
                  <a:pt x="7751" y="10303"/>
                </a:lnTo>
                <a:lnTo>
                  <a:pt x="7435" y="9988"/>
                </a:lnTo>
                <a:cubicBezTo>
                  <a:pt x="7368" y="9920"/>
                  <a:pt x="7291" y="9889"/>
                  <a:pt x="7211" y="9889"/>
                </a:cubicBezTo>
                <a:cubicBezTo>
                  <a:pt x="7141" y="9889"/>
                  <a:pt x="7068" y="9912"/>
                  <a:pt x="6994" y="9956"/>
                </a:cubicBezTo>
                <a:cubicBezTo>
                  <a:pt x="6805" y="10082"/>
                  <a:pt x="6616" y="10145"/>
                  <a:pt x="6364" y="10208"/>
                </a:cubicBezTo>
                <a:cubicBezTo>
                  <a:pt x="6207" y="10271"/>
                  <a:pt x="6112" y="10366"/>
                  <a:pt x="6112" y="10555"/>
                </a:cubicBezTo>
                <a:lnTo>
                  <a:pt x="6112" y="10964"/>
                </a:lnTo>
                <a:lnTo>
                  <a:pt x="5419" y="10964"/>
                </a:lnTo>
                <a:lnTo>
                  <a:pt x="5419" y="10555"/>
                </a:lnTo>
                <a:cubicBezTo>
                  <a:pt x="5419" y="10366"/>
                  <a:pt x="5325" y="10271"/>
                  <a:pt x="5167" y="10208"/>
                </a:cubicBezTo>
                <a:cubicBezTo>
                  <a:pt x="4947" y="10177"/>
                  <a:pt x="4726" y="10051"/>
                  <a:pt x="4537" y="9956"/>
                </a:cubicBezTo>
                <a:cubicBezTo>
                  <a:pt x="4491" y="9921"/>
                  <a:pt x="4436" y="9908"/>
                  <a:pt x="4379" y="9908"/>
                </a:cubicBezTo>
                <a:cubicBezTo>
                  <a:pt x="4281" y="9908"/>
                  <a:pt x="4176" y="9948"/>
                  <a:pt x="4096" y="9988"/>
                </a:cubicBezTo>
                <a:lnTo>
                  <a:pt x="3781" y="10303"/>
                </a:lnTo>
                <a:lnTo>
                  <a:pt x="3308" y="9830"/>
                </a:lnTo>
                <a:lnTo>
                  <a:pt x="3623" y="9515"/>
                </a:lnTo>
                <a:cubicBezTo>
                  <a:pt x="3749" y="9389"/>
                  <a:pt x="3749" y="9232"/>
                  <a:pt x="3655" y="9074"/>
                </a:cubicBezTo>
                <a:cubicBezTo>
                  <a:pt x="3529" y="8885"/>
                  <a:pt x="3466" y="8696"/>
                  <a:pt x="3371" y="8444"/>
                </a:cubicBezTo>
                <a:cubicBezTo>
                  <a:pt x="3340" y="8286"/>
                  <a:pt x="3214" y="8192"/>
                  <a:pt x="3056" y="8192"/>
                </a:cubicBezTo>
                <a:lnTo>
                  <a:pt x="2647" y="8192"/>
                </a:lnTo>
                <a:lnTo>
                  <a:pt x="2647" y="7499"/>
                </a:lnTo>
                <a:lnTo>
                  <a:pt x="3056" y="7499"/>
                </a:lnTo>
                <a:cubicBezTo>
                  <a:pt x="3214" y="7499"/>
                  <a:pt x="3340" y="7404"/>
                  <a:pt x="3371" y="7247"/>
                </a:cubicBezTo>
                <a:cubicBezTo>
                  <a:pt x="3434" y="7026"/>
                  <a:pt x="3529" y="6806"/>
                  <a:pt x="3655" y="6617"/>
                </a:cubicBezTo>
                <a:cubicBezTo>
                  <a:pt x="3749" y="6491"/>
                  <a:pt x="3686" y="6302"/>
                  <a:pt x="3623" y="6176"/>
                </a:cubicBezTo>
                <a:lnTo>
                  <a:pt x="3308" y="5861"/>
                </a:lnTo>
                <a:lnTo>
                  <a:pt x="3781" y="5388"/>
                </a:lnTo>
                <a:lnTo>
                  <a:pt x="4096" y="5703"/>
                </a:lnTo>
                <a:cubicBezTo>
                  <a:pt x="4163" y="5771"/>
                  <a:pt x="4240" y="5802"/>
                  <a:pt x="4321" y="5802"/>
                </a:cubicBezTo>
                <a:cubicBezTo>
                  <a:pt x="4391" y="5802"/>
                  <a:pt x="4464" y="5778"/>
                  <a:pt x="4537" y="5735"/>
                </a:cubicBezTo>
                <a:cubicBezTo>
                  <a:pt x="4726" y="5609"/>
                  <a:pt x="4915" y="5546"/>
                  <a:pt x="5167" y="5451"/>
                </a:cubicBezTo>
                <a:cubicBezTo>
                  <a:pt x="5325" y="5420"/>
                  <a:pt x="5419" y="5294"/>
                  <a:pt x="5419" y="5136"/>
                </a:cubicBezTo>
                <a:lnTo>
                  <a:pt x="5419" y="4726"/>
                </a:lnTo>
                <a:close/>
                <a:moveTo>
                  <a:pt x="1008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9295"/>
                </a:lnTo>
                <a:cubicBezTo>
                  <a:pt x="0" y="9830"/>
                  <a:pt x="473" y="10303"/>
                  <a:pt x="1008" y="10303"/>
                </a:cubicBezTo>
                <a:lnTo>
                  <a:pt x="2867" y="10303"/>
                </a:lnTo>
                <a:lnTo>
                  <a:pt x="3623" y="11059"/>
                </a:lnTo>
                <a:cubicBezTo>
                  <a:pt x="3671" y="11122"/>
                  <a:pt x="3757" y="11153"/>
                  <a:pt x="3848" y="11153"/>
                </a:cubicBezTo>
                <a:cubicBezTo>
                  <a:pt x="3938" y="11153"/>
                  <a:pt x="4033" y="11122"/>
                  <a:pt x="4096" y="11059"/>
                </a:cubicBezTo>
                <a:lnTo>
                  <a:pt x="4442" y="10712"/>
                </a:lnTo>
                <a:cubicBezTo>
                  <a:pt x="4506" y="10744"/>
                  <a:pt x="4632" y="10775"/>
                  <a:pt x="4758" y="10807"/>
                </a:cubicBezTo>
                <a:lnTo>
                  <a:pt x="4758" y="11342"/>
                </a:lnTo>
                <a:cubicBezTo>
                  <a:pt x="4758" y="11531"/>
                  <a:pt x="4915" y="11689"/>
                  <a:pt x="5104" y="11689"/>
                </a:cubicBezTo>
                <a:lnTo>
                  <a:pt x="6490" y="11689"/>
                </a:lnTo>
                <a:cubicBezTo>
                  <a:pt x="6679" y="11689"/>
                  <a:pt x="6837" y="11531"/>
                  <a:pt x="6837" y="11342"/>
                </a:cubicBezTo>
                <a:lnTo>
                  <a:pt x="6837" y="10807"/>
                </a:lnTo>
                <a:cubicBezTo>
                  <a:pt x="6963" y="10775"/>
                  <a:pt x="7026" y="10744"/>
                  <a:pt x="7152" y="10712"/>
                </a:cubicBezTo>
                <a:lnTo>
                  <a:pt x="7498" y="11059"/>
                </a:lnTo>
                <a:cubicBezTo>
                  <a:pt x="7561" y="11122"/>
                  <a:pt x="7656" y="11153"/>
                  <a:pt x="7747" y="11153"/>
                </a:cubicBezTo>
                <a:cubicBezTo>
                  <a:pt x="7837" y="11153"/>
                  <a:pt x="7924" y="11122"/>
                  <a:pt x="7971" y="11059"/>
                </a:cubicBezTo>
                <a:lnTo>
                  <a:pt x="8727" y="10303"/>
                </a:lnTo>
                <a:lnTo>
                  <a:pt x="10617" y="10303"/>
                </a:lnTo>
                <a:cubicBezTo>
                  <a:pt x="11185" y="10303"/>
                  <a:pt x="11657" y="9830"/>
                  <a:pt x="11657" y="9295"/>
                </a:cubicBezTo>
                <a:lnTo>
                  <a:pt x="11657" y="1009"/>
                </a:lnTo>
                <a:cubicBezTo>
                  <a:pt x="11657" y="473"/>
                  <a:pt x="11216" y="1"/>
                  <a:pt x="106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6" name="Google Shape;8066;p37"/>
          <p:cNvSpPr/>
          <p:nvPr/>
        </p:nvSpPr>
        <p:spPr>
          <a:xfrm>
            <a:off x="4112813" y="3410113"/>
            <a:ext cx="29951" cy="29951"/>
          </a:xfrm>
          <a:custGeom>
            <a:rect b="b" l="l" r="r" t="t"/>
            <a:pathLst>
              <a:path extrusionOk="0" h="726" w="726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36"/>
                  <a:pt x="158" y="726"/>
                  <a:pt x="347" y="726"/>
                </a:cubicBezTo>
                <a:cubicBezTo>
                  <a:pt x="568" y="726"/>
                  <a:pt x="725" y="536"/>
                  <a:pt x="725" y="347"/>
                </a:cubicBezTo>
                <a:cubicBezTo>
                  <a:pt x="725" y="158"/>
                  <a:pt x="568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7" name="Google Shape;8067;p37"/>
          <p:cNvSpPr/>
          <p:nvPr/>
        </p:nvSpPr>
        <p:spPr>
          <a:xfrm>
            <a:off x="4169994" y="3410113"/>
            <a:ext cx="28633" cy="29951"/>
          </a:xfrm>
          <a:custGeom>
            <a:rect b="b" l="l" r="r" t="t"/>
            <a:pathLst>
              <a:path extrusionOk="0" h="726" w="694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6" y="726"/>
                  <a:pt x="694" y="568"/>
                  <a:pt x="694" y="347"/>
                </a:cubicBez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8" name="Google Shape;8068;p37"/>
          <p:cNvSpPr/>
          <p:nvPr/>
        </p:nvSpPr>
        <p:spPr>
          <a:xfrm>
            <a:off x="4227176" y="3410113"/>
            <a:ext cx="28672" cy="29951"/>
          </a:xfrm>
          <a:custGeom>
            <a:rect b="b" l="l" r="r" t="t"/>
            <a:pathLst>
              <a:path extrusionOk="0" h="726" w="695">
                <a:moveTo>
                  <a:pt x="347" y="1"/>
                </a:moveTo>
                <a:cubicBezTo>
                  <a:pt x="158" y="1"/>
                  <a:pt x="1" y="158"/>
                  <a:pt x="1" y="347"/>
                </a:cubicBezTo>
                <a:cubicBezTo>
                  <a:pt x="1" y="568"/>
                  <a:pt x="158" y="726"/>
                  <a:pt x="347" y="726"/>
                </a:cubicBezTo>
                <a:cubicBezTo>
                  <a:pt x="537" y="726"/>
                  <a:pt x="694" y="568"/>
                  <a:pt x="694" y="347"/>
                </a:cubicBezTo>
                <a:cubicBezTo>
                  <a:pt x="694" y="158"/>
                  <a:pt x="537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69" name="Google Shape;8069;p37"/>
          <p:cNvSpPr/>
          <p:nvPr/>
        </p:nvSpPr>
        <p:spPr>
          <a:xfrm>
            <a:off x="4281799" y="3410113"/>
            <a:ext cx="198902" cy="29951"/>
          </a:xfrm>
          <a:custGeom>
            <a:rect b="b" l="l" r="r" t="t"/>
            <a:pathLst>
              <a:path extrusionOk="0" h="726" w="4821">
                <a:moveTo>
                  <a:pt x="347" y="1"/>
                </a:moveTo>
                <a:cubicBezTo>
                  <a:pt x="158" y="1"/>
                  <a:pt x="0" y="158"/>
                  <a:pt x="0" y="347"/>
                </a:cubicBezTo>
                <a:cubicBezTo>
                  <a:pt x="32" y="568"/>
                  <a:pt x="189" y="726"/>
                  <a:pt x="347" y="726"/>
                </a:cubicBezTo>
                <a:lnTo>
                  <a:pt x="4442" y="726"/>
                </a:lnTo>
                <a:cubicBezTo>
                  <a:pt x="4663" y="726"/>
                  <a:pt x="4820" y="568"/>
                  <a:pt x="4820" y="347"/>
                </a:cubicBezTo>
                <a:cubicBezTo>
                  <a:pt x="4820" y="158"/>
                  <a:pt x="4663" y="1"/>
                  <a:pt x="444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0" name="Google Shape;8070;p37"/>
          <p:cNvSpPr/>
          <p:nvPr/>
        </p:nvSpPr>
        <p:spPr>
          <a:xfrm>
            <a:off x="4227176" y="3611608"/>
            <a:ext cx="140432" cy="140391"/>
          </a:xfrm>
          <a:custGeom>
            <a:rect b="b" l="l" r="r" t="t"/>
            <a:pathLst>
              <a:path extrusionOk="0" h="3403" w="3404">
                <a:moveTo>
                  <a:pt x="1671" y="662"/>
                </a:moveTo>
                <a:cubicBezTo>
                  <a:pt x="2238" y="662"/>
                  <a:pt x="2710" y="1134"/>
                  <a:pt x="2710" y="1701"/>
                </a:cubicBezTo>
                <a:cubicBezTo>
                  <a:pt x="2710" y="2237"/>
                  <a:pt x="2269" y="2710"/>
                  <a:pt x="1671" y="2710"/>
                </a:cubicBezTo>
                <a:cubicBezTo>
                  <a:pt x="1135" y="2710"/>
                  <a:pt x="663" y="2237"/>
                  <a:pt x="663" y="1701"/>
                </a:cubicBezTo>
                <a:cubicBezTo>
                  <a:pt x="663" y="1134"/>
                  <a:pt x="1135" y="662"/>
                  <a:pt x="1671" y="662"/>
                </a:cubicBezTo>
                <a:close/>
                <a:moveTo>
                  <a:pt x="1671" y="0"/>
                </a:moveTo>
                <a:cubicBezTo>
                  <a:pt x="726" y="0"/>
                  <a:pt x="1" y="756"/>
                  <a:pt x="1" y="1701"/>
                </a:cubicBezTo>
                <a:cubicBezTo>
                  <a:pt x="1" y="2647"/>
                  <a:pt x="726" y="3403"/>
                  <a:pt x="1671" y="3403"/>
                </a:cubicBezTo>
                <a:cubicBezTo>
                  <a:pt x="2616" y="3403"/>
                  <a:pt x="3372" y="2647"/>
                  <a:pt x="3372" y="1701"/>
                </a:cubicBezTo>
                <a:cubicBezTo>
                  <a:pt x="3403" y="756"/>
                  <a:pt x="2616" y="0"/>
                  <a:pt x="1671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1" name="Google Shape;8071;p37"/>
          <p:cNvSpPr/>
          <p:nvPr/>
        </p:nvSpPr>
        <p:spPr>
          <a:xfrm>
            <a:off x="3509059" y="3470552"/>
            <a:ext cx="139112" cy="84531"/>
          </a:xfrm>
          <a:custGeom>
            <a:rect b="b" l="l" r="r" t="t"/>
            <a:pathLst>
              <a:path extrusionOk="0" h="2049" w="3372">
                <a:moveTo>
                  <a:pt x="977" y="631"/>
                </a:moveTo>
                <a:cubicBezTo>
                  <a:pt x="1166" y="631"/>
                  <a:pt x="1324" y="788"/>
                  <a:pt x="1324" y="977"/>
                </a:cubicBezTo>
                <a:cubicBezTo>
                  <a:pt x="1324" y="1198"/>
                  <a:pt x="1166" y="1355"/>
                  <a:pt x="977" y="1355"/>
                </a:cubicBezTo>
                <a:cubicBezTo>
                  <a:pt x="788" y="1355"/>
                  <a:pt x="631" y="1198"/>
                  <a:pt x="631" y="977"/>
                </a:cubicBezTo>
                <a:cubicBezTo>
                  <a:pt x="631" y="788"/>
                  <a:pt x="788" y="631"/>
                  <a:pt x="977" y="631"/>
                </a:cubicBezTo>
                <a:close/>
                <a:moveTo>
                  <a:pt x="2363" y="631"/>
                </a:moveTo>
                <a:cubicBezTo>
                  <a:pt x="2552" y="631"/>
                  <a:pt x="2710" y="788"/>
                  <a:pt x="2710" y="977"/>
                </a:cubicBezTo>
                <a:cubicBezTo>
                  <a:pt x="2710" y="1198"/>
                  <a:pt x="2552" y="1355"/>
                  <a:pt x="2363" y="1355"/>
                </a:cubicBezTo>
                <a:cubicBezTo>
                  <a:pt x="2174" y="1355"/>
                  <a:pt x="2017" y="1198"/>
                  <a:pt x="2017" y="977"/>
                </a:cubicBezTo>
                <a:cubicBezTo>
                  <a:pt x="2017" y="788"/>
                  <a:pt x="2174" y="631"/>
                  <a:pt x="2363" y="631"/>
                </a:cubicBezTo>
                <a:close/>
                <a:moveTo>
                  <a:pt x="1009" y="1"/>
                </a:moveTo>
                <a:cubicBezTo>
                  <a:pt x="473" y="1"/>
                  <a:pt x="0" y="473"/>
                  <a:pt x="0" y="1040"/>
                </a:cubicBezTo>
                <a:cubicBezTo>
                  <a:pt x="0" y="1576"/>
                  <a:pt x="473" y="2048"/>
                  <a:pt x="1009" y="2048"/>
                </a:cubicBezTo>
                <a:cubicBezTo>
                  <a:pt x="1292" y="2048"/>
                  <a:pt x="1544" y="1922"/>
                  <a:pt x="1702" y="1765"/>
                </a:cubicBezTo>
                <a:cubicBezTo>
                  <a:pt x="1891" y="1922"/>
                  <a:pt x="2111" y="2048"/>
                  <a:pt x="2363" y="2048"/>
                </a:cubicBezTo>
                <a:cubicBezTo>
                  <a:pt x="2899" y="2048"/>
                  <a:pt x="3371" y="1576"/>
                  <a:pt x="3371" y="1040"/>
                </a:cubicBezTo>
                <a:cubicBezTo>
                  <a:pt x="3371" y="442"/>
                  <a:pt x="2899" y="1"/>
                  <a:pt x="2363" y="1"/>
                </a:cubicBezTo>
                <a:cubicBezTo>
                  <a:pt x="2080" y="1"/>
                  <a:pt x="1859" y="127"/>
                  <a:pt x="1702" y="284"/>
                </a:cubicBezTo>
                <a:cubicBezTo>
                  <a:pt x="1481" y="127"/>
                  <a:pt x="1261" y="1"/>
                  <a:pt x="100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2" name="Google Shape;8072;p37"/>
          <p:cNvSpPr/>
          <p:nvPr/>
        </p:nvSpPr>
        <p:spPr>
          <a:xfrm>
            <a:off x="3450558" y="3354870"/>
            <a:ext cx="425050" cy="483579"/>
          </a:xfrm>
          <a:custGeom>
            <a:rect b="b" l="l" r="r" t="t"/>
            <a:pathLst>
              <a:path extrusionOk="0" h="11721" w="10303">
                <a:moveTo>
                  <a:pt x="7152" y="694"/>
                </a:moveTo>
                <a:cubicBezTo>
                  <a:pt x="7373" y="694"/>
                  <a:pt x="7530" y="851"/>
                  <a:pt x="7530" y="1040"/>
                </a:cubicBezTo>
                <a:lnTo>
                  <a:pt x="7530" y="1418"/>
                </a:lnTo>
                <a:lnTo>
                  <a:pt x="662" y="1418"/>
                </a:lnTo>
                <a:lnTo>
                  <a:pt x="662" y="1040"/>
                </a:lnTo>
                <a:cubicBezTo>
                  <a:pt x="694" y="851"/>
                  <a:pt x="851" y="694"/>
                  <a:pt x="1009" y="694"/>
                </a:cubicBezTo>
                <a:close/>
                <a:moveTo>
                  <a:pt x="7562" y="2111"/>
                </a:moveTo>
                <a:lnTo>
                  <a:pt x="7562" y="3403"/>
                </a:lnTo>
                <a:lnTo>
                  <a:pt x="7247" y="3088"/>
                </a:lnTo>
                <a:cubicBezTo>
                  <a:pt x="7042" y="2883"/>
                  <a:pt x="6784" y="2792"/>
                  <a:pt x="6528" y="2792"/>
                </a:cubicBezTo>
                <a:cubicBezTo>
                  <a:pt x="5999" y="2792"/>
                  <a:pt x="5483" y="3186"/>
                  <a:pt x="5483" y="3781"/>
                </a:cubicBezTo>
                <a:cubicBezTo>
                  <a:pt x="5483" y="4065"/>
                  <a:pt x="5577" y="4348"/>
                  <a:pt x="5798" y="4506"/>
                </a:cubicBezTo>
                <a:lnTo>
                  <a:pt x="6774" y="5482"/>
                </a:lnTo>
                <a:lnTo>
                  <a:pt x="1009" y="5482"/>
                </a:lnTo>
                <a:cubicBezTo>
                  <a:pt x="995" y="5485"/>
                  <a:pt x="982" y="5486"/>
                  <a:pt x="968" y="5486"/>
                </a:cubicBezTo>
                <a:cubicBezTo>
                  <a:pt x="825" y="5486"/>
                  <a:pt x="694" y="5340"/>
                  <a:pt x="694" y="5167"/>
                </a:cubicBezTo>
                <a:lnTo>
                  <a:pt x="694" y="2111"/>
                </a:lnTo>
                <a:close/>
                <a:moveTo>
                  <a:pt x="8160" y="2584"/>
                </a:moveTo>
                <a:lnTo>
                  <a:pt x="9200" y="3624"/>
                </a:lnTo>
                <a:cubicBezTo>
                  <a:pt x="9421" y="3844"/>
                  <a:pt x="9515" y="4065"/>
                  <a:pt x="9515" y="4348"/>
                </a:cubicBezTo>
                <a:lnTo>
                  <a:pt x="9515" y="6900"/>
                </a:lnTo>
                <a:cubicBezTo>
                  <a:pt x="9515" y="7373"/>
                  <a:pt x="9358" y="7845"/>
                  <a:pt x="9043" y="8192"/>
                </a:cubicBezTo>
                <a:lnTo>
                  <a:pt x="5955" y="8192"/>
                </a:lnTo>
                <a:cubicBezTo>
                  <a:pt x="5640" y="7845"/>
                  <a:pt x="5483" y="7373"/>
                  <a:pt x="5483" y="6900"/>
                </a:cubicBezTo>
                <a:lnTo>
                  <a:pt x="5483" y="6144"/>
                </a:lnTo>
                <a:lnTo>
                  <a:pt x="6837" y="6144"/>
                </a:lnTo>
                <a:lnTo>
                  <a:pt x="6837" y="6207"/>
                </a:lnTo>
                <a:cubicBezTo>
                  <a:pt x="6837" y="6585"/>
                  <a:pt x="6900" y="6932"/>
                  <a:pt x="7089" y="7373"/>
                </a:cubicBezTo>
                <a:cubicBezTo>
                  <a:pt x="7135" y="7487"/>
                  <a:pt x="7263" y="7568"/>
                  <a:pt x="7403" y="7568"/>
                </a:cubicBezTo>
                <a:cubicBezTo>
                  <a:pt x="7455" y="7568"/>
                  <a:pt x="7510" y="7556"/>
                  <a:pt x="7562" y="7530"/>
                </a:cubicBezTo>
                <a:cubicBezTo>
                  <a:pt x="7719" y="7467"/>
                  <a:pt x="7782" y="7247"/>
                  <a:pt x="7719" y="7058"/>
                </a:cubicBezTo>
                <a:cubicBezTo>
                  <a:pt x="7593" y="6774"/>
                  <a:pt x="7530" y="6522"/>
                  <a:pt x="7530" y="6239"/>
                </a:cubicBezTo>
                <a:lnTo>
                  <a:pt x="7530" y="5451"/>
                </a:lnTo>
                <a:cubicBezTo>
                  <a:pt x="7530" y="5356"/>
                  <a:pt x="7467" y="5262"/>
                  <a:pt x="7404" y="5199"/>
                </a:cubicBezTo>
                <a:lnTo>
                  <a:pt x="6207" y="4033"/>
                </a:lnTo>
                <a:cubicBezTo>
                  <a:pt x="6018" y="3844"/>
                  <a:pt x="6144" y="3435"/>
                  <a:pt x="6459" y="3435"/>
                </a:cubicBezTo>
                <a:cubicBezTo>
                  <a:pt x="6522" y="3435"/>
                  <a:pt x="6648" y="3466"/>
                  <a:pt x="6680" y="3561"/>
                </a:cubicBezTo>
                <a:lnTo>
                  <a:pt x="8255" y="5136"/>
                </a:lnTo>
                <a:cubicBezTo>
                  <a:pt x="8318" y="5199"/>
                  <a:pt x="8413" y="5230"/>
                  <a:pt x="8503" y="5230"/>
                </a:cubicBezTo>
                <a:cubicBezTo>
                  <a:pt x="8594" y="5230"/>
                  <a:pt x="8680" y="5199"/>
                  <a:pt x="8728" y="5136"/>
                </a:cubicBezTo>
                <a:cubicBezTo>
                  <a:pt x="8854" y="5010"/>
                  <a:pt x="8854" y="4789"/>
                  <a:pt x="8728" y="4663"/>
                </a:cubicBezTo>
                <a:lnTo>
                  <a:pt x="8160" y="4065"/>
                </a:lnTo>
                <a:lnTo>
                  <a:pt x="8160" y="2584"/>
                </a:lnTo>
                <a:close/>
                <a:moveTo>
                  <a:pt x="9295" y="8948"/>
                </a:moveTo>
                <a:cubicBezTo>
                  <a:pt x="9484" y="8948"/>
                  <a:pt x="9641" y="9105"/>
                  <a:pt x="9641" y="9295"/>
                </a:cubicBezTo>
                <a:lnTo>
                  <a:pt x="9641" y="10996"/>
                </a:lnTo>
                <a:lnTo>
                  <a:pt x="5514" y="10996"/>
                </a:lnTo>
                <a:lnTo>
                  <a:pt x="5514" y="9295"/>
                </a:lnTo>
                <a:cubicBezTo>
                  <a:pt x="5514" y="9105"/>
                  <a:pt x="5672" y="8948"/>
                  <a:pt x="5861" y="8948"/>
                </a:cubicBezTo>
                <a:close/>
                <a:moveTo>
                  <a:pt x="1009" y="1"/>
                </a:moveTo>
                <a:cubicBezTo>
                  <a:pt x="473" y="1"/>
                  <a:pt x="1" y="473"/>
                  <a:pt x="1" y="1040"/>
                </a:cubicBezTo>
                <a:lnTo>
                  <a:pt x="1" y="5167"/>
                </a:lnTo>
                <a:cubicBezTo>
                  <a:pt x="1" y="5734"/>
                  <a:pt x="473" y="6207"/>
                  <a:pt x="1009" y="6207"/>
                </a:cubicBezTo>
                <a:lnTo>
                  <a:pt x="4789" y="6207"/>
                </a:lnTo>
                <a:lnTo>
                  <a:pt x="4789" y="6932"/>
                </a:lnTo>
                <a:cubicBezTo>
                  <a:pt x="4789" y="7499"/>
                  <a:pt x="4947" y="8003"/>
                  <a:pt x="5231" y="8444"/>
                </a:cubicBezTo>
                <a:cubicBezTo>
                  <a:pt x="4947" y="8633"/>
                  <a:pt x="4789" y="8948"/>
                  <a:pt x="4789" y="9295"/>
                </a:cubicBezTo>
                <a:lnTo>
                  <a:pt x="4789" y="11342"/>
                </a:lnTo>
                <a:cubicBezTo>
                  <a:pt x="4789" y="11563"/>
                  <a:pt x="4947" y="11720"/>
                  <a:pt x="5168" y="11720"/>
                </a:cubicBezTo>
                <a:lnTo>
                  <a:pt x="9956" y="11720"/>
                </a:lnTo>
                <a:cubicBezTo>
                  <a:pt x="10145" y="11720"/>
                  <a:pt x="10303" y="11563"/>
                  <a:pt x="10303" y="11342"/>
                </a:cubicBezTo>
                <a:lnTo>
                  <a:pt x="10303" y="9295"/>
                </a:lnTo>
                <a:cubicBezTo>
                  <a:pt x="10303" y="8948"/>
                  <a:pt x="10114" y="8633"/>
                  <a:pt x="9893" y="8444"/>
                </a:cubicBezTo>
                <a:cubicBezTo>
                  <a:pt x="10177" y="8003"/>
                  <a:pt x="10303" y="7499"/>
                  <a:pt x="10303" y="6932"/>
                </a:cubicBezTo>
                <a:lnTo>
                  <a:pt x="10303" y="4380"/>
                </a:lnTo>
                <a:lnTo>
                  <a:pt x="10271" y="4380"/>
                </a:lnTo>
                <a:cubicBezTo>
                  <a:pt x="10271" y="3907"/>
                  <a:pt x="10082" y="3466"/>
                  <a:pt x="9767" y="3151"/>
                </a:cubicBezTo>
                <a:lnTo>
                  <a:pt x="8224" y="1639"/>
                </a:lnTo>
                <a:lnTo>
                  <a:pt x="8224" y="1040"/>
                </a:lnTo>
                <a:cubicBezTo>
                  <a:pt x="8224" y="473"/>
                  <a:pt x="7751" y="1"/>
                  <a:pt x="72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3" name="Google Shape;8073;p37"/>
          <p:cNvSpPr/>
          <p:nvPr/>
        </p:nvSpPr>
        <p:spPr>
          <a:xfrm>
            <a:off x="3704036" y="3751301"/>
            <a:ext cx="29912" cy="29951"/>
          </a:xfrm>
          <a:custGeom>
            <a:rect b="b" l="l" r="r" t="t"/>
            <a:pathLst>
              <a:path extrusionOk="0" h="726" w="725">
                <a:moveTo>
                  <a:pt x="347" y="1"/>
                </a:moveTo>
                <a:cubicBezTo>
                  <a:pt x="158" y="1"/>
                  <a:pt x="0" y="158"/>
                  <a:pt x="0" y="379"/>
                </a:cubicBezTo>
                <a:cubicBezTo>
                  <a:pt x="0" y="568"/>
                  <a:pt x="158" y="725"/>
                  <a:pt x="347" y="725"/>
                </a:cubicBezTo>
                <a:cubicBezTo>
                  <a:pt x="536" y="725"/>
                  <a:pt x="725" y="568"/>
                  <a:pt x="725" y="379"/>
                </a:cubicBezTo>
                <a:cubicBezTo>
                  <a:pt x="693" y="158"/>
                  <a:pt x="536" y="1"/>
                  <a:pt x="34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4" name="Google Shape;8074;p37"/>
          <p:cNvSpPr/>
          <p:nvPr/>
        </p:nvSpPr>
        <p:spPr>
          <a:xfrm>
            <a:off x="8372149" y="3363836"/>
            <a:ext cx="465654" cy="465654"/>
          </a:xfrm>
          <a:custGeom>
            <a:rect b="b" l="l" r="r" t="t"/>
            <a:pathLst>
              <a:path extrusionOk="0" h="19983" w="19983">
                <a:moveTo>
                  <a:pt x="9992" y="1170"/>
                </a:moveTo>
                <a:cubicBezTo>
                  <a:pt x="14855" y="1170"/>
                  <a:pt x="18812" y="4866"/>
                  <a:pt x="18812" y="9405"/>
                </a:cubicBezTo>
                <a:cubicBezTo>
                  <a:pt x="18812" y="13925"/>
                  <a:pt x="14855" y="17601"/>
                  <a:pt x="9992" y="17601"/>
                </a:cubicBezTo>
                <a:cubicBezTo>
                  <a:pt x="9111" y="17601"/>
                  <a:pt x="8240" y="17481"/>
                  <a:pt x="7407" y="17242"/>
                </a:cubicBezTo>
                <a:cubicBezTo>
                  <a:pt x="7354" y="17226"/>
                  <a:pt x="7299" y="17218"/>
                  <a:pt x="7245" y="17218"/>
                </a:cubicBezTo>
                <a:cubicBezTo>
                  <a:pt x="7153" y="17218"/>
                  <a:pt x="7062" y="17240"/>
                  <a:pt x="6979" y="17282"/>
                </a:cubicBezTo>
                <a:lnTo>
                  <a:pt x="4723" y="18439"/>
                </a:lnTo>
                <a:lnTo>
                  <a:pt x="4723" y="16262"/>
                </a:lnTo>
                <a:cubicBezTo>
                  <a:pt x="4723" y="16078"/>
                  <a:pt x="4637" y="15904"/>
                  <a:pt x="4490" y="15793"/>
                </a:cubicBezTo>
                <a:cubicBezTo>
                  <a:pt x="2381" y="14208"/>
                  <a:pt x="1171" y="11880"/>
                  <a:pt x="1171" y="9405"/>
                </a:cubicBezTo>
                <a:cubicBezTo>
                  <a:pt x="1171" y="4866"/>
                  <a:pt x="5129" y="1170"/>
                  <a:pt x="9992" y="1170"/>
                </a:cubicBezTo>
                <a:close/>
                <a:moveTo>
                  <a:pt x="9992" y="1"/>
                </a:moveTo>
                <a:cubicBezTo>
                  <a:pt x="4575" y="1"/>
                  <a:pt x="0" y="4153"/>
                  <a:pt x="0" y="9407"/>
                </a:cubicBezTo>
                <a:cubicBezTo>
                  <a:pt x="0" y="12221"/>
                  <a:pt x="1359" y="14795"/>
                  <a:pt x="3552" y="16548"/>
                </a:cubicBezTo>
                <a:lnTo>
                  <a:pt x="3552" y="19396"/>
                </a:lnTo>
                <a:cubicBezTo>
                  <a:pt x="3552" y="19602"/>
                  <a:pt x="3659" y="19791"/>
                  <a:pt x="3832" y="19897"/>
                </a:cubicBezTo>
                <a:cubicBezTo>
                  <a:pt x="3925" y="19953"/>
                  <a:pt x="4031" y="19982"/>
                  <a:pt x="4138" y="19982"/>
                </a:cubicBezTo>
                <a:cubicBezTo>
                  <a:pt x="4229" y="19982"/>
                  <a:pt x="4320" y="19961"/>
                  <a:pt x="4405" y="19918"/>
                </a:cubicBezTo>
                <a:lnTo>
                  <a:pt x="7310" y="18429"/>
                </a:lnTo>
                <a:cubicBezTo>
                  <a:pt x="8180" y="18657"/>
                  <a:pt x="9081" y="18772"/>
                  <a:pt x="9992" y="18772"/>
                </a:cubicBezTo>
                <a:cubicBezTo>
                  <a:pt x="15500" y="18772"/>
                  <a:pt x="19983" y="14570"/>
                  <a:pt x="19983" y="9407"/>
                </a:cubicBezTo>
                <a:cubicBezTo>
                  <a:pt x="19983" y="4151"/>
                  <a:pt x="15405" y="1"/>
                  <a:pt x="999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5" name="Google Shape;8075;p37"/>
          <p:cNvSpPr/>
          <p:nvPr/>
        </p:nvSpPr>
        <p:spPr>
          <a:xfrm>
            <a:off x="8453895" y="3501135"/>
            <a:ext cx="302187" cy="163723"/>
          </a:xfrm>
          <a:custGeom>
            <a:rect b="b" l="l" r="r" t="t"/>
            <a:pathLst>
              <a:path extrusionOk="0" h="7026" w="12968">
                <a:moveTo>
                  <a:pt x="5362" y="1463"/>
                </a:moveTo>
                <a:lnTo>
                  <a:pt x="7241" y="3341"/>
                </a:lnTo>
                <a:cubicBezTo>
                  <a:pt x="7353" y="3454"/>
                  <a:pt x="7503" y="3513"/>
                  <a:pt x="7655" y="3513"/>
                </a:cubicBezTo>
                <a:cubicBezTo>
                  <a:pt x="7744" y="3513"/>
                  <a:pt x="7833" y="3493"/>
                  <a:pt x="7917" y="3451"/>
                </a:cubicBezTo>
                <a:lnTo>
                  <a:pt x="10216" y="2303"/>
                </a:lnTo>
                <a:lnTo>
                  <a:pt x="7605" y="5565"/>
                </a:lnTo>
                <a:lnTo>
                  <a:pt x="5726" y="3685"/>
                </a:lnTo>
                <a:cubicBezTo>
                  <a:pt x="5614" y="3573"/>
                  <a:pt x="5463" y="3514"/>
                  <a:pt x="5311" y="3514"/>
                </a:cubicBezTo>
                <a:cubicBezTo>
                  <a:pt x="5223" y="3514"/>
                  <a:pt x="5133" y="3534"/>
                  <a:pt x="5051" y="3575"/>
                </a:cubicBezTo>
                <a:lnTo>
                  <a:pt x="2751" y="4725"/>
                </a:lnTo>
                <a:lnTo>
                  <a:pt x="2751" y="4725"/>
                </a:lnTo>
                <a:lnTo>
                  <a:pt x="5362" y="1463"/>
                </a:lnTo>
                <a:close/>
                <a:moveTo>
                  <a:pt x="5312" y="1"/>
                </a:moveTo>
                <a:cubicBezTo>
                  <a:pt x="5302" y="1"/>
                  <a:pt x="5291" y="1"/>
                  <a:pt x="5281" y="2"/>
                </a:cubicBezTo>
                <a:cubicBezTo>
                  <a:pt x="5114" y="12"/>
                  <a:pt x="4959" y="92"/>
                  <a:pt x="4856" y="221"/>
                </a:cubicBezTo>
                <a:lnTo>
                  <a:pt x="172" y="6075"/>
                </a:lnTo>
                <a:cubicBezTo>
                  <a:pt x="0" y="6290"/>
                  <a:pt x="2" y="6595"/>
                  <a:pt x="174" y="6809"/>
                </a:cubicBezTo>
                <a:cubicBezTo>
                  <a:pt x="288" y="6950"/>
                  <a:pt x="457" y="7026"/>
                  <a:pt x="630" y="7026"/>
                </a:cubicBezTo>
                <a:cubicBezTo>
                  <a:pt x="719" y="7026"/>
                  <a:pt x="808" y="7006"/>
                  <a:pt x="892" y="6964"/>
                </a:cubicBezTo>
                <a:lnTo>
                  <a:pt x="5198" y="4811"/>
                </a:lnTo>
                <a:lnTo>
                  <a:pt x="7241" y="6855"/>
                </a:lnTo>
                <a:cubicBezTo>
                  <a:pt x="7349" y="6964"/>
                  <a:pt x="7496" y="7026"/>
                  <a:pt x="7650" y="7026"/>
                </a:cubicBezTo>
                <a:cubicBezTo>
                  <a:pt x="7662" y="7026"/>
                  <a:pt x="7674" y="7025"/>
                  <a:pt x="7687" y="7024"/>
                </a:cubicBezTo>
                <a:cubicBezTo>
                  <a:pt x="7853" y="7016"/>
                  <a:pt x="8007" y="6936"/>
                  <a:pt x="8111" y="6807"/>
                </a:cubicBezTo>
                <a:lnTo>
                  <a:pt x="12795" y="951"/>
                </a:lnTo>
                <a:cubicBezTo>
                  <a:pt x="12967" y="737"/>
                  <a:pt x="12965" y="431"/>
                  <a:pt x="12792" y="219"/>
                </a:cubicBezTo>
                <a:cubicBezTo>
                  <a:pt x="12679" y="78"/>
                  <a:pt x="12510" y="1"/>
                  <a:pt x="12337" y="1"/>
                </a:cubicBezTo>
                <a:cubicBezTo>
                  <a:pt x="12249" y="1"/>
                  <a:pt x="12159" y="21"/>
                  <a:pt x="12075" y="63"/>
                </a:cubicBezTo>
                <a:lnTo>
                  <a:pt x="7770" y="2216"/>
                </a:lnTo>
                <a:lnTo>
                  <a:pt x="5726" y="173"/>
                </a:lnTo>
                <a:cubicBezTo>
                  <a:pt x="5617" y="62"/>
                  <a:pt x="5467" y="1"/>
                  <a:pt x="5312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6" name="Google Shape;8076;p37"/>
          <p:cNvSpPr/>
          <p:nvPr/>
        </p:nvSpPr>
        <p:spPr>
          <a:xfrm>
            <a:off x="5291270" y="3363919"/>
            <a:ext cx="465631" cy="465631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7" name="Google Shape;8077;p37"/>
          <p:cNvSpPr/>
          <p:nvPr/>
        </p:nvSpPr>
        <p:spPr>
          <a:xfrm>
            <a:off x="6023564" y="3501169"/>
            <a:ext cx="191011" cy="191011"/>
          </a:xfrm>
          <a:custGeom>
            <a:rect b="b" l="l" r="r" t="t"/>
            <a:pathLst>
              <a:path extrusionOk="0" h="8197" w="8197">
                <a:moveTo>
                  <a:pt x="4099" y="1171"/>
                </a:moveTo>
                <a:cubicBezTo>
                  <a:pt x="5712" y="1171"/>
                  <a:pt x="7027" y="2484"/>
                  <a:pt x="7027" y="4097"/>
                </a:cubicBezTo>
                <a:cubicBezTo>
                  <a:pt x="7027" y="5712"/>
                  <a:pt x="5712" y="7025"/>
                  <a:pt x="4099" y="7025"/>
                </a:cubicBezTo>
                <a:cubicBezTo>
                  <a:pt x="2486" y="7025"/>
                  <a:pt x="1171" y="5712"/>
                  <a:pt x="1171" y="4097"/>
                </a:cubicBezTo>
                <a:cubicBezTo>
                  <a:pt x="1171" y="2484"/>
                  <a:pt x="2486" y="1171"/>
                  <a:pt x="4099" y="1171"/>
                </a:cubicBezTo>
                <a:close/>
                <a:moveTo>
                  <a:pt x="4099" y="0"/>
                </a:moveTo>
                <a:cubicBezTo>
                  <a:pt x="1840" y="0"/>
                  <a:pt x="0" y="1838"/>
                  <a:pt x="0" y="4097"/>
                </a:cubicBezTo>
                <a:cubicBezTo>
                  <a:pt x="0" y="6358"/>
                  <a:pt x="1840" y="8196"/>
                  <a:pt x="4099" y="8196"/>
                </a:cubicBezTo>
                <a:cubicBezTo>
                  <a:pt x="6358" y="8196"/>
                  <a:pt x="8196" y="6358"/>
                  <a:pt x="8196" y="4097"/>
                </a:cubicBezTo>
                <a:cubicBezTo>
                  <a:pt x="8196" y="1838"/>
                  <a:pt x="6358" y="0"/>
                  <a:pt x="4099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8" name="Google Shape;8078;p37"/>
          <p:cNvSpPr/>
          <p:nvPr/>
        </p:nvSpPr>
        <p:spPr>
          <a:xfrm>
            <a:off x="5940817" y="3418399"/>
            <a:ext cx="356528" cy="356505"/>
          </a:xfrm>
          <a:custGeom>
            <a:rect b="b" l="l" r="r" t="t"/>
            <a:pathLst>
              <a:path extrusionOk="0" h="15299" w="15300">
                <a:moveTo>
                  <a:pt x="12333" y="1171"/>
                </a:moveTo>
                <a:cubicBezTo>
                  <a:pt x="13306" y="1171"/>
                  <a:pt x="14128" y="1994"/>
                  <a:pt x="14128" y="2967"/>
                </a:cubicBezTo>
                <a:lnTo>
                  <a:pt x="14128" y="12334"/>
                </a:lnTo>
                <a:cubicBezTo>
                  <a:pt x="14128" y="13307"/>
                  <a:pt x="13306" y="14129"/>
                  <a:pt x="12333" y="14129"/>
                </a:cubicBezTo>
                <a:lnTo>
                  <a:pt x="2968" y="14129"/>
                </a:lnTo>
                <a:cubicBezTo>
                  <a:pt x="1993" y="14129"/>
                  <a:pt x="1172" y="13307"/>
                  <a:pt x="1172" y="12334"/>
                </a:cubicBezTo>
                <a:lnTo>
                  <a:pt x="1172" y="2967"/>
                </a:lnTo>
                <a:cubicBezTo>
                  <a:pt x="1172" y="1994"/>
                  <a:pt x="1993" y="1171"/>
                  <a:pt x="2968" y="1171"/>
                </a:cubicBezTo>
                <a:close/>
                <a:moveTo>
                  <a:pt x="2968" y="0"/>
                </a:moveTo>
                <a:cubicBezTo>
                  <a:pt x="1351" y="0"/>
                  <a:pt x="1" y="1346"/>
                  <a:pt x="1" y="2967"/>
                </a:cubicBezTo>
                <a:lnTo>
                  <a:pt x="1" y="12334"/>
                </a:lnTo>
                <a:cubicBezTo>
                  <a:pt x="1" y="13952"/>
                  <a:pt x="1349" y="15299"/>
                  <a:pt x="2968" y="15299"/>
                </a:cubicBezTo>
                <a:lnTo>
                  <a:pt x="12333" y="15299"/>
                </a:lnTo>
                <a:cubicBezTo>
                  <a:pt x="13953" y="15299"/>
                  <a:pt x="15299" y="13951"/>
                  <a:pt x="15299" y="12334"/>
                </a:cubicBezTo>
                <a:lnTo>
                  <a:pt x="15299" y="2967"/>
                </a:lnTo>
                <a:cubicBezTo>
                  <a:pt x="15299" y="1345"/>
                  <a:pt x="13948" y="0"/>
                  <a:pt x="1233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79" name="Google Shape;8079;p37"/>
          <p:cNvSpPr/>
          <p:nvPr/>
        </p:nvSpPr>
        <p:spPr>
          <a:xfrm>
            <a:off x="5886242" y="3363848"/>
            <a:ext cx="465677" cy="465631"/>
          </a:xfrm>
          <a:custGeom>
            <a:rect b="b" l="l" r="r" t="t"/>
            <a:pathLst>
              <a:path extrusionOk="0" h="19982" w="19984">
                <a:moveTo>
                  <a:pt x="17056" y="1172"/>
                </a:moveTo>
                <a:cubicBezTo>
                  <a:pt x="18025" y="1172"/>
                  <a:pt x="18812" y="1959"/>
                  <a:pt x="18812" y="2927"/>
                </a:cubicBezTo>
                <a:lnTo>
                  <a:pt x="18812" y="17056"/>
                </a:lnTo>
                <a:cubicBezTo>
                  <a:pt x="18812" y="18023"/>
                  <a:pt x="18025" y="18811"/>
                  <a:pt x="17056" y="18811"/>
                </a:cubicBezTo>
                <a:lnTo>
                  <a:pt x="2928" y="18811"/>
                </a:lnTo>
                <a:cubicBezTo>
                  <a:pt x="1961" y="18811"/>
                  <a:pt x="1172" y="18023"/>
                  <a:pt x="1172" y="17056"/>
                </a:cubicBezTo>
                <a:lnTo>
                  <a:pt x="1172" y="2927"/>
                </a:lnTo>
                <a:cubicBezTo>
                  <a:pt x="1172" y="1959"/>
                  <a:pt x="1961" y="1172"/>
                  <a:pt x="2928" y="1172"/>
                </a:cubicBezTo>
                <a:close/>
                <a:moveTo>
                  <a:pt x="2928" y="1"/>
                </a:moveTo>
                <a:cubicBezTo>
                  <a:pt x="1313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3" y="19982"/>
                  <a:pt x="2928" y="19982"/>
                </a:cubicBezTo>
                <a:lnTo>
                  <a:pt x="17056" y="19982"/>
                </a:lnTo>
                <a:cubicBezTo>
                  <a:pt x="18669" y="19982"/>
                  <a:pt x="19984" y="18669"/>
                  <a:pt x="19984" y="17056"/>
                </a:cubicBezTo>
                <a:lnTo>
                  <a:pt x="19984" y="2927"/>
                </a:lnTo>
                <a:cubicBezTo>
                  <a:pt x="19984" y="1313"/>
                  <a:pt x="18669" y="1"/>
                  <a:pt x="17056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0" name="Google Shape;8080;p37"/>
          <p:cNvSpPr/>
          <p:nvPr/>
        </p:nvSpPr>
        <p:spPr>
          <a:xfrm>
            <a:off x="6187287" y="3473882"/>
            <a:ext cx="54574" cy="54598"/>
          </a:xfrm>
          <a:custGeom>
            <a:rect b="b" l="l" r="r" t="t"/>
            <a:pathLst>
              <a:path extrusionOk="0" h="2343" w="2342">
                <a:moveTo>
                  <a:pt x="1170" y="0"/>
                </a:moveTo>
                <a:cubicBezTo>
                  <a:pt x="524" y="0"/>
                  <a:pt x="1" y="526"/>
                  <a:pt x="1" y="1171"/>
                </a:cubicBezTo>
                <a:cubicBezTo>
                  <a:pt x="1" y="1817"/>
                  <a:pt x="524" y="2342"/>
                  <a:pt x="1170" y="2342"/>
                </a:cubicBezTo>
                <a:cubicBezTo>
                  <a:pt x="1816" y="2342"/>
                  <a:pt x="2341" y="1817"/>
                  <a:pt x="2341" y="1171"/>
                </a:cubicBezTo>
                <a:cubicBezTo>
                  <a:pt x="2341" y="526"/>
                  <a:pt x="1816" y="0"/>
                  <a:pt x="1170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1" name="Google Shape;8081;p37"/>
          <p:cNvSpPr/>
          <p:nvPr/>
        </p:nvSpPr>
        <p:spPr>
          <a:xfrm>
            <a:off x="6550370" y="3528457"/>
            <a:ext cx="81888" cy="245538"/>
          </a:xfrm>
          <a:custGeom>
            <a:rect b="b" l="l" r="r" t="t"/>
            <a:pathLst>
              <a:path extrusionOk="0" h="10537" w="3513">
                <a:moveTo>
                  <a:pt x="2342" y="1171"/>
                </a:moveTo>
                <a:lnTo>
                  <a:pt x="2342" y="9367"/>
                </a:lnTo>
                <a:lnTo>
                  <a:pt x="1171" y="9367"/>
                </a:lnTo>
                <a:lnTo>
                  <a:pt x="1171" y="1171"/>
                </a:lnTo>
                <a:close/>
                <a:moveTo>
                  <a:pt x="586" y="0"/>
                </a:moveTo>
                <a:cubicBezTo>
                  <a:pt x="264" y="0"/>
                  <a:pt x="0" y="262"/>
                  <a:pt x="0" y="586"/>
                </a:cubicBezTo>
                <a:lnTo>
                  <a:pt x="0" y="9951"/>
                </a:lnTo>
                <a:cubicBezTo>
                  <a:pt x="0" y="10275"/>
                  <a:pt x="264" y="10537"/>
                  <a:pt x="586" y="10537"/>
                </a:cubicBezTo>
                <a:lnTo>
                  <a:pt x="2928" y="10537"/>
                </a:lnTo>
                <a:cubicBezTo>
                  <a:pt x="3252" y="10537"/>
                  <a:pt x="3514" y="10275"/>
                  <a:pt x="3514" y="9951"/>
                </a:cubicBezTo>
                <a:lnTo>
                  <a:pt x="3514" y="586"/>
                </a:lnTo>
                <a:cubicBezTo>
                  <a:pt x="3514" y="262"/>
                  <a:pt x="3252" y="0"/>
                  <a:pt x="2928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2" name="Google Shape;8082;p37"/>
          <p:cNvSpPr/>
          <p:nvPr/>
        </p:nvSpPr>
        <p:spPr>
          <a:xfrm>
            <a:off x="6550370" y="3419308"/>
            <a:ext cx="81888" cy="81888"/>
          </a:xfrm>
          <a:custGeom>
            <a:rect b="b" l="l" r="r" t="t"/>
            <a:pathLst>
              <a:path extrusionOk="0" h="3513" w="3513">
                <a:moveTo>
                  <a:pt x="1757" y="1171"/>
                </a:moveTo>
                <a:cubicBezTo>
                  <a:pt x="2081" y="1171"/>
                  <a:pt x="2342" y="1435"/>
                  <a:pt x="2342" y="1757"/>
                </a:cubicBezTo>
                <a:cubicBezTo>
                  <a:pt x="2342" y="2080"/>
                  <a:pt x="2081" y="2342"/>
                  <a:pt x="1757" y="2342"/>
                </a:cubicBezTo>
                <a:cubicBezTo>
                  <a:pt x="1435" y="2342"/>
                  <a:pt x="1171" y="2080"/>
                  <a:pt x="1171" y="1757"/>
                </a:cubicBezTo>
                <a:cubicBezTo>
                  <a:pt x="1171" y="1435"/>
                  <a:pt x="1435" y="1171"/>
                  <a:pt x="1757" y="1171"/>
                </a:cubicBezTo>
                <a:close/>
                <a:moveTo>
                  <a:pt x="1757" y="0"/>
                </a:moveTo>
                <a:cubicBezTo>
                  <a:pt x="789" y="0"/>
                  <a:pt x="0" y="789"/>
                  <a:pt x="0" y="1757"/>
                </a:cubicBezTo>
                <a:cubicBezTo>
                  <a:pt x="0" y="2726"/>
                  <a:pt x="789" y="3513"/>
                  <a:pt x="1757" y="3513"/>
                </a:cubicBezTo>
                <a:cubicBezTo>
                  <a:pt x="2726" y="3513"/>
                  <a:pt x="3514" y="2726"/>
                  <a:pt x="3514" y="1757"/>
                </a:cubicBezTo>
                <a:cubicBezTo>
                  <a:pt x="3514" y="789"/>
                  <a:pt x="2726" y="0"/>
                  <a:pt x="1757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3" name="Google Shape;8083;p37"/>
          <p:cNvSpPr/>
          <p:nvPr/>
        </p:nvSpPr>
        <p:spPr>
          <a:xfrm>
            <a:off x="6659519" y="3528015"/>
            <a:ext cx="218298" cy="245981"/>
          </a:xfrm>
          <a:custGeom>
            <a:rect b="b" l="l" r="r" t="t"/>
            <a:pathLst>
              <a:path extrusionOk="0" h="10556" w="9368">
                <a:moveTo>
                  <a:pt x="5559" y="1173"/>
                </a:moveTo>
                <a:cubicBezTo>
                  <a:pt x="5720" y="1173"/>
                  <a:pt x="5883" y="1186"/>
                  <a:pt x="6044" y="1212"/>
                </a:cubicBezTo>
                <a:cubicBezTo>
                  <a:pt x="7422" y="1435"/>
                  <a:pt x="8196" y="2535"/>
                  <a:pt x="8196" y="3669"/>
                </a:cubicBezTo>
                <a:lnTo>
                  <a:pt x="8196" y="9386"/>
                </a:lnTo>
                <a:lnTo>
                  <a:pt x="7025" y="9386"/>
                </a:lnTo>
                <a:lnTo>
                  <a:pt x="7025" y="4702"/>
                </a:lnTo>
                <a:cubicBezTo>
                  <a:pt x="7025" y="3411"/>
                  <a:pt x="5975" y="2360"/>
                  <a:pt x="4683" y="2360"/>
                </a:cubicBezTo>
                <a:cubicBezTo>
                  <a:pt x="3392" y="2360"/>
                  <a:pt x="2341" y="3411"/>
                  <a:pt x="2341" y="4702"/>
                </a:cubicBezTo>
                <a:lnTo>
                  <a:pt x="2341" y="9386"/>
                </a:lnTo>
                <a:lnTo>
                  <a:pt x="1170" y="9386"/>
                </a:lnTo>
                <a:lnTo>
                  <a:pt x="1170" y="1190"/>
                </a:lnTo>
                <a:lnTo>
                  <a:pt x="2341" y="1190"/>
                </a:lnTo>
                <a:lnTo>
                  <a:pt x="2341" y="1776"/>
                </a:lnTo>
                <a:cubicBezTo>
                  <a:pt x="2341" y="2011"/>
                  <a:pt x="2484" y="2225"/>
                  <a:pt x="2704" y="2316"/>
                </a:cubicBezTo>
                <a:cubicBezTo>
                  <a:pt x="2776" y="2346"/>
                  <a:pt x="2852" y="2361"/>
                  <a:pt x="2928" y="2361"/>
                </a:cubicBezTo>
                <a:cubicBezTo>
                  <a:pt x="3080" y="2361"/>
                  <a:pt x="3229" y="2301"/>
                  <a:pt x="3341" y="2190"/>
                </a:cubicBezTo>
                <a:lnTo>
                  <a:pt x="3615" y="1916"/>
                </a:lnTo>
                <a:cubicBezTo>
                  <a:pt x="4086" y="1443"/>
                  <a:pt x="4813" y="1173"/>
                  <a:pt x="5559" y="1173"/>
                </a:cubicBezTo>
                <a:close/>
                <a:moveTo>
                  <a:pt x="5553" y="0"/>
                </a:moveTo>
                <a:cubicBezTo>
                  <a:pt x="4823" y="0"/>
                  <a:pt x="4110" y="189"/>
                  <a:pt x="3509" y="536"/>
                </a:cubicBezTo>
                <a:cubicBezTo>
                  <a:pt x="3475" y="246"/>
                  <a:pt x="3227" y="19"/>
                  <a:pt x="2927" y="19"/>
                </a:cubicBezTo>
                <a:lnTo>
                  <a:pt x="586" y="19"/>
                </a:lnTo>
                <a:cubicBezTo>
                  <a:pt x="262" y="19"/>
                  <a:pt x="1" y="281"/>
                  <a:pt x="1" y="605"/>
                </a:cubicBezTo>
                <a:lnTo>
                  <a:pt x="1" y="9970"/>
                </a:lnTo>
                <a:cubicBezTo>
                  <a:pt x="1" y="10294"/>
                  <a:pt x="262" y="10556"/>
                  <a:pt x="586" y="10556"/>
                </a:cubicBezTo>
                <a:lnTo>
                  <a:pt x="2927" y="10556"/>
                </a:lnTo>
                <a:cubicBezTo>
                  <a:pt x="3250" y="10556"/>
                  <a:pt x="3512" y="10294"/>
                  <a:pt x="3512" y="9970"/>
                </a:cubicBezTo>
                <a:lnTo>
                  <a:pt x="3512" y="4702"/>
                </a:lnTo>
                <a:cubicBezTo>
                  <a:pt x="3512" y="4056"/>
                  <a:pt x="4038" y="3531"/>
                  <a:pt x="4683" y="3531"/>
                </a:cubicBezTo>
                <a:cubicBezTo>
                  <a:pt x="5329" y="3531"/>
                  <a:pt x="5854" y="4056"/>
                  <a:pt x="5854" y="4702"/>
                </a:cubicBezTo>
                <a:lnTo>
                  <a:pt x="5854" y="9970"/>
                </a:lnTo>
                <a:cubicBezTo>
                  <a:pt x="5854" y="10294"/>
                  <a:pt x="6116" y="10556"/>
                  <a:pt x="6440" y="10556"/>
                </a:cubicBezTo>
                <a:lnTo>
                  <a:pt x="8782" y="10556"/>
                </a:lnTo>
                <a:cubicBezTo>
                  <a:pt x="9104" y="10556"/>
                  <a:pt x="9368" y="10294"/>
                  <a:pt x="9368" y="9970"/>
                </a:cubicBezTo>
                <a:lnTo>
                  <a:pt x="9368" y="3669"/>
                </a:lnTo>
                <a:cubicBezTo>
                  <a:pt x="9368" y="1921"/>
                  <a:pt x="8131" y="364"/>
                  <a:pt x="6231" y="55"/>
                </a:cubicBezTo>
                <a:cubicBezTo>
                  <a:pt x="6005" y="18"/>
                  <a:pt x="5779" y="0"/>
                  <a:pt x="5553" y="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4" name="Google Shape;8084;p37"/>
          <p:cNvSpPr/>
          <p:nvPr/>
        </p:nvSpPr>
        <p:spPr>
          <a:xfrm>
            <a:off x="6481278" y="3363848"/>
            <a:ext cx="465631" cy="465631"/>
          </a:xfrm>
          <a:custGeom>
            <a:rect b="b" l="l" r="r" t="t"/>
            <a:pathLst>
              <a:path extrusionOk="0" h="19982" w="19982">
                <a:moveTo>
                  <a:pt x="17015" y="1170"/>
                </a:moveTo>
                <a:cubicBezTo>
                  <a:pt x="17989" y="1170"/>
                  <a:pt x="18810" y="1993"/>
                  <a:pt x="18810" y="2966"/>
                </a:cubicBezTo>
                <a:lnTo>
                  <a:pt x="18810" y="17015"/>
                </a:lnTo>
                <a:cubicBezTo>
                  <a:pt x="18810" y="17990"/>
                  <a:pt x="17989" y="18811"/>
                  <a:pt x="17015" y="18811"/>
                </a:cubicBezTo>
                <a:lnTo>
                  <a:pt x="2965" y="18811"/>
                </a:lnTo>
                <a:cubicBezTo>
                  <a:pt x="1992" y="18811"/>
                  <a:pt x="1170" y="17990"/>
                  <a:pt x="1170" y="17015"/>
                </a:cubicBezTo>
                <a:lnTo>
                  <a:pt x="1170" y="2966"/>
                </a:lnTo>
                <a:cubicBezTo>
                  <a:pt x="1170" y="1993"/>
                  <a:pt x="1992" y="1170"/>
                  <a:pt x="2965" y="1170"/>
                </a:cubicBezTo>
                <a:close/>
                <a:moveTo>
                  <a:pt x="2965" y="1"/>
                </a:moveTo>
                <a:cubicBezTo>
                  <a:pt x="1347" y="1"/>
                  <a:pt x="0" y="1349"/>
                  <a:pt x="0" y="2966"/>
                </a:cubicBezTo>
                <a:lnTo>
                  <a:pt x="0" y="17015"/>
                </a:lnTo>
                <a:cubicBezTo>
                  <a:pt x="0" y="18635"/>
                  <a:pt x="1348" y="19982"/>
                  <a:pt x="2965" y="19982"/>
                </a:cubicBezTo>
                <a:lnTo>
                  <a:pt x="17017" y="19982"/>
                </a:lnTo>
                <a:cubicBezTo>
                  <a:pt x="18635" y="19982"/>
                  <a:pt x="19981" y="18634"/>
                  <a:pt x="19981" y="17015"/>
                </a:cubicBezTo>
                <a:lnTo>
                  <a:pt x="19981" y="2966"/>
                </a:lnTo>
                <a:cubicBezTo>
                  <a:pt x="19981" y="1347"/>
                  <a:pt x="18633" y="1"/>
                  <a:pt x="17017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5" name="Google Shape;8085;p37"/>
          <p:cNvSpPr/>
          <p:nvPr/>
        </p:nvSpPr>
        <p:spPr>
          <a:xfrm>
            <a:off x="7136788" y="3405925"/>
            <a:ext cx="467938" cy="381625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6" name="Google Shape;8086;p37"/>
          <p:cNvSpPr/>
          <p:nvPr/>
        </p:nvSpPr>
        <p:spPr>
          <a:xfrm>
            <a:off x="7780259" y="3363908"/>
            <a:ext cx="466353" cy="465654"/>
          </a:xfrm>
          <a:custGeom>
            <a:rect b="b" l="l" r="r" t="t"/>
            <a:pathLst>
              <a:path extrusionOk="0" h="19983" w="20013">
                <a:moveTo>
                  <a:pt x="10022" y="1170"/>
                </a:moveTo>
                <a:cubicBezTo>
                  <a:pt x="14886" y="1170"/>
                  <a:pt x="18842" y="5127"/>
                  <a:pt x="18842" y="9990"/>
                </a:cubicBezTo>
                <a:cubicBezTo>
                  <a:pt x="18842" y="14855"/>
                  <a:pt x="14886" y="18811"/>
                  <a:pt x="10023" y="18811"/>
                </a:cubicBezTo>
                <a:cubicBezTo>
                  <a:pt x="8516" y="18811"/>
                  <a:pt x="7030" y="18423"/>
                  <a:pt x="5726" y="17691"/>
                </a:cubicBezTo>
                <a:cubicBezTo>
                  <a:pt x="5638" y="17641"/>
                  <a:pt x="5539" y="17615"/>
                  <a:pt x="5440" y="17615"/>
                </a:cubicBezTo>
                <a:cubicBezTo>
                  <a:pt x="5393" y="17615"/>
                  <a:pt x="5345" y="17621"/>
                  <a:pt x="5298" y="17632"/>
                </a:cubicBezTo>
                <a:lnTo>
                  <a:pt x="1419" y="18595"/>
                </a:lnTo>
                <a:lnTo>
                  <a:pt x="2381" y="14715"/>
                </a:lnTo>
                <a:cubicBezTo>
                  <a:pt x="2417" y="14570"/>
                  <a:pt x="2395" y="14416"/>
                  <a:pt x="2323" y="14287"/>
                </a:cubicBezTo>
                <a:cubicBezTo>
                  <a:pt x="1590" y="12982"/>
                  <a:pt x="1203" y="11498"/>
                  <a:pt x="1203" y="9990"/>
                </a:cubicBezTo>
                <a:cubicBezTo>
                  <a:pt x="1203" y="5127"/>
                  <a:pt x="5159" y="1170"/>
                  <a:pt x="10022" y="1170"/>
                </a:cubicBezTo>
                <a:close/>
                <a:moveTo>
                  <a:pt x="10023" y="1"/>
                </a:moveTo>
                <a:cubicBezTo>
                  <a:pt x="4522" y="1"/>
                  <a:pt x="32" y="4491"/>
                  <a:pt x="32" y="9990"/>
                </a:cubicBezTo>
                <a:cubicBezTo>
                  <a:pt x="32" y="11620"/>
                  <a:pt x="432" y="13226"/>
                  <a:pt x="1191" y="14655"/>
                </a:cubicBezTo>
                <a:lnTo>
                  <a:pt x="50" y="19256"/>
                </a:lnTo>
                <a:cubicBezTo>
                  <a:pt x="0" y="19455"/>
                  <a:pt x="58" y="19665"/>
                  <a:pt x="204" y="19810"/>
                </a:cubicBezTo>
                <a:cubicBezTo>
                  <a:pt x="313" y="19921"/>
                  <a:pt x="461" y="19982"/>
                  <a:pt x="614" y="19982"/>
                </a:cubicBezTo>
                <a:cubicBezTo>
                  <a:pt x="662" y="19982"/>
                  <a:pt x="710" y="19976"/>
                  <a:pt x="757" y="19964"/>
                </a:cubicBezTo>
                <a:lnTo>
                  <a:pt x="5358" y="18823"/>
                </a:lnTo>
                <a:cubicBezTo>
                  <a:pt x="6788" y="19582"/>
                  <a:pt x="8394" y="19982"/>
                  <a:pt x="10022" y="19982"/>
                </a:cubicBezTo>
                <a:cubicBezTo>
                  <a:pt x="12680" y="19982"/>
                  <a:pt x="15187" y="18940"/>
                  <a:pt x="17078" y="17047"/>
                </a:cubicBezTo>
                <a:cubicBezTo>
                  <a:pt x="18971" y="15156"/>
                  <a:pt x="20013" y="12649"/>
                  <a:pt x="20013" y="9990"/>
                </a:cubicBezTo>
                <a:cubicBezTo>
                  <a:pt x="20013" y="7333"/>
                  <a:pt x="18971" y="4827"/>
                  <a:pt x="17080" y="2934"/>
                </a:cubicBezTo>
                <a:cubicBezTo>
                  <a:pt x="15187" y="1043"/>
                  <a:pt x="12680" y="1"/>
                  <a:pt x="10023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  <p:sp>
        <p:nvSpPr>
          <p:cNvPr id="8087" name="Google Shape;8087;p37"/>
          <p:cNvSpPr/>
          <p:nvPr/>
        </p:nvSpPr>
        <p:spPr>
          <a:xfrm>
            <a:off x="7866455" y="3459519"/>
            <a:ext cx="291002" cy="272033"/>
          </a:xfrm>
          <a:custGeom>
            <a:rect b="b" l="l" r="r" t="t"/>
            <a:pathLst>
              <a:path extrusionOk="0" h="11674" w="12488">
                <a:moveTo>
                  <a:pt x="3164" y="1171"/>
                </a:moveTo>
                <a:cubicBezTo>
                  <a:pt x="3352" y="1171"/>
                  <a:pt x="3536" y="1247"/>
                  <a:pt x="3710" y="1424"/>
                </a:cubicBezTo>
                <a:lnTo>
                  <a:pt x="3719" y="1433"/>
                </a:lnTo>
                <a:cubicBezTo>
                  <a:pt x="4757" y="2473"/>
                  <a:pt x="4683" y="2832"/>
                  <a:pt x="4449" y="3068"/>
                </a:cubicBezTo>
                <a:cubicBezTo>
                  <a:pt x="4240" y="3275"/>
                  <a:pt x="3625" y="3692"/>
                  <a:pt x="3427" y="3892"/>
                </a:cubicBezTo>
                <a:cubicBezTo>
                  <a:pt x="2960" y="4359"/>
                  <a:pt x="3046" y="5081"/>
                  <a:pt x="3685" y="6039"/>
                </a:cubicBezTo>
                <a:cubicBezTo>
                  <a:pt x="4065" y="6611"/>
                  <a:pt x="4568" y="7166"/>
                  <a:pt x="4805" y="7405"/>
                </a:cubicBezTo>
                <a:lnTo>
                  <a:pt x="4806" y="7405"/>
                </a:lnTo>
                <a:cubicBezTo>
                  <a:pt x="5045" y="7642"/>
                  <a:pt x="5599" y="8146"/>
                  <a:pt x="6172" y="8527"/>
                </a:cubicBezTo>
                <a:cubicBezTo>
                  <a:pt x="6727" y="8895"/>
                  <a:pt x="7202" y="9079"/>
                  <a:pt x="7594" y="9079"/>
                </a:cubicBezTo>
                <a:cubicBezTo>
                  <a:pt x="7880" y="9079"/>
                  <a:pt x="8123" y="8981"/>
                  <a:pt x="8320" y="8785"/>
                </a:cubicBezTo>
                <a:cubicBezTo>
                  <a:pt x="8518" y="8585"/>
                  <a:pt x="8935" y="7971"/>
                  <a:pt x="9144" y="7762"/>
                </a:cubicBezTo>
                <a:cubicBezTo>
                  <a:pt x="9238" y="7668"/>
                  <a:pt x="9331" y="7609"/>
                  <a:pt x="9460" y="7609"/>
                </a:cubicBezTo>
                <a:cubicBezTo>
                  <a:pt x="9549" y="7609"/>
                  <a:pt x="9655" y="7637"/>
                  <a:pt x="9790" y="7702"/>
                </a:cubicBezTo>
                <a:cubicBezTo>
                  <a:pt x="10172" y="7886"/>
                  <a:pt x="10582" y="8297"/>
                  <a:pt x="10779" y="8493"/>
                </a:cubicBezTo>
                <a:lnTo>
                  <a:pt x="10788" y="8502"/>
                </a:lnTo>
                <a:cubicBezTo>
                  <a:pt x="11239" y="8944"/>
                  <a:pt x="11037" y="9452"/>
                  <a:pt x="10593" y="9898"/>
                </a:cubicBezTo>
                <a:cubicBezTo>
                  <a:pt x="10190" y="10300"/>
                  <a:pt x="9680" y="10502"/>
                  <a:pt x="9068" y="10502"/>
                </a:cubicBezTo>
                <a:cubicBezTo>
                  <a:pt x="8521" y="10502"/>
                  <a:pt x="7892" y="10341"/>
                  <a:pt x="7184" y="10020"/>
                </a:cubicBezTo>
                <a:cubicBezTo>
                  <a:pt x="5868" y="9420"/>
                  <a:pt x="4676" y="8428"/>
                  <a:pt x="4228" y="7984"/>
                </a:cubicBezTo>
                <a:cubicBezTo>
                  <a:pt x="3784" y="7536"/>
                  <a:pt x="2792" y="6344"/>
                  <a:pt x="2192" y="5028"/>
                </a:cubicBezTo>
                <a:cubicBezTo>
                  <a:pt x="1511" y="3527"/>
                  <a:pt x="1552" y="2381"/>
                  <a:pt x="2314" y="1619"/>
                </a:cubicBezTo>
                <a:cubicBezTo>
                  <a:pt x="2583" y="1350"/>
                  <a:pt x="2877" y="1171"/>
                  <a:pt x="3164" y="1171"/>
                </a:cubicBezTo>
                <a:close/>
                <a:moveTo>
                  <a:pt x="3169" y="1"/>
                </a:moveTo>
                <a:cubicBezTo>
                  <a:pt x="2619" y="1"/>
                  <a:pt x="2030" y="247"/>
                  <a:pt x="1486" y="791"/>
                </a:cubicBezTo>
                <a:cubicBezTo>
                  <a:pt x="701" y="1576"/>
                  <a:pt x="0" y="3034"/>
                  <a:pt x="1127" y="5512"/>
                </a:cubicBezTo>
                <a:cubicBezTo>
                  <a:pt x="1794" y="6979"/>
                  <a:pt x="2868" y="8274"/>
                  <a:pt x="3398" y="8810"/>
                </a:cubicBezTo>
                <a:lnTo>
                  <a:pt x="3402" y="8813"/>
                </a:lnTo>
                <a:cubicBezTo>
                  <a:pt x="3938" y="9344"/>
                  <a:pt x="5235" y="10418"/>
                  <a:pt x="6699" y="11085"/>
                </a:cubicBezTo>
                <a:cubicBezTo>
                  <a:pt x="7490" y="11445"/>
                  <a:pt x="8308" y="11674"/>
                  <a:pt x="9088" y="11674"/>
                </a:cubicBezTo>
                <a:cubicBezTo>
                  <a:pt x="9940" y="11674"/>
                  <a:pt x="10746" y="11400"/>
                  <a:pt x="11421" y="10726"/>
                </a:cubicBezTo>
                <a:cubicBezTo>
                  <a:pt x="12488" y="9657"/>
                  <a:pt x="12399" y="8442"/>
                  <a:pt x="11607" y="7665"/>
                </a:cubicBezTo>
                <a:cubicBezTo>
                  <a:pt x="11219" y="7278"/>
                  <a:pt x="10791" y="6885"/>
                  <a:pt x="10297" y="6648"/>
                </a:cubicBezTo>
                <a:cubicBezTo>
                  <a:pt x="10009" y="6509"/>
                  <a:pt x="9725" y="6440"/>
                  <a:pt x="9455" y="6440"/>
                </a:cubicBezTo>
                <a:cubicBezTo>
                  <a:pt x="9034" y="6440"/>
                  <a:pt x="8646" y="6606"/>
                  <a:pt x="8316" y="6935"/>
                </a:cubicBezTo>
                <a:cubicBezTo>
                  <a:pt x="8070" y="7180"/>
                  <a:pt x="7732" y="7665"/>
                  <a:pt x="7538" y="7904"/>
                </a:cubicBezTo>
                <a:cubicBezTo>
                  <a:pt x="7035" y="7819"/>
                  <a:pt x="6032" y="6974"/>
                  <a:pt x="5634" y="6577"/>
                </a:cubicBezTo>
                <a:cubicBezTo>
                  <a:pt x="5236" y="6179"/>
                  <a:pt x="4393" y="5174"/>
                  <a:pt x="4308" y="4674"/>
                </a:cubicBezTo>
                <a:cubicBezTo>
                  <a:pt x="4545" y="4481"/>
                  <a:pt x="5031" y="4141"/>
                  <a:pt x="5277" y="3895"/>
                </a:cubicBezTo>
                <a:cubicBezTo>
                  <a:pt x="5817" y="3354"/>
                  <a:pt x="5919" y="2652"/>
                  <a:pt x="5564" y="1914"/>
                </a:cubicBezTo>
                <a:cubicBezTo>
                  <a:pt x="5327" y="1421"/>
                  <a:pt x="4934" y="993"/>
                  <a:pt x="4546" y="605"/>
                </a:cubicBezTo>
                <a:cubicBezTo>
                  <a:pt x="4165" y="216"/>
                  <a:pt x="3684" y="1"/>
                  <a:pt x="3169" y="1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262626"/>
              </a:solidFill>
              <a:latin typeface="Quattrocento Sans"/>
              <a:ea typeface="Quattrocento Sans"/>
              <a:cs typeface="Quattrocento Sans"/>
              <a:sym typeface="Quattrocento San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